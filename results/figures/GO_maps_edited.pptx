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4" r:id="rId2"/>
    <p:sldId id="265" r:id="rId3"/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</p:sldIdLst>
  <p:sldSz cx="12344400" cy="8229600"/>
  <p:notesSz cx="6858000" cy="9144000"/>
  <p:custDataLst>
    <p:tags r:id="rId12"/>
  </p:custDataLst>
  <p:defaultTextStyle>
    <a:defPPr>
      <a:defRPr lang="en-US"/>
    </a:defPPr>
    <a:lvl1pPr marL="0" algn="l" defTabSz="1175454" rtl="0" eaLnBrk="1" latinLnBrk="0" hangingPunct="1">
      <a:defRPr sz="2314" kern="1200">
        <a:solidFill>
          <a:schemeClr val="tx1"/>
        </a:solidFill>
        <a:latin typeface="+mn-lt"/>
        <a:ea typeface="+mn-ea"/>
        <a:cs typeface="+mn-cs"/>
      </a:defRPr>
    </a:lvl1pPr>
    <a:lvl2pPr marL="587727" algn="l" defTabSz="1175454" rtl="0" eaLnBrk="1" latinLnBrk="0" hangingPunct="1">
      <a:defRPr sz="2314" kern="1200">
        <a:solidFill>
          <a:schemeClr val="tx1"/>
        </a:solidFill>
        <a:latin typeface="+mn-lt"/>
        <a:ea typeface="+mn-ea"/>
        <a:cs typeface="+mn-cs"/>
      </a:defRPr>
    </a:lvl2pPr>
    <a:lvl3pPr marL="1175454" algn="l" defTabSz="1175454" rtl="0" eaLnBrk="1" latinLnBrk="0" hangingPunct="1">
      <a:defRPr sz="2314" kern="1200">
        <a:solidFill>
          <a:schemeClr val="tx1"/>
        </a:solidFill>
        <a:latin typeface="+mn-lt"/>
        <a:ea typeface="+mn-ea"/>
        <a:cs typeface="+mn-cs"/>
      </a:defRPr>
    </a:lvl3pPr>
    <a:lvl4pPr marL="1763182" algn="l" defTabSz="1175454" rtl="0" eaLnBrk="1" latinLnBrk="0" hangingPunct="1">
      <a:defRPr sz="2314" kern="1200">
        <a:solidFill>
          <a:schemeClr val="tx1"/>
        </a:solidFill>
        <a:latin typeface="+mn-lt"/>
        <a:ea typeface="+mn-ea"/>
        <a:cs typeface="+mn-cs"/>
      </a:defRPr>
    </a:lvl4pPr>
    <a:lvl5pPr marL="2350909" algn="l" defTabSz="1175454" rtl="0" eaLnBrk="1" latinLnBrk="0" hangingPunct="1">
      <a:defRPr sz="2314" kern="1200">
        <a:solidFill>
          <a:schemeClr val="tx1"/>
        </a:solidFill>
        <a:latin typeface="+mn-lt"/>
        <a:ea typeface="+mn-ea"/>
        <a:cs typeface="+mn-cs"/>
      </a:defRPr>
    </a:lvl5pPr>
    <a:lvl6pPr marL="2938637" algn="l" defTabSz="1175454" rtl="0" eaLnBrk="1" latinLnBrk="0" hangingPunct="1">
      <a:defRPr sz="2314" kern="1200">
        <a:solidFill>
          <a:schemeClr val="tx1"/>
        </a:solidFill>
        <a:latin typeface="+mn-lt"/>
        <a:ea typeface="+mn-ea"/>
        <a:cs typeface="+mn-cs"/>
      </a:defRPr>
    </a:lvl6pPr>
    <a:lvl7pPr marL="3526365" algn="l" defTabSz="1175454" rtl="0" eaLnBrk="1" latinLnBrk="0" hangingPunct="1">
      <a:defRPr sz="2314" kern="1200">
        <a:solidFill>
          <a:schemeClr val="tx1"/>
        </a:solidFill>
        <a:latin typeface="+mn-lt"/>
        <a:ea typeface="+mn-ea"/>
        <a:cs typeface="+mn-cs"/>
      </a:defRPr>
    </a:lvl7pPr>
    <a:lvl8pPr marL="4114092" algn="l" defTabSz="1175454" rtl="0" eaLnBrk="1" latinLnBrk="0" hangingPunct="1">
      <a:defRPr sz="2314" kern="1200">
        <a:solidFill>
          <a:schemeClr val="tx1"/>
        </a:solidFill>
        <a:latin typeface="+mn-lt"/>
        <a:ea typeface="+mn-ea"/>
        <a:cs typeface="+mn-cs"/>
      </a:defRPr>
    </a:lvl8pPr>
    <a:lvl9pPr marL="4701820" algn="l" defTabSz="1175454" rtl="0" eaLnBrk="1" latinLnBrk="0" hangingPunct="1">
      <a:defRPr sz="2314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592" userDrawn="1">
          <p15:clr>
            <a:srgbClr val="A4A3A4"/>
          </p15:clr>
        </p15:guide>
        <p15:guide id="2" pos="388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317"/>
    <p:restoredTop sz="94684"/>
  </p:normalViewPr>
  <p:slideViewPr>
    <p:cSldViewPr>
      <p:cViewPr>
        <p:scale>
          <a:sx n="72" d="100"/>
          <a:sy n="72" d="100"/>
        </p:scale>
        <p:origin x="1784" y="352"/>
      </p:cViewPr>
      <p:guideLst>
        <p:guide orient="horz" pos="2592"/>
        <p:guide pos="388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gs" Target="tags/tag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25830" y="2556513"/>
            <a:ext cx="10492740" cy="176403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51660" y="4663440"/>
            <a:ext cx="8641080" cy="210312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5486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0973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6459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19461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74326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29192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8405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3892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06/05/2026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06/05/2026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5123" y="5288280"/>
            <a:ext cx="10492740" cy="1634490"/>
          </a:xfrm>
        </p:spPr>
        <p:txBody>
          <a:bodyPr anchor="t"/>
          <a:lstStyle>
            <a:lvl1pPr algn="l">
              <a:defRPr sz="4801" b="1" cap="all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5123" y="3488059"/>
            <a:ext cx="10492740" cy="1800224"/>
          </a:xfrm>
        </p:spPr>
        <p:txBody>
          <a:bodyPr anchor="b"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548654" indent="0">
              <a:buNone/>
              <a:defRPr sz="2160">
                <a:solidFill>
                  <a:schemeClr val="tx1">
                    <a:tint val="75000"/>
                  </a:schemeClr>
                </a:solidFill>
              </a:defRPr>
            </a:lvl2pPr>
            <a:lvl3pPr marL="1097309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3pPr>
            <a:lvl4pPr marL="1645961" indent="0">
              <a:buNone/>
              <a:defRPr sz="1681">
                <a:solidFill>
                  <a:schemeClr val="tx1">
                    <a:tint val="75000"/>
                  </a:schemeClr>
                </a:solidFill>
              </a:defRPr>
            </a:lvl4pPr>
            <a:lvl5pPr marL="2194616" indent="0">
              <a:buNone/>
              <a:defRPr sz="1681">
                <a:solidFill>
                  <a:schemeClr val="tx1">
                    <a:tint val="75000"/>
                  </a:schemeClr>
                </a:solidFill>
              </a:defRPr>
            </a:lvl5pPr>
            <a:lvl6pPr marL="2743269" indent="0">
              <a:buNone/>
              <a:defRPr sz="1681">
                <a:solidFill>
                  <a:schemeClr val="tx1">
                    <a:tint val="75000"/>
                  </a:schemeClr>
                </a:solidFill>
              </a:defRPr>
            </a:lvl6pPr>
            <a:lvl7pPr marL="3291923" indent="0">
              <a:buNone/>
              <a:defRPr sz="1681">
                <a:solidFill>
                  <a:schemeClr val="tx1">
                    <a:tint val="75000"/>
                  </a:schemeClr>
                </a:solidFill>
              </a:defRPr>
            </a:lvl7pPr>
            <a:lvl8pPr marL="3840576" indent="0">
              <a:buNone/>
              <a:defRPr sz="1681">
                <a:solidFill>
                  <a:schemeClr val="tx1">
                    <a:tint val="75000"/>
                  </a:schemeClr>
                </a:solidFill>
              </a:defRPr>
            </a:lvl8pPr>
            <a:lvl9pPr marL="4389230" indent="0">
              <a:buNone/>
              <a:defRPr sz="1681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06/05/2026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17220" y="1920244"/>
            <a:ext cx="5452110" cy="5431155"/>
          </a:xfrm>
        </p:spPr>
        <p:txBody>
          <a:bodyPr/>
          <a:lstStyle>
            <a:lvl1pPr>
              <a:defRPr sz="3361"/>
            </a:lvl1pPr>
            <a:lvl2pPr>
              <a:defRPr sz="2880"/>
            </a:lvl2pPr>
            <a:lvl3pPr>
              <a:defRPr sz="2400"/>
            </a:lvl3pPr>
            <a:lvl4pPr>
              <a:defRPr sz="2160"/>
            </a:lvl4pPr>
            <a:lvl5pPr>
              <a:defRPr sz="2160"/>
            </a:lvl5pPr>
            <a:lvl6pPr>
              <a:defRPr sz="2160"/>
            </a:lvl6pPr>
            <a:lvl7pPr>
              <a:defRPr sz="2160"/>
            </a:lvl7pPr>
            <a:lvl8pPr>
              <a:defRPr sz="2160"/>
            </a:lvl8pPr>
            <a:lvl9pPr>
              <a:defRPr sz="216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75070" y="1920244"/>
            <a:ext cx="5452110" cy="5431155"/>
          </a:xfrm>
        </p:spPr>
        <p:txBody>
          <a:bodyPr/>
          <a:lstStyle>
            <a:lvl1pPr>
              <a:defRPr sz="3361"/>
            </a:lvl1pPr>
            <a:lvl2pPr>
              <a:defRPr sz="2880"/>
            </a:lvl2pPr>
            <a:lvl3pPr>
              <a:defRPr sz="2400"/>
            </a:lvl3pPr>
            <a:lvl4pPr>
              <a:defRPr sz="2160"/>
            </a:lvl4pPr>
            <a:lvl5pPr>
              <a:defRPr sz="2160"/>
            </a:lvl5pPr>
            <a:lvl6pPr>
              <a:defRPr sz="2160"/>
            </a:lvl6pPr>
            <a:lvl7pPr>
              <a:defRPr sz="2160"/>
            </a:lvl7pPr>
            <a:lvl8pPr>
              <a:defRPr sz="2160"/>
            </a:lvl8pPr>
            <a:lvl9pPr>
              <a:defRPr sz="216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06/05/2026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17220" y="1842135"/>
            <a:ext cx="5454254" cy="767714"/>
          </a:xfrm>
        </p:spPr>
        <p:txBody>
          <a:bodyPr anchor="b"/>
          <a:lstStyle>
            <a:lvl1pPr marL="0" indent="0">
              <a:buNone/>
              <a:defRPr sz="2880" b="1"/>
            </a:lvl1pPr>
            <a:lvl2pPr marL="548654" indent="0">
              <a:buNone/>
              <a:defRPr sz="2400" b="1"/>
            </a:lvl2pPr>
            <a:lvl3pPr marL="1097309" indent="0">
              <a:buNone/>
              <a:defRPr sz="2160" b="1"/>
            </a:lvl3pPr>
            <a:lvl4pPr marL="1645961" indent="0">
              <a:buNone/>
              <a:defRPr sz="1920" b="1"/>
            </a:lvl4pPr>
            <a:lvl5pPr marL="2194616" indent="0">
              <a:buNone/>
              <a:defRPr sz="1920" b="1"/>
            </a:lvl5pPr>
            <a:lvl6pPr marL="2743269" indent="0">
              <a:buNone/>
              <a:defRPr sz="1920" b="1"/>
            </a:lvl6pPr>
            <a:lvl7pPr marL="3291923" indent="0">
              <a:buNone/>
              <a:defRPr sz="1920" b="1"/>
            </a:lvl7pPr>
            <a:lvl8pPr marL="3840576" indent="0">
              <a:buNone/>
              <a:defRPr sz="1920" b="1"/>
            </a:lvl8pPr>
            <a:lvl9pPr marL="4389230" indent="0">
              <a:buNone/>
              <a:defRPr sz="192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" y="2609850"/>
            <a:ext cx="5454254" cy="4741546"/>
          </a:xfrm>
        </p:spPr>
        <p:txBody>
          <a:bodyPr/>
          <a:lstStyle>
            <a:lvl1pPr>
              <a:defRPr sz="2880"/>
            </a:lvl1pPr>
            <a:lvl2pPr>
              <a:defRPr sz="2400"/>
            </a:lvl2pPr>
            <a:lvl3pPr>
              <a:defRPr sz="2160"/>
            </a:lvl3pPr>
            <a:lvl4pPr>
              <a:defRPr sz="1920"/>
            </a:lvl4pPr>
            <a:lvl5pPr>
              <a:defRPr sz="1920"/>
            </a:lvl5pPr>
            <a:lvl6pPr>
              <a:defRPr sz="1920"/>
            </a:lvl6pPr>
            <a:lvl7pPr>
              <a:defRPr sz="1920"/>
            </a:lvl7pPr>
            <a:lvl8pPr>
              <a:defRPr sz="1920"/>
            </a:lvl8pPr>
            <a:lvl9pPr>
              <a:defRPr sz="192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70785" y="1842135"/>
            <a:ext cx="5456397" cy="767714"/>
          </a:xfrm>
        </p:spPr>
        <p:txBody>
          <a:bodyPr anchor="b"/>
          <a:lstStyle>
            <a:lvl1pPr marL="0" indent="0">
              <a:buNone/>
              <a:defRPr sz="2880" b="1"/>
            </a:lvl1pPr>
            <a:lvl2pPr marL="548654" indent="0">
              <a:buNone/>
              <a:defRPr sz="2400" b="1"/>
            </a:lvl2pPr>
            <a:lvl3pPr marL="1097309" indent="0">
              <a:buNone/>
              <a:defRPr sz="2160" b="1"/>
            </a:lvl3pPr>
            <a:lvl4pPr marL="1645961" indent="0">
              <a:buNone/>
              <a:defRPr sz="1920" b="1"/>
            </a:lvl4pPr>
            <a:lvl5pPr marL="2194616" indent="0">
              <a:buNone/>
              <a:defRPr sz="1920" b="1"/>
            </a:lvl5pPr>
            <a:lvl6pPr marL="2743269" indent="0">
              <a:buNone/>
              <a:defRPr sz="1920" b="1"/>
            </a:lvl6pPr>
            <a:lvl7pPr marL="3291923" indent="0">
              <a:buNone/>
              <a:defRPr sz="1920" b="1"/>
            </a:lvl7pPr>
            <a:lvl8pPr marL="3840576" indent="0">
              <a:buNone/>
              <a:defRPr sz="1920" b="1"/>
            </a:lvl8pPr>
            <a:lvl9pPr marL="4389230" indent="0">
              <a:buNone/>
              <a:defRPr sz="192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70785" y="2609850"/>
            <a:ext cx="5456397" cy="4741546"/>
          </a:xfrm>
        </p:spPr>
        <p:txBody>
          <a:bodyPr/>
          <a:lstStyle>
            <a:lvl1pPr>
              <a:defRPr sz="2880"/>
            </a:lvl1pPr>
            <a:lvl2pPr>
              <a:defRPr sz="2400"/>
            </a:lvl2pPr>
            <a:lvl3pPr>
              <a:defRPr sz="2160"/>
            </a:lvl3pPr>
            <a:lvl4pPr>
              <a:defRPr sz="1920"/>
            </a:lvl4pPr>
            <a:lvl5pPr>
              <a:defRPr sz="1920"/>
            </a:lvl5pPr>
            <a:lvl6pPr>
              <a:defRPr sz="1920"/>
            </a:lvl6pPr>
            <a:lvl7pPr>
              <a:defRPr sz="1920"/>
            </a:lvl7pPr>
            <a:lvl8pPr>
              <a:defRPr sz="1920"/>
            </a:lvl8pPr>
            <a:lvl9pPr>
              <a:defRPr sz="192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06/05/2026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06/05/2026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06/05/2026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17220" y="329566"/>
            <a:ext cx="11109960" cy="1371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17220" y="1920244"/>
            <a:ext cx="11109960" cy="54311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17220" y="7627624"/>
            <a:ext cx="2880360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4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06/05/2026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217670" y="7627624"/>
            <a:ext cx="3909060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4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846820" y="7627624"/>
            <a:ext cx="2880360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4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1097309" rtl="0" eaLnBrk="1" latinLnBrk="0" hangingPunct="1">
        <a:spcBef>
          <a:spcPct val="0"/>
        </a:spcBef>
        <a:buNone/>
        <a:defRPr sz="528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11491" indent="-411491" algn="l" defTabSz="1097309" rtl="0" eaLnBrk="1" latinLnBrk="0" hangingPunct="1">
        <a:spcBef>
          <a:spcPct val="20000"/>
        </a:spcBef>
        <a:buFont typeface="Arial" panose="020B0604020202020204" pitchFamily="34" charset="0"/>
        <a:buChar char="•"/>
        <a:defRPr sz="3841" kern="1200">
          <a:solidFill>
            <a:schemeClr val="tx1"/>
          </a:solidFill>
          <a:latin typeface="+mn-lt"/>
          <a:ea typeface="+mn-ea"/>
          <a:cs typeface="+mn-cs"/>
        </a:defRPr>
      </a:lvl1pPr>
      <a:lvl2pPr marL="891562" indent="-342908" algn="l" defTabSz="1097309" rtl="0" eaLnBrk="1" latinLnBrk="0" hangingPunct="1">
        <a:spcBef>
          <a:spcPct val="20000"/>
        </a:spcBef>
        <a:buFont typeface="Arial" panose="020B0604020202020204" pitchFamily="34" charset="0"/>
        <a:buChar char="–"/>
        <a:defRPr sz="3361" kern="1200">
          <a:solidFill>
            <a:schemeClr val="tx1"/>
          </a:solidFill>
          <a:latin typeface="+mn-lt"/>
          <a:ea typeface="+mn-ea"/>
          <a:cs typeface="+mn-cs"/>
        </a:defRPr>
      </a:lvl2pPr>
      <a:lvl3pPr marL="1371634" indent="-274327" algn="l" defTabSz="1097309" rtl="0" eaLnBrk="1" latinLnBrk="0" hangingPunct="1">
        <a:spcBef>
          <a:spcPct val="20000"/>
        </a:spcBef>
        <a:buFont typeface="Arial" panose="020B0604020202020204" pitchFamily="34" charset="0"/>
        <a:buChar char="•"/>
        <a:defRPr sz="2880" kern="1200">
          <a:solidFill>
            <a:schemeClr val="tx1"/>
          </a:solidFill>
          <a:latin typeface="+mn-lt"/>
          <a:ea typeface="+mn-ea"/>
          <a:cs typeface="+mn-cs"/>
        </a:defRPr>
      </a:lvl3pPr>
      <a:lvl4pPr marL="1920289" indent="-274327" algn="l" defTabSz="1097309" rtl="0" eaLnBrk="1" latinLnBrk="0" hangingPunct="1">
        <a:spcBef>
          <a:spcPct val="20000"/>
        </a:spcBef>
        <a:buFont typeface="Arial" panose="020B0604020202020204" pitchFamily="34" charset="0"/>
        <a:buChar char="–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68941" indent="-274327" algn="l" defTabSz="1097309" rtl="0" eaLnBrk="1" latinLnBrk="0" hangingPunct="1">
        <a:spcBef>
          <a:spcPct val="20000"/>
        </a:spcBef>
        <a:buFont typeface="Arial" panose="020B0604020202020204" pitchFamily="34" charset="0"/>
        <a:buChar char="»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17596" indent="-274327" algn="l" defTabSz="1097309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566249" indent="-274327" algn="l" defTabSz="1097309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114903" indent="-274327" algn="l" defTabSz="1097309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663556" indent="-274327" algn="l" defTabSz="1097309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97309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1pPr>
      <a:lvl2pPr marL="548654" algn="l" defTabSz="1097309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2pPr>
      <a:lvl3pPr marL="1097309" algn="l" defTabSz="1097309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3pPr>
      <a:lvl4pPr marL="1645961" algn="l" defTabSz="1097309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4pPr>
      <a:lvl5pPr marL="2194616" algn="l" defTabSz="1097309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5pPr>
      <a:lvl6pPr marL="2743269" algn="l" defTabSz="1097309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6pPr>
      <a:lvl7pPr marL="3291923" algn="l" defTabSz="1097309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7pPr>
      <a:lvl8pPr marL="3840576" algn="l" defTabSz="1097309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8pPr>
      <a:lvl9pPr marL="4389230" algn="l" defTabSz="1097309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70F69B-23A9-2737-C9CB-35C3A85E02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64" name="Group 4763">
            <a:extLst>
              <a:ext uri="{FF2B5EF4-FFF2-40B4-BE49-F238E27FC236}">
                <a16:creationId xmlns:a16="http://schemas.microsoft.com/office/drawing/2014/main" id="{542F48F7-9068-6012-C141-1E786E9352C1}"/>
              </a:ext>
            </a:extLst>
          </p:cNvPr>
          <p:cNvGrpSpPr/>
          <p:nvPr/>
        </p:nvGrpSpPr>
        <p:grpSpPr>
          <a:xfrm>
            <a:off x="3064224" y="2224926"/>
            <a:ext cx="1745927" cy="956615"/>
            <a:chOff x="1982016" y="1854105"/>
            <a:chExt cx="1454939" cy="797178"/>
          </a:xfrm>
        </p:grpSpPr>
        <p:sp>
          <p:nvSpPr>
            <p:cNvPr id="4751" name="pl4739">
              <a:extLst>
                <a:ext uri="{FF2B5EF4-FFF2-40B4-BE49-F238E27FC236}">
                  <a16:creationId xmlns:a16="http://schemas.microsoft.com/office/drawing/2014/main" id="{A491E82C-02C8-6F14-6E98-0B6C72629949}"/>
                </a:ext>
              </a:extLst>
            </p:cNvPr>
            <p:cNvSpPr/>
            <p:nvPr/>
          </p:nvSpPr>
          <p:spPr>
            <a:xfrm>
              <a:off x="2496271" y="1988846"/>
              <a:ext cx="195845" cy="114820"/>
            </a:xfrm>
            <a:custGeom>
              <a:avLst/>
              <a:gdLst/>
              <a:ahLst/>
              <a:cxnLst/>
              <a:rect l="0" t="0" r="0" b="0"/>
              <a:pathLst>
                <a:path w="112384" h="193555">
                  <a:moveTo>
                    <a:pt x="112384" y="0"/>
                  </a:moveTo>
                  <a:lnTo>
                    <a:pt x="0" y="193555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52" name="pl4739">
              <a:extLst>
                <a:ext uri="{FF2B5EF4-FFF2-40B4-BE49-F238E27FC236}">
                  <a16:creationId xmlns:a16="http://schemas.microsoft.com/office/drawing/2014/main" id="{7337D97C-BD37-8075-1BB6-FEB958FFC779}"/>
                </a:ext>
              </a:extLst>
            </p:cNvPr>
            <p:cNvSpPr/>
            <p:nvPr/>
          </p:nvSpPr>
          <p:spPr>
            <a:xfrm>
              <a:off x="2470488" y="2204865"/>
              <a:ext cx="294638" cy="146260"/>
            </a:xfrm>
            <a:custGeom>
              <a:avLst/>
              <a:gdLst/>
              <a:ahLst/>
              <a:cxnLst/>
              <a:rect l="0" t="0" r="0" b="0"/>
              <a:pathLst>
                <a:path w="112384" h="193555">
                  <a:moveTo>
                    <a:pt x="112384" y="0"/>
                  </a:moveTo>
                  <a:lnTo>
                    <a:pt x="0" y="193555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53" name="pl4738">
              <a:extLst>
                <a:ext uri="{FF2B5EF4-FFF2-40B4-BE49-F238E27FC236}">
                  <a16:creationId xmlns:a16="http://schemas.microsoft.com/office/drawing/2014/main" id="{0612DD5D-E32D-8E17-B1D5-5F6073D82039}"/>
                </a:ext>
              </a:extLst>
            </p:cNvPr>
            <p:cNvSpPr/>
            <p:nvPr/>
          </p:nvSpPr>
          <p:spPr>
            <a:xfrm flipV="1">
              <a:off x="2407999" y="2354044"/>
              <a:ext cx="403609" cy="45719"/>
            </a:xfrm>
            <a:custGeom>
              <a:avLst/>
              <a:gdLst/>
              <a:ahLst/>
              <a:cxnLst/>
              <a:rect l="0" t="0" r="0" b="0"/>
              <a:pathLst>
                <a:path w="292528" h="91649">
                  <a:moveTo>
                    <a:pt x="292528" y="91649"/>
                  </a:moveTo>
                  <a:lnTo>
                    <a:pt x="0" y="0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54" name="pl4739">
              <a:extLst>
                <a:ext uri="{FF2B5EF4-FFF2-40B4-BE49-F238E27FC236}">
                  <a16:creationId xmlns:a16="http://schemas.microsoft.com/office/drawing/2014/main" id="{41FDDEEB-F999-89B8-4C0B-6E27FB8EDADF}"/>
                </a:ext>
              </a:extLst>
            </p:cNvPr>
            <p:cNvSpPr/>
            <p:nvPr/>
          </p:nvSpPr>
          <p:spPr>
            <a:xfrm flipH="1" flipV="1">
              <a:off x="2286779" y="2117561"/>
              <a:ext cx="124982" cy="375325"/>
            </a:xfrm>
            <a:custGeom>
              <a:avLst/>
              <a:gdLst/>
              <a:ahLst/>
              <a:cxnLst/>
              <a:rect l="0" t="0" r="0" b="0"/>
              <a:pathLst>
                <a:path w="112384" h="193555">
                  <a:moveTo>
                    <a:pt x="112384" y="0"/>
                  </a:moveTo>
                  <a:lnTo>
                    <a:pt x="0" y="193555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55" name="pg4742">
              <a:extLst>
                <a:ext uri="{FF2B5EF4-FFF2-40B4-BE49-F238E27FC236}">
                  <a16:creationId xmlns:a16="http://schemas.microsoft.com/office/drawing/2014/main" id="{E72904FB-3286-7AF1-2AA5-5D0365FC5089}"/>
                </a:ext>
              </a:extLst>
            </p:cNvPr>
            <p:cNvSpPr/>
            <p:nvPr/>
          </p:nvSpPr>
          <p:spPr>
            <a:xfrm>
              <a:off x="2699653" y="1854105"/>
              <a:ext cx="672465" cy="194858"/>
            </a:xfrm>
            <a:custGeom>
              <a:avLst/>
              <a:gdLst/>
              <a:ahLst/>
              <a:cxnLst/>
              <a:rect l="0" t="0" r="0" b="0"/>
              <a:pathLst>
                <a:path w="718078" h="194858">
                  <a:moveTo>
                    <a:pt x="27432" y="194858"/>
                  </a:moveTo>
                  <a:lnTo>
                    <a:pt x="690646" y="194858"/>
                  </a:lnTo>
                  <a:lnTo>
                    <a:pt x="689541" y="194836"/>
                  </a:lnTo>
                  <a:lnTo>
                    <a:pt x="693952" y="194658"/>
                  </a:lnTo>
                  <a:lnTo>
                    <a:pt x="698278" y="193775"/>
                  </a:lnTo>
                  <a:lnTo>
                    <a:pt x="702406" y="192210"/>
                  </a:lnTo>
                  <a:lnTo>
                    <a:pt x="706229" y="190002"/>
                  </a:lnTo>
                  <a:lnTo>
                    <a:pt x="709649" y="187210"/>
                  </a:lnTo>
                  <a:lnTo>
                    <a:pt x="712576" y="183906"/>
                  </a:lnTo>
                  <a:lnTo>
                    <a:pt x="714936" y="180174"/>
                  </a:lnTo>
                  <a:lnTo>
                    <a:pt x="716666" y="176113"/>
                  </a:lnTo>
                  <a:lnTo>
                    <a:pt x="717723" y="171827"/>
                  </a:lnTo>
                  <a:lnTo>
                    <a:pt x="718078" y="167426"/>
                  </a:lnTo>
                  <a:lnTo>
                    <a:pt x="718078" y="27431"/>
                  </a:lnTo>
                  <a:lnTo>
                    <a:pt x="717723" y="23031"/>
                  </a:lnTo>
                  <a:lnTo>
                    <a:pt x="716666" y="18745"/>
                  </a:lnTo>
                  <a:lnTo>
                    <a:pt x="714936" y="14683"/>
                  </a:lnTo>
                  <a:lnTo>
                    <a:pt x="712576" y="10952"/>
                  </a:lnTo>
                  <a:lnTo>
                    <a:pt x="709649" y="7647"/>
                  </a:lnTo>
                  <a:lnTo>
                    <a:pt x="706229" y="4855"/>
                  </a:lnTo>
                  <a:lnTo>
                    <a:pt x="702406" y="2648"/>
                  </a:lnTo>
                  <a:lnTo>
                    <a:pt x="698278" y="1083"/>
                  </a:lnTo>
                  <a:lnTo>
                    <a:pt x="693952" y="200"/>
                  </a:lnTo>
                  <a:lnTo>
                    <a:pt x="690646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7426"/>
                  </a:lnTo>
                  <a:lnTo>
                    <a:pt x="88" y="165219"/>
                  </a:lnTo>
                  <a:lnTo>
                    <a:pt x="88" y="169633"/>
                  </a:lnTo>
                  <a:lnTo>
                    <a:pt x="797" y="173991"/>
                  </a:lnTo>
                  <a:lnTo>
                    <a:pt x="2195" y="178179"/>
                  </a:lnTo>
                  <a:lnTo>
                    <a:pt x="4246" y="182088"/>
                  </a:lnTo>
                  <a:lnTo>
                    <a:pt x="6898" y="185617"/>
                  </a:lnTo>
                  <a:lnTo>
                    <a:pt x="10082" y="188675"/>
                  </a:lnTo>
                  <a:lnTo>
                    <a:pt x="13716" y="191183"/>
                  </a:lnTo>
                  <a:lnTo>
                    <a:pt x="17704" y="193076"/>
                  </a:lnTo>
                  <a:lnTo>
                    <a:pt x="21944" y="194304"/>
                  </a:lnTo>
                  <a:lnTo>
                    <a:pt x="26327" y="194836"/>
                  </a:lnTo>
                  <a:close/>
                </a:path>
              </a:pathLst>
            </a:custGeom>
            <a:solidFill>
              <a:schemeClr val="bg1"/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56" name="tx4743">
              <a:extLst>
                <a:ext uri="{FF2B5EF4-FFF2-40B4-BE49-F238E27FC236}">
                  <a16:creationId xmlns:a16="http://schemas.microsoft.com/office/drawing/2014/main" id="{4E53FD1A-BB48-F092-601E-CDAC07CC0313}"/>
                </a:ext>
              </a:extLst>
            </p:cNvPr>
            <p:cNvSpPr/>
            <p:nvPr/>
          </p:nvSpPr>
          <p:spPr>
            <a:xfrm>
              <a:off x="2713559" y="1899825"/>
              <a:ext cx="626638" cy="1034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365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S1</a:t>
              </a:r>
              <a:r>
                <a:rPr lang="en-US" sz="1365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-</a:t>
              </a:r>
              <a:r>
                <a:rPr sz="1365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LOLA</a:t>
              </a:r>
            </a:p>
          </p:txBody>
        </p:sp>
        <p:sp>
          <p:nvSpPr>
            <p:cNvPr id="4757" name="pg4744">
              <a:extLst>
                <a:ext uri="{FF2B5EF4-FFF2-40B4-BE49-F238E27FC236}">
                  <a16:creationId xmlns:a16="http://schemas.microsoft.com/office/drawing/2014/main" id="{8974C203-244F-29DB-624D-374622141649}"/>
                </a:ext>
              </a:extLst>
            </p:cNvPr>
            <p:cNvSpPr/>
            <p:nvPr/>
          </p:nvSpPr>
          <p:spPr>
            <a:xfrm>
              <a:off x="2761961" y="2088473"/>
              <a:ext cx="674994" cy="194858"/>
            </a:xfrm>
            <a:custGeom>
              <a:avLst/>
              <a:gdLst/>
              <a:ahLst/>
              <a:cxnLst/>
              <a:rect l="0" t="0" r="0" b="0"/>
              <a:pathLst>
                <a:path w="742035" h="194858">
                  <a:moveTo>
                    <a:pt x="27431" y="194858"/>
                  </a:moveTo>
                  <a:lnTo>
                    <a:pt x="714603" y="194858"/>
                  </a:lnTo>
                  <a:lnTo>
                    <a:pt x="713499" y="194836"/>
                  </a:lnTo>
                  <a:lnTo>
                    <a:pt x="717910" y="194658"/>
                  </a:lnTo>
                  <a:lnTo>
                    <a:pt x="722235" y="193775"/>
                  </a:lnTo>
                  <a:lnTo>
                    <a:pt x="726363" y="192210"/>
                  </a:lnTo>
                  <a:lnTo>
                    <a:pt x="730186" y="190002"/>
                  </a:lnTo>
                  <a:lnTo>
                    <a:pt x="733606" y="187210"/>
                  </a:lnTo>
                  <a:lnTo>
                    <a:pt x="736533" y="183906"/>
                  </a:lnTo>
                  <a:lnTo>
                    <a:pt x="738893" y="180174"/>
                  </a:lnTo>
                  <a:lnTo>
                    <a:pt x="740623" y="176113"/>
                  </a:lnTo>
                  <a:lnTo>
                    <a:pt x="741680" y="171827"/>
                  </a:lnTo>
                  <a:lnTo>
                    <a:pt x="742035" y="167426"/>
                  </a:lnTo>
                  <a:lnTo>
                    <a:pt x="742035" y="27431"/>
                  </a:lnTo>
                  <a:lnTo>
                    <a:pt x="741680" y="23031"/>
                  </a:lnTo>
                  <a:lnTo>
                    <a:pt x="740623" y="18745"/>
                  </a:lnTo>
                  <a:lnTo>
                    <a:pt x="738893" y="14683"/>
                  </a:lnTo>
                  <a:lnTo>
                    <a:pt x="736533" y="10952"/>
                  </a:lnTo>
                  <a:lnTo>
                    <a:pt x="733606" y="7647"/>
                  </a:lnTo>
                  <a:lnTo>
                    <a:pt x="730186" y="4855"/>
                  </a:lnTo>
                  <a:lnTo>
                    <a:pt x="726363" y="2648"/>
                  </a:lnTo>
                  <a:lnTo>
                    <a:pt x="722235" y="1083"/>
                  </a:lnTo>
                  <a:lnTo>
                    <a:pt x="717910" y="200"/>
                  </a:lnTo>
                  <a:lnTo>
                    <a:pt x="714603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7426"/>
                  </a:lnTo>
                  <a:lnTo>
                    <a:pt x="88" y="165219"/>
                  </a:lnTo>
                  <a:lnTo>
                    <a:pt x="88" y="169633"/>
                  </a:lnTo>
                  <a:lnTo>
                    <a:pt x="797" y="173991"/>
                  </a:lnTo>
                  <a:lnTo>
                    <a:pt x="2195" y="178179"/>
                  </a:lnTo>
                  <a:lnTo>
                    <a:pt x="4246" y="182088"/>
                  </a:lnTo>
                  <a:lnTo>
                    <a:pt x="6898" y="185617"/>
                  </a:lnTo>
                  <a:lnTo>
                    <a:pt x="10082" y="188675"/>
                  </a:lnTo>
                  <a:lnTo>
                    <a:pt x="13715" y="191183"/>
                  </a:lnTo>
                  <a:lnTo>
                    <a:pt x="17704" y="193076"/>
                  </a:lnTo>
                  <a:lnTo>
                    <a:pt x="21944" y="194304"/>
                  </a:lnTo>
                  <a:lnTo>
                    <a:pt x="26327" y="1948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59" name="tx4745">
              <a:extLst>
                <a:ext uri="{FF2B5EF4-FFF2-40B4-BE49-F238E27FC236}">
                  <a16:creationId xmlns:a16="http://schemas.microsoft.com/office/drawing/2014/main" id="{56135B35-6B14-DDB1-4BD1-AF10E20F73D7}"/>
                </a:ext>
              </a:extLst>
            </p:cNvPr>
            <p:cNvSpPr/>
            <p:nvPr/>
          </p:nvSpPr>
          <p:spPr>
            <a:xfrm>
              <a:off x="2767626" y="2136833"/>
              <a:ext cx="650595" cy="1034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365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S2</a:t>
              </a:r>
              <a:r>
                <a:rPr lang="en-US" sz="1365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-</a:t>
              </a:r>
              <a:r>
                <a:rPr sz="1365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DEBY</a:t>
              </a:r>
            </a:p>
          </p:txBody>
        </p:sp>
        <p:sp>
          <p:nvSpPr>
            <p:cNvPr id="4760" name="pg4740">
              <a:extLst>
                <a:ext uri="{FF2B5EF4-FFF2-40B4-BE49-F238E27FC236}">
                  <a16:creationId xmlns:a16="http://schemas.microsoft.com/office/drawing/2014/main" id="{3B8F8305-6CA4-E887-DB50-5382612015A2}"/>
                </a:ext>
              </a:extLst>
            </p:cNvPr>
            <p:cNvSpPr/>
            <p:nvPr/>
          </p:nvSpPr>
          <p:spPr>
            <a:xfrm>
              <a:off x="2821738" y="2314919"/>
              <a:ext cx="570585" cy="194858"/>
            </a:xfrm>
            <a:custGeom>
              <a:avLst/>
              <a:gdLst/>
              <a:ahLst/>
              <a:cxnLst/>
              <a:rect l="0" t="0" r="0" b="0"/>
              <a:pathLst>
                <a:path w="570585" h="194858">
                  <a:moveTo>
                    <a:pt x="27432" y="194858"/>
                  </a:moveTo>
                  <a:lnTo>
                    <a:pt x="543153" y="194858"/>
                  </a:lnTo>
                  <a:lnTo>
                    <a:pt x="542049" y="194836"/>
                  </a:lnTo>
                  <a:lnTo>
                    <a:pt x="546460" y="194658"/>
                  </a:lnTo>
                  <a:lnTo>
                    <a:pt x="550785" y="193775"/>
                  </a:lnTo>
                  <a:lnTo>
                    <a:pt x="554913" y="192210"/>
                  </a:lnTo>
                  <a:lnTo>
                    <a:pt x="558736" y="190002"/>
                  </a:lnTo>
                  <a:lnTo>
                    <a:pt x="562156" y="187210"/>
                  </a:lnTo>
                  <a:lnTo>
                    <a:pt x="565083" y="183906"/>
                  </a:lnTo>
                  <a:lnTo>
                    <a:pt x="567443" y="180174"/>
                  </a:lnTo>
                  <a:lnTo>
                    <a:pt x="569173" y="176113"/>
                  </a:lnTo>
                  <a:lnTo>
                    <a:pt x="570230" y="171827"/>
                  </a:lnTo>
                  <a:lnTo>
                    <a:pt x="570585" y="167426"/>
                  </a:lnTo>
                  <a:lnTo>
                    <a:pt x="570585" y="27431"/>
                  </a:lnTo>
                  <a:lnTo>
                    <a:pt x="570230" y="23031"/>
                  </a:lnTo>
                  <a:lnTo>
                    <a:pt x="569173" y="18745"/>
                  </a:lnTo>
                  <a:lnTo>
                    <a:pt x="567443" y="14683"/>
                  </a:lnTo>
                  <a:lnTo>
                    <a:pt x="565083" y="10952"/>
                  </a:lnTo>
                  <a:lnTo>
                    <a:pt x="562156" y="7647"/>
                  </a:lnTo>
                  <a:lnTo>
                    <a:pt x="558736" y="4855"/>
                  </a:lnTo>
                  <a:lnTo>
                    <a:pt x="554913" y="2648"/>
                  </a:lnTo>
                  <a:lnTo>
                    <a:pt x="550785" y="1083"/>
                  </a:lnTo>
                  <a:lnTo>
                    <a:pt x="546460" y="200"/>
                  </a:lnTo>
                  <a:lnTo>
                    <a:pt x="543153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7426"/>
                  </a:lnTo>
                  <a:lnTo>
                    <a:pt x="88" y="165219"/>
                  </a:lnTo>
                  <a:lnTo>
                    <a:pt x="88" y="169633"/>
                  </a:lnTo>
                  <a:lnTo>
                    <a:pt x="797" y="173991"/>
                  </a:lnTo>
                  <a:lnTo>
                    <a:pt x="2195" y="178179"/>
                  </a:lnTo>
                  <a:lnTo>
                    <a:pt x="4246" y="182088"/>
                  </a:lnTo>
                  <a:lnTo>
                    <a:pt x="6898" y="185617"/>
                  </a:lnTo>
                  <a:lnTo>
                    <a:pt x="10082" y="188675"/>
                  </a:lnTo>
                  <a:lnTo>
                    <a:pt x="13716" y="191183"/>
                  </a:lnTo>
                  <a:lnTo>
                    <a:pt x="17704" y="193076"/>
                  </a:lnTo>
                  <a:lnTo>
                    <a:pt x="21944" y="194304"/>
                  </a:lnTo>
                  <a:lnTo>
                    <a:pt x="26327" y="1948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61" name="tx4741">
              <a:extLst>
                <a:ext uri="{FF2B5EF4-FFF2-40B4-BE49-F238E27FC236}">
                  <a16:creationId xmlns:a16="http://schemas.microsoft.com/office/drawing/2014/main" id="{29ECE357-55DC-1F11-7EE2-6D610845A358}"/>
                </a:ext>
              </a:extLst>
            </p:cNvPr>
            <p:cNvSpPr/>
            <p:nvPr/>
          </p:nvSpPr>
          <p:spPr>
            <a:xfrm>
              <a:off x="2877191" y="2371510"/>
              <a:ext cx="479145" cy="1034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365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W4</a:t>
              </a:r>
              <a:r>
                <a:rPr lang="en-US" sz="1365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-</a:t>
              </a:r>
              <a:r>
                <a:rPr sz="1365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VA</a:t>
              </a:r>
            </a:p>
          </p:txBody>
        </p:sp>
        <p:sp>
          <p:nvSpPr>
            <p:cNvPr id="4762" name="pg4742">
              <a:extLst>
                <a:ext uri="{FF2B5EF4-FFF2-40B4-BE49-F238E27FC236}">
                  <a16:creationId xmlns:a16="http://schemas.microsoft.com/office/drawing/2014/main" id="{CC0F492F-45AD-3F77-79E7-684F9C561F91}"/>
                </a:ext>
              </a:extLst>
            </p:cNvPr>
            <p:cNvSpPr/>
            <p:nvPr/>
          </p:nvSpPr>
          <p:spPr>
            <a:xfrm>
              <a:off x="1982016" y="2456425"/>
              <a:ext cx="672465" cy="194858"/>
            </a:xfrm>
            <a:custGeom>
              <a:avLst/>
              <a:gdLst/>
              <a:ahLst/>
              <a:cxnLst/>
              <a:rect l="0" t="0" r="0" b="0"/>
              <a:pathLst>
                <a:path w="718078" h="194858">
                  <a:moveTo>
                    <a:pt x="27432" y="194858"/>
                  </a:moveTo>
                  <a:lnTo>
                    <a:pt x="690646" y="194858"/>
                  </a:lnTo>
                  <a:lnTo>
                    <a:pt x="689541" y="194836"/>
                  </a:lnTo>
                  <a:lnTo>
                    <a:pt x="693952" y="194658"/>
                  </a:lnTo>
                  <a:lnTo>
                    <a:pt x="698278" y="193775"/>
                  </a:lnTo>
                  <a:lnTo>
                    <a:pt x="702406" y="192210"/>
                  </a:lnTo>
                  <a:lnTo>
                    <a:pt x="706229" y="190002"/>
                  </a:lnTo>
                  <a:lnTo>
                    <a:pt x="709649" y="187210"/>
                  </a:lnTo>
                  <a:lnTo>
                    <a:pt x="712576" y="183906"/>
                  </a:lnTo>
                  <a:lnTo>
                    <a:pt x="714936" y="180174"/>
                  </a:lnTo>
                  <a:lnTo>
                    <a:pt x="716666" y="176113"/>
                  </a:lnTo>
                  <a:lnTo>
                    <a:pt x="717723" y="171827"/>
                  </a:lnTo>
                  <a:lnTo>
                    <a:pt x="718078" y="167426"/>
                  </a:lnTo>
                  <a:lnTo>
                    <a:pt x="718078" y="27431"/>
                  </a:lnTo>
                  <a:lnTo>
                    <a:pt x="717723" y="23031"/>
                  </a:lnTo>
                  <a:lnTo>
                    <a:pt x="716666" y="18745"/>
                  </a:lnTo>
                  <a:lnTo>
                    <a:pt x="714936" y="14683"/>
                  </a:lnTo>
                  <a:lnTo>
                    <a:pt x="712576" y="10952"/>
                  </a:lnTo>
                  <a:lnTo>
                    <a:pt x="709649" y="7647"/>
                  </a:lnTo>
                  <a:lnTo>
                    <a:pt x="706229" y="4855"/>
                  </a:lnTo>
                  <a:lnTo>
                    <a:pt x="702406" y="2648"/>
                  </a:lnTo>
                  <a:lnTo>
                    <a:pt x="698278" y="1083"/>
                  </a:lnTo>
                  <a:lnTo>
                    <a:pt x="693952" y="200"/>
                  </a:lnTo>
                  <a:lnTo>
                    <a:pt x="690646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7426"/>
                  </a:lnTo>
                  <a:lnTo>
                    <a:pt x="88" y="165219"/>
                  </a:lnTo>
                  <a:lnTo>
                    <a:pt x="88" y="169633"/>
                  </a:lnTo>
                  <a:lnTo>
                    <a:pt x="797" y="173991"/>
                  </a:lnTo>
                  <a:lnTo>
                    <a:pt x="2195" y="178179"/>
                  </a:lnTo>
                  <a:lnTo>
                    <a:pt x="4246" y="182088"/>
                  </a:lnTo>
                  <a:lnTo>
                    <a:pt x="6898" y="185617"/>
                  </a:lnTo>
                  <a:lnTo>
                    <a:pt x="10082" y="188675"/>
                  </a:lnTo>
                  <a:lnTo>
                    <a:pt x="13716" y="191183"/>
                  </a:lnTo>
                  <a:lnTo>
                    <a:pt x="17704" y="193076"/>
                  </a:lnTo>
                  <a:lnTo>
                    <a:pt x="21944" y="194304"/>
                  </a:lnTo>
                  <a:lnTo>
                    <a:pt x="26327" y="194836"/>
                  </a:lnTo>
                  <a:close/>
                </a:path>
              </a:pathLst>
            </a:custGeom>
            <a:solidFill>
              <a:schemeClr val="bg1"/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 dirty="0"/>
            </a:p>
          </p:txBody>
        </p:sp>
        <p:sp>
          <p:nvSpPr>
            <p:cNvPr id="4763" name="tx4741">
              <a:extLst>
                <a:ext uri="{FF2B5EF4-FFF2-40B4-BE49-F238E27FC236}">
                  <a16:creationId xmlns:a16="http://schemas.microsoft.com/office/drawing/2014/main" id="{C426B6EE-0612-3DE2-62E6-D206EE28E550}"/>
                </a:ext>
              </a:extLst>
            </p:cNvPr>
            <p:cNvSpPr/>
            <p:nvPr/>
          </p:nvSpPr>
          <p:spPr>
            <a:xfrm>
              <a:off x="2085931" y="2494975"/>
              <a:ext cx="479145" cy="1034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lang="en-US" sz="1365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Lewisetta</a:t>
              </a:r>
              <a:endParaRPr sz="1365" dirty="0">
                <a:solidFill>
                  <a:srgbClr val="000000">
                    <a:alpha val="100000"/>
                  </a:srgbClr>
                </a:solidFill>
                <a:latin typeface="Arial"/>
                <a:cs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403088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718C70-A8C3-3B4D-0160-0C05283A4A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352FB999-698E-A1AC-0A85-72A88C04D1C0}"/>
              </a:ext>
            </a:extLst>
          </p:cNvPr>
          <p:cNvGrpSpPr/>
          <p:nvPr/>
        </p:nvGrpSpPr>
        <p:grpSpPr>
          <a:xfrm>
            <a:off x="3320685" y="1917217"/>
            <a:ext cx="1382554" cy="1308090"/>
            <a:chOff x="2195736" y="1597680"/>
            <a:chExt cx="1152128" cy="1090074"/>
          </a:xfrm>
        </p:grpSpPr>
        <p:sp>
          <p:nvSpPr>
            <p:cNvPr id="2" name="pl4739">
              <a:extLst>
                <a:ext uri="{FF2B5EF4-FFF2-40B4-BE49-F238E27FC236}">
                  <a16:creationId xmlns:a16="http://schemas.microsoft.com/office/drawing/2014/main" id="{95095AD9-BE72-1193-30F0-83646B3E54CF}"/>
                </a:ext>
              </a:extLst>
            </p:cNvPr>
            <p:cNvSpPr/>
            <p:nvPr/>
          </p:nvSpPr>
          <p:spPr>
            <a:xfrm>
              <a:off x="2469788" y="1715197"/>
              <a:ext cx="115465" cy="404083"/>
            </a:xfrm>
            <a:custGeom>
              <a:avLst/>
              <a:gdLst/>
              <a:ahLst/>
              <a:cxnLst/>
              <a:rect l="0" t="0" r="0" b="0"/>
              <a:pathLst>
                <a:path w="115465" h="404083">
                  <a:moveTo>
                    <a:pt x="115465" y="0"/>
                  </a:moveTo>
                  <a:lnTo>
                    <a:pt x="0" y="404083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" name="pl4740">
              <a:extLst>
                <a:ext uri="{FF2B5EF4-FFF2-40B4-BE49-F238E27FC236}">
                  <a16:creationId xmlns:a16="http://schemas.microsoft.com/office/drawing/2014/main" id="{FD2629F5-ED90-1DF9-54F4-1D90E72C34AF}"/>
                </a:ext>
              </a:extLst>
            </p:cNvPr>
            <p:cNvSpPr/>
            <p:nvPr/>
          </p:nvSpPr>
          <p:spPr>
            <a:xfrm>
              <a:off x="2483768" y="2072547"/>
              <a:ext cx="135329" cy="276333"/>
            </a:xfrm>
            <a:custGeom>
              <a:avLst/>
              <a:gdLst/>
              <a:ahLst/>
              <a:cxnLst/>
              <a:rect l="0" t="0" r="0" b="0"/>
              <a:pathLst>
                <a:path w="154399" h="255843">
                  <a:moveTo>
                    <a:pt x="154399" y="0"/>
                  </a:moveTo>
                  <a:lnTo>
                    <a:pt x="0" y="255843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" name="pl4738">
              <a:extLst>
                <a:ext uri="{FF2B5EF4-FFF2-40B4-BE49-F238E27FC236}">
                  <a16:creationId xmlns:a16="http://schemas.microsoft.com/office/drawing/2014/main" id="{82C08BBB-68A2-5DCC-C31A-72D7BC0BE3F3}"/>
                </a:ext>
              </a:extLst>
            </p:cNvPr>
            <p:cNvSpPr/>
            <p:nvPr/>
          </p:nvSpPr>
          <p:spPr>
            <a:xfrm>
              <a:off x="2411760" y="2348880"/>
              <a:ext cx="360040" cy="45719"/>
            </a:xfrm>
            <a:custGeom>
              <a:avLst/>
              <a:gdLst/>
              <a:ahLst/>
              <a:cxnLst/>
              <a:rect l="0" t="0" r="0" b="0"/>
              <a:pathLst>
                <a:path w="292593" h="96699">
                  <a:moveTo>
                    <a:pt x="292593" y="0"/>
                  </a:moveTo>
                  <a:lnTo>
                    <a:pt x="0" y="96699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" name="pg4737">
              <a:extLst>
                <a:ext uri="{FF2B5EF4-FFF2-40B4-BE49-F238E27FC236}">
                  <a16:creationId xmlns:a16="http://schemas.microsoft.com/office/drawing/2014/main" id="{8E81F911-2CFE-4512-5BED-DFD9D0BDF5CF}"/>
                </a:ext>
              </a:extLst>
            </p:cNvPr>
            <p:cNvSpPr/>
            <p:nvPr/>
          </p:nvSpPr>
          <p:spPr>
            <a:xfrm>
              <a:off x="2325651" y="2220369"/>
              <a:ext cx="158117" cy="136934"/>
            </a:xfrm>
            <a:custGeom>
              <a:avLst/>
              <a:gdLst/>
              <a:ahLst/>
              <a:cxnLst/>
              <a:rect l="0" t="0" r="0" b="0"/>
              <a:pathLst>
                <a:path w="158117" h="136934">
                  <a:moveTo>
                    <a:pt x="79058" y="0"/>
                  </a:moveTo>
                  <a:lnTo>
                    <a:pt x="158117" y="136934"/>
                  </a:lnTo>
                  <a:lnTo>
                    <a:pt x="0" y="136934"/>
                  </a:lnTo>
                  <a:close/>
                </a:path>
              </a:pathLst>
            </a:custGeom>
            <a:solidFill>
              <a:srgbClr val="FF149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" name="pl4740">
              <a:extLst>
                <a:ext uri="{FF2B5EF4-FFF2-40B4-BE49-F238E27FC236}">
                  <a16:creationId xmlns:a16="http://schemas.microsoft.com/office/drawing/2014/main" id="{461A87A1-0EAF-4AB7-3379-8C3A2223348A}"/>
                </a:ext>
              </a:extLst>
            </p:cNvPr>
            <p:cNvSpPr/>
            <p:nvPr/>
          </p:nvSpPr>
          <p:spPr>
            <a:xfrm>
              <a:off x="2267744" y="2298038"/>
              <a:ext cx="144016" cy="194858"/>
            </a:xfrm>
            <a:custGeom>
              <a:avLst/>
              <a:gdLst/>
              <a:ahLst/>
              <a:cxnLst/>
              <a:rect l="0" t="0" r="0" b="0"/>
              <a:pathLst>
                <a:path w="154399" h="255843">
                  <a:moveTo>
                    <a:pt x="154399" y="0"/>
                  </a:moveTo>
                  <a:lnTo>
                    <a:pt x="0" y="255843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" name="pg4743">
              <a:extLst>
                <a:ext uri="{FF2B5EF4-FFF2-40B4-BE49-F238E27FC236}">
                  <a16:creationId xmlns:a16="http://schemas.microsoft.com/office/drawing/2014/main" id="{D6B6CBB5-D9E4-9D85-00B7-18E0F72E5F86}"/>
                </a:ext>
              </a:extLst>
            </p:cNvPr>
            <p:cNvSpPr/>
            <p:nvPr/>
          </p:nvSpPr>
          <p:spPr>
            <a:xfrm>
              <a:off x="2585253" y="1597680"/>
              <a:ext cx="718078" cy="194858"/>
            </a:xfrm>
            <a:custGeom>
              <a:avLst/>
              <a:gdLst/>
              <a:ahLst/>
              <a:cxnLst/>
              <a:rect l="0" t="0" r="0" b="0"/>
              <a:pathLst>
                <a:path w="718078" h="194858">
                  <a:moveTo>
                    <a:pt x="27431" y="194858"/>
                  </a:moveTo>
                  <a:lnTo>
                    <a:pt x="690646" y="194858"/>
                  </a:lnTo>
                  <a:lnTo>
                    <a:pt x="689541" y="194836"/>
                  </a:lnTo>
                  <a:lnTo>
                    <a:pt x="693952" y="194658"/>
                  </a:lnTo>
                  <a:lnTo>
                    <a:pt x="698278" y="193775"/>
                  </a:lnTo>
                  <a:lnTo>
                    <a:pt x="702406" y="192210"/>
                  </a:lnTo>
                  <a:lnTo>
                    <a:pt x="706229" y="190002"/>
                  </a:lnTo>
                  <a:lnTo>
                    <a:pt x="709649" y="187210"/>
                  </a:lnTo>
                  <a:lnTo>
                    <a:pt x="712576" y="183906"/>
                  </a:lnTo>
                  <a:lnTo>
                    <a:pt x="714936" y="180174"/>
                  </a:lnTo>
                  <a:lnTo>
                    <a:pt x="716666" y="176113"/>
                  </a:lnTo>
                  <a:lnTo>
                    <a:pt x="717723" y="171827"/>
                  </a:lnTo>
                  <a:lnTo>
                    <a:pt x="718078" y="167426"/>
                  </a:lnTo>
                  <a:lnTo>
                    <a:pt x="718078" y="27431"/>
                  </a:lnTo>
                  <a:lnTo>
                    <a:pt x="717723" y="23031"/>
                  </a:lnTo>
                  <a:lnTo>
                    <a:pt x="716666" y="18745"/>
                  </a:lnTo>
                  <a:lnTo>
                    <a:pt x="714936" y="14683"/>
                  </a:lnTo>
                  <a:lnTo>
                    <a:pt x="712576" y="10952"/>
                  </a:lnTo>
                  <a:lnTo>
                    <a:pt x="709649" y="7647"/>
                  </a:lnTo>
                  <a:lnTo>
                    <a:pt x="706229" y="4855"/>
                  </a:lnTo>
                  <a:lnTo>
                    <a:pt x="702406" y="2648"/>
                  </a:lnTo>
                  <a:lnTo>
                    <a:pt x="698278" y="1083"/>
                  </a:lnTo>
                  <a:lnTo>
                    <a:pt x="693952" y="200"/>
                  </a:lnTo>
                  <a:lnTo>
                    <a:pt x="690646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7426"/>
                  </a:lnTo>
                  <a:lnTo>
                    <a:pt x="88" y="165219"/>
                  </a:lnTo>
                  <a:lnTo>
                    <a:pt x="88" y="169633"/>
                  </a:lnTo>
                  <a:lnTo>
                    <a:pt x="797" y="173991"/>
                  </a:lnTo>
                  <a:lnTo>
                    <a:pt x="2195" y="178179"/>
                  </a:lnTo>
                  <a:lnTo>
                    <a:pt x="4246" y="182088"/>
                  </a:lnTo>
                  <a:lnTo>
                    <a:pt x="6898" y="185617"/>
                  </a:lnTo>
                  <a:lnTo>
                    <a:pt x="10082" y="188675"/>
                  </a:lnTo>
                  <a:lnTo>
                    <a:pt x="13715" y="191183"/>
                  </a:lnTo>
                  <a:lnTo>
                    <a:pt x="17704" y="193076"/>
                  </a:lnTo>
                  <a:lnTo>
                    <a:pt x="21944" y="194304"/>
                  </a:lnTo>
                  <a:lnTo>
                    <a:pt x="26327" y="1948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" name="pg4745">
              <a:extLst>
                <a:ext uri="{FF2B5EF4-FFF2-40B4-BE49-F238E27FC236}">
                  <a16:creationId xmlns:a16="http://schemas.microsoft.com/office/drawing/2014/main" id="{6AF0FD54-6B7C-8F3F-3DE0-E458CF734A04}"/>
                </a:ext>
              </a:extLst>
            </p:cNvPr>
            <p:cNvSpPr/>
            <p:nvPr/>
          </p:nvSpPr>
          <p:spPr>
            <a:xfrm>
              <a:off x="2555776" y="1916832"/>
              <a:ext cx="742035" cy="194858"/>
            </a:xfrm>
            <a:custGeom>
              <a:avLst/>
              <a:gdLst/>
              <a:ahLst/>
              <a:cxnLst/>
              <a:rect l="0" t="0" r="0" b="0"/>
              <a:pathLst>
                <a:path w="742035" h="194858">
                  <a:moveTo>
                    <a:pt x="27431" y="194858"/>
                  </a:moveTo>
                  <a:lnTo>
                    <a:pt x="714603" y="194858"/>
                  </a:lnTo>
                  <a:lnTo>
                    <a:pt x="713499" y="194836"/>
                  </a:lnTo>
                  <a:lnTo>
                    <a:pt x="717910" y="194658"/>
                  </a:lnTo>
                  <a:lnTo>
                    <a:pt x="722235" y="193775"/>
                  </a:lnTo>
                  <a:lnTo>
                    <a:pt x="726363" y="192210"/>
                  </a:lnTo>
                  <a:lnTo>
                    <a:pt x="730186" y="190002"/>
                  </a:lnTo>
                  <a:lnTo>
                    <a:pt x="733606" y="187210"/>
                  </a:lnTo>
                  <a:lnTo>
                    <a:pt x="736533" y="183906"/>
                  </a:lnTo>
                  <a:lnTo>
                    <a:pt x="738893" y="180174"/>
                  </a:lnTo>
                  <a:lnTo>
                    <a:pt x="740623" y="176113"/>
                  </a:lnTo>
                  <a:lnTo>
                    <a:pt x="741680" y="171827"/>
                  </a:lnTo>
                  <a:lnTo>
                    <a:pt x="742035" y="167426"/>
                  </a:lnTo>
                  <a:lnTo>
                    <a:pt x="742035" y="27431"/>
                  </a:lnTo>
                  <a:lnTo>
                    <a:pt x="741680" y="23031"/>
                  </a:lnTo>
                  <a:lnTo>
                    <a:pt x="740623" y="18745"/>
                  </a:lnTo>
                  <a:lnTo>
                    <a:pt x="738893" y="14683"/>
                  </a:lnTo>
                  <a:lnTo>
                    <a:pt x="736533" y="10952"/>
                  </a:lnTo>
                  <a:lnTo>
                    <a:pt x="733606" y="7647"/>
                  </a:lnTo>
                  <a:lnTo>
                    <a:pt x="730186" y="4855"/>
                  </a:lnTo>
                  <a:lnTo>
                    <a:pt x="726363" y="2648"/>
                  </a:lnTo>
                  <a:lnTo>
                    <a:pt x="722235" y="1083"/>
                  </a:lnTo>
                  <a:lnTo>
                    <a:pt x="717910" y="200"/>
                  </a:lnTo>
                  <a:lnTo>
                    <a:pt x="714603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7426"/>
                  </a:lnTo>
                  <a:lnTo>
                    <a:pt x="88" y="165219"/>
                  </a:lnTo>
                  <a:lnTo>
                    <a:pt x="88" y="169633"/>
                  </a:lnTo>
                  <a:lnTo>
                    <a:pt x="797" y="173991"/>
                  </a:lnTo>
                  <a:lnTo>
                    <a:pt x="2195" y="178179"/>
                  </a:lnTo>
                  <a:lnTo>
                    <a:pt x="4246" y="182088"/>
                  </a:lnTo>
                  <a:lnTo>
                    <a:pt x="6898" y="185617"/>
                  </a:lnTo>
                  <a:lnTo>
                    <a:pt x="10082" y="188675"/>
                  </a:lnTo>
                  <a:lnTo>
                    <a:pt x="13715" y="191183"/>
                  </a:lnTo>
                  <a:lnTo>
                    <a:pt x="17704" y="193076"/>
                  </a:lnTo>
                  <a:lnTo>
                    <a:pt x="21944" y="194304"/>
                  </a:lnTo>
                  <a:lnTo>
                    <a:pt x="26327" y="1948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" name="pg4741">
              <a:extLst>
                <a:ext uri="{FF2B5EF4-FFF2-40B4-BE49-F238E27FC236}">
                  <a16:creationId xmlns:a16="http://schemas.microsoft.com/office/drawing/2014/main" id="{F14D4620-F50C-39B7-BB18-E40A3DBA500D}"/>
                </a:ext>
              </a:extLst>
            </p:cNvPr>
            <p:cNvSpPr/>
            <p:nvPr/>
          </p:nvSpPr>
          <p:spPr>
            <a:xfrm>
              <a:off x="2771800" y="2204864"/>
              <a:ext cx="576064" cy="194858"/>
            </a:xfrm>
            <a:custGeom>
              <a:avLst/>
              <a:gdLst/>
              <a:ahLst/>
              <a:cxnLst/>
              <a:rect l="0" t="0" r="0" b="0"/>
              <a:pathLst>
                <a:path w="570585" h="194858">
                  <a:moveTo>
                    <a:pt x="27431" y="194858"/>
                  </a:moveTo>
                  <a:lnTo>
                    <a:pt x="543153" y="194858"/>
                  </a:lnTo>
                  <a:lnTo>
                    <a:pt x="542049" y="194836"/>
                  </a:lnTo>
                  <a:lnTo>
                    <a:pt x="546460" y="194658"/>
                  </a:lnTo>
                  <a:lnTo>
                    <a:pt x="550785" y="193775"/>
                  </a:lnTo>
                  <a:lnTo>
                    <a:pt x="554913" y="192210"/>
                  </a:lnTo>
                  <a:lnTo>
                    <a:pt x="558736" y="190002"/>
                  </a:lnTo>
                  <a:lnTo>
                    <a:pt x="562156" y="187210"/>
                  </a:lnTo>
                  <a:lnTo>
                    <a:pt x="565083" y="183906"/>
                  </a:lnTo>
                  <a:lnTo>
                    <a:pt x="567443" y="180174"/>
                  </a:lnTo>
                  <a:lnTo>
                    <a:pt x="569173" y="176113"/>
                  </a:lnTo>
                  <a:lnTo>
                    <a:pt x="570230" y="171827"/>
                  </a:lnTo>
                  <a:lnTo>
                    <a:pt x="570585" y="167426"/>
                  </a:lnTo>
                  <a:lnTo>
                    <a:pt x="570585" y="27431"/>
                  </a:lnTo>
                  <a:lnTo>
                    <a:pt x="570230" y="23031"/>
                  </a:lnTo>
                  <a:lnTo>
                    <a:pt x="569173" y="18745"/>
                  </a:lnTo>
                  <a:lnTo>
                    <a:pt x="567443" y="14683"/>
                  </a:lnTo>
                  <a:lnTo>
                    <a:pt x="565083" y="10952"/>
                  </a:lnTo>
                  <a:lnTo>
                    <a:pt x="562156" y="7647"/>
                  </a:lnTo>
                  <a:lnTo>
                    <a:pt x="558736" y="4855"/>
                  </a:lnTo>
                  <a:lnTo>
                    <a:pt x="554913" y="2648"/>
                  </a:lnTo>
                  <a:lnTo>
                    <a:pt x="550785" y="1083"/>
                  </a:lnTo>
                  <a:lnTo>
                    <a:pt x="546460" y="200"/>
                  </a:lnTo>
                  <a:lnTo>
                    <a:pt x="543153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7426"/>
                  </a:lnTo>
                  <a:lnTo>
                    <a:pt x="88" y="165219"/>
                  </a:lnTo>
                  <a:lnTo>
                    <a:pt x="88" y="169633"/>
                  </a:lnTo>
                  <a:lnTo>
                    <a:pt x="797" y="173991"/>
                  </a:lnTo>
                  <a:lnTo>
                    <a:pt x="2195" y="178179"/>
                  </a:lnTo>
                  <a:lnTo>
                    <a:pt x="4246" y="182088"/>
                  </a:lnTo>
                  <a:lnTo>
                    <a:pt x="6898" y="185617"/>
                  </a:lnTo>
                  <a:lnTo>
                    <a:pt x="10082" y="188675"/>
                  </a:lnTo>
                  <a:lnTo>
                    <a:pt x="13715" y="191183"/>
                  </a:lnTo>
                  <a:lnTo>
                    <a:pt x="17704" y="193076"/>
                  </a:lnTo>
                  <a:lnTo>
                    <a:pt x="21944" y="194304"/>
                  </a:lnTo>
                  <a:lnTo>
                    <a:pt x="26327" y="1948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" name="pg4741">
              <a:extLst>
                <a:ext uri="{FF2B5EF4-FFF2-40B4-BE49-F238E27FC236}">
                  <a16:creationId xmlns:a16="http://schemas.microsoft.com/office/drawing/2014/main" id="{78AEE680-91C7-401D-20FA-E617BC78337D}"/>
                </a:ext>
              </a:extLst>
            </p:cNvPr>
            <p:cNvSpPr/>
            <p:nvPr/>
          </p:nvSpPr>
          <p:spPr>
            <a:xfrm>
              <a:off x="2195736" y="2492896"/>
              <a:ext cx="792088" cy="194858"/>
            </a:xfrm>
            <a:custGeom>
              <a:avLst/>
              <a:gdLst/>
              <a:ahLst/>
              <a:cxnLst/>
              <a:rect l="0" t="0" r="0" b="0"/>
              <a:pathLst>
                <a:path w="570585" h="194858">
                  <a:moveTo>
                    <a:pt x="27431" y="194858"/>
                  </a:moveTo>
                  <a:lnTo>
                    <a:pt x="543153" y="194858"/>
                  </a:lnTo>
                  <a:lnTo>
                    <a:pt x="542049" y="194836"/>
                  </a:lnTo>
                  <a:lnTo>
                    <a:pt x="546460" y="194658"/>
                  </a:lnTo>
                  <a:lnTo>
                    <a:pt x="550785" y="193775"/>
                  </a:lnTo>
                  <a:lnTo>
                    <a:pt x="554913" y="192210"/>
                  </a:lnTo>
                  <a:lnTo>
                    <a:pt x="558736" y="190002"/>
                  </a:lnTo>
                  <a:lnTo>
                    <a:pt x="562156" y="187210"/>
                  </a:lnTo>
                  <a:lnTo>
                    <a:pt x="565083" y="183906"/>
                  </a:lnTo>
                  <a:lnTo>
                    <a:pt x="567443" y="180174"/>
                  </a:lnTo>
                  <a:lnTo>
                    <a:pt x="569173" y="176113"/>
                  </a:lnTo>
                  <a:lnTo>
                    <a:pt x="570230" y="171827"/>
                  </a:lnTo>
                  <a:lnTo>
                    <a:pt x="570585" y="167426"/>
                  </a:lnTo>
                  <a:lnTo>
                    <a:pt x="570585" y="27431"/>
                  </a:lnTo>
                  <a:lnTo>
                    <a:pt x="570230" y="23031"/>
                  </a:lnTo>
                  <a:lnTo>
                    <a:pt x="569173" y="18745"/>
                  </a:lnTo>
                  <a:lnTo>
                    <a:pt x="567443" y="14683"/>
                  </a:lnTo>
                  <a:lnTo>
                    <a:pt x="565083" y="10952"/>
                  </a:lnTo>
                  <a:lnTo>
                    <a:pt x="562156" y="7647"/>
                  </a:lnTo>
                  <a:lnTo>
                    <a:pt x="558736" y="4855"/>
                  </a:lnTo>
                  <a:lnTo>
                    <a:pt x="554913" y="2648"/>
                  </a:lnTo>
                  <a:lnTo>
                    <a:pt x="550785" y="1083"/>
                  </a:lnTo>
                  <a:lnTo>
                    <a:pt x="546460" y="200"/>
                  </a:lnTo>
                  <a:lnTo>
                    <a:pt x="543153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7426"/>
                  </a:lnTo>
                  <a:lnTo>
                    <a:pt x="88" y="165219"/>
                  </a:lnTo>
                  <a:lnTo>
                    <a:pt x="88" y="169633"/>
                  </a:lnTo>
                  <a:lnTo>
                    <a:pt x="797" y="173991"/>
                  </a:lnTo>
                  <a:lnTo>
                    <a:pt x="2195" y="178179"/>
                  </a:lnTo>
                  <a:lnTo>
                    <a:pt x="4246" y="182088"/>
                  </a:lnTo>
                  <a:lnTo>
                    <a:pt x="6898" y="185617"/>
                  </a:lnTo>
                  <a:lnTo>
                    <a:pt x="10082" y="188675"/>
                  </a:lnTo>
                  <a:lnTo>
                    <a:pt x="13715" y="191183"/>
                  </a:lnTo>
                  <a:lnTo>
                    <a:pt x="17704" y="193076"/>
                  </a:lnTo>
                  <a:lnTo>
                    <a:pt x="21944" y="194304"/>
                  </a:lnTo>
                  <a:lnTo>
                    <a:pt x="26327" y="1948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 dirty="0"/>
            </a:p>
          </p:txBody>
        </p:sp>
        <p:sp>
          <p:nvSpPr>
            <p:cNvPr id="11" name="tx4744">
              <a:extLst>
                <a:ext uri="{FF2B5EF4-FFF2-40B4-BE49-F238E27FC236}">
                  <a16:creationId xmlns:a16="http://schemas.microsoft.com/office/drawing/2014/main" id="{F4543191-CABC-5FCC-B48C-94D16F690415}"/>
                </a:ext>
              </a:extLst>
            </p:cNvPr>
            <p:cNvSpPr/>
            <p:nvPr/>
          </p:nvSpPr>
          <p:spPr>
            <a:xfrm>
              <a:off x="2630973" y="1643400"/>
              <a:ext cx="626638" cy="1034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365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S1</a:t>
              </a:r>
              <a:r>
                <a:rPr lang="en-US" sz="1365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-</a:t>
              </a:r>
              <a:r>
                <a:rPr sz="1365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LOLA</a:t>
              </a:r>
            </a:p>
          </p:txBody>
        </p:sp>
        <p:sp>
          <p:nvSpPr>
            <p:cNvPr id="12" name="tx4746">
              <a:extLst>
                <a:ext uri="{FF2B5EF4-FFF2-40B4-BE49-F238E27FC236}">
                  <a16:creationId xmlns:a16="http://schemas.microsoft.com/office/drawing/2014/main" id="{D1E561F2-7A5A-0384-A28A-1B7B02018950}"/>
                </a:ext>
              </a:extLst>
            </p:cNvPr>
            <p:cNvSpPr/>
            <p:nvPr/>
          </p:nvSpPr>
          <p:spPr>
            <a:xfrm>
              <a:off x="2555777" y="1957430"/>
              <a:ext cx="720079" cy="1034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365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S2</a:t>
              </a:r>
              <a:r>
                <a:rPr lang="en-US" sz="1365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-</a:t>
              </a:r>
              <a:r>
                <a:rPr sz="1365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DEBY</a:t>
              </a:r>
            </a:p>
          </p:txBody>
        </p:sp>
        <p:sp>
          <p:nvSpPr>
            <p:cNvPr id="13" name="tx4742">
              <a:extLst>
                <a:ext uri="{FF2B5EF4-FFF2-40B4-BE49-F238E27FC236}">
                  <a16:creationId xmlns:a16="http://schemas.microsoft.com/office/drawing/2014/main" id="{321410A9-6C22-FC59-35DB-F930BD972CBC}"/>
                </a:ext>
              </a:extLst>
            </p:cNvPr>
            <p:cNvSpPr/>
            <p:nvPr/>
          </p:nvSpPr>
          <p:spPr>
            <a:xfrm>
              <a:off x="2796711" y="2245462"/>
              <a:ext cx="551153" cy="1034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365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W4</a:t>
              </a:r>
              <a:r>
                <a:rPr lang="en-US" sz="1365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-</a:t>
              </a:r>
              <a:r>
                <a:rPr sz="1365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VA</a:t>
              </a:r>
            </a:p>
          </p:txBody>
        </p:sp>
        <p:sp>
          <p:nvSpPr>
            <p:cNvPr id="14" name="tx4742">
              <a:extLst>
                <a:ext uri="{FF2B5EF4-FFF2-40B4-BE49-F238E27FC236}">
                  <a16:creationId xmlns:a16="http://schemas.microsoft.com/office/drawing/2014/main" id="{0B38C835-7130-74D1-6499-82C8CE23DC04}"/>
                </a:ext>
              </a:extLst>
            </p:cNvPr>
            <p:cNvSpPr/>
            <p:nvPr/>
          </p:nvSpPr>
          <p:spPr>
            <a:xfrm>
              <a:off x="2316203" y="2538616"/>
              <a:ext cx="551153" cy="1034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lang="en-US" sz="1365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York River</a:t>
              </a:r>
              <a:endParaRPr sz="1365" dirty="0">
                <a:solidFill>
                  <a:srgbClr val="000000">
                    <a:alpha val="100000"/>
                  </a:srgbClr>
                </a:solidFill>
                <a:latin typeface="Arial"/>
                <a:cs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277102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54" name="Group 4753">
            <a:extLst>
              <a:ext uri="{FF2B5EF4-FFF2-40B4-BE49-F238E27FC236}">
                <a16:creationId xmlns:a16="http://schemas.microsoft.com/office/drawing/2014/main" id="{E3FD733B-81BA-12B7-EB1D-DD773E4A0F73}"/>
              </a:ext>
            </a:extLst>
          </p:cNvPr>
          <p:cNvGrpSpPr/>
          <p:nvPr/>
        </p:nvGrpSpPr>
        <p:grpSpPr>
          <a:xfrm>
            <a:off x="2103103" y="714061"/>
            <a:ext cx="6158878" cy="4569995"/>
            <a:chOff x="2336781" y="793401"/>
            <a:chExt cx="6843198" cy="5077772"/>
          </a:xfrm>
        </p:grpSpPr>
        <p:sp>
          <p:nvSpPr>
            <p:cNvPr id="6" name="rc6"/>
            <p:cNvSpPr/>
            <p:nvPr/>
          </p:nvSpPr>
          <p:spPr>
            <a:xfrm>
              <a:off x="3342731" y="1848080"/>
              <a:ext cx="4668749" cy="3619484"/>
            </a:xfrm>
            <a:prstGeom prst="rect">
              <a:avLst/>
            </a:prstGeom>
            <a:solidFill>
              <a:srgbClr val="F0F8FF">
                <a:alpha val="100000"/>
              </a:srgbClr>
            </a:solidFill>
          </p:spPr>
          <p:txBody>
            <a:bodyPr/>
            <a:lstStyle/>
            <a:p>
              <a:endParaRPr sz="3085"/>
            </a:p>
          </p:txBody>
        </p:sp>
        <p:sp>
          <p:nvSpPr>
            <p:cNvPr id="7" name="pl7"/>
            <p:cNvSpPr/>
            <p:nvPr/>
          </p:nvSpPr>
          <p:spPr>
            <a:xfrm>
              <a:off x="3782528" y="1848080"/>
              <a:ext cx="0" cy="3619484"/>
            </a:xfrm>
            <a:custGeom>
              <a:avLst/>
              <a:gdLst/>
              <a:ahLst/>
              <a:cxnLst/>
              <a:rect l="0" t="0" r="0" b="0"/>
              <a:pathLst>
                <a:path h="2714613">
                  <a:moveTo>
                    <a:pt x="0" y="2714613"/>
                  </a:moveTo>
                  <a:lnTo>
                    <a:pt x="0" y="2700489"/>
                  </a:lnTo>
                  <a:lnTo>
                    <a:pt x="0" y="2668708"/>
                  </a:lnTo>
                  <a:lnTo>
                    <a:pt x="0" y="2636927"/>
                  </a:lnTo>
                  <a:lnTo>
                    <a:pt x="0" y="2605147"/>
                  </a:lnTo>
                  <a:lnTo>
                    <a:pt x="0" y="2573366"/>
                  </a:lnTo>
                  <a:lnTo>
                    <a:pt x="0" y="2541585"/>
                  </a:lnTo>
                  <a:lnTo>
                    <a:pt x="0" y="2509805"/>
                  </a:lnTo>
                  <a:lnTo>
                    <a:pt x="0" y="2478024"/>
                  </a:lnTo>
                  <a:lnTo>
                    <a:pt x="0" y="2446243"/>
                  </a:lnTo>
                  <a:lnTo>
                    <a:pt x="0" y="2414462"/>
                  </a:lnTo>
                  <a:lnTo>
                    <a:pt x="0" y="2382682"/>
                  </a:lnTo>
                  <a:lnTo>
                    <a:pt x="0" y="2350901"/>
                  </a:lnTo>
                  <a:lnTo>
                    <a:pt x="0" y="2319120"/>
                  </a:lnTo>
                  <a:lnTo>
                    <a:pt x="0" y="2287340"/>
                  </a:lnTo>
                  <a:lnTo>
                    <a:pt x="0" y="2255559"/>
                  </a:lnTo>
                  <a:lnTo>
                    <a:pt x="0" y="2223778"/>
                  </a:lnTo>
                  <a:lnTo>
                    <a:pt x="0" y="2191997"/>
                  </a:lnTo>
                  <a:lnTo>
                    <a:pt x="0" y="2160217"/>
                  </a:lnTo>
                  <a:lnTo>
                    <a:pt x="0" y="2128436"/>
                  </a:lnTo>
                  <a:lnTo>
                    <a:pt x="0" y="2096655"/>
                  </a:lnTo>
                  <a:lnTo>
                    <a:pt x="0" y="2064875"/>
                  </a:lnTo>
                  <a:lnTo>
                    <a:pt x="0" y="2033094"/>
                  </a:lnTo>
                  <a:lnTo>
                    <a:pt x="0" y="2001313"/>
                  </a:lnTo>
                  <a:lnTo>
                    <a:pt x="0" y="1969532"/>
                  </a:lnTo>
                  <a:lnTo>
                    <a:pt x="0" y="1937752"/>
                  </a:lnTo>
                  <a:lnTo>
                    <a:pt x="0" y="1905971"/>
                  </a:lnTo>
                  <a:lnTo>
                    <a:pt x="0" y="1874190"/>
                  </a:lnTo>
                  <a:lnTo>
                    <a:pt x="0" y="1842410"/>
                  </a:lnTo>
                  <a:lnTo>
                    <a:pt x="0" y="1810629"/>
                  </a:lnTo>
                  <a:lnTo>
                    <a:pt x="0" y="1778848"/>
                  </a:lnTo>
                  <a:lnTo>
                    <a:pt x="0" y="1747067"/>
                  </a:lnTo>
                  <a:lnTo>
                    <a:pt x="0" y="1715287"/>
                  </a:lnTo>
                  <a:lnTo>
                    <a:pt x="0" y="1683506"/>
                  </a:lnTo>
                  <a:lnTo>
                    <a:pt x="0" y="1651725"/>
                  </a:lnTo>
                  <a:lnTo>
                    <a:pt x="0" y="1619945"/>
                  </a:lnTo>
                  <a:lnTo>
                    <a:pt x="0" y="1588164"/>
                  </a:lnTo>
                  <a:lnTo>
                    <a:pt x="0" y="1556383"/>
                  </a:lnTo>
                  <a:lnTo>
                    <a:pt x="0" y="1524602"/>
                  </a:lnTo>
                  <a:lnTo>
                    <a:pt x="0" y="1492822"/>
                  </a:lnTo>
                  <a:lnTo>
                    <a:pt x="0" y="1461041"/>
                  </a:lnTo>
                  <a:lnTo>
                    <a:pt x="0" y="1429260"/>
                  </a:lnTo>
                  <a:lnTo>
                    <a:pt x="0" y="1397480"/>
                  </a:lnTo>
                  <a:lnTo>
                    <a:pt x="0" y="1365699"/>
                  </a:lnTo>
                  <a:lnTo>
                    <a:pt x="0" y="1333918"/>
                  </a:lnTo>
                  <a:lnTo>
                    <a:pt x="0" y="1302137"/>
                  </a:lnTo>
                  <a:lnTo>
                    <a:pt x="0" y="1270357"/>
                  </a:lnTo>
                  <a:lnTo>
                    <a:pt x="0" y="1238576"/>
                  </a:lnTo>
                  <a:lnTo>
                    <a:pt x="0" y="1206795"/>
                  </a:lnTo>
                  <a:lnTo>
                    <a:pt x="0" y="1175015"/>
                  </a:lnTo>
                  <a:lnTo>
                    <a:pt x="0" y="1143234"/>
                  </a:lnTo>
                  <a:lnTo>
                    <a:pt x="0" y="1111453"/>
                  </a:lnTo>
                  <a:lnTo>
                    <a:pt x="0" y="1079672"/>
                  </a:lnTo>
                  <a:lnTo>
                    <a:pt x="0" y="1047892"/>
                  </a:lnTo>
                  <a:lnTo>
                    <a:pt x="0" y="1016111"/>
                  </a:lnTo>
                  <a:lnTo>
                    <a:pt x="0" y="984330"/>
                  </a:lnTo>
                  <a:lnTo>
                    <a:pt x="0" y="952550"/>
                  </a:lnTo>
                  <a:lnTo>
                    <a:pt x="0" y="920769"/>
                  </a:lnTo>
                  <a:lnTo>
                    <a:pt x="0" y="888988"/>
                  </a:lnTo>
                  <a:lnTo>
                    <a:pt x="0" y="857207"/>
                  </a:lnTo>
                  <a:lnTo>
                    <a:pt x="0" y="825427"/>
                  </a:lnTo>
                  <a:lnTo>
                    <a:pt x="0" y="793646"/>
                  </a:lnTo>
                  <a:lnTo>
                    <a:pt x="0" y="761865"/>
                  </a:lnTo>
                  <a:lnTo>
                    <a:pt x="0" y="730085"/>
                  </a:lnTo>
                  <a:lnTo>
                    <a:pt x="0" y="698304"/>
                  </a:lnTo>
                  <a:lnTo>
                    <a:pt x="0" y="666523"/>
                  </a:lnTo>
                  <a:lnTo>
                    <a:pt x="0" y="634742"/>
                  </a:lnTo>
                  <a:lnTo>
                    <a:pt x="0" y="602962"/>
                  </a:lnTo>
                  <a:lnTo>
                    <a:pt x="0" y="571181"/>
                  </a:lnTo>
                  <a:lnTo>
                    <a:pt x="0" y="539400"/>
                  </a:lnTo>
                  <a:lnTo>
                    <a:pt x="0" y="507620"/>
                  </a:lnTo>
                  <a:lnTo>
                    <a:pt x="0" y="475839"/>
                  </a:lnTo>
                  <a:lnTo>
                    <a:pt x="0" y="444058"/>
                  </a:lnTo>
                  <a:lnTo>
                    <a:pt x="0" y="412277"/>
                  </a:lnTo>
                  <a:lnTo>
                    <a:pt x="0" y="380497"/>
                  </a:lnTo>
                  <a:lnTo>
                    <a:pt x="0" y="348716"/>
                  </a:lnTo>
                  <a:lnTo>
                    <a:pt x="0" y="316935"/>
                  </a:lnTo>
                  <a:lnTo>
                    <a:pt x="0" y="285155"/>
                  </a:lnTo>
                  <a:lnTo>
                    <a:pt x="0" y="253374"/>
                  </a:lnTo>
                  <a:lnTo>
                    <a:pt x="0" y="221593"/>
                  </a:lnTo>
                  <a:lnTo>
                    <a:pt x="0" y="189812"/>
                  </a:lnTo>
                  <a:lnTo>
                    <a:pt x="0" y="158032"/>
                  </a:lnTo>
                  <a:lnTo>
                    <a:pt x="0" y="126251"/>
                  </a:lnTo>
                  <a:lnTo>
                    <a:pt x="0" y="94470"/>
                  </a:lnTo>
                  <a:lnTo>
                    <a:pt x="0" y="62690"/>
                  </a:lnTo>
                  <a:lnTo>
                    <a:pt x="0" y="30909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" name="pl8"/>
            <p:cNvSpPr/>
            <p:nvPr/>
          </p:nvSpPr>
          <p:spPr>
            <a:xfrm>
              <a:off x="4351493" y="1848080"/>
              <a:ext cx="0" cy="3619484"/>
            </a:xfrm>
            <a:custGeom>
              <a:avLst/>
              <a:gdLst/>
              <a:ahLst/>
              <a:cxnLst/>
              <a:rect l="0" t="0" r="0" b="0"/>
              <a:pathLst>
                <a:path h="2714613">
                  <a:moveTo>
                    <a:pt x="0" y="2714613"/>
                  </a:moveTo>
                  <a:lnTo>
                    <a:pt x="0" y="2700489"/>
                  </a:lnTo>
                  <a:lnTo>
                    <a:pt x="0" y="2668708"/>
                  </a:lnTo>
                  <a:lnTo>
                    <a:pt x="0" y="2636927"/>
                  </a:lnTo>
                  <a:lnTo>
                    <a:pt x="0" y="2605147"/>
                  </a:lnTo>
                  <a:lnTo>
                    <a:pt x="0" y="2573366"/>
                  </a:lnTo>
                  <a:lnTo>
                    <a:pt x="0" y="2541585"/>
                  </a:lnTo>
                  <a:lnTo>
                    <a:pt x="0" y="2509805"/>
                  </a:lnTo>
                  <a:lnTo>
                    <a:pt x="0" y="2478024"/>
                  </a:lnTo>
                  <a:lnTo>
                    <a:pt x="0" y="2446243"/>
                  </a:lnTo>
                  <a:lnTo>
                    <a:pt x="0" y="2414462"/>
                  </a:lnTo>
                  <a:lnTo>
                    <a:pt x="0" y="2382682"/>
                  </a:lnTo>
                  <a:lnTo>
                    <a:pt x="0" y="2350901"/>
                  </a:lnTo>
                  <a:lnTo>
                    <a:pt x="0" y="2319120"/>
                  </a:lnTo>
                  <a:lnTo>
                    <a:pt x="0" y="2287340"/>
                  </a:lnTo>
                  <a:lnTo>
                    <a:pt x="0" y="2255559"/>
                  </a:lnTo>
                  <a:lnTo>
                    <a:pt x="0" y="2223778"/>
                  </a:lnTo>
                  <a:lnTo>
                    <a:pt x="0" y="2191997"/>
                  </a:lnTo>
                  <a:lnTo>
                    <a:pt x="0" y="2160217"/>
                  </a:lnTo>
                  <a:lnTo>
                    <a:pt x="0" y="2128436"/>
                  </a:lnTo>
                  <a:lnTo>
                    <a:pt x="0" y="2096655"/>
                  </a:lnTo>
                  <a:lnTo>
                    <a:pt x="0" y="2064875"/>
                  </a:lnTo>
                  <a:lnTo>
                    <a:pt x="0" y="2033094"/>
                  </a:lnTo>
                  <a:lnTo>
                    <a:pt x="0" y="2001313"/>
                  </a:lnTo>
                  <a:lnTo>
                    <a:pt x="0" y="1969532"/>
                  </a:lnTo>
                  <a:lnTo>
                    <a:pt x="0" y="1937752"/>
                  </a:lnTo>
                  <a:lnTo>
                    <a:pt x="0" y="1905971"/>
                  </a:lnTo>
                  <a:lnTo>
                    <a:pt x="0" y="1874190"/>
                  </a:lnTo>
                  <a:lnTo>
                    <a:pt x="0" y="1842410"/>
                  </a:lnTo>
                  <a:lnTo>
                    <a:pt x="0" y="1810629"/>
                  </a:lnTo>
                  <a:lnTo>
                    <a:pt x="0" y="1778848"/>
                  </a:lnTo>
                  <a:lnTo>
                    <a:pt x="0" y="1747067"/>
                  </a:lnTo>
                  <a:lnTo>
                    <a:pt x="0" y="1715287"/>
                  </a:lnTo>
                  <a:lnTo>
                    <a:pt x="0" y="1683506"/>
                  </a:lnTo>
                  <a:lnTo>
                    <a:pt x="0" y="1651725"/>
                  </a:lnTo>
                  <a:lnTo>
                    <a:pt x="0" y="1619945"/>
                  </a:lnTo>
                  <a:lnTo>
                    <a:pt x="0" y="1588164"/>
                  </a:lnTo>
                  <a:lnTo>
                    <a:pt x="0" y="1556383"/>
                  </a:lnTo>
                  <a:lnTo>
                    <a:pt x="0" y="1524602"/>
                  </a:lnTo>
                  <a:lnTo>
                    <a:pt x="0" y="1492822"/>
                  </a:lnTo>
                  <a:lnTo>
                    <a:pt x="0" y="1461041"/>
                  </a:lnTo>
                  <a:lnTo>
                    <a:pt x="0" y="1429260"/>
                  </a:lnTo>
                  <a:lnTo>
                    <a:pt x="0" y="1397480"/>
                  </a:lnTo>
                  <a:lnTo>
                    <a:pt x="0" y="1365699"/>
                  </a:lnTo>
                  <a:lnTo>
                    <a:pt x="0" y="1333918"/>
                  </a:lnTo>
                  <a:lnTo>
                    <a:pt x="0" y="1302137"/>
                  </a:lnTo>
                  <a:lnTo>
                    <a:pt x="0" y="1270357"/>
                  </a:lnTo>
                  <a:lnTo>
                    <a:pt x="0" y="1238576"/>
                  </a:lnTo>
                  <a:lnTo>
                    <a:pt x="0" y="1206795"/>
                  </a:lnTo>
                  <a:lnTo>
                    <a:pt x="0" y="1175015"/>
                  </a:lnTo>
                  <a:lnTo>
                    <a:pt x="0" y="1143234"/>
                  </a:lnTo>
                  <a:lnTo>
                    <a:pt x="0" y="1111453"/>
                  </a:lnTo>
                  <a:lnTo>
                    <a:pt x="0" y="1079672"/>
                  </a:lnTo>
                  <a:lnTo>
                    <a:pt x="0" y="1047892"/>
                  </a:lnTo>
                  <a:lnTo>
                    <a:pt x="0" y="1016111"/>
                  </a:lnTo>
                  <a:lnTo>
                    <a:pt x="0" y="984330"/>
                  </a:lnTo>
                  <a:lnTo>
                    <a:pt x="0" y="952550"/>
                  </a:lnTo>
                  <a:lnTo>
                    <a:pt x="0" y="920769"/>
                  </a:lnTo>
                  <a:lnTo>
                    <a:pt x="0" y="888988"/>
                  </a:lnTo>
                  <a:lnTo>
                    <a:pt x="0" y="857207"/>
                  </a:lnTo>
                  <a:lnTo>
                    <a:pt x="0" y="825427"/>
                  </a:lnTo>
                  <a:lnTo>
                    <a:pt x="0" y="793646"/>
                  </a:lnTo>
                  <a:lnTo>
                    <a:pt x="0" y="761865"/>
                  </a:lnTo>
                  <a:lnTo>
                    <a:pt x="0" y="730085"/>
                  </a:lnTo>
                  <a:lnTo>
                    <a:pt x="0" y="698304"/>
                  </a:lnTo>
                  <a:lnTo>
                    <a:pt x="0" y="666523"/>
                  </a:lnTo>
                  <a:lnTo>
                    <a:pt x="0" y="634742"/>
                  </a:lnTo>
                  <a:lnTo>
                    <a:pt x="0" y="602962"/>
                  </a:lnTo>
                  <a:lnTo>
                    <a:pt x="0" y="571181"/>
                  </a:lnTo>
                  <a:lnTo>
                    <a:pt x="0" y="539400"/>
                  </a:lnTo>
                  <a:lnTo>
                    <a:pt x="0" y="507620"/>
                  </a:lnTo>
                  <a:lnTo>
                    <a:pt x="0" y="475839"/>
                  </a:lnTo>
                  <a:lnTo>
                    <a:pt x="0" y="444058"/>
                  </a:lnTo>
                  <a:lnTo>
                    <a:pt x="0" y="412277"/>
                  </a:lnTo>
                  <a:lnTo>
                    <a:pt x="0" y="380497"/>
                  </a:lnTo>
                  <a:lnTo>
                    <a:pt x="0" y="348716"/>
                  </a:lnTo>
                  <a:lnTo>
                    <a:pt x="0" y="316935"/>
                  </a:lnTo>
                  <a:lnTo>
                    <a:pt x="0" y="285155"/>
                  </a:lnTo>
                  <a:lnTo>
                    <a:pt x="0" y="253374"/>
                  </a:lnTo>
                  <a:lnTo>
                    <a:pt x="0" y="221593"/>
                  </a:lnTo>
                  <a:lnTo>
                    <a:pt x="0" y="189812"/>
                  </a:lnTo>
                  <a:lnTo>
                    <a:pt x="0" y="158032"/>
                  </a:lnTo>
                  <a:lnTo>
                    <a:pt x="0" y="126251"/>
                  </a:lnTo>
                  <a:lnTo>
                    <a:pt x="0" y="94470"/>
                  </a:lnTo>
                  <a:lnTo>
                    <a:pt x="0" y="62690"/>
                  </a:lnTo>
                  <a:lnTo>
                    <a:pt x="0" y="30909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" name="pl9"/>
            <p:cNvSpPr/>
            <p:nvPr/>
          </p:nvSpPr>
          <p:spPr>
            <a:xfrm>
              <a:off x="4920458" y="1848080"/>
              <a:ext cx="0" cy="3619484"/>
            </a:xfrm>
            <a:custGeom>
              <a:avLst/>
              <a:gdLst/>
              <a:ahLst/>
              <a:cxnLst/>
              <a:rect l="0" t="0" r="0" b="0"/>
              <a:pathLst>
                <a:path h="2714613">
                  <a:moveTo>
                    <a:pt x="0" y="2714613"/>
                  </a:moveTo>
                  <a:lnTo>
                    <a:pt x="0" y="2700489"/>
                  </a:lnTo>
                  <a:lnTo>
                    <a:pt x="0" y="2668708"/>
                  </a:lnTo>
                  <a:lnTo>
                    <a:pt x="0" y="2636927"/>
                  </a:lnTo>
                  <a:lnTo>
                    <a:pt x="0" y="2605147"/>
                  </a:lnTo>
                  <a:lnTo>
                    <a:pt x="0" y="2573366"/>
                  </a:lnTo>
                  <a:lnTo>
                    <a:pt x="0" y="2541585"/>
                  </a:lnTo>
                  <a:lnTo>
                    <a:pt x="0" y="2509805"/>
                  </a:lnTo>
                  <a:lnTo>
                    <a:pt x="0" y="2478024"/>
                  </a:lnTo>
                  <a:lnTo>
                    <a:pt x="0" y="2446243"/>
                  </a:lnTo>
                  <a:lnTo>
                    <a:pt x="0" y="2414462"/>
                  </a:lnTo>
                  <a:lnTo>
                    <a:pt x="0" y="2382682"/>
                  </a:lnTo>
                  <a:lnTo>
                    <a:pt x="0" y="2350901"/>
                  </a:lnTo>
                  <a:lnTo>
                    <a:pt x="0" y="2319120"/>
                  </a:lnTo>
                  <a:lnTo>
                    <a:pt x="0" y="2287340"/>
                  </a:lnTo>
                  <a:lnTo>
                    <a:pt x="0" y="2255559"/>
                  </a:lnTo>
                  <a:lnTo>
                    <a:pt x="0" y="2223778"/>
                  </a:lnTo>
                  <a:lnTo>
                    <a:pt x="0" y="2191997"/>
                  </a:lnTo>
                  <a:lnTo>
                    <a:pt x="0" y="2160217"/>
                  </a:lnTo>
                  <a:lnTo>
                    <a:pt x="0" y="2128436"/>
                  </a:lnTo>
                  <a:lnTo>
                    <a:pt x="0" y="2096655"/>
                  </a:lnTo>
                  <a:lnTo>
                    <a:pt x="0" y="2064875"/>
                  </a:lnTo>
                  <a:lnTo>
                    <a:pt x="0" y="2033094"/>
                  </a:lnTo>
                  <a:lnTo>
                    <a:pt x="0" y="2001313"/>
                  </a:lnTo>
                  <a:lnTo>
                    <a:pt x="0" y="1969532"/>
                  </a:lnTo>
                  <a:lnTo>
                    <a:pt x="0" y="1937752"/>
                  </a:lnTo>
                  <a:lnTo>
                    <a:pt x="0" y="1905971"/>
                  </a:lnTo>
                  <a:lnTo>
                    <a:pt x="0" y="1874190"/>
                  </a:lnTo>
                  <a:lnTo>
                    <a:pt x="0" y="1842410"/>
                  </a:lnTo>
                  <a:lnTo>
                    <a:pt x="0" y="1810629"/>
                  </a:lnTo>
                  <a:lnTo>
                    <a:pt x="0" y="1778848"/>
                  </a:lnTo>
                  <a:lnTo>
                    <a:pt x="0" y="1747067"/>
                  </a:lnTo>
                  <a:lnTo>
                    <a:pt x="0" y="1715287"/>
                  </a:lnTo>
                  <a:lnTo>
                    <a:pt x="0" y="1683506"/>
                  </a:lnTo>
                  <a:lnTo>
                    <a:pt x="0" y="1651725"/>
                  </a:lnTo>
                  <a:lnTo>
                    <a:pt x="0" y="1619945"/>
                  </a:lnTo>
                  <a:lnTo>
                    <a:pt x="0" y="1588164"/>
                  </a:lnTo>
                  <a:lnTo>
                    <a:pt x="0" y="1556383"/>
                  </a:lnTo>
                  <a:lnTo>
                    <a:pt x="0" y="1524602"/>
                  </a:lnTo>
                  <a:lnTo>
                    <a:pt x="0" y="1492822"/>
                  </a:lnTo>
                  <a:lnTo>
                    <a:pt x="0" y="1461041"/>
                  </a:lnTo>
                  <a:lnTo>
                    <a:pt x="0" y="1429260"/>
                  </a:lnTo>
                  <a:lnTo>
                    <a:pt x="0" y="1397480"/>
                  </a:lnTo>
                  <a:lnTo>
                    <a:pt x="0" y="1365699"/>
                  </a:lnTo>
                  <a:lnTo>
                    <a:pt x="0" y="1333918"/>
                  </a:lnTo>
                  <a:lnTo>
                    <a:pt x="0" y="1302137"/>
                  </a:lnTo>
                  <a:lnTo>
                    <a:pt x="0" y="1270357"/>
                  </a:lnTo>
                  <a:lnTo>
                    <a:pt x="0" y="1238576"/>
                  </a:lnTo>
                  <a:lnTo>
                    <a:pt x="0" y="1206795"/>
                  </a:lnTo>
                  <a:lnTo>
                    <a:pt x="0" y="1175015"/>
                  </a:lnTo>
                  <a:lnTo>
                    <a:pt x="0" y="1143234"/>
                  </a:lnTo>
                  <a:lnTo>
                    <a:pt x="0" y="1111453"/>
                  </a:lnTo>
                  <a:lnTo>
                    <a:pt x="0" y="1079672"/>
                  </a:lnTo>
                  <a:lnTo>
                    <a:pt x="0" y="1047892"/>
                  </a:lnTo>
                  <a:lnTo>
                    <a:pt x="0" y="1016111"/>
                  </a:lnTo>
                  <a:lnTo>
                    <a:pt x="0" y="984330"/>
                  </a:lnTo>
                  <a:lnTo>
                    <a:pt x="0" y="952550"/>
                  </a:lnTo>
                  <a:lnTo>
                    <a:pt x="0" y="920769"/>
                  </a:lnTo>
                  <a:lnTo>
                    <a:pt x="0" y="888988"/>
                  </a:lnTo>
                  <a:lnTo>
                    <a:pt x="0" y="857207"/>
                  </a:lnTo>
                  <a:lnTo>
                    <a:pt x="0" y="825427"/>
                  </a:lnTo>
                  <a:lnTo>
                    <a:pt x="0" y="793646"/>
                  </a:lnTo>
                  <a:lnTo>
                    <a:pt x="0" y="761865"/>
                  </a:lnTo>
                  <a:lnTo>
                    <a:pt x="0" y="730085"/>
                  </a:lnTo>
                  <a:lnTo>
                    <a:pt x="0" y="698304"/>
                  </a:lnTo>
                  <a:lnTo>
                    <a:pt x="0" y="666523"/>
                  </a:lnTo>
                  <a:lnTo>
                    <a:pt x="0" y="634742"/>
                  </a:lnTo>
                  <a:lnTo>
                    <a:pt x="0" y="602962"/>
                  </a:lnTo>
                  <a:lnTo>
                    <a:pt x="0" y="571181"/>
                  </a:lnTo>
                  <a:lnTo>
                    <a:pt x="0" y="539400"/>
                  </a:lnTo>
                  <a:lnTo>
                    <a:pt x="0" y="507620"/>
                  </a:lnTo>
                  <a:lnTo>
                    <a:pt x="0" y="475839"/>
                  </a:lnTo>
                  <a:lnTo>
                    <a:pt x="0" y="444058"/>
                  </a:lnTo>
                  <a:lnTo>
                    <a:pt x="0" y="412277"/>
                  </a:lnTo>
                  <a:lnTo>
                    <a:pt x="0" y="380497"/>
                  </a:lnTo>
                  <a:lnTo>
                    <a:pt x="0" y="348716"/>
                  </a:lnTo>
                  <a:lnTo>
                    <a:pt x="0" y="316935"/>
                  </a:lnTo>
                  <a:lnTo>
                    <a:pt x="0" y="285155"/>
                  </a:lnTo>
                  <a:lnTo>
                    <a:pt x="0" y="253374"/>
                  </a:lnTo>
                  <a:lnTo>
                    <a:pt x="0" y="221593"/>
                  </a:lnTo>
                  <a:lnTo>
                    <a:pt x="0" y="189812"/>
                  </a:lnTo>
                  <a:lnTo>
                    <a:pt x="0" y="158032"/>
                  </a:lnTo>
                  <a:lnTo>
                    <a:pt x="0" y="126251"/>
                  </a:lnTo>
                  <a:lnTo>
                    <a:pt x="0" y="94470"/>
                  </a:lnTo>
                  <a:lnTo>
                    <a:pt x="0" y="62690"/>
                  </a:lnTo>
                  <a:lnTo>
                    <a:pt x="0" y="30909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" name="pl10"/>
            <p:cNvSpPr/>
            <p:nvPr/>
          </p:nvSpPr>
          <p:spPr>
            <a:xfrm>
              <a:off x="5489423" y="1848080"/>
              <a:ext cx="0" cy="3619484"/>
            </a:xfrm>
            <a:custGeom>
              <a:avLst/>
              <a:gdLst/>
              <a:ahLst/>
              <a:cxnLst/>
              <a:rect l="0" t="0" r="0" b="0"/>
              <a:pathLst>
                <a:path h="2714613">
                  <a:moveTo>
                    <a:pt x="0" y="2714613"/>
                  </a:moveTo>
                  <a:lnTo>
                    <a:pt x="0" y="2700489"/>
                  </a:lnTo>
                  <a:lnTo>
                    <a:pt x="0" y="2668708"/>
                  </a:lnTo>
                  <a:lnTo>
                    <a:pt x="0" y="2636927"/>
                  </a:lnTo>
                  <a:lnTo>
                    <a:pt x="0" y="2605147"/>
                  </a:lnTo>
                  <a:lnTo>
                    <a:pt x="0" y="2573366"/>
                  </a:lnTo>
                  <a:lnTo>
                    <a:pt x="0" y="2541585"/>
                  </a:lnTo>
                  <a:lnTo>
                    <a:pt x="0" y="2509805"/>
                  </a:lnTo>
                  <a:lnTo>
                    <a:pt x="0" y="2478024"/>
                  </a:lnTo>
                  <a:lnTo>
                    <a:pt x="0" y="2446243"/>
                  </a:lnTo>
                  <a:lnTo>
                    <a:pt x="0" y="2414462"/>
                  </a:lnTo>
                  <a:lnTo>
                    <a:pt x="0" y="2382682"/>
                  </a:lnTo>
                  <a:lnTo>
                    <a:pt x="0" y="2350901"/>
                  </a:lnTo>
                  <a:lnTo>
                    <a:pt x="0" y="2319120"/>
                  </a:lnTo>
                  <a:lnTo>
                    <a:pt x="0" y="2287340"/>
                  </a:lnTo>
                  <a:lnTo>
                    <a:pt x="0" y="2255559"/>
                  </a:lnTo>
                  <a:lnTo>
                    <a:pt x="0" y="2223778"/>
                  </a:lnTo>
                  <a:lnTo>
                    <a:pt x="0" y="2191997"/>
                  </a:lnTo>
                  <a:lnTo>
                    <a:pt x="0" y="2160217"/>
                  </a:lnTo>
                  <a:lnTo>
                    <a:pt x="0" y="2128436"/>
                  </a:lnTo>
                  <a:lnTo>
                    <a:pt x="0" y="2096655"/>
                  </a:lnTo>
                  <a:lnTo>
                    <a:pt x="0" y="2064875"/>
                  </a:lnTo>
                  <a:lnTo>
                    <a:pt x="0" y="2033094"/>
                  </a:lnTo>
                  <a:lnTo>
                    <a:pt x="0" y="2001313"/>
                  </a:lnTo>
                  <a:lnTo>
                    <a:pt x="0" y="1969532"/>
                  </a:lnTo>
                  <a:lnTo>
                    <a:pt x="0" y="1937752"/>
                  </a:lnTo>
                  <a:lnTo>
                    <a:pt x="0" y="1905971"/>
                  </a:lnTo>
                  <a:lnTo>
                    <a:pt x="0" y="1874190"/>
                  </a:lnTo>
                  <a:lnTo>
                    <a:pt x="0" y="1842410"/>
                  </a:lnTo>
                  <a:lnTo>
                    <a:pt x="0" y="1810629"/>
                  </a:lnTo>
                  <a:lnTo>
                    <a:pt x="0" y="1778848"/>
                  </a:lnTo>
                  <a:lnTo>
                    <a:pt x="0" y="1747067"/>
                  </a:lnTo>
                  <a:lnTo>
                    <a:pt x="0" y="1715287"/>
                  </a:lnTo>
                  <a:lnTo>
                    <a:pt x="0" y="1683506"/>
                  </a:lnTo>
                  <a:lnTo>
                    <a:pt x="0" y="1651725"/>
                  </a:lnTo>
                  <a:lnTo>
                    <a:pt x="0" y="1619945"/>
                  </a:lnTo>
                  <a:lnTo>
                    <a:pt x="0" y="1588164"/>
                  </a:lnTo>
                  <a:lnTo>
                    <a:pt x="0" y="1556383"/>
                  </a:lnTo>
                  <a:lnTo>
                    <a:pt x="0" y="1524602"/>
                  </a:lnTo>
                  <a:lnTo>
                    <a:pt x="0" y="1492822"/>
                  </a:lnTo>
                  <a:lnTo>
                    <a:pt x="0" y="1461041"/>
                  </a:lnTo>
                  <a:lnTo>
                    <a:pt x="0" y="1429260"/>
                  </a:lnTo>
                  <a:lnTo>
                    <a:pt x="0" y="1397480"/>
                  </a:lnTo>
                  <a:lnTo>
                    <a:pt x="0" y="1365699"/>
                  </a:lnTo>
                  <a:lnTo>
                    <a:pt x="0" y="1333918"/>
                  </a:lnTo>
                  <a:lnTo>
                    <a:pt x="0" y="1302137"/>
                  </a:lnTo>
                  <a:lnTo>
                    <a:pt x="0" y="1270357"/>
                  </a:lnTo>
                  <a:lnTo>
                    <a:pt x="0" y="1238576"/>
                  </a:lnTo>
                  <a:lnTo>
                    <a:pt x="0" y="1206795"/>
                  </a:lnTo>
                  <a:lnTo>
                    <a:pt x="0" y="1175015"/>
                  </a:lnTo>
                  <a:lnTo>
                    <a:pt x="0" y="1143234"/>
                  </a:lnTo>
                  <a:lnTo>
                    <a:pt x="0" y="1111453"/>
                  </a:lnTo>
                  <a:lnTo>
                    <a:pt x="0" y="1079672"/>
                  </a:lnTo>
                  <a:lnTo>
                    <a:pt x="0" y="1047892"/>
                  </a:lnTo>
                  <a:lnTo>
                    <a:pt x="0" y="1016111"/>
                  </a:lnTo>
                  <a:lnTo>
                    <a:pt x="0" y="984330"/>
                  </a:lnTo>
                  <a:lnTo>
                    <a:pt x="0" y="952550"/>
                  </a:lnTo>
                  <a:lnTo>
                    <a:pt x="0" y="920769"/>
                  </a:lnTo>
                  <a:lnTo>
                    <a:pt x="0" y="888988"/>
                  </a:lnTo>
                  <a:lnTo>
                    <a:pt x="0" y="857207"/>
                  </a:lnTo>
                  <a:lnTo>
                    <a:pt x="0" y="825427"/>
                  </a:lnTo>
                  <a:lnTo>
                    <a:pt x="0" y="793646"/>
                  </a:lnTo>
                  <a:lnTo>
                    <a:pt x="0" y="761865"/>
                  </a:lnTo>
                  <a:lnTo>
                    <a:pt x="0" y="730085"/>
                  </a:lnTo>
                  <a:lnTo>
                    <a:pt x="0" y="698304"/>
                  </a:lnTo>
                  <a:lnTo>
                    <a:pt x="0" y="666523"/>
                  </a:lnTo>
                  <a:lnTo>
                    <a:pt x="0" y="634742"/>
                  </a:lnTo>
                  <a:lnTo>
                    <a:pt x="0" y="602962"/>
                  </a:lnTo>
                  <a:lnTo>
                    <a:pt x="0" y="571181"/>
                  </a:lnTo>
                  <a:lnTo>
                    <a:pt x="0" y="539400"/>
                  </a:lnTo>
                  <a:lnTo>
                    <a:pt x="0" y="507620"/>
                  </a:lnTo>
                  <a:lnTo>
                    <a:pt x="0" y="475839"/>
                  </a:lnTo>
                  <a:lnTo>
                    <a:pt x="0" y="444058"/>
                  </a:lnTo>
                  <a:lnTo>
                    <a:pt x="0" y="412277"/>
                  </a:lnTo>
                  <a:lnTo>
                    <a:pt x="0" y="380497"/>
                  </a:lnTo>
                  <a:lnTo>
                    <a:pt x="0" y="348716"/>
                  </a:lnTo>
                  <a:lnTo>
                    <a:pt x="0" y="316935"/>
                  </a:lnTo>
                  <a:lnTo>
                    <a:pt x="0" y="285155"/>
                  </a:lnTo>
                  <a:lnTo>
                    <a:pt x="0" y="253374"/>
                  </a:lnTo>
                  <a:lnTo>
                    <a:pt x="0" y="221593"/>
                  </a:lnTo>
                  <a:lnTo>
                    <a:pt x="0" y="189812"/>
                  </a:lnTo>
                  <a:lnTo>
                    <a:pt x="0" y="158032"/>
                  </a:lnTo>
                  <a:lnTo>
                    <a:pt x="0" y="126251"/>
                  </a:lnTo>
                  <a:lnTo>
                    <a:pt x="0" y="94470"/>
                  </a:lnTo>
                  <a:lnTo>
                    <a:pt x="0" y="62690"/>
                  </a:lnTo>
                  <a:lnTo>
                    <a:pt x="0" y="30909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" name="pl11"/>
            <p:cNvSpPr/>
            <p:nvPr/>
          </p:nvSpPr>
          <p:spPr>
            <a:xfrm>
              <a:off x="6058388" y="1848080"/>
              <a:ext cx="0" cy="3619484"/>
            </a:xfrm>
            <a:custGeom>
              <a:avLst/>
              <a:gdLst/>
              <a:ahLst/>
              <a:cxnLst/>
              <a:rect l="0" t="0" r="0" b="0"/>
              <a:pathLst>
                <a:path h="2714613">
                  <a:moveTo>
                    <a:pt x="0" y="2714613"/>
                  </a:moveTo>
                  <a:lnTo>
                    <a:pt x="0" y="2700489"/>
                  </a:lnTo>
                  <a:lnTo>
                    <a:pt x="0" y="2668708"/>
                  </a:lnTo>
                  <a:lnTo>
                    <a:pt x="0" y="2636927"/>
                  </a:lnTo>
                  <a:lnTo>
                    <a:pt x="0" y="2605147"/>
                  </a:lnTo>
                  <a:lnTo>
                    <a:pt x="0" y="2573366"/>
                  </a:lnTo>
                  <a:lnTo>
                    <a:pt x="0" y="2541585"/>
                  </a:lnTo>
                  <a:lnTo>
                    <a:pt x="0" y="2509805"/>
                  </a:lnTo>
                  <a:lnTo>
                    <a:pt x="0" y="2478024"/>
                  </a:lnTo>
                  <a:lnTo>
                    <a:pt x="0" y="2446243"/>
                  </a:lnTo>
                  <a:lnTo>
                    <a:pt x="0" y="2414462"/>
                  </a:lnTo>
                  <a:lnTo>
                    <a:pt x="0" y="2382682"/>
                  </a:lnTo>
                  <a:lnTo>
                    <a:pt x="0" y="2350901"/>
                  </a:lnTo>
                  <a:lnTo>
                    <a:pt x="0" y="2319120"/>
                  </a:lnTo>
                  <a:lnTo>
                    <a:pt x="0" y="2287340"/>
                  </a:lnTo>
                  <a:lnTo>
                    <a:pt x="0" y="2255559"/>
                  </a:lnTo>
                  <a:lnTo>
                    <a:pt x="0" y="2223778"/>
                  </a:lnTo>
                  <a:lnTo>
                    <a:pt x="0" y="2191997"/>
                  </a:lnTo>
                  <a:lnTo>
                    <a:pt x="0" y="2160217"/>
                  </a:lnTo>
                  <a:lnTo>
                    <a:pt x="0" y="2128436"/>
                  </a:lnTo>
                  <a:lnTo>
                    <a:pt x="0" y="2096655"/>
                  </a:lnTo>
                  <a:lnTo>
                    <a:pt x="0" y="2064875"/>
                  </a:lnTo>
                  <a:lnTo>
                    <a:pt x="0" y="2033094"/>
                  </a:lnTo>
                  <a:lnTo>
                    <a:pt x="0" y="2001313"/>
                  </a:lnTo>
                  <a:lnTo>
                    <a:pt x="0" y="1969532"/>
                  </a:lnTo>
                  <a:lnTo>
                    <a:pt x="0" y="1937752"/>
                  </a:lnTo>
                  <a:lnTo>
                    <a:pt x="0" y="1905971"/>
                  </a:lnTo>
                  <a:lnTo>
                    <a:pt x="0" y="1874190"/>
                  </a:lnTo>
                  <a:lnTo>
                    <a:pt x="0" y="1842410"/>
                  </a:lnTo>
                  <a:lnTo>
                    <a:pt x="0" y="1810629"/>
                  </a:lnTo>
                  <a:lnTo>
                    <a:pt x="0" y="1778848"/>
                  </a:lnTo>
                  <a:lnTo>
                    <a:pt x="0" y="1747067"/>
                  </a:lnTo>
                  <a:lnTo>
                    <a:pt x="0" y="1715287"/>
                  </a:lnTo>
                  <a:lnTo>
                    <a:pt x="0" y="1683506"/>
                  </a:lnTo>
                  <a:lnTo>
                    <a:pt x="0" y="1651725"/>
                  </a:lnTo>
                  <a:lnTo>
                    <a:pt x="0" y="1619945"/>
                  </a:lnTo>
                  <a:lnTo>
                    <a:pt x="0" y="1588164"/>
                  </a:lnTo>
                  <a:lnTo>
                    <a:pt x="0" y="1556383"/>
                  </a:lnTo>
                  <a:lnTo>
                    <a:pt x="0" y="1524602"/>
                  </a:lnTo>
                  <a:lnTo>
                    <a:pt x="0" y="1492822"/>
                  </a:lnTo>
                  <a:lnTo>
                    <a:pt x="0" y="1461041"/>
                  </a:lnTo>
                  <a:lnTo>
                    <a:pt x="0" y="1429260"/>
                  </a:lnTo>
                  <a:lnTo>
                    <a:pt x="0" y="1397480"/>
                  </a:lnTo>
                  <a:lnTo>
                    <a:pt x="0" y="1365699"/>
                  </a:lnTo>
                  <a:lnTo>
                    <a:pt x="0" y="1333918"/>
                  </a:lnTo>
                  <a:lnTo>
                    <a:pt x="0" y="1302137"/>
                  </a:lnTo>
                  <a:lnTo>
                    <a:pt x="0" y="1270357"/>
                  </a:lnTo>
                  <a:lnTo>
                    <a:pt x="0" y="1238576"/>
                  </a:lnTo>
                  <a:lnTo>
                    <a:pt x="0" y="1206795"/>
                  </a:lnTo>
                  <a:lnTo>
                    <a:pt x="0" y="1175015"/>
                  </a:lnTo>
                  <a:lnTo>
                    <a:pt x="0" y="1143234"/>
                  </a:lnTo>
                  <a:lnTo>
                    <a:pt x="0" y="1111453"/>
                  </a:lnTo>
                  <a:lnTo>
                    <a:pt x="0" y="1079672"/>
                  </a:lnTo>
                  <a:lnTo>
                    <a:pt x="0" y="1047892"/>
                  </a:lnTo>
                  <a:lnTo>
                    <a:pt x="0" y="1016111"/>
                  </a:lnTo>
                  <a:lnTo>
                    <a:pt x="0" y="984330"/>
                  </a:lnTo>
                  <a:lnTo>
                    <a:pt x="0" y="952550"/>
                  </a:lnTo>
                  <a:lnTo>
                    <a:pt x="0" y="920769"/>
                  </a:lnTo>
                  <a:lnTo>
                    <a:pt x="0" y="888988"/>
                  </a:lnTo>
                  <a:lnTo>
                    <a:pt x="0" y="857207"/>
                  </a:lnTo>
                  <a:lnTo>
                    <a:pt x="0" y="825427"/>
                  </a:lnTo>
                  <a:lnTo>
                    <a:pt x="0" y="793646"/>
                  </a:lnTo>
                  <a:lnTo>
                    <a:pt x="0" y="761865"/>
                  </a:lnTo>
                  <a:lnTo>
                    <a:pt x="0" y="730085"/>
                  </a:lnTo>
                  <a:lnTo>
                    <a:pt x="0" y="698304"/>
                  </a:lnTo>
                  <a:lnTo>
                    <a:pt x="0" y="666523"/>
                  </a:lnTo>
                  <a:lnTo>
                    <a:pt x="0" y="634742"/>
                  </a:lnTo>
                  <a:lnTo>
                    <a:pt x="0" y="602962"/>
                  </a:lnTo>
                  <a:lnTo>
                    <a:pt x="0" y="571181"/>
                  </a:lnTo>
                  <a:lnTo>
                    <a:pt x="0" y="539400"/>
                  </a:lnTo>
                  <a:lnTo>
                    <a:pt x="0" y="507620"/>
                  </a:lnTo>
                  <a:lnTo>
                    <a:pt x="0" y="475839"/>
                  </a:lnTo>
                  <a:lnTo>
                    <a:pt x="0" y="444058"/>
                  </a:lnTo>
                  <a:lnTo>
                    <a:pt x="0" y="412277"/>
                  </a:lnTo>
                  <a:lnTo>
                    <a:pt x="0" y="380497"/>
                  </a:lnTo>
                  <a:lnTo>
                    <a:pt x="0" y="348716"/>
                  </a:lnTo>
                  <a:lnTo>
                    <a:pt x="0" y="316935"/>
                  </a:lnTo>
                  <a:lnTo>
                    <a:pt x="0" y="285155"/>
                  </a:lnTo>
                  <a:lnTo>
                    <a:pt x="0" y="253374"/>
                  </a:lnTo>
                  <a:lnTo>
                    <a:pt x="0" y="221593"/>
                  </a:lnTo>
                  <a:lnTo>
                    <a:pt x="0" y="189812"/>
                  </a:lnTo>
                  <a:lnTo>
                    <a:pt x="0" y="158032"/>
                  </a:lnTo>
                  <a:lnTo>
                    <a:pt x="0" y="126251"/>
                  </a:lnTo>
                  <a:lnTo>
                    <a:pt x="0" y="94470"/>
                  </a:lnTo>
                  <a:lnTo>
                    <a:pt x="0" y="62690"/>
                  </a:lnTo>
                  <a:lnTo>
                    <a:pt x="0" y="30909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" name="pl12"/>
            <p:cNvSpPr/>
            <p:nvPr/>
          </p:nvSpPr>
          <p:spPr>
            <a:xfrm>
              <a:off x="6627353" y="1848080"/>
              <a:ext cx="0" cy="3619484"/>
            </a:xfrm>
            <a:custGeom>
              <a:avLst/>
              <a:gdLst/>
              <a:ahLst/>
              <a:cxnLst/>
              <a:rect l="0" t="0" r="0" b="0"/>
              <a:pathLst>
                <a:path h="2714613">
                  <a:moveTo>
                    <a:pt x="0" y="2714613"/>
                  </a:moveTo>
                  <a:lnTo>
                    <a:pt x="0" y="2700489"/>
                  </a:lnTo>
                  <a:lnTo>
                    <a:pt x="0" y="2668708"/>
                  </a:lnTo>
                  <a:lnTo>
                    <a:pt x="0" y="2636927"/>
                  </a:lnTo>
                  <a:lnTo>
                    <a:pt x="0" y="2605147"/>
                  </a:lnTo>
                  <a:lnTo>
                    <a:pt x="0" y="2573366"/>
                  </a:lnTo>
                  <a:lnTo>
                    <a:pt x="0" y="2541585"/>
                  </a:lnTo>
                  <a:lnTo>
                    <a:pt x="0" y="2509805"/>
                  </a:lnTo>
                  <a:lnTo>
                    <a:pt x="0" y="2478024"/>
                  </a:lnTo>
                  <a:lnTo>
                    <a:pt x="0" y="2446243"/>
                  </a:lnTo>
                  <a:lnTo>
                    <a:pt x="0" y="2414462"/>
                  </a:lnTo>
                  <a:lnTo>
                    <a:pt x="0" y="2382682"/>
                  </a:lnTo>
                  <a:lnTo>
                    <a:pt x="0" y="2350901"/>
                  </a:lnTo>
                  <a:lnTo>
                    <a:pt x="0" y="2319120"/>
                  </a:lnTo>
                  <a:lnTo>
                    <a:pt x="0" y="2287340"/>
                  </a:lnTo>
                  <a:lnTo>
                    <a:pt x="0" y="2255559"/>
                  </a:lnTo>
                  <a:lnTo>
                    <a:pt x="0" y="2223778"/>
                  </a:lnTo>
                  <a:lnTo>
                    <a:pt x="0" y="2191997"/>
                  </a:lnTo>
                  <a:lnTo>
                    <a:pt x="0" y="2160217"/>
                  </a:lnTo>
                  <a:lnTo>
                    <a:pt x="0" y="2128436"/>
                  </a:lnTo>
                  <a:lnTo>
                    <a:pt x="0" y="2096655"/>
                  </a:lnTo>
                  <a:lnTo>
                    <a:pt x="0" y="2064875"/>
                  </a:lnTo>
                  <a:lnTo>
                    <a:pt x="0" y="2033094"/>
                  </a:lnTo>
                  <a:lnTo>
                    <a:pt x="0" y="2001313"/>
                  </a:lnTo>
                  <a:lnTo>
                    <a:pt x="0" y="1969532"/>
                  </a:lnTo>
                  <a:lnTo>
                    <a:pt x="0" y="1937752"/>
                  </a:lnTo>
                  <a:lnTo>
                    <a:pt x="0" y="1905971"/>
                  </a:lnTo>
                  <a:lnTo>
                    <a:pt x="0" y="1874190"/>
                  </a:lnTo>
                  <a:lnTo>
                    <a:pt x="0" y="1842410"/>
                  </a:lnTo>
                  <a:lnTo>
                    <a:pt x="0" y="1810629"/>
                  </a:lnTo>
                  <a:lnTo>
                    <a:pt x="0" y="1778848"/>
                  </a:lnTo>
                  <a:lnTo>
                    <a:pt x="0" y="1747067"/>
                  </a:lnTo>
                  <a:lnTo>
                    <a:pt x="0" y="1715287"/>
                  </a:lnTo>
                  <a:lnTo>
                    <a:pt x="0" y="1683506"/>
                  </a:lnTo>
                  <a:lnTo>
                    <a:pt x="0" y="1651725"/>
                  </a:lnTo>
                  <a:lnTo>
                    <a:pt x="0" y="1619945"/>
                  </a:lnTo>
                  <a:lnTo>
                    <a:pt x="0" y="1588164"/>
                  </a:lnTo>
                  <a:lnTo>
                    <a:pt x="0" y="1556383"/>
                  </a:lnTo>
                  <a:lnTo>
                    <a:pt x="0" y="1524602"/>
                  </a:lnTo>
                  <a:lnTo>
                    <a:pt x="0" y="1492822"/>
                  </a:lnTo>
                  <a:lnTo>
                    <a:pt x="0" y="1461041"/>
                  </a:lnTo>
                  <a:lnTo>
                    <a:pt x="0" y="1429260"/>
                  </a:lnTo>
                  <a:lnTo>
                    <a:pt x="0" y="1397480"/>
                  </a:lnTo>
                  <a:lnTo>
                    <a:pt x="0" y="1365699"/>
                  </a:lnTo>
                  <a:lnTo>
                    <a:pt x="0" y="1333918"/>
                  </a:lnTo>
                  <a:lnTo>
                    <a:pt x="0" y="1302137"/>
                  </a:lnTo>
                  <a:lnTo>
                    <a:pt x="0" y="1270357"/>
                  </a:lnTo>
                  <a:lnTo>
                    <a:pt x="0" y="1238576"/>
                  </a:lnTo>
                  <a:lnTo>
                    <a:pt x="0" y="1206795"/>
                  </a:lnTo>
                  <a:lnTo>
                    <a:pt x="0" y="1175015"/>
                  </a:lnTo>
                  <a:lnTo>
                    <a:pt x="0" y="1143234"/>
                  </a:lnTo>
                  <a:lnTo>
                    <a:pt x="0" y="1111453"/>
                  </a:lnTo>
                  <a:lnTo>
                    <a:pt x="0" y="1079672"/>
                  </a:lnTo>
                  <a:lnTo>
                    <a:pt x="0" y="1047892"/>
                  </a:lnTo>
                  <a:lnTo>
                    <a:pt x="0" y="1016111"/>
                  </a:lnTo>
                  <a:lnTo>
                    <a:pt x="0" y="984330"/>
                  </a:lnTo>
                  <a:lnTo>
                    <a:pt x="0" y="952550"/>
                  </a:lnTo>
                  <a:lnTo>
                    <a:pt x="0" y="920769"/>
                  </a:lnTo>
                  <a:lnTo>
                    <a:pt x="0" y="888988"/>
                  </a:lnTo>
                  <a:lnTo>
                    <a:pt x="0" y="857207"/>
                  </a:lnTo>
                  <a:lnTo>
                    <a:pt x="0" y="825427"/>
                  </a:lnTo>
                  <a:lnTo>
                    <a:pt x="0" y="793646"/>
                  </a:lnTo>
                  <a:lnTo>
                    <a:pt x="0" y="761865"/>
                  </a:lnTo>
                  <a:lnTo>
                    <a:pt x="0" y="730085"/>
                  </a:lnTo>
                  <a:lnTo>
                    <a:pt x="0" y="698304"/>
                  </a:lnTo>
                  <a:lnTo>
                    <a:pt x="0" y="666523"/>
                  </a:lnTo>
                  <a:lnTo>
                    <a:pt x="0" y="634742"/>
                  </a:lnTo>
                  <a:lnTo>
                    <a:pt x="0" y="602962"/>
                  </a:lnTo>
                  <a:lnTo>
                    <a:pt x="0" y="571181"/>
                  </a:lnTo>
                  <a:lnTo>
                    <a:pt x="0" y="539400"/>
                  </a:lnTo>
                  <a:lnTo>
                    <a:pt x="0" y="507620"/>
                  </a:lnTo>
                  <a:lnTo>
                    <a:pt x="0" y="475839"/>
                  </a:lnTo>
                  <a:lnTo>
                    <a:pt x="0" y="444058"/>
                  </a:lnTo>
                  <a:lnTo>
                    <a:pt x="0" y="412277"/>
                  </a:lnTo>
                  <a:lnTo>
                    <a:pt x="0" y="380497"/>
                  </a:lnTo>
                  <a:lnTo>
                    <a:pt x="0" y="348716"/>
                  </a:lnTo>
                  <a:lnTo>
                    <a:pt x="0" y="316935"/>
                  </a:lnTo>
                  <a:lnTo>
                    <a:pt x="0" y="285155"/>
                  </a:lnTo>
                  <a:lnTo>
                    <a:pt x="0" y="253374"/>
                  </a:lnTo>
                  <a:lnTo>
                    <a:pt x="0" y="221593"/>
                  </a:lnTo>
                  <a:lnTo>
                    <a:pt x="0" y="189812"/>
                  </a:lnTo>
                  <a:lnTo>
                    <a:pt x="0" y="158032"/>
                  </a:lnTo>
                  <a:lnTo>
                    <a:pt x="0" y="126251"/>
                  </a:lnTo>
                  <a:lnTo>
                    <a:pt x="0" y="94470"/>
                  </a:lnTo>
                  <a:lnTo>
                    <a:pt x="0" y="62690"/>
                  </a:lnTo>
                  <a:lnTo>
                    <a:pt x="0" y="30909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" name="pl13"/>
            <p:cNvSpPr/>
            <p:nvPr/>
          </p:nvSpPr>
          <p:spPr>
            <a:xfrm>
              <a:off x="7196316" y="1848080"/>
              <a:ext cx="0" cy="3619484"/>
            </a:xfrm>
            <a:custGeom>
              <a:avLst/>
              <a:gdLst/>
              <a:ahLst/>
              <a:cxnLst/>
              <a:rect l="0" t="0" r="0" b="0"/>
              <a:pathLst>
                <a:path h="2714613">
                  <a:moveTo>
                    <a:pt x="0" y="2714613"/>
                  </a:moveTo>
                  <a:lnTo>
                    <a:pt x="0" y="2700489"/>
                  </a:lnTo>
                  <a:lnTo>
                    <a:pt x="0" y="2668708"/>
                  </a:lnTo>
                  <a:lnTo>
                    <a:pt x="0" y="2636927"/>
                  </a:lnTo>
                  <a:lnTo>
                    <a:pt x="0" y="2605147"/>
                  </a:lnTo>
                  <a:lnTo>
                    <a:pt x="0" y="2573366"/>
                  </a:lnTo>
                  <a:lnTo>
                    <a:pt x="0" y="2541585"/>
                  </a:lnTo>
                  <a:lnTo>
                    <a:pt x="0" y="2509805"/>
                  </a:lnTo>
                  <a:lnTo>
                    <a:pt x="0" y="2478024"/>
                  </a:lnTo>
                  <a:lnTo>
                    <a:pt x="0" y="2446243"/>
                  </a:lnTo>
                  <a:lnTo>
                    <a:pt x="0" y="2414462"/>
                  </a:lnTo>
                  <a:lnTo>
                    <a:pt x="0" y="2382682"/>
                  </a:lnTo>
                  <a:lnTo>
                    <a:pt x="0" y="2350901"/>
                  </a:lnTo>
                  <a:lnTo>
                    <a:pt x="0" y="2319120"/>
                  </a:lnTo>
                  <a:lnTo>
                    <a:pt x="0" y="2287340"/>
                  </a:lnTo>
                  <a:lnTo>
                    <a:pt x="0" y="2255559"/>
                  </a:lnTo>
                  <a:lnTo>
                    <a:pt x="0" y="2223778"/>
                  </a:lnTo>
                  <a:lnTo>
                    <a:pt x="0" y="2191997"/>
                  </a:lnTo>
                  <a:lnTo>
                    <a:pt x="0" y="2160217"/>
                  </a:lnTo>
                  <a:lnTo>
                    <a:pt x="0" y="2128436"/>
                  </a:lnTo>
                  <a:lnTo>
                    <a:pt x="0" y="2096655"/>
                  </a:lnTo>
                  <a:lnTo>
                    <a:pt x="0" y="2064875"/>
                  </a:lnTo>
                  <a:lnTo>
                    <a:pt x="0" y="2033094"/>
                  </a:lnTo>
                  <a:lnTo>
                    <a:pt x="0" y="2001313"/>
                  </a:lnTo>
                  <a:lnTo>
                    <a:pt x="0" y="1969532"/>
                  </a:lnTo>
                  <a:lnTo>
                    <a:pt x="0" y="1937752"/>
                  </a:lnTo>
                  <a:lnTo>
                    <a:pt x="0" y="1905971"/>
                  </a:lnTo>
                  <a:lnTo>
                    <a:pt x="0" y="1874190"/>
                  </a:lnTo>
                  <a:lnTo>
                    <a:pt x="0" y="1842410"/>
                  </a:lnTo>
                  <a:lnTo>
                    <a:pt x="0" y="1810629"/>
                  </a:lnTo>
                  <a:lnTo>
                    <a:pt x="0" y="1778848"/>
                  </a:lnTo>
                  <a:lnTo>
                    <a:pt x="0" y="1747067"/>
                  </a:lnTo>
                  <a:lnTo>
                    <a:pt x="0" y="1715287"/>
                  </a:lnTo>
                  <a:lnTo>
                    <a:pt x="0" y="1683506"/>
                  </a:lnTo>
                  <a:lnTo>
                    <a:pt x="0" y="1651725"/>
                  </a:lnTo>
                  <a:lnTo>
                    <a:pt x="0" y="1619945"/>
                  </a:lnTo>
                  <a:lnTo>
                    <a:pt x="0" y="1588164"/>
                  </a:lnTo>
                  <a:lnTo>
                    <a:pt x="0" y="1556383"/>
                  </a:lnTo>
                  <a:lnTo>
                    <a:pt x="0" y="1524602"/>
                  </a:lnTo>
                  <a:lnTo>
                    <a:pt x="0" y="1492822"/>
                  </a:lnTo>
                  <a:lnTo>
                    <a:pt x="0" y="1461041"/>
                  </a:lnTo>
                  <a:lnTo>
                    <a:pt x="0" y="1429260"/>
                  </a:lnTo>
                  <a:lnTo>
                    <a:pt x="0" y="1397480"/>
                  </a:lnTo>
                  <a:lnTo>
                    <a:pt x="0" y="1365699"/>
                  </a:lnTo>
                  <a:lnTo>
                    <a:pt x="0" y="1333918"/>
                  </a:lnTo>
                  <a:lnTo>
                    <a:pt x="0" y="1302137"/>
                  </a:lnTo>
                  <a:lnTo>
                    <a:pt x="0" y="1270357"/>
                  </a:lnTo>
                  <a:lnTo>
                    <a:pt x="0" y="1238576"/>
                  </a:lnTo>
                  <a:lnTo>
                    <a:pt x="0" y="1206795"/>
                  </a:lnTo>
                  <a:lnTo>
                    <a:pt x="0" y="1175015"/>
                  </a:lnTo>
                  <a:lnTo>
                    <a:pt x="0" y="1143234"/>
                  </a:lnTo>
                  <a:lnTo>
                    <a:pt x="0" y="1111453"/>
                  </a:lnTo>
                  <a:lnTo>
                    <a:pt x="0" y="1079672"/>
                  </a:lnTo>
                  <a:lnTo>
                    <a:pt x="0" y="1047892"/>
                  </a:lnTo>
                  <a:lnTo>
                    <a:pt x="0" y="1016111"/>
                  </a:lnTo>
                  <a:lnTo>
                    <a:pt x="0" y="984330"/>
                  </a:lnTo>
                  <a:lnTo>
                    <a:pt x="0" y="952550"/>
                  </a:lnTo>
                  <a:lnTo>
                    <a:pt x="0" y="920769"/>
                  </a:lnTo>
                  <a:lnTo>
                    <a:pt x="0" y="888988"/>
                  </a:lnTo>
                  <a:lnTo>
                    <a:pt x="0" y="857207"/>
                  </a:lnTo>
                  <a:lnTo>
                    <a:pt x="0" y="825427"/>
                  </a:lnTo>
                  <a:lnTo>
                    <a:pt x="0" y="793646"/>
                  </a:lnTo>
                  <a:lnTo>
                    <a:pt x="0" y="761865"/>
                  </a:lnTo>
                  <a:lnTo>
                    <a:pt x="0" y="730085"/>
                  </a:lnTo>
                  <a:lnTo>
                    <a:pt x="0" y="698304"/>
                  </a:lnTo>
                  <a:lnTo>
                    <a:pt x="0" y="666523"/>
                  </a:lnTo>
                  <a:lnTo>
                    <a:pt x="0" y="634742"/>
                  </a:lnTo>
                  <a:lnTo>
                    <a:pt x="0" y="602962"/>
                  </a:lnTo>
                  <a:lnTo>
                    <a:pt x="0" y="571181"/>
                  </a:lnTo>
                  <a:lnTo>
                    <a:pt x="0" y="539400"/>
                  </a:lnTo>
                  <a:lnTo>
                    <a:pt x="0" y="507620"/>
                  </a:lnTo>
                  <a:lnTo>
                    <a:pt x="0" y="475839"/>
                  </a:lnTo>
                  <a:lnTo>
                    <a:pt x="0" y="444058"/>
                  </a:lnTo>
                  <a:lnTo>
                    <a:pt x="0" y="412277"/>
                  </a:lnTo>
                  <a:lnTo>
                    <a:pt x="0" y="380497"/>
                  </a:lnTo>
                  <a:lnTo>
                    <a:pt x="0" y="348716"/>
                  </a:lnTo>
                  <a:lnTo>
                    <a:pt x="0" y="316935"/>
                  </a:lnTo>
                  <a:lnTo>
                    <a:pt x="0" y="285155"/>
                  </a:lnTo>
                  <a:lnTo>
                    <a:pt x="0" y="253374"/>
                  </a:lnTo>
                  <a:lnTo>
                    <a:pt x="0" y="221593"/>
                  </a:lnTo>
                  <a:lnTo>
                    <a:pt x="0" y="189812"/>
                  </a:lnTo>
                  <a:lnTo>
                    <a:pt x="0" y="158032"/>
                  </a:lnTo>
                  <a:lnTo>
                    <a:pt x="0" y="126251"/>
                  </a:lnTo>
                  <a:lnTo>
                    <a:pt x="0" y="94470"/>
                  </a:lnTo>
                  <a:lnTo>
                    <a:pt x="0" y="62690"/>
                  </a:lnTo>
                  <a:lnTo>
                    <a:pt x="0" y="30909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" name="pl14"/>
            <p:cNvSpPr/>
            <p:nvPr/>
          </p:nvSpPr>
          <p:spPr>
            <a:xfrm>
              <a:off x="7765281" y="1848080"/>
              <a:ext cx="0" cy="3619484"/>
            </a:xfrm>
            <a:custGeom>
              <a:avLst/>
              <a:gdLst/>
              <a:ahLst/>
              <a:cxnLst/>
              <a:rect l="0" t="0" r="0" b="0"/>
              <a:pathLst>
                <a:path h="2714613">
                  <a:moveTo>
                    <a:pt x="0" y="2714613"/>
                  </a:moveTo>
                  <a:lnTo>
                    <a:pt x="0" y="2700489"/>
                  </a:lnTo>
                  <a:lnTo>
                    <a:pt x="0" y="2668708"/>
                  </a:lnTo>
                  <a:lnTo>
                    <a:pt x="0" y="2636927"/>
                  </a:lnTo>
                  <a:lnTo>
                    <a:pt x="0" y="2605147"/>
                  </a:lnTo>
                  <a:lnTo>
                    <a:pt x="0" y="2573366"/>
                  </a:lnTo>
                  <a:lnTo>
                    <a:pt x="0" y="2541585"/>
                  </a:lnTo>
                  <a:lnTo>
                    <a:pt x="0" y="2509805"/>
                  </a:lnTo>
                  <a:lnTo>
                    <a:pt x="0" y="2478024"/>
                  </a:lnTo>
                  <a:lnTo>
                    <a:pt x="0" y="2446243"/>
                  </a:lnTo>
                  <a:lnTo>
                    <a:pt x="0" y="2414462"/>
                  </a:lnTo>
                  <a:lnTo>
                    <a:pt x="0" y="2382682"/>
                  </a:lnTo>
                  <a:lnTo>
                    <a:pt x="0" y="2350901"/>
                  </a:lnTo>
                  <a:lnTo>
                    <a:pt x="0" y="2319120"/>
                  </a:lnTo>
                  <a:lnTo>
                    <a:pt x="0" y="2287340"/>
                  </a:lnTo>
                  <a:lnTo>
                    <a:pt x="0" y="2255559"/>
                  </a:lnTo>
                  <a:lnTo>
                    <a:pt x="0" y="2223778"/>
                  </a:lnTo>
                  <a:lnTo>
                    <a:pt x="0" y="2191997"/>
                  </a:lnTo>
                  <a:lnTo>
                    <a:pt x="0" y="2160217"/>
                  </a:lnTo>
                  <a:lnTo>
                    <a:pt x="0" y="2128436"/>
                  </a:lnTo>
                  <a:lnTo>
                    <a:pt x="0" y="2096655"/>
                  </a:lnTo>
                  <a:lnTo>
                    <a:pt x="0" y="2064875"/>
                  </a:lnTo>
                  <a:lnTo>
                    <a:pt x="0" y="2033094"/>
                  </a:lnTo>
                  <a:lnTo>
                    <a:pt x="0" y="2001313"/>
                  </a:lnTo>
                  <a:lnTo>
                    <a:pt x="0" y="1969532"/>
                  </a:lnTo>
                  <a:lnTo>
                    <a:pt x="0" y="1937752"/>
                  </a:lnTo>
                  <a:lnTo>
                    <a:pt x="0" y="1905971"/>
                  </a:lnTo>
                  <a:lnTo>
                    <a:pt x="0" y="1874190"/>
                  </a:lnTo>
                  <a:lnTo>
                    <a:pt x="0" y="1842410"/>
                  </a:lnTo>
                  <a:lnTo>
                    <a:pt x="0" y="1810629"/>
                  </a:lnTo>
                  <a:lnTo>
                    <a:pt x="0" y="1778848"/>
                  </a:lnTo>
                  <a:lnTo>
                    <a:pt x="0" y="1747067"/>
                  </a:lnTo>
                  <a:lnTo>
                    <a:pt x="0" y="1715287"/>
                  </a:lnTo>
                  <a:lnTo>
                    <a:pt x="0" y="1683506"/>
                  </a:lnTo>
                  <a:lnTo>
                    <a:pt x="0" y="1651725"/>
                  </a:lnTo>
                  <a:lnTo>
                    <a:pt x="0" y="1619945"/>
                  </a:lnTo>
                  <a:lnTo>
                    <a:pt x="0" y="1588164"/>
                  </a:lnTo>
                  <a:lnTo>
                    <a:pt x="0" y="1556383"/>
                  </a:lnTo>
                  <a:lnTo>
                    <a:pt x="0" y="1524602"/>
                  </a:lnTo>
                  <a:lnTo>
                    <a:pt x="0" y="1492822"/>
                  </a:lnTo>
                  <a:lnTo>
                    <a:pt x="0" y="1461041"/>
                  </a:lnTo>
                  <a:lnTo>
                    <a:pt x="0" y="1429260"/>
                  </a:lnTo>
                  <a:lnTo>
                    <a:pt x="0" y="1397480"/>
                  </a:lnTo>
                  <a:lnTo>
                    <a:pt x="0" y="1365699"/>
                  </a:lnTo>
                  <a:lnTo>
                    <a:pt x="0" y="1333918"/>
                  </a:lnTo>
                  <a:lnTo>
                    <a:pt x="0" y="1302137"/>
                  </a:lnTo>
                  <a:lnTo>
                    <a:pt x="0" y="1270357"/>
                  </a:lnTo>
                  <a:lnTo>
                    <a:pt x="0" y="1238576"/>
                  </a:lnTo>
                  <a:lnTo>
                    <a:pt x="0" y="1206795"/>
                  </a:lnTo>
                  <a:lnTo>
                    <a:pt x="0" y="1175015"/>
                  </a:lnTo>
                  <a:lnTo>
                    <a:pt x="0" y="1143234"/>
                  </a:lnTo>
                  <a:lnTo>
                    <a:pt x="0" y="1111453"/>
                  </a:lnTo>
                  <a:lnTo>
                    <a:pt x="0" y="1079672"/>
                  </a:lnTo>
                  <a:lnTo>
                    <a:pt x="0" y="1047892"/>
                  </a:lnTo>
                  <a:lnTo>
                    <a:pt x="0" y="1016111"/>
                  </a:lnTo>
                  <a:lnTo>
                    <a:pt x="0" y="984330"/>
                  </a:lnTo>
                  <a:lnTo>
                    <a:pt x="0" y="952550"/>
                  </a:lnTo>
                  <a:lnTo>
                    <a:pt x="0" y="920769"/>
                  </a:lnTo>
                  <a:lnTo>
                    <a:pt x="0" y="888988"/>
                  </a:lnTo>
                  <a:lnTo>
                    <a:pt x="0" y="857207"/>
                  </a:lnTo>
                  <a:lnTo>
                    <a:pt x="0" y="825427"/>
                  </a:lnTo>
                  <a:lnTo>
                    <a:pt x="0" y="793646"/>
                  </a:lnTo>
                  <a:lnTo>
                    <a:pt x="0" y="761865"/>
                  </a:lnTo>
                  <a:lnTo>
                    <a:pt x="0" y="730085"/>
                  </a:lnTo>
                  <a:lnTo>
                    <a:pt x="0" y="698304"/>
                  </a:lnTo>
                  <a:lnTo>
                    <a:pt x="0" y="666523"/>
                  </a:lnTo>
                  <a:lnTo>
                    <a:pt x="0" y="634742"/>
                  </a:lnTo>
                  <a:lnTo>
                    <a:pt x="0" y="602962"/>
                  </a:lnTo>
                  <a:lnTo>
                    <a:pt x="0" y="571181"/>
                  </a:lnTo>
                  <a:lnTo>
                    <a:pt x="0" y="539400"/>
                  </a:lnTo>
                  <a:lnTo>
                    <a:pt x="0" y="507620"/>
                  </a:lnTo>
                  <a:lnTo>
                    <a:pt x="0" y="475839"/>
                  </a:lnTo>
                  <a:lnTo>
                    <a:pt x="0" y="444058"/>
                  </a:lnTo>
                  <a:lnTo>
                    <a:pt x="0" y="412277"/>
                  </a:lnTo>
                  <a:lnTo>
                    <a:pt x="0" y="380497"/>
                  </a:lnTo>
                  <a:lnTo>
                    <a:pt x="0" y="348716"/>
                  </a:lnTo>
                  <a:lnTo>
                    <a:pt x="0" y="316935"/>
                  </a:lnTo>
                  <a:lnTo>
                    <a:pt x="0" y="285155"/>
                  </a:lnTo>
                  <a:lnTo>
                    <a:pt x="0" y="253374"/>
                  </a:lnTo>
                  <a:lnTo>
                    <a:pt x="0" y="221593"/>
                  </a:lnTo>
                  <a:lnTo>
                    <a:pt x="0" y="189812"/>
                  </a:lnTo>
                  <a:lnTo>
                    <a:pt x="0" y="158032"/>
                  </a:lnTo>
                  <a:lnTo>
                    <a:pt x="0" y="126251"/>
                  </a:lnTo>
                  <a:lnTo>
                    <a:pt x="0" y="94470"/>
                  </a:lnTo>
                  <a:lnTo>
                    <a:pt x="0" y="62690"/>
                  </a:lnTo>
                  <a:lnTo>
                    <a:pt x="0" y="30909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" name="pl15"/>
            <p:cNvSpPr/>
            <p:nvPr/>
          </p:nvSpPr>
          <p:spPr>
            <a:xfrm>
              <a:off x="3342731" y="5130921"/>
              <a:ext cx="4668749" cy="0"/>
            </a:xfrm>
            <a:custGeom>
              <a:avLst/>
              <a:gdLst/>
              <a:ahLst/>
              <a:cxnLst/>
              <a:rect l="0" t="0" r="0" b="0"/>
              <a:pathLst>
                <a:path w="3501561">
                  <a:moveTo>
                    <a:pt x="0" y="0"/>
                  </a:moveTo>
                  <a:lnTo>
                    <a:pt x="19506" y="0"/>
                  </a:lnTo>
                  <a:lnTo>
                    <a:pt x="58299" y="0"/>
                  </a:lnTo>
                  <a:lnTo>
                    <a:pt x="97093" y="0"/>
                  </a:lnTo>
                  <a:lnTo>
                    <a:pt x="135886" y="0"/>
                  </a:lnTo>
                  <a:lnTo>
                    <a:pt x="174679" y="0"/>
                  </a:lnTo>
                  <a:lnTo>
                    <a:pt x="213472" y="0"/>
                  </a:lnTo>
                  <a:lnTo>
                    <a:pt x="252265" y="0"/>
                  </a:lnTo>
                  <a:lnTo>
                    <a:pt x="291058" y="0"/>
                  </a:lnTo>
                  <a:lnTo>
                    <a:pt x="329851" y="0"/>
                  </a:lnTo>
                  <a:lnTo>
                    <a:pt x="368644" y="0"/>
                  </a:lnTo>
                  <a:lnTo>
                    <a:pt x="407437" y="0"/>
                  </a:lnTo>
                  <a:lnTo>
                    <a:pt x="446230" y="0"/>
                  </a:lnTo>
                  <a:lnTo>
                    <a:pt x="485023" y="0"/>
                  </a:lnTo>
                  <a:lnTo>
                    <a:pt x="523816" y="0"/>
                  </a:lnTo>
                  <a:lnTo>
                    <a:pt x="562609" y="0"/>
                  </a:lnTo>
                  <a:lnTo>
                    <a:pt x="601402" y="0"/>
                  </a:lnTo>
                  <a:lnTo>
                    <a:pt x="640195" y="0"/>
                  </a:lnTo>
                  <a:lnTo>
                    <a:pt x="678988" y="0"/>
                  </a:lnTo>
                  <a:lnTo>
                    <a:pt x="717781" y="0"/>
                  </a:lnTo>
                  <a:lnTo>
                    <a:pt x="756574" y="0"/>
                  </a:lnTo>
                  <a:lnTo>
                    <a:pt x="795367" y="0"/>
                  </a:lnTo>
                  <a:lnTo>
                    <a:pt x="834160" y="0"/>
                  </a:lnTo>
                  <a:lnTo>
                    <a:pt x="872954" y="0"/>
                  </a:lnTo>
                  <a:lnTo>
                    <a:pt x="911747" y="0"/>
                  </a:lnTo>
                  <a:lnTo>
                    <a:pt x="950540" y="0"/>
                  </a:lnTo>
                  <a:lnTo>
                    <a:pt x="989333" y="0"/>
                  </a:lnTo>
                  <a:lnTo>
                    <a:pt x="1028126" y="0"/>
                  </a:lnTo>
                  <a:lnTo>
                    <a:pt x="1066919" y="0"/>
                  </a:lnTo>
                  <a:lnTo>
                    <a:pt x="1105712" y="0"/>
                  </a:lnTo>
                  <a:lnTo>
                    <a:pt x="1144505" y="0"/>
                  </a:lnTo>
                  <a:lnTo>
                    <a:pt x="1183298" y="0"/>
                  </a:lnTo>
                  <a:lnTo>
                    <a:pt x="1222091" y="0"/>
                  </a:lnTo>
                  <a:lnTo>
                    <a:pt x="1260884" y="0"/>
                  </a:lnTo>
                  <a:lnTo>
                    <a:pt x="1299677" y="0"/>
                  </a:lnTo>
                  <a:lnTo>
                    <a:pt x="1338470" y="0"/>
                  </a:lnTo>
                  <a:lnTo>
                    <a:pt x="1377263" y="0"/>
                  </a:lnTo>
                  <a:lnTo>
                    <a:pt x="1416056" y="0"/>
                  </a:lnTo>
                  <a:lnTo>
                    <a:pt x="1454849" y="0"/>
                  </a:lnTo>
                  <a:lnTo>
                    <a:pt x="1493642" y="0"/>
                  </a:lnTo>
                  <a:lnTo>
                    <a:pt x="1532435" y="0"/>
                  </a:lnTo>
                  <a:lnTo>
                    <a:pt x="1571228" y="0"/>
                  </a:lnTo>
                  <a:lnTo>
                    <a:pt x="1610021" y="0"/>
                  </a:lnTo>
                  <a:lnTo>
                    <a:pt x="1648815" y="0"/>
                  </a:lnTo>
                  <a:lnTo>
                    <a:pt x="1687608" y="0"/>
                  </a:lnTo>
                  <a:lnTo>
                    <a:pt x="1726401" y="0"/>
                  </a:lnTo>
                  <a:lnTo>
                    <a:pt x="1765194" y="0"/>
                  </a:lnTo>
                  <a:lnTo>
                    <a:pt x="1803987" y="0"/>
                  </a:lnTo>
                  <a:lnTo>
                    <a:pt x="1842780" y="0"/>
                  </a:lnTo>
                  <a:lnTo>
                    <a:pt x="1881573" y="0"/>
                  </a:lnTo>
                  <a:lnTo>
                    <a:pt x="1920366" y="0"/>
                  </a:lnTo>
                  <a:lnTo>
                    <a:pt x="1959159" y="0"/>
                  </a:lnTo>
                  <a:lnTo>
                    <a:pt x="1997952" y="0"/>
                  </a:lnTo>
                  <a:lnTo>
                    <a:pt x="2036745" y="0"/>
                  </a:lnTo>
                  <a:lnTo>
                    <a:pt x="2075538" y="0"/>
                  </a:lnTo>
                  <a:lnTo>
                    <a:pt x="2114331" y="0"/>
                  </a:lnTo>
                  <a:lnTo>
                    <a:pt x="2153124" y="0"/>
                  </a:lnTo>
                  <a:lnTo>
                    <a:pt x="2191917" y="0"/>
                  </a:lnTo>
                  <a:lnTo>
                    <a:pt x="2230710" y="0"/>
                  </a:lnTo>
                  <a:lnTo>
                    <a:pt x="2269503" y="0"/>
                  </a:lnTo>
                  <a:lnTo>
                    <a:pt x="2308296" y="0"/>
                  </a:lnTo>
                  <a:lnTo>
                    <a:pt x="2347089" y="0"/>
                  </a:lnTo>
                  <a:lnTo>
                    <a:pt x="2385882" y="0"/>
                  </a:lnTo>
                  <a:lnTo>
                    <a:pt x="2424676" y="0"/>
                  </a:lnTo>
                  <a:lnTo>
                    <a:pt x="2463469" y="0"/>
                  </a:lnTo>
                  <a:lnTo>
                    <a:pt x="2502262" y="0"/>
                  </a:lnTo>
                  <a:lnTo>
                    <a:pt x="2541055" y="0"/>
                  </a:lnTo>
                  <a:lnTo>
                    <a:pt x="2579848" y="0"/>
                  </a:lnTo>
                  <a:lnTo>
                    <a:pt x="2618641" y="0"/>
                  </a:lnTo>
                  <a:lnTo>
                    <a:pt x="2657434" y="0"/>
                  </a:lnTo>
                  <a:lnTo>
                    <a:pt x="2696227" y="0"/>
                  </a:lnTo>
                  <a:lnTo>
                    <a:pt x="2735020" y="0"/>
                  </a:lnTo>
                  <a:lnTo>
                    <a:pt x="2773813" y="0"/>
                  </a:lnTo>
                  <a:lnTo>
                    <a:pt x="2812606" y="0"/>
                  </a:lnTo>
                  <a:lnTo>
                    <a:pt x="2851399" y="0"/>
                  </a:lnTo>
                  <a:lnTo>
                    <a:pt x="2890192" y="0"/>
                  </a:lnTo>
                  <a:lnTo>
                    <a:pt x="2928985" y="0"/>
                  </a:lnTo>
                  <a:lnTo>
                    <a:pt x="2967778" y="0"/>
                  </a:lnTo>
                  <a:lnTo>
                    <a:pt x="3006571" y="0"/>
                  </a:lnTo>
                  <a:lnTo>
                    <a:pt x="3045364" y="0"/>
                  </a:lnTo>
                  <a:lnTo>
                    <a:pt x="3084157" y="0"/>
                  </a:lnTo>
                  <a:lnTo>
                    <a:pt x="3122950" y="0"/>
                  </a:lnTo>
                  <a:lnTo>
                    <a:pt x="3161743" y="0"/>
                  </a:lnTo>
                  <a:lnTo>
                    <a:pt x="3200537" y="0"/>
                  </a:lnTo>
                  <a:lnTo>
                    <a:pt x="3239330" y="0"/>
                  </a:lnTo>
                  <a:lnTo>
                    <a:pt x="3278123" y="0"/>
                  </a:lnTo>
                  <a:lnTo>
                    <a:pt x="3316916" y="0"/>
                  </a:lnTo>
                  <a:lnTo>
                    <a:pt x="3355709" y="0"/>
                  </a:lnTo>
                  <a:lnTo>
                    <a:pt x="3394502" y="0"/>
                  </a:lnTo>
                  <a:lnTo>
                    <a:pt x="3433295" y="0"/>
                  </a:lnTo>
                  <a:lnTo>
                    <a:pt x="3472088" y="0"/>
                  </a:lnTo>
                  <a:lnTo>
                    <a:pt x="3501561" y="0"/>
                  </a:lnTo>
                  <a:lnTo>
                    <a:pt x="3501561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" name="pl16"/>
            <p:cNvSpPr/>
            <p:nvPr/>
          </p:nvSpPr>
          <p:spPr>
            <a:xfrm>
              <a:off x="3342731" y="4431746"/>
              <a:ext cx="4668749" cy="0"/>
            </a:xfrm>
            <a:custGeom>
              <a:avLst/>
              <a:gdLst/>
              <a:ahLst/>
              <a:cxnLst/>
              <a:rect l="0" t="0" r="0" b="0"/>
              <a:pathLst>
                <a:path w="3501561">
                  <a:moveTo>
                    <a:pt x="0" y="0"/>
                  </a:moveTo>
                  <a:lnTo>
                    <a:pt x="19506" y="0"/>
                  </a:lnTo>
                  <a:lnTo>
                    <a:pt x="58299" y="0"/>
                  </a:lnTo>
                  <a:lnTo>
                    <a:pt x="97093" y="0"/>
                  </a:lnTo>
                  <a:lnTo>
                    <a:pt x="135886" y="0"/>
                  </a:lnTo>
                  <a:lnTo>
                    <a:pt x="174679" y="0"/>
                  </a:lnTo>
                  <a:lnTo>
                    <a:pt x="213472" y="0"/>
                  </a:lnTo>
                  <a:lnTo>
                    <a:pt x="252265" y="0"/>
                  </a:lnTo>
                  <a:lnTo>
                    <a:pt x="291058" y="0"/>
                  </a:lnTo>
                  <a:lnTo>
                    <a:pt x="329851" y="0"/>
                  </a:lnTo>
                  <a:lnTo>
                    <a:pt x="368644" y="0"/>
                  </a:lnTo>
                  <a:lnTo>
                    <a:pt x="407437" y="0"/>
                  </a:lnTo>
                  <a:lnTo>
                    <a:pt x="446230" y="0"/>
                  </a:lnTo>
                  <a:lnTo>
                    <a:pt x="485023" y="0"/>
                  </a:lnTo>
                  <a:lnTo>
                    <a:pt x="523816" y="0"/>
                  </a:lnTo>
                  <a:lnTo>
                    <a:pt x="562609" y="0"/>
                  </a:lnTo>
                  <a:lnTo>
                    <a:pt x="601402" y="0"/>
                  </a:lnTo>
                  <a:lnTo>
                    <a:pt x="640195" y="0"/>
                  </a:lnTo>
                  <a:lnTo>
                    <a:pt x="678988" y="0"/>
                  </a:lnTo>
                  <a:lnTo>
                    <a:pt x="717781" y="0"/>
                  </a:lnTo>
                  <a:lnTo>
                    <a:pt x="756574" y="0"/>
                  </a:lnTo>
                  <a:lnTo>
                    <a:pt x="795367" y="0"/>
                  </a:lnTo>
                  <a:lnTo>
                    <a:pt x="834160" y="0"/>
                  </a:lnTo>
                  <a:lnTo>
                    <a:pt x="872954" y="0"/>
                  </a:lnTo>
                  <a:lnTo>
                    <a:pt x="911747" y="0"/>
                  </a:lnTo>
                  <a:lnTo>
                    <a:pt x="950540" y="0"/>
                  </a:lnTo>
                  <a:lnTo>
                    <a:pt x="989333" y="0"/>
                  </a:lnTo>
                  <a:lnTo>
                    <a:pt x="1028126" y="0"/>
                  </a:lnTo>
                  <a:lnTo>
                    <a:pt x="1066919" y="0"/>
                  </a:lnTo>
                  <a:lnTo>
                    <a:pt x="1105712" y="0"/>
                  </a:lnTo>
                  <a:lnTo>
                    <a:pt x="1144505" y="0"/>
                  </a:lnTo>
                  <a:lnTo>
                    <a:pt x="1183298" y="0"/>
                  </a:lnTo>
                  <a:lnTo>
                    <a:pt x="1222091" y="0"/>
                  </a:lnTo>
                  <a:lnTo>
                    <a:pt x="1260884" y="0"/>
                  </a:lnTo>
                  <a:lnTo>
                    <a:pt x="1299677" y="0"/>
                  </a:lnTo>
                  <a:lnTo>
                    <a:pt x="1338470" y="0"/>
                  </a:lnTo>
                  <a:lnTo>
                    <a:pt x="1377263" y="0"/>
                  </a:lnTo>
                  <a:lnTo>
                    <a:pt x="1416056" y="0"/>
                  </a:lnTo>
                  <a:lnTo>
                    <a:pt x="1454849" y="0"/>
                  </a:lnTo>
                  <a:lnTo>
                    <a:pt x="1493642" y="0"/>
                  </a:lnTo>
                  <a:lnTo>
                    <a:pt x="1532435" y="0"/>
                  </a:lnTo>
                  <a:lnTo>
                    <a:pt x="1571228" y="0"/>
                  </a:lnTo>
                  <a:lnTo>
                    <a:pt x="1610021" y="0"/>
                  </a:lnTo>
                  <a:lnTo>
                    <a:pt x="1648815" y="0"/>
                  </a:lnTo>
                  <a:lnTo>
                    <a:pt x="1687608" y="0"/>
                  </a:lnTo>
                  <a:lnTo>
                    <a:pt x="1726401" y="0"/>
                  </a:lnTo>
                  <a:lnTo>
                    <a:pt x="1765194" y="0"/>
                  </a:lnTo>
                  <a:lnTo>
                    <a:pt x="1803987" y="0"/>
                  </a:lnTo>
                  <a:lnTo>
                    <a:pt x="1842780" y="0"/>
                  </a:lnTo>
                  <a:lnTo>
                    <a:pt x="1881573" y="0"/>
                  </a:lnTo>
                  <a:lnTo>
                    <a:pt x="1920366" y="0"/>
                  </a:lnTo>
                  <a:lnTo>
                    <a:pt x="1959159" y="0"/>
                  </a:lnTo>
                  <a:lnTo>
                    <a:pt x="1997952" y="0"/>
                  </a:lnTo>
                  <a:lnTo>
                    <a:pt x="2036745" y="0"/>
                  </a:lnTo>
                  <a:lnTo>
                    <a:pt x="2075538" y="0"/>
                  </a:lnTo>
                  <a:lnTo>
                    <a:pt x="2114331" y="0"/>
                  </a:lnTo>
                  <a:lnTo>
                    <a:pt x="2153124" y="0"/>
                  </a:lnTo>
                  <a:lnTo>
                    <a:pt x="2191917" y="0"/>
                  </a:lnTo>
                  <a:lnTo>
                    <a:pt x="2230710" y="0"/>
                  </a:lnTo>
                  <a:lnTo>
                    <a:pt x="2269503" y="0"/>
                  </a:lnTo>
                  <a:lnTo>
                    <a:pt x="2308296" y="0"/>
                  </a:lnTo>
                  <a:lnTo>
                    <a:pt x="2347089" y="0"/>
                  </a:lnTo>
                  <a:lnTo>
                    <a:pt x="2385882" y="0"/>
                  </a:lnTo>
                  <a:lnTo>
                    <a:pt x="2424676" y="0"/>
                  </a:lnTo>
                  <a:lnTo>
                    <a:pt x="2463469" y="0"/>
                  </a:lnTo>
                  <a:lnTo>
                    <a:pt x="2502262" y="0"/>
                  </a:lnTo>
                  <a:lnTo>
                    <a:pt x="2541055" y="0"/>
                  </a:lnTo>
                  <a:lnTo>
                    <a:pt x="2579848" y="0"/>
                  </a:lnTo>
                  <a:lnTo>
                    <a:pt x="2618641" y="0"/>
                  </a:lnTo>
                  <a:lnTo>
                    <a:pt x="2657434" y="0"/>
                  </a:lnTo>
                  <a:lnTo>
                    <a:pt x="2696227" y="0"/>
                  </a:lnTo>
                  <a:lnTo>
                    <a:pt x="2735020" y="0"/>
                  </a:lnTo>
                  <a:lnTo>
                    <a:pt x="2773813" y="0"/>
                  </a:lnTo>
                  <a:lnTo>
                    <a:pt x="2812606" y="0"/>
                  </a:lnTo>
                  <a:lnTo>
                    <a:pt x="2851399" y="0"/>
                  </a:lnTo>
                  <a:lnTo>
                    <a:pt x="2890192" y="0"/>
                  </a:lnTo>
                  <a:lnTo>
                    <a:pt x="2928985" y="0"/>
                  </a:lnTo>
                  <a:lnTo>
                    <a:pt x="2967778" y="0"/>
                  </a:lnTo>
                  <a:lnTo>
                    <a:pt x="3006571" y="0"/>
                  </a:lnTo>
                  <a:lnTo>
                    <a:pt x="3045364" y="0"/>
                  </a:lnTo>
                  <a:lnTo>
                    <a:pt x="3084157" y="0"/>
                  </a:lnTo>
                  <a:lnTo>
                    <a:pt x="3122950" y="0"/>
                  </a:lnTo>
                  <a:lnTo>
                    <a:pt x="3161743" y="0"/>
                  </a:lnTo>
                  <a:lnTo>
                    <a:pt x="3200537" y="0"/>
                  </a:lnTo>
                  <a:lnTo>
                    <a:pt x="3239330" y="0"/>
                  </a:lnTo>
                  <a:lnTo>
                    <a:pt x="3278123" y="0"/>
                  </a:lnTo>
                  <a:lnTo>
                    <a:pt x="3316916" y="0"/>
                  </a:lnTo>
                  <a:lnTo>
                    <a:pt x="3355709" y="0"/>
                  </a:lnTo>
                  <a:lnTo>
                    <a:pt x="3394502" y="0"/>
                  </a:lnTo>
                  <a:lnTo>
                    <a:pt x="3433295" y="0"/>
                  </a:lnTo>
                  <a:lnTo>
                    <a:pt x="3472088" y="0"/>
                  </a:lnTo>
                  <a:lnTo>
                    <a:pt x="3501561" y="0"/>
                  </a:lnTo>
                  <a:lnTo>
                    <a:pt x="3501561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" name="pl17"/>
            <p:cNvSpPr/>
            <p:nvPr/>
          </p:nvSpPr>
          <p:spPr>
            <a:xfrm>
              <a:off x="3342731" y="3732569"/>
              <a:ext cx="4668749" cy="0"/>
            </a:xfrm>
            <a:custGeom>
              <a:avLst/>
              <a:gdLst/>
              <a:ahLst/>
              <a:cxnLst/>
              <a:rect l="0" t="0" r="0" b="0"/>
              <a:pathLst>
                <a:path w="3501561">
                  <a:moveTo>
                    <a:pt x="0" y="0"/>
                  </a:moveTo>
                  <a:lnTo>
                    <a:pt x="19506" y="0"/>
                  </a:lnTo>
                  <a:lnTo>
                    <a:pt x="58299" y="0"/>
                  </a:lnTo>
                  <a:lnTo>
                    <a:pt x="97093" y="0"/>
                  </a:lnTo>
                  <a:lnTo>
                    <a:pt x="135886" y="0"/>
                  </a:lnTo>
                  <a:lnTo>
                    <a:pt x="174679" y="0"/>
                  </a:lnTo>
                  <a:lnTo>
                    <a:pt x="213472" y="0"/>
                  </a:lnTo>
                  <a:lnTo>
                    <a:pt x="252265" y="0"/>
                  </a:lnTo>
                  <a:lnTo>
                    <a:pt x="291058" y="0"/>
                  </a:lnTo>
                  <a:lnTo>
                    <a:pt x="329851" y="0"/>
                  </a:lnTo>
                  <a:lnTo>
                    <a:pt x="368644" y="0"/>
                  </a:lnTo>
                  <a:lnTo>
                    <a:pt x="407437" y="0"/>
                  </a:lnTo>
                  <a:lnTo>
                    <a:pt x="446230" y="0"/>
                  </a:lnTo>
                  <a:lnTo>
                    <a:pt x="485023" y="0"/>
                  </a:lnTo>
                  <a:lnTo>
                    <a:pt x="523816" y="0"/>
                  </a:lnTo>
                  <a:lnTo>
                    <a:pt x="562609" y="0"/>
                  </a:lnTo>
                  <a:lnTo>
                    <a:pt x="601402" y="0"/>
                  </a:lnTo>
                  <a:lnTo>
                    <a:pt x="640195" y="0"/>
                  </a:lnTo>
                  <a:lnTo>
                    <a:pt x="678988" y="0"/>
                  </a:lnTo>
                  <a:lnTo>
                    <a:pt x="717781" y="0"/>
                  </a:lnTo>
                  <a:lnTo>
                    <a:pt x="756574" y="0"/>
                  </a:lnTo>
                  <a:lnTo>
                    <a:pt x="795367" y="0"/>
                  </a:lnTo>
                  <a:lnTo>
                    <a:pt x="834160" y="0"/>
                  </a:lnTo>
                  <a:lnTo>
                    <a:pt x="872954" y="0"/>
                  </a:lnTo>
                  <a:lnTo>
                    <a:pt x="911747" y="0"/>
                  </a:lnTo>
                  <a:lnTo>
                    <a:pt x="950540" y="0"/>
                  </a:lnTo>
                  <a:lnTo>
                    <a:pt x="989333" y="0"/>
                  </a:lnTo>
                  <a:lnTo>
                    <a:pt x="1028126" y="0"/>
                  </a:lnTo>
                  <a:lnTo>
                    <a:pt x="1066919" y="0"/>
                  </a:lnTo>
                  <a:lnTo>
                    <a:pt x="1105712" y="0"/>
                  </a:lnTo>
                  <a:lnTo>
                    <a:pt x="1144505" y="0"/>
                  </a:lnTo>
                  <a:lnTo>
                    <a:pt x="1183298" y="0"/>
                  </a:lnTo>
                  <a:lnTo>
                    <a:pt x="1222091" y="0"/>
                  </a:lnTo>
                  <a:lnTo>
                    <a:pt x="1260884" y="0"/>
                  </a:lnTo>
                  <a:lnTo>
                    <a:pt x="1299677" y="0"/>
                  </a:lnTo>
                  <a:lnTo>
                    <a:pt x="1338470" y="0"/>
                  </a:lnTo>
                  <a:lnTo>
                    <a:pt x="1377263" y="0"/>
                  </a:lnTo>
                  <a:lnTo>
                    <a:pt x="1416056" y="0"/>
                  </a:lnTo>
                  <a:lnTo>
                    <a:pt x="1454849" y="0"/>
                  </a:lnTo>
                  <a:lnTo>
                    <a:pt x="1493642" y="0"/>
                  </a:lnTo>
                  <a:lnTo>
                    <a:pt x="1532435" y="0"/>
                  </a:lnTo>
                  <a:lnTo>
                    <a:pt x="1571228" y="0"/>
                  </a:lnTo>
                  <a:lnTo>
                    <a:pt x="1610021" y="0"/>
                  </a:lnTo>
                  <a:lnTo>
                    <a:pt x="1648815" y="0"/>
                  </a:lnTo>
                  <a:lnTo>
                    <a:pt x="1687608" y="0"/>
                  </a:lnTo>
                  <a:lnTo>
                    <a:pt x="1726401" y="0"/>
                  </a:lnTo>
                  <a:lnTo>
                    <a:pt x="1765194" y="0"/>
                  </a:lnTo>
                  <a:lnTo>
                    <a:pt x="1803987" y="0"/>
                  </a:lnTo>
                  <a:lnTo>
                    <a:pt x="1842780" y="0"/>
                  </a:lnTo>
                  <a:lnTo>
                    <a:pt x="1881573" y="0"/>
                  </a:lnTo>
                  <a:lnTo>
                    <a:pt x="1920366" y="0"/>
                  </a:lnTo>
                  <a:lnTo>
                    <a:pt x="1959159" y="0"/>
                  </a:lnTo>
                  <a:lnTo>
                    <a:pt x="1997952" y="0"/>
                  </a:lnTo>
                  <a:lnTo>
                    <a:pt x="2036745" y="0"/>
                  </a:lnTo>
                  <a:lnTo>
                    <a:pt x="2075538" y="0"/>
                  </a:lnTo>
                  <a:lnTo>
                    <a:pt x="2114331" y="0"/>
                  </a:lnTo>
                  <a:lnTo>
                    <a:pt x="2153124" y="0"/>
                  </a:lnTo>
                  <a:lnTo>
                    <a:pt x="2191917" y="0"/>
                  </a:lnTo>
                  <a:lnTo>
                    <a:pt x="2230710" y="0"/>
                  </a:lnTo>
                  <a:lnTo>
                    <a:pt x="2269503" y="0"/>
                  </a:lnTo>
                  <a:lnTo>
                    <a:pt x="2308296" y="0"/>
                  </a:lnTo>
                  <a:lnTo>
                    <a:pt x="2347089" y="0"/>
                  </a:lnTo>
                  <a:lnTo>
                    <a:pt x="2385882" y="0"/>
                  </a:lnTo>
                  <a:lnTo>
                    <a:pt x="2424676" y="0"/>
                  </a:lnTo>
                  <a:lnTo>
                    <a:pt x="2463469" y="0"/>
                  </a:lnTo>
                  <a:lnTo>
                    <a:pt x="2502262" y="0"/>
                  </a:lnTo>
                  <a:lnTo>
                    <a:pt x="2541055" y="0"/>
                  </a:lnTo>
                  <a:lnTo>
                    <a:pt x="2579848" y="0"/>
                  </a:lnTo>
                  <a:lnTo>
                    <a:pt x="2618641" y="0"/>
                  </a:lnTo>
                  <a:lnTo>
                    <a:pt x="2657434" y="0"/>
                  </a:lnTo>
                  <a:lnTo>
                    <a:pt x="2696227" y="0"/>
                  </a:lnTo>
                  <a:lnTo>
                    <a:pt x="2735020" y="0"/>
                  </a:lnTo>
                  <a:lnTo>
                    <a:pt x="2773813" y="0"/>
                  </a:lnTo>
                  <a:lnTo>
                    <a:pt x="2812606" y="0"/>
                  </a:lnTo>
                  <a:lnTo>
                    <a:pt x="2851399" y="0"/>
                  </a:lnTo>
                  <a:lnTo>
                    <a:pt x="2890192" y="0"/>
                  </a:lnTo>
                  <a:lnTo>
                    <a:pt x="2928985" y="0"/>
                  </a:lnTo>
                  <a:lnTo>
                    <a:pt x="2967778" y="0"/>
                  </a:lnTo>
                  <a:lnTo>
                    <a:pt x="3006571" y="0"/>
                  </a:lnTo>
                  <a:lnTo>
                    <a:pt x="3045364" y="0"/>
                  </a:lnTo>
                  <a:lnTo>
                    <a:pt x="3084157" y="0"/>
                  </a:lnTo>
                  <a:lnTo>
                    <a:pt x="3122950" y="0"/>
                  </a:lnTo>
                  <a:lnTo>
                    <a:pt x="3161743" y="0"/>
                  </a:lnTo>
                  <a:lnTo>
                    <a:pt x="3200537" y="0"/>
                  </a:lnTo>
                  <a:lnTo>
                    <a:pt x="3239330" y="0"/>
                  </a:lnTo>
                  <a:lnTo>
                    <a:pt x="3278123" y="0"/>
                  </a:lnTo>
                  <a:lnTo>
                    <a:pt x="3316916" y="0"/>
                  </a:lnTo>
                  <a:lnTo>
                    <a:pt x="3355709" y="0"/>
                  </a:lnTo>
                  <a:lnTo>
                    <a:pt x="3394502" y="0"/>
                  </a:lnTo>
                  <a:lnTo>
                    <a:pt x="3433295" y="0"/>
                  </a:lnTo>
                  <a:lnTo>
                    <a:pt x="3472088" y="0"/>
                  </a:lnTo>
                  <a:lnTo>
                    <a:pt x="3501561" y="0"/>
                  </a:lnTo>
                  <a:lnTo>
                    <a:pt x="3501561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" name="pl18"/>
            <p:cNvSpPr/>
            <p:nvPr/>
          </p:nvSpPr>
          <p:spPr>
            <a:xfrm>
              <a:off x="3342731" y="3033393"/>
              <a:ext cx="4668749" cy="0"/>
            </a:xfrm>
            <a:custGeom>
              <a:avLst/>
              <a:gdLst/>
              <a:ahLst/>
              <a:cxnLst/>
              <a:rect l="0" t="0" r="0" b="0"/>
              <a:pathLst>
                <a:path w="3501561">
                  <a:moveTo>
                    <a:pt x="0" y="0"/>
                  </a:moveTo>
                  <a:lnTo>
                    <a:pt x="19506" y="0"/>
                  </a:lnTo>
                  <a:lnTo>
                    <a:pt x="58299" y="0"/>
                  </a:lnTo>
                  <a:lnTo>
                    <a:pt x="97093" y="0"/>
                  </a:lnTo>
                  <a:lnTo>
                    <a:pt x="135886" y="0"/>
                  </a:lnTo>
                  <a:lnTo>
                    <a:pt x="174679" y="0"/>
                  </a:lnTo>
                  <a:lnTo>
                    <a:pt x="213472" y="0"/>
                  </a:lnTo>
                  <a:lnTo>
                    <a:pt x="252265" y="0"/>
                  </a:lnTo>
                  <a:lnTo>
                    <a:pt x="291058" y="0"/>
                  </a:lnTo>
                  <a:lnTo>
                    <a:pt x="329851" y="0"/>
                  </a:lnTo>
                  <a:lnTo>
                    <a:pt x="368644" y="0"/>
                  </a:lnTo>
                  <a:lnTo>
                    <a:pt x="407437" y="0"/>
                  </a:lnTo>
                  <a:lnTo>
                    <a:pt x="446230" y="0"/>
                  </a:lnTo>
                  <a:lnTo>
                    <a:pt x="485023" y="0"/>
                  </a:lnTo>
                  <a:lnTo>
                    <a:pt x="523816" y="0"/>
                  </a:lnTo>
                  <a:lnTo>
                    <a:pt x="562609" y="0"/>
                  </a:lnTo>
                  <a:lnTo>
                    <a:pt x="601402" y="0"/>
                  </a:lnTo>
                  <a:lnTo>
                    <a:pt x="640195" y="0"/>
                  </a:lnTo>
                  <a:lnTo>
                    <a:pt x="678988" y="0"/>
                  </a:lnTo>
                  <a:lnTo>
                    <a:pt x="717781" y="0"/>
                  </a:lnTo>
                  <a:lnTo>
                    <a:pt x="756574" y="0"/>
                  </a:lnTo>
                  <a:lnTo>
                    <a:pt x="795367" y="0"/>
                  </a:lnTo>
                  <a:lnTo>
                    <a:pt x="834160" y="0"/>
                  </a:lnTo>
                  <a:lnTo>
                    <a:pt x="872954" y="0"/>
                  </a:lnTo>
                  <a:lnTo>
                    <a:pt x="911747" y="0"/>
                  </a:lnTo>
                  <a:lnTo>
                    <a:pt x="950540" y="0"/>
                  </a:lnTo>
                  <a:lnTo>
                    <a:pt x="989333" y="0"/>
                  </a:lnTo>
                  <a:lnTo>
                    <a:pt x="1028126" y="0"/>
                  </a:lnTo>
                  <a:lnTo>
                    <a:pt x="1066919" y="0"/>
                  </a:lnTo>
                  <a:lnTo>
                    <a:pt x="1105712" y="0"/>
                  </a:lnTo>
                  <a:lnTo>
                    <a:pt x="1144505" y="0"/>
                  </a:lnTo>
                  <a:lnTo>
                    <a:pt x="1183298" y="0"/>
                  </a:lnTo>
                  <a:lnTo>
                    <a:pt x="1222091" y="0"/>
                  </a:lnTo>
                  <a:lnTo>
                    <a:pt x="1260884" y="0"/>
                  </a:lnTo>
                  <a:lnTo>
                    <a:pt x="1299677" y="0"/>
                  </a:lnTo>
                  <a:lnTo>
                    <a:pt x="1338470" y="0"/>
                  </a:lnTo>
                  <a:lnTo>
                    <a:pt x="1377263" y="0"/>
                  </a:lnTo>
                  <a:lnTo>
                    <a:pt x="1416056" y="0"/>
                  </a:lnTo>
                  <a:lnTo>
                    <a:pt x="1454849" y="0"/>
                  </a:lnTo>
                  <a:lnTo>
                    <a:pt x="1493642" y="0"/>
                  </a:lnTo>
                  <a:lnTo>
                    <a:pt x="1532435" y="0"/>
                  </a:lnTo>
                  <a:lnTo>
                    <a:pt x="1571228" y="0"/>
                  </a:lnTo>
                  <a:lnTo>
                    <a:pt x="1610021" y="0"/>
                  </a:lnTo>
                  <a:lnTo>
                    <a:pt x="1648815" y="0"/>
                  </a:lnTo>
                  <a:lnTo>
                    <a:pt x="1687608" y="0"/>
                  </a:lnTo>
                  <a:lnTo>
                    <a:pt x="1726401" y="0"/>
                  </a:lnTo>
                  <a:lnTo>
                    <a:pt x="1765194" y="0"/>
                  </a:lnTo>
                  <a:lnTo>
                    <a:pt x="1803987" y="0"/>
                  </a:lnTo>
                  <a:lnTo>
                    <a:pt x="1842780" y="0"/>
                  </a:lnTo>
                  <a:lnTo>
                    <a:pt x="1881573" y="0"/>
                  </a:lnTo>
                  <a:lnTo>
                    <a:pt x="1920366" y="0"/>
                  </a:lnTo>
                  <a:lnTo>
                    <a:pt x="1959159" y="0"/>
                  </a:lnTo>
                  <a:lnTo>
                    <a:pt x="1997952" y="0"/>
                  </a:lnTo>
                  <a:lnTo>
                    <a:pt x="2036745" y="0"/>
                  </a:lnTo>
                  <a:lnTo>
                    <a:pt x="2075538" y="0"/>
                  </a:lnTo>
                  <a:lnTo>
                    <a:pt x="2114331" y="0"/>
                  </a:lnTo>
                  <a:lnTo>
                    <a:pt x="2153124" y="0"/>
                  </a:lnTo>
                  <a:lnTo>
                    <a:pt x="2191917" y="0"/>
                  </a:lnTo>
                  <a:lnTo>
                    <a:pt x="2230710" y="0"/>
                  </a:lnTo>
                  <a:lnTo>
                    <a:pt x="2269503" y="0"/>
                  </a:lnTo>
                  <a:lnTo>
                    <a:pt x="2308296" y="0"/>
                  </a:lnTo>
                  <a:lnTo>
                    <a:pt x="2347089" y="0"/>
                  </a:lnTo>
                  <a:lnTo>
                    <a:pt x="2385882" y="0"/>
                  </a:lnTo>
                  <a:lnTo>
                    <a:pt x="2424676" y="0"/>
                  </a:lnTo>
                  <a:lnTo>
                    <a:pt x="2463469" y="0"/>
                  </a:lnTo>
                  <a:lnTo>
                    <a:pt x="2502262" y="0"/>
                  </a:lnTo>
                  <a:lnTo>
                    <a:pt x="2541055" y="0"/>
                  </a:lnTo>
                  <a:lnTo>
                    <a:pt x="2579848" y="0"/>
                  </a:lnTo>
                  <a:lnTo>
                    <a:pt x="2618641" y="0"/>
                  </a:lnTo>
                  <a:lnTo>
                    <a:pt x="2657434" y="0"/>
                  </a:lnTo>
                  <a:lnTo>
                    <a:pt x="2696227" y="0"/>
                  </a:lnTo>
                  <a:lnTo>
                    <a:pt x="2735020" y="0"/>
                  </a:lnTo>
                  <a:lnTo>
                    <a:pt x="2773813" y="0"/>
                  </a:lnTo>
                  <a:lnTo>
                    <a:pt x="2812606" y="0"/>
                  </a:lnTo>
                  <a:lnTo>
                    <a:pt x="2851399" y="0"/>
                  </a:lnTo>
                  <a:lnTo>
                    <a:pt x="2890192" y="0"/>
                  </a:lnTo>
                  <a:lnTo>
                    <a:pt x="2928985" y="0"/>
                  </a:lnTo>
                  <a:lnTo>
                    <a:pt x="2967778" y="0"/>
                  </a:lnTo>
                  <a:lnTo>
                    <a:pt x="3006571" y="0"/>
                  </a:lnTo>
                  <a:lnTo>
                    <a:pt x="3045364" y="0"/>
                  </a:lnTo>
                  <a:lnTo>
                    <a:pt x="3084157" y="0"/>
                  </a:lnTo>
                  <a:lnTo>
                    <a:pt x="3122950" y="0"/>
                  </a:lnTo>
                  <a:lnTo>
                    <a:pt x="3161743" y="0"/>
                  </a:lnTo>
                  <a:lnTo>
                    <a:pt x="3200537" y="0"/>
                  </a:lnTo>
                  <a:lnTo>
                    <a:pt x="3239330" y="0"/>
                  </a:lnTo>
                  <a:lnTo>
                    <a:pt x="3278123" y="0"/>
                  </a:lnTo>
                  <a:lnTo>
                    <a:pt x="3316916" y="0"/>
                  </a:lnTo>
                  <a:lnTo>
                    <a:pt x="3355709" y="0"/>
                  </a:lnTo>
                  <a:lnTo>
                    <a:pt x="3394502" y="0"/>
                  </a:lnTo>
                  <a:lnTo>
                    <a:pt x="3433295" y="0"/>
                  </a:lnTo>
                  <a:lnTo>
                    <a:pt x="3472088" y="0"/>
                  </a:lnTo>
                  <a:lnTo>
                    <a:pt x="3501561" y="0"/>
                  </a:lnTo>
                  <a:lnTo>
                    <a:pt x="3501561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" name="pl19"/>
            <p:cNvSpPr/>
            <p:nvPr/>
          </p:nvSpPr>
          <p:spPr>
            <a:xfrm>
              <a:off x="3342731" y="2334218"/>
              <a:ext cx="4668749" cy="0"/>
            </a:xfrm>
            <a:custGeom>
              <a:avLst/>
              <a:gdLst/>
              <a:ahLst/>
              <a:cxnLst/>
              <a:rect l="0" t="0" r="0" b="0"/>
              <a:pathLst>
                <a:path w="3501561">
                  <a:moveTo>
                    <a:pt x="0" y="0"/>
                  </a:moveTo>
                  <a:lnTo>
                    <a:pt x="19506" y="0"/>
                  </a:lnTo>
                  <a:lnTo>
                    <a:pt x="58299" y="0"/>
                  </a:lnTo>
                  <a:lnTo>
                    <a:pt x="97093" y="0"/>
                  </a:lnTo>
                  <a:lnTo>
                    <a:pt x="135886" y="0"/>
                  </a:lnTo>
                  <a:lnTo>
                    <a:pt x="174679" y="0"/>
                  </a:lnTo>
                  <a:lnTo>
                    <a:pt x="213472" y="0"/>
                  </a:lnTo>
                  <a:lnTo>
                    <a:pt x="252265" y="0"/>
                  </a:lnTo>
                  <a:lnTo>
                    <a:pt x="291058" y="0"/>
                  </a:lnTo>
                  <a:lnTo>
                    <a:pt x="329851" y="0"/>
                  </a:lnTo>
                  <a:lnTo>
                    <a:pt x="368644" y="0"/>
                  </a:lnTo>
                  <a:lnTo>
                    <a:pt x="407437" y="0"/>
                  </a:lnTo>
                  <a:lnTo>
                    <a:pt x="446230" y="0"/>
                  </a:lnTo>
                  <a:lnTo>
                    <a:pt x="485023" y="0"/>
                  </a:lnTo>
                  <a:lnTo>
                    <a:pt x="523816" y="0"/>
                  </a:lnTo>
                  <a:lnTo>
                    <a:pt x="562609" y="0"/>
                  </a:lnTo>
                  <a:lnTo>
                    <a:pt x="601402" y="0"/>
                  </a:lnTo>
                  <a:lnTo>
                    <a:pt x="640195" y="0"/>
                  </a:lnTo>
                  <a:lnTo>
                    <a:pt x="678988" y="0"/>
                  </a:lnTo>
                  <a:lnTo>
                    <a:pt x="717781" y="0"/>
                  </a:lnTo>
                  <a:lnTo>
                    <a:pt x="756574" y="0"/>
                  </a:lnTo>
                  <a:lnTo>
                    <a:pt x="795367" y="0"/>
                  </a:lnTo>
                  <a:lnTo>
                    <a:pt x="834160" y="0"/>
                  </a:lnTo>
                  <a:lnTo>
                    <a:pt x="872954" y="0"/>
                  </a:lnTo>
                  <a:lnTo>
                    <a:pt x="911747" y="0"/>
                  </a:lnTo>
                  <a:lnTo>
                    <a:pt x="950540" y="0"/>
                  </a:lnTo>
                  <a:lnTo>
                    <a:pt x="989333" y="0"/>
                  </a:lnTo>
                  <a:lnTo>
                    <a:pt x="1028126" y="0"/>
                  </a:lnTo>
                  <a:lnTo>
                    <a:pt x="1066919" y="0"/>
                  </a:lnTo>
                  <a:lnTo>
                    <a:pt x="1105712" y="0"/>
                  </a:lnTo>
                  <a:lnTo>
                    <a:pt x="1144505" y="0"/>
                  </a:lnTo>
                  <a:lnTo>
                    <a:pt x="1183298" y="0"/>
                  </a:lnTo>
                  <a:lnTo>
                    <a:pt x="1222091" y="0"/>
                  </a:lnTo>
                  <a:lnTo>
                    <a:pt x="1260884" y="0"/>
                  </a:lnTo>
                  <a:lnTo>
                    <a:pt x="1299677" y="0"/>
                  </a:lnTo>
                  <a:lnTo>
                    <a:pt x="1338470" y="0"/>
                  </a:lnTo>
                  <a:lnTo>
                    <a:pt x="1377263" y="0"/>
                  </a:lnTo>
                  <a:lnTo>
                    <a:pt x="1416056" y="0"/>
                  </a:lnTo>
                  <a:lnTo>
                    <a:pt x="1454849" y="0"/>
                  </a:lnTo>
                  <a:lnTo>
                    <a:pt x="1493642" y="0"/>
                  </a:lnTo>
                  <a:lnTo>
                    <a:pt x="1532435" y="0"/>
                  </a:lnTo>
                  <a:lnTo>
                    <a:pt x="1571228" y="0"/>
                  </a:lnTo>
                  <a:lnTo>
                    <a:pt x="1610021" y="0"/>
                  </a:lnTo>
                  <a:lnTo>
                    <a:pt x="1648815" y="0"/>
                  </a:lnTo>
                  <a:lnTo>
                    <a:pt x="1687608" y="0"/>
                  </a:lnTo>
                  <a:lnTo>
                    <a:pt x="1726401" y="0"/>
                  </a:lnTo>
                  <a:lnTo>
                    <a:pt x="1765194" y="0"/>
                  </a:lnTo>
                  <a:lnTo>
                    <a:pt x="1803987" y="0"/>
                  </a:lnTo>
                  <a:lnTo>
                    <a:pt x="1842780" y="0"/>
                  </a:lnTo>
                  <a:lnTo>
                    <a:pt x="1881573" y="0"/>
                  </a:lnTo>
                  <a:lnTo>
                    <a:pt x="1920366" y="0"/>
                  </a:lnTo>
                  <a:lnTo>
                    <a:pt x="1959159" y="0"/>
                  </a:lnTo>
                  <a:lnTo>
                    <a:pt x="1997952" y="0"/>
                  </a:lnTo>
                  <a:lnTo>
                    <a:pt x="2036745" y="0"/>
                  </a:lnTo>
                  <a:lnTo>
                    <a:pt x="2075538" y="0"/>
                  </a:lnTo>
                  <a:lnTo>
                    <a:pt x="2114331" y="0"/>
                  </a:lnTo>
                  <a:lnTo>
                    <a:pt x="2153124" y="0"/>
                  </a:lnTo>
                  <a:lnTo>
                    <a:pt x="2191917" y="0"/>
                  </a:lnTo>
                  <a:lnTo>
                    <a:pt x="2230710" y="0"/>
                  </a:lnTo>
                  <a:lnTo>
                    <a:pt x="2269503" y="0"/>
                  </a:lnTo>
                  <a:lnTo>
                    <a:pt x="2308296" y="0"/>
                  </a:lnTo>
                  <a:lnTo>
                    <a:pt x="2347089" y="0"/>
                  </a:lnTo>
                  <a:lnTo>
                    <a:pt x="2385882" y="0"/>
                  </a:lnTo>
                  <a:lnTo>
                    <a:pt x="2424676" y="0"/>
                  </a:lnTo>
                  <a:lnTo>
                    <a:pt x="2463469" y="0"/>
                  </a:lnTo>
                  <a:lnTo>
                    <a:pt x="2502262" y="0"/>
                  </a:lnTo>
                  <a:lnTo>
                    <a:pt x="2541055" y="0"/>
                  </a:lnTo>
                  <a:lnTo>
                    <a:pt x="2579848" y="0"/>
                  </a:lnTo>
                  <a:lnTo>
                    <a:pt x="2618641" y="0"/>
                  </a:lnTo>
                  <a:lnTo>
                    <a:pt x="2657434" y="0"/>
                  </a:lnTo>
                  <a:lnTo>
                    <a:pt x="2696227" y="0"/>
                  </a:lnTo>
                  <a:lnTo>
                    <a:pt x="2735020" y="0"/>
                  </a:lnTo>
                  <a:lnTo>
                    <a:pt x="2773813" y="0"/>
                  </a:lnTo>
                  <a:lnTo>
                    <a:pt x="2812606" y="0"/>
                  </a:lnTo>
                  <a:lnTo>
                    <a:pt x="2851399" y="0"/>
                  </a:lnTo>
                  <a:lnTo>
                    <a:pt x="2890192" y="0"/>
                  </a:lnTo>
                  <a:lnTo>
                    <a:pt x="2928985" y="0"/>
                  </a:lnTo>
                  <a:lnTo>
                    <a:pt x="2967778" y="0"/>
                  </a:lnTo>
                  <a:lnTo>
                    <a:pt x="3006571" y="0"/>
                  </a:lnTo>
                  <a:lnTo>
                    <a:pt x="3045364" y="0"/>
                  </a:lnTo>
                  <a:lnTo>
                    <a:pt x="3084157" y="0"/>
                  </a:lnTo>
                  <a:lnTo>
                    <a:pt x="3122950" y="0"/>
                  </a:lnTo>
                  <a:lnTo>
                    <a:pt x="3161743" y="0"/>
                  </a:lnTo>
                  <a:lnTo>
                    <a:pt x="3200537" y="0"/>
                  </a:lnTo>
                  <a:lnTo>
                    <a:pt x="3239330" y="0"/>
                  </a:lnTo>
                  <a:lnTo>
                    <a:pt x="3278123" y="0"/>
                  </a:lnTo>
                  <a:lnTo>
                    <a:pt x="3316916" y="0"/>
                  </a:lnTo>
                  <a:lnTo>
                    <a:pt x="3355709" y="0"/>
                  </a:lnTo>
                  <a:lnTo>
                    <a:pt x="3394502" y="0"/>
                  </a:lnTo>
                  <a:lnTo>
                    <a:pt x="3433295" y="0"/>
                  </a:lnTo>
                  <a:lnTo>
                    <a:pt x="3472088" y="0"/>
                  </a:lnTo>
                  <a:lnTo>
                    <a:pt x="3501561" y="0"/>
                  </a:lnTo>
                  <a:lnTo>
                    <a:pt x="3501561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" name="ph20"/>
            <p:cNvSpPr/>
            <p:nvPr/>
          </p:nvSpPr>
          <p:spPr>
            <a:xfrm>
              <a:off x="5854345" y="7934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" name="ph21"/>
            <p:cNvSpPr/>
            <p:nvPr/>
          </p:nvSpPr>
          <p:spPr>
            <a:xfrm>
              <a:off x="5866856" y="7934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" name="ph22"/>
            <p:cNvSpPr/>
            <p:nvPr/>
          </p:nvSpPr>
          <p:spPr>
            <a:xfrm>
              <a:off x="5879369" y="7934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" name="ph23"/>
            <p:cNvSpPr/>
            <p:nvPr/>
          </p:nvSpPr>
          <p:spPr>
            <a:xfrm>
              <a:off x="5904394" y="7934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" name="ph24"/>
            <p:cNvSpPr/>
            <p:nvPr/>
          </p:nvSpPr>
          <p:spPr>
            <a:xfrm>
              <a:off x="5916905" y="7934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" name="ph25"/>
            <p:cNvSpPr/>
            <p:nvPr/>
          </p:nvSpPr>
          <p:spPr>
            <a:xfrm>
              <a:off x="5929418" y="7934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" name="ph26"/>
            <p:cNvSpPr/>
            <p:nvPr/>
          </p:nvSpPr>
          <p:spPr>
            <a:xfrm>
              <a:off x="6504986" y="7934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" name="ph27"/>
            <p:cNvSpPr/>
            <p:nvPr/>
          </p:nvSpPr>
          <p:spPr>
            <a:xfrm>
              <a:off x="6517498" y="7934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" name="ph28"/>
            <p:cNvSpPr/>
            <p:nvPr/>
          </p:nvSpPr>
          <p:spPr>
            <a:xfrm>
              <a:off x="6530012" y="7934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" name="ph29"/>
            <p:cNvSpPr/>
            <p:nvPr/>
          </p:nvSpPr>
          <p:spPr>
            <a:xfrm>
              <a:off x="5829319" y="8087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" name="ph30"/>
            <p:cNvSpPr/>
            <p:nvPr/>
          </p:nvSpPr>
          <p:spPr>
            <a:xfrm>
              <a:off x="5841832" y="8087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" name="ph31"/>
            <p:cNvSpPr/>
            <p:nvPr/>
          </p:nvSpPr>
          <p:spPr>
            <a:xfrm>
              <a:off x="5854345" y="8087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" name="ph32"/>
            <p:cNvSpPr/>
            <p:nvPr/>
          </p:nvSpPr>
          <p:spPr>
            <a:xfrm>
              <a:off x="5866856" y="8087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" name="ph33"/>
            <p:cNvSpPr/>
            <p:nvPr/>
          </p:nvSpPr>
          <p:spPr>
            <a:xfrm>
              <a:off x="5879369" y="8087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" name="ph34"/>
            <p:cNvSpPr/>
            <p:nvPr/>
          </p:nvSpPr>
          <p:spPr>
            <a:xfrm>
              <a:off x="5891881" y="8087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" name="ph35"/>
            <p:cNvSpPr/>
            <p:nvPr/>
          </p:nvSpPr>
          <p:spPr>
            <a:xfrm>
              <a:off x="5904394" y="8087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" name="ph36"/>
            <p:cNvSpPr/>
            <p:nvPr/>
          </p:nvSpPr>
          <p:spPr>
            <a:xfrm>
              <a:off x="5916905" y="8087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" name="ph37"/>
            <p:cNvSpPr/>
            <p:nvPr/>
          </p:nvSpPr>
          <p:spPr>
            <a:xfrm>
              <a:off x="5929418" y="8087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" name="ph38"/>
            <p:cNvSpPr/>
            <p:nvPr/>
          </p:nvSpPr>
          <p:spPr>
            <a:xfrm>
              <a:off x="6492475" y="8087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" name="ph39"/>
            <p:cNvSpPr/>
            <p:nvPr/>
          </p:nvSpPr>
          <p:spPr>
            <a:xfrm>
              <a:off x="6504986" y="8087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" name="ph40"/>
            <p:cNvSpPr/>
            <p:nvPr/>
          </p:nvSpPr>
          <p:spPr>
            <a:xfrm>
              <a:off x="6517498" y="8087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" name="ph41"/>
            <p:cNvSpPr/>
            <p:nvPr/>
          </p:nvSpPr>
          <p:spPr>
            <a:xfrm>
              <a:off x="6530012" y="8087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" name="ph42"/>
            <p:cNvSpPr/>
            <p:nvPr/>
          </p:nvSpPr>
          <p:spPr>
            <a:xfrm>
              <a:off x="6542524" y="8087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" name="ph43"/>
            <p:cNvSpPr/>
            <p:nvPr/>
          </p:nvSpPr>
          <p:spPr>
            <a:xfrm>
              <a:off x="5816806" y="8241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" name="ph44"/>
            <p:cNvSpPr/>
            <p:nvPr/>
          </p:nvSpPr>
          <p:spPr>
            <a:xfrm>
              <a:off x="5829319" y="8241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" name="ph45"/>
            <p:cNvSpPr/>
            <p:nvPr/>
          </p:nvSpPr>
          <p:spPr>
            <a:xfrm>
              <a:off x="5841832" y="8241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" name="ph46"/>
            <p:cNvSpPr/>
            <p:nvPr/>
          </p:nvSpPr>
          <p:spPr>
            <a:xfrm>
              <a:off x="5854345" y="8241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4A2">
                <a:alpha val="100000"/>
              </a:srgbClr>
            </a:solidFill>
            <a:ln w="5420" cap="flat">
              <a:solidFill>
                <a:srgbClr val="3A74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" name="ph47"/>
            <p:cNvSpPr/>
            <p:nvPr/>
          </p:nvSpPr>
          <p:spPr>
            <a:xfrm>
              <a:off x="5866856" y="8241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8" name="ph48"/>
            <p:cNvSpPr/>
            <p:nvPr/>
          </p:nvSpPr>
          <p:spPr>
            <a:xfrm>
              <a:off x="5879369" y="8241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9" name="ph49"/>
            <p:cNvSpPr/>
            <p:nvPr/>
          </p:nvSpPr>
          <p:spPr>
            <a:xfrm>
              <a:off x="5891881" y="8241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0" name="ph50"/>
            <p:cNvSpPr/>
            <p:nvPr/>
          </p:nvSpPr>
          <p:spPr>
            <a:xfrm>
              <a:off x="5904394" y="8241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1" name="ph51"/>
            <p:cNvSpPr/>
            <p:nvPr/>
          </p:nvSpPr>
          <p:spPr>
            <a:xfrm>
              <a:off x="5916905" y="8241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2" name="ph52"/>
            <p:cNvSpPr/>
            <p:nvPr/>
          </p:nvSpPr>
          <p:spPr>
            <a:xfrm>
              <a:off x="5929418" y="8241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3" name="ph53"/>
            <p:cNvSpPr/>
            <p:nvPr/>
          </p:nvSpPr>
          <p:spPr>
            <a:xfrm>
              <a:off x="5941930" y="8241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4" name="ph54"/>
            <p:cNvSpPr/>
            <p:nvPr/>
          </p:nvSpPr>
          <p:spPr>
            <a:xfrm>
              <a:off x="6492475" y="8241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5" name="ph55"/>
            <p:cNvSpPr/>
            <p:nvPr/>
          </p:nvSpPr>
          <p:spPr>
            <a:xfrm>
              <a:off x="6504986" y="8241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6" name="ph56"/>
            <p:cNvSpPr/>
            <p:nvPr/>
          </p:nvSpPr>
          <p:spPr>
            <a:xfrm>
              <a:off x="6517498" y="8241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7" name="ph57"/>
            <p:cNvSpPr/>
            <p:nvPr/>
          </p:nvSpPr>
          <p:spPr>
            <a:xfrm>
              <a:off x="6530012" y="8241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8" name="ph58"/>
            <p:cNvSpPr/>
            <p:nvPr/>
          </p:nvSpPr>
          <p:spPr>
            <a:xfrm>
              <a:off x="6542524" y="8241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9" name="ph59"/>
            <p:cNvSpPr/>
            <p:nvPr/>
          </p:nvSpPr>
          <p:spPr>
            <a:xfrm>
              <a:off x="5754245" y="83952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0" name="ph60"/>
            <p:cNvSpPr/>
            <p:nvPr/>
          </p:nvSpPr>
          <p:spPr>
            <a:xfrm>
              <a:off x="5766757" y="83952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1" name="ph61"/>
            <p:cNvSpPr/>
            <p:nvPr/>
          </p:nvSpPr>
          <p:spPr>
            <a:xfrm>
              <a:off x="5779270" y="83952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2" name="ph62"/>
            <p:cNvSpPr/>
            <p:nvPr/>
          </p:nvSpPr>
          <p:spPr>
            <a:xfrm>
              <a:off x="5791783" y="83952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3" name="ph63"/>
            <p:cNvSpPr/>
            <p:nvPr/>
          </p:nvSpPr>
          <p:spPr>
            <a:xfrm>
              <a:off x="5804294" y="83952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4" name="ph64"/>
            <p:cNvSpPr/>
            <p:nvPr/>
          </p:nvSpPr>
          <p:spPr>
            <a:xfrm>
              <a:off x="5816806" y="83952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5" name="ph65"/>
            <p:cNvSpPr/>
            <p:nvPr/>
          </p:nvSpPr>
          <p:spPr>
            <a:xfrm>
              <a:off x="5829319" y="83952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6" name="ph66"/>
            <p:cNvSpPr/>
            <p:nvPr/>
          </p:nvSpPr>
          <p:spPr>
            <a:xfrm>
              <a:off x="5841832" y="83952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7" name="ph67"/>
            <p:cNvSpPr/>
            <p:nvPr/>
          </p:nvSpPr>
          <p:spPr>
            <a:xfrm>
              <a:off x="5854345" y="83952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8" name="ph68"/>
            <p:cNvSpPr/>
            <p:nvPr/>
          </p:nvSpPr>
          <p:spPr>
            <a:xfrm>
              <a:off x="5866856" y="83952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9" name="ph69"/>
            <p:cNvSpPr/>
            <p:nvPr/>
          </p:nvSpPr>
          <p:spPr>
            <a:xfrm>
              <a:off x="5879369" y="83952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0" name="ph70"/>
            <p:cNvSpPr/>
            <p:nvPr/>
          </p:nvSpPr>
          <p:spPr>
            <a:xfrm>
              <a:off x="5891881" y="83952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1" name="ph71"/>
            <p:cNvSpPr/>
            <p:nvPr/>
          </p:nvSpPr>
          <p:spPr>
            <a:xfrm>
              <a:off x="5904394" y="83952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2" name="ph72"/>
            <p:cNvSpPr/>
            <p:nvPr/>
          </p:nvSpPr>
          <p:spPr>
            <a:xfrm>
              <a:off x="5916905" y="83952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3" name="ph73"/>
            <p:cNvSpPr/>
            <p:nvPr/>
          </p:nvSpPr>
          <p:spPr>
            <a:xfrm>
              <a:off x="5929418" y="83952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4" name="ph74"/>
            <p:cNvSpPr/>
            <p:nvPr/>
          </p:nvSpPr>
          <p:spPr>
            <a:xfrm>
              <a:off x="6504986" y="83952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5" name="ph75"/>
            <p:cNvSpPr/>
            <p:nvPr/>
          </p:nvSpPr>
          <p:spPr>
            <a:xfrm>
              <a:off x="6517498" y="83952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6" name="ph76"/>
            <p:cNvSpPr/>
            <p:nvPr/>
          </p:nvSpPr>
          <p:spPr>
            <a:xfrm>
              <a:off x="6530012" y="83952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7" name="ph77"/>
            <p:cNvSpPr/>
            <p:nvPr/>
          </p:nvSpPr>
          <p:spPr>
            <a:xfrm>
              <a:off x="5716708" y="8549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8" name="ph78"/>
            <p:cNvSpPr/>
            <p:nvPr/>
          </p:nvSpPr>
          <p:spPr>
            <a:xfrm>
              <a:off x="5729221" y="8549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9" name="ph79"/>
            <p:cNvSpPr/>
            <p:nvPr/>
          </p:nvSpPr>
          <p:spPr>
            <a:xfrm>
              <a:off x="5741734" y="8549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0" name="ph80"/>
            <p:cNvSpPr/>
            <p:nvPr/>
          </p:nvSpPr>
          <p:spPr>
            <a:xfrm>
              <a:off x="5754245" y="8549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1" name="ph81"/>
            <p:cNvSpPr/>
            <p:nvPr/>
          </p:nvSpPr>
          <p:spPr>
            <a:xfrm>
              <a:off x="5766757" y="8549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2" name="ph82"/>
            <p:cNvSpPr/>
            <p:nvPr/>
          </p:nvSpPr>
          <p:spPr>
            <a:xfrm>
              <a:off x="5779270" y="8549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3" name="ph83"/>
            <p:cNvSpPr/>
            <p:nvPr/>
          </p:nvSpPr>
          <p:spPr>
            <a:xfrm>
              <a:off x="5791783" y="8549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4" name="ph84"/>
            <p:cNvSpPr/>
            <p:nvPr/>
          </p:nvSpPr>
          <p:spPr>
            <a:xfrm>
              <a:off x="5804294" y="8549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5" name="ph85"/>
            <p:cNvSpPr/>
            <p:nvPr/>
          </p:nvSpPr>
          <p:spPr>
            <a:xfrm>
              <a:off x="5816806" y="8549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6" name="ph86"/>
            <p:cNvSpPr/>
            <p:nvPr/>
          </p:nvSpPr>
          <p:spPr>
            <a:xfrm>
              <a:off x="5829319" y="8549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7" name="ph87"/>
            <p:cNvSpPr/>
            <p:nvPr/>
          </p:nvSpPr>
          <p:spPr>
            <a:xfrm>
              <a:off x="5841832" y="8549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8" name="ph88"/>
            <p:cNvSpPr/>
            <p:nvPr/>
          </p:nvSpPr>
          <p:spPr>
            <a:xfrm>
              <a:off x="5854345" y="8549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9" name="ph89"/>
            <p:cNvSpPr/>
            <p:nvPr/>
          </p:nvSpPr>
          <p:spPr>
            <a:xfrm>
              <a:off x="5866856" y="8549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0" name="ph90"/>
            <p:cNvSpPr/>
            <p:nvPr/>
          </p:nvSpPr>
          <p:spPr>
            <a:xfrm>
              <a:off x="5879369" y="8549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1" name="ph91"/>
            <p:cNvSpPr/>
            <p:nvPr/>
          </p:nvSpPr>
          <p:spPr>
            <a:xfrm>
              <a:off x="5891881" y="8549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2" name="ph92"/>
            <p:cNvSpPr/>
            <p:nvPr/>
          </p:nvSpPr>
          <p:spPr>
            <a:xfrm>
              <a:off x="5904394" y="8549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3" name="ph93"/>
            <p:cNvSpPr/>
            <p:nvPr/>
          </p:nvSpPr>
          <p:spPr>
            <a:xfrm>
              <a:off x="5916905" y="8549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4" name="ph94"/>
            <p:cNvSpPr/>
            <p:nvPr/>
          </p:nvSpPr>
          <p:spPr>
            <a:xfrm>
              <a:off x="6517498" y="8549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5" name="ph95"/>
            <p:cNvSpPr/>
            <p:nvPr/>
          </p:nvSpPr>
          <p:spPr>
            <a:xfrm>
              <a:off x="5704196" y="8702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6" name="ph96"/>
            <p:cNvSpPr/>
            <p:nvPr/>
          </p:nvSpPr>
          <p:spPr>
            <a:xfrm>
              <a:off x="5716708" y="8702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7" name="ph97"/>
            <p:cNvSpPr/>
            <p:nvPr/>
          </p:nvSpPr>
          <p:spPr>
            <a:xfrm>
              <a:off x="5729221" y="8702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8" name="ph98"/>
            <p:cNvSpPr/>
            <p:nvPr/>
          </p:nvSpPr>
          <p:spPr>
            <a:xfrm>
              <a:off x="5741734" y="8702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9" name="ph99"/>
            <p:cNvSpPr/>
            <p:nvPr/>
          </p:nvSpPr>
          <p:spPr>
            <a:xfrm>
              <a:off x="5754245" y="8702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0" name="ph100"/>
            <p:cNvSpPr/>
            <p:nvPr/>
          </p:nvSpPr>
          <p:spPr>
            <a:xfrm>
              <a:off x="5766757" y="8702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1" name="ph101"/>
            <p:cNvSpPr/>
            <p:nvPr/>
          </p:nvSpPr>
          <p:spPr>
            <a:xfrm>
              <a:off x="5779270" y="8702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2" name="ph102"/>
            <p:cNvSpPr/>
            <p:nvPr/>
          </p:nvSpPr>
          <p:spPr>
            <a:xfrm>
              <a:off x="5791783" y="8702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3" name="ph103"/>
            <p:cNvSpPr/>
            <p:nvPr/>
          </p:nvSpPr>
          <p:spPr>
            <a:xfrm>
              <a:off x="5804294" y="8702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4" name="ph104"/>
            <p:cNvSpPr/>
            <p:nvPr/>
          </p:nvSpPr>
          <p:spPr>
            <a:xfrm>
              <a:off x="5816806" y="8702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5" name="ph105"/>
            <p:cNvSpPr/>
            <p:nvPr/>
          </p:nvSpPr>
          <p:spPr>
            <a:xfrm>
              <a:off x="5829319" y="8702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6" name="ph106"/>
            <p:cNvSpPr/>
            <p:nvPr/>
          </p:nvSpPr>
          <p:spPr>
            <a:xfrm>
              <a:off x="5841832" y="8702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7" name="ph107"/>
            <p:cNvSpPr/>
            <p:nvPr/>
          </p:nvSpPr>
          <p:spPr>
            <a:xfrm>
              <a:off x="5854345" y="8702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8" name="ph108"/>
            <p:cNvSpPr/>
            <p:nvPr/>
          </p:nvSpPr>
          <p:spPr>
            <a:xfrm>
              <a:off x="5866856" y="8702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9" name="ph109"/>
            <p:cNvSpPr/>
            <p:nvPr/>
          </p:nvSpPr>
          <p:spPr>
            <a:xfrm>
              <a:off x="5879369" y="8702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0" name="ph110"/>
            <p:cNvSpPr/>
            <p:nvPr/>
          </p:nvSpPr>
          <p:spPr>
            <a:xfrm>
              <a:off x="5679170" y="88565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1" name="ph111"/>
            <p:cNvSpPr/>
            <p:nvPr/>
          </p:nvSpPr>
          <p:spPr>
            <a:xfrm>
              <a:off x="5691685" y="88565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2" name="ph112"/>
            <p:cNvSpPr/>
            <p:nvPr/>
          </p:nvSpPr>
          <p:spPr>
            <a:xfrm>
              <a:off x="5704196" y="88565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3" name="ph113"/>
            <p:cNvSpPr/>
            <p:nvPr/>
          </p:nvSpPr>
          <p:spPr>
            <a:xfrm>
              <a:off x="5716708" y="88565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4" name="ph114"/>
            <p:cNvSpPr/>
            <p:nvPr/>
          </p:nvSpPr>
          <p:spPr>
            <a:xfrm>
              <a:off x="5729221" y="88565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5" name="ph115"/>
            <p:cNvSpPr/>
            <p:nvPr/>
          </p:nvSpPr>
          <p:spPr>
            <a:xfrm>
              <a:off x="5741734" y="88565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6" name="ph116"/>
            <p:cNvSpPr/>
            <p:nvPr/>
          </p:nvSpPr>
          <p:spPr>
            <a:xfrm>
              <a:off x="5754245" y="88565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7" name="ph117"/>
            <p:cNvSpPr/>
            <p:nvPr/>
          </p:nvSpPr>
          <p:spPr>
            <a:xfrm>
              <a:off x="5766757" y="88565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8" name="ph118"/>
            <p:cNvSpPr/>
            <p:nvPr/>
          </p:nvSpPr>
          <p:spPr>
            <a:xfrm>
              <a:off x="5779270" y="88565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9" name="ph119"/>
            <p:cNvSpPr/>
            <p:nvPr/>
          </p:nvSpPr>
          <p:spPr>
            <a:xfrm>
              <a:off x="5791783" y="88565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0" name="ph120"/>
            <p:cNvSpPr/>
            <p:nvPr/>
          </p:nvSpPr>
          <p:spPr>
            <a:xfrm>
              <a:off x="5804294" y="88565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1" name="ph121"/>
            <p:cNvSpPr/>
            <p:nvPr/>
          </p:nvSpPr>
          <p:spPr>
            <a:xfrm>
              <a:off x="5816806" y="88565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2" name="ph122"/>
            <p:cNvSpPr/>
            <p:nvPr/>
          </p:nvSpPr>
          <p:spPr>
            <a:xfrm>
              <a:off x="5829319" y="88565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3" name="ph123"/>
            <p:cNvSpPr/>
            <p:nvPr/>
          </p:nvSpPr>
          <p:spPr>
            <a:xfrm>
              <a:off x="5841832" y="88565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4" name="ph124"/>
            <p:cNvSpPr/>
            <p:nvPr/>
          </p:nvSpPr>
          <p:spPr>
            <a:xfrm>
              <a:off x="5641633" y="90103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5" name="ph125"/>
            <p:cNvSpPr/>
            <p:nvPr/>
          </p:nvSpPr>
          <p:spPr>
            <a:xfrm>
              <a:off x="5654146" y="90103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6" name="ph126"/>
            <p:cNvSpPr/>
            <p:nvPr/>
          </p:nvSpPr>
          <p:spPr>
            <a:xfrm>
              <a:off x="5666659" y="90103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7" name="ph127"/>
            <p:cNvSpPr/>
            <p:nvPr/>
          </p:nvSpPr>
          <p:spPr>
            <a:xfrm>
              <a:off x="5679170" y="90103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8" name="ph128"/>
            <p:cNvSpPr/>
            <p:nvPr/>
          </p:nvSpPr>
          <p:spPr>
            <a:xfrm>
              <a:off x="5691685" y="90103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9" name="ph129"/>
            <p:cNvSpPr/>
            <p:nvPr/>
          </p:nvSpPr>
          <p:spPr>
            <a:xfrm>
              <a:off x="5704196" y="90103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0" name="ph130"/>
            <p:cNvSpPr/>
            <p:nvPr/>
          </p:nvSpPr>
          <p:spPr>
            <a:xfrm>
              <a:off x="5716708" y="90103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1" name="ph131"/>
            <p:cNvSpPr/>
            <p:nvPr/>
          </p:nvSpPr>
          <p:spPr>
            <a:xfrm>
              <a:off x="5729221" y="90103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2" name="ph132"/>
            <p:cNvSpPr/>
            <p:nvPr/>
          </p:nvSpPr>
          <p:spPr>
            <a:xfrm>
              <a:off x="5741734" y="90103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3" name="ph133"/>
            <p:cNvSpPr/>
            <p:nvPr/>
          </p:nvSpPr>
          <p:spPr>
            <a:xfrm>
              <a:off x="5754245" y="90103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4" name="ph134"/>
            <p:cNvSpPr/>
            <p:nvPr/>
          </p:nvSpPr>
          <p:spPr>
            <a:xfrm>
              <a:off x="5766757" y="90103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5" name="ph135"/>
            <p:cNvSpPr/>
            <p:nvPr/>
          </p:nvSpPr>
          <p:spPr>
            <a:xfrm>
              <a:off x="5779270" y="90103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6" name="ph136"/>
            <p:cNvSpPr/>
            <p:nvPr/>
          </p:nvSpPr>
          <p:spPr>
            <a:xfrm>
              <a:off x="5791783" y="90103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7" name="ph137"/>
            <p:cNvSpPr/>
            <p:nvPr/>
          </p:nvSpPr>
          <p:spPr>
            <a:xfrm>
              <a:off x="5804294" y="90103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8" name="ph138"/>
            <p:cNvSpPr/>
            <p:nvPr/>
          </p:nvSpPr>
          <p:spPr>
            <a:xfrm>
              <a:off x="5616610" y="91641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9" name="ph139"/>
            <p:cNvSpPr/>
            <p:nvPr/>
          </p:nvSpPr>
          <p:spPr>
            <a:xfrm>
              <a:off x="5629121" y="91641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0" name="ph140"/>
            <p:cNvSpPr/>
            <p:nvPr/>
          </p:nvSpPr>
          <p:spPr>
            <a:xfrm>
              <a:off x="5641633" y="91641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1" name="ph141"/>
            <p:cNvSpPr/>
            <p:nvPr/>
          </p:nvSpPr>
          <p:spPr>
            <a:xfrm>
              <a:off x="5654146" y="91641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2" name="ph142"/>
            <p:cNvSpPr/>
            <p:nvPr/>
          </p:nvSpPr>
          <p:spPr>
            <a:xfrm>
              <a:off x="5666659" y="91641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3" name="ph143"/>
            <p:cNvSpPr/>
            <p:nvPr/>
          </p:nvSpPr>
          <p:spPr>
            <a:xfrm>
              <a:off x="5679170" y="91641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4" name="ph144"/>
            <p:cNvSpPr/>
            <p:nvPr/>
          </p:nvSpPr>
          <p:spPr>
            <a:xfrm>
              <a:off x="5691685" y="91641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5" name="ph145"/>
            <p:cNvSpPr/>
            <p:nvPr/>
          </p:nvSpPr>
          <p:spPr>
            <a:xfrm>
              <a:off x="5704196" y="91641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6" name="ph146"/>
            <p:cNvSpPr/>
            <p:nvPr/>
          </p:nvSpPr>
          <p:spPr>
            <a:xfrm>
              <a:off x="5716708" y="91641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7" name="ph147"/>
            <p:cNvSpPr/>
            <p:nvPr/>
          </p:nvSpPr>
          <p:spPr>
            <a:xfrm>
              <a:off x="5729221" y="91641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8" name="ph148"/>
            <p:cNvSpPr/>
            <p:nvPr/>
          </p:nvSpPr>
          <p:spPr>
            <a:xfrm>
              <a:off x="5741734" y="91641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9" name="ph149"/>
            <p:cNvSpPr/>
            <p:nvPr/>
          </p:nvSpPr>
          <p:spPr>
            <a:xfrm>
              <a:off x="5754245" y="91641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0" name="ph150"/>
            <p:cNvSpPr/>
            <p:nvPr/>
          </p:nvSpPr>
          <p:spPr>
            <a:xfrm>
              <a:off x="5604097" y="93178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1" name="ph151"/>
            <p:cNvSpPr/>
            <p:nvPr/>
          </p:nvSpPr>
          <p:spPr>
            <a:xfrm>
              <a:off x="5616610" y="93178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2" name="ph152"/>
            <p:cNvSpPr/>
            <p:nvPr/>
          </p:nvSpPr>
          <p:spPr>
            <a:xfrm>
              <a:off x="5629121" y="93178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3" name="ph153"/>
            <p:cNvSpPr/>
            <p:nvPr/>
          </p:nvSpPr>
          <p:spPr>
            <a:xfrm>
              <a:off x="5641633" y="93178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4" name="ph154"/>
            <p:cNvSpPr/>
            <p:nvPr/>
          </p:nvSpPr>
          <p:spPr>
            <a:xfrm>
              <a:off x="5654146" y="93178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5" name="ph155"/>
            <p:cNvSpPr/>
            <p:nvPr/>
          </p:nvSpPr>
          <p:spPr>
            <a:xfrm>
              <a:off x="5666659" y="93178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6" name="ph156"/>
            <p:cNvSpPr/>
            <p:nvPr/>
          </p:nvSpPr>
          <p:spPr>
            <a:xfrm>
              <a:off x="5679170" y="93178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7" name="ph157"/>
            <p:cNvSpPr/>
            <p:nvPr/>
          </p:nvSpPr>
          <p:spPr>
            <a:xfrm>
              <a:off x="5691685" y="93178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8" name="ph158"/>
            <p:cNvSpPr/>
            <p:nvPr/>
          </p:nvSpPr>
          <p:spPr>
            <a:xfrm>
              <a:off x="5704196" y="93178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9" name="ph159"/>
            <p:cNvSpPr/>
            <p:nvPr/>
          </p:nvSpPr>
          <p:spPr>
            <a:xfrm>
              <a:off x="5716708" y="93178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0" name="ph160"/>
            <p:cNvSpPr/>
            <p:nvPr/>
          </p:nvSpPr>
          <p:spPr>
            <a:xfrm>
              <a:off x="5729221" y="93178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1" name="ph161"/>
            <p:cNvSpPr/>
            <p:nvPr/>
          </p:nvSpPr>
          <p:spPr>
            <a:xfrm>
              <a:off x="5591584" y="94716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2" name="ph162"/>
            <p:cNvSpPr/>
            <p:nvPr/>
          </p:nvSpPr>
          <p:spPr>
            <a:xfrm>
              <a:off x="5604097" y="94716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3" name="ph163"/>
            <p:cNvSpPr/>
            <p:nvPr/>
          </p:nvSpPr>
          <p:spPr>
            <a:xfrm>
              <a:off x="5616610" y="94716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4" name="ph164"/>
            <p:cNvSpPr/>
            <p:nvPr/>
          </p:nvSpPr>
          <p:spPr>
            <a:xfrm>
              <a:off x="5629121" y="94716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5" name="ph165"/>
            <p:cNvSpPr/>
            <p:nvPr/>
          </p:nvSpPr>
          <p:spPr>
            <a:xfrm>
              <a:off x="5641633" y="94716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6" name="ph166"/>
            <p:cNvSpPr/>
            <p:nvPr/>
          </p:nvSpPr>
          <p:spPr>
            <a:xfrm>
              <a:off x="5654146" y="94716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7" name="ph167"/>
            <p:cNvSpPr/>
            <p:nvPr/>
          </p:nvSpPr>
          <p:spPr>
            <a:xfrm>
              <a:off x="5666659" y="94716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8" name="ph168"/>
            <p:cNvSpPr/>
            <p:nvPr/>
          </p:nvSpPr>
          <p:spPr>
            <a:xfrm>
              <a:off x="5679170" y="94716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9" name="ph169"/>
            <p:cNvSpPr/>
            <p:nvPr/>
          </p:nvSpPr>
          <p:spPr>
            <a:xfrm>
              <a:off x="5691685" y="94716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0" name="ph170"/>
            <p:cNvSpPr/>
            <p:nvPr/>
          </p:nvSpPr>
          <p:spPr>
            <a:xfrm>
              <a:off x="5704196" y="94716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1" name="ph171"/>
            <p:cNvSpPr/>
            <p:nvPr/>
          </p:nvSpPr>
          <p:spPr>
            <a:xfrm>
              <a:off x="5579072" y="96253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2" name="ph172"/>
            <p:cNvSpPr/>
            <p:nvPr/>
          </p:nvSpPr>
          <p:spPr>
            <a:xfrm>
              <a:off x="5591584" y="96253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3" name="ph173"/>
            <p:cNvSpPr/>
            <p:nvPr/>
          </p:nvSpPr>
          <p:spPr>
            <a:xfrm>
              <a:off x="5604097" y="96253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4" name="ph174"/>
            <p:cNvSpPr/>
            <p:nvPr/>
          </p:nvSpPr>
          <p:spPr>
            <a:xfrm>
              <a:off x="5616610" y="96253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5" name="ph175"/>
            <p:cNvSpPr/>
            <p:nvPr/>
          </p:nvSpPr>
          <p:spPr>
            <a:xfrm>
              <a:off x="5629121" y="96253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6" name="ph176"/>
            <p:cNvSpPr/>
            <p:nvPr/>
          </p:nvSpPr>
          <p:spPr>
            <a:xfrm>
              <a:off x="5641633" y="96253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7" name="ph177"/>
            <p:cNvSpPr/>
            <p:nvPr/>
          </p:nvSpPr>
          <p:spPr>
            <a:xfrm>
              <a:off x="5654146" y="96253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8" name="ph178"/>
            <p:cNvSpPr/>
            <p:nvPr/>
          </p:nvSpPr>
          <p:spPr>
            <a:xfrm>
              <a:off x="5666659" y="96253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9" name="ph179"/>
            <p:cNvSpPr/>
            <p:nvPr/>
          </p:nvSpPr>
          <p:spPr>
            <a:xfrm>
              <a:off x="5679170" y="96253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0" name="ph180"/>
            <p:cNvSpPr/>
            <p:nvPr/>
          </p:nvSpPr>
          <p:spPr>
            <a:xfrm>
              <a:off x="5541535" y="977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1" name="ph181"/>
            <p:cNvSpPr/>
            <p:nvPr/>
          </p:nvSpPr>
          <p:spPr>
            <a:xfrm>
              <a:off x="5554048" y="977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2" name="ph182"/>
            <p:cNvSpPr/>
            <p:nvPr/>
          </p:nvSpPr>
          <p:spPr>
            <a:xfrm>
              <a:off x="5566561" y="977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3" name="ph183"/>
            <p:cNvSpPr/>
            <p:nvPr/>
          </p:nvSpPr>
          <p:spPr>
            <a:xfrm>
              <a:off x="5579072" y="977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4" name="ph184"/>
            <p:cNvSpPr/>
            <p:nvPr/>
          </p:nvSpPr>
          <p:spPr>
            <a:xfrm>
              <a:off x="5591584" y="977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5" name="ph185"/>
            <p:cNvSpPr/>
            <p:nvPr/>
          </p:nvSpPr>
          <p:spPr>
            <a:xfrm>
              <a:off x="5604097" y="977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6" name="ph186"/>
            <p:cNvSpPr/>
            <p:nvPr/>
          </p:nvSpPr>
          <p:spPr>
            <a:xfrm>
              <a:off x="5616610" y="977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7" name="ph187"/>
            <p:cNvSpPr/>
            <p:nvPr/>
          </p:nvSpPr>
          <p:spPr>
            <a:xfrm>
              <a:off x="5629121" y="977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8" name="ph188"/>
            <p:cNvSpPr/>
            <p:nvPr/>
          </p:nvSpPr>
          <p:spPr>
            <a:xfrm>
              <a:off x="5641633" y="977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9" name="ph189"/>
            <p:cNvSpPr/>
            <p:nvPr/>
          </p:nvSpPr>
          <p:spPr>
            <a:xfrm>
              <a:off x="5654146" y="977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0" name="ph190"/>
            <p:cNvSpPr/>
            <p:nvPr/>
          </p:nvSpPr>
          <p:spPr>
            <a:xfrm>
              <a:off x="5529022" y="993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1" name="ph191"/>
            <p:cNvSpPr/>
            <p:nvPr/>
          </p:nvSpPr>
          <p:spPr>
            <a:xfrm>
              <a:off x="5541535" y="993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2" name="ph192"/>
            <p:cNvSpPr/>
            <p:nvPr/>
          </p:nvSpPr>
          <p:spPr>
            <a:xfrm>
              <a:off x="5554048" y="993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3" name="ph193"/>
            <p:cNvSpPr/>
            <p:nvPr/>
          </p:nvSpPr>
          <p:spPr>
            <a:xfrm>
              <a:off x="5566561" y="993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4" name="ph194"/>
            <p:cNvSpPr/>
            <p:nvPr/>
          </p:nvSpPr>
          <p:spPr>
            <a:xfrm>
              <a:off x="5579072" y="993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5" name="ph195"/>
            <p:cNvSpPr/>
            <p:nvPr/>
          </p:nvSpPr>
          <p:spPr>
            <a:xfrm>
              <a:off x="5591584" y="993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6" name="ph196"/>
            <p:cNvSpPr/>
            <p:nvPr/>
          </p:nvSpPr>
          <p:spPr>
            <a:xfrm>
              <a:off x="5604097" y="993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7" name="ph197"/>
            <p:cNvSpPr/>
            <p:nvPr/>
          </p:nvSpPr>
          <p:spPr>
            <a:xfrm>
              <a:off x="5616610" y="993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8" name="ph198"/>
            <p:cNvSpPr/>
            <p:nvPr/>
          </p:nvSpPr>
          <p:spPr>
            <a:xfrm>
              <a:off x="5629121" y="993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9" name="ph199"/>
            <p:cNvSpPr/>
            <p:nvPr/>
          </p:nvSpPr>
          <p:spPr>
            <a:xfrm>
              <a:off x="6542524" y="993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0" name="ph200"/>
            <p:cNvSpPr/>
            <p:nvPr/>
          </p:nvSpPr>
          <p:spPr>
            <a:xfrm>
              <a:off x="5466461" y="10086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1" name="ph201"/>
            <p:cNvSpPr/>
            <p:nvPr/>
          </p:nvSpPr>
          <p:spPr>
            <a:xfrm>
              <a:off x="5478973" y="10086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2" name="ph202"/>
            <p:cNvSpPr/>
            <p:nvPr/>
          </p:nvSpPr>
          <p:spPr>
            <a:xfrm>
              <a:off x="5491486" y="10086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3" name="ph203"/>
            <p:cNvSpPr/>
            <p:nvPr/>
          </p:nvSpPr>
          <p:spPr>
            <a:xfrm>
              <a:off x="5503997" y="10086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4" name="ph204"/>
            <p:cNvSpPr/>
            <p:nvPr/>
          </p:nvSpPr>
          <p:spPr>
            <a:xfrm>
              <a:off x="5516510" y="10086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5" name="ph205"/>
            <p:cNvSpPr/>
            <p:nvPr/>
          </p:nvSpPr>
          <p:spPr>
            <a:xfrm>
              <a:off x="5529022" y="10086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6" name="ph206"/>
            <p:cNvSpPr/>
            <p:nvPr/>
          </p:nvSpPr>
          <p:spPr>
            <a:xfrm>
              <a:off x="5541535" y="10086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7" name="ph207"/>
            <p:cNvSpPr/>
            <p:nvPr/>
          </p:nvSpPr>
          <p:spPr>
            <a:xfrm>
              <a:off x="5554048" y="10086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8" name="ph208"/>
            <p:cNvSpPr/>
            <p:nvPr/>
          </p:nvSpPr>
          <p:spPr>
            <a:xfrm>
              <a:off x="5566561" y="10086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9" name="ph209"/>
            <p:cNvSpPr/>
            <p:nvPr/>
          </p:nvSpPr>
          <p:spPr>
            <a:xfrm>
              <a:off x="5579072" y="10086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0" name="ph210"/>
            <p:cNvSpPr/>
            <p:nvPr/>
          </p:nvSpPr>
          <p:spPr>
            <a:xfrm>
              <a:off x="5591584" y="10086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1" name="ph211"/>
            <p:cNvSpPr/>
            <p:nvPr/>
          </p:nvSpPr>
          <p:spPr>
            <a:xfrm>
              <a:off x="5604097" y="10086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2" name="ph212"/>
            <p:cNvSpPr/>
            <p:nvPr/>
          </p:nvSpPr>
          <p:spPr>
            <a:xfrm>
              <a:off x="5616610" y="10086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3" name="ph213"/>
            <p:cNvSpPr/>
            <p:nvPr/>
          </p:nvSpPr>
          <p:spPr>
            <a:xfrm>
              <a:off x="6504986" y="10086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4" name="ph214"/>
            <p:cNvSpPr/>
            <p:nvPr/>
          </p:nvSpPr>
          <p:spPr>
            <a:xfrm>
              <a:off x="6517498" y="10086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5" name="ph215"/>
            <p:cNvSpPr/>
            <p:nvPr/>
          </p:nvSpPr>
          <p:spPr>
            <a:xfrm>
              <a:off x="6530012" y="10086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6" name="ph216"/>
            <p:cNvSpPr/>
            <p:nvPr/>
          </p:nvSpPr>
          <p:spPr>
            <a:xfrm>
              <a:off x="6542524" y="10086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7" name="ph217"/>
            <p:cNvSpPr/>
            <p:nvPr/>
          </p:nvSpPr>
          <p:spPr>
            <a:xfrm>
              <a:off x="6555037" y="10086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8" name="ph218"/>
            <p:cNvSpPr/>
            <p:nvPr/>
          </p:nvSpPr>
          <p:spPr>
            <a:xfrm>
              <a:off x="5453948" y="102404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9" name="ph219"/>
            <p:cNvSpPr/>
            <p:nvPr/>
          </p:nvSpPr>
          <p:spPr>
            <a:xfrm>
              <a:off x="5466461" y="102404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0" name="ph220"/>
            <p:cNvSpPr/>
            <p:nvPr/>
          </p:nvSpPr>
          <p:spPr>
            <a:xfrm>
              <a:off x="5478973" y="102404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1" name="ph221"/>
            <p:cNvSpPr/>
            <p:nvPr/>
          </p:nvSpPr>
          <p:spPr>
            <a:xfrm>
              <a:off x="5491486" y="102404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2" name="ph222"/>
            <p:cNvSpPr/>
            <p:nvPr/>
          </p:nvSpPr>
          <p:spPr>
            <a:xfrm>
              <a:off x="5503997" y="102404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3" name="ph223"/>
            <p:cNvSpPr/>
            <p:nvPr/>
          </p:nvSpPr>
          <p:spPr>
            <a:xfrm>
              <a:off x="5516510" y="102404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4" name="ph224"/>
            <p:cNvSpPr/>
            <p:nvPr/>
          </p:nvSpPr>
          <p:spPr>
            <a:xfrm>
              <a:off x="5529022" y="102404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5" name="ph225"/>
            <p:cNvSpPr/>
            <p:nvPr/>
          </p:nvSpPr>
          <p:spPr>
            <a:xfrm>
              <a:off x="5541535" y="102404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6" name="ph226"/>
            <p:cNvSpPr/>
            <p:nvPr/>
          </p:nvSpPr>
          <p:spPr>
            <a:xfrm>
              <a:off x="5554048" y="102404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7" name="ph227"/>
            <p:cNvSpPr/>
            <p:nvPr/>
          </p:nvSpPr>
          <p:spPr>
            <a:xfrm>
              <a:off x="5566561" y="102404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8" name="ph228"/>
            <p:cNvSpPr/>
            <p:nvPr/>
          </p:nvSpPr>
          <p:spPr>
            <a:xfrm>
              <a:off x="5579072" y="102404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9" name="ph229"/>
            <p:cNvSpPr/>
            <p:nvPr/>
          </p:nvSpPr>
          <p:spPr>
            <a:xfrm>
              <a:off x="5591584" y="102404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0" name="ph230"/>
            <p:cNvSpPr/>
            <p:nvPr/>
          </p:nvSpPr>
          <p:spPr>
            <a:xfrm>
              <a:off x="5604097" y="102404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1" name="ph231"/>
            <p:cNvSpPr/>
            <p:nvPr/>
          </p:nvSpPr>
          <p:spPr>
            <a:xfrm>
              <a:off x="6404888" y="102404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2" name="ph232"/>
            <p:cNvSpPr/>
            <p:nvPr/>
          </p:nvSpPr>
          <p:spPr>
            <a:xfrm>
              <a:off x="6417400" y="102404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3" name="ph233"/>
            <p:cNvSpPr/>
            <p:nvPr/>
          </p:nvSpPr>
          <p:spPr>
            <a:xfrm>
              <a:off x="6429913" y="102404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4" name="ph234"/>
            <p:cNvSpPr/>
            <p:nvPr/>
          </p:nvSpPr>
          <p:spPr>
            <a:xfrm>
              <a:off x="6442426" y="102404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5" name="ph235"/>
            <p:cNvSpPr/>
            <p:nvPr/>
          </p:nvSpPr>
          <p:spPr>
            <a:xfrm>
              <a:off x="6479962" y="102404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6" name="ph236"/>
            <p:cNvSpPr/>
            <p:nvPr/>
          </p:nvSpPr>
          <p:spPr>
            <a:xfrm>
              <a:off x="6492475" y="102404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7" name="ph237"/>
            <p:cNvSpPr/>
            <p:nvPr/>
          </p:nvSpPr>
          <p:spPr>
            <a:xfrm>
              <a:off x="6504986" y="102404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8" name="ph238"/>
            <p:cNvSpPr/>
            <p:nvPr/>
          </p:nvSpPr>
          <p:spPr>
            <a:xfrm>
              <a:off x="6517498" y="102404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9" name="ph239"/>
            <p:cNvSpPr/>
            <p:nvPr/>
          </p:nvSpPr>
          <p:spPr>
            <a:xfrm>
              <a:off x="6530012" y="102404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0" name="ph240"/>
            <p:cNvSpPr/>
            <p:nvPr/>
          </p:nvSpPr>
          <p:spPr>
            <a:xfrm>
              <a:off x="6542524" y="102404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1" name="ph241"/>
            <p:cNvSpPr/>
            <p:nvPr/>
          </p:nvSpPr>
          <p:spPr>
            <a:xfrm>
              <a:off x="6555037" y="102404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2" name="ph242"/>
            <p:cNvSpPr/>
            <p:nvPr/>
          </p:nvSpPr>
          <p:spPr>
            <a:xfrm>
              <a:off x="6567550" y="102404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3" name="ph243"/>
            <p:cNvSpPr/>
            <p:nvPr/>
          </p:nvSpPr>
          <p:spPr>
            <a:xfrm>
              <a:off x="5453948" y="10394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4" name="ph244"/>
            <p:cNvSpPr/>
            <p:nvPr/>
          </p:nvSpPr>
          <p:spPr>
            <a:xfrm>
              <a:off x="5466461" y="10394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5" name="ph245"/>
            <p:cNvSpPr/>
            <p:nvPr/>
          </p:nvSpPr>
          <p:spPr>
            <a:xfrm>
              <a:off x="5478973" y="10394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6" name="ph246"/>
            <p:cNvSpPr/>
            <p:nvPr/>
          </p:nvSpPr>
          <p:spPr>
            <a:xfrm>
              <a:off x="5491486" y="10394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7" name="ph247"/>
            <p:cNvSpPr/>
            <p:nvPr/>
          </p:nvSpPr>
          <p:spPr>
            <a:xfrm>
              <a:off x="5503997" y="10394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8" name="ph248"/>
            <p:cNvSpPr/>
            <p:nvPr/>
          </p:nvSpPr>
          <p:spPr>
            <a:xfrm>
              <a:off x="5516510" y="10394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9" name="ph249"/>
            <p:cNvSpPr/>
            <p:nvPr/>
          </p:nvSpPr>
          <p:spPr>
            <a:xfrm>
              <a:off x="5529022" y="10394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0" name="ph250"/>
            <p:cNvSpPr/>
            <p:nvPr/>
          </p:nvSpPr>
          <p:spPr>
            <a:xfrm>
              <a:off x="5541535" y="10394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1" name="ph251"/>
            <p:cNvSpPr/>
            <p:nvPr/>
          </p:nvSpPr>
          <p:spPr>
            <a:xfrm>
              <a:off x="5554048" y="10394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2" name="ph252"/>
            <p:cNvSpPr/>
            <p:nvPr/>
          </p:nvSpPr>
          <p:spPr>
            <a:xfrm>
              <a:off x="5566561" y="10394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3" name="ph253"/>
            <p:cNvSpPr/>
            <p:nvPr/>
          </p:nvSpPr>
          <p:spPr>
            <a:xfrm>
              <a:off x="5579072" y="10394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4" name="ph254"/>
            <p:cNvSpPr/>
            <p:nvPr/>
          </p:nvSpPr>
          <p:spPr>
            <a:xfrm>
              <a:off x="5591584" y="10394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5" name="ph255"/>
            <p:cNvSpPr/>
            <p:nvPr/>
          </p:nvSpPr>
          <p:spPr>
            <a:xfrm>
              <a:off x="6392377" y="10394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6" name="ph256"/>
            <p:cNvSpPr/>
            <p:nvPr/>
          </p:nvSpPr>
          <p:spPr>
            <a:xfrm>
              <a:off x="6404888" y="10394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7" name="ph257"/>
            <p:cNvSpPr/>
            <p:nvPr/>
          </p:nvSpPr>
          <p:spPr>
            <a:xfrm>
              <a:off x="6417400" y="10394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8" name="ph258"/>
            <p:cNvSpPr/>
            <p:nvPr/>
          </p:nvSpPr>
          <p:spPr>
            <a:xfrm>
              <a:off x="6429913" y="10394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9" name="ph259"/>
            <p:cNvSpPr/>
            <p:nvPr/>
          </p:nvSpPr>
          <p:spPr>
            <a:xfrm>
              <a:off x="6442426" y="10394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0" name="ph260"/>
            <p:cNvSpPr/>
            <p:nvPr/>
          </p:nvSpPr>
          <p:spPr>
            <a:xfrm>
              <a:off x="6454937" y="10394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1" name="ph261"/>
            <p:cNvSpPr/>
            <p:nvPr/>
          </p:nvSpPr>
          <p:spPr>
            <a:xfrm>
              <a:off x="6467449" y="10394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2" name="ph262"/>
            <p:cNvSpPr/>
            <p:nvPr/>
          </p:nvSpPr>
          <p:spPr>
            <a:xfrm>
              <a:off x="6479962" y="10394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3" name="ph263"/>
            <p:cNvSpPr/>
            <p:nvPr/>
          </p:nvSpPr>
          <p:spPr>
            <a:xfrm>
              <a:off x="6492475" y="10394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4" name="ph264"/>
            <p:cNvSpPr/>
            <p:nvPr/>
          </p:nvSpPr>
          <p:spPr>
            <a:xfrm>
              <a:off x="6504986" y="10394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5" name="ph265"/>
            <p:cNvSpPr/>
            <p:nvPr/>
          </p:nvSpPr>
          <p:spPr>
            <a:xfrm>
              <a:off x="6517498" y="10394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6" name="ph266"/>
            <p:cNvSpPr/>
            <p:nvPr/>
          </p:nvSpPr>
          <p:spPr>
            <a:xfrm>
              <a:off x="6530012" y="10394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7" name="ph267"/>
            <p:cNvSpPr/>
            <p:nvPr/>
          </p:nvSpPr>
          <p:spPr>
            <a:xfrm>
              <a:off x="6542524" y="10394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8" name="ph268"/>
            <p:cNvSpPr/>
            <p:nvPr/>
          </p:nvSpPr>
          <p:spPr>
            <a:xfrm>
              <a:off x="6555037" y="10394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9" name="ph269"/>
            <p:cNvSpPr/>
            <p:nvPr/>
          </p:nvSpPr>
          <p:spPr>
            <a:xfrm>
              <a:off x="5453948" y="105479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0" name="ph270"/>
            <p:cNvSpPr/>
            <p:nvPr/>
          </p:nvSpPr>
          <p:spPr>
            <a:xfrm>
              <a:off x="5466461" y="105479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1" name="ph271"/>
            <p:cNvSpPr/>
            <p:nvPr/>
          </p:nvSpPr>
          <p:spPr>
            <a:xfrm>
              <a:off x="5478973" y="105479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2" name="ph272"/>
            <p:cNvSpPr/>
            <p:nvPr/>
          </p:nvSpPr>
          <p:spPr>
            <a:xfrm>
              <a:off x="5491486" y="105479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3" name="ph273"/>
            <p:cNvSpPr/>
            <p:nvPr/>
          </p:nvSpPr>
          <p:spPr>
            <a:xfrm>
              <a:off x="5503997" y="105479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4" name="ph274"/>
            <p:cNvSpPr/>
            <p:nvPr/>
          </p:nvSpPr>
          <p:spPr>
            <a:xfrm>
              <a:off x="5516510" y="105479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5" name="ph275"/>
            <p:cNvSpPr/>
            <p:nvPr/>
          </p:nvSpPr>
          <p:spPr>
            <a:xfrm>
              <a:off x="5529022" y="105479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6" name="ph276"/>
            <p:cNvSpPr/>
            <p:nvPr/>
          </p:nvSpPr>
          <p:spPr>
            <a:xfrm>
              <a:off x="5541535" y="105479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7" name="ph277"/>
            <p:cNvSpPr/>
            <p:nvPr/>
          </p:nvSpPr>
          <p:spPr>
            <a:xfrm>
              <a:off x="5554048" y="105479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8" name="ph278"/>
            <p:cNvSpPr/>
            <p:nvPr/>
          </p:nvSpPr>
          <p:spPr>
            <a:xfrm>
              <a:off x="5566561" y="105479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9" name="ph279"/>
            <p:cNvSpPr/>
            <p:nvPr/>
          </p:nvSpPr>
          <p:spPr>
            <a:xfrm>
              <a:off x="5579072" y="105479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0" name="ph280"/>
            <p:cNvSpPr/>
            <p:nvPr/>
          </p:nvSpPr>
          <p:spPr>
            <a:xfrm>
              <a:off x="5591584" y="105479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1" name="ph281"/>
            <p:cNvSpPr/>
            <p:nvPr/>
          </p:nvSpPr>
          <p:spPr>
            <a:xfrm>
              <a:off x="6292277" y="105479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2" name="ph282"/>
            <p:cNvSpPr/>
            <p:nvPr/>
          </p:nvSpPr>
          <p:spPr>
            <a:xfrm>
              <a:off x="6304789" y="105479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3" name="ph283"/>
            <p:cNvSpPr/>
            <p:nvPr/>
          </p:nvSpPr>
          <p:spPr>
            <a:xfrm>
              <a:off x="6317302" y="105479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4" name="ph284"/>
            <p:cNvSpPr/>
            <p:nvPr/>
          </p:nvSpPr>
          <p:spPr>
            <a:xfrm>
              <a:off x="6329813" y="105479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5" name="ph285"/>
            <p:cNvSpPr/>
            <p:nvPr/>
          </p:nvSpPr>
          <p:spPr>
            <a:xfrm>
              <a:off x="6367351" y="105479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6" name="ph286"/>
            <p:cNvSpPr/>
            <p:nvPr/>
          </p:nvSpPr>
          <p:spPr>
            <a:xfrm>
              <a:off x="6379862" y="105479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7" name="ph287"/>
            <p:cNvSpPr/>
            <p:nvPr/>
          </p:nvSpPr>
          <p:spPr>
            <a:xfrm>
              <a:off x="6392377" y="105479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8" name="ph288"/>
            <p:cNvSpPr/>
            <p:nvPr/>
          </p:nvSpPr>
          <p:spPr>
            <a:xfrm>
              <a:off x="6404888" y="105479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9" name="ph289"/>
            <p:cNvSpPr/>
            <p:nvPr/>
          </p:nvSpPr>
          <p:spPr>
            <a:xfrm>
              <a:off x="6417400" y="105479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0" name="ph290"/>
            <p:cNvSpPr/>
            <p:nvPr/>
          </p:nvSpPr>
          <p:spPr>
            <a:xfrm>
              <a:off x="6429913" y="105479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1" name="ph291"/>
            <p:cNvSpPr/>
            <p:nvPr/>
          </p:nvSpPr>
          <p:spPr>
            <a:xfrm>
              <a:off x="6442426" y="105479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2" name="ph292"/>
            <p:cNvSpPr/>
            <p:nvPr/>
          </p:nvSpPr>
          <p:spPr>
            <a:xfrm>
              <a:off x="6454937" y="105479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3" name="ph293"/>
            <p:cNvSpPr/>
            <p:nvPr/>
          </p:nvSpPr>
          <p:spPr>
            <a:xfrm>
              <a:off x="6467449" y="105479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4" name="ph294"/>
            <p:cNvSpPr/>
            <p:nvPr/>
          </p:nvSpPr>
          <p:spPr>
            <a:xfrm>
              <a:off x="6479962" y="105479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5" name="ph295"/>
            <p:cNvSpPr/>
            <p:nvPr/>
          </p:nvSpPr>
          <p:spPr>
            <a:xfrm>
              <a:off x="6492475" y="105479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6" name="ph296"/>
            <p:cNvSpPr/>
            <p:nvPr/>
          </p:nvSpPr>
          <p:spPr>
            <a:xfrm>
              <a:off x="6504986" y="105479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7" name="ph297"/>
            <p:cNvSpPr/>
            <p:nvPr/>
          </p:nvSpPr>
          <p:spPr>
            <a:xfrm>
              <a:off x="6517498" y="105479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8" name="ph298"/>
            <p:cNvSpPr/>
            <p:nvPr/>
          </p:nvSpPr>
          <p:spPr>
            <a:xfrm>
              <a:off x="6530012" y="105479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9" name="ph299"/>
            <p:cNvSpPr/>
            <p:nvPr/>
          </p:nvSpPr>
          <p:spPr>
            <a:xfrm>
              <a:off x="6542524" y="105479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0" name="ph300"/>
            <p:cNvSpPr/>
            <p:nvPr/>
          </p:nvSpPr>
          <p:spPr>
            <a:xfrm>
              <a:off x="6555037" y="105479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1" name="ph301"/>
            <p:cNvSpPr/>
            <p:nvPr/>
          </p:nvSpPr>
          <p:spPr>
            <a:xfrm>
              <a:off x="5441437" y="10701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2" name="ph302"/>
            <p:cNvSpPr/>
            <p:nvPr/>
          </p:nvSpPr>
          <p:spPr>
            <a:xfrm>
              <a:off x="5453948" y="10701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3" name="ph303"/>
            <p:cNvSpPr/>
            <p:nvPr/>
          </p:nvSpPr>
          <p:spPr>
            <a:xfrm>
              <a:off x="5466461" y="10701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4" name="ph304"/>
            <p:cNvSpPr/>
            <p:nvPr/>
          </p:nvSpPr>
          <p:spPr>
            <a:xfrm>
              <a:off x="5478973" y="10701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5" name="ph305"/>
            <p:cNvSpPr/>
            <p:nvPr/>
          </p:nvSpPr>
          <p:spPr>
            <a:xfrm>
              <a:off x="5491486" y="10701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6" name="ph306"/>
            <p:cNvSpPr/>
            <p:nvPr/>
          </p:nvSpPr>
          <p:spPr>
            <a:xfrm>
              <a:off x="5503997" y="10701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7" name="ph307"/>
            <p:cNvSpPr/>
            <p:nvPr/>
          </p:nvSpPr>
          <p:spPr>
            <a:xfrm>
              <a:off x="5516510" y="10701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8" name="ph308"/>
            <p:cNvSpPr/>
            <p:nvPr/>
          </p:nvSpPr>
          <p:spPr>
            <a:xfrm>
              <a:off x="5529022" y="10701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9" name="ph309"/>
            <p:cNvSpPr/>
            <p:nvPr/>
          </p:nvSpPr>
          <p:spPr>
            <a:xfrm>
              <a:off x="5541535" y="10701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0" name="ph310"/>
            <p:cNvSpPr/>
            <p:nvPr/>
          </p:nvSpPr>
          <p:spPr>
            <a:xfrm>
              <a:off x="5554048" y="10701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1" name="ph311"/>
            <p:cNvSpPr/>
            <p:nvPr/>
          </p:nvSpPr>
          <p:spPr>
            <a:xfrm>
              <a:off x="5566561" y="10701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2" name="ph312"/>
            <p:cNvSpPr/>
            <p:nvPr/>
          </p:nvSpPr>
          <p:spPr>
            <a:xfrm>
              <a:off x="5579072" y="10701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3" name="ph313"/>
            <p:cNvSpPr/>
            <p:nvPr/>
          </p:nvSpPr>
          <p:spPr>
            <a:xfrm>
              <a:off x="6279764" y="10701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4" name="ph314"/>
            <p:cNvSpPr/>
            <p:nvPr/>
          </p:nvSpPr>
          <p:spPr>
            <a:xfrm>
              <a:off x="6292277" y="10701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5" name="ph315"/>
            <p:cNvSpPr/>
            <p:nvPr/>
          </p:nvSpPr>
          <p:spPr>
            <a:xfrm>
              <a:off x="6304789" y="10701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6" name="ph316"/>
            <p:cNvSpPr/>
            <p:nvPr/>
          </p:nvSpPr>
          <p:spPr>
            <a:xfrm>
              <a:off x="6317302" y="10701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7" name="ph317"/>
            <p:cNvSpPr/>
            <p:nvPr/>
          </p:nvSpPr>
          <p:spPr>
            <a:xfrm>
              <a:off x="6329813" y="10701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8" name="ph318"/>
            <p:cNvSpPr/>
            <p:nvPr/>
          </p:nvSpPr>
          <p:spPr>
            <a:xfrm>
              <a:off x="6342326" y="10701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9" name="ph319"/>
            <p:cNvSpPr/>
            <p:nvPr/>
          </p:nvSpPr>
          <p:spPr>
            <a:xfrm>
              <a:off x="6354838" y="10701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0" name="ph320"/>
            <p:cNvSpPr/>
            <p:nvPr/>
          </p:nvSpPr>
          <p:spPr>
            <a:xfrm>
              <a:off x="6367351" y="10701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1" name="ph321"/>
            <p:cNvSpPr/>
            <p:nvPr/>
          </p:nvSpPr>
          <p:spPr>
            <a:xfrm>
              <a:off x="6379862" y="10701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2" name="ph322"/>
            <p:cNvSpPr/>
            <p:nvPr/>
          </p:nvSpPr>
          <p:spPr>
            <a:xfrm>
              <a:off x="6392377" y="10701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3" name="ph323"/>
            <p:cNvSpPr/>
            <p:nvPr/>
          </p:nvSpPr>
          <p:spPr>
            <a:xfrm>
              <a:off x="6404888" y="10701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4" name="ph324"/>
            <p:cNvSpPr/>
            <p:nvPr/>
          </p:nvSpPr>
          <p:spPr>
            <a:xfrm>
              <a:off x="6417400" y="10701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5" name="ph325"/>
            <p:cNvSpPr/>
            <p:nvPr/>
          </p:nvSpPr>
          <p:spPr>
            <a:xfrm>
              <a:off x="6429913" y="10701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6" name="ph326"/>
            <p:cNvSpPr/>
            <p:nvPr/>
          </p:nvSpPr>
          <p:spPr>
            <a:xfrm>
              <a:off x="6442426" y="10701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7" name="ph327"/>
            <p:cNvSpPr/>
            <p:nvPr/>
          </p:nvSpPr>
          <p:spPr>
            <a:xfrm>
              <a:off x="6454937" y="10701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8" name="ph328"/>
            <p:cNvSpPr/>
            <p:nvPr/>
          </p:nvSpPr>
          <p:spPr>
            <a:xfrm>
              <a:off x="6467449" y="10701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9" name="ph329"/>
            <p:cNvSpPr/>
            <p:nvPr/>
          </p:nvSpPr>
          <p:spPr>
            <a:xfrm>
              <a:off x="6479962" y="10701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0" name="ph330"/>
            <p:cNvSpPr/>
            <p:nvPr/>
          </p:nvSpPr>
          <p:spPr>
            <a:xfrm>
              <a:off x="6492475" y="10701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1" name="ph331"/>
            <p:cNvSpPr/>
            <p:nvPr/>
          </p:nvSpPr>
          <p:spPr>
            <a:xfrm>
              <a:off x="6504986" y="10701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2" name="ph332"/>
            <p:cNvSpPr/>
            <p:nvPr/>
          </p:nvSpPr>
          <p:spPr>
            <a:xfrm>
              <a:off x="6517498" y="10701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3" name="ph333"/>
            <p:cNvSpPr/>
            <p:nvPr/>
          </p:nvSpPr>
          <p:spPr>
            <a:xfrm>
              <a:off x="6530012" y="10701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4" name="ph334"/>
            <p:cNvSpPr/>
            <p:nvPr/>
          </p:nvSpPr>
          <p:spPr>
            <a:xfrm>
              <a:off x="6542524" y="10701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5" name="ph335"/>
            <p:cNvSpPr/>
            <p:nvPr/>
          </p:nvSpPr>
          <p:spPr>
            <a:xfrm>
              <a:off x="6555037" y="10701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6" name="ph336"/>
            <p:cNvSpPr/>
            <p:nvPr/>
          </p:nvSpPr>
          <p:spPr>
            <a:xfrm>
              <a:off x="5416412" y="10855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7" name="ph337"/>
            <p:cNvSpPr/>
            <p:nvPr/>
          </p:nvSpPr>
          <p:spPr>
            <a:xfrm>
              <a:off x="5428924" y="10855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8" name="ph338"/>
            <p:cNvSpPr/>
            <p:nvPr/>
          </p:nvSpPr>
          <p:spPr>
            <a:xfrm>
              <a:off x="5441437" y="10855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9" name="ph339"/>
            <p:cNvSpPr/>
            <p:nvPr/>
          </p:nvSpPr>
          <p:spPr>
            <a:xfrm>
              <a:off x="5453948" y="10855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0" name="ph340"/>
            <p:cNvSpPr/>
            <p:nvPr/>
          </p:nvSpPr>
          <p:spPr>
            <a:xfrm>
              <a:off x="5466461" y="10855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1" name="ph341"/>
            <p:cNvSpPr/>
            <p:nvPr/>
          </p:nvSpPr>
          <p:spPr>
            <a:xfrm>
              <a:off x="5478973" y="10855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2" name="ph342"/>
            <p:cNvSpPr/>
            <p:nvPr/>
          </p:nvSpPr>
          <p:spPr>
            <a:xfrm>
              <a:off x="5491486" y="10855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3" name="ph343"/>
            <p:cNvSpPr/>
            <p:nvPr/>
          </p:nvSpPr>
          <p:spPr>
            <a:xfrm>
              <a:off x="5503997" y="10855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4" name="ph344"/>
            <p:cNvSpPr/>
            <p:nvPr/>
          </p:nvSpPr>
          <p:spPr>
            <a:xfrm>
              <a:off x="5516510" y="10855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5" name="ph345"/>
            <p:cNvSpPr/>
            <p:nvPr/>
          </p:nvSpPr>
          <p:spPr>
            <a:xfrm>
              <a:off x="5529022" y="10855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6" name="ph346"/>
            <p:cNvSpPr/>
            <p:nvPr/>
          </p:nvSpPr>
          <p:spPr>
            <a:xfrm>
              <a:off x="5541535" y="10855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7" name="ph347"/>
            <p:cNvSpPr/>
            <p:nvPr/>
          </p:nvSpPr>
          <p:spPr>
            <a:xfrm>
              <a:off x="6279764" y="10855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8" name="ph348"/>
            <p:cNvSpPr/>
            <p:nvPr/>
          </p:nvSpPr>
          <p:spPr>
            <a:xfrm>
              <a:off x="6292277" y="10855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9" name="ph349"/>
            <p:cNvSpPr/>
            <p:nvPr/>
          </p:nvSpPr>
          <p:spPr>
            <a:xfrm>
              <a:off x="6304789" y="10855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0" name="ph350"/>
            <p:cNvSpPr/>
            <p:nvPr/>
          </p:nvSpPr>
          <p:spPr>
            <a:xfrm>
              <a:off x="6317302" y="10855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1" name="ph351"/>
            <p:cNvSpPr/>
            <p:nvPr/>
          </p:nvSpPr>
          <p:spPr>
            <a:xfrm>
              <a:off x="6329813" y="10855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2" name="ph352"/>
            <p:cNvSpPr/>
            <p:nvPr/>
          </p:nvSpPr>
          <p:spPr>
            <a:xfrm>
              <a:off x="6342326" y="10855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3" name="ph353"/>
            <p:cNvSpPr/>
            <p:nvPr/>
          </p:nvSpPr>
          <p:spPr>
            <a:xfrm>
              <a:off x="6354838" y="10855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4" name="ph354"/>
            <p:cNvSpPr/>
            <p:nvPr/>
          </p:nvSpPr>
          <p:spPr>
            <a:xfrm>
              <a:off x="6367351" y="10855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5" name="ph355"/>
            <p:cNvSpPr/>
            <p:nvPr/>
          </p:nvSpPr>
          <p:spPr>
            <a:xfrm>
              <a:off x="6379862" y="10855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6" name="ph356"/>
            <p:cNvSpPr/>
            <p:nvPr/>
          </p:nvSpPr>
          <p:spPr>
            <a:xfrm>
              <a:off x="6392377" y="10855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7" name="ph357"/>
            <p:cNvSpPr/>
            <p:nvPr/>
          </p:nvSpPr>
          <p:spPr>
            <a:xfrm>
              <a:off x="6404888" y="10855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8" name="ph358"/>
            <p:cNvSpPr/>
            <p:nvPr/>
          </p:nvSpPr>
          <p:spPr>
            <a:xfrm>
              <a:off x="6417400" y="10855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9" name="ph359"/>
            <p:cNvSpPr/>
            <p:nvPr/>
          </p:nvSpPr>
          <p:spPr>
            <a:xfrm>
              <a:off x="6429913" y="10855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0" name="ph360"/>
            <p:cNvSpPr/>
            <p:nvPr/>
          </p:nvSpPr>
          <p:spPr>
            <a:xfrm>
              <a:off x="6442426" y="10855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1" name="ph361"/>
            <p:cNvSpPr/>
            <p:nvPr/>
          </p:nvSpPr>
          <p:spPr>
            <a:xfrm>
              <a:off x="6454937" y="10855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2" name="ph362"/>
            <p:cNvSpPr/>
            <p:nvPr/>
          </p:nvSpPr>
          <p:spPr>
            <a:xfrm>
              <a:off x="6467449" y="10855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3" name="ph363"/>
            <p:cNvSpPr/>
            <p:nvPr/>
          </p:nvSpPr>
          <p:spPr>
            <a:xfrm>
              <a:off x="6479962" y="10855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4" name="ph364"/>
            <p:cNvSpPr/>
            <p:nvPr/>
          </p:nvSpPr>
          <p:spPr>
            <a:xfrm>
              <a:off x="6492475" y="10855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5" name="ph365"/>
            <p:cNvSpPr/>
            <p:nvPr/>
          </p:nvSpPr>
          <p:spPr>
            <a:xfrm>
              <a:off x="6504986" y="10855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6" name="ph366"/>
            <p:cNvSpPr/>
            <p:nvPr/>
          </p:nvSpPr>
          <p:spPr>
            <a:xfrm>
              <a:off x="6517498" y="10855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7" name="ph367"/>
            <p:cNvSpPr/>
            <p:nvPr/>
          </p:nvSpPr>
          <p:spPr>
            <a:xfrm>
              <a:off x="6530012" y="10855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8" name="ph368"/>
            <p:cNvSpPr/>
            <p:nvPr/>
          </p:nvSpPr>
          <p:spPr>
            <a:xfrm>
              <a:off x="6542524" y="10855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9" name="ph369"/>
            <p:cNvSpPr/>
            <p:nvPr/>
          </p:nvSpPr>
          <p:spPr>
            <a:xfrm>
              <a:off x="6555037" y="10855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0" name="ph370"/>
            <p:cNvSpPr/>
            <p:nvPr/>
          </p:nvSpPr>
          <p:spPr>
            <a:xfrm>
              <a:off x="5416412" y="11009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1" name="ph371"/>
            <p:cNvSpPr/>
            <p:nvPr/>
          </p:nvSpPr>
          <p:spPr>
            <a:xfrm>
              <a:off x="5428924" y="11009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2" name="ph372"/>
            <p:cNvSpPr/>
            <p:nvPr/>
          </p:nvSpPr>
          <p:spPr>
            <a:xfrm>
              <a:off x="5441437" y="11009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3" name="ph373"/>
            <p:cNvSpPr/>
            <p:nvPr/>
          </p:nvSpPr>
          <p:spPr>
            <a:xfrm>
              <a:off x="5453948" y="11009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4" name="ph374"/>
            <p:cNvSpPr/>
            <p:nvPr/>
          </p:nvSpPr>
          <p:spPr>
            <a:xfrm>
              <a:off x="5466461" y="11009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5" name="ph375"/>
            <p:cNvSpPr/>
            <p:nvPr/>
          </p:nvSpPr>
          <p:spPr>
            <a:xfrm>
              <a:off x="5478973" y="11009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6" name="ph376"/>
            <p:cNvSpPr/>
            <p:nvPr/>
          </p:nvSpPr>
          <p:spPr>
            <a:xfrm>
              <a:off x="5491486" y="11009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7" name="ph377"/>
            <p:cNvSpPr/>
            <p:nvPr/>
          </p:nvSpPr>
          <p:spPr>
            <a:xfrm>
              <a:off x="5503997" y="11009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8" name="ph378"/>
            <p:cNvSpPr/>
            <p:nvPr/>
          </p:nvSpPr>
          <p:spPr>
            <a:xfrm>
              <a:off x="5516510" y="11009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9" name="ph379"/>
            <p:cNvSpPr/>
            <p:nvPr/>
          </p:nvSpPr>
          <p:spPr>
            <a:xfrm>
              <a:off x="6279764" y="11009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0" name="ph380"/>
            <p:cNvSpPr/>
            <p:nvPr/>
          </p:nvSpPr>
          <p:spPr>
            <a:xfrm>
              <a:off x="6292277" y="11009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1" name="ph381"/>
            <p:cNvSpPr/>
            <p:nvPr/>
          </p:nvSpPr>
          <p:spPr>
            <a:xfrm>
              <a:off x="6304789" y="11009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2" name="ph382"/>
            <p:cNvSpPr/>
            <p:nvPr/>
          </p:nvSpPr>
          <p:spPr>
            <a:xfrm>
              <a:off x="6317302" y="11009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3" name="ph383"/>
            <p:cNvSpPr/>
            <p:nvPr/>
          </p:nvSpPr>
          <p:spPr>
            <a:xfrm>
              <a:off x="6329813" y="11009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4" name="ph384"/>
            <p:cNvSpPr/>
            <p:nvPr/>
          </p:nvSpPr>
          <p:spPr>
            <a:xfrm>
              <a:off x="6342326" y="11009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5" name="ph385"/>
            <p:cNvSpPr/>
            <p:nvPr/>
          </p:nvSpPr>
          <p:spPr>
            <a:xfrm>
              <a:off x="6354838" y="11009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6" name="ph386"/>
            <p:cNvSpPr/>
            <p:nvPr/>
          </p:nvSpPr>
          <p:spPr>
            <a:xfrm>
              <a:off x="6367351" y="11009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7" name="ph387"/>
            <p:cNvSpPr/>
            <p:nvPr/>
          </p:nvSpPr>
          <p:spPr>
            <a:xfrm>
              <a:off x="6379862" y="11009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8" name="ph388"/>
            <p:cNvSpPr/>
            <p:nvPr/>
          </p:nvSpPr>
          <p:spPr>
            <a:xfrm>
              <a:off x="6392377" y="11009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9" name="ph389"/>
            <p:cNvSpPr/>
            <p:nvPr/>
          </p:nvSpPr>
          <p:spPr>
            <a:xfrm>
              <a:off x="6404888" y="11009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0" name="ph390"/>
            <p:cNvSpPr/>
            <p:nvPr/>
          </p:nvSpPr>
          <p:spPr>
            <a:xfrm>
              <a:off x="6417400" y="11009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1" name="ph391"/>
            <p:cNvSpPr/>
            <p:nvPr/>
          </p:nvSpPr>
          <p:spPr>
            <a:xfrm>
              <a:off x="6429913" y="11009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2" name="ph392"/>
            <p:cNvSpPr/>
            <p:nvPr/>
          </p:nvSpPr>
          <p:spPr>
            <a:xfrm>
              <a:off x="6442426" y="11009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3" name="ph393"/>
            <p:cNvSpPr/>
            <p:nvPr/>
          </p:nvSpPr>
          <p:spPr>
            <a:xfrm>
              <a:off x="6454937" y="11009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4" name="ph394"/>
            <p:cNvSpPr/>
            <p:nvPr/>
          </p:nvSpPr>
          <p:spPr>
            <a:xfrm>
              <a:off x="6467449" y="11009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5" name="ph395"/>
            <p:cNvSpPr/>
            <p:nvPr/>
          </p:nvSpPr>
          <p:spPr>
            <a:xfrm>
              <a:off x="6479962" y="11009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6" name="ph396"/>
            <p:cNvSpPr/>
            <p:nvPr/>
          </p:nvSpPr>
          <p:spPr>
            <a:xfrm>
              <a:off x="6492475" y="11009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7" name="ph397"/>
            <p:cNvSpPr/>
            <p:nvPr/>
          </p:nvSpPr>
          <p:spPr>
            <a:xfrm>
              <a:off x="6504986" y="11009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8" name="ph398"/>
            <p:cNvSpPr/>
            <p:nvPr/>
          </p:nvSpPr>
          <p:spPr>
            <a:xfrm>
              <a:off x="6517498" y="11009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9" name="ph399"/>
            <p:cNvSpPr/>
            <p:nvPr/>
          </p:nvSpPr>
          <p:spPr>
            <a:xfrm>
              <a:off x="6530012" y="11009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0" name="ph400"/>
            <p:cNvSpPr/>
            <p:nvPr/>
          </p:nvSpPr>
          <p:spPr>
            <a:xfrm>
              <a:off x="6542524" y="11009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1" name="ph401"/>
            <p:cNvSpPr/>
            <p:nvPr/>
          </p:nvSpPr>
          <p:spPr>
            <a:xfrm>
              <a:off x="6555037" y="11009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2" name="ph402"/>
            <p:cNvSpPr/>
            <p:nvPr/>
          </p:nvSpPr>
          <p:spPr>
            <a:xfrm>
              <a:off x="6567550" y="11009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3" name="ph403"/>
            <p:cNvSpPr/>
            <p:nvPr/>
          </p:nvSpPr>
          <p:spPr>
            <a:xfrm>
              <a:off x="5416412" y="1116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4" name="ph404"/>
            <p:cNvSpPr/>
            <p:nvPr/>
          </p:nvSpPr>
          <p:spPr>
            <a:xfrm>
              <a:off x="5428924" y="1116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5" name="ph405"/>
            <p:cNvSpPr/>
            <p:nvPr/>
          </p:nvSpPr>
          <p:spPr>
            <a:xfrm>
              <a:off x="5441437" y="1116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6" name="ph406"/>
            <p:cNvSpPr/>
            <p:nvPr/>
          </p:nvSpPr>
          <p:spPr>
            <a:xfrm>
              <a:off x="5453948" y="1116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7" name="ph407"/>
            <p:cNvSpPr/>
            <p:nvPr/>
          </p:nvSpPr>
          <p:spPr>
            <a:xfrm>
              <a:off x="5466461" y="1116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8" name="ph408"/>
            <p:cNvSpPr/>
            <p:nvPr/>
          </p:nvSpPr>
          <p:spPr>
            <a:xfrm>
              <a:off x="5478973" y="1116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9" name="ph409"/>
            <p:cNvSpPr/>
            <p:nvPr/>
          </p:nvSpPr>
          <p:spPr>
            <a:xfrm>
              <a:off x="6267253" y="1116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0" name="ph410"/>
            <p:cNvSpPr/>
            <p:nvPr/>
          </p:nvSpPr>
          <p:spPr>
            <a:xfrm>
              <a:off x="6279764" y="1116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1" name="ph411"/>
            <p:cNvSpPr/>
            <p:nvPr/>
          </p:nvSpPr>
          <p:spPr>
            <a:xfrm>
              <a:off x="6292277" y="1116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2" name="ph412"/>
            <p:cNvSpPr/>
            <p:nvPr/>
          </p:nvSpPr>
          <p:spPr>
            <a:xfrm>
              <a:off x="6304789" y="1116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3" name="ph413"/>
            <p:cNvSpPr/>
            <p:nvPr/>
          </p:nvSpPr>
          <p:spPr>
            <a:xfrm>
              <a:off x="6317302" y="1116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4" name="ph414"/>
            <p:cNvSpPr/>
            <p:nvPr/>
          </p:nvSpPr>
          <p:spPr>
            <a:xfrm>
              <a:off x="6329813" y="1116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5" name="ph415"/>
            <p:cNvSpPr/>
            <p:nvPr/>
          </p:nvSpPr>
          <p:spPr>
            <a:xfrm>
              <a:off x="6342326" y="1116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6" name="ph416"/>
            <p:cNvSpPr/>
            <p:nvPr/>
          </p:nvSpPr>
          <p:spPr>
            <a:xfrm>
              <a:off x="6354838" y="1116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7" name="ph417"/>
            <p:cNvSpPr/>
            <p:nvPr/>
          </p:nvSpPr>
          <p:spPr>
            <a:xfrm>
              <a:off x="6367351" y="1116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8" name="ph418"/>
            <p:cNvSpPr/>
            <p:nvPr/>
          </p:nvSpPr>
          <p:spPr>
            <a:xfrm>
              <a:off x="6379862" y="1116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9" name="ph419"/>
            <p:cNvSpPr/>
            <p:nvPr/>
          </p:nvSpPr>
          <p:spPr>
            <a:xfrm>
              <a:off x="6392377" y="1116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0" name="ph420"/>
            <p:cNvSpPr/>
            <p:nvPr/>
          </p:nvSpPr>
          <p:spPr>
            <a:xfrm>
              <a:off x="6454937" y="1116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1" name="ph421"/>
            <p:cNvSpPr/>
            <p:nvPr/>
          </p:nvSpPr>
          <p:spPr>
            <a:xfrm>
              <a:off x="6467449" y="1116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2" name="ph422"/>
            <p:cNvSpPr/>
            <p:nvPr/>
          </p:nvSpPr>
          <p:spPr>
            <a:xfrm>
              <a:off x="6479962" y="1116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3" name="ph423"/>
            <p:cNvSpPr/>
            <p:nvPr/>
          </p:nvSpPr>
          <p:spPr>
            <a:xfrm>
              <a:off x="6492475" y="1116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4" name="ph424"/>
            <p:cNvSpPr/>
            <p:nvPr/>
          </p:nvSpPr>
          <p:spPr>
            <a:xfrm>
              <a:off x="6504986" y="1116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5" name="ph425"/>
            <p:cNvSpPr/>
            <p:nvPr/>
          </p:nvSpPr>
          <p:spPr>
            <a:xfrm>
              <a:off x="6517498" y="1116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6" name="ph426"/>
            <p:cNvSpPr/>
            <p:nvPr/>
          </p:nvSpPr>
          <p:spPr>
            <a:xfrm>
              <a:off x="6530012" y="1116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7" name="ph427"/>
            <p:cNvSpPr/>
            <p:nvPr/>
          </p:nvSpPr>
          <p:spPr>
            <a:xfrm>
              <a:off x="6542524" y="1116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8" name="ph428"/>
            <p:cNvSpPr/>
            <p:nvPr/>
          </p:nvSpPr>
          <p:spPr>
            <a:xfrm>
              <a:off x="6555037" y="1116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9" name="ph429"/>
            <p:cNvSpPr/>
            <p:nvPr/>
          </p:nvSpPr>
          <p:spPr>
            <a:xfrm>
              <a:off x="5416412" y="11316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0" name="ph430"/>
            <p:cNvSpPr/>
            <p:nvPr/>
          </p:nvSpPr>
          <p:spPr>
            <a:xfrm>
              <a:off x="5428924" y="11316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1" name="ph431"/>
            <p:cNvSpPr/>
            <p:nvPr/>
          </p:nvSpPr>
          <p:spPr>
            <a:xfrm>
              <a:off x="5441437" y="11316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2" name="ph432"/>
            <p:cNvSpPr/>
            <p:nvPr/>
          </p:nvSpPr>
          <p:spPr>
            <a:xfrm>
              <a:off x="5453948" y="11316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3" name="ph433"/>
            <p:cNvSpPr/>
            <p:nvPr/>
          </p:nvSpPr>
          <p:spPr>
            <a:xfrm>
              <a:off x="6217202" y="11316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4" name="ph434"/>
            <p:cNvSpPr/>
            <p:nvPr/>
          </p:nvSpPr>
          <p:spPr>
            <a:xfrm>
              <a:off x="6229714" y="11316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5" name="ph435"/>
            <p:cNvSpPr/>
            <p:nvPr/>
          </p:nvSpPr>
          <p:spPr>
            <a:xfrm>
              <a:off x="6242227" y="11316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6" name="ph436"/>
            <p:cNvSpPr/>
            <p:nvPr/>
          </p:nvSpPr>
          <p:spPr>
            <a:xfrm>
              <a:off x="6254740" y="11316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7" name="ph437"/>
            <p:cNvSpPr/>
            <p:nvPr/>
          </p:nvSpPr>
          <p:spPr>
            <a:xfrm>
              <a:off x="6267253" y="11316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8" name="ph438"/>
            <p:cNvSpPr/>
            <p:nvPr/>
          </p:nvSpPr>
          <p:spPr>
            <a:xfrm>
              <a:off x="6279764" y="11316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9" name="ph439"/>
            <p:cNvSpPr/>
            <p:nvPr/>
          </p:nvSpPr>
          <p:spPr>
            <a:xfrm>
              <a:off x="6292277" y="11316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0" name="ph440"/>
            <p:cNvSpPr/>
            <p:nvPr/>
          </p:nvSpPr>
          <p:spPr>
            <a:xfrm>
              <a:off x="6304789" y="11316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1" name="ph441"/>
            <p:cNvSpPr/>
            <p:nvPr/>
          </p:nvSpPr>
          <p:spPr>
            <a:xfrm>
              <a:off x="6317302" y="11316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2" name="ph442"/>
            <p:cNvSpPr/>
            <p:nvPr/>
          </p:nvSpPr>
          <p:spPr>
            <a:xfrm>
              <a:off x="6329813" y="11316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3" name="ph443"/>
            <p:cNvSpPr/>
            <p:nvPr/>
          </p:nvSpPr>
          <p:spPr>
            <a:xfrm>
              <a:off x="6429913" y="11316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4" name="ph444"/>
            <p:cNvSpPr/>
            <p:nvPr/>
          </p:nvSpPr>
          <p:spPr>
            <a:xfrm>
              <a:off x="6442426" y="11316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5" name="ph445"/>
            <p:cNvSpPr/>
            <p:nvPr/>
          </p:nvSpPr>
          <p:spPr>
            <a:xfrm>
              <a:off x="6454937" y="11316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6" name="ph446"/>
            <p:cNvSpPr/>
            <p:nvPr/>
          </p:nvSpPr>
          <p:spPr>
            <a:xfrm>
              <a:off x="6467449" y="11316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7" name="ph447"/>
            <p:cNvSpPr/>
            <p:nvPr/>
          </p:nvSpPr>
          <p:spPr>
            <a:xfrm>
              <a:off x="6479962" y="11316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8" name="ph448"/>
            <p:cNvSpPr/>
            <p:nvPr/>
          </p:nvSpPr>
          <p:spPr>
            <a:xfrm>
              <a:off x="6492475" y="11316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9" name="ph449"/>
            <p:cNvSpPr/>
            <p:nvPr/>
          </p:nvSpPr>
          <p:spPr>
            <a:xfrm>
              <a:off x="6504986" y="11316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0" name="ph450"/>
            <p:cNvSpPr/>
            <p:nvPr/>
          </p:nvSpPr>
          <p:spPr>
            <a:xfrm>
              <a:off x="6517498" y="11316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1" name="ph451"/>
            <p:cNvSpPr/>
            <p:nvPr/>
          </p:nvSpPr>
          <p:spPr>
            <a:xfrm>
              <a:off x="6530012" y="11316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2" name="ph452"/>
            <p:cNvSpPr/>
            <p:nvPr/>
          </p:nvSpPr>
          <p:spPr>
            <a:xfrm>
              <a:off x="6542524" y="11316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3" name="ph453"/>
            <p:cNvSpPr/>
            <p:nvPr/>
          </p:nvSpPr>
          <p:spPr>
            <a:xfrm>
              <a:off x="6092078" y="11470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4" name="ph454"/>
            <p:cNvSpPr/>
            <p:nvPr/>
          </p:nvSpPr>
          <p:spPr>
            <a:xfrm>
              <a:off x="6104590" y="11470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5" name="ph455"/>
            <p:cNvSpPr/>
            <p:nvPr/>
          </p:nvSpPr>
          <p:spPr>
            <a:xfrm>
              <a:off x="6117104" y="11470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6" name="ph456"/>
            <p:cNvSpPr/>
            <p:nvPr/>
          </p:nvSpPr>
          <p:spPr>
            <a:xfrm>
              <a:off x="6129616" y="11470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7" name="ph457"/>
            <p:cNvSpPr/>
            <p:nvPr/>
          </p:nvSpPr>
          <p:spPr>
            <a:xfrm>
              <a:off x="6142129" y="11470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8" name="ph458"/>
            <p:cNvSpPr/>
            <p:nvPr/>
          </p:nvSpPr>
          <p:spPr>
            <a:xfrm>
              <a:off x="6154642" y="11470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9" name="ph459"/>
            <p:cNvSpPr/>
            <p:nvPr/>
          </p:nvSpPr>
          <p:spPr>
            <a:xfrm>
              <a:off x="6167153" y="11470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0" name="ph460"/>
            <p:cNvSpPr/>
            <p:nvPr/>
          </p:nvSpPr>
          <p:spPr>
            <a:xfrm>
              <a:off x="6179665" y="11470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1" name="ph461"/>
            <p:cNvSpPr/>
            <p:nvPr/>
          </p:nvSpPr>
          <p:spPr>
            <a:xfrm>
              <a:off x="6192178" y="11470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2" name="ph462"/>
            <p:cNvSpPr/>
            <p:nvPr/>
          </p:nvSpPr>
          <p:spPr>
            <a:xfrm>
              <a:off x="6204691" y="11470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3" name="ph463"/>
            <p:cNvSpPr/>
            <p:nvPr/>
          </p:nvSpPr>
          <p:spPr>
            <a:xfrm>
              <a:off x="6217202" y="11470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4" name="ph464"/>
            <p:cNvSpPr/>
            <p:nvPr/>
          </p:nvSpPr>
          <p:spPr>
            <a:xfrm>
              <a:off x="6229714" y="11470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5" name="ph465"/>
            <p:cNvSpPr/>
            <p:nvPr/>
          </p:nvSpPr>
          <p:spPr>
            <a:xfrm>
              <a:off x="6242227" y="11470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6" name="ph466"/>
            <p:cNvSpPr/>
            <p:nvPr/>
          </p:nvSpPr>
          <p:spPr>
            <a:xfrm>
              <a:off x="6254740" y="11470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7" name="ph467"/>
            <p:cNvSpPr/>
            <p:nvPr/>
          </p:nvSpPr>
          <p:spPr>
            <a:xfrm>
              <a:off x="6267253" y="11470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8" name="ph468"/>
            <p:cNvSpPr/>
            <p:nvPr/>
          </p:nvSpPr>
          <p:spPr>
            <a:xfrm>
              <a:off x="6279764" y="11470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9" name="ph469"/>
            <p:cNvSpPr/>
            <p:nvPr/>
          </p:nvSpPr>
          <p:spPr>
            <a:xfrm>
              <a:off x="6292277" y="11470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0" name="ph470"/>
            <p:cNvSpPr/>
            <p:nvPr/>
          </p:nvSpPr>
          <p:spPr>
            <a:xfrm>
              <a:off x="6304789" y="11470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1" name="ph471"/>
            <p:cNvSpPr/>
            <p:nvPr/>
          </p:nvSpPr>
          <p:spPr>
            <a:xfrm>
              <a:off x="6317302" y="11470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2" name="ph472"/>
            <p:cNvSpPr/>
            <p:nvPr/>
          </p:nvSpPr>
          <p:spPr>
            <a:xfrm>
              <a:off x="6329813" y="11470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3" name="ph473"/>
            <p:cNvSpPr/>
            <p:nvPr/>
          </p:nvSpPr>
          <p:spPr>
            <a:xfrm>
              <a:off x="6404888" y="11470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4" name="ph474"/>
            <p:cNvSpPr/>
            <p:nvPr/>
          </p:nvSpPr>
          <p:spPr>
            <a:xfrm>
              <a:off x="6417400" y="11470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5" name="ph475"/>
            <p:cNvSpPr/>
            <p:nvPr/>
          </p:nvSpPr>
          <p:spPr>
            <a:xfrm>
              <a:off x="6429913" y="11470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6" name="ph476"/>
            <p:cNvSpPr/>
            <p:nvPr/>
          </p:nvSpPr>
          <p:spPr>
            <a:xfrm>
              <a:off x="6442426" y="11470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7" name="ph477"/>
            <p:cNvSpPr/>
            <p:nvPr/>
          </p:nvSpPr>
          <p:spPr>
            <a:xfrm>
              <a:off x="6454937" y="11470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8" name="ph478"/>
            <p:cNvSpPr/>
            <p:nvPr/>
          </p:nvSpPr>
          <p:spPr>
            <a:xfrm>
              <a:off x="6467449" y="11470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9" name="ph479"/>
            <p:cNvSpPr/>
            <p:nvPr/>
          </p:nvSpPr>
          <p:spPr>
            <a:xfrm>
              <a:off x="6479962" y="11470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80" name="ph480"/>
            <p:cNvSpPr/>
            <p:nvPr/>
          </p:nvSpPr>
          <p:spPr>
            <a:xfrm>
              <a:off x="6492475" y="11470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81" name="ph481"/>
            <p:cNvSpPr/>
            <p:nvPr/>
          </p:nvSpPr>
          <p:spPr>
            <a:xfrm>
              <a:off x="6504986" y="11470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82" name="ph482"/>
            <p:cNvSpPr/>
            <p:nvPr/>
          </p:nvSpPr>
          <p:spPr>
            <a:xfrm>
              <a:off x="6517498" y="11470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83" name="ph483"/>
            <p:cNvSpPr/>
            <p:nvPr/>
          </p:nvSpPr>
          <p:spPr>
            <a:xfrm>
              <a:off x="6079567" y="1162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84" name="ph484"/>
            <p:cNvSpPr/>
            <p:nvPr/>
          </p:nvSpPr>
          <p:spPr>
            <a:xfrm>
              <a:off x="6092078" y="1162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85" name="ph485"/>
            <p:cNvSpPr/>
            <p:nvPr/>
          </p:nvSpPr>
          <p:spPr>
            <a:xfrm>
              <a:off x="6104590" y="1162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86" name="ph486"/>
            <p:cNvSpPr/>
            <p:nvPr/>
          </p:nvSpPr>
          <p:spPr>
            <a:xfrm>
              <a:off x="6117104" y="1162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87" name="ph487"/>
            <p:cNvSpPr/>
            <p:nvPr/>
          </p:nvSpPr>
          <p:spPr>
            <a:xfrm>
              <a:off x="6129616" y="1162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88" name="ph488"/>
            <p:cNvSpPr/>
            <p:nvPr/>
          </p:nvSpPr>
          <p:spPr>
            <a:xfrm>
              <a:off x="6142129" y="1162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89" name="ph489"/>
            <p:cNvSpPr/>
            <p:nvPr/>
          </p:nvSpPr>
          <p:spPr>
            <a:xfrm>
              <a:off x="6154642" y="1162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90" name="ph490"/>
            <p:cNvSpPr/>
            <p:nvPr/>
          </p:nvSpPr>
          <p:spPr>
            <a:xfrm>
              <a:off x="6167153" y="1162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91" name="ph491"/>
            <p:cNvSpPr/>
            <p:nvPr/>
          </p:nvSpPr>
          <p:spPr>
            <a:xfrm>
              <a:off x="6179665" y="1162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92" name="ph492"/>
            <p:cNvSpPr/>
            <p:nvPr/>
          </p:nvSpPr>
          <p:spPr>
            <a:xfrm>
              <a:off x="6192178" y="1162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93" name="ph493"/>
            <p:cNvSpPr/>
            <p:nvPr/>
          </p:nvSpPr>
          <p:spPr>
            <a:xfrm>
              <a:off x="6204691" y="1162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94" name="ph494"/>
            <p:cNvSpPr/>
            <p:nvPr/>
          </p:nvSpPr>
          <p:spPr>
            <a:xfrm>
              <a:off x="6217202" y="1162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95" name="ph495"/>
            <p:cNvSpPr/>
            <p:nvPr/>
          </p:nvSpPr>
          <p:spPr>
            <a:xfrm>
              <a:off x="6229714" y="1162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96" name="ph496"/>
            <p:cNvSpPr/>
            <p:nvPr/>
          </p:nvSpPr>
          <p:spPr>
            <a:xfrm>
              <a:off x="6242227" y="1162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97" name="ph497"/>
            <p:cNvSpPr/>
            <p:nvPr/>
          </p:nvSpPr>
          <p:spPr>
            <a:xfrm>
              <a:off x="6254740" y="1162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98" name="ph498"/>
            <p:cNvSpPr/>
            <p:nvPr/>
          </p:nvSpPr>
          <p:spPr>
            <a:xfrm>
              <a:off x="6267253" y="1162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99" name="ph499"/>
            <p:cNvSpPr/>
            <p:nvPr/>
          </p:nvSpPr>
          <p:spPr>
            <a:xfrm>
              <a:off x="6279764" y="1162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00" name="ph500"/>
            <p:cNvSpPr/>
            <p:nvPr/>
          </p:nvSpPr>
          <p:spPr>
            <a:xfrm>
              <a:off x="6292277" y="1162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01" name="ph501"/>
            <p:cNvSpPr/>
            <p:nvPr/>
          </p:nvSpPr>
          <p:spPr>
            <a:xfrm>
              <a:off x="6304789" y="1162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02" name="ph502"/>
            <p:cNvSpPr/>
            <p:nvPr/>
          </p:nvSpPr>
          <p:spPr>
            <a:xfrm>
              <a:off x="6317302" y="1162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03" name="ph503"/>
            <p:cNvSpPr/>
            <p:nvPr/>
          </p:nvSpPr>
          <p:spPr>
            <a:xfrm>
              <a:off x="6392377" y="1162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04" name="ph504"/>
            <p:cNvSpPr/>
            <p:nvPr/>
          </p:nvSpPr>
          <p:spPr>
            <a:xfrm>
              <a:off x="6404888" y="1162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05" name="ph505"/>
            <p:cNvSpPr/>
            <p:nvPr/>
          </p:nvSpPr>
          <p:spPr>
            <a:xfrm>
              <a:off x="6417400" y="1162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06" name="ph506"/>
            <p:cNvSpPr/>
            <p:nvPr/>
          </p:nvSpPr>
          <p:spPr>
            <a:xfrm>
              <a:off x="6429913" y="1162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07" name="ph507"/>
            <p:cNvSpPr/>
            <p:nvPr/>
          </p:nvSpPr>
          <p:spPr>
            <a:xfrm>
              <a:off x="6442426" y="1162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08" name="ph508"/>
            <p:cNvSpPr/>
            <p:nvPr/>
          </p:nvSpPr>
          <p:spPr>
            <a:xfrm>
              <a:off x="6454937" y="1162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09" name="ph509"/>
            <p:cNvSpPr/>
            <p:nvPr/>
          </p:nvSpPr>
          <p:spPr>
            <a:xfrm>
              <a:off x="6467449" y="1162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10" name="ph510"/>
            <p:cNvSpPr/>
            <p:nvPr/>
          </p:nvSpPr>
          <p:spPr>
            <a:xfrm>
              <a:off x="6479962" y="1162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11" name="ph511"/>
            <p:cNvSpPr/>
            <p:nvPr/>
          </p:nvSpPr>
          <p:spPr>
            <a:xfrm>
              <a:off x="6492475" y="1162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12" name="ph512"/>
            <p:cNvSpPr/>
            <p:nvPr/>
          </p:nvSpPr>
          <p:spPr>
            <a:xfrm>
              <a:off x="6504986" y="1162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13" name="ph513"/>
            <p:cNvSpPr/>
            <p:nvPr/>
          </p:nvSpPr>
          <p:spPr>
            <a:xfrm>
              <a:off x="6067054" y="11777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14" name="ph514"/>
            <p:cNvSpPr/>
            <p:nvPr/>
          </p:nvSpPr>
          <p:spPr>
            <a:xfrm>
              <a:off x="6079567" y="11777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15" name="ph515"/>
            <p:cNvSpPr/>
            <p:nvPr/>
          </p:nvSpPr>
          <p:spPr>
            <a:xfrm>
              <a:off x="6092078" y="11777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073">
                <a:alpha val="100000"/>
              </a:srgbClr>
            </a:solidFill>
            <a:ln w="5420" cap="flat">
              <a:solidFill>
                <a:srgbClr val="3B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16" name="ph516"/>
            <p:cNvSpPr/>
            <p:nvPr/>
          </p:nvSpPr>
          <p:spPr>
            <a:xfrm>
              <a:off x="6104590" y="11777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17" name="ph517"/>
            <p:cNvSpPr/>
            <p:nvPr/>
          </p:nvSpPr>
          <p:spPr>
            <a:xfrm>
              <a:off x="6117104" y="11777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18" name="ph518"/>
            <p:cNvSpPr/>
            <p:nvPr/>
          </p:nvSpPr>
          <p:spPr>
            <a:xfrm>
              <a:off x="6129616" y="11777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19" name="ph519"/>
            <p:cNvSpPr/>
            <p:nvPr/>
          </p:nvSpPr>
          <p:spPr>
            <a:xfrm>
              <a:off x="6142129" y="11777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20" name="ph520"/>
            <p:cNvSpPr/>
            <p:nvPr/>
          </p:nvSpPr>
          <p:spPr>
            <a:xfrm>
              <a:off x="6154642" y="11777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21" name="ph521"/>
            <p:cNvSpPr/>
            <p:nvPr/>
          </p:nvSpPr>
          <p:spPr>
            <a:xfrm>
              <a:off x="6167153" y="11777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22" name="ph522"/>
            <p:cNvSpPr/>
            <p:nvPr/>
          </p:nvSpPr>
          <p:spPr>
            <a:xfrm>
              <a:off x="6179665" y="11777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23" name="ph523"/>
            <p:cNvSpPr/>
            <p:nvPr/>
          </p:nvSpPr>
          <p:spPr>
            <a:xfrm>
              <a:off x="6192178" y="11777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24" name="ph524"/>
            <p:cNvSpPr/>
            <p:nvPr/>
          </p:nvSpPr>
          <p:spPr>
            <a:xfrm>
              <a:off x="6204691" y="11777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25" name="ph525"/>
            <p:cNvSpPr/>
            <p:nvPr/>
          </p:nvSpPr>
          <p:spPr>
            <a:xfrm>
              <a:off x="6217202" y="11777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26" name="ph526"/>
            <p:cNvSpPr/>
            <p:nvPr/>
          </p:nvSpPr>
          <p:spPr>
            <a:xfrm>
              <a:off x="6229714" y="11777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27" name="ph527"/>
            <p:cNvSpPr/>
            <p:nvPr/>
          </p:nvSpPr>
          <p:spPr>
            <a:xfrm>
              <a:off x="6242227" y="11777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28" name="ph528"/>
            <p:cNvSpPr/>
            <p:nvPr/>
          </p:nvSpPr>
          <p:spPr>
            <a:xfrm>
              <a:off x="6254740" y="11777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29" name="ph529"/>
            <p:cNvSpPr/>
            <p:nvPr/>
          </p:nvSpPr>
          <p:spPr>
            <a:xfrm>
              <a:off x="6267253" y="11777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30" name="ph530"/>
            <p:cNvSpPr/>
            <p:nvPr/>
          </p:nvSpPr>
          <p:spPr>
            <a:xfrm>
              <a:off x="6279764" y="11777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31" name="ph531"/>
            <p:cNvSpPr/>
            <p:nvPr/>
          </p:nvSpPr>
          <p:spPr>
            <a:xfrm>
              <a:off x="6292277" y="11777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32" name="ph532"/>
            <p:cNvSpPr/>
            <p:nvPr/>
          </p:nvSpPr>
          <p:spPr>
            <a:xfrm>
              <a:off x="6304789" y="11777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33" name="ph533"/>
            <p:cNvSpPr/>
            <p:nvPr/>
          </p:nvSpPr>
          <p:spPr>
            <a:xfrm>
              <a:off x="6392377" y="11777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34" name="ph534"/>
            <p:cNvSpPr/>
            <p:nvPr/>
          </p:nvSpPr>
          <p:spPr>
            <a:xfrm>
              <a:off x="6404888" y="11777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35" name="ph535"/>
            <p:cNvSpPr/>
            <p:nvPr/>
          </p:nvSpPr>
          <p:spPr>
            <a:xfrm>
              <a:off x="6417400" y="11777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36" name="ph536"/>
            <p:cNvSpPr/>
            <p:nvPr/>
          </p:nvSpPr>
          <p:spPr>
            <a:xfrm>
              <a:off x="6429913" y="11777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37" name="ph537"/>
            <p:cNvSpPr/>
            <p:nvPr/>
          </p:nvSpPr>
          <p:spPr>
            <a:xfrm>
              <a:off x="6442426" y="11777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38" name="ph538"/>
            <p:cNvSpPr/>
            <p:nvPr/>
          </p:nvSpPr>
          <p:spPr>
            <a:xfrm>
              <a:off x="6454937" y="11777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39" name="ph539"/>
            <p:cNvSpPr/>
            <p:nvPr/>
          </p:nvSpPr>
          <p:spPr>
            <a:xfrm>
              <a:off x="6467449" y="11777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40" name="ph540"/>
            <p:cNvSpPr/>
            <p:nvPr/>
          </p:nvSpPr>
          <p:spPr>
            <a:xfrm>
              <a:off x="6479962" y="11777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41" name="ph541"/>
            <p:cNvSpPr/>
            <p:nvPr/>
          </p:nvSpPr>
          <p:spPr>
            <a:xfrm>
              <a:off x="6067054" y="119317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42" name="ph542"/>
            <p:cNvSpPr/>
            <p:nvPr/>
          </p:nvSpPr>
          <p:spPr>
            <a:xfrm>
              <a:off x="6079567" y="119317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43" name="ph543"/>
            <p:cNvSpPr/>
            <p:nvPr/>
          </p:nvSpPr>
          <p:spPr>
            <a:xfrm>
              <a:off x="6092078" y="119317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44" name="ph544"/>
            <p:cNvSpPr/>
            <p:nvPr/>
          </p:nvSpPr>
          <p:spPr>
            <a:xfrm>
              <a:off x="6104590" y="119317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45" name="ph545"/>
            <p:cNvSpPr/>
            <p:nvPr/>
          </p:nvSpPr>
          <p:spPr>
            <a:xfrm>
              <a:off x="6117104" y="119317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46" name="ph546"/>
            <p:cNvSpPr/>
            <p:nvPr/>
          </p:nvSpPr>
          <p:spPr>
            <a:xfrm>
              <a:off x="6129616" y="119317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47" name="ph547"/>
            <p:cNvSpPr/>
            <p:nvPr/>
          </p:nvSpPr>
          <p:spPr>
            <a:xfrm>
              <a:off x="6142129" y="119317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48" name="ph548"/>
            <p:cNvSpPr/>
            <p:nvPr/>
          </p:nvSpPr>
          <p:spPr>
            <a:xfrm>
              <a:off x="6154642" y="119317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49" name="ph549"/>
            <p:cNvSpPr/>
            <p:nvPr/>
          </p:nvSpPr>
          <p:spPr>
            <a:xfrm>
              <a:off x="6167153" y="119317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50" name="ph550"/>
            <p:cNvSpPr/>
            <p:nvPr/>
          </p:nvSpPr>
          <p:spPr>
            <a:xfrm>
              <a:off x="6179665" y="119317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51" name="ph551"/>
            <p:cNvSpPr/>
            <p:nvPr/>
          </p:nvSpPr>
          <p:spPr>
            <a:xfrm>
              <a:off x="6192178" y="119317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52" name="ph552"/>
            <p:cNvSpPr/>
            <p:nvPr/>
          </p:nvSpPr>
          <p:spPr>
            <a:xfrm>
              <a:off x="6204691" y="119317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53" name="ph553"/>
            <p:cNvSpPr/>
            <p:nvPr/>
          </p:nvSpPr>
          <p:spPr>
            <a:xfrm>
              <a:off x="6217202" y="119317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54" name="ph554"/>
            <p:cNvSpPr/>
            <p:nvPr/>
          </p:nvSpPr>
          <p:spPr>
            <a:xfrm>
              <a:off x="6229714" y="119317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55" name="ph555"/>
            <p:cNvSpPr/>
            <p:nvPr/>
          </p:nvSpPr>
          <p:spPr>
            <a:xfrm>
              <a:off x="6242227" y="119317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56" name="ph556"/>
            <p:cNvSpPr/>
            <p:nvPr/>
          </p:nvSpPr>
          <p:spPr>
            <a:xfrm>
              <a:off x="6254740" y="119317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57" name="ph557"/>
            <p:cNvSpPr/>
            <p:nvPr/>
          </p:nvSpPr>
          <p:spPr>
            <a:xfrm>
              <a:off x="6392377" y="119317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58" name="ph558"/>
            <p:cNvSpPr/>
            <p:nvPr/>
          </p:nvSpPr>
          <p:spPr>
            <a:xfrm>
              <a:off x="6404888" y="119317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59" name="ph559"/>
            <p:cNvSpPr/>
            <p:nvPr/>
          </p:nvSpPr>
          <p:spPr>
            <a:xfrm>
              <a:off x="6417400" y="119317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60" name="ph560"/>
            <p:cNvSpPr/>
            <p:nvPr/>
          </p:nvSpPr>
          <p:spPr>
            <a:xfrm>
              <a:off x="6429913" y="119317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61" name="ph561"/>
            <p:cNvSpPr/>
            <p:nvPr/>
          </p:nvSpPr>
          <p:spPr>
            <a:xfrm>
              <a:off x="6442426" y="119317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62" name="ph562"/>
            <p:cNvSpPr/>
            <p:nvPr/>
          </p:nvSpPr>
          <p:spPr>
            <a:xfrm>
              <a:off x="6454937" y="119317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63" name="ph563"/>
            <p:cNvSpPr/>
            <p:nvPr/>
          </p:nvSpPr>
          <p:spPr>
            <a:xfrm>
              <a:off x="6054541" y="12085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64" name="ph564"/>
            <p:cNvSpPr/>
            <p:nvPr/>
          </p:nvSpPr>
          <p:spPr>
            <a:xfrm>
              <a:off x="6067054" y="12085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65" name="ph565"/>
            <p:cNvSpPr/>
            <p:nvPr/>
          </p:nvSpPr>
          <p:spPr>
            <a:xfrm>
              <a:off x="6079567" y="12085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66" name="ph566"/>
            <p:cNvSpPr/>
            <p:nvPr/>
          </p:nvSpPr>
          <p:spPr>
            <a:xfrm>
              <a:off x="6092078" y="12085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67" name="ph567"/>
            <p:cNvSpPr/>
            <p:nvPr/>
          </p:nvSpPr>
          <p:spPr>
            <a:xfrm>
              <a:off x="6104590" y="12085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68" name="ph568"/>
            <p:cNvSpPr/>
            <p:nvPr/>
          </p:nvSpPr>
          <p:spPr>
            <a:xfrm>
              <a:off x="6117104" y="12085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69" name="ph569"/>
            <p:cNvSpPr/>
            <p:nvPr/>
          </p:nvSpPr>
          <p:spPr>
            <a:xfrm>
              <a:off x="6129616" y="12085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70" name="ph570"/>
            <p:cNvSpPr/>
            <p:nvPr/>
          </p:nvSpPr>
          <p:spPr>
            <a:xfrm>
              <a:off x="6142129" y="12085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71" name="ph571"/>
            <p:cNvSpPr/>
            <p:nvPr/>
          </p:nvSpPr>
          <p:spPr>
            <a:xfrm>
              <a:off x="6154642" y="12085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72" name="ph572"/>
            <p:cNvSpPr/>
            <p:nvPr/>
          </p:nvSpPr>
          <p:spPr>
            <a:xfrm>
              <a:off x="6167153" y="12085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73" name="ph573"/>
            <p:cNvSpPr/>
            <p:nvPr/>
          </p:nvSpPr>
          <p:spPr>
            <a:xfrm>
              <a:off x="6179665" y="12085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74" name="ph574"/>
            <p:cNvSpPr/>
            <p:nvPr/>
          </p:nvSpPr>
          <p:spPr>
            <a:xfrm>
              <a:off x="6192178" y="12085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75" name="ph575"/>
            <p:cNvSpPr/>
            <p:nvPr/>
          </p:nvSpPr>
          <p:spPr>
            <a:xfrm>
              <a:off x="6204691" y="12085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76" name="ph576"/>
            <p:cNvSpPr/>
            <p:nvPr/>
          </p:nvSpPr>
          <p:spPr>
            <a:xfrm>
              <a:off x="6217202" y="12085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77" name="ph577"/>
            <p:cNvSpPr/>
            <p:nvPr/>
          </p:nvSpPr>
          <p:spPr>
            <a:xfrm>
              <a:off x="6379862" y="12085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78" name="ph578"/>
            <p:cNvSpPr/>
            <p:nvPr/>
          </p:nvSpPr>
          <p:spPr>
            <a:xfrm>
              <a:off x="6392377" y="12085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79" name="ph579"/>
            <p:cNvSpPr/>
            <p:nvPr/>
          </p:nvSpPr>
          <p:spPr>
            <a:xfrm>
              <a:off x="6404888" y="12085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80" name="ph580"/>
            <p:cNvSpPr/>
            <p:nvPr/>
          </p:nvSpPr>
          <p:spPr>
            <a:xfrm>
              <a:off x="6417400" y="12085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81" name="ph581"/>
            <p:cNvSpPr/>
            <p:nvPr/>
          </p:nvSpPr>
          <p:spPr>
            <a:xfrm>
              <a:off x="6429913" y="12085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82" name="ph582"/>
            <p:cNvSpPr/>
            <p:nvPr/>
          </p:nvSpPr>
          <p:spPr>
            <a:xfrm>
              <a:off x="6442426" y="12085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83" name="ph583"/>
            <p:cNvSpPr/>
            <p:nvPr/>
          </p:nvSpPr>
          <p:spPr>
            <a:xfrm>
              <a:off x="5991980" y="12239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84" name="ph584"/>
            <p:cNvSpPr/>
            <p:nvPr/>
          </p:nvSpPr>
          <p:spPr>
            <a:xfrm>
              <a:off x="6004492" y="12239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2A55">
                <a:alpha val="100000"/>
              </a:srgbClr>
            </a:solidFill>
            <a:ln w="5420" cap="flat">
              <a:solidFill>
                <a:srgbClr val="382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85" name="ph585"/>
            <p:cNvSpPr/>
            <p:nvPr/>
          </p:nvSpPr>
          <p:spPr>
            <a:xfrm>
              <a:off x="6017005" y="12239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86" name="ph586"/>
            <p:cNvSpPr/>
            <p:nvPr/>
          </p:nvSpPr>
          <p:spPr>
            <a:xfrm>
              <a:off x="6029518" y="12239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22548">
                <a:alpha val="100000"/>
              </a:srgbClr>
            </a:solidFill>
            <a:ln w="5420" cap="flat">
              <a:solidFill>
                <a:srgbClr val="32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87" name="ph587"/>
            <p:cNvSpPr/>
            <p:nvPr/>
          </p:nvSpPr>
          <p:spPr>
            <a:xfrm>
              <a:off x="6042029" y="12239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88" name="ph588"/>
            <p:cNvSpPr/>
            <p:nvPr/>
          </p:nvSpPr>
          <p:spPr>
            <a:xfrm>
              <a:off x="6054541" y="12239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2A53">
                <a:alpha val="100000"/>
              </a:srgbClr>
            </a:solidFill>
            <a:ln w="5420" cap="flat">
              <a:solidFill>
                <a:srgbClr val="37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89" name="ph589"/>
            <p:cNvSpPr/>
            <p:nvPr/>
          </p:nvSpPr>
          <p:spPr>
            <a:xfrm>
              <a:off x="6067054" y="12239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90" name="ph590"/>
            <p:cNvSpPr/>
            <p:nvPr/>
          </p:nvSpPr>
          <p:spPr>
            <a:xfrm>
              <a:off x="6079567" y="12239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91" name="ph591"/>
            <p:cNvSpPr/>
            <p:nvPr/>
          </p:nvSpPr>
          <p:spPr>
            <a:xfrm>
              <a:off x="6092078" y="12239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92" name="ph592"/>
            <p:cNvSpPr/>
            <p:nvPr/>
          </p:nvSpPr>
          <p:spPr>
            <a:xfrm>
              <a:off x="6104590" y="12239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93" name="ph593"/>
            <p:cNvSpPr/>
            <p:nvPr/>
          </p:nvSpPr>
          <p:spPr>
            <a:xfrm>
              <a:off x="6117104" y="12239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94" name="ph594"/>
            <p:cNvSpPr/>
            <p:nvPr/>
          </p:nvSpPr>
          <p:spPr>
            <a:xfrm>
              <a:off x="6129616" y="12239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95" name="ph595"/>
            <p:cNvSpPr/>
            <p:nvPr/>
          </p:nvSpPr>
          <p:spPr>
            <a:xfrm>
              <a:off x="6142129" y="12239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96" name="ph596"/>
            <p:cNvSpPr/>
            <p:nvPr/>
          </p:nvSpPr>
          <p:spPr>
            <a:xfrm>
              <a:off x="6154642" y="12239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97" name="ph597"/>
            <p:cNvSpPr/>
            <p:nvPr/>
          </p:nvSpPr>
          <p:spPr>
            <a:xfrm>
              <a:off x="6179665" y="12239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98" name="ph598"/>
            <p:cNvSpPr/>
            <p:nvPr/>
          </p:nvSpPr>
          <p:spPr>
            <a:xfrm>
              <a:off x="6192178" y="12239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99" name="ph599"/>
            <p:cNvSpPr/>
            <p:nvPr/>
          </p:nvSpPr>
          <p:spPr>
            <a:xfrm>
              <a:off x="6204691" y="12239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00" name="ph600"/>
            <p:cNvSpPr/>
            <p:nvPr/>
          </p:nvSpPr>
          <p:spPr>
            <a:xfrm>
              <a:off x="6379862" y="12239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01" name="ph601"/>
            <p:cNvSpPr/>
            <p:nvPr/>
          </p:nvSpPr>
          <p:spPr>
            <a:xfrm>
              <a:off x="6392377" y="12239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02" name="ph602"/>
            <p:cNvSpPr/>
            <p:nvPr/>
          </p:nvSpPr>
          <p:spPr>
            <a:xfrm>
              <a:off x="6404888" y="12239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03" name="ph603"/>
            <p:cNvSpPr/>
            <p:nvPr/>
          </p:nvSpPr>
          <p:spPr>
            <a:xfrm>
              <a:off x="6417400" y="12239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04" name="ph604"/>
            <p:cNvSpPr/>
            <p:nvPr/>
          </p:nvSpPr>
          <p:spPr>
            <a:xfrm>
              <a:off x="6429913" y="12239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05" name="ph605"/>
            <p:cNvSpPr/>
            <p:nvPr/>
          </p:nvSpPr>
          <p:spPr>
            <a:xfrm>
              <a:off x="5954443" y="12393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06" name="ph606"/>
            <p:cNvSpPr/>
            <p:nvPr/>
          </p:nvSpPr>
          <p:spPr>
            <a:xfrm>
              <a:off x="5966954" y="12393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07" name="ph607"/>
            <p:cNvSpPr/>
            <p:nvPr/>
          </p:nvSpPr>
          <p:spPr>
            <a:xfrm>
              <a:off x="5979469" y="12393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08" name="ph608"/>
            <p:cNvSpPr/>
            <p:nvPr/>
          </p:nvSpPr>
          <p:spPr>
            <a:xfrm>
              <a:off x="5991980" y="12393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09" name="ph609"/>
            <p:cNvSpPr/>
            <p:nvPr/>
          </p:nvSpPr>
          <p:spPr>
            <a:xfrm>
              <a:off x="6004492" y="12393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10" name="ph610"/>
            <p:cNvSpPr/>
            <p:nvPr/>
          </p:nvSpPr>
          <p:spPr>
            <a:xfrm>
              <a:off x="6017005" y="12393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2B203C">
                <a:alpha val="100000"/>
              </a:srgbClr>
            </a:solidFill>
            <a:ln w="5420" cap="flat">
              <a:solidFill>
                <a:srgbClr val="2B20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11" name="ph611"/>
            <p:cNvSpPr/>
            <p:nvPr/>
          </p:nvSpPr>
          <p:spPr>
            <a:xfrm>
              <a:off x="6029518" y="12393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2B203C">
                <a:alpha val="100000"/>
              </a:srgbClr>
            </a:solidFill>
            <a:ln w="5420" cap="flat">
              <a:solidFill>
                <a:srgbClr val="2B20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12" name="ph612"/>
            <p:cNvSpPr/>
            <p:nvPr/>
          </p:nvSpPr>
          <p:spPr>
            <a:xfrm>
              <a:off x="6042029" y="12393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2F2343">
                <a:alpha val="100000"/>
              </a:srgbClr>
            </a:solidFill>
            <a:ln w="5420" cap="flat">
              <a:solidFill>
                <a:srgbClr val="2F2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13" name="ph613"/>
            <p:cNvSpPr/>
            <p:nvPr/>
          </p:nvSpPr>
          <p:spPr>
            <a:xfrm>
              <a:off x="6054541" y="12393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14" name="ph614"/>
            <p:cNvSpPr/>
            <p:nvPr/>
          </p:nvSpPr>
          <p:spPr>
            <a:xfrm>
              <a:off x="6067054" y="12393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15" name="ph615"/>
            <p:cNvSpPr/>
            <p:nvPr/>
          </p:nvSpPr>
          <p:spPr>
            <a:xfrm>
              <a:off x="6079567" y="12393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16" name="ph616"/>
            <p:cNvSpPr/>
            <p:nvPr/>
          </p:nvSpPr>
          <p:spPr>
            <a:xfrm>
              <a:off x="6092078" y="12393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17" name="ph617"/>
            <p:cNvSpPr/>
            <p:nvPr/>
          </p:nvSpPr>
          <p:spPr>
            <a:xfrm>
              <a:off x="6104590" y="12393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18" name="ph618"/>
            <p:cNvSpPr/>
            <p:nvPr/>
          </p:nvSpPr>
          <p:spPr>
            <a:xfrm>
              <a:off x="6129616" y="12393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19" name="ph619"/>
            <p:cNvSpPr/>
            <p:nvPr/>
          </p:nvSpPr>
          <p:spPr>
            <a:xfrm>
              <a:off x="6142129" y="12393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20" name="ph620"/>
            <p:cNvSpPr/>
            <p:nvPr/>
          </p:nvSpPr>
          <p:spPr>
            <a:xfrm>
              <a:off x="6379862" y="12393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21" name="ph621"/>
            <p:cNvSpPr/>
            <p:nvPr/>
          </p:nvSpPr>
          <p:spPr>
            <a:xfrm>
              <a:off x="6392377" y="12393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22" name="ph622"/>
            <p:cNvSpPr/>
            <p:nvPr/>
          </p:nvSpPr>
          <p:spPr>
            <a:xfrm>
              <a:off x="6404888" y="12393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23" name="ph623"/>
            <p:cNvSpPr/>
            <p:nvPr/>
          </p:nvSpPr>
          <p:spPr>
            <a:xfrm>
              <a:off x="6417400" y="12393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24" name="ph624"/>
            <p:cNvSpPr/>
            <p:nvPr/>
          </p:nvSpPr>
          <p:spPr>
            <a:xfrm>
              <a:off x="6429913" y="12393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25" name="ph625"/>
            <p:cNvSpPr/>
            <p:nvPr/>
          </p:nvSpPr>
          <p:spPr>
            <a:xfrm>
              <a:off x="5941930" y="12546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26" name="ph626"/>
            <p:cNvSpPr/>
            <p:nvPr/>
          </p:nvSpPr>
          <p:spPr>
            <a:xfrm>
              <a:off x="5954443" y="12546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27" name="ph627"/>
            <p:cNvSpPr/>
            <p:nvPr/>
          </p:nvSpPr>
          <p:spPr>
            <a:xfrm>
              <a:off x="5966954" y="12546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28" name="ph628"/>
            <p:cNvSpPr/>
            <p:nvPr/>
          </p:nvSpPr>
          <p:spPr>
            <a:xfrm>
              <a:off x="5979469" y="12546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29" name="ph629"/>
            <p:cNvSpPr/>
            <p:nvPr/>
          </p:nvSpPr>
          <p:spPr>
            <a:xfrm>
              <a:off x="5991980" y="12546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30" name="ph630"/>
            <p:cNvSpPr/>
            <p:nvPr/>
          </p:nvSpPr>
          <p:spPr>
            <a:xfrm>
              <a:off x="6004492" y="12546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31" name="ph631"/>
            <p:cNvSpPr/>
            <p:nvPr/>
          </p:nvSpPr>
          <p:spPr>
            <a:xfrm>
              <a:off x="6017005" y="12546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32" name="ph632"/>
            <p:cNvSpPr/>
            <p:nvPr/>
          </p:nvSpPr>
          <p:spPr>
            <a:xfrm>
              <a:off x="6029518" y="12546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33" name="ph633"/>
            <p:cNvSpPr/>
            <p:nvPr/>
          </p:nvSpPr>
          <p:spPr>
            <a:xfrm>
              <a:off x="6042029" y="12546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34" name="ph634"/>
            <p:cNvSpPr/>
            <p:nvPr/>
          </p:nvSpPr>
          <p:spPr>
            <a:xfrm>
              <a:off x="6054541" y="12546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35" name="ph635"/>
            <p:cNvSpPr/>
            <p:nvPr/>
          </p:nvSpPr>
          <p:spPr>
            <a:xfrm>
              <a:off x="6067054" y="12546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36" name="ph636"/>
            <p:cNvSpPr/>
            <p:nvPr/>
          </p:nvSpPr>
          <p:spPr>
            <a:xfrm>
              <a:off x="6079567" y="12546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37" name="ph637"/>
            <p:cNvSpPr/>
            <p:nvPr/>
          </p:nvSpPr>
          <p:spPr>
            <a:xfrm>
              <a:off x="6092078" y="12546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38" name="ph638"/>
            <p:cNvSpPr/>
            <p:nvPr/>
          </p:nvSpPr>
          <p:spPr>
            <a:xfrm>
              <a:off x="6379862" y="12546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39" name="ph639"/>
            <p:cNvSpPr/>
            <p:nvPr/>
          </p:nvSpPr>
          <p:spPr>
            <a:xfrm>
              <a:off x="6392377" y="12546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40" name="ph640"/>
            <p:cNvSpPr/>
            <p:nvPr/>
          </p:nvSpPr>
          <p:spPr>
            <a:xfrm>
              <a:off x="6404888" y="12546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41" name="ph641"/>
            <p:cNvSpPr/>
            <p:nvPr/>
          </p:nvSpPr>
          <p:spPr>
            <a:xfrm>
              <a:off x="6417400" y="12546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42" name="ph642"/>
            <p:cNvSpPr/>
            <p:nvPr/>
          </p:nvSpPr>
          <p:spPr>
            <a:xfrm>
              <a:off x="6429913" y="12546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43" name="ph643"/>
            <p:cNvSpPr/>
            <p:nvPr/>
          </p:nvSpPr>
          <p:spPr>
            <a:xfrm>
              <a:off x="6442426" y="12546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44" name="ph644"/>
            <p:cNvSpPr/>
            <p:nvPr/>
          </p:nvSpPr>
          <p:spPr>
            <a:xfrm>
              <a:off x="6454937" y="12546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45" name="ph645"/>
            <p:cNvSpPr/>
            <p:nvPr/>
          </p:nvSpPr>
          <p:spPr>
            <a:xfrm>
              <a:off x="6504986" y="12546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46" name="ph646"/>
            <p:cNvSpPr/>
            <p:nvPr/>
          </p:nvSpPr>
          <p:spPr>
            <a:xfrm>
              <a:off x="6517498" y="12546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47" name="ph647"/>
            <p:cNvSpPr/>
            <p:nvPr/>
          </p:nvSpPr>
          <p:spPr>
            <a:xfrm>
              <a:off x="6530012" y="12546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48" name="ph648"/>
            <p:cNvSpPr/>
            <p:nvPr/>
          </p:nvSpPr>
          <p:spPr>
            <a:xfrm>
              <a:off x="6542524" y="12546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49" name="ph649"/>
            <p:cNvSpPr/>
            <p:nvPr/>
          </p:nvSpPr>
          <p:spPr>
            <a:xfrm>
              <a:off x="6555037" y="12546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50" name="ph650"/>
            <p:cNvSpPr/>
            <p:nvPr/>
          </p:nvSpPr>
          <p:spPr>
            <a:xfrm>
              <a:off x="5929418" y="12700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51" name="ph651"/>
            <p:cNvSpPr/>
            <p:nvPr/>
          </p:nvSpPr>
          <p:spPr>
            <a:xfrm>
              <a:off x="5941930" y="12700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52" name="ph652"/>
            <p:cNvSpPr/>
            <p:nvPr/>
          </p:nvSpPr>
          <p:spPr>
            <a:xfrm>
              <a:off x="5954443" y="12700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53" name="ph653"/>
            <p:cNvSpPr/>
            <p:nvPr/>
          </p:nvSpPr>
          <p:spPr>
            <a:xfrm>
              <a:off x="5966954" y="12700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54" name="ph654"/>
            <p:cNvSpPr/>
            <p:nvPr/>
          </p:nvSpPr>
          <p:spPr>
            <a:xfrm>
              <a:off x="5979469" y="12700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55" name="ph655"/>
            <p:cNvSpPr/>
            <p:nvPr/>
          </p:nvSpPr>
          <p:spPr>
            <a:xfrm>
              <a:off x="5991980" y="12700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56" name="ph656"/>
            <p:cNvSpPr/>
            <p:nvPr/>
          </p:nvSpPr>
          <p:spPr>
            <a:xfrm>
              <a:off x="6004492" y="12700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57" name="ph657"/>
            <p:cNvSpPr/>
            <p:nvPr/>
          </p:nvSpPr>
          <p:spPr>
            <a:xfrm>
              <a:off x="6017005" y="12700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173">
                <a:alpha val="100000"/>
              </a:srgbClr>
            </a:solidFill>
            <a:ln w="5420" cap="flat">
              <a:solidFill>
                <a:srgbClr val="3C41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58" name="ph658"/>
            <p:cNvSpPr/>
            <p:nvPr/>
          </p:nvSpPr>
          <p:spPr>
            <a:xfrm>
              <a:off x="6029518" y="12700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767">
                <a:alpha val="100000"/>
              </a:srgbClr>
            </a:solidFill>
            <a:ln w="5420" cap="flat">
              <a:solidFill>
                <a:srgbClr val="3B3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59" name="ph659"/>
            <p:cNvSpPr/>
            <p:nvPr/>
          </p:nvSpPr>
          <p:spPr>
            <a:xfrm>
              <a:off x="6042029" y="12700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60" name="ph660"/>
            <p:cNvSpPr/>
            <p:nvPr/>
          </p:nvSpPr>
          <p:spPr>
            <a:xfrm>
              <a:off x="6054541" y="12700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61" name="ph661"/>
            <p:cNvSpPr/>
            <p:nvPr/>
          </p:nvSpPr>
          <p:spPr>
            <a:xfrm>
              <a:off x="6067054" y="12700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62" name="ph662"/>
            <p:cNvSpPr/>
            <p:nvPr/>
          </p:nvSpPr>
          <p:spPr>
            <a:xfrm>
              <a:off x="6079567" y="12700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63" name="ph663"/>
            <p:cNvSpPr/>
            <p:nvPr/>
          </p:nvSpPr>
          <p:spPr>
            <a:xfrm>
              <a:off x="6392377" y="12700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64" name="ph664"/>
            <p:cNvSpPr/>
            <p:nvPr/>
          </p:nvSpPr>
          <p:spPr>
            <a:xfrm>
              <a:off x="6404888" y="12700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65" name="ph665"/>
            <p:cNvSpPr/>
            <p:nvPr/>
          </p:nvSpPr>
          <p:spPr>
            <a:xfrm>
              <a:off x="6417400" y="12700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66" name="ph666"/>
            <p:cNvSpPr/>
            <p:nvPr/>
          </p:nvSpPr>
          <p:spPr>
            <a:xfrm>
              <a:off x="6429913" y="12700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67" name="ph667"/>
            <p:cNvSpPr/>
            <p:nvPr/>
          </p:nvSpPr>
          <p:spPr>
            <a:xfrm>
              <a:off x="6442426" y="12700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68" name="ph668"/>
            <p:cNvSpPr/>
            <p:nvPr/>
          </p:nvSpPr>
          <p:spPr>
            <a:xfrm>
              <a:off x="6454937" y="12700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69" name="ph669"/>
            <p:cNvSpPr/>
            <p:nvPr/>
          </p:nvSpPr>
          <p:spPr>
            <a:xfrm>
              <a:off x="6467449" y="12700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70" name="ph670"/>
            <p:cNvSpPr/>
            <p:nvPr/>
          </p:nvSpPr>
          <p:spPr>
            <a:xfrm>
              <a:off x="6492475" y="12700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71" name="ph671"/>
            <p:cNvSpPr/>
            <p:nvPr/>
          </p:nvSpPr>
          <p:spPr>
            <a:xfrm>
              <a:off x="6504986" y="12700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72" name="ph672"/>
            <p:cNvSpPr/>
            <p:nvPr/>
          </p:nvSpPr>
          <p:spPr>
            <a:xfrm>
              <a:off x="6517498" y="12700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73" name="ph673"/>
            <p:cNvSpPr/>
            <p:nvPr/>
          </p:nvSpPr>
          <p:spPr>
            <a:xfrm>
              <a:off x="6530012" y="12700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74" name="ph674"/>
            <p:cNvSpPr/>
            <p:nvPr/>
          </p:nvSpPr>
          <p:spPr>
            <a:xfrm>
              <a:off x="6542524" y="12700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75" name="ph675"/>
            <p:cNvSpPr/>
            <p:nvPr/>
          </p:nvSpPr>
          <p:spPr>
            <a:xfrm>
              <a:off x="6555037" y="12700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76" name="ph676"/>
            <p:cNvSpPr/>
            <p:nvPr/>
          </p:nvSpPr>
          <p:spPr>
            <a:xfrm>
              <a:off x="6567550" y="12700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77" name="ph677"/>
            <p:cNvSpPr/>
            <p:nvPr/>
          </p:nvSpPr>
          <p:spPr>
            <a:xfrm>
              <a:off x="5916905" y="12854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78" name="ph678"/>
            <p:cNvSpPr/>
            <p:nvPr/>
          </p:nvSpPr>
          <p:spPr>
            <a:xfrm>
              <a:off x="5929418" y="12854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79" name="ph679"/>
            <p:cNvSpPr/>
            <p:nvPr/>
          </p:nvSpPr>
          <p:spPr>
            <a:xfrm>
              <a:off x="5941930" y="12854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80" name="ph680"/>
            <p:cNvSpPr/>
            <p:nvPr/>
          </p:nvSpPr>
          <p:spPr>
            <a:xfrm>
              <a:off x="5954443" y="12854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81" name="ph681"/>
            <p:cNvSpPr/>
            <p:nvPr/>
          </p:nvSpPr>
          <p:spPr>
            <a:xfrm>
              <a:off x="5966954" y="12854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82" name="ph682"/>
            <p:cNvSpPr/>
            <p:nvPr/>
          </p:nvSpPr>
          <p:spPr>
            <a:xfrm>
              <a:off x="5979469" y="12854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83" name="ph683"/>
            <p:cNvSpPr/>
            <p:nvPr/>
          </p:nvSpPr>
          <p:spPr>
            <a:xfrm>
              <a:off x="5991980" y="12854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84" name="ph684"/>
            <p:cNvSpPr/>
            <p:nvPr/>
          </p:nvSpPr>
          <p:spPr>
            <a:xfrm>
              <a:off x="6004492" y="12854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85" name="ph685"/>
            <p:cNvSpPr/>
            <p:nvPr/>
          </p:nvSpPr>
          <p:spPr>
            <a:xfrm>
              <a:off x="6017005" y="12854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86" name="ph686"/>
            <p:cNvSpPr/>
            <p:nvPr/>
          </p:nvSpPr>
          <p:spPr>
            <a:xfrm>
              <a:off x="6029518" y="12854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87" name="ph687"/>
            <p:cNvSpPr/>
            <p:nvPr/>
          </p:nvSpPr>
          <p:spPr>
            <a:xfrm>
              <a:off x="6042029" y="12854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88" name="ph688"/>
            <p:cNvSpPr/>
            <p:nvPr/>
          </p:nvSpPr>
          <p:spPr>
            <a:xfrm>
              <a:off x="6392377" y="12854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89" name="ph689"/>
            <p:cNvSpPr/>
            <p:nvPr/>
          </p:nvSpPr>
          <p:spPr>
            <a:xfrm>
              <a:off x="6404888" y="12854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90" name="ph690"/>
            <p:cNvSpPr/>
            <p:nvPr/>
          </p:nvSpPr>
          <p:spPr>
            <a:xfrm>
              <a:off x="6417400" y="12854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91" name="ph691"/>
            <p:cNvSpPr/>
            <p:nvPr/>
          </p:nvSpPr>
          <p:spPr>
            <a:xfrm>
              <a:off x="6429913" y="12854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92" name="ph692"/>
            <p:cNvSpPr/>
            <p:nvPr/>
          </p:nvSpPr>
          <p:spPr>
            <a:xfrm>
              <a:off x="6442426" y="12854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93" name="ph693"/>
            <p:cNvSpPr/>
            <p:nvPr/>
          </p:nvSpPr>
          <p:spPr>
            <a:xfrm>
              <a:off x="6454937" y="12854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94" name="ph694"/>
            <p:cNvSpPr/>
            <p:nvPr/>
          </p:nvSpPr>
          <p:spPr>
            <a:xfrm>
              <a:off x="6467449" y="12854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95" name="ph695"/>
            <p:cNvSpPr/>
            <p:nvPr/>
          </p:nvSpPr>
          <p:spPr>
            <a:xfrm>
              <a:off x="6479962" y="12854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96" name="ph696"/>
            <p:cNvSpPr/>
            <p:nvPr/>
          </p:nvSpPr>
          <p:spPr>
            <a:xfrm>
              <a:off x="6492475" y="12854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97" name="ph697"/>
            <p:cNvSpPr/>
            <p:nvPr/>
          </p:nvSpPr>
          <p:spPr>
            <a:xfrm>
              <a:off x="6504986" y="12854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98" name="ph698"/>
            <p:cNvSpPr/>
            <p:nvPr/>
          </p:nvSpPr>
          <p:spPr>
            <a:xfrm>
              <a:off x="6517498" y="12854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99" name="ph699"/>
            <p:cNvSpPr/>
            <p:nvPr/>
          </p:nvSpPr>
          <p:spPr>
            <a:xfrm>
              <a:off x="6530012" y="12854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00" name="ph700"/>
            <p:cNvSpPr/>
            <p:nvPr/>
          </p:nvSpPr>
          <p:spPr>
            <a:xfrm>
              <a:off x="6542524" y="12854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01" name="ph701"/>
            <p:cNvSpPr/>
            <p:nvPr/>
          </p:nvSpPr>
          <p:spPr>
            <a:xfrm>
              <a:off x="6555037" y="12854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02" name="ph702"/>
            <p:cNvSpPr/>
            <p:nvPr/>
          </p:nvSpPr>
          <p:spPr>
            <a:xfrm>
              <a:off x="6567550" y="12854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03" name="ph703"/>
            <p:cNvSpPr/>
            <p:nvPr/>
          </p:nvSpPr>
          <p:spPr>
            <a:xfrm>
              <a:off x="5904394" y="13008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04" name="ph704"/>
            <p:cNvSpPr/>
            <p:nvPr/>
          </p:nvSpPr>
          <p:spPr>
            <a:xfrm>
              <a:off x="5916905" y="13008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05" name="ph705"/>
            <p:cNvSpPr/>
            <p:nvPr/>
          </p:nvSpPr>
          <p:spPr>
            <a:xfrm>
              <a:off x="5929418" y="13008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06" name="ph706"/>
            <p:cNvSpPr/>
            <p:nvPr/>
          </p:nvSpPr>
          <p:spPr>
            <a:xfrm>
              <a:off x="5941930" y="13008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07" name="ph707"/>
            <p:cNvSpPr/>
            <p:nvPr/>
          </p:nvSpPr>
          <p:spPr>
            <a:xfrm>
              <a:off x="5954443" y="13008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08" name="ph708"/>
            <p:cNvSpPr/>
            <p:nvPr/>
          </p:nvSpPr>
          <p:spPr>
            <a:xfrm>
              <a:off x="5966954" y="13008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09" name="ph709"/>
            <p:cNvSpPr/>
            <p:nvPr/>
          </p:nvSpPr>
          <p:spPr>
            <a:xfrm>
              <a:off x="5979469" y="13008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10" name="ph710"/>
            <p:cNvSpPr/>
            <p:nvPr/>
          </p:nvSpPr>
          <p:spPr>
            <a:xfrm>
              <a:off x="5991980" y="13008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11" name="ph711"/>
            <p:cNvSpPr/>
            <p:nvPr/>
          </p:nvSpPr>
          <p:spPr>
            <a:xfrm>
              <a:off x="6004492" y="13008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12" name="ph712"/>
            <p:cNvSpPr/>
            <p:nvPr/>
          </p:nvSpPr>
          <p:spPr>
            <a:xfrm>
              <a:off x="6404888" y="13008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13" name="ph713"/>
            <p:cNvSpPr/>
            <p:nvPr/>
          </p:nvSpPr>
          <p:spPr>
            <a:xfrm>
              <a:off x="6417400" y="13008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14" name="ph714"/>
            <p:cNvSpPr/>
            <p:nvPr/>
          </p:nvSpPr>
          <p:spPr>
            <a:xfrm>
              <a:off x="6429913" y="13008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15" name="ph715"/>
            <p:cNvSpPr/>
            <p:nvPr/>
          </p:nvSpPr>
          <p:spPr>
            <a:xfrm>
              <a:off x="6442426" y="13008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16" name="ph716"/>
            <p:cNvSpPr/>
            <p:nvPr/>
          </p:nvSpPr>
          <p:spPr>
            <a:xfrm>
              <a:off x="6454937" y="13008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17" name="ph717"/>
            <p:cNvSpPr/>
            <p:nvPr/>
          </p:nvSpPr>
          <p:spPr>
            <a:xfrm>
              <a:off x="6467449" y="13008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18" name="ph718"/>
            <p:cNvSpPr/>
            <p:nvPr/>
          </p:nvSpPr>
          <p:spPr>
            <a:xfrm>
              <a:off x="6479962" y="13008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19" name="ph719"/>
            <p:cNvSpPr/>
            <p:nvPr/>
          </p:nvSpPr>
          <p:spPr>
            <a:xfrm>
              <a:off x="6492475" y="13008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20" name="ph720"/>
            <p:cNvSpPr/>
            <p:nvPr/>
          </p:nvSpPr>
          <p:spPr>
            <a:xfrm>
              <a:off x="6504986" y="13008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21" name="ph721"/>
            <p:cNvSpPr/>
            <p:nvPr/>
          </p:nvSpPr>
          <p:spPr>
            <a:xfrm>
              <a:off x="6517498" y="13008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22" name="ph722"/>
            <p:cNvSpPr/>
            <p:nvPr/>
          </p:nvSpPr>
          <p:spPr>
            <a:xfrm>
              <a:off x="6530012" y="13008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23" name="ph723"/>
            <p:cNvSpPr/>
            <p:nvPr/>
          </p:nvSpPr>
          <p:spPr>
            <a:xfrm>
              <a:off x="6542524" y="13008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24" name="ph724"/>
            <p:cNvSpPr/>
            <p:nvPr/>
          </p:nvSpPr>
          <p:spPr>
            <a:xfrm>
              <a:off x="6555037" y="13008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25" name="ph725"/>
            <p:cNvSpPr/>
            <p:nvPr/>
          </p:nvSpPr>
          <p:spPr>
            <a:xfrm>
              <a:off x="5891881" y="131618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26" name="ph726"/>
            <p:cNvSpPr/>
            <p:nvPr/>
          </p:nvSpPr>
          <p:spPr>
            <a:xfrm>
              <a:off x="5904394" y="131618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27" name="ph727"/>
            <p:cNvSpPr/>
            <p:nvPr/>
          </p:nvSpPr>
          <p:spPr>
            <a:xfrm>
              <a:off x="5916905" y="131618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28" name="ph728"/>
            <p:cNvSpPr/>
            <p:nvPr/>
          </p:nvSpPr>
          <p:spPr>
            <a:xfrm>
              <a:off x="5929418" y="131618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29" name="ph729"/>
            <p:cNvSpPr/>
            <p:nvPr/>
          </p:nvSpPr>
          <p:spPr>
            <a:xfrm>
              <a:off x="5941930" y="131618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30" name="ph730"/>
            <p:cNvSpPr/>
            <p:nvPr/>
          </p:nvSpPr>
          <p:spPr>
            <a:xfrm>
              <a:off x="5954443" y="131618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31" name="ph731"/>
            <p:cNvSpPr/>
            <p:nvPr/>
          </p:nvSpPr>
          <p:spPr>
            <a:xfrm>
              <a:off x="5966954" y="131618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32" name="ph732"/>
            <p:cNvSpPr/>
            <p:nvPr/>
          </p:nvSpPr>
          <p:spPr>
            <a:xfrm>
              <a:off x="6417400" y="131618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33" name="ph733"/>
            <p:cNvSpPr/>
            <p:nvPr/>
          </p:nvSpPr>
          <p:spPr>
            <a:xfrm>
              <a:off x="6429913" y="131618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34" name="ph734"/>
            <p:cNvSpPr/>
            <p:nvPr/>
          </p:nvSpPr>
          <p:spPr>
            <a:xfrm>
              <a:off x="6442426" y="131618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35" name="ph735"/>
            <p:cNvSpPr/>
            <p:nvPr/>
          </p:nvSpPr>
          <p:spPr>
            <a:xfrm>
              <a:off x="6454937" y="131618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36" name="ph736"/>
            <p:cNvSpPr/>
            <p:nvPr/>
          </p:nvSpPr>
          <p:spPr>
            <a:xfrm>
              <a:off x="6467449" y="131618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37" name="ph737"/>
            <p:cNvSpPr/>
            <p:nvPr/>
          </p:nvSpPr>
          <p:spPr>
            <a:xfrm>
              <a:off x="6479962" y="131618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38" name="ph738"/>
            <p:cNvSpPr/>
            <p:nvPr/>
          </p:nvSpPr>
          <p:spPr>
            <a:xfrm>
              <a:off x="6492475" y="131618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39" name="ph739"/>
            <p:cNvSpPr/>
            <p:nvPr/>
          </p:nvSpPr>
          <p:spPr>
            <a:xfrm>
              <a:off x="6504986" y="131618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40" name="ph740"/>
            <p:cNvSpPr/>
            <p:nvPr/>
          </p:nvSpPr>
          <p:spPr>
            <a:xfrm>
              <a:off x="6517498" y="131618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41" name="ph741"/>
            <p:cNvSpPr/>
            <p:nvPr/>
          </p:nvSpPr>
          <p:spPr>
            <a:xfrm>
              <a:off x="6530012" y="131618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42" name="ph742"/>
            <p:cNvSpPr/>
            <p:nvPr/>
          </p:nvSpPr>
          <p:spPr>
            <a:xfrm>
              <a:off x="6542524" y="131618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43" name="ph743"/>
            <p:cNvSpPr/>
            <p:nvPr/>
          </p:nvSpPr>
          <p:spPr>
            <a:xfrm>
              <a:off x="5891881" y="13315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44" name="ph744"/>
            <p:cNvSpPr/>
            <p:nvPr/>
          </p:nvSpPr>
          <p:spPr>
            <a:xfrm>
              <a:off x="5904394" y="13315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45" name="ph745"/>
            <p:cNvSpPr/>
            <p:nvPr/>
          </p:nvSpPr>
          <p:spPr>
            <a:xfrm>
              <a:off x="5916905" y="13315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46" name="ph746"/>
            <p:cNvSpPr/>
            <p:nvPr/>
          </p:nvSpPr>
          <p:spPr>
            <a:xfrm>
              <a:off x="5929418" y="13315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47" name="ph747"/>
            <p:cNvSpPr/>
            <p:nvPr/>
          </p:nvSpPr>
          <p:spPr>
            <a:xfrm>
              <a:off x="5941930" y="13315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48" name="ph748"/>
            <p:cNvSpPr/>
            <p:nvPr/>
          </p:nvSpPr>
          <p:spPr>
            <a:xfrm>
              <a:off x="5954443" y="13315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49" name="ph749"/>
            <p:cNvSpPr/>
            <p:nvPr/>
          </p:nvSpPr>
          <p:spPr>
            <a:xfrm>
              <a:off x="6442426" y="13315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50" name="ph750"/>
            <p:cNvSpPr/>
            <p:nvPr/>
          </p:nvSpPr>
          <p:spPr>
            <a:xfrm>
              <a:off x="6454937" y="13315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51" name="ph751"/>
            <p:cNvSpPr/>
            <p:nvPr/>
          </p:nvSpPr>
          <p:spPr>
            <a:xfrm>
              <a:off x="6467449" y="13315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52" name="ph752"/>
            <p:cNvSpPr/>
            <p:nvPr/>
          </p:nvSpPr>
          <p:spPr>
            <a:xfrm>
              <a:off x="6479962" y="13315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53" name="ph753"/>
            <p:cNvSpPr/>
            <p:nvPr/>
          </p:nvSpPr>
          <p:spPr>
            <a:xfrm>
              <a:off x="6492475" y="13315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54" name="ph754"/>
            <p:cNvSpPr/>
            <p:nvPr/>
          </p:nvSpPr>
          <p:spPr>
            <a:xfrm>
              <a:off x="6504986" y="13315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55" name="ph755"/>
            <p:cNvSpPr/>
            <p:nvPr/>
          </p:nvSpPr>
          <p:spPr>
            <a:xfrm>
              <a:off x="6517498" y="13315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56" name="ph756"/>
            <p:cNvSpPr/>
            <p:nvPr/>
          </p:nvSpPr>
          <p:spPr>
            <a:xfrm>
              <a:off x="5879369" y="134693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57" name="ph757"/>
            <p:cNvSpPr/>
            <p:nvPr/>
          </p:nvSpPr>
          <p:spPr>
            <a:xfrm>
              <a:off x="5891881" y="134693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58" name="ph758"/>
            <p:cNvSpPr/>
            <p:nvPr/>
          </p:nvSpPr>
          <p:spPr>
            <a:xfrm>
              <a:off x="5904394" y="134693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59" name="ph759"/>
            <p:cNvSpPr/>
            <p:nvPr/>
          </p:nvSpPr>
          <p:spPr>
            <a:xfrm>
              <a:off x="5916905" y="134693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60" name="ph760"/>
            <p:cNvSpPr/>
            <p:nvPr/>
          </p:nvSpPr>
          <p:spPr>
            <a:xfrm>
              <a:off x="5929418" y="134693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61" name="ph761"/>
            <p:cNvSpPr/>
            <p:nvPr/>
          </p:nvSpPr>
          <p:spPr>
            <a:xfrm>
              <a:off x="5941930" y="134693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62" name="ph762"/>
            <p:cNvSpPr/>
            <p:nvPr/>
          </p:nvSpPr>
          <p:spPr>
            <a:xfrm>
              <a:off x="6467449" y="134693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63" name="ph763"/>
            <p:cNvSpPr/>
            <p:nvPr/>
          </p:nvSpPr>
          <p:spPr>
            <a:xfrm>
              <a:off x="6479962" y="134693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64" name="ph764"/>
            <p:cNvSpPr/>
            <p:nvPr/>
          </p:nvSpPr>
          <p:spPr>
            <a:xfrm>
              <a:off x="6492475" y="134693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65" name="ph765"/>
            <p:cNvSpPr/>
            <p:nvPr/>
          </p:nvSpPr>
          <p:spPr>
            <a:xfrm>
              <a:off x="5866856" y="13623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66" name="ph766"/>
            <p:cNvSpPr/>
            <p:nvPr/>
          </p:nvSpPr>
          <p:spPr>
            <a:xfrm>
              <a:off x="5879369" y="13623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67" name="ph767"/>
            <p:cNvSpPr/>
            <p:nvPr/>
          </p:nvSpPr>
          <p:spPr>
            <a:xfrm>
              <a:off x="5891881" y="13623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68" name="ph768"/>
            <p:cNvSpPr/>
            <p:nvPr/>
          </p:nvSpPr>
          <p:spPr>
            <a:xfrm>
              <a:off x="5904394" y="13623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69" name="ph769"/>
            <p:cNvSpPr/>
            <p:nvPr/>
          </p:nvSpPr>
          <p:spPr>
            <a:xfrm>
              <a:off x="5916905" y="13623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70" name="ph770"/>
            <p:cNvSpPr/>
            <p:nvPr/>
          </p:nvSpPr>
          <p:spPr>
            <a:xfrm>
              <a:off x="5929418" y="13623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71" name="ph771"/>
            <p:cNvSpPr/>
            <p:nvPr/>
          </p:nvSpPr>
          <p:spPr>
            <a:xfrm>
              <a:off x="5866856" y="137768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72" name="ph772"/>
            <p:cNvSpPr/>
            <p:nvPr/>
          </p:nvSpPr>
          <p:spPr>
            <a:xfrm>
              <a:off x="5879369" y="137768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73" name="ph773"/>
            <p:cNvSpPr/>
            <p:nvPr/>
          </p:nvSpPr>
          <p:spPr>
            <a:xfrm>
              <a:off x="5891881" y="137768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74" name="ph774"/>
            <p:cNvSpPr/>
            <p:nvPr/>
          </p:nvSpPr>
          <p:spPr>
            <a:xfrm>
              <a:off x="5904394" y="137768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75" name="ph775"/>
            <p:cNvSpPr/>
            <p:nvPr/>
          </p:nvSpPr>
          <p:spPr>
            <a:xfrm>
              <a:off x="5916905" y="137768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76" name="ph776"/>
            <p:cNvSpPr/>
            <p:nvPr/>
          </p:nvSpPr>
          <p:spPr>
            <a:xfrm>
              <a:off x="5854345" y="139306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77" name="ph777"/>
            <p:cNvSpPr/>
            <p:nvPr/>
          </p:nvSpPr>
          <p:spPr>
            <a:xfrm>
              <a:off x="5866856" y="139306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78" name="ph778"/>
            <p:cNvSpPr/>
            <p:nvPr/>
          </p:nvSpPr>
          <p:spPr>
            <a:xfrm>
              <a:off x="5879369" y="139306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79" name="ph779"/>
            <p:cNvSpPr/>
            <p:nvPr/>
          </p:nvSpPr>
          <p:spPr>
            <a:xfrm>
              <a:off x="5891881" y="139306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80" name="ph780"/>
            <p:cNvSpPr/>
            <p:nvPr/>
          </p:nvSpPr>
          <p:spPr>
            <a:xfrm>
              <a:off x="5904394" y="139306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81" name="ph781"/>
            <p:cNvSpPr/>
            <p:nvPr/>
          </p:nvSpPr>
          <p:spPr>
            <a:xfrm>
              <a:off x="5916905" y="139306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82" name="ph782"/>
            <p:cNvSpPr/>
            <p:nvPr/>
          </p:nvSpPr>
          <p:spPr>
            <a:xfrm>
              <a:off x="5854345" y="140843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83" name="ph783"/>
            <p:cNvSpPr/>
            <p:nvPr/>
          </p:nvSpPr>
          <p:spPr>
            <a:xfrm>
              <a:off x="5866856" y="140843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84" name="ph784"/>
            <p:cNvSpPr/>
            <p:nvPr/>
          </p:nvSpPr>
          <p:spPr>
            <a:xfrm>
              <a:off x="5879369" y="140843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85" name="ph785"/>
            <p:cNvSpPr/>
            <p:nvPr/>
          </p:nvSpPr>
          <p:spPr>
            <a:xfrm>
              <a:off x="5891881" y="140843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86" name="ph786"/>
            <p:cNvSpPr/>
            <p:nvPr/>
          </p:nvSpPr>
          <p:spPr>
            <a:xfrm>
              <a:off x="5904394" y="140843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87" name="ph787"/>
            <p:cNvSpPr/>
            <p:nvPr/>
          </p:nvSpPr>
          <p:spPr>
            <a:xfrm>
              <a:off x="5916905" y="140843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88" name="ph788"/>
            <p:cNvSpPr/>
            <p:nvPr/>
          </p:nvSpPr>
          <p:spPr>
            <a:xfrm>
              <a:off x="5854345" y="14238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89" name="ph789"/>
            <p:cNvSpPr/>
            <p:nvPr/>
          </p:nvSpPr>
          <p:spPr>
            <a:xfrm>
              <a:off x="5866856" y="14238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90" name="ph790"/>
            <p:cNvSpPr/>
            <p:nvPr/>
          </p:nvSpPr>
          <p:spPr>
            <a:xfrm>
              <a:off x="5879369" y="14238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91" name="ph791"/>
            <p:cNvSpPr/>
            <p:nvPr/>
          </p:nvSpPr>
          <p:spPr>
            <a:xfrm>
              <a:off x="5891881" y="14238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92" name="ph792"/>
            <p:cNvSpPr/>
            <p:nvPr/>
          </p:nvSpPr>
          <p:spPr>
            <a:xfrm>
              <a:off x="5904394" y="14238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93" name="ph793"/>
            <p:cNvSpPr/>
            <p:nvPr/>
          </p:nvSpPr>
          <p:spPr>
            <a:xfrm>
              <a:off x="5916905" y="14238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94" name="ph794"/>
            <p:cNvSpPr/>
            <p:nvPr/>
          </p:nvSpPr>
          <p:spPr>
            <a:xfrm>
              <a:off x="5854345" y="14391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95" name="ph795"/>
            <p:cNvSpPr/>
            <p:nvPr/>
          </p:nvSpPr>
          <p:spPr>
            <a:xfrm>
              <a:off x="5866856" y="14391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96" name="ph796"/>
            <p:cNvSpPr/>
            <p:nvPr/>
          </p:nvSpPr>
          <p:spPr>
            <a:xfrm>
              <a:off x="5879369" y="14391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97" name="ph797"/>
            <p:cNvSpPr/>
            <p:nvPr/>
          </p:nvSpPr>
          <p:spPr>
            <a:xfrm>
              <a:off x="5891881" y="14391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98" name="ph798"/>
            <p:cNvSpPr/>
            <p:nvPr/>
          </p:nvSpPr>
          <p:spPr>
            <a:xfrm>
              <a:off x="5904394" y="14391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99" name="ph799"/>
            <p:cNvSpPr/>
            <p:nvPr/>
          </p:nvSpPr>
          <p:spPr>
            <a:xfrm>
              <a:off x="5916905" y="14391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00" name="ph800"/>
            <p:cNvSpPr/>
            <p:nvPr/>
          </p:nvSpPr>
          <p:spPr>
            <a:xfrm>
              <a:off x="5929418" y="14391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01" name="ph801"/>
            <p:cNvSpPr/>
            <p:nvPr/>
          </p:nvSpPr>
          <p:spPr>
            <a:xfrm>
              <a:off x="5841832" y="145456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02" name="ph802"/>
            <p:cNvSpPr/>
            <p:nvPr/>
          </p:nvSpPr>
          <p:spPr>
            <a:xfrm>
              <a:off x="5854345" y="145456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03" name="ph803"/>
            <p:cNvSpPr/>
            <p:nvPr/>
          </p:nvSpPr>
          <p:spPr>
            <a:xfrm>
              <a:off x="5866856" y="145456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04" name="ph804"/>
            <p:cNvSpPr/>
            <p:nvPr/>
          </p:nvSpPr>
          <p:spPr>
            <a:xfrm>
              <a:off x="5879369" y="145456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05" name="ph805"/>
            <p:cNvSpPr/>
            <p:nvPr/>
          </p:nvSpPr>
          <p:spPr>
            <a:xfrm>
              <a:off x="5891881" y="145456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06" name="ph806"/>
            <p:cNvSpPr/>
            <p:nvPr/>
          </p:nvSpPr>
          <p:spPr>
            <a:xfrm>
              <a:off x="5904394" y="145456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07" name="ph807"/>
            <p:cNvSpPr/>
            <p:nvPr/>
          </p:nvSpPr>
          <p:spPr>
            <a:xfrm>
              <a:off x="5916905" y="145456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08" name="ph808"/>
            <p:cNvSpPr/>
            <p:nvPr/>
          </p:nvSpPr>
          <p:spPr>
            <a:xfrm>
              <a:off x="5829319" y="14699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09" name="ph809"/>
            <p:cNvSpPr/>
            <p:nvPr/>
          </p:nvSpPr>
          <p:spPr>
            <a:xfrm>
              <a:off x="5841832" y="14699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10" name="ph810"/>
            <p:cNvSpPr/>
            <p:nvPr/>
          </p:nvSpPr>
          <p:spPr>
            <a:xfrm>
              <a:off x="5854345" y="14699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11" name="ph811"/>
            <p:cNvSpPr/>
            <p:nvPr/>
          </p:nvSpPr>
          <p:spPr>
            <a:xfrm>
              <a:off x="5866856" y="14699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12" name="ph812"/>
            <p:cNvSpPr/>
            <p:nvPr/>
          </p:nvSpPr>
          <p:spPr>
            <a:xfrm>
              <a:off x="5879369" y="14699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13" name="ph813"/>
            <p:cNvSpPr/>
            <p:nvPr/>
          </p:nvSpPr>
          <p:spPr>
            <a:xfrm>
              <a:off x="5891881" y="14699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14" name="ph814"/>
            <p:cNvSpPr/>
            <p:nvPr/>
          </p:nvSpPr>
          <p:spPr>
            <a:xfrm>
              <a:off x="5904394" y="14699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15" name="ph815"/>
            <p:cNvSpPr/>
            <p:nvPr/>
          </p:nvSpPr>
          <p:spPr>
            <a:xfrm>
              <a:off x="5829319" y="148531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16" name="ph816"/>
            <p:cNvSpPr/>
            <p:nvPr/>
          </p:nvSpPr>
          <p:spPr>
            <a:xfrm>
              <a:off x="5841832" y="148531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17" name="ph817"/>
            <p:cNvSpPr/>
            <p:nvPr/>
          </p:nvSpPr>
          <p:spPr>
            <a:xfrm>
              <a:off x="5854345" y="148531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18" name="ph818"/>
            <p:cNvSpPr/>
            <p:nvPr/>
          </p:nvSpPr>
          <p:spPr>
            <a:xfrm>
              <a:off x="5866856" y="148531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19" name="ph819"/>
            <p:cNvSpPr/>
            <p:nvPr/>
          </p:nvSpPr>
          <p:spPr>
            <a:xfrm>
              <a:off x="5879369" y="148531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20" name="ph820"/>
            <p:cNvSpPr/>
            <p:nvPr/>
          </p:nvSpPr>
          <p:spPr>
            <a:xfrm>
              <a:off x="5891881" y="148531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21" name="ph821"/>
            <p:cNvSpPr/>
            <p:nvPr/>
          </p:nvSpPr>
          <p:spPr>
            <a:xfrm>
              <a:off x="5904394" y="148531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22" name="ph822"/>
            <p:cNvSpPr/>
            <p:nvPr/>
          </p:nvSpPr>
          <p:spPr>
            <a:xfrm>
              <a:off x="5929418" y="148531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23" name="ph823"/>
            <p:cNvSpPr/>
            <p:nvPr/>
          </p:nvSpPr>
          <p:spPr>
            <a:xfrm>
              <a:off x="5941930" y="148531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24" name="ph824"/>
            <p:cNvSpPr/>
            <p:nvPr/>
          </p:nvSpPr>
          <p:spPr>
            <a:xfrm>
              <a:off x="5954443" y="148531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25" name="ph825"/>
            <p:cNvSpPr/>
            <p:nvPr/>
          </p:nvSpPr>
          <p:spPr>
            <a:xfrm>
              <a:off x="5966954" y="148531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26" name="ph826"/>
            <p:cNvSpPr/>
            <p:nvPr/>
          </p:nvSpPr>
          <p:spPr>
            <a:xfrm>
              <a:off x="5829319" y="15006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27" name="ph827"/>
            <p:cNvSpPr/>
            <p:nvPr/>
          </p:nvSpPr>
          <p:spPr>
            <a:xfrm>
              <a:off x="5841832" y="15006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28" name="ph828"/>
            <p:cNvSpPr/>
            <p:nvPr/>
          </p:nvSpPr>
          <p:spPr>
            <a:xfrm>
              <a:off x="5854345" y="15006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29" name="ph829"/>
            <p:cNvSpPr/>
            <p:nvPr/>
          </p:nvSpPr>
          <p:spPr>
            <a:xfrm>
              <a:off x="5866856" y="15006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30" name="ph830"/>
            <p:cNvSpPr/>
            <p:nvPr/>
          </p:nvSpPr>
          <p:spPr>
            <a:xfrm>
              <a:off x="5879369" y="15006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31" name="ph831"/>
            <p:cNvSpPr/>
            <p:nvPr/>
          </p:nvSpPr>
          <p:spPr>
            <a:xfrm>
              <a:off x="5891881" y="15006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32" name="ph832"/>
            <p:cNvSpPr/>
            <p:nvPr/>
          </p:nvSpPr>
          <p:spPr>
            <a:xfrm>
              <a:off x="5904394" y="15006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33" name="ph833"/>
            <p:cNvSpPr/>
            <p:nvPr/>
          </p:nvSpPr>
          <p:spPr>
            <a:xfrm>
              <a:off x="5916905" y="15006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34" name="ph834"/>
            <p:cNvSpPr/>
            <p:nvPr/>
          </p:nvSpPr>
          <p:spPr>
            <a:xfrm>
              <a:off x="5929418" y="15006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35" name="ph835"/>
            <p:cNvSpPr/>
            <p:nvPr/>
          </p:nvSpPr>
          <p:spPr>
            <a:xfrm>
              <a:off x="5941930" y="15006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36" name="ph836"/>
            <p:cNvSpPr/>
            <p:nvPr/>
          </p:nvSpPr>
          <p:spPr>
            <a:xfrm>
              <a:off x="5954443" y="15006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37" name="ph837"/>
            <p:cNvSpPr/>
            <p:nvPr/>
          </p:nvSpPr>
          <p:spPr>
            <a:xfrm>
              <a:off x="5966954" y="15006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38" name="ph838"/>
            <p:cNvSpPr/>
            <p:nvPr/>
          </p:nvSpPr>
          <p:spPr>
            <a:xfrm>
              <a:off x="5979469" y="15006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39" name="ph839"/>
            <p:cNvSpPr/>
            <p:nvPr/>
          </p:nvSpPr>
          <p:spPr>
            <a:xfrm>
              <a:off x="5854345" y="15160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40" name="ph840"/>
            <p:cNvSpPr/>
            <p:nvPr/>
          </p:nvSpPr>
          <p:spPr>
            <a:xfrm>
              <a:off x="5866856" y="15160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41" name="ph841"/>
            <p:cNvSpPr/>
            <p:nvPr/>
          </p:nvSpPr>
          <p:spPr>
            <a:xfrm>
              <a:off x="5879369" y="15160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42" name="ph842"/>
            <p:cNvSpPr/>
            <p:nvPr/>
          </p:nvSpPr>
          <p:spPr>
            <a:xfrm>
              <a:off x="5891881" y="15160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43" name="ph843"/>
            <p:cNvSpPr/>
            <p:nvPr/>
          </p:nvSpPr>
          <p:spPr>
            <a:xfrm>
              <a:off x="5904394" y="15160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44" name="ph844"/>
            <p:cNvSpPr/>
            <p:nvPr/>
          </p:nvSpPr>
          <p:spPr>
            <a:xfrm>
              <a:off x="5916905" y="15160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45" name="ph845"/>
            <p:cNvSpPr/>
            <p:nvPr/>
          </p:nvSpPr>
          <p:spPr>
            <a:xfrm>
              <a:off x="5929418" y="15160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46" name="ph846"/>
            <p:cNvSpPr/>
            <p:nvPr/>
          </p:nvSpPr>
          <p:spPr>
            <a:xfrm>
              <a:off x="5941930" y="15160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47" name="ph847"/>
            <p:cNvSpPr/>
            <p:nvPr/>
          </p:nvSpPr>
          <p:spPr>
            <a:xfrm>
              <a:off x="5954443" y="15160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48" name="ph848"/>
            <p:cNvSpPr/>
            <p:nvPr/>
          </p:nvSpPr>
          <p:spPr>
            <a:xfrm>
              <a:off x="5966954" y="15160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49" name="ph849"/>
            <p:cNvSpPr/>
            <p:nvPr/>
          </p:nvSpPr>
          <p:spPr>
            <a:xfrm>
              <a:off x="5979469" y="15160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50" name="ph850"/>
            <p:cNvSpPr/>
            <p:nvPr/>
          </p:nvSpPr>
          <p:spPr>
            <a:xfrm>
              <a:off x="5991980" y="15160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51" name="ph851"/>
            <p:cNvSpPr/>
            <p:nvPr/>
          </p:nvSpPr>
          <p:spPr>
            <a:xfrm>
              <a:off x="5804294" y="153144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52" name="ph852"/>
            <p:cNvSpPr/>
            <p:nvPr/>
          </p:nvSpPr>
          <p:spPr>
            <a:xfrm>
              <a:off x="5816806" y="153144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53" name="ph853"/>
            <p:cNvSpPr/>
            <p:nvPr/>
          </p:nvSpPr>
          <p:spPr>
            <a:xfrm>
              <a:off x="5829319" y="153144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54" name="ph854"/>
            <p:cNvSpPr/>
            <p:nvPr/>
          </p:nvSpPr>
          <p:spPr>
            <a:xfrm>
              <a:off x="5841832" y="153144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55" name="ph855"/>
            <p:cNvSpPr/>
            <p:nvPr/>
          </p:nvSpPr>
          <p:spPr>
            <a:xfrm>
              <a:off x="5879369" y="153144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56" name="ph856"/>
            <p:cNvSpPr/>
            <p:nvPr/>
          </p:nvSpPr>
          <p:spPr>
            <a:xfrm>
              <a:off x="5891881" y="153144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57" name="ph857"/>
            <p:cNvSpPr/>
            <p:nvPr/>
          </p:nvSpPr>
          <p:spPr>
            <a:xfrm>
              <a:off x="5904394" y="153144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58" name="ph858"/>
            <p:cNvSpPr/>
            <p:nvPr/>
          </p:nvSpPr>
          <p:spPr>
            <a:xfrm>
              <a:off x="5916905" y="153144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59" name="ph859"/>
            <p:cNvSpPr/>
            <p:nvPr/>
          </p:nvSpPr>
          <p:spPr>
            <a:xfrm>
              <a:off x="5929418" y="153144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60" name="ph860"/>
            <p:cNvSpPr/>
            <p:nvPr/>
          </p:nvSpPr>
          <p:spPr>
            <a:xfrm>
              <a:off x="5941930" y="153144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61" name="ph861"/>
            <p:cNvSpPr/>
            <p:nvPr/>
          </p:nvSpPr>
          <p:spPr>
            <a:xfrm>
              <a:off x="5954443" y="153144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62" name="ph862"/>
            <p:cNvSpPr/>
            <p:nvPr/>
          </p:nvSpPr>
          <p:spPr>
            <a:xfrm>
              <a:off x="5966954" y="153144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63" name="ph863"/>
            <p:cNvSpPr/>
            <p:nvPr/>
          </p:nvSpPr>
          <p:spPr>
            <a:xfrm>
              <a:off x="5979469" y="153144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64" name="ph864"/>
            <p:cNvSpPr/>
            <p:nvPr/>
          </p:nvSpPr>
          <p:spPr>
            <a:xfrm>
              <a:off x="5991980" y="153144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65" name="ph865"/>
            <p:cNvSpPr/>
            <p:nvPr/>
          </p:nvSpPr>
          <p:spPr>
            <a:xfrm>
              <a:off x="5791783" y="15468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66" name="ph866"/>
            <p:cNvSpPr/>
            <p:nvPr/>
          </p:nvSpPr>
          <p:spPr>
            <a:xfrm>
              <a:off x="5804294" y="15468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67" name="ph867"/>
            <p:cNvSpPr/>
            <p:nvPr/>
          </p:nvSpPr>
          <p:spPr>
            <a:xfrm>
              <a:off x="5816806" y="15468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68" name="ph868"/>
            <p:cNvSpPr/>
            <p:nvPr/>
          </p:nvSpPr>
          <p:spPr>
            <a:xfrm>
              <a:off x="5829319" y="15468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69" name="ph869"/>
            <p:cNvSpPr/>
            <p:nvPr/>
          </p:nvSpPr>
          <p:spPr>
            <a:xfrm>
              <a:off x="5841832" y="15468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70" name="ph870"/>
            <p:cNvSpPr/>
            <p:nvPr/>
          </p:nvSpPr>
          <p:spPr>
            <a:xfrm>
              <a:off x="5854345" y="15468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71" name="ph871"/>
            <p:cNvSpPr/>
            <p:nvPr/>
          </p:nvSpPr>
          <p:spPr>
            <a:xfrm>
              <a:off x="5866856" y="15468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72" name="ph872"/>
            <p:cNvSpPr/>
            <p:nvPr/>
          </p:nvSpPr>
          <p:spPr>
            <a:xfrm>
              <a:off x="5879369" y="15468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73" name="ph873"/>
            <p:cNvSpPr/>
            <p:nvPr/>
          </p:nvSpPr>
          <p:spPr>
            <a:xfrm>
              <a:off x="5891881" y="15468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74" name="ph874"/>
            <p:cNvSpPr/>
            <p:nvPr/>
          </p:nvSpPr>
          <p:spPr>
            <a:xfrm>
              <a:off x="5904394" y="15468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75" name="ph875"/>
            <p:cNvSpPr/>
            <p:nvPr/>
          </p:nvSpPr>
          <p:spPr>
            <a:xfrm>
              <a:off x="5916905" y="15468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76" name="ph876"/>
            <p:cNvSpPr/>
            <p:nvPr/>
          </p:nvSpPr>
          <p:spPr>
            <a:xfrm>
              <a:off x="5929418" y="15468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77" name="ph877"/>
            <p:cNvSpPr/>
            <p:nvPr/>
          </p:nvSpPr>
          <p:spPr>
            <a:xfrm>
              <a:off x="5941930" y="15468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78" name="ph878"/>
            <p:cNvSpPr/>
            <p:nvPr/>
          </p:nvSpPr>
          <p:spPr>
            <a:xfrm>
              <a:off x="5954443" y="15468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79" name="ph879"/>
            <p:cNvSpPr/>
            <p:nvPr/>
          </p:nvSpPr>
          <p:spPr>
            <a:xfrm>
              <a:off x="5966954" y="15468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80" name="ph880"/>
            <p:cNvSpPr/>
            <p:nvPr/>
          </p:nvSpPr>
          <p:spPr>
            <a:xfrm>
              <a:off x="5979469" y="15468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81" name="ph881"/>
            <p:cNvSpPr/>
            <p:nvPr/>
          </p:nvSpPr>
          <p:spPr>
            <a:xfrm>
              <a:off x="5991980" y="15468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82" name="ph882"/>
            <p:cNvSpPr/>
            <p:nvPr/>
          </p:nvSpPr>
          <p:spPr>
            <a:xfrm>
              <a:off x="6004492" y="15468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83" name="ph883"/>
            <p:cNvSpPr/>
            <p:nvPr/>
          </p:nvSpPr>
          <p:spPr>
            <a:xfrm>
              <a:off x="5791783" y="15621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84" name="ph884"/>
            <p:cNvSpPr/>
            <p:nvPr/>
          </p:nvSpPr>
          <p:spPr>
            <a:xfrm>
              <a:off x="5804294" y="15621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85" name="ph885"/>
            <p:cNvSpPr/>
            <p:nvPr/>
          </p:nvSpPr>
          <p:spPr>
            <a:xfrm>
              <a:off x="5816806" y="15621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86" name="ph886"/>
            <p:cNvSpPr/>
            <p:nvPr/>
          </p:nvSpPr>
          <p:spPr>
            <a:xfrm>
              <a:off x="5829319" y="15621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87" name="ph887"/>
            <p:cNvSpPr/>
            <p:nvPr/>
          </p:nvSpPr>
          <p:spPr>
            <a:xfrm>
              <a:off x="5841832" y="15621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88" name="ph888"/>
            <p:cNvSpPr/>
            <p:nvPr/>
          </p:nvSpPr>
          <p:spPr>
            <a:xfrm>
              <a:off x="5854345" y="15621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89" name="ph889"/>
            <p:cNvSpPr/>
            <p:nvPr/>
          </p:nvSpPr>
          <p:spPr>
            <a:xfrm>
              <a:off x="5866856" y="15621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90" name="ph890"/>
            <p:cNvSpPr/>
            <p:nvPr/>
          </p:nvSpPr>
          <p:spPr>
            <a:xfrm>
              <a:off x="5879369" y="15621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91" name="ph891"/>
            <p:cNvSpPr/>
            <p:nvPr/>
          </p:nvSpPr>
          <p:spPr>
            <a:xfrm>
              <a:off x="5891881" y="15621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92" name="ph892"/>
            <p:cNvSpPr/>
            <p:nvPr/>
          </p:nvSpPr>
          <p:spPr>
            <a:xfrm>
              <a:off x="5904394" y="15621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93" name="ph893"/>
            <p:cNvSpPr/>
            <p:nvPr/>
          </p:nvSpPr>
          <p:spPr>
            <a:xfrm>
              <a:off x="5916905" y="15621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94" name="ph894"/>
            <p:cNvSpPr/>
            <p:nvPr/>
          </p:nvSpPr>
          <p:spPr>
            <a:xfrm>
              <a:off x="5929418" y="15621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95" name="ph895"/>
            <p:cNvSpPr/>
            <p:nvPr/>
          </p:nvSpPr>
          <p:spPr>
            <a:xfrm>
              <a:off x="5941930" y="15621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96" name="ph896"/>
            <p:cNvSpPr/>
            <p:nvPr/>
          </p:nvSpPr>
          <p:spPr>
            <a:xfrm>
              <a:off x="5954443" y="15621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97" name="ph897"/>
            <p:cNvSpPr/>
            <p:nvPr/>
          </p:nvSpPr>
          <p:spPr>
            <a:xfrm>
              <a:off x="5966954" y="15621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98" name="ph898"/>
            <p:cNvSpPr/>
            <p:nvPr/>
          </p:nvSpPr>
          <p:spPr>
            <a:xfrm>
              <a:off x="5979469" y="15621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99" name="ph899"/>
            <p:cNvSpPr/>
            <p:nvPr/>
          </p:nvSpPr>
          <p:spPr>
            <a:xfrm>
              <a:off x="5991980" y="15621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00" name="ph900"/>
            <p:cNvSpPr/>
            <p:nvPr/>
          </p:nvSpPr>
          <p:spPr>
            <a:xfrm>
              <a:off x="6004492" y="15621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01" name="ph901"/>
            <p:cNvSpPr/>
            <p:nvPr/>
          </p:nvSpPr>
          <p:spPr>
            <a:xfrm>
              <a:off x="5791783" y="15775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02" name="ph902"/>
            <p:cNvSpPr/>
            <p:nvPr/>
          </p:nvSpPr>
          <p:spPr>
            <a:xfrm>
              <a:off x="5804294" y="15775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03" name="ph903"/>
            <p:cNvSpPr/>
            <p:nvPr/>
          </p:nvSpPr>
          <p:spPr>
            <a:xfrm>
              <a:off x="5816806" y="15775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04" name="ph904"/>
            <p:cNvSpPr/>
            <p:nvPr/>
          </p:nvSpPr>
          <p:spPr>
            <a:xfrm>
              <a:off x="5829319" y="15775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05" name="ph905"/>
            <p:cNvSpPr/>
            <p:nvPr/>
          </p:nvSpPr>
          <p:spPr>
            <a:xfrm>
              <a:off x="5841832" y="15775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06" name="ph906"/>
            <p:cNvSpPr/>
            <p:nvPr/>
          </p:nvSpPr>
          <p:spPr>
            <a:xfrm>
              <a:off x="5854345" y="15775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07" name="ph907"/>
            <p:cNvSpPr/>
            <p:nvPr/>
          </p:nvSpPr>
          <p:spPr>
            <a:xfrm>
              <a:off x="5866856" y="15775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08" name="ph908"/>
            <p:cNvSpPr/>
            <p:nvPr/>
          </p:nvSpPr>
          <p:spPr>
            <a:xfrm>
              <a:off x="5879369" y="15775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09" name="ph909"/>
            <p:cNvSpPr/>
            <p:nvPr/>
          </p:nvSpPr>
          <p:spPr>
            <a:xfrm>
              <a:off x="5891881" y="15775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10" name="ph910"/>
            <p:cNvSpPr/>
            <p:nvPr/>
          </p:nvSpPr>
          <p:spPr>
            <a:xfrm>
              <a:off x="5904394" y="15775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11" name="ph911"/>
            <p:cNvSpPr/>
            <p:nvPr/>
          </p:nvSpPr>
          <p:spPr>
            <a:xfrm>
              <a:off x="5916905" y="15775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12" name="ph912"/>
            <p:cNvSpPr/>
            <p:nvPr/>
          </p:nvSpPr>
          <p:spPr>
            <a:xfrm>
              <a:off x="5929418" y="15775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13" name="ph913"/>
            <p:cNvSpPr/>
            <p:nvPr/>
          </p:nvSpPr>
          <p:spPr>
            <a:xfrm>
              <a:off x="5941930" y="15775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14" name="ph914"/>
            <p:cNvSpPr/>
            <p:nvPr/>
          </p:nvSpPr>
          <p:spPr>
            <a:xfrm>
              <a:off x="5954443" y="15775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15" name="ph915"/>
            <p:cNvSpPr/>
            <p:nvPr/>
          </p:nvSpPr>
          <p:spPr>
            <a:xfrm>
              <a:off x="5966954" y="15775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16" name="ph916"/>
            <p:cNvSpPr/>
            <p:nvPr/>
          </p:nvSpPr>
          <p:spPr>
            <a:xfrm>
              <a:off x="5979469" y="15775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17" name="ph917"/>
            <p:cNvSpPr/>
            <p:nvPr/>
          </p:nvSpPr>
          <p:spPr>
            <a:xfrm>
              <a:off x="5991980" y="15775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18" name="ph918"/>
            <p:cNvSpPr/>
            <p:nvPr/>
          </p:nvSpPr>
          <p:spPr>
            <a:xfrm>
              <a:off x="6004492" y="15775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19" name="ph919"/>
            <p:cNvSpPr/>
            <p:nvPr/>
          </p:nvSpPr>
          <p:spPr>
            <a:xfrm>
              <a:off x="5641633" y="15929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20" name="ph920"/>
            <p:cNvSpPr/>
            <p:nvPr/>
          </p:nvSpPr>
          <p:spPr>
            <a:xfrm>
              <a:off x="5691685" y="15929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21" name="ph921"/>
            <p:cNvSpPr/>
            <p:nvPr/>
          </p:nvSpPr>
          <p:spPr>
            <a:xfrm>
              <a:off x="5704196" y="15929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22" name="ph922"/>
            <p:cNvSpPr/>
            <p:nvPr/>
          </p:nvSpPr>
          <p:spPr>
            <a:xfrm>
              <a:off x="5716708" y="15929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23" name="ph923"/>
            <p:cNvSpPr/>
            <p:nvPr/>
          </p:nvSpPr>
          <p:spPr>
            <a:xfrm>
              <a:off x="5729221" y="15929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24" name="ph924"/>
            <p:cNvSpPr/>
            <p:nvPr/>
          </p:nvSpPr>
          <p:spPr>
            <a:xfrm>
              <a:off x="5741734" y="15929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25" name="ph925"/>
            <p:cNvSpPr/>
            <p:nvPr/>
          </p:nvSpPr>
          <p:spPr>
            <a:xfrm>
              <a:off x="5754245" y="15929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26" name="ph926"/>
            <p:cNvSpPr/>
            <p:nvPr/>
          </p:nvSpPr>
          <p:spPr>
            <a:xfrm>
              <a:off x="5766757" y="15929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27" name="ph927"/>
            <p:cNvSpPr/>
            <p:nvPr/>
          </p:nvSpPr>
          <p:spPr>
            <a:xfrm>
              <a:off x="5779270" y="15929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28" name="ph928"/>
            <p:cNvSpPr/>
            <p:nvPr/>
          </p:nvSpPr>
          <p:spPr>
            <a:xfrm>
              <a:off x="5791783" y="15929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29" name="ph929"/>
            <p:cNvSpPr/>
            <p:nvPr/>
          </p:nvSpPr>
          <p:spPr>
            <a:xfrm>
              <a:off x="5804294" y="15929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30" name="ph930"/>
            <p:cNvSpPr/>
            <p:nvPr/>
          </p:nvSpPr>
          <p:spPr>
            <a:xfrm>
              <a:off x="5816806" y="15929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31" name="ph931"/>
            <p:cNvSpPr/>
            <p:nvPr/>
          </p:nvSpPr>
          <p:spPr>
            <a:xfrm>
              <a:off x="5829319" y="15929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32" name="ph932"/>
            <p:cNvSpPr/>
            <p:nvPr/>
          </p:nvSpPr>
          <p:spPr>
            <a:xfrm>
              <a:off x="5841832" y="15929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33" name="ph933"/>
            <p:cNvSpPr/>
            <p:nvPr/>
          </p:nvSpPr>
          <p:spPr>
            <a:xfrm>
              <a:off x="5854345" y="15929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34" name="ph934"/>
            <p:cNvSpPr/>
            <p:nvPr/>
          </p:nvSpPr>
          <p:spPr>
            <a:xfrm>
              <a:off x="5866856" y="15929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35" name="ph935"/>
            <p:cNvSpPr/>
            <p:nvPr/>
          </p:nvSpPr>
          <p:spPr>
            <a:xfrm>
              <a:off x="5879369" y="15929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36" name="ph936"/>
            <p:cNvSpPr/>
            <p:nvPr/>
          </p:nvSpPr>
          <p:spPr>
            <a:xfrm>
              <a:off x="5891881" y="15929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37" name="ph937"/>
            <p:cNvSpPr/>
            <p:nvPr/>
          </p:nvSpPr>
          <p:spPr>
            <a:xfrm>
              <a:off x="5904394" y="15929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38" name="ph938"/>
            <p:cNvSpPr/>
            <p:nvPr/>
          </p:nvSpPr>
          <p:spPr>
            <a:xfrm>
              <a:off x="5916905" y="15929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39" name="ph939"/>
            <p:cNvSpPr/>
            <p:nvPr/>
          </p:nvSpPr>
          <p:spPr>
            <a:xfrm>
              <a:off x="5929418" y="15929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40" name="ph940"/>
            <p:cNvSpPr/>
            <p:nvPr/>
          </p:nvSpPr>
          <p:spPr>
            <a:xfrm>
              <a:off x="5941930" y="15929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41" name="ph941"/>
            <p:cNvSpPr/>
            <p:nvPr/>
          </p:nvSpPr>
          <p:spPr>
            <a:xfrm>
              <a:off x="5954443" y="15929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42" name="ph942"/>
            <p:cNvSpPr/>
            <p:nvPr/>
          </p:nvSpPr>
          <p:spPr>
            <a:xfrm>
              <a:off x="5966954" y="15929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43" name="ph943"/>
            <p:cNvSpPr/>
            <p:nvPr/>
          </p:nvSpPr>
          <p:spPr>
            <a:xfrm>
              <a:off x="5979469" y="15929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44" name="ph944"/>
            <p:cNvSpPr/>
            <p:nvPr/>
          </p:nvSpPr>
          <p:spPr>
            <a:xfrm>
              <a:off x="5991980" y="15929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45" name="ph945"/>
            <p:cNvSpPr/>
            <p:nvPr/>
          </p:nvSpPr>
          <p:spPr>
            <a:xfrm>
              <a:off x="5503997" y="160832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46" name="ph946"/>
            <p:cNvSpPr/>
            <p:nvPr/>
          </p:nvSpPr>
          <p:spPr>
            <a:xfrm>
              <a:off x="5516510" y="160832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47" name="ph947"/>
            <p:cNvSpPr/>
            <p:nvPr/>
          </p:nvSpPr>
          <p:spPr>
            <a:xfrm>
              <a:off x="5529022" y="160832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48" name="ph948"/>
            <p:cNvSpPr/>
            <p:nvPr/>
          </p:nvSpPr>
          <p:spPr>
            <a:xfrm>
              <a:off x="5604097" y="160832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49" name="ph949"/>
            <p:cNvSpPr/>
            <p:nvPr/>
          </p:nvSpPr>
          <p:spPr>
            <a:xfrm>
              <a:off x="5616610" y="160832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50" name="ph950"/>
            <p:cNvSpPr/>
            <p:nvPr/>
          </p:nvSpPr>
          <p:spPr>
            <a:xfrm>
              <a:off x="5629121" y="160832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51" name="ph951"/>
            <p:cNvSpPr/>
            <p:nvPr/>
          </p:nvSpPr>
          <p:spPr>
            <a:xfrm>
              <a:off x="5641633" y="160832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52" name="ph952"/>
            <p:cNvSpPr/>
            <p:nvPr/>
          </p:nvSpPr>
          <p:spPr>
            <a:xfrm>
              <a:off x="5654146" y="160832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53" name="ph953"/>
            <p:cNvSpPr/>
            <p:nvPr/>
          </p:nvSpPr>
          <p:spPr>
            <a:xfrm>
              <a:off x="5666659" y="160832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54" name="ph954"/>
            <p:cNvSpPr/>
            <p:nvPr/>
          </p:nvSpPr>
          <p:spPr>
            <a:xfrm>
              <a:off x="5679170" y="160832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55" name="ph955"/>
            <p:cNvSpPr/>
            <p:nvPr/>
          </p:nvSpPr>
          <p:spPr>
            <a:xfrm>
              <a:off x="5691685" y="160832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56" name="ph956"/>
            <p:cNvSpPr/>
            <p:nvPr/>
          </p:nvSpPr>
          <p:spPr>
            <a:xfrm>
              <a:off x="5704196" y="160832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57" name="ph957"/>
            <p:cNvSpPr/>
            <p:nvPr/>
          </p:nvSpPr>
          <p:spPr>
            <a:xfrm>
              <a:off x="5716708" y="160832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58" name="ph958"/>
            <p:cNvSpPr/>
            <p:nvPr/>
          </p:nvSpPr>
          <p:spPr>
            <a:xfrm>
              <a:off x="5729221" y="160832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59" name="ph959"/>
            <p:cNvSpPr/>
            <p:nvPr/>
          </p:nvSpPr>
          <p:spPr>
            <a:xfrm>
              <a:off x="5741734" y="160832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60" name="ph960"/>
            <p:cNvSpPr/>
            <p:nvPr/>
          </p:nvSpPr>
          <p:spPr>
            <a:xfrm>
              <a:off x="5754245" y="160832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61" name="ph961"/>
            <p:cNvSpPr/>
            <p:nvPr/>
          </p:nvSpPr>
          <p:spPr>
            <a:xfrm>
              <a:off x="5766757" y="160832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62" name="ph962"/>
            <p:cNvSpPr/>
            <p:nvPr/>
          </p:nvSpPr>
          <p:spPr>
            <a:xfrm>
              <a:off x="5779270" y="160832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63" name="ph963"/>
            <p:cNvSpPr/>
            <p:nvPr/>
          </p:nvSpPr>
          <p:spPr>
            <a:xfrm>
              <a:off x="5791783" y="160832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64" name="ph964"/>
            <p:cNvSpPr/>
            <p:nvPr/>
          </p:nvSpPr>
          <p:spPr>
            <a:xfrm>
              <a:off x="5804294" y="160832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65" name="ph965"/>
            <p:cNvSpPr/>
            <p:nvPr/>
          </p:nvSpPr>
          <p:spPr>
            <a:xfrm>
              <a:off x="5816806" y="160832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66" name="ph966"/>
            <p:cNvSpPr/>
            <p:nvPr/>
          </p:nvSpPr>
          <p:spPr>
            <a:xfrm>
              <a:off x="5829319" y="160832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67" name="ph967"/>
            <p:cNvSpPr/>
            <p:nvPr/>
          </p:nvSpPr>
          <p:spPr>
            <a:xfrm>
              <a:off x="5841832" y="160832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68" name="ph968"/>
            <p:cNvSpPr/>
            <p:nvPr/>
          </p:nvSpPr>
          <p:spPr>
            <a:xfrm>
              <a:off x="5854345" y="160832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69" name="ph969"/>
            <p:cNvSpPr/>
            <p:nvPr/>
          </p:nvSpPr>
          <p:spPr>
            <a:xfrm>
              <a:off x="5866856" y="160832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70" name="ph970"/>
            <p:cNvSpPr/>
            <p:nvPr/>
          </p:nvSpPr>
          <p:spPr>
            <a:xfrm>
              <a:off x="5879369" y="160832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71" name="ph971"/>
            <p:cNvSpPr/>
            <p:nvPr/>
          </p:nvSpPr>
          <p:spPr>
            <a:xfrm>
              <a:off x="5891881" y="160832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72" name="ph972"/>
            <p:cNvSpPr/>
            <p:nvPr/>
          </p:nvSpPr>
          <p:spPr>
            <a:xfrm>
              <a:off x="5904394" y="160832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73" name="ph973"/>
            <p:cNvSpPr/>
            <p:nvPr/>
          </p:nvSpPr>
          <p:spPr>
            <a:xfrm>
              <a:off x="5916905" y="160832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74" name="ph974"/>
            <p:cNvSpPr/>
            <p:nvPr/>
          </p:nvSpPr>
          <p:spPr>
            <a:xfrm>
              <a:off x="5929418" y="160832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75" name="ph975"/>
            <p:cNvSpPr/>
            <p:nvPr/>
          </p:nvSpPr>
          <p:spPr>
            <a:xfrm>
              <a:off x="5941930" y="160832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76" name="ph976"/>
            <p:cNvSpPr/>
            <p:nvPr/>
          </p:nvSpPr>
          <p:spPr>
            <a:xfrm>
              <a:off x="5954443" y="160832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77" name="ph977"/>
            <p:cNvSpPr/>
            <p:nvPr/>
          </p:nvSpPr>
          <p:spPr>
            <a:xfrm>
              <a:off x="5491486" y="16236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78" name="ph978"/>
            <p:cNvSpPr/>
            <p:nvPr/>
          </p:nvSpPr>
          <p:spPr>
            <a:xfrm>
              <a:off x="5503997" y="16236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79" name="ph979"/>
            <p:cNvSpPr/>
            <p:nvPr/>
          </p:nvSpPr>
          <p:spPr>
            <a:xfrm>
              <a:off x="5516510" y="16236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80" name="ph980"/>
            <p:cNvSpPr/>
            <p:nvPr/>
          </p:nvSpPr>
          <p:spPr>
            <a:xfrm>
              <a:off x="5529022" y="16236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81" name="ph981"/>
            <p:cNvSpPr/>
            <p:nvPr/>
          </p:nvSpPr>
          <p:spPr>
            <a:xfrm>
              <a:off x="5541535" y="16236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82" name="ph982"/>
            <p:cNvSpPr/>
            <p:nvPr/>
          </p:nvSpPr>
          <p:spPr>
            <a:xfrm>
              <a:off x="5579072" y="16236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83" name="ph983"/>
            <p:cNvSpPr/>
            <p:nvPr/>
          </p:nvSpPr>
          <p:spPr>
            <a:xfrm>
              <a:off x="5591584" y="16236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84" name="ph984"/>
            <p:cNvSpPr/>
            <p:nvPr/>
          </p:nvSpPr>
          <p:spPr>
            <a:xfrm>
              <a:off x="5604097" y="16236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85" name="ph985"/>
            <p:cNvSpPr/>
            <p:nvPr/>
          </p:nvSpPr>
          <p:spPr>
            <a:xfrm>
              <a:off x="5616610" y="16236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86" name="ph986"/>
            <p:cNvSpPr/>
            <p:nvPr/>
          </p:nvSpPr>
          <p:spPr>
            <a:xfrm>
              <a:off x="5629121" y="16236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87" name="ph987"/>
            <p:cNvSpPr/>
            <p:nvPr/>
          </p:nvSpPr>
          <p:spPr>
            <a:xfrm>
              <a:off x="5641633" y="16236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88" name="ph988"/>
            <p:cNvSpPr/>
            <p:nvPr/>
          </p:nvSpPr>
          <p:spPr>
            <a:xfrm>
              <a:off x="5654146" y="16236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89" name="ph989"/>
            <p:cNvSpPr/>
            <p:nvPr/>
          </p:nvSpPr>
          <p:spPr>
            <a:xfrm>
              <a:off x="5666659" y="16236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90" name="ph990"/>
            <p:cNvSpPr/>
            <p:nvPr/>
          </p:nvSpPr>
          <p:spPr>
            <a:xfrm>
              <a:off x="5679170" y="16236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91" name="ph991"/>
            <p:cNvSpPr/>
            <p:nvPr/>
          </p:nvSpPr>
          <p:spPr>
            <a:xfrm>
              <a:off x="5691685" y="16236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92" name="ph992"/>
            <p:cNvSpPr/>
            <p:nvPr/>
          </p:nvSpPr>
          <p:spPr>
            <a:xfrm>
              <a:off x="5704196" y="16236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93" name="ph993"/>
            <p:cNvSpPr/>
            <p:nvPr/>
          </p:nvSpPr>
          <p:spPr>
            <a:xfrm>
              <a:off x="5716708" y="16236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94" name="ph994"/>
            <p:cNvSpPr/>
            <p:nvPr/>
          </p:nvSpPr>
          <p:spPr>
            <a:xfrm>
              <a:off x="5729221" y="16236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95" name="ph995"/>
            <p:cNvSpPr/>
            <p:nvPr/>
          </p:nvSpPr>
          <p:spPr>
            <a:xfrm>
              <a:off x="5741734" y="16236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96" name="ph996"/>
            <p:cNvSpPr/>
            <p:nvPr/>
          </p:nvSpPr>
          <p:spPr>
            <a:xfrm>
              <a:off x="5754245" y="16236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97" name="ph997"/>
            <p:cNvSpPr/>
            <p:nvPr/>
          </p:nvSpPr>
          <p:spPr>
            <a:xfrm>
              <a:off x="5766757" y="16236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98" name="ph998"/>
            <p:cNvSpPr/>
            <p:nvPr/>
          </p:nvSpPr>
          <p:spPr>
            <a:xfrm>
              <a:off x="5779270" y="16236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99" name="ph999"/>
            <p:cNvSpPr/>
            <p:nvPr/>
          </p:nvSpPr>
          <p:spPr>
            <a:xfrm>
              <a:off x="5791783" y="16236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00" name="ph1000"/>
            <p:cNvSpPr/>
            <p:nvPr/>
          </p:nvSpPr>
          <p:spPr>
            <a:xfrm>
              <a:off x="5804294" y="16236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01" name="ph1001"/>
            <p:cNvSpPr/>
            <p:nvPr/>
          </p:nvSpPr>
          <p:spPr>
            <a:xfrm>
              <a:off x="5816806" y="16236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02" name="ph1002"/>
            <p:cNvSpPr/>
            <p:nvPr/>
          </p:nvSpPr>
          <p:spPr>
            <a:xfrm>
              <a:off x="5829319" y="16236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03" name="ph1003"/>
            <p:cNvSpPr/>
            <p:nvPr/>
          </p:nvSpPr>
          <p:spPr>
            <a:xfrm>
              <a:off x="5841832" y="16236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04" name="ph1004"/>
            <p:cNvSpPr/>
            <p:nvPr/>
          </p:nvSpPr>
          <p:spPr>
            <a:xfrm>
              <a:off x="5854345" y="16236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05" name="ph1005"/>
            <p:cNvSpPr/>
            <p:nvPr/>
          </p:nvSpPr>
          <p:spPr>
            <a:xfrm>
              <a:off x="5866856" y="16236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06" name="ph1006"/>
            <p:cNvSpPr/>
            <p:nvPr/>
          </p:nvSpPr>
          <p:spPr>
            <a:xfrm>
              <a:off x="5891881" y="16236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07" name="ph1007"/>
            <p:cNvSpPr/>
            <p:nvPr/>
          </p:nvSpPr>
          <p:spPr>
            <a:xfrm>
              <a:off x="5904394" y="16236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08" name="ph1008"/>
            <p:cNvSpPr/>
            <p:nvPr/>
          </p:nvSpPr>
          <p:spPr>
            <a:xfrm>
              <a:off x="5491486" y="16390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09" name="ph1009"/>
            <p:cNvSpPr/>
            <p:nvPr/>
          </p:nvSpPr>
          <p:spPr>
            <a:xfrm>
              <a:off x="5503997" y="16390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10" name="ph1010"/>
            <p:cNvSpPr/>
            <p:nvPr/>
          </p:nvSpPr>
          <p:spPr>
            <a:xfrm>
              <a:off x="5516510" y="16390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11" name="ph1011"/>
            <p:cNvSpPr/>
            <p:nvPr/>
          </p:nvSpPr>
          <p:spPr>
            <a:xfrm>
              <a:off x="5529022" y="16390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12" name="ph1012"/>
            <p:cNvSpPr/>
            <p:nvPr/>
          </p:nvSpPr>
          <p:spPr>
            <a:xfrm>
              <a:off x="5541535" y="16390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13" name="ph1013"/>
            <p:cNvSpPr/>
            <p:nvPr/>
          </p:nvSpPr>
          <p:spPr>
            <a:xfrm>
              <a:off x="5554048" y="16390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14" name="ph1014"/>
            <p:cNvSpPr/>
            <p:nvPr/>
          </p:nvSpPr>
          <p:spPr>
            <a:xfrm>
              <a:off x="5566561" y="16390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15" name="ph1015"/>
            <p:cNvSpPr/>
            <p:nvPr/>
          </p:nvSpPr>
          <p:spPr>
            <a:xfrm>
              <a:off x="5579072" y="16390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16" name="ph1016"/>
            <p:cNvSpPr/>
            <p:nvPr/>
          </p:nvSpPr>
          <p:spPr>
            <a:xfrm>
              <a:off x="5591584" y="16390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17" name="ph1017"/>
            <p:cNvSpPr/>
            <p:nvPr/>
          </p:nvSpPr>
          <p:spPr>
            <a:xfrm>
              <a:off x="5604097" y="16390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18" name="ph1018"/>
            <p:cNvSpPr/>
            <p:nvPr/>
          </p:nvSpPr>
          <p:spPr>
            <a:xfrm>
              <a:off x="5616610" y="16390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19" name="ph1019"/>
            <p:cNvSpPr/>
            <p:nvPr/>
          </p:nvSpPr>
          <p:spPr>
            <a:xfrm>
              <a:off x="5629121" y="16390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20" name="ph1020"/>
            <p:cNvSpPr/>
            <p:nvPr/>
          </p:nvSpPr>
          <p:spPr>
            <a:xfrm>
              <a:off x="5641633" y="16390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21" name="ph1021"/>
            <p:cNvSpPr/>
            <p:nvPr/>
          </p:nvSpPr>
          <p:spPr>
            <a:xfrm>
              <a:off x="5654146" y="16390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22" name="ph1022"/>
            <p:cNvSpPr/>
            <p:nvPr/>
          </p:nvSpPr>
          <p:spPr>
            <a:xfrm>
              <a:off x="5666659" y="16390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23" name="ph1023"/>
            <p:cNvSpPr/>
            <p:nvPr/>
          </p:nvSpPr>
          <p:spPr>
            <a:xfrm>
              <a:off x="5679170" y="16390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24" name="ph1024"/>
            <p:cNvSpPr/>
            <p:nvPr/>
          </p:nvSpPr>
          <p:spPr>
            <a:xfrm>
              <a:off x="5691685" y="16390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25" name="ph1025"/>
            <p:cNvSpPr/>
            <p:nvPr/>
          </p:nvSpPr>
          <p:spPr>
            <a:xfrm>
              <a:off x="5704196" y="16390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26" name="ph1026"/>
            <p:cNvSpPr/>
            <p:nvPr/>
          </p:nvSpPr>
          <p:spPr>
            <a:xfrm>
              <a:off x="5716708" y="16390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27" name="ph1027"/>
            <p:cNvSpPr/>
            <p:nvPr/>
          </p:nvSpPr>
          <p:spPr>
            <a:xfrm>
              <a:off x="5729221" y="16390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28" name="ph1028"/>
            <p:cNvSpPr/>
            <p:nvPr/>
          </p:nvSpPr>
          <p:spPr>
            <a:xfrm>
              <a:off x="5741734" y="16390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29" name="ph1029"/>
            <p:cNvSpPr/>
            <p:nvPr/>
          </p:nvSpPr>
          <p:spPr>
            <a:xfrm>
              <a:off x="5754245" y="16390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30" name="ph1030"/>
            <p:cNvSpPr/>
            <p:nvPr/>
          </p:nvSpPr>
          <p:spPr>
            <a:xfrm>
              <a:off x="5766757" y="16390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31" name="ph1031"/>
            <p:cNvSpPr/>
            <p:nvPr/>
          </p:nvSpPr>
          <p:spPr>
            <a:xfrm>
              <a:off x="5779270" y="16390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32" name="ph1032"/>
            <p:cNvSpPr/>
            <p:nvPr/>
          </p:nvSpPr>
          <p:spPr>
            <a:xfrm>
              <a:off x="5791783" y="16390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33" name="ph1033"/>
            <p:cNvSpPr/>
            <p:nvPr/>
          </p:nvSpPr>
          <p:spPr>
            <a:xfrm>
              <a:off x="5804294" y="16390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34" name="ph1034"/>
            <p:cNvSpPr/>
            <p:nvPr/>
          </p:nvSpPr>
          <p:spPr>
            <a:xfrm>
              <a:off x="5816806" y="16390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35" name="ph1035"/>
            <p:cNvSpPr/>
            <p:nvPr/>
          </p:nvSpPr>
          <p:spPr>
            <a:xfrm>
              <a:off x="5503997" y="165445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36" name="ph1036"/>
            <p:cNvSpPr/>
            <p:nvPr/>
          </p:nvSpPr>
          <p:spPr>
            <a:xfrm>
              <a:off x="5516510" y="165445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37" name="ph1037"/>
            <p:cNvSpPr/>
            <p:nvPr/>
          </p:nvSpPr>
          <p:spPr>
            <a:xfrm>
              <a:off x="5529022" y="165445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6A6">
                <a:alpha val="100000"/>
              </a:srgbClr>
            </a:solidFill>
            <a:ln w="5420" cap="flat">
              <a:solidFill>
                <a:srgbClr val="3986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38" name="ph1038"/>
            <p:cNvSpPr/>
            <p:nvPr/>
          </p:nvSpPr>
          <p:spPr>
            <a:xfrm>
              <a:off x="5541535" y="165445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39" name="ph1039"/>
            <p:cNvSpPr/>
            <p:nvPr/>
          </p:nvSpPr>
          <p:spPr>
            <a:xfrm>
              <a:off x="5554048" y="165445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40" name="ph1040"/>
            <p:cNvSpPr/>
            <p:nvPr/>
          </p:nvSpPr>
          <p:spPr>
            <a:xfrm>
              <a:off x="5566561" y="165445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41" name="ph1041"/>
            <p:cNvSpPr/>
            <p:nvPr/>
          </p:nvSpPr>
          <p:spPr>
            <a:xfrm>
              <a:off x="5579072" y="165445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42" name="ph1042"/>
            <p:cNvSpPr/>
            <p:nvPr/>
          </p:nvSpPr>
          <p:spPr>
            <a:xfrm>
              <a:off x="5591584" y="165445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43" name="ph1043"/>
            <p:cNvSpPr/>
            <p:nvPr/>
          </p:nvSpPr>
          <p:spPr>
            <a:xfrm>
              <a:off x="5604097" y="165445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44" name="ph1044"/>
            <p:cNvSpPr/>
            <p:nvPr/>
          </p:nvSpPr>
          <p:spPr>
            <a:xfrm>
              <a:off x="5616610" y="165445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45" name="ph1045"/>
            <p:cNvSpPr/>
            <p:nvPr/>
          </p:nvSpPr>
          <p:spPr>
            <a:xfrm>
              <a:off x="5629121" y="165445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46" name="ph1046"/>
            <p:cNvSpPr/>
            <p:nvPr/>
          </p:nvSpPr>
          <p:spPr>
            <a:xfrm>
              <a:off x="5641633" y="165445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47" name="ph1047"/>
            <p:cNvSpPr/>
            <p:nvPr/>
          </p:nvSpPr>
          <p:spPr>
            <a:xfrm>
              <a:off x="5654146" y="165445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48" name="ph1048"/>
            <p:cNvSpPr/>
            <p:nvPr/>
          </p:nvSpPr>
          <p:spPr>
            <a:xfrm>
              <a:off x="5666659" y="165445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49" name="ph1049"/>
            <p:cNvSpPr/>
            <p:nvPr/>
          </p:nvSpPr>
          <p:spPr>
            <a:xfrm>
              <a:off x="5679170" y="165445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50" name="ph1050"/>
            <p:cNvSpPr/>
            <p:nvPr/>
          </p:nvSpPr>
          <p:spPr>
            <a:xfrm>
              <a:off x="5691685" y="165445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51" name="ph1051"/>
            <p:cNvSpPr/>
            <p:nvPr/>
          </p:nvSpPr>
          <p:spPr>
            <a:xfrm>
              <a:off x="5704196" y="165445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52" name="ph1052"/>
            <p:cNvSpPr/>
            <p:nvPr/>
          </p:nvSpPr>
          <p:spPr>
            <a:xfrm>
              <a:off x="5716708" y="165445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53" name="ph1053"/>
            <p:cNvSpPr/>
            <p:nvPr/>
          </p:nvSpPr>
          <p:spPr>
            <a:xfrm>
              <a:off x="5729221" y="165445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54" name="ph1054"/>
            <p:cNvSpPr/>
            <p:nvPr/>
          </p:nvSpPr>
          <p:spPr>
            <a:xfrm>
              <a:off x="5741734" y="165445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55" name="ph1055"/>
            <p:cNvSpPr/>
            <p:nvPr/>
          </p:nvSpPr>
          <p:spPr>
            <a:xfrm>
              <a:off x="5766757" y="165445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56" name="ph1056"/>
            <p:cNvSpPr/>
            <p:nvPr/>
          </p:nvSpPr>
          <p:spPr>
            <a:xfrm>
              <a:off x="5503997" y="16698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57" name="ph1057"/>
            <p:cNvSpPr/>
            <p:nvPr/>
          </p:nvSpPr>
          <p:spPr>
            <a:xfrm>
              <a:off x="5516510" y="16698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58" name="ph1058"/>
            <p:cNvSpPr/>
            <p:nvPr/>
          </p:nvSpPr>
          <p:spPr>
            <a:xfrm>
              <a:off x="5529022" y="16698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59" name="ph1059"/>
            <p:cNvSpPr/>
            <p:nvPr/>
          </p:nvSpPr>
          <p:spPr>
            <a:xfrm>
              <a:off x="5541535" y="16698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60" name="ph1060"/>
            <p:cNvSpPr/>
            <p:nvPr/>
          </p:nvSpPr>
          <p:spPr>
            <a:xfrm>
              <a:off x="5554048" y="16698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61" name="ph1061"/>
            <p:cNvSpPr/>
            <p:nvPr/>
          </p:nvSpPr>
          <p:spPr>
            <a:xfrm>
              <a:off x="5566561" y="16698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62" name="ph1062"/>
            <p:cNvSpPr/>
            <p:nvPr/>
          </p:nvSpPr>
          <p:spPr>
            <a:xfrm>
              <a:off x="5579072" y="16698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63" name="ph1063"/>
            <p:cNvSpPr/>
            <p:nvPr/>
          </p:nvSpPr>
          <p:spPr>
            <a:xfrm>
              <a:off x="5591584" y="16698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64" name="ph1064"/>
            <p:cNvSpPr/>
            <p:nvPr/>
          </p:nvSpPr>
          <p:spPr>
            <a:xfrm>
              <a:off x="5604097" y="16698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65" name="ph1065"/>
            <p:cNvSpPr/>
            <p:nvPr/>
          </p:nvSpPr>
          <p:spPr>
            <a:xfrm>
              <a:off x="5616610" y="16698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66" name="ph1066"/>
            <p:cNvSpPr/>
            <p:nvPr/>
          </p:nvSpPr>
          <p:spPr>
            <a:xfrm>
              <a:off x="5629121" y="16698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DA4">
                <a:alpha val="100000"/>
              </a:srgbClr>
            </a:solidFill>
            <a:ln w="5420" cap="flat">
              <a:solidFill>
                <a:srgbClr val="3A7D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67" name="ph1067"/>
            <p:cNvSpPr/>
            <p:nvPr/>
          </p:nvSpPr>
          <p:spPr>
            <a:xfrm>
              <a:off x="5491486" y="16852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68" name="ph1068"/>
            <p:cNvSpPr/>
            <p:nvPr/>
          </p:nvSpPr>
          <p:spPr>
            <a:xfrm>
              <a:off x="5503997" y="16852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69" name="ph1069"/>
            <p:cNvSpPr/>
            <p:nvPr/>
          </p:nvSpPr>
          <p:spPr>
            <a:xfrm>
              <a:off x="5516510" y="16852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70" name="ph1070"/>
            <p:cNvSpPr/>
            <p:nvPr/>
          </p:nvSpPr>
          <p:spPr>
            <a:xfrm>
              <a:off x="5529022" y="16852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71" name="ph1071"/>
            <p:cNvSpPr/>
            <p:nvPr/>
          </p:nvSpPr>
          <p:spPr>
            <a:xfrm>
              <a:off x="5541535" y="16852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72" name="ph1072"/>
            <p:cNvSpPr/>
            <p:nvPr/>
          </p:nvSpPr>
          <p:spPr>
            <a:xfrm>
              <a:off x="5554048" y="16852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73" name="ph1073"/>
            <p:cNvSpPr/>
            <p:nvPr/>
          </p:nvSpPr>
          <p:spPr>
            <a:xfrm>
              <a:off x="5566561" y="16852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74" name="ph1074"/>
            <p:cNvSpPr/>
            <p:nvPr/>
          </p:nvSpPr>
          <p:spPr>
            <a:xfrm>
              <a:off x="5579072" y="16852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75" name="ph1075"/>
            <p:cNvSpPr/>
            <p:nvPr/>
          </p:nvSpPr>
          <p:spPr>
            <a:xfrm>
              <a:off x="5591584" y="16852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76" name="ph1076"/>
            <p:cNvSpPr/>
            <p:nvPr/>
          </p:nvSpPr>
          <p:spPr>
            <a:xfrm>
              <a:off x="5478973" y="17005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77" name="ph1077"/>
            <p:cNvSpPr/>
            <p:nvPr/>
          </p:nvSpPr>
          <p:spPr>
            <a:xfrm>
              <a:off x="5491486" y="17005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78" name="ph1078"/>
            <p:cNvSpPr/>
            <p:nvPr/>
          </p:nvSpPr>
          <p:spPr>
            <a:xfrm>
              <a:off x="5503997" y="17005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79" name="ph1079"/>
            <p:cNvSpPr/>
            <p:nvPr/>
          </p:nvSpPr>
          <p:spPr>
            <a:xfrm>
              <a:off x="5516510" y="17005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80" name="ph1080"/>
            <p:cNvSpPr/>
            <p:nvPr/>
          </p:nvSpPr>
          <p:spPr>
            <a:xfrm>
              <a:off x="5529022" y="17005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81" name="ph1081"/>
            <p:cNvSpPr/>
            <p:nvPr/>
          </p:nvSpPr>
          <p:spPr>
            <a:xfrm>
              <a:off x="5541535" y="17005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82" name="ph1082"/>
            <p:cNvSpPr/>
            <p:nvPr/>
          </p:nvSpPr>
          <p:spPr>
            <a:xfrm>
              <a:off x="5554048" y="17005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83" name="ph1083"/>
            <p:cNvSpPr/>
            <p:nvPr/>
          </p:nvSpPr>
          <p:spPr>
            <a:xfrm>
              <a:off x="5566561" y="17005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84" name="ph1084"/>
            <p:cNvSpPr/>
            <p:nvPr/>
          </p:nvSpPr>
          <p:spPr>
            <a:xfrm>
              <a:off x="5466461" y="17159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85" name="ph1085"/>
            <p:cNvSpPr/>
            <p:nvPr/>
          </p:nvSpPr>
          <p:spPr>
            <a:xfrm>
              <a:off x="5478973" y="17159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86" name="ph1086"/>
            <p:cNvSpPr/>
            <p:nvPr/>
          </p:nvSpPr>
          <p:spPr>
            <a:xfrm>
              <a:off x="5491486" y="17159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87" name="ph1087"/>
            <p:cNvSpPr/>
            <p:nvPr/>
          </p:nvSpPr>
          <p:spPr>
            <a:xfrm>
              <a:off x="5503997" y="17159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88" name="ph1088"/>
            <p:cNvSpPr/>
            <p:nvPr/>
          </p:nvSpPr>
          <p:spPr>
            <a:xfrm>
              <a:off x="5516510" y="17159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89" name="ph1089"/>
            <p:cNvSpPr/>
            <p:nvPr/>
          </p:nvSpPr>
          <p:spPr>
            <a:xfrm>
              <a:off x="5529022" y="17159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90" name="ph1090"/>
            <p:cNvSpPr/>
            <p:nvPr/>
          </p:nvSpPr>
          <p:spPr>
            <a:xfrm>
              <a:off x="5541535" y="17159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91" name="ph1091"/>
            <p:cNvSpPr/>
            <p:nvPr/>
          </p:nvSpPr>
          <p:spPr>
            <a:xfrm>
              <a:off x="5466461" y="17313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92" name="ph1092"/>
            <p:cNvSpPr/>
            <p:nvPr/>
          </p:nvSpPr>
          <p:spPr>
            <a:xfrm>
              <a:off x="5478973" y="17313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93" name="ph1093"/>
            <p:cNvSpPr/>
            <p:nvPr/>
          </p:nvSpPr>
          <p:spPr>
            <a:xfrm>
              <a:off x="5491486" y="17313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94" name="ph1094"/>
            <p:cNvSpPr/>
            <p:nvPr/>
          </p:nvSpPr>
          <p:spPr>
            <a:xfrm>
              <a:off x="5503997" y="17313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95" name="ph1095"/>
            <p:cNvSpPr/>
            <p:nvPr/>
          </p:nvSpPr>
          <p:spPr>
            <a:xfrm>
              <a:off x="5516510" y="17313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96" name="ph1096"/>
            <p:cNvSpPr/>
            <p:nvPr/>
          </p:nvSpPr>
          <p:spPr>
            <a:xfrm>
              <a:off x="5529022" y="17313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97" name="ph1097"/>
            <p:cNvSpPr/>
            <p:nvPr/>
          </p:nvSpPr>
          <p:spPr>
            <a:xfrm>
              <a:off x="5541535" y="17313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98" name="ph1098"/>
            <p:cNvSpPr/>
            <p:nvPr/>
          </p:nvSpPr>
          <p:spPr>
            <a:xfrm>
              <a:off x="5466461" y="174670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99" name="ph1099"/>
            <p:cNvSpPr/>
            <p:nvPr/>
          </p:nvSpPr>
          <p:spPr>
            <a:xfrm>
              <a:off x="5478973" y="174670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00" name="ph1100"/>
            <p:cNvSpPr/>
            <p:nvPr/>
          </p:nvSpPr>
          <p:spPr>
            <a:xfrm>
              <a:off x="5491486" y="174670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01" name="ph1101"/>
            <p:cNvSpPr/>
            <p:nvPr/>
          </p:nvSpPr>
          <p:spPr>
            <a:xfrm>
              <a:off x="5503997" y="174670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02" name="ph1102"/>
            <p:cNvSpPr/>
            <p:nvPr/>
          </p:nvSpPr>
          <p:spPr>
            <a:xfrm>
              <a:off x="5516510" y="174670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03" name="ph1103"/>
            <p:cNvSpPr/>
            <p:nvPr/>
          </p:nvSpPr>
          <p:spPr>
            <a:xfrm>
              <a:off x="5529022" y="174670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04" name="ph1104"/>
            <p:cNvSpPr/>
            <p:nvPr/>
          </p:nvSpPr>
          <p:spPr>
            <a:xfrm>
              <a:off x="5541535" y="174670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05" name="ph1105"/>
            <p:cNvSpPr/>
            <p:nvPr/>
          </p:nvSpPr>
          <p:spPr>
            <a:xfrm>
              <a:off x="5466461" y="176208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06" name="ph1106"/>
            <p:cNvSpPr/>
            <p:nvPr/>
          </p:nvSpPr>
          <p:spPr>
            <a:xfrm>
              <a:off x="5478973" y="176208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07" name="ph1107"/>
            <p:cNvSpPr/>
            <p:nvPr/>
          </p:nvSpPr>
          <p:spPr>
            <a:xfrm>
              <a:off x="5491486" y="176208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08" name="ph1108"/>
            <p:cNvSpPr/>
            <p:nvPr/>
          </p:nvSpPr>
          <p:spPr>
            <a:xfrm>
              <a:off x="5503997" y="176208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09" name="ph1109"/>
            <p:cNvSpPr/>
            <p:nvPr/>
          </p:nvSpPr>
          <p:spPr>
            <a:xfrm>
              <a:off x="5516510" y="176208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10" name="ph1110"/>
            <p:cNvSpPr/>
            <p:nvPr/>
          </p:nvSpPr>
          <p:spPr>
            <a:xfrm>
              <a:off x="5529022" y="176208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11" name="ph1111"/>
            <p:cNvSpPr/>
            <p:nvPr/>
          </p:nvSpPr>
          <p:spPr>
            <a:xfrm>
              <a:off x="5541535" y="176208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12" name="ph1112"/>
            <p:cNvSpPr/>
            <p:nvPr/>
          </p:nvSpPr>
          <p:spPr>
            <a:xfrm>
              <a:off x="5391386" y="17774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13" name="ph1113"/>
            <p:cNvSpPr/>
            <p:nvPr/>
          </p:nvSpPr>
          <p:spPr>
            <a:xfrm>
              <a:off x="5403898" y="17774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14" name="ph1114"/>
            <p:cNvSpPr/>
            <p:nvPr/>
          </p:nvSpPr>
          <p:spPr>
            <a:xfrm>
              <a:off x="5491486" y="17774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15" name="ph1115"/>
            <p:cNvSpPr/>
            <p:nvPr/>
          </p:nvSpPr>
          <p:spPr>
            <a:xfrm>
              <a:off x="5503997" y="17774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16" name="ph1116"/>
            <p:cNvSpPr/>
            <p:nvPr/>
          </p:nvSpPr>
          <p:spPr>
            <a:xfrm>
              <a:off x="5516510" y="17774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17" name="ph1117"/>
            <p:cNvSpPr/>
            <p:nvPr/>
          </p:nvSpPr>
          <p:spPr>
            <a:xfrm>
              <a:off x="5529022" y="17774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18" name="ph1118"/>
            <p:cNvSpPr/>
            <p:nvPr/>
          </p:nvSpPr>
          <p:spPr>
            <a:xfrm>
              <a:off x="5541535" y="17774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19" name="ph1119"/>
            <p:cNvSpPr/>
            <p:nvPr/>
          </p:nvSpPr>
          <p:spPr>
            <a:xfrm>
              <a:off x="5366362" y="179283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20" name="ph1120"/>
            <p:cNvSpPr/>
            <p:nvPr/>
          </p:nvSpPr>
          <p:spPr>
            <a:xfrm>
              <a:off x="5378875" y="179283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21" name="ph1121"/>
            <p:cNvSpPr/>
            <p:nvPr/>
          </p:nvSpPr>
          <p:spPr>
            <a:xfrm>
              <a:off x="5391386" y="179283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22" name="ph1122"/>
            <p:cNvSpPr/>
            <p:nvPr/>
          </p:nvSpPr>
          <p:spPr>
            <a:xfrm>
              <a:off x="5403898" y="179283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23" name="ph1123"/>
            <p:cNvSpPr/>
            <p:nvPr/>
          </p:nvSpPr>
          <p:spPr>
            <a:xfrm>
              <a:off x="5416412" y="179283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24" name="ph1124"/>
            <p:cNvSpPr/>
            <p:nvPr/>
          </p:nvSpPr>
          <p:spPr>
            <a:xfrm>
              <a:off x="5491486" y="179283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25" name="ph1125"/>
            <p:cNvSpPr/>
            <p:nvPr/>
          </p:nvSpPr>
          <p:spPr>
            <a:xfrm>
              <a:off x="5503997" y="179283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26" name="ph1126"/>
            <p:cNvSpPr/>
            <p:nvPr/>
          </p:nvSpPr>
          <p:spPr>
            <a:xfrm>
              <a:off x="5516510" y="179283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27" name="ph1127"/>
            <p:cNvSpPr/>
            <p:nvPr/>
          </p:nvSpPr>
          <p:spPr>
            <a:xfrm>
              <a:off x="5529022" y="179283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28" name="ph1128"/>
            <p:cNvSpPr/>
            <p:nvPr/>
          </p:nvSpPr>
          <p:spPr>
            <a:xfrm>
              <a:off x="5541535" y="179283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29" name="ph1129"/>
            <p:cNvSpPr/>
            <p:nvPr/>
          </p:nvSpPr>
          <p:spPr>
            <a:xfrm>
              <a:off x="5341337" y="180821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30" name="ph1130"/>
            <p:cNvSpPr/>
            <p:nvPr/>
          </p:nvSpPr>
          <p:spPr>
            <a:xfrm>
              <a:off x="5353849" y="180821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31" name="ph1131"/>
            <p:cNvSpPr/>
            <p:nvPr/>
          </p:nvSpPr>
          <p:spPr>
            <a:xfrm>
              <a:off x="5366362" y="180821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ECCAC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32" name="ph1132"/>
            <p:cNvSpPr/>
            <p:nvPr/>
          </p:nvSpPr>
          <p:spPr>
            <a:xfrm>
              <a:off x="5378875" y="180821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33" name="ph1133"/>
            <p:cNvSpPr/>
            <p:nvPr/>
          </p:nvSpPr>
          <p:spPr>
            <a:xfrm>
              <a:off x="5391386" y="180821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34" name="ph1134"/>
            <p:cNvSpPr/>
            <p:nvPr/>
          </p:nvSpPr>
          <p:spPr>
            <a:xfrm>
              <a:off x="5403898" y="180821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35" name="ph1135"/>
            <p:cNvSpPr/>
            <p:nvPr/>
          </p:nvSpPr>
          <p:spPr>
            <a:xfrm>
              <a:off x="5416412" y="180821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36" name="ph1136"/>
            <p:cNvSpPr/>
            <p:nvPr/>
          </p:nvSpPr>
          <p:spPr>
            <a:xfrm>
              <a:off x="5478973" y="180821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37" name="ph1137"/>
            <p:cNvSpPr/>
            <p:nvPr/>
          </p:nvSpPr>
          <p:spPr>
            <a:xfrm>
              <a:off x="5491486" y="180821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38" name="ph1138"/>
            <p:cNvSpPr/>
            <p:nvPr/>
          </p:nvSpPr>
          <p:spPr>
            <a:xfrm>
              <a:off x="5503997" y="180821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39" name="ph1139"/>
            <p:cNvSpPr/>
            <p:nvPr/>
          </p:nvSpPr>
          <p:spPr>
            <a:xfrm>
              <a:off x="5516510" y="180821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40" name="ph1140"/>
            <p:cNvSpPr/>
            <p:nvPr/>
          </p:nvSpPr>
          <p:spPr>
            <a:xfrm>
              <a:off x="5529022" y="180821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41" name="ph1141"/>
            <p:cNvSpPr/>
            <p:nvPr/>
          </p:nvSpPr>
          <p:spPr>
            <a:xfrm>
              <a:off x="5328826" y="182358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42" name="ph1142"/>
            <p:cNvSpPr/>
            <p:nvPr/>
          </p:nvSpPr>
          <p:spPr>
            <a:xfrm>
              <a:off x="5341337" y="182358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43" name="ph1143"/>
            <p:cNvSpPr/>
            <p:nvPr/>
          </p:nvSpPr>
          <p:spPr>
            <a:xfrm>
              <a:off x="5353849" y="182358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44" name="ph1144"/>
            <p:cNvSpPr/>
            <p:nvPr/>
          </p:nvSpPr>
          <p:spPr>
            <a:xfrm>
              <a:off x="5366362" y="182358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45" name="ph1145"/>
            <p:cNvSpPr/>
            <p:nvPr/>
          </p:nvSpPr>
          <p:spPr>
            <a:xfrm>
              <a:off x="5378875" y="182358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46" name="ph1146"/>
            <p:cNvSpPr/>
            <p:nvPr/>
          </p:nvSpPr>
          <p:spPr>
            <a:xfrm>
              <a:off x="5391386" y="182358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47" name="ph1147"/>
            <p:cNvSpPr/>
            <p:nvPr/>
          </p:nvSpPr>
          <p:spPr>
            <a:xfrm>
              <a:off x="5403898" y="182358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48" name="ph1148"/>
            <p:cNvSpPr/>
            <p:nvPr/>
          </p:nvSpPr>
          <p:spPr>
            <a:xfrm>
              <a:off x="5416412" y="182358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49" name="ph1149"/>
            <p:cNvSpPr/>
            <p:nvPr/>
          </p:nvSpPr>
          <p:spPr>
            <a:xfrm>
              <a:off x="5478973" y="182358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50" name="ph1150"/>
            <p:cNvSpPr/>
            <p:nvPr/>
          </p:nvSpPr>
          <p:spPr>
            <a:xfrm>
              <a:off x="5491486" y="182358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51" name="ph1151"/>
            <p:cNvSpPr/>
            <p:nvPr/>
          </p:nvSpPr>
          <p:spPr>
            <a:xfrm>
              <a:off x="5503997" y="182358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52" name="ph1152"/>
            <p:cNvSpPr/>
            <p:nvPr/>
          </p:nvSpPr>
          <p:spPr>
            <a:xfrm>
              <a:off x="5516510" y="182358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53" name="ph1153"/>
            <p:cNvSpPr/>
            <p:nvPr/>
          </p:nvSpPr>
          <p:spPr>
            <a:xfrm>
              <a:off x="5529022" y="182358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54" name="ph1154"/>
            <p:cNvSpPr/>
            <p:nvPr/>
          </p:nvSpPr>
          <p:spPr>
            <a:xfrm>
              <a:off x="5266262" y="18389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55" name="ph1155"/>
            <p:cNvSpPr/>
            <p:nvPr/>
          </p:nvSpPr>
          <p:spPr>
            <a:xfrm>
              <a:off x="5278777" y="18389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56" name="ph1156"/>
            <p:cNvSpPr/>
            <p:nvPr/>
          </p:nvSpPr>
          <p:spPr>
            <a:xfrm>
              <a:off x="5291288" y="18389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57" name="ph1157"/>
            <p:cNvSpPr/>
            <p:nvPr/>
          </p:nvSpPr>
          <p:spPr>
            <a:xfrm>
              <a:off x="5303800" y="18389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58" name="ph1158"/>
            <p:cNvSpPr/>
            <p:nvPr/>
          </p:nvSpPr>
          <p:spPr>
            <a:xfrm>
              <a:off x="5316313" y="18389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59" name="ph1159"/>
            <p:cNvSpPr/>
            <p:nvPr/>
          </p:nvSpPr>
          <p:spPr>
            <a:xfrm>
              <a:off x="5328826" y="18389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60" name="ph1160"/>
            <p:cNvSpPr/>
            <p:nvPr/>
          </p:nvSpPr>
          <p:spPr>
            <a:xfrm>
              <a:off x="5341337" y="18389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61" name="ph1161"/>
            <p:cNvSpPr/>
            <p:nvPr/>
          </p:nvSpPr>
          <p:spPr>
            <a:xfrm>
              <a:off x="5353849" y="18389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62" name="ph1162"/>
            <p:cNvSpPr/>
            <p:nvPr/>
          </p:nvSpPr>
          <p:spPr>
            <a:xfrm>
              <a:off x="5366362" y="18389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63" name="ph1163"/>
            <p:cNvSpPr/>
            <p:nvPr/>
          </p:nvSpPr>
          <p:spPr>
            <a:xfrm>
              <a:off x="5378875" y="18389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64" name="ph1164"/>
            <p:cNvSpPr/>
            <p:nvPr/>
          </p:nvSpPr>
          <p:spPr>
            <a:xfrm>
              <a:off x="5391386" y="18389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65" name="ph1165"/>
            <p:cNvSpPr/>
            <p:nvPr/>
          </p:nvSpPr>
          <p:spPr>
            <a:xfrm>
              <a:off x="5403898" y="18389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66" name="ph1166"/>
            <p:cNvSpPr/>
            <p:nvPr/>
          </p:nvSpPr>
          <p:spPr>
            <a:xfrm>
              <a:off x="5466461" y="18389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67" name="ph1167"/>
            <p:cNvSpPr/>
            <p:nvPr/>
          </p:nvSpPr>
          <p:spPr>
            <a:xfrm>
              <a:off x="5478973" y="18389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68" name="ph1168"/>
            <p:cNvSpPr/>
            <p:nvPr/>
          </p:nvSpPr>
          <p:spPr>
            <a:xfrm>
              <a:off x="5491486" y="18389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69" name="ph1169"/>
            <p:cNvSpPr/>
            <p:nvPr/>
          </p:nvSpPr>
          <p:spPr>
            <a:xfrm>
              <a:off x="5503997" y="18389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70" name="ph1170"/>
            <p:cNvSpPr/>
            <p:nvPr/>
          </p:nvSpPr>
          <p:spPr>
            <a:xfrm>
              <a:off x="5516510" y="18389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71" name="ph1171"/>
            <p:cNvSpPr/>
            <p:nvPr/>
          </p:nvSpPr>
          <p:spPr>
            <a:xfrm>
              <a:off x="5529022" y="18389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72" name="ph1172"/>
            <p:cNvSpPr/>
            <p:nvPr/>
          </p:nvSpPr>
          <p:spPr>
            <a:xfrm>
              <a:off x="5253751" y="18543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73" name="ph1173"/>
            <p:cNvSpPr/>
            <p:nvPr/>
          </p:nvSpPr>
          <p:spPr>
            <a:xfrm>
              <a:off x="5266262" y="18543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74" name="ph1174"/>
            <p:cNvSpPr/>
            <p:nvPr/>
          </p:nvSpPr>
          <p:spPr>
            <a:xfrm>
              <a:off x="5278777" y="18543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75" name="ph1175"/>
            <p:cNvSpPr/>
            <p:nvPr/>
          </p:nvSpPr>
          <p:spPr>
            <a:xfrm>
              <a:off x="5291288" y="18543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76" name="ph1176"/>
            <p:cNvSpPr/>
            <p:nvPr/>
          </p:nvSpPr>
          <p:spPr>
            <a:xfrm>
              <a:off x="5303800" y="18543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77" name="ph1177"/>
            <p:cNvSpPr/>
            <p:nvPr/>
          </p:nvSpPr>
          <p:spPr>
            <a:xfrm>
              <a:off x="5316313" y="18543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78" name="ph1178"/>
            <p:cNvSpPr/>
            <p:nvPr/>
          </p:nvSpPr>
          <p:spPr>
            <a:xfrm>
              <a:off x="5328826" y="18543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79" name="ph1179"/>
            <p:cNvSpPr/>
            <p:nvPr/>
          </p:nvSpPr>
          <p:spPr>
            <a:xfrm>
              <a:off x="5341337" y="18543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80" name="ph1180"/>
            <p:cNvSpPr/>
            <p:nvPr/>
          </p:nvSpPr>
          <p:spPr>
            <a:xfrm>
              <a:off x="5353849" y="18543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81" name="ph1181"/>
            <p:cNvSpPr/>
            <p:nvPr/>
          </p:nvSpPr>
          <p:spPr>
            <a:xfrm>
              <a:off x="5366362" y="18543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AD1AF">
                <a:alpha val="100000"/>
              </a:srgbClr>
            </a:solidFill>
            <a:ln w="5420" cap="flat">
              <a:solidFill>
                <a:srgbClr val="6AD1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82" name="ph1182"/>
            <p:cNvSpPr/>
            <p:nvPr/>
          </p:nvSpPr>
          <p:spPr>
            <a:xfrm>
              <a:off x="5378875" y="18543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83" name="ph1183"/>
            <p:cNvSpPr/>
            <p:nvPr/>
          </p:nvSpPr>
          <p:spPr>
            <a:xfrm>
              <a:off x="5391386" y="18543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4CFAE">
                <a:alpha val="100000"/>
              </a:srgbClr>
            </a:solidFill>
            <a:ln w="5420" cap="flat">
              <a:solidFill>
                <a:srgbClr val="64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84" name="ph1184"/>
            <p:cNvSpPr/>
            <p:nvPr/>
          </p:nvSpPr>
          <p:spPr>
            <a:xfrm>
              <a:off x="5453948" y="18543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85" name="ph1185"/>
            <p:cNvSpPr/>
            <p:nvPr/>
          </p:nvSpPr>
          <p:spPr>
            <a:xfrm>
              <a:off x="5466461" y="18543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86" name="ph1186"/>
            <p:cNvSpPr/>
            <p:nvPr/>
          </p:nvSpPr>
          <p:spPr>
            <a:xfrm>
              <a:off x="5478973" y="18543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87" name="ph1187"/>
            <p:cNvSpPr/>
            <p:nvPr/>
          </p:nvSpPr>
          <p:spPr>
            <a:xfrm>
              <a:off x="5491486" y="18543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88" name="ph1188"/>
            <p:cNvSpPr/>
            <p:nvPr/>
          </p:nvSpPr>
          <p:spPr>
            <a:xfrm>
              <a:off x="5503997" y="18543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89" name="ph1189"/>
            <p:cNvSpPr/>
            <p:nvPr/>
          </p:nvSpPr>
          <p:spPr>
            <a:xfrm>
              <a:off x="5516510" y="18543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90" name="ph1190"/>
            <p:cNvSpPr/>
            <p:nvPr/>
          </p:nvSpPr>
          <p:spPr>
            <a:xfrm>
              <a:off x="5529022" y="18543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91" name="ph1191"/>
            <p:cNvSpPr/>
            <p:nvPr/>
          </p:nvSpPr>
          <p:spPr>
            <a:xfrm>
              <a:off x="5228725" y="18697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92" name="ph1192"/>
            <p:cNvSpPr/>
            <p:nvPr/>
          </p:nvSpPr>
          <p:spPr>
            <a:xfrm>
              <a:off x="5241238" y="18697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93" name="ph1193"/>
            <p:cNvSpPr/>
            <p:nvPr/>
          </p:nvSpPr>
          <p:spPr>
            <a:xfrm>
              <a:off x="5253751" y="18697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94" name="ph1194"/>
            <p:cNvSpPr/>
            <p:nvPr/>
          </p:nvSpPr>
          <p:spPr>
            <a:xfrm>
              <a:off x="5266262" y="18697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95" name="ph1195"/>
            <p:cNvSpPr/>
            <p:nvPr/>
          </p:nvSpPr>
          <p:spPr>
            <a:xfrm>
              <a:off x="5278777" y="18697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96" name="ph1196"/>
            <p:cNvSpPr/>
            <p:nvPr/>
          </p:nvSpPr>
          <p:spPr>
            <a:xfrm>
              <a:off x="5291288" y="18697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97" name="ph1197"/>
            <p:cNvSpPr/>
            <p:nvPr/>
          </p:nvSpPr>
          <p:spPr>
            <a:xfrm>
              <a:off x="5303800" y="18697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98" name="ph1198"/>
            <p:cNvSpPr/>
            <p:nvPr/>
          </p:nvSpPr>
          <p:spPr>
            <a:xfrm>
              <a:off x="5316313" y="18697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99" name="ph1199"/>
            <p:cNvSpPr/>
            <p:nvPr/>
          </p:nvSpPr>
          <p:spPr>
            <a:xfrm>
              <a:off x="5328826" y="18697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1D2B2">
                <a:alpha val="100000"/>
              </a:srgbClr>
            </a:solidFill>
            <a:ln w="5420" cap="flat">
              <a:solidFill>
                <a:srgbClr val="71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00" name="ph1200"/>
            <p:cNvSpPr/>
            <p:nvPr/>
          </p:nvSpPr>
          <p:spPr>
            <a:xfrm>
              <a:off x="5341337" y="18697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01" name="ph1201"/>
            <p:cNvSpPr/>
            <p:nvPr/>
          </p:nvSpPr>
          <p:spPr>
            <a:xfrm>
              <a:off x="5353849" y="18697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02" name="ph1202"/>
            <p:cNvSpPr/>
            <p:nvPr/>
          </p:nvSpPr>
          <p:spPr>
            <a:xfrm>
              <a:off x="5366362" y="18697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03" name="ph1203"/>
            <p:cNvSpPr/>
            <p:nvPr/>
          </p:nvSpPr>
          <p:spPr>
            <a:xfrm>
              <a:off x="5441437" y="18697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04" name="ph1204"/>
            <p:cNvSpPr/>
            <p:nvPr/>
          </p:nvSpPr>
          <p:spPr>
            <a:xfrm>
              <a:off x="5453948" y="18697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05" name="ph1205"/>
            <p:cNvSpPr/>
            <p:nvPr/>
          </p:nvSpPr>
          <p:spPr>
            <a:xfrm>
              <a:off x="5466461" y="18697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06" name="ph1206"/>
            <p:cNvSpPr/>
            <p:nvPr/>
          </p:nvSpPr>
          <p:spPr>
            <a:xfrm>
              <a:off x="5478973" y="18697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07" name="ph1207"/>
            <p:cNvSpPr/>
            <p:nvPr/>
          </p:nvSpPr>
          <p:spPr>
            <a:xfrm>
              <a:off x="5491486" y="18697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08" name="ph1208"/>
            <p:cNvSpPr/>
            <p:nvPr/>
          </p:nvSpPr>
          <p:spPr>
            <a:xfrm>
              <a:off x="5503997" y="18697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09" name="ph1209"/>
            <p:cNvSpPr/>
            <p:nvPr/>
          </p:nvSpPr>
          <p:spPr>
            <a:xfrm>
              <a:off x="5203702" y="18850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10" name="ph1210"/>
            <p:cNvSpPr/>
            <p:nvPr/>
          </p:nvSpPr>
          <p:spPr>
            <a:xfrm>
              <a:off x="5216213" y="18850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11" name="ph1211"/>
            <p:cNvSpPr/>
            <p:nvPr/>
          </p:nvSpPr>
          <p:spPr>
            <a:xfrm>
              <a:off x="5228725" y="18850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4D4B4">
                <a:alpha val="100000"/>
              </a:srgbClr>
            </a:solidFill>
            <a:ln w="5420" cap="flat">
              <a:solidFill>
                <a:srgbClr val="74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12" name="ph1212"/>
            <p:cNvSpPr/>
            <p:nvPr/>
          </p:nvSpPr>
          <p:spPr>
            <a:xfrm>
              <a:off x="5241238" y="18850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13" name="ph1213"/>
            <p:cNvSpPr/>
            <p:nvPr/>
          </p:nvSpPr>
          <p:spPr>
            <a:xfrm>
              <a:off x="5253751" y="18850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14" name="ph1214"/>
            <p:cNvSpPr/>
            <p:nvPr/>
          </p:nvSpPr>
          <p:spPr>
            <a:xfrm>
              <a:off x="5266262" y="18850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15" name="ph1215"/>
            <p:cNvSpPr/>
            <p:nvPr/>
          </p:nvSpPr>
          <p:spPr>
            <a:xfrm>
              <a:off x="5278777" y="18850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16" name="ph1216"/>
            <p:cNvSpPr/>
            <p:nvPr/>
          </p:nvSpPr>
          <p:spPr>
            <a:xfrm>
              <a:off x="5291288" y="18850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17" name="ph1217"/>
            <p:cNvSpPr/>
            <p:nvPr/>
          </p:nvSpPr>
          <p:spPr>
            <a:xfrm>
              <a:off x="5303800" y="18850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18" name="ph1218"/>
            <p:cNvSpPr/>
            <p:nvPr/>
          </p:nvSpPr>
          <p:spPr>
            <a:xfrm>
              <a:off x="5316313" y="18850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19" name="ph1219"/>
            <p:cNvSpPr/>
            <p:nvPr/>
          </p:nvSpPr>
          <p:spPr>
            <a:xfrm>
              <a:off x="5328826" y="18850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20" name="ph1220"/>
            <p:cNvSpPr/>
            <p:nvPr/>
          </p:nvSpPr>
          <p:spPr>
            <a:xfrm>
              <a:off x="5341337" y="18850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21" name="ph1221"/>
            <p:cNvSpPr/>
            <p:nvPr/>
          </p:nvSpPr>
          <p:spPr>
            <a:xfrm>
              <a:off x="5353849" y="18850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22" name="ph1222"/>
            <p:cNvSpPr/>
            <p:nvPr/>
          </p:nvSpPr>
          <p:spPr>
            <a:xfrm>
              <a:off x="5366362" y="18850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23" name="ph1223"/>
            <p:cNvSpPr/>
            <p:nvPr/>
          </p:nvSpPr>
          <p:spPr>
            <a:xfrm>
              <a:off x="5378875" y="18850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CD1B1">
                <a:alpha val="100000"/>
              </a:srgbClr>
            </a:solidFill>
            <a:ln w="5420" cap="flat">
              <a:solidFill>
                <a:srgbClr val="6C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24" name="ph1224"/>
            <p:cNvSpPr/>
            <p:nvPr/>
          </p:nvSpPr>
          <p:spPr>
            <a:xfrm>
              <a:off x="5391386" y="18850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25" name="ph1225"/>
            <p:cNvSpPr/>
            <p:nvPr/>
          </p:nvSpPr>
          <p:spPr>
            <a:xfrm>
              <a:off x="5403898" y="18850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26" name="ph1226"/>
            <p:cNvSpPr/>
            <p:nvPr/>
          </p:nvSpPr>
          <p:spPr>
            <a:xfrm>
              <a:off x="5428924" y="18850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6CFAE">
                <a:alpha val="100000"/>
              </a:srgbClr>
            </a:solidFill>
            <a:ln w="5420" cap="flat">
              <a:solidFill>
                <a:srgbClr val="66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27" name="ph1227"/>
            <p:cNvSpPr/>
            <p:nvPr/>
          </p:nvSpPr>
          <p:spPr>
            <a:xfrm>
              <a:off x="5441437" y="18850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28" name="ph1228"/>
            <p:cNvSpPr/>
            <p:nvPr/>
          </p:nvSpPr>
          <p:spPr>
            <a:xfrm>
              <a:off x="5453948" y="18850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29" name="ph1229"/>
            <p:cNvSpPr/>
            <p:nvPr/>
          </p:nvSpPr>
          <p:spPr>
            <a:xfrm>
              <a:off x="5466461" y="18850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30" name="ph1230"/>
            <p:cNvSpPr/>
            <p:nvPr/>
          </p:nvSpPr>
          <p:spPr>
            <a:xfrm>
              <a:off x="5478973" y="18850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31" name="ph1231"/>
            <p:cNvSpPr/>
            <p:nvPr/>
          </p:nvSpPr>
          <p:spPr>
            <a:xfrm>
              <a:off x="5491486" y="18850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32" name="ph1232"/>
            <p:cNvSpPr/>
            <p:nvPr/>
          </p:nvSpPr>
          <p:spPr>
            <a:xfrm>
              <a:off x="5503997" y="18850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33" name="ph1233"/>
            <p:cNvSpPr/>
            <p:nvPr/>
          </p:nvSpPr>
          <p:spPr>
            <a:xfrm>
              <a:off x="5203702" y="19004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34" name="ph1234"/>
            <p:cNvSpPr/>
            <p:nvPr/>
          </p:nvSpPr>
          <p:spPr>
            <a:xfrm>
              <a:off x="5216213" y="19004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35" name="ph1235"/>
            <p:cNvSpPr/>
            <p:nvPr/>
          </p:nvSpPr>
          <p:spPr>
            <a:xfrm>
              <a:off x="5228725" y="19004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36" name="ph1236"/>
            <p:cNvSpPr/>
            <p:nvPr/>
          </p:nvSpPr>
          <p:spPr>
            <a:xfrm>
              <a:off x="5241238" y="19004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37" name="ph1237"/>
            <p:cNvSpPr/>
            <p:nvPr/>
          </p:nvSpPr>
          <p:spPr>
            <a:xfrm>
              <a:off x="5253751" y="19004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4D4B4">
                <a:alpha val="100000"/>
              </a:srgbClr>
            </a:solidFill>
            <a:ln w="5420" cap="flat">
              <a:solidFill>
                <a:srgbClr val="74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38" name="ph1238"/>
            <p:cNvSpPr/>
            <p:nvPr/>
          </p:nvSpPr>
          <p:spPr>
            <a:xfrm>
              <a:off x="5266262" y="19004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39" name="ph1239"/>
            <p:cNvSpPr/>
            <p:nvPr/>
          </p:nvSpPr>
          <p:spPr>
            <a:xfrm>
              <a:off x="5278777" y="19004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40" name="ph1240"/>
            <p:cNvSpPr/>
            <p:nvPr/>
          </p:nvSpPr>
          <p:spPr>
            <a:xfrm>
              <a:off x="5291288" y="19004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41" name="ph1241"/>
            <p:cNvSpPr/>
            <p:nvPr/>
          </p:nvSpPr>
          <p:spPr>
            <a:xfrm>
              <a:off x="5303800" y="19004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42" name="ph1242"/>
            <p:cNvSpPr/>
            <p:nvPr/>
          </p:nvSpPr>
          <p:spPr>
            <a:xfrm>
              <a:off x="5316313" y="19004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1D2B2">
                <a:alpha val="100000"/>
              </a:srgbClr>
            </a:solidFill>
            <a:ln w="5420" cap="flat">
              <a:solidFill>
                <a:srgbClr val="71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43" name="ph1243"/>
            <p:cNvSpPr/>
            <p:nvPr/>
          </p:nvSpPr>
          <p:spPr>
            <a:xfrm>
              <a:off x="5328826" y="19004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44" name="ph1244"/>
            <p:cNvSpPr/>
            <p:nvPr/>
          </p:nvSpPr>
          <p:spPr>
            <a:xfrm>
              <a:off x="5341337" y="19004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45" name="ph1245"/>
            <p:cNvSpPr/>
            <p:nvPr/>
          </p:nvSpPr>
          <p:spPr>
            <a:xfrm>
              <a:off x="5353849" y="19004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1D2B2">
                <a:alpha val="100000"/>
              </a:srgbClr>
            </a:solidFill>
            <a:ln w="5420" cap="flat">
              <a:solidFill>
                <a:srgbClr val="71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46" name="ph1246"/>
            <p:cNvSpPr/>
            <p:nvPr/>
          </p:nvSpPr>
          <p:spPr>
            <a:xfrm>
              <a:off x="5366362" y="19004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47" name="ph1247"/>
            <p:cNvSpPr/>
            <p:nvPr/>
          </p:nvSpPr>
          <p:spPr>
            <a:xfrm>
              <a:off x="5378875" y="19004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48" name="ph1248"/>
            <p:cNvSpPr/>
            <p:nvPr/>
          </p:nvSpPr>
          <p:spPr>
            <a:xfrm>
              <a:off x="5391386" y="19004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49" name="ph1249"/>
            <p:cNvSpPr/>
            <p:nvPr/>
          </p:nvSpPr>
          <p:spPr>
            <a:xfrm>
              <a:off x="5403898" y="19004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50" name="ph1250"/>
            <p:cNvSpPr/>
            <p:nvPr/>
          </p:nvSpPr>
          <p:spPr>
            <a:xfrm>
              <a:off x="5416412" y="19004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51" name="ph1251"/>
            <p:cNvSpPr/>
            <p:nvPr/>
          </p:nvSpPr>
          <p:spPr>
            <a:xfrm>
              <a:off x="5428924" y="19004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52" name="ph1252"/>
            <p:cNvSpPr/>
            <p:nvPr/>
          </p:nvSpPr>
          <p:spPr>
            <a:xfrm>
              <a:off x="5441437" y="19004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53" name="ph1253"/>
            <p:cNvSpPr/>
            <p:nvPr/>
          </p:nvSpPr>
          <p:spPr>
            <a:xfrm>
              <a:off x="5453948" y="19004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54" name="ph1254"/>
            <p:cNvSpPr/>
            <p:nvPr/>
          </p:nvSpPr>
          <p:spPr>
            <a:xfrm>
              <a:off x="5466461" y="19004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55" name="ph1255"/>
            <p:cNvSpPr/>
            <p:nvPr/>
          </p:nvSpPr>
          <p:spPr>
            <a:xfrm>
              <a:off x="5478973" y="19004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56" name="ph1256"/>
            <p:cNvSpPr/>
            <p:nvPr/>
          </p:nvSpPr>
          <p:spPr>
            <a:xfrm>
              <a:off x="5491486" y="19004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57" name="ph1257"/>
            <p:cNvSpPr/>
            <p:nvPr/>
          </p:nvSpPr>
          <p:spPr>
            <a:xfrm>
              <a:off x="5203702" y="19158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58" name="ph1258"/>
            <p:cNvSpPr/>
            <p:nvPr/>
          </p:nvSpPr>
          <p:spPr>
            <a:xfrm>
              <a:off x="5216213" y="19158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59" name="ph1259"/>
            <p:cNvSpPr/>
            <p:nvPr/>
          </p:nvSpPr>
          <p:spPr>
            <a:xfrm>
              <a:off x="5228725" y="19158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60" name="ph1260"/>
            <p:cNvSpPr/>
            <p:nvPr/>
          </p:nvSpPr>
          <p:spPr>
            <a:xfrm>
              <a:off x="5241238" y="19158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61" name="ph1261"/>
            <p:cNvSpPr/>
            <p:nvPr/>
          </p:nvSpPr>
          <p:spPr>
            <a:xfrm>
              <a:off x="5253751" y="19158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8D4B5">
                <a:alpha val="100000"/>
              </a:srgbClr>
            </a:solidFill>
            <a:ln w="5420" cap="flat">
              <a:solidFill>
                <a:srgbClr val="78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62" name="ph1262"/>
            <p:cNvSpPr/>
            <p:nvPr/>
          </p:nvSpPr>
          <p:spPr>
            <a:xfrm>
              <a:off x="5266262" y="19158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63" name="ph1263"/>
            <p:cNvSpPr/>
            <p:nvPr/>
          </p:nvSpPr>
          <p:spPr>
            <a:xfrm>
              <a:off x="5278777" y="19158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4D4B4">
                <a:alpha val="100000"/>
              </a:srgbClr>
            </a:solidFill>
            <a:ln w="5420" cap="flat">
              <a:solidFill>
                <a:srgbClr val="74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64" name="ph1264"/>
            <p:cNvSpPr/>
            <p:nvPr/>
          </p:nvSpPr>
          <p:spPr>
            <a:xfrm>
              <a:off x="5291288" y="19158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65" name="ph1265"/>
            <p:cNvSpPr/>
            <p:nvPr/>
          </p:nvSpPr>
          <p:spPr>
            <a:xfrm>
              <a:off x="5303800" y="19158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66" name="ph1266"/>
            <p:cNvSpPr/>
            <p:nvPr/>
          </p:nvSpPr>
          <p:spPr>
            <a:xfrm>
              <a:off x="5316313" y="19158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67" name="ph1267"/>
            <p:cNvSpPr/>
            <p:nvPr/>
          </p:nvSpPr>
          <p:spPr>
            <a:xfrm>
              <a:off x="5328826" y="19158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68" name="ph1268"/>
            <p:cNvSpPr/>
            <p:nvPr/>
          </p:nvSpPr>
          <p:spPr>
            <a:xfrm>
              <a:off x="5341337" y="19158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69" name="ph1269"/>
            <p:cNvSpPr/>
            <p:nvPr/>
          </p:nvSpPr>
          <p:spPr>
            <a:xfrm>
              <a:off x="5353849" y="19158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70" name="ph1270"/>
            <p:cNvSpPr/>
            <p:nvPr/>
          </p:nvSpPr>
          <p:spPr>
            <a:xfrm>
              <a:off x="5366362" y="19158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71" name="ph1271"/>
            <p:cNvSpPr/>
            <p:nvPr/>
          </p:nvSpPr>
          <p:spPr>
            <a:xfrm>
              <a:off x="5378875" y="19158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72" name="ph1272"/>
            <p:cNvSpPr/>
            <p:nvPr/>
          </p:nvSpPr>
          <p:spPr>
            <a:xfrm>
              <a:off x="5391386" y="19158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73" name="ph1273"/>
            <p:cNvSpPr/>
            <p:nvPr/>
          </p:nvSpPr>
          <p:spPr>
            <a:xfrm>
              <a:off x="5403898" y="19158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74" name="ph1274"/>
            <p:cNvSpPr/>
            <p:nvPr/>
          </p:nvSpPr>
          <p:spPr>
            <a:xfrm>
              <a:off x="5416412" y="19158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75" name="ph1275"/>
            <p:cNvSpPr/>
            <p:nvPr/>
          </p:nvSpPr>
          <p:spPr>
            <a:xfrm>
              <a:off x="5428924" y="19158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76" name="ph1276"/>
            <p:cNvSpPr/>
            <p:nvPr/>
          </p:nvSpPr>
          <p:spPr>
            <a:xfrm>
              <a:off x="5441437" y="19158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77" name="ph1277"/>
            <p:cNvSpPr/>
            <p:nvPr/>
          </p:nvSpPr>
          <p:spPr>
            <a:xfrm>
              <a:off x="5453948" y="19158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78" name="ph1278"/>
            <p:cNvSpPr/>
            <p:nvPr/>
          </p:nvSpPr>
          <p:spPr>
            <a:xfrm>
              <a:off x="5466461" y="19158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79" name="ph1279"/>
            <p:cNvSpPr/>
            <p:nvPr/>
          </p:nvSpPr>
          <p:spPr>
            <a:xfrm>
              <a:off x="5478973" y="19158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80" name="ph1280"/>
            <p:cNvSpPr/>
            <p:nvPr/>
          </p:nvSpPr>
          <p:spPr>
            <a:xfrm>
              <a:off x="5166164" y="193121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81" name="ph1281"/>
            <p:cNvSpPr/>
            <p:nvPr/>
          </p:nvSpPr>
          <p:spPr>
            <a:xfrm>
              <a:off x="5178676" y="193121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82" name="ph1282"/>
            <p:cNvSpPr/>
            <p:nvPr/>
          </p:nvSpPr>
          <p:spPr>
            <a:xfrm>
              <a:off x="5203702" y="193121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83" name="ph1283"/>
            <p:cNvSpPr/>
            <p:nvPr/>
          </p:nvSpPr>
          <p:spPr>
            <a:xfrm>
              <a:off x="5216213" y="193121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84" name="ph1284"/>
            <p:cNvSpPr/>
            <p:nvPr/>
          </p:nvSpPr>
          <p:spPr>
            <a:xfrm>
              <a:off x="5228725" y="193121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85" name="ph1285"/>
            <p:cNvSpPr/>
            <p:nvPr/>
          </p:nvSpPr>
          <p:spPr>
            <a:xfrm>
              <a:off x="5241238" y="193121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86" name="ph1286"/>
            <p:cNvSpPr/>
            <p:nvPr/>
          </p:nvSpPr>
          <p:spPr>
            <a:xfrm>
              <a:off x="5253751" y="193121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BD6B6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87" name="ph1287"/>
            <p:cNvSpPr/>
            <p:nvPr/>
          </p:nvSpPr>
          <p:spPr>
            <a:xfrm>
              <a:off x="5266262" y="193121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88" name="ph1288"/>
            <p:cNvSpPr/>
            <p:nvPr/>
          </p:nvSpPr>
          <p:spPr>
            <a:xfrm>
              <a:off x="5278777" y="193121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89" name="ph1289"/>
            <p:cNvSpPr/>
            <p:nvPr/>
          </p:nvSpPr>
          <p:spPr>
            <a:xfrm>
              <a:off x="5291288" y="193121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90" name="ph1290"/>
            <p:cNvSpPr/>
            <p:nvPr/>
          </p:nvSpPr>
          <p:spPr>
            <a:xfrm>
              <a:off x="5328826" y="193121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91" name="ph1291"/>
            <p:cNvSpPr/>
            <p:nvPr/>
          </p:nvSpPr>
          <p:spPr>
            <a:xfrm>
              <a:off x="5341337" y="193121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92" name="ph1292"/>
            <p:cNvSpPr/>
            <p:nvPr/>
          </p:nvSpPr>
          <p:spPr>
            <a:xfrm>
              <a:off x="5353849" y="193121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93" name="ph1293"/>
            <p:cNvSpPr/>
            <p:nvPr/>
          </p:nvSpPr>
          <p:spPr>
            <a:xfrm>
              <a:off x="5366362" y="193121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CD1B1">
                <a:alpha val="100000"/>
              </a:srgbClr>
            </a:solidFill>
            <a:ln w="5420" cap="flat">
              <a:solidFill>
                <a:srgbClr val="6C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94" name="ph1294"/>
            <p:cNvSpPr/>
            <p:nvPr/>
          </p:nvSpPr>
          <p:spPr>
            <a:xfrm>
              <a:off x="5378875" y="193121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95" name="ph1295"/>
            <p:cNvSpPr/>
            <p:nvPr/>
          </p:nvSpPr>
          <p:spPr>
            <a:xfrm>
              <a:off x="5391386" y="193121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96" name="ph1296"/>
            <p:cNvSpPr/>
            <p:nvPr/>
          </p:nvSpPr>
          <p:spPr>
            <a:xfrm>
              <a:off x="5403898" y="193121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97" name="ph1297"/>
            <p:cNvSpPr/>
            <p:nvPr/>
          </p:nvSpPr>
          <p:spPr>
            <a:xfrm>
              <a:off x="5416412" y="193121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98" name="ph1298"/>
            <p:cNvSpPr/>
            <p:nvPr/>
          </p:nvSpPr>
          <p:spPr>
            <a:xfrm>
              <a:off x="5428924" y="193121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99" name="ph1299"/>
            <p:cNvSpPr/>
            <p:nvPr/>
          </p:nvSpPr>
          <p:spPr>
            <a:xfrm>
              <a:off x="5441437" y="193121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00" name="ph1300"/>
            <p:cNvSpPr/>
            <p:nvPr/>
          </p:nvSpPr>
          <p:spPr>
            <a:xfrm>
              <a:off x="5453948" y="193121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01" name="ph1301"/>
            <p:cNvSpPr/>
            <p:nvPr/>
          </p:nvSpPr>
          <p:spPr>
            <a:xfrm>
              <a:off x="5466461" y="193121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02" name="ph1302"/>
            <p:cNvSpPr/>
            <p:nvPr/>
          </p:nvSpPr>
          <p:spPr>
            <a:xfrm>
              <a:off x="5153653" y="19465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03" name="ph1303"/>
            <p:cNvSpPr/>
            <p:nvPr/>
          </p:nvSpPr>
          <p:spPr>
            <a:xfrm>
              <a:off x="5166164" y="19465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04" name="ph1304"/>
            <p:cNvSpPr/>
            <p:nvPr/>
          </p:nvSpPr>
          <p:spPr>
            <a:xfrm>
              <a:off x="5178676" y="19465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89D9BC">
                <a:alpha val="100000"/>
              </a:srgbClr>
            </a:solidFill>
            <a:ln w="5420" cap="flat">
              <a:solidFill>
                <a:srgbClr val="89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05" name="ph1305"/>
            <p:cNvSpPr/>
            <p:nvPr/>
          </p:nvSpPr>
          <p:spPr>
            <a:xfrm>
              <a:off x="5191189" y="19465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06" name="ph1306"/>
            <p:cNvSpPr/>
            <p:nvPr/>
          </p:nvSpPr>
          <p:spPr>
            <a:xfrm>
              <a:off x="5203702" y="19465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07" name="ph1307"/>
            <p:cNvSpPr/>
            <p:nvPr/>
          </p:nvSpPr>
          <p:spPr>
            <a:xfrm>
              <a:off x="5216213" y="19465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08" name="ph1308"/>
            <p:cNvSpPr/>
            <p:nvPr/>
          </p:nvSpPr>
          <p:spPr>
            <a:xfrm>
              <a:off x="5228725" y="19465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09" name="ph1309"/>
            <p:cNvSpPr/>
            <p:nvPr/>
          </p:nvSpPr>
          <p:spPr>
            <a:xfrm>
              <a:off x="5241238" y="19465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10" name="ph1310"/>
            <p:cNvSpPr/>
            <p:nvPr/>
          </p:nvSpPr>
          <p:spPr>
            <a:xfrm>
              <a:off x="5253751" y="19465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11" name="ph1311"/>
            <p:cNvSpPr/>
            <p:nvPr/>
          </p:nvSpPr>
          <p:spPr>
            <a:xfrm>
              <a:off x="5266262" y="19465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12" name="ph1312"/>
            <p:cNvSpPr/>
            <p:nvPr/>
          </p:nvSpPr>
          <p:spPr>
            <a:xfrm>
              <a:off x="5278777" y="19465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13" name="ph1313"/>
            <p:cNvSpPr/>
            <p:nvPr/>
          </p:nvSpPr>
          <p:spPr>
            <a:xfrm>
              <a:off x="5291288" y="19465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14" name="ph1314"/>
            <p:cNvSpPr/>
            <p:nvPr/>
          </p:nvSpPr>
          <p:spPr>
            <a:xfrm>
              <a:off x="5341337" y="19465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15" name="ph1315"/>
            <p:cNvSpPr/>
            <p:nvPr/>
          </p:nvSpPr>
          <p:spPr>
            <a:xfrm>
              <a:off x="5353849" y="19465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16" name="ph1316"/>
            <p:cNvSpPr/>
            <p:nvPr/>
          </p:nvSpPr>
          <p:spPr>
            <a:xfrm>
              <a:off x="5366362" y="19465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17" name="ph1317"/>
            <p:cNvSpPr/>
            <p:nvPr/>
          </p:nvSpPr>
          <p:spPr>
            <a:xfrm>
              <a:off x="5378875" y="19465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18" name="ph1318"/>
            <p:cNvSpPr/>
            <p:nvPr/>
          </p:nvSpPr>
          <p:spPr>
            <a:xfrm>
              <a:off x="5391386" y="19465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19" name="ph1319"/>
            <p:cNvSpPr/>
            <p:nvPr/>
          </p:nvSpPr>
          <p:spPr>
            <a:xfrm>
              <a:off x="5403898" y="19465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20" name="ph1320"/>
            <p:cNvSpPr/>
            <p:nvPr/>
          </p:nvSpPr>
          <p:spPr>
            <a:xfrm>
              <a:off x="5416412" y="19465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21" name="ph1321"/>
            <p:cNvSpPr/>
            <p:nvPr/>
          </p:nvSpPr>
          <p:spPr>
            <a:xfrm>
              <a:off x="5428924" y="19465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22" name="ph1322"/>
            <p:cNvSpPr/>
            <p:nvPr/>
          </p:nvSpPr>
          <p:spPr>
            <a:xfrm>
              <a:off x="5441437" y="19465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23" name="ph1323"/>
            <p:cNvSpPr/>
            <p:nvPr/>
          </p:nvSpPr>
          <p:spPr>
            <a:xfrm>
              <a:off x="5453948" y="19465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24" name="ph1324"/>
            <p:cNvSpPr/>
            <p:nvPr/>
          </p:nvSpPr>
          <p:spPr>
            <a:xfrm>
              <a:off x="5141140" y="19619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8CDABD">
                <a:alpha val="100000"/>
              </a:srgbClr>
            </a:solidFill>
            <a:ln w="5420" cap="flat">
              <a:solidFill>
                <a:srgbClr val="8C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25" name="ph1325"/>
            <p:cNvSpPr/>
            <p:nvPr/>
          </p:nvSpPr>
          <p:spPr>
            <a:xfrm>
              <a:off x="5153653" y="19619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8CDBBE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26" name="ph1326"/>
            <p:cNvSpPr/>
            <p:nvPr/>
          </p:nvSpPr>
          <p:spPr>
            <a:xfrm>
              <a:off x="5166164" y="19619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27" name="ph1327"/>
            <p:cNvSpPr/>
            <p:nvPr/>
          </p:nvSpPr>
          <p:spPr>
            <a:xfrm>
              <a:off x="5178676" y="19619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28" name="ph1328"/>
            <p:cNvSpPr/>
            <p:nvPr/>
          </p:nvSpPr>
          <p:spPr>
            <a:xfrm>
              <a:off x="5191189" y="19619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29" name="ph1329"/>
            <p:cNvSpPr/>
            <p:nvPr/>
          </p:nvSpPr>
          <p:spPr>
            <a:xfrm>
              <a:off x="5203702" y="19619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8CDBBE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30" name="ph1330"/>
            <p:cNvSpPr/>
            <p:nvPr/>
          </p:nvSpPr>
          <p:spPr>
            <a:xfrm>
              <a:off x="5216213" y="19619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8CDABD">
                <a:alpha val="100000"/>
              </a:srgbClr>
            </a:solidFill>
            <a:ln w="5420" cap="flat">
              <a:solidFill>
                <a:srgbClr val="8C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31" name="ph1331"/>
            <p:cNvSpPr/>
            <p:nvPr/>
          </p:nvSpPr>
          <p:spPr>
            <a:xfrm>
              <a:off x="5228725" y="19619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32" name="ph1332"/>
            <p:cNvSpPr/>
            <p:nvPr/>
          </p:nvSpPr>
          <p:spPr>
            <a:xfrm>
              <a:off x="5241238" y="19619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33" name="ph1333"/>
            <p:cNvSpPr/>
            <p:nvPr/>
          </p:nvSpPr>
          <p:spPr>
            <a:xfrm>
              <a:off x="5253751" y="19619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34" name="ph1334"/>
            <p:cNvSpPr/>
            <p:nvPr/>
          </p:nvSpPr>
          <p:spPr>
            <a:xfrm>
              <a:off x="5266262" y="19619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35" name="ph1335"/>
            <p:cNvSpPr/>
            <p:nvPr/>
          </p:nvSpPr>
          <p:spPr>
            <a:xfrm>
              <a:off x="5278777" y="19619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36" name="ph1336"/>
            <p:cNvSpPr/>
            <p:nvPr/>
          </p:nvSpPr>
          <p:spPr>
            <a:xfrm>
              <a:off x="5291288" y="19619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37" name="ph1337"/>
            <p:cNvSpPr/>
            <p:nvPr/>
          </p:nvSpPr>
          <p:spPr>
            <a:xfrm>
              <a:off x="5341337" y="19619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38" name="ph1338"/>
            <p:cNvSpPr/>
            <p:nvPr/>
          </p:nvSpPr>
          <p:spPr>
            <a:xfrm>
              <a:off x="5353849" y="19619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39" name="ph1339"/>
            <p:cNvSpPr/>
            <p:nvPr/>
          </p:nvSpPr>
          <p:spPr>
            <a:xfrm>
              <a:off x="5366362" y="19619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40" name="ph1340"/>
            <p:cNvSpPr/>
            <p:nvPr/>
          </p:nvSpPr>
          <p:spPr>
            <a:xfrm>
              <a:off x="5378875" y="19619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41" name="ph1341"/>
            <p:cNvSpPr/>
            <p:nvPr/>
          </p:nvSpPr>
          <p:spPr>
            <a:xfrm>
              <a:off x="5391386" y="19619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42" name="ph1342"/>
            <p:cNvSpPr/>
            <p:nvPr/>
          </p:nvSpPr>
          <p:spPr>
            <a:xfrm>
              <a:off x="5403898" y="19619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43" name="ph1343"/>
            <p:cNvSpPr/>
            <p:nvPr/>
          </p:nvSpPr>
          <p:spPr>
            <a:xfrm>
              <a:off x="5416412" y="19619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44" name="ph1344"/>
            <p:cNvSpPr/>
            <p:nvPr/>
          </p:nvSpPr>
          <p:spPr>
            <a:xfrm>
              <a:off x="5428924" y="19619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45" name="ph1345"/>
            <p:cNvSpPr/>
            <p:nvPr/>
          </p:nvSpPr>
          <p:spPr>
            <a:xfrm>
              <a:off x="5441437" y="19619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46" name="ph1346"/>
            <p:cNvSpPr/>
            <p:nvPr/>
          </p:nvSpPr>
          <p:spPr>
            <a:xfrm>
              <a:off x="5128627" y="197734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47" name="ph1347"/>
            <p:cNvSpPr/>
            <p:nvPr/>
          </p:nvSpPr>
          <p:spPr>
            <a:xfrm>
              <a:off x="5141140" y="197734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48" name="ph1348"/>
            <p:cNvSpPr/>
            <p:nvPr/>
          </p:nvSpPr>
          <p:spPr>
            <a:xfrm>
              <a:off x="5153653" y="197734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49" name="ph1349"/>
            <p:cNvSpPr/>
            <p:nvPr/>
          </p:nvSpPr>
          <p:spPr>
            <a:xfrm>
              <a:off x="5166164" y="197734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50" name="ph1350"/>
            <p:cNvSpPr/>
            <p:nvPr/>
          </p:nvSpPr>
          <p:spPr>
            <a:xfrm>
              <a:off x="5178676" y="197734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51" name="ph1351"/>
            <p:cNvSpPr/>
            <p:nvPr/>
          </p:nvSpPr>
          <p:spPr>
            <a:xfrm>
              <a:off x="5191189" y="197734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52" name="ph1352"/>
            <p:cNvSpPr/>
            <p:nvPr/>
          </p:nvSpPr>
          <p:spPr>
            <a:xfrm>
              <a:off x="5203702" y="197734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53" name="ph1353"/>
            <p:cNvSpPr/>
            <p:nvPr/>
          </p:nvSpPr>
          <p:spPr>
            <a:xfrm>
              <a:off x="5216213" y="197734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54" name="ph1354"/>
            <p:cNvSpPr/>
            <p:nvPr/>
          </p:nvSpPr>
          <p:spPr>
            <a:xfrm>
              <a:off x="5228725" y="197734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55" name="ph1355"/>
            <p:cNvSpPr/>
            <p:nvPr/>
          </p:nvSpPr>
          <p:spPr>
            <a:xfrm>
              <a:off x="5241238" y="197734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56" name="ph1356"/>
            <p:cNvSpPr/>
            <p:nvPr/>
          </p:nvSpPr>
          <p:spPr>
            <a:xfrm>
              <a:off x="5253751" y="197734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57" name="ph1357"/>
            <p:cNvSpPr/>
            <p:nvPr/>
          </p:nvSpPr>
          <p:spPr>
            <a:xfrm>
              <a:off x="5266262" y="197734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58" name="ph1358"/>
            <p:cNvSpPr/>
            <p:nvPr/>
          </p:nvSpPr>
          <p:spPr>
            <a:xfrm>
              <a:off x="5278777" y="197734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59" name="ph1359"/>
            <p:cNvSpPr/>
            <p:nvPr/>
          </p:nvSpPr>
          <p:spPr>
            <a:xfrm>
              <a:off x="5291288" y="197734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60" name="ph1360"/>
            <p:cNvSpPr/>
            <p:nvPr/>
          </p:nvSpPr>
          <p:spPr>
            <a:xfrm>
              <a:off x="5303800" y="197734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61" name="ph1361"/>
            <p:cNvSpPr/>
            <p:nvPr/>
          </p:nvSpPr>
          <p:spPr>
            <a:xfrm>
              <a:off x="5353849" y="197734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62" name="ph1362"/>
            <p:cNvSpPr/>
            <p:nvPr/>
          </p:nvSpPr>
          <p:spPr>
            <a:xfrm>
              <a:off x="5366362" y="197734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63" name="ph1363"/>
            <p:cNvSpPr/>
            <p:nvPr/>
          </p:nvSpPr>
          <p:spPr>
            <a:xfrm>
              <a:off x="5378875" y="197734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64" name="ph1364"/>
            <p:cNvSpPr/>
            <p:nvPr/>
          </p:nvSpPr>
          <p:spPr>
            <a:xfrm>
              <a:off x="5391386" y="197734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65" name="ph1365"/>
            <p:cNvSpPr/>
            <p:nvPr/>
          </p:nvSpPr>
          <p:spPr>
            <a:xfrm>
              <a:off x="5403898" y="197734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66" name="ph1366"/>
            <p:cNvSpPr/>
            <p:nvPr/>
          </p:nvSpPr>
          <p:spPr>
            <a:xfrm>
              <a:off x="5416412" y="197734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67" name="ph1367"/>
            <p:cNvSpPr/>
            <p:nvPr/>
          </p:nvSpPr>
          <p:spPr>
            <a:xfrm>
              <a:off x="5428924" y="197734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68" name="ph1368"/>
            <p:cNvSpPr/>
            <p:nvPr/>
          </p:nvSpPr>
          <p:spPr>
            <a:xfrm>
              <a:off x="5128627" y="19927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69" name="ph1369"/>
            <p:cNvSpPr/>
            <p:nvPr/>
          </p:nvSpPr>
          <p:spPr>
            <a:xfrm>
              <a:off x="5141140" y="19927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70" name="ph1370"/>
            <p:cNvSpPr/>
            <p:nvPr/>
          </p:nvSpPr>
          <p:spPr>
            <a:xfrm>
              <a:off x="5153653" y="19927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3DDC0">
                <a:alpha val="100000"/>
              </a:srgbClr>
            </a:solidFill>
            <a:ln w="5420" cap="flat">
              <a:solidFill>
                <a:srgbClr val="93DD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71" name="ph1371"/>
            <p:cNvSpPr/>
            <p:nvPr/>
          </p:nvSpPr>
          <p:spPr>
            <a:xfrm>
              <a:off x="5166164" y="19927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93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72" name="ph1372"/>
            <p:cNvSpPr/>
            <p:nvPr/>
          </p:nvSpPr>
          <p:spPr>
            <a:xfrm>
              <a:off x="5178676" y="19927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73" name="ph1373"/>
            <p:cNvSpPr/>
            <p:nvPr/>
          </p:nvSpPr>
          <p:spPr>
            <a:xfrm>
              <a:off x="5191189" y="19927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74" name="ph1374"/>
            <p:cNvSpPr/>
            <p:nvPr/>
          </p:nvSpPr>
          <p:spPr>
            <a:xfrm>
              <a:off x="5203702" y="19927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5DDC1">
                <a:alpha val="100000"/>
              </a:srgbClr>
            </a:solidFill>
            <a:ln w="5420" cap="flat">
              <a:solidFill>
                <a:srgbClr val="95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75" name="ph1375"/>
            <p:cNvSpPr/>
            <p:nvPr/>
          </p:nvSpPr>
          <p:spPr>
            <a:xfrm>
              <a:off x="5216213" y="19927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5DDC1">
                <a:alpha val="100000"/>
              </a:srgbClr>
            </a:solidFill>
            <a:ln w="5420" cap="flat">
              <a:solidFill>
                <a:srgbClr val="95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76" name="ph1376"/>
            <p:cNvSpPr/>
            <p:nvPr/>
          </p:nvSpPr>
          <p:spPr>
            <a:xfrm>
              <a:off x="5228725" y="19927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77" name="ph1377"/>
            <p:cNvSpPr/>
            <p:nvPr/>
          </p:nvSpPr>
          <p:spPr>
            <a:xfrm>
              <a:off x="5241238" y="19927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78" name="ph1378"/>
            <p:cNvSpPr/>
            <p:nvPr/>
          </p:nvSpPr>
          <p:spPr>
            <a:xfrm>
              <a:off x="5253751" y="19927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79" name="ph1379"/>
            <p:cNvSpPr/>
            <p:nvPr/>
          </p:nvSpPr>
          <p:spPr>
            <a:xfrm>
              <a:off x="5266262" y="19927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80" name="ph1380"/>
            <p:cNvSpPr/>
            <p:nvPr/>
          </p:nvSpPr>
          <p:spPr>
            <a:xfrm>
              <a:off x="5278777" y="19927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81" name="ph1381"/>
            <p:cNvSpPr/>
            <p:nvPr/>
          </p:nvSpPr>
          <p:spPr>
            <a:xfrm>
              <a:off x="5291288" y="19927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82" name="ph1382"/>
            <p:cNvSpPr/>
            <p:nvPr/>
          </p:nvSpPr>
          <p:spPr>
            <a:xfrm>
              <a:off x="5303800" y="19927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83" name="ph1383"/>
            <p:cNvSpPr/>
            <p:nvPr/>
          </p:nvSpPr>
          <p:spPr>
            <a:xfrm>
              <a:off x="5353849" y="19927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84" name="ph1384"/>
            <p:cNvSpPr/>
            <p:nvPr/>
          </p:nvSpPr>
          <p:spPr>
            <a:xfrm>
              <a:off x="5366362" y="19927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85" name="ph1385"/>
            <p:cNvSpPr/>
            <p:nvPr/>
          </p:nvSpPr>
          <p:spPr>
            <a:xfrm>
              <a:off x="5378875" y="19927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86" name="ph1386"/>
            <p:cNvSpPr/>
            <p:nvPr/>
          </p:nvSpPr>
          <p:spPr>
            <a:xfrm>
              <a:off x="5391386" y="19927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87" name="ph1387"/>
            <p:cNvSpPr/>
            <p:nvPr/>
          </p:nvSpPr>
          <p:spPr>
            <a:xfrm>
              <a:off x="5403898" y="19927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88" name="ph1388"/>
            <p:cNvSpPr/>
            <p:nvPr/>
          </p:nvSpPr>
          <p:spPr>
            <a:xfrm>
              <a:off x="5416412" y="19927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89" name="ph1389"/>
            <p:cNvSpPr/>
            <p:nvPr/>
          </p:nvSpPr>
          <p:spPr>
            <a:xfrm>
              <a:off x="5116114" y="20080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90" name="ph1390"/>
            <p:cNvSpPr/>
            <p:nvPr/>
          </p:nvSpPr>
          <p:spPr>
            <a:xfrm>
              <a:off x="5128627" y="20080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93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91" name="ph1391"/>
            <p:cNvSpPr/>
            <p:nvPr/>
          </p:nvSpPr>
          <p:spPr>
            <a:xfrm>
              <a:off x="5141140" y="20080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92" name="ph1392"/>
            <p:cNvSpPr/>
            <p:nvPr/>
          </p:nvSpPr>
          <p:spPr>
            <a:xfrm>
              <a:off x="5153653" y="20080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5DDC1">
                <a:alpha val="100000"/>
              </a:srgbClr>
            </a:solidFill>
            <a:ln w="5420" cap="flat">
              <a:solidFill>
                <a:srgbClr val="95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93" name="ph1393"/>
            <p:cNvSpPr/>
            <p:nvPr/>
          </p:nvSpPr>
          <p:spPr>
            <a:xfrm>
              <a:off x="5166164" y="20080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95DD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94" name="ph1394"/>
            <p:cNvSpPr/>
            <p:nvPr/>
          </p:nvSpPr>
          <p:spPr>
            <a:xfrm>
              <a:off x="5178676" y="20080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95" name="ph1395"/>
            <p:cNvSpPr/>
            <p:nvPr/>
          </p:nvSpPr>
          <p:spPr>
            <a:xfrm>
              <a:off x="5191189" y="20080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96" name="ph1396"/>
            <p:cNvSpPr/>
            <p:nvPr/>
          </p:nvSpPr>
          <p:spPr>
            <a:xfrm>
              <a:off x="5203702" y="20080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7DEC3">
                <a:alpha val="100000"/>
              </a:srgbClr>
            </a:solidFill>
            <a:ln w="5420" cap="flat">
              <a:solidFill>
                <a:srgbClr val="97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97" name="ph1397"/>
            <p:cNvSpPr/>
            <p:nvPr/>
          </p:nvSpPr>
          <p:spPr>
            <a:xfrm>
              <a:off x="5216213" y="20080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98" name="ph1398"/>
            <p:cNvSpPr/>
            <p:nvPr/>
          </p:nvSpPr>
          <p:spPr>
            <a:xfrm>
              <a:off x="5228725" y="20080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99" name="ph1399"/>
            <p:cNvSpPr/>
            <p:nvPr/>
          </p:nvSpPr>
          <p:spPr>
            <a:xfrm>
              <a:off x="5241238" y="20080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00" name="ph1400"/>
            <p:cNvSpPr/>
            <p:nvPr/>
          </p:nvSpPr>
          <p:spPr>
            <a:xfrm>
              <a:off x="5253751" y="20080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01" name="ph1401"/>
            <p:cNvSpPr/>
            <p:nvPr/>
          </p:nvSpPr>
          <p:spPr>
            <a:xfrm>
              <a:off x="5266262" y="20080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02" name="ph1402"/>
            <p:cNvSpPr/>
            <p:nvPr/>
          </p:nvSpPr>
          <p:spPr>
            <a:xfrm>
              <a:off x="5278777" y="20080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1DCBF">
                <a:alpha val="100000"/>
              </a:srgbClr>
            </a:solidFill>
            <a:ln w="5420" cap="flat">
              <a:solidFill>
                <a:srgbClr val="91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03" name="ph1403"/>
            <p:cNvSpPr/>
            <p:nvPr/>
          </p:nvSpPr>
          <p:spPr>
            <a:xfrm>
              <a:off x="5291288" y="20080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04" name="ph1404"/>
            <p:cNvSpPr/>
            <p:nvPr/>
          </p:nvSpPr>
          <p:spPr>
            <a:xfrm>
              <a:off x="5303800" y="20080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05" name="ph1405"/>
            <p:cNvSpPr/>
            <p:nvPr/>
          </p:nvSpPr>
          <p:spPr>
            <a:xfrm>
              <a:off x="5316313" y="20080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85D8BB">
                <a:alpha val="100000"/>
              </a:srgbClr>
            </a:solidFill>
            <a:ln w="5420" cap="flat">
              <a:solidFill>
                <a:srgbClr val="85D8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06" name="ph1406"/>
            <p:cNvSpPr/>
            <p:nvPr/>
          </p:nvSpPr>
          <p:spPr>
            <a:xfrm>
              <a:off x="5353849" y="20080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07" name="ph1407"/>
            <p:cNvSpPr/>
            <p:nvPr/>
          </p:nvSpPr>
          <p:spPr>
            <a:xfrm>
              <a:off x="5366362" y="20080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08" name="ph1408"/>
            <p:cNvSpPr/>
            <p:nvPr/>
          </p:nvSpPr>
          <p:spPr>
            <a:xfrm>
              <a:off x="5378875" y="20080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09" name="ph1409"/>
            <p:cNvSpPr/>
            <p:nvPr/>
          </p:nvSpPr>
          <p:spPr>
            <a:xfrm>
              <a:off x="5391386" y="20080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10" name="ph1410"/>
            <p:cNvSpPr/>
            <p:nvPr/>
          </p:nvSpPr>
          <p:spPr>
            <a:xfrm>
              <a:off x="5403898" y="20080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11" name="ph1411"/>
            <p:cNvSpPr/>
            <p:nvPr/>
          </p:nvSpPr>
          <p:spPr>
            <a:xfrm>
              <a:off x="5416412" y="20080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CD1B1">
                <a:alpha val="100000"/>
              </a:srgbClr>
            </a:solidFill>
            <a:ln w="5420" cap="flat">
              <a:solidFill>
                <a:srgbClr val="6C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12" name="ph1412"/>
            <p:cNvSpPr/>
            <p:nvPr/>
          </p:nvSpPr>
          <p:spPr>
            <a:xfrm>
              <a:off x="5116114" y="202347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5DDC1">
                <a:alpha val="100000"/>
              </a:srgbClr>
            </a:solidFill>
            <a:ln w="5420" cap="flat">
              <a:solidFill>
                <a:srgbClr val="95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13" name="ph1413"/>
            <p:cNvSpPr/>
            <p:nvPr/>
          </p:nvSpPr>
          <p:spPr>
            <a:xfrm>
              <a:off x="5128627" y="202347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14" name="ph1414"/>
            <p:cNvSpPr/>
            <p:nvPr/>
          </p:nvSpPr>
          <p:spPr>
            <a:xfrm>
              <a:off x="5141140" y="202347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15" name="ph1415"/>
            <p:cNvSpPr/>
            <p:nvPr/>
          </p:nvSpPr>
          <p:spPr>
            <a:xfrm>
              <a:off x="5153653" y="202347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16" name="ph1416"/>
            <p:cNvSpPr/>
            <p:nvPr/>
          </p:nvSpPr>
          <p:spPr>
            <a:xfrm>
              <a:off x="5166164" y="202347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95DD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17" name="ph1417"/>
            <p:cNvSpPr/>
            <p:nvPr/>
          </p:nvSpPr>
          <p:spPr>
            <a:xfrm>
              <a:off x="5178676" y="202347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5DDC1">
                <a:alpha val="100000"/>
              </a:srgbClr>
            </a:solidFill>
            <a:ln w="5420" cap="flat">
              <a:solidFill>
                <a:srgbClr val="95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18" name="ph1418"/>
            <p:cNvSpPr/>
            <p:nvPr/>
          </p:nvSpPr>
          <p:spPr>
            <a:xfrm>
              <a:off x="5191189" y="202347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19" name="ph1419"/>
            <p:cNvSpPr/>
            <p:nvPr/>
          </p:nvSpPr>
          <p:spPr>
            <a:xfrm>
              <a:off x="5203702" y="202347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20" name="ph1420"/>
            <p:cNvSpPr/>
            <p:nvPr/>
          </p:nvSpPr>
          <p:spPr>
            <a:xfrm>
              <a:off x="5216213" y="202347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21" name="ph1421"/>
            <p:cNvSpPr/>
            <p:nvPr/>
          </p:nvSpPr>
          <p:spPr>
            <a:xfrm>
              <a:off x="5228725" y="202347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22" name="ph1422"/>
            <p:cNvSpPr/>
            <p:nvPr/>
          </p:nvSpPr>
          <p:spPr>
            <a:xfrm>
              <a:off x="5241238" y="202347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23" name="ph1423"/>
            <p:cNvSpPr/>
            <p:nvPr/>
          </p:nvSpPr>
          <p:spPr>
            <a:xfrm>
              <a:off x="5253751" y="202347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24" name="ph1424"/>
            <p:cNvSpPr/>
            <p:nvPr/>
          </p:nvSpPr>
          <p:spPr>
            <a:xfrm>
              <a:off x="5266262" y="202347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A2E2C8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25" name="ph1425"/>
            <p:cNvSpPr/>
            <p:nvPr/>
          </p:nvSpPr>
          <p:spPr>
            <a:xfrm>
              <a:off x="5278777" y="202347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EE0C5">
                <a:alpha val="100000"/>
              </a:srgbClr>
            </a:solidFill>
            <a:ln w="5420" cap="flat">
              <a:solidFill>
                <a:srgbClr val="9E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26" name="ph1426"/>
            <p:cNvSpPr/>
            <p:nvPr/>
          </p:nvSpPr>
          <p:spPr>
            <a:xfrm>
              <a:off x="5291288" y="202347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27" name="ph1427"/>
            <p:cNvSpPr/>
            <p:nvPr/>
          </p:nvSpPr>
          <p:spPr>
            <a:xfrm>
              <a:off x="5303800" y="202347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3DDC0">
                <a:alpha val="100000"/>
              </a:srgbClr>
            </a:solidFill>
            <a:ln w="5420" cap="flat">
              <a:solidFill>
                <a:srgbClr val="93DD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28" name="ph1428"/>
            <p:cNvSpPr/>
            <p:nvPr/>
          </p:nvSpPr>
          <p:spPr>
            <a:xfrm>
              <a:off x="5316313" y="202347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29" name="ph1429"/>
            <p:cNvSpPr/>
            <p:nvPr/>
          </p:nvSpPr>
          <p:spPr>
            <a:xfrm>
              <a:off x="5328826" y="202347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30" name="ph1430"/>
            <p:cNvSpPr/>
            <p:nvPr/>
          </p:nvSpPr>
          <p:spPr>
            <a:xfrm>
              <a:off x="5366362" y="202347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31" name="ph1431"/>
            <p:cNvSpPr/>
            <p:nvPr/>
          </p:nvSpPr>
          <p:spPr>
            <a:xfrm>
              <a:off x="5378875" y="202347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32" name="ph1432"/>
            <p:cNvSpPr/>
            <p:nvPr/>
          </p:nvSpPr>
          <p:spPr>
            <a:xfrm>
              <a:off x="5391386" y="202347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33" name="ph1433"/>
            <p:cNvSpPr/>
            <p:nvPr/>
          </p:nvSpPr>
          <p:spPr>
            <a:xfrm>
              <a:off x="5403898" y="202347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2D3B2">
                <a:alpha val="100000"/>
              </a:srgbClr>
            </a:solidFill>
            <a:ln w="5420" cap="flat">
              <a:solidFill>
                <a:srgbClr val="72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34" name="ph1434"/>
            <p:cNvSpPr/>
            <p:nvPr/>
          </p:nvSpPr>
          <p:spPr>
            <a:xfrm>
              <a:off x="5416412" y="202347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35" name="ph1435"/>
            <p:cNvSpPr/>
            <p:nvPr/>
          </p:nvSpPr>
          <p:spPr>
            <a:xfrm>
              <a:off x="5116114" y="20388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36" name="ph1436"/>
            <p:cNvSpPr/>
            <p:nvPr/>
          </p:nvSpPr>
          <p:spPr>
            <a:xfrm>
              <a:off x="5128627" y="20388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37" name="ph1437"/>
            <p:cNvSpPr/>
            <p:nvPr/>
          </p:nvSpPr>
          <p:spPr>
            <a:xfrm>
              <a:off x="5141140" y="20388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38" name="ph1438"/>
            <p:cNvSpPr/>
            <p:nvPr/>
          </p:nvSpPr>
          <p:spPr>
            <a:xfrm>
              <a:off x="5153653" y="20388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39" name="ph1439"/>
            <p:cNvSpPr/>
            <p:nvPr/>
          </p:nvSpPr>
          <p:spPr>
            <a:xfrm>
              <a:off x="5166164" y="20388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95DD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40" name="ph1440"/>
            <p:cNvSpPr/>
            <p:nvPr/>
          </p:nvSpPr>
          <p:spPr>
            <a:xfrm>
              <a:off x="5178676" y="20388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5DDC1">
                <a:alpha val="100000"/>
              </a:srgbClr>
            </a:solidFill>
            <a:ln w="5420" cap="flat">
              <a:solidFill>
                <a:srgbClr val="95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41" name="ph1441"/>
            <p:cNvSpPr/>
            <p:nvPr/>
          </p:nvSpPr>
          <p:spPr>
            <a:xfrm>
              <a:off x="5191189" y="20388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42" name="ph1442"/>
            <p:cNvSpPr/>
            <p:nvPr/>
          </p:nvSpPr>
          <p:spPr>
            <a:xfrm>
              <a:off x="5203702" y="20388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43" name="ph1443"/>
            <p:cNvSpPr/>
            <p:nvPr/>
          </p:nvSpPr>
          <p:spPr>
            <a:xfrm>
              <a:off x="5216213" y="20388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44" name="ph1444"/>
            <p:cNvSpPr/>
            <p:nvPr/>
          </p:nvSpPr>
          <p:spPr>
            <a:xfrm>
              <a:off x="5228725" y="20388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45" name="ph1445"/>
            <p:cNvSpPr/>
            <p:nvPr/>
          </p:nvSpPr>
          <p:spPr>
            <a:xfrm>
              <a:off x="5241238" y="20388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46" name="ph1446"/>
            <p:cNvSpPr/>
            <p:nvPr/>
          </p:nvSpPr>
          <p:spPr>
            <a:xfrm>
              <a:off x="5253751" y="20388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47" name="ph1447"/>
            <p:cNvSpPr/>
            <p:nvPr/>
          </p:nvSpPr>
          <p:spPr>
            <a:xfrm>
              <a:off x="5266262" y="20388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48" name="ph1448"/>
            <p:cNvSpPr/>
            <p:nvPr/>
          </p:nvSpPr>
          <p:spPr>
            <a:xfrm>
              <a:off x="5278777" y="20388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A4E2C9">
                <a:alpha val="100000"/>
              </a:srgbClr>
            </a:solidFill>
            <a:ln w="5420" cap="flat">
              <a:solidFill>
                <a:srgbClr val="A4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49" name="ph1449"/>
            <p:cNvSpPr/>
            <p:nvPr/>
          </p:nvSpPr>
          <p:spPr>
            <a:xfrm>
              <a:off x="5291288" y="20388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50" name="ph1450"/>
            <p:cNvSpPr/>
            <p:nvPr/>
          </p:nvSpPr>
          <p:spPr>
            <a:xfrm>
              <a:off x="5303800" y="20388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51" name="ph1451"/>
            <p:cNvSpPr/>
            <p:nvPr/>
          </p:nvSpPr>
          <p:spPr>
            <a:xfrm>
              <a:off x="5316313" y="20388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52" name="ph1452"/>
            <p:cNvSpPr/>
            <p:nvPr/>
          </p:nvSpPr>
          <p:spPr>
            <a:xfrm>
              <a:off x="5328826" y="20388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53" name="ph1453"/>
            <p:cNvSpPr/>
            <p:nvPr/>
          </p:nvSpPr>
          <p:spPr>
            <a:xfrm>
              <a:off x="5353849" y="20388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54" name="ph1454"/>
            <p:cNvSpPr/>
            <p:nvPr/>
          </p:nvSpPr>
          <p:spPr>
            <a:xfrm>
              <a:off x="5366362" y="20388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55" name="ph1455"/>
            <p:cNvSpPr/>
            <p:nvPr/>
          </p:nvSpPr>
          <p:spPr>
            <a:xfrm>
              <a:off x="5378875" y="20388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56" name="ph1456"/>
            <p:cNvSpPr/>
            <p:nvPr/>
          </p:nvSpPr>
          <p:spPr>
            <a:xfrm>
              <a:off x="5391386" y="20388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57" name="ph1457"/>
            <p:cNvSpPr/>
            <p:nvPr/>
          </p:nvSpPr>
          <p:spPr>
            <a:xfrm>
              <a:off x="5403898" y="20388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58" name="ph1458"/>
            <p:cNvSpPr/>
            <p:nvPr/>
          </p:nvSpPr>
          <p:spPr>
            <a:xfrm>
              <a:off x="5416412" y="20388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59" name="ph1459"/>
            <p:cNvSpPr/>
            <p:nvPr/>
          </p:nvSpPr>
          <p:spPr>
            <a:xfrm>
              <a:off x="5128627" y="205422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60" name="ph1460"/>
            <p:cNvSpPr/>
            <p:nvPr/>
          </p:nvSpPr>
          <p:spPr>
            <a:xfrm>
              <a:off x="5141140" y="205422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61" name="ph1461"/>
            <p:cNvSpPr/>
            <p:nvPr/>
          </p:nvSpPr>
          <p:spPr>
            <a:xfrm>
              <a:off x="5153653" y="205422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62" name="ph1462"/>
            <p:cNvSpPr/>
            <p:nvPr/>
          </p:nvSpPr>
          <p:spPr>
            <a:xfrm>
              <a:off x="5166164" y="205422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9DEC3">
                <a:alpha val="100000"/>
              </a:srgbClr>
            </a:solidFill>
            <a:ln w="5420" cap="flat">
              <a:solidFill>
                <a:srgbClr val="99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63" name="ph1463"/>
            <p:cNvSpPr/>
            <p:nvPr/>
          </p:nvSpPr>
          <p:spPr>
            <a:xfrm>
              <a:off x="5178676" y="205422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64" name="ph1464"/>
            <p:cNvSpPr/>
            <p:nvPr/>
          </p:nvSpPr>
          <p:spPr>
            <a:xfrm>
              <a:off x="5191189" y="205422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65" name="ph1465"/>
            <p:cNvSpPr/>
            <p:nvPr/>
          </p:nvSpPr>
          <p:spPr>
            <a:xfrm>
              <a:off x="5203702" y="205422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66" name="ph1466"/>
            <p:cNvSpPr/>
            <p:nvPr/>
          </p:nvSpPr>
          <p:spPr>
            <a:xfrm>
              <a:off x="5216213" y="205422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B1E6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67" name="ph1467"/>
            <p:cNvSpPr/>
            <p:nvPr/>
          </p:nvSpPr>
          <p:spPr>
            <a:xfrm>
              <a:off x="5228725" y="205422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68" name="ph1468"/>
            <p:cNvSpPr/>
            <p:nvPr/>
          </p:nvSpPr>
          <p:spPr>
            <a:xfrm>
              <a:off x="5241238" y="205422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C0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69" name="ph1469"/>
            <p:cNvSpPr/>
            <p:nvPr/>
          </p:nvSpPr>
          <p:spPr>
            <a:xfrm>
              <a:off x="5253751" y="205422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BBEAD4">
                <a:alpha val="100000"/>
              </a:srgbClr>
            </a:solidFill>
            <a:ln w="5420" cap="flat">
              <a:solidFill>
                <a:srgbClr val="BB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70" name="ph1470"/>
            <p:cNvSpPr/>
            <p:nvPr/>
          </p:nvSpPr>
          <p:spPr>
            <a:xfrm>
              <a:off x="5266262" y="205422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71" name="ph1471"/>
            <p:cNvSpPr/>
            <p:nvPr/>
          </p:nvSpPr>
          <p:spPr>
            <a:xfrm>
              <a:off x="5278777" y="205422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72" name="ph1472"/>
            <p:cNvSpPr/>
            <p:nvPr/>
          </p:nvSpPr>
          <p:spPr>
            <a:xfrm>
              <a:off x="5291288" y="205422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73" name="ph1473"/>
            <p:cNvSpPr/>
            <p:nvPr/>
          </p:nvSpPr>
          <p:spPr>
            <a:xfrm>
              <a:off x="5303800" y="205422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9DEC3">
                <a:alpha val="100000"/>
              </a:srgbClr>
            </a:solidFill>
            <a:ln w="5420" cap="flat">
              <a:solidFill>
                <a:srgbClr val="99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74" name="ph1474"/>
            <p:cNvSpPr/>
            <p:nvPr/>
          </p:nvSpPr>
          <p:spPr>
            <a:xfrm>
              <a:off x="5316313" y="205422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75" name="ph1475"/>
            <p:cNvSpPr/>
            <p:nvPr/>
          </p:nvSpPr>
          <p:spPr>
            <a:xfrm>
              <a:off x="5328826" y="205422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76" name="ph1476"/>
            <p:cNvSpPr/>
            <p:nvPr/>
          </p:nvSpPr>
          <p:spPr>
            <a:xfrm>
              <a:off x="5341337" y="205422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85D9BB">
                <a:alpha val="100000"/>
              </a:srgbClr>
            </a:solidFill>
            <a:ln w="5420" cap="flat">
              <a:solidFill>
                <a:srgbClr val="85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77" name="ph1477"/>
            <p:cNvSpPr/>
            <p:nvPr/>
          </p:nvSpPr>
          <p:spPr>
            <a:xfrm>
              <a:off x="5353849" y="205422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78" name="ph1478"/>
            <p:cNvSpPr/>
            <p:nvPr/>
          </p:nvSpPr>
          <p:spPr>
            <a:xfrm>
              <a:off x="5366362" y="205422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79" name="ph1479"/>
            <p:cNvSpPr/>
            <p:nvPr/>
          </p:nvSpPr>
          <p:spPr>
            <a:xfrm>
              <a:off x="5378875" y="205422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80" name="ph1480"/>
            <p:cNvSpPr/>
            <p:nvPr/>
          </p:nvSpPr>
          <p:spPr>
            <a:xfrm>
              <a:off x="5391386" y="205422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81" name="ph1481"/>
            <p:cNvSpPr/>
            <p:nvPr/>
          </p:nvSpPr>
          <p:spPr>
            <a:xfrm>
              <a:off x="5403898" y="205422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4D3B4">
                <a:alpha val="100000"/>
              </a:srgbClr>
            </a:solidFill>
            <a:ln w="5420" cap="flat">
              <a:solidFill>
                <a:srgbClr val="74D3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82" name="ph1482"/>
            <p:cNvSpPr/>
            <p:nvPr/>
          </p:nvSpPr>
          <p:spPr>
            <a:xfrm>
              <a:off x="5416412" y="205422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83" name="ph1483"/>
            <p:cNvSpPr/>
            <p:nvPr/>
          </p:nvSpPr>
          <p:spPr>
            <a:xfrm>
              <a:off x="5141140" y="20696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84" name="ph1484"/>
            <p:cNvSpPr/>
            <p:nvPr/>
          </p:nvSpPr>
          <p:spPr>
            <a:xfrm>
              <a:off x="5153653" y="20696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85" name="ph1485"/>
            <p:cNvSpPr/>
            <p:nvPr/>
          </p:nvSpPr>
          <p:spPr>
            <a:xfrm>
              <a:off x="5166164" y="20696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86" name="ph1486"/>
            <p:cNvSpPr/>
            <p:nvPr/>
          </p:nvSpPr>
          <p:spPr>
            <a:xfrm>
              <a:off x="5178676" y="20696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87" name="ph1487"/>
            <p:cNvSpPr/>
            <p:nvPr/>
          </p:nvSpPr>
          <p:spPr>
            <a:xfrm>
              <a:off x="5191189" y="20696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88" name="ph1488"/>
            <p:cNvSpPr/>
            <p:nvPr/>
          </p:nvSpPr>
          <p:spPr>
            <a:xfrm>
              <a:off x="5203702" y="20696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B3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89" name="ph1489"/>
            <p:cNvSpPr/>
            <p:nvPr/>
          </p:nvSpPr>
          <p:spPr>
            <a:xfrm>
              <a:off x="5216213" y="20696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C0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90" name="ph1490"/>
            <p:cNvSpPr/>
            <p:nvPr/>
          </p:nvSpPr>
          <p:spPr>
            <a:xfrm>
              <a:off x="5228725" y="20696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CCEFDC">
                <a:alpha val="100000"/>
              </a:srgbClr>
            </a:solidFill>
            <a:ln w="5420" cap="flat">
              <a:solidFill>
                <a:srgbClr val="CCEFD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91" name="ph1491"/>
            <p:cNvSpPr/>
            <p:nvPr/>
          </p:nvSpPr>
          <p:spPr>
            <a:xfrm>
              <a:off x="5241238" y="20696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CEF0DD">
                <a:alpha val="100000"/>
              </a:srgbClr>
            </a:solidFill>
            <a:ln w="5420" cap="flat">
              <a:solidFill>
                <a:srgbClr val="CEF0D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92" name="ph1492"/>
            <p:cNvSpPr/>
            <p:nvPr/>
          </p:nvSpPr>
          <p:spPr>
            <a:xfrm>
              <a:off x="5253751" y="20696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C6EDD9">
                <a:alpha val="100000"/>
              </a:srgbClr>
            </a:solidFill>
            <a:ln w="5420" cap="flat">
              <a:solidFill>
                <a:srgbClr val="C6ED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93" name="ph1493"/>
            <p:cNvSpPr/>
            <p:nvPr/>
          </p:nvSpPr>
          <p:spPr>
            <a:xfrm>
              <a:off x="5266262" y="20696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BBE9D3">
                <a:alpha val="100000"/>
              </a:srgbClr>
            </a:solidFill>
            <a:ln w="5420" cap="flat">
              <a:solidFill>
                <a:srgbClr val="BB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94" name="ph1494"/>
            <p:cNvSpPr/>
            <p:nvPr/>
          </p:nvSpPr>
          <p:spPr>
            <a:xfrm>
              <a:off x="5278777" y="20696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AFE5CD">
                <a:alpha val="100000"/>
              </a:srgbClr>
            </a:solidFill>
            <a:ln w="5420" cap="flat">
              <a:solidFill>
                <a:srgbClr val="AF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95" name="ph1495"/>
            <p:cNvSpPr/>
            <p:nvPr/>
          </p:nvSpPr>
          <p:spPr>
            <a:xfrm>
              <a:off x="5291288" y="20696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96" name="ph1496"/>
            <p:cNvSpPr/>
            <p:nvPr/>
          </p:nvSpPr>
          <p:spPr>
            <a:xfrm>
              <a:off x="5303800" y="20696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97" name="ph1497"/>
            <p:cNvSpPr/>
            <p:nvPr/>
          </p:nvSpPr>
          <p:spPr>
            <a:xfrm>
              <a:off x="5316313" y="20696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8FDCBF">
                <a:alpha val="100000"/>
              </a:srgbClr>
            </a:solidFill>
            <a:ln w="5420" cap="flat">
              <a:solidFill>
                <a:srgbClr val="8F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98" name="ph1498"/>
            <p:cNvSpPr/>
            <p:nvPr/>
          </p:nvSpPr>
          <p:spPr>
            <a:xfrm>
              <a:off x="5328826" y="20696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99" name="ph1499"/>
            <p:cNvSpPr/>
            <p:nvPr/>
          </p:nvSpPr>
          <p:spPr>
            <a:xfrm>
              <a:off x="5341337" y="20696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00" name="ph1500"/>
            <p:cNvSpPr/>
            <p:nvPr/>
          </p:nvSpPr>
          <p:spPr>
            <a:xfrm>
              <a:off x="5353849" y="20696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01" name="ph1501"/>
            <p:cNvSpPr/>
            <p:nvPr/>
          </p:nvSpPr>
          <p:spPr>
            <a:xfrm>
              <a:off x="5366362" y="20696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02" name="ph1502"/>
            <p:cNvSpPr/>
            <p:nvPr/>
          </p:nvSpPr>
          <p:spPr>
            <a:xfrm>
              <a:off x="5378875" y="20696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03" name="ph1503"/>
            <p:cNvSpPr/>
            <p:nvPr/>
          </p:nvSpPr>
          <p:spPr>
            <a:xfrm>
              <a:off x="5391386" y="20696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04" name="ph1504"/>
            <p:cNvSpPr/>
            <p:nvPr/>
          </p:nvSpPr>
          <p:spPr>
            <a:xfrm>
              <a:off x="5403898" y="20696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05" name="ph1505"/>
            <p:cNvSpPr/>
            <p:nvPr/>
          </p:nvSpPr>
          <p:spPr>
            <a:xfrm>
              <a:off x="5141140" y="20849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FE1C6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06" name="ph1506"/>
            <p:cNvSpPr/>
            <p:nvPr/>
          </p:nvSpPr>
          <p:spPr>
            <a:xfrm>
              <a:off x="5153653" y="20849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07" name="ph1507"/>
            <p:cNvSpPr/>
            <p:nvPr/>
          </p:nvSpPr>
          <p:spPr>
            <a:xfrm>
              <a:off x="5166164" y="20849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08" name="ph1508"/>
            <p:cNvSpPr/>
            <p:nvPr/>
          </p:nvSpPr>
          <p:spPr>
            <a:xfrm>
              <a:off x="5178676" y="20849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09" name="ph1509"/>
            <p:cNvSpPr/>
            <p:nvPr/>
          </p:nvSpPr>
          <p:spPr>
            <a:xfrm>
              <a:off x="5191189" y="20849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B1E6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10" name="ph1510"/>
            <p:cNvSpPr/>
            <p:nvPr/>
          </p:nvSpPr>
          <p:spPr>
            <a:xfrm>
              <a:off x="5203702" y="20849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11" name="ph1511"/>
            <p:cNvSpPr/>
            <p:nvPr/>
          </p:nvSpPr>
          <p:spPr>
            <a:xfrm>
              <a:off x="5216213" y="20849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C9EEDB">
                <a:alpha val="100000"/>
              </a:srgbClr>
            </a:solidFill>
            <a:ln w="5420" cap="flat">
              <a:solidFill>
                <a:srgbClr val="C9EE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12" name="ph1512"/>
            <p:cNvSpPr/>
            <p:nvPr/>
          </p:nvSpPr>
          <p:spPr>
            <a:xfrm>
              <a:off x="5228725" y="20849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D5F2E0">
                <a:alpha val="100000"/>
              </a:srgbClr>
            </a:solidFill>
            <a:ln w="5420" cap="flat">
              <a:solidFill>
                <a:srgbClr val="D5F2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13" name="ph1513"/>
            <p:cNvSpPr/>
            <p:nvPr/>
          </p:nvSpPr>
          <p:spPr>
            <a:xfrm>
              <a:off x="5241238" y="20849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D6F2E1">
                <a:alpha val="100000"/>
              </a:srgbClr>
            </a:solidFill>
            <a:ln w="5420" cap="flat">
              <a:solidFill>
                <a:srgbClr val="D6F2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14" name="ph1514"/>
            <p:cNvSpPr/>
            <p:nvPr/>
          </p:nvSpPr>
          <p:spPr>
            <a:xfrm>
              <a:off x="5253751" y="20849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CCEFDC">
                <a:alpha val="100000"/>
              </a:srgbClr>
            </a:solidFill>
            <a:ln w="5420" cap="flat">
              <a:solidFill>
                <a:srgbClr val="CCEFD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15" name="ph1515"/>
            <p:cNvSpPr/>
            <p:nvPr/>
          </p:nvSpPr>
          <p:spPr>
            <a:xfrm>
              <a:off x="5266262" y="20849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BEEAD5">
                <a:alpha val="100000"/>
              </a:srgbClr>
            </a:solidFill>
            <a:ln w="5420" cap="flat">
              <a:solidFill>
                <a:srgbClr val="BEEA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16" name="ph1516"/>
            <p:cNvSpPr/>
            <p:nvPr/>
          </p:nvSpPr>
          <p:spPr>
            <a:xfrm>
              <a:off x="5278777" y="20849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17" name="ph1517"/>
            <p:cNvSpPr/>
            <p:nvPr/>
          </p:nvSpPr>
          <p:spPr>
            <a:xfrm>
              <a:off x="5291288" y="20849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A0E1C6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18" name="ph1518"/>
            <p:cNvSpPr/>
            <p:nvPr/>
          </p:nvSpPr>
          <p:spPr>
            <a:xfrm>
              <a:off x="5303800" y="20849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93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19" name="ph1519"/>
            <p:cNvSpPr/>
            <p:nvPr/>
          </p:nvSpPr>
          <p:spPr>
            <a:xfrm>
              <a:off x="5316313" y="20849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20" name="ph1520"/>
            <p:cNvSpPr/>
            <p:nvPr/>
          </p:nvSpPr>
          <p:spPr>
            <a:xfrm>
              <a:off x="5328826" y="20849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21" name="ph1521"/>
            <p:cNvSpPr/>
            <p:nvPr/>
          </p:nvSpPr>
          <p:spPr>
            <a:xfrm>
              <a:off x="5341337" y="20849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22" name="ph1522"/>
            <p:cNvSpPr/>
            <p:nvPr/>
          </p:nvSpPr>
          <p:spPr>
            <a:xfrm>
              <a:off x="5353849" y="20849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23" name="ph1523"/>
            <p:cNvSpPr/>
            <p:nvPr/>
          </p:nvSpPr>
          <p:spPr>
            <a:xfrm>
              <a:off x="5366362" y="20849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24" name="ph1524"/>
            <p:cNvSpPr/>
            <p:nvPr/>
          </p:nvSpPr>
          <p:spPr>
            <a:xfrm>
              <a:off x="5378875" y="20849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25" name="ph1525"/>
            <p:cNvSpPr/>
            <p:nvPr/>
          </p:nvSpPr>
          <p:spPr>
            <a:xfrm>
              <a:off x="5391386" y="20849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26" name="ph1526"/>
            <p:cNvSpPr/>
            <p:nvPr/>
          </p:nvSpPr>
          <p:spPr>
            <a:xfrm>
              <a:off x="5166164" y="21003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27" name="ph1527"/>
            <p:cNvSpPr/>
            <p:nvPr/>
          </p:nvSpPr>
          <p:spPr>
            <a:xfrm>
              <a:off x="5178676" y="21003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28" name="ph1528"/>
            <p:cNvSpPr/>
            <p:nvPr/>
          </p:nvSpPr>
          <p:spPr>
            <a:xfrm>
              <a:off x="5191189" y="21003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B5E8D1">
                <a:alpha val="100000"/>
              </a:srgbClr>
            </a:solidFill>
            <a:ln w="5420" cap="flat">
              <a:solidFill>
                <a:srgbClr val="B5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29" name="ph1529"/>
            <p:cNvSpPr/>
            <p:nvPr/>
          </p:nvSpPr>
          <p:spPr>
            <a:xfrm>
              <a:off x="5203702" y="21003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BEEBD5">
                <a:alpha val="100000"/>
              </a:srgbClr>
            </a:solidFill>
            <a:ln w="5420" cap="flat">
              <a:solidFill>
                <a:srgbClr val="BE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30" name="ph1530"/>
            <p:cNvSpPr/>
            <p:nvPr/>
          </p:nvSpPr>
          <p:spPr>
            <a:xfrm>
              <a:off x="5216213" y="21003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C9EEDA">
                <a:alpha val="100000"/>
              </a:srgbClr>
            </a:solidFill>
            <a:ln w="5420" cap="flat">
              <a:solidFill>
                <a:srgbClr val="C9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31" name="ph1531"/>
            <p:cNvSpPr/>
            <p:nvPr/>
          </p:nvSpPr>
          <p:spPr>
            <a:xfrm>
              <a:off x="5228725" y="21003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D2F1DF">
                <a:alpha val="100000"/>
              </a:srgbClr>
            </a:solidFill>
            <a:ln w="5420" cap="flat">
              <a:solidFill>
                <a:srgbClr val="D2F1D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32" name="ph1532"/>
            <p:cNvSpPr/>
            <p:nvPr/>
          </p:nvSpPr>
          <p:spPr>
            <a:xfrm>
              <a:off x="5241238" y="21003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D2F1DF">
                <a:alpha val="100000"/>
              </a:srgbClr>
            </a:solidFill>
            <a:ln w="5420" cap="flat">
              <a:solidFill>
                <a:srgbClr val="D2F1D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33" name="ph1533"/>
            <p:cNvSpPr/>
            <p:nvPr/>
          </p:nvSpPr>
          <p:spPr>
            <a:xfrm>
              <a:off x="5253751" y="21003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C8EEDA">
                <a:alpha val="100000"/>
              </a:srgbClr>
            </a:solidFill>
            <a:ln w="5420" cap="flat">
              <a:solidFill>
                <a:srgbClr val="C8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34" name="ph1534"/>
            <p:cNvSpPr/>
            <p:nvPr/>
          </p:nvSpPr>
          <p:spPr>
            <a:xfrm>
              <a:off x="5266262" y="21003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B9E9D3">
                <a:alpha val="100000"/>
              </a:srgbClr>
            </a:solidFill>
            <a:ln w="5420" cap="flat">
              <a:solidFill>
                <a:srgbClr val="B9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35" name="ph1535"/>
            <p:cNvSpPr/>
            <p:nvPr/>
          </p:nvSpPr>
          <p:spPr>
            <a:xfrm>
              <a:off x="5278777" y="21003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36" name="ph1536"/>
            <p:cNvSpPr/>
            <p:nvPr/>
          </p:nvSpPr>
          <p:spPr>
            <a:xfrm>
              <a:off x="5291288" y="21003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37" name="ph1537"/>
            <p:cNvSpPr/>
            <p:nvPr/>
          </p:nvSpPr>
          <p:spPr>
            <a:xfrm>
              <a:off x="5303800" y="21003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38" name="ph1538"/>
            <p:cNvSpPr/>
            <p:nvPr/>
          </p:nvSpPr>
          <p:spPr>
            <a:xfrm>
              <a:off x="5316313" y="21003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39" name="ph1539"/>
            <p:cNvSpPr/>
            <p:nvPr/>
          </p:nvSpPr>
          <p:spPr>
            <a:xfrm>
              <a:off x="5328826" y="21003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40" name="ph1540"/>
            <p:cNvSpPr/>
            <p:nvPr/>
          </p:nvSpPr>
          <p:spPr>
            <a:xfrm>
              <a:off x="5341337" y="21003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4D3B4">
                <a:alpha val="100000"/>
              </a:srgbClr>
            </a:solidFill>
            <a:ln w="5420" cap="flat">
              <a:solidFill>
                <a:srgbClr val="74D3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41" name="ph1541"/>
            <p:cNvSpPr/>
            <p:nvPr/>
          </p:nvSpPr>
          <p:spPr>
            <a:xfrm>
              <a:off x="5353849" y="21003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42" name="ph1542"/>
            <p:cNvSpPr/>
            <p:nvPr/>
          </p:nvSpPr>
          <p:spPr>
            <a:xfrm>
              <a:off x="5366362" y="21003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43" name="ph1543"/>
            <p:cNvSpPr/>
            <p:nvPr/>
          </p:nvSpPr>
          <p:spPr>
            <a:xfrm>
              <a:off x="5378875" y="21003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44" name="ph1544"/>
            <p:cNvSpPr/>
            <p:nvPr/>
          </p:nvSpPr>
          <p:spPr>
            <a:xfrm>
              <a:off x="5178676" y="21157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45" name="ph1545"/>
            <p:cNvSpPr/>
            <p:nvPr/>
          </p:nvSpPr>
          <p:spPr>
            <a:xfrm>
              <a:off x="5191189" y="21157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B5E8D1">
                <a:alpha val="100000"/>
              </a:srgbClr>
            </a:solidFill>
            <a:ln w="5420" cap="flat">
              <a:solidFill>
                <a:srgbClr val="B5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46" name="ph1546"/>
            <p:cNvSpPr/>
            <p:nvPr/>
          </p:nvSpPr>
          <p:spPr>
            <a:xfrm>
              <a:off x="5203702" y="21157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BBEAD4">
                <a:alpha val="100000"/>
              </a:srgbClr>
            </a:solidFill>
            <a:ln w="5420" cap="flat">
              <a:solidFill>
                <a:srgbClr val="BB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47" name="ph1547"/>
            <p:cNvSpPr/>
            <p:nvPr/>
          </p:nvSpPr>
          <p:spPr>
            <a:xfrm>
              <a:off x="5216213" y="21157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C2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48" name="ph1548"/>
            <p:cNvSpPr/>
            <p:nvPr/>
          </p:nvSpPr>
          <p:spPr>
            <a:xfrm>
              <a:off x="5228725" y="21157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C7EDD9">
                <a:alpha val="100000"/>
              </a:srgbClr>
            </a:solidFill>
            <a:ln w="5420" cap="flat">
              <a:solidFill>
                <a:srgbClr val="C7ED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49" name="ph1549"/>
            <p:cNvSpPr/>
            <p:nvPr/>
          </p:nvSpPr>
          <p:spPr>
            <a:xfrm>
              <a:off x="5241238" y="21157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C5EDD8">
                <a:alpha val="100000"/>
              </a:srgbClr>
            </a:solidFill>
            <a:ln w="5420" cap="flat">
              <a:solidFill>
                <a:srgbClr val="C5ED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50" name="ph1550"/>
            <p:cNvSpPr/>
            <p:nvPr/>
          </p:nvSpPr>
          <p:spPr>
            <a:xfrm>
              <a:off x="5253751" y="21157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51" name="ph1551"/>
            <p:cNvSpPr/>
            <p:nvPr/>
          </p:nvSpPr>
          <p:spPr>
            <a:xfrm>
              <a:off x="5266262" y="21157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AF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52" name="ph1552"/>
            <p:cNvSpPr/>
            <p:nvPr/>
          </p:nvSpPr>
          <p:spPr>
            <a:xfrm>
              <a:off x="5278777" y="21157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FE1C6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53" name="ph1553"/>
            <p:cNvSpPr/>
            <p:nvPr/>
          </p:nvSpPr>
          <p:spPr>
            <a:xfrm>
              <a:off x="5291288" y="21157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54" name="ph1554"/>
            <p:cNvSpPr/>
            <p:nvPr/>
          </p:nvSpPr>
          <p:spPr>
            <a:xfrm>
              <a:off x="5303800" y="21157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55" name="ph1555"/>
            <p:cNvSpPr/>
            <p:nvPr/>
          </p:nvSpPr>
          <p:spPr>
            <a:xfrm>
              <a:off x="5316313" y="21157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56" name="ph1556"/>
            <p:cNvSpPr/>
            <p:nvPr/>
          </p:nvSpPr>
          <p:spPr>
            <a:xfrm>
              <a:off x="5328826" y="21157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AD1AF">
                <a:alpha val="100000"/>
              </a:srgbClr>
            </a:solidFill>
            <a:ln w="5420" cap="flat">
              <a:solidFill>
                <a:srgbClr val="6AD1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57" name="ph1557"/>
            <p:cNvSpPr/>
            <p:nvPr/>
          </p:nvSpPr>
          <p:spPr>
            <a:xfrm>
              <a:off x="5341337" y="21157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58" name="ph1558"/>
            <p:cNvSpPr/>
            <p:nvPr/>
          </p:nvSpPr>
          <p:spPr>
            <a:xfrm>
              <a:off x="5353849" y="21157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59" name="ph1559"/>
            <p:cNvSpPr/>
            <p:nvPr/>
          </p:nvSpPr>
          <p:spPr>
            <a:xfrm>
              <a:off x="5366362" y="21157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60" name="ph1560"/>
            <p:cNvSpPr/>
            <p:nvPr/>
          </p:nvSpPr>
          <p:spPr>
            <a:xfrm>
              <a:off x="5191189" y="213110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61" name="ph1561"/>
            <p:cNvSpPr/>
            <p:nvPr/>
          </p:nvSpPr>
          <p:spPr>
            <a:xfrm>
              <a:off x="5203702" y="213110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B7E8D2">
                <a:alpha val="100000"/>
              </a:srgbClr>
            </a:solidFill>
            <a:ln w="5420" cap="flat">
              <a:solidFill>
                <a:srgbClr val="B7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62" name="ph1562"/>
            <p:cNvSpPr/>
            <p:nvPr/>
          </p:nvSpPr>
          <p:spPr>
            <a:xfrm>
              <a:off x="5216213" y="213110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63" name="ph1563"/>
            <p:cNvSpPr/>
            <p:nvPr/>
          </p:nvSpPr>
          <p:spPr>
            <a:xfrm>
              <a:off x="5228725" y="213110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64" name="ph1564"/>
            <p:cNvSpPr/>
            <p:nvPr/>
          </p:nvSpPr>
          <p:spPr>
            <a:xfrm>
              <a:off x="5241238" y="213110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B8E9D2">
                <a:alpha val="100000"/>
              </a:srgbClr>
            </a:solidFill>
            <a:ln w="5420" cap="flat">
              <a:solidFill>
                <a:srgbClr val="B8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65" name="ph1565"/>
            <p:cNvSpPr/>
            <p:nvPr/>
          </p:nvSpPr>
          <p:spPr>
            <a:xfrm>
              <a:off x="5253751" y="213110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B1E6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66" name="ph1566"/>
            <p:cNvSpPr/>
            <p:nvPr/>
          </p:nvSpPr>
          <p:spPr>
            <a:xfrm>
              <a:off x="5266262" y="213110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67" name="ph1567"/>
            <p:cNvSpPr/>
            <p:nvPr/>
          </p:nvSpPr>
          <p:spPr>
            <a:xfrm>
              <a:off x="5278777" y="213110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68" name="ph1568"/>
            <p:cNvSpPr/>
            <p:nvPr/>
          </p:nvSpPr>
          <p:spPr>
            <a:xfrm>
              <a:off x="5291288" y="213110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69" name="ph1569"/>
            <p:cNvSpPr/>
            <p:nvPr/>
          </p:nvSpPr>
          <p:spPr>
            <a:xfrm>
              <a:off x="5303800" y="213110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70" name="ph1570"/>
            <p:cNvSpPr/>
            <p:nvPr/>
          </p:nvSpPr>
          <p:spPr>
            <a:xfrm>
              <a:off x="5316313" y="213110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71" name="ph1571"/>
            <p:cNvSpPr/>
            <p:nvPr/>
          </p:nvSpPr>
          <p:spPr>
            <a:xfrm>
              <a:off x="5328826" y="213110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72" name="ph1572"/>
            <p:cNvSpPr/>
            <p:nvPr/>
          </p:nvSpPr>
          <p:spPr>
            <a:xfrm>
              <a:off x="5341337" y="213110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73" name="ph1573"/>
            <p:cNvSpPr/>
            <p:nvPr/>
          </p:nvSpPr>
          <p:spPr>
            <a:xfrm>
              <a:off x="5353849" y="213110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74" name="ph1574"/>
            <p:cNvSpPr/>
            <p:nvPr/>
          </p:nvSpPr>
          <p:spPr>
            <a:xfrm>
              <a:off x="5366362" y="213110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75" name="ph1575"/>
            <p:cNvSpPr/>
            <p:nvPr/>
          </p:nvSpPr>
          <p:spPr>
            <a:xfrm>
              <a:off x="5141140" y="21464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76" name="ph1576"/>
            <p:cNvSpPr/>
            <p:nvPr/>
          </p:nvSpPr>
          <p:spPr>
            <a:xfrm>
              <a:off x="5153653" y="21464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77" name="ph1577"/>
            <p:cNvSpPr/>
            <p:nvPr/>
          </p:nvSpPr>
          <p:spPr>
            <a:xfrm>
              <a:off x="5166164" y="21464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78" name="ph1578"/>
            <p:cNvSpPr/>
            <p:nvPr/>
          </p:nvSpPr>
          <p:spPr>
            <a:xfrm>
              <a:off x="5178676" y="21464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79" name="ph1579"/>
            <p:cNvSpPr/>
            <p:nvPr/>
          </p:nvSpPr>
          <p:spPr>
            <a:xfrm>
              <a:off x="5191189" y="21464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80" name="ph1580"/>
            <p:cNvSpPr/>
            <p:nvPr/>
          </p:nvSpPr>
          <p:spPr>
            <a:xfrm>
              <a:off x="5203702" y="21464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81" name="ph1581"/>
            <p:cNvSpPr/>
            <p:nvPr/>
          </p:nvSpPr>
          <p:spPr>
            <a:xfrm>
              <a:off x="5216213" y="21464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B7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82" name="ph1582"/>
            <p:cNvSpPr/>
            <p:nvPr/>
          </p:nvSpPr>
          <p:spPr>
            <a:xfrm>
              <a:off x="5228725" y="21464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83" name="ph1583"/>
            <p:cNvSpPr/>
            <p:nvPr/>
          </p:nvSpPr>
          <p:spPr>
            <a:xfrm>
              <a:off x="5241238" y="21464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B1E6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84" name="ph1584"/>
            <p:cNvSpPr/>
            <p:nvPr/>
          </p:nvSpPr>
          <p:spPr>
            <a:xfrm>
              <a:off x="5253751" y="21464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85" name="ph1585"/>
            <p:cNvSpPr/>
            <p:nvPr/>
          </p:nvSpPr>
          <p:spPr>
            <a:xfrm>
              <a:off x="5266262" y="21464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86" name="ph1586"/>
            <p:cNvSpPr/>
            <p:nvPr/>
          </p:nvSpPr>
          <p:spPr>
            <a:xfrm>
              <a:off x="5278777" y="21464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3DDC0">
                <a:alpha val="100000"/>
              </a:srgbClr>
            </a:solidFill>
            <a:ln w="5420" cap="flat">
              <a:solidFill>
                <a:srgbClr val="93DD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87" name="ph1587"/>
            <p:cNvSpPr/>
            <p:nvPr/>
          </p:nvSpPr>
          <p:spPr>
            <a:xfrm>
              <a:off x="5291288" y="21464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88" name="ph1588"/>
            <p:cNvSpPr/>
            <p:nvPr/>
          </p:nvSpPr>
          <p:spPr>
            <a:xfrm>
              <a:off x="5303800" y="21464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89" name="ph1589"/>
            <p:cNvSpPr/>
            <p:nvPr/>
          </p:nvSpPr>
          <p:spPr>
            <a:xfrm>
              <a:off x="5316313" y="21464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90" name="ph1590"/>
            <p:cNvSpPr/>
            <p:nvPr/>
          </p:nvSpPr>
          <p:spPr>
            <a:xfrm>
              <a:off x="5328826" y="21464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ECCAC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91" name="ph1591"/>
            <p:cNvSpPr/>
            <p:nvPr/>
          </p:nvSpPr>
          <p:spPr>
            <a:xfrm>
              <a:off x="5341337" y="21464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92" name="ph1592"/>
            <p:cNvSpPr/>
            <p:nvPr/>
          </p:nvSpPr>
          <p:spPr>
            <a:xfrm>
              <a:off x="5353849" y="21464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93" name="ph1593"/>
            <p:cNvSpPr/>
            <p:nvPr/>
          </p:nvSpPr>
          <p:spPr>
            <a:xfrm>
              <a:off x="5128627" y="216185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94" name="ph1594"/>
            <p:cNvSpPr/>
            <p:nvPr/>
          </p:nvSpPr>
          <p:spPr>
            <a:xfrm>
              <a:off x="5141140" y="216185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95" name="ph1595"/>
            <p:cNvSpPr/>
            <p:nvPr/>
          </p:nvSpPr>
          <p:spPr>
            <a:xfrm>
              <a:off x="5153653" y="216185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96" name="ph1596"/>
            <p:cNvSpPr/>
            <p:nvPr/>
          </p:nvSpPr>
          <p:spPr>
            <a:xfrm>
              <a:off x="5166164" y="216185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B2E6CF">
                <a:alpha val="100000"/>
              </a:srgbClr>
            </a:solidFill>
            <a:ln w="5420" cap="flat">
              <a:solidFill>
                <a:srgbClr val="B2E6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97" name="ph1597"/>
            <p:cNvSpPr/>
            <p:nvPr/>
          </p:nvSpPr>
          <p:spPr>
            <a:xfrm>
              <a:off x="5178676" y="216185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98" name="ph1598"/>
            <p:cNvSpPr/>
            <p:nvPr/>
          </p:nvSpPr>
          <p:spPr>
            <a:xfrm>
              <a:off x="5191189" y="216185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99" name="ph1599"/>
            <p:cNvSpPr/>
            <p:nvPr/>
          </p:nvSpPr>
          <p:spPr>
            <a:xfrm>
              <a:off x="5203702" y="216185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B7E8D2">
                <a:alpha val="100000"/>
              </a:srgbClr>
            </a:solidFill>
            <a:ln w="5420" cap="flat">
              <a:solidFill>
                <a:srgbClr val="B7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00" name="ph1600"/>
            <p:cNvSpPr/>
            <p:nvPr/>
          </p:nvSpPr>
          <p:spPr>
            <a:xfrm>
              <a:off x="5216213" y="216185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B7E8D2">
                <a:alpha val="100000"/>
              </a:srgbClr>
            </a:solidFill>
            <a:ln w="5420" cap="flat">
              <a:solidFill>
                <a:srgbClr val="B7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01" name="ph1601"/>
            <p:cNvSpPr/>
            <p:nvPr/>
          </p:nvSpPr>
          <p:spPr>
            <a:xfrm>
              <a:off x="5228725" y="216185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02" name="ph1602"/>
            <p:cNvSpPr/>
            <p:nvPr/>
          </p:nvSpPr>
          <p:spPr>
            <a:xfrm>
              <a:off x="5241238" y="216185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B1E6CE">
                <a:alpha val="100000"/>
              </a:srgbClr>
            </a:solidFill>
            <a:ln w="5420" cap="flat">
              <a:solidFill>
                <a:srgbClr val="B1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03" name="ph1603"/>
            <p:cNvSpPr/>
            <p:nvPr/>
          </p:nvSpPr>
          <p:spPr>
            <a:xfrm>
              <a:off x="5253751" y="216185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04" name="ph1604"/>
            <p:cNvSpPr/>
            <p:nvPr/>
          </p:nvSpPr>
          <p:spPr>
            <a:xfrm>
              <a:off x="5266262" y="216185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A2E2C8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05" name="ph1605"/>
            <p:cNvSpPr/>
            <p:nvPr/>
          </p:nvSpPr>
          <p:spPr>
            <a:xfrm>
              <a:off x="5278777" y="216185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95DD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06" name="ph1606"/>
            <p:cNvSpPr/>
            <p:nvPr/>
          </p:nvSpPr>
          <p:spPr>
            <a:xfrm>
              <a:off x="5291288" y="216185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07" name="ph1607"/>
            <p:cNvSpPr/>
            <p:nvPr/>
          </p:nvSpPr>
          <p:spPr>
            <a:xfrm>
              <a:off x="5303800" y="216185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08" name="ph1608"/>
            <p:cNvSpPr/>
            <p:nvPr/>
          </p:nvSpPr>
          <p:spPr>
            <a:xfrm>
              <a:off x="5316313" y="216185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09" name="ph1609"/>
            <p:cNvSpPr/>
            <p:nvPr/>
          </p:nvSpPr>
          <p:spPr>
            <a:xfrm>
              <a:off x="5328826" y="216185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10" name="ph1610"/>
            <p:cNvSpPr/>
            <p:nvPr/>
          </p:nvSpPr>
          <p:spPr>
            <a:xfrm>
              <a:off x="5341337" y="216185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11" name="ph1611"/>
            <p:cNvSpPr/>
            <p:nvPr/>
          </p:nvSpPr>
          <p:spPr>
            <a:xfrm>
              <a:off x="5353849" y="216185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12" name="ph1612"/>
            <p:cNvSpPr/>
            <p:nvPr/>
          </p:nvSpPr>
          <p:spPr>
            <a:xfrm>
              <a:off x="5128627" y="217723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13" name="ph1613"/>
            <p:cNvSpPr/>
            <p:nvPr/>
          </p:nvSpPr>
          <p:spPr>
            <a:xfrm>
              <a:off x="5141140" y="217723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14" name="ph1614"/>
            <p:cNvSpPr/>
            <p:nvPr/>
          </p:nvSpPr>
          <p:spPr>
            <a:xfrm>
              <a:off x="5153653" y="217723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B3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15" name="ph1615"/>
            <p:cNvSpPr/>
            <p:nvPr/>
          </p:nvSpPr>
          <p:spPr>
            <a:xfrm>
              <a:off x="5166164" y="217723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B8E8D2">
                <a:alpha val="100000"/>
              </a:srgbClr>
            </a:solidFill>
            <a:ln w="5420" cap="flat">
              <a:solidFill>
                <a:srgbClr val="B8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16" name="ph1616"/>
            <p:cNvSpPr/>
            <p:nvPr/>
          </p:nvSpPr>
          <p:spPr>
            <a:xfrm>
              <a:off x="5178676" y="217723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17" name="ph1617"/>
            <p:cNvSpPr/>
            <p:nvPr/>
          </p:nvSpPr>
          <p:spPr>
            <a:xfrm>
              <a:off x="5191189" y="217723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C0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18" name="ph1618"/>
            <p:cNvSpPr/>
            <p:nvPr/>
          </p:nvSpPr>
          <p:spPr>
            <a:xfrm>
              <a:off x="5203702" y="217723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C2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19" name="ph1619"/>
            <p:cNvSpPr/>
            <p:nvPr/>
          </p:nvSpPr>
          <p:spPr>
            <a:xfrm>
              <a:off x="5216213" y="217723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C0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20" name="ph1620"/>
            <p:cNvSpPr/>
            <p:nvPr/>
          </p:nvSpPr>
          <p:spPr>
            <a:xfrm>
              <a:off x="5228725" y="217723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B7E8D2">
                <a:alpha val="100000"/>
              </a:srgbClr>
            </a:solidFill>
            <a:ln w="5420" cap="flat">
              <a:solidFill>
                <a:srgbClr val="B7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21" name="ph1621"/>
            <p:cNvSpPr/>
            <p:nvPr/>
          </p:nvSpPr>
          <p:spPr>
            <a:xfrm>
              <a:off x="5241238" y="217723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22" name="ph1622"/>
            <p:cNvSpPr/>
            <p:nvPr/>
          </p:nvSpPr>
          <p:spPr>
            <a:xfrm>
              <a:off x="5253751" y="217723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B1E6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23" name="ph1623"/>
            <p:cNvSpPr/>
            <p:nvPr/>
          </p:nvSpPr>
          <p:spPr>
            <a:xfrm>
              <a:off x="5266262" y="217723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24" name="ph1624"/>
            <p:cNvSpPr/>
            <p:nvPr/>
          </p:nvSpPr>
          <p:spPr>
            <a:xfrm>
              <a:off x="5278777" y="217723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25" name="ph1625"/>
            <p:cNvSpPr/>
            <p:nvPr/>
          </p:nvSpPr>
          <p:spPr>
            <a:xfrm>
              <a:off x="5291288" y="217723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26" name="ph1626"/>
            <p:cNvSpPr/>
            <p:nvPr/>
          </p:nvSpPr>
          <p:spPr>
            <a:xfrm>
              <a:off x="5303800" y="217723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8CDABD">
                <a:alpha val="100000"/>
              </a:srgbClr>
            </a:solidFill>
            <a:ln w="5420" cap="flat">
              <a:solidFill>
                <a:srgbClr val="8C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27" name="ph1627"/>
            <p:cNvSpPr/>
            <p:nvPr/>
          </p:nvSpPr>
          <p:spPr>
            <a:xfrm>
              <a:off x="5316313" y="217723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28" name="ph1628"/>
            <p:cNvSpPr/>
            <p:nvPr/>
          </p:nvSpPr>
          <p:spPr>
            <a:xfrm>
              <a:off x="5328826" y="217723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BD6B6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29" name="ph1629"/>
            <p:cNvSpPr/>
            <p:nvPr/>
          </p:nvSpPr>
          <p:spPr>
            <a:xfrm>
              <a:off x="5341337" y="217723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7D4B4">
                <a:alpha val="100000"/>
              </a:srgbClr>
            </a:solidFill>
            <a:ln w="5420" cap="flat">
              <a:solidFill>
                <a:srgbClr val="77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30" name="ph1630"/>
            <p:cNvSpPr/>
            <p:nvPr/>
          </p:nvSpPr>
          <p:spPr>
            <a:xfrm>
              <a:off x="5128627" y="219260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31" name="ph1631"/>
            <p:cNvSpPr/>
            <p:nvPr/>
          </p:nvSpPr>
          <p:spPr>
            <a:xfrm>
              <a:off x="5141140" y="219260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AF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32" name="ph1632"/>
            <p:cNvSpPr/>
            <p:nvPr/>
          </p:nvSpPr>
          <p:spPr>
            <a:xfrm>
              <a:off x="5153653" y="219260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33" name="ph1633"/>
            <p:cNvSpPr/>
            <p:nvPr/>
          </p:nvSpPr>
          <p:spPr>
            <a:xfrm>
              <a:off x="5166164" y="219260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34" name="ph1634"/>
            <p:cNvSpPr/>
            <p:nvPr/>
          </p:nvSpPr>
          <p:spPr>
            <a:xfrm>
              <a:off x="5178676" y="219260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F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35" name="ph1635"/>
            <p:cNvSpPr/>
            <p:nvPr/>
          </p:nvSpPr>
          <p:spPr>
            <a:xfrm>
              <a:off x="5191189" y="219260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C5EDD8">
                <a:alpha val="100000"/>
              </a:srgbClr>
            </a:solidFill>
            <a:ln w="5420" cap="flat">
              <a:solidFill>
                <a:srgbClr val="C5ED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36" name="ph1636"/>
            <p:cNvSpPr/>
            <p:nvPr/>
          </p:nvSpPr>
          <p:spPr>
            <a:xfrm>
              <a:off x="5203702" y="219260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CBEFDB">
                <a:alpha val="100000"/>
              </a:srgbClr>
            </a:solidFill>
            <a:ln w="5420" cap="flat">
              <a:solidFill>
                <a:srgbClr val="CBEF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37" name="ph1637"/>
            <p:cNvSpPr/>
            <p:nvPr/>
          </p:nvSpPr>
          <p:spPr>
            <a:xfrm>
              <a:off x="5216213" y="219260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D0F0DE">
                <a:alpha val="100000"/>
              </a:srgbClr>
            </a:solidFill>
            <a:ln w="5420" cap="flat">
              <a:solidFill>
                <a:srgbClr val="D0F0D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38" name="ph1638"/>
            <p:cNvSpPr/>
            <p:nvPr/>
          </p:nvSpPr>
          <p:spPr>
            <a:xfrm>
              <a:off x="5228725" y="219260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C3ECD8">
                <a:alpha val="100000"/>
              </a:srgbClr>
            </a:solidFill>
            <a:ln w="5420" cap="flat">
              <a:solidFill>
                <a:srgbClr val="C3EC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39" name="ph1639"/>
            <p:cNvSpPr/>
            <p:nvPr/>
          </p:nvSpPr>
          <p:spPr>
            <a:xfrm>
              <a:off x="5241238" y="219260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40" name="ph1640"/>
            <p:cNvSpPr/>
            <p:nvPr/>
          </p:nvSpPr>
          <p:spPr>
            <a:xfrm>
              <a:off x="5253751" y="219260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41" name="ph1641"/>
            <p:cNvSpPr/>
            <p:nvPr/>
          </p:nvSpPr>
          <p:spPr>
            <a:xfrm>
              <a:off x="5266262" y="219260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42" name="ph1642"/>
            <p:cNvSpPr/>
            <p:nvPr/>
          </p:nvSpPr>
          <p:spPr>
            <a:xfrm>
              <a:off x="5278777" y="219260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43" name="ph1643"/>
            <p:cNvSpPr/>
            <p:nvPr/>
          </p:nvSpPr>
          <p:spPr>
            <a:xfrm>
              <a:off x="5291288" y="219260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44" name="ph1644"/>
            <p:cNvSpPr/>
            <p:nvPr/>
          </p:nvSpPr>
          <p:spPr>
            <a:xfrm>
              <a:off x="5303800" y="219260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45" name="ph1645"/>
            <p:cNvSpPr/>
            <p:nvPr/>
          </p:nvSpPr>
          <p:spPr>
            <a:xfrm>
              <a:off x="5316313" y="219260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8CDABD">
                <a:alpha val="100000"/>
              </a:srgbClr>
            </a:solidFill>
            <a:ln w="5420" cap="flat">
              <a:solidFill>
                <a:srgbClr val="8C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46" name="ph1646"/>
            <p:cNvSpPr/>
            <p:nvPr/>
          </p:nvSpPr>
          <p:spPr>
            <a:xfrm>
              <a:off x="5328826" y="219260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85D9BB">
                <a:alpha val="100000"/>
              </a:srgbClr>
            </a:solidFill>
            <a:ln w="5420" cap="flat">
              <a:solidFill>
                <a:srgbClr val="85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47" name="ph1647"/>
            <p:cNvSpPr/>
            <p:nvPr/>
          </p:nvSpPr>
          <p:spPr>
            <a:xfrm>
              <a:off x="5141140" y="220798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AF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48" name="ph1648"/>
            <p:cNvSpPr/>
            <p:nvPr/>
          </p:nvSpPr>
          <p:spPr>
            <a:xfrm>
              <a:off x="5153653" y="220798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49" name="ph1649"/>
            <p:cNvSpPr/>
            <p:nvPr/>
          </p:nvSpPr>
          <p:spPr>
            <a:xfrm>
              <a:off x="5166164" y="220798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50" name="ph1650"/>
            <p:cNvSpPr/>
            <p:nvPr/>
          </p:nvSpPr>
          <p:spPr>
            <a:xfrm>
              <a:off x="5178676" y="220798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C0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51" name="ph1651"/>
            <p:cNvSpPr/>
            <p:nvPr/>
          </p:nvSpPr>
          <p:spPr>
            <a:xfrm>
              <a:off x="5191189" y="220798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C6EDD9">
                <a:alpha val="100000"/>
              </a:srgbClr>
            </a:solidFill>
            <a:ln w="5420" cap="flat">
              <a:solidFill>
                <a:srgbClr val="C6ED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52" name="ph1652"/>
            <p:cNvSpPr/>
            <p:nvPr/>
          </p:nvSpPr>
          <p:spPr>
            <a:xfrm>
              <a:off x="5203702" y="220798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CDEFDC">
                <a:alpha val="100000"/>
              </a:srgbClr>
            </a:solidFill>
            <a:ln w="5420" cap="flat">
              <a:solidFill>
                <a:srgbClr val="CDEFD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53" name="ph1653"/>
            <p:cNvSpPr/>
            <p:nvPr/>
          </p:nvSpPr>
          <p:spPr>
            <a:xfrm>
              <a:off x="5216213" y="220798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D3F1DF">
                <a:alpha val="100000"/>
              </a:srgbClr>
            </a:solidFill>
            <a:ln w="5420" cap="flat">
              <a:solidFill>
                <a:srgbClr val="D3F1D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54" name="ph1654"/>
            <p:cNvSpPr/>
            <p:nvPr/>
          </p:nvSpPr>
          <p:spPr>
            <a:xfrm>
              <a:off x="5228725" y="220798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CEF0DD">
                <a:alpha val="100000"/>
              </a:srgbClr>
            </a:solidFill>
            <a:ln w="5420" cap="flat">
              <a:solidFill>
                <a:srgbClr val="CEF0D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55" name="ph1655"/>
            <p:cNvSpPr/>
            <p:nvPr/>
          </p:nvSpPr>
          <p:spPr>
            <a:xfrm>
              <a:off x="5241238" y="220798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BBE9D3">
                <a:alpha val="100000"/>
              </a:srgbClr>
            </a:solidFill>
            <a:ln w="5420" cap="flat">
              <a:solidFill>
                <a:srgbClr val="BB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56" name="ph1656"/>
            <p:cNvSpPr/>
            <p:nvPr/>
          </p:nvSpPr>
          <p:spPr>
            <a:xfrm>
              <a:off x="5253751" y="220798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57" name="ph1657"/>
            <p:cNvSpPr/>
            <p:nvPr/>
          </p:nvSpPr>
          <p:spPr>
            <a:xfrm>
              <a:off x="5266262" y="220798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58" name="ph1658"/>
            <p:cNvSpPr/>
            <p:nvPr/>
          </p:nvSpPr>
          <p:spPr>
            <a:xfrm>
              <a:off x="5278777" y="220798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59" name="ph1659"/>
            <p:cNvSpPr/>
            <p:nvPr/>
          </p:nvSpPr>
          <p:spPr>
            <a:xfrm>
              <a:off x="5291288" y="220798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60" name="ph1660"/>
            <p:cNvSpPr/>
            <p:nvPr/>
          </p:nvSpPr>
          <p:spPr>
            <a:xfrm>
              <a:off x="5303800" y="220798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61" name="ph1661"/>
            <p:cNvSpPr/>
            <p:nvPr/>
          </p:nvSpPr>
          <p:spPr>
            <a:xfrm>
              <a:off x="5316313" y="220798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62" name="ph1662"/>
            <p:cNvSpPr/>
            <p:nvPr/>
          </p:nvSpPr>
          <p:spPr>
            <a:xfrm>
              <a:off x="5178676" y="222336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BEEBD5">
                <a:alpha val="100000"/>
              </a:srgbClr>
            </a:solidFill>
            <a:ln w="5420" cap="flat">
              <a:solidFill>
                <a:srgbClr val="BE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63" name="ph1663"/>
            <p:cNvSpPr/>
            <p:nvPr/>
          </p:nvSpPr>
          <p:spPr>
            <a:xfrm>
              <a:off x="5191189" y="222336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C3ECD7">
                <a:alpha val="100000"/>
              </a:srgbClr>
            </a:solidFill>
            <a:ln w="5420" cap="flat">
              <a:solidFill>
                <a:srgbClr val="C3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64" name="ph1664"/>
            <p:cNvSpPr/>
            <p:nvPr/>
          </p:nvSpPr>
          <p:spPr>
            <a:xfrm>
              <a:off x="5203702" y="222336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C7EED9">
                <a:alpha val="100000"/>
              </a:srgbClr>
            </a:solidFill>
            <a:ln w="5420" cap="flat">
              <a:solidFill>
                <a:srgbClr val="C7EE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65" name="ph1665"/>
            <p:cNvSpPr/>
            <p:nvPr/>
          </p:nvSpPr>
          <p:spPr>
            <a:xfrm>
              <a:off x="5216213" y="222336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C9EEDB">
                <a:alpha val="100000"/>
              </a:srgbClr>
            </a:solidFill>
            <a:ln w="5420" cap="flat">
              <a:solidFill>
                <a:srgbClr val="C9EE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66" name="ph1666"/>
            <p:cNvSpPr/>
            <p:nvPr/>
          </p:nvSpPr>
          <p:spPr>
            <a:xfrm>
              <a:off x="5228725" y="222336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C7EED9">
                <a:alpha val="100000"/>
              </a:srgbClr>
            </a:solidFill>
            <a:ln w="5420" cap="flat">
              <a:solidFill>
                <a:srgbClr val="C7EE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67" name="ph1667"/>
            <p:cNvSpPr/>
            <p:nvPr/>
          </p:nvSpPr>
          <p:spPr>
            <a:xfrm>
              <a:off x="5241238" y="222336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BBEAD4">
                <a:alpha val="100000"/>
              </a:srgbClr>
            </a:solidFill>
            <a:ln w="5420" cap="flat">
              <a:solidFill>
                <a:srgbClr val="BB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68" name="ph1668"/>
            <p:cNvSpPr/>
            <p:nvPr/>
          </p:nvSpPr>
          <p:spPr>
            <a:xfrm>
              <a:off x="5253751" y="222336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B5E8D1">
                <a:alpha val="100000"/>
              </a:srgbClr>
            </a:solidFill>
            <a:ln w="5420" cap="flat">
              <a:solidFill>
                <a:srgbClr val="B5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69" name="ph1669"/>
            <p:cNvSpPr/>
            <p:nvPr/>
          </p:nvSpPr>
          <p:spPr>
            <a:xfrm>
              <a:off x="5266262" y="222336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70" name="ph1670"/>
            <p:cNvSpPr/>
            <p:nvPr/>
          </p:nvSpPr>
          <p:spPr>
            <a:xfrm>
              <a:off x="5278777" y="222336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71" name="ph1671"/>
            <p:cNvSpPr/>
            <p:nvPr/>
          </p:nvSpPr>
          <p:spPr>
            <a:xfrm>
              <a:off x="5291288" y="222336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A2E2C8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72" name="ph1672"/>
            <p:cNvSpPr/>
            <p:nvPr/>
          </p:nvSpPr>
          <p:spPr>
            <a:xfrm>
              <a:off x="5303800" y="222336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73" name="ph1673"/>
            <p:cNvSpPr/>
            <p:nvPr/>
          </p:nvSpPr>
          <p:spPr>
            <a:xfrm>
              <a:off x="5316313" y="222336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95DD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74" name="ph1674"/>
            <p:cNvSpPr/>
            <p:nvPr/>
          </p:nvSpPr>
          <p:spPr>
            <a:xfrm>
              <a:off x="5203702" y="223873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C0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75" name="ph1675"/>
            <p:cNvSpPr/>
            <p:nvPr/>
          </p:nvSpPr>
          <p:spPr>
            <a:xfrm>
              <a:off x="5216213" y="223873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C1EBD6">
                <a:alpha val="100000"/>
              </a:srgbClr>
            </a:solidFill>
            <a:ln w="5420" cap="flat">
              <a:solidFill>
                <a:srgbClr val="C1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76" name="ph1676"/>
            <p:cNvSpPr/>
            <p:nvPr/>
          </p:nvSpPr>
          <p:spPr>
            <a:xfrm>
              <a:off x="5228725" y="223873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C0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77" name="ph1677"/>
            <p:cNvSpPr/>
            <p:nvPr/>
          </p:nvSpPr>
          <p:spPr>
            <a:xfrm>
              <a:off x="5241238" y="223873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B8E8D2">
                <a:alpha val="100000"/>
              </a:srgbClr>
            </a:solidFill>
            <a:ln w="5420" cap="flat">
              <a:solidFill>
                <a:srgbClr val="B8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78" name="ph1678"/>
            <p:cNvSpPr/>
            <p:nvPr/>
          </p:nvSpPr>
          <p:spPr>
            <a:xfrm>
              <a:off x="5253751" y="223873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B3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79" name="ph1679"/>
            <p:cNvSpPr/>
            <p:nvPr/>
          </p:nvSpPr>
          <p:spPr>
            <a:xfrm>
              <a:off x="5266262" y="223873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80" name="ph1680"/>
            <p:cNvSpPr/>
            <p:nvPr/>
          </p:nvSpPr>
          <p:spPr>
            <a:xfrm>
              <a:off x="5278777" y="223873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81" name="ph1681"/>
            <p:cNvSpPr/>
            <p:nvPr/>
          </p:nvSpPr>
          <p:spPr>
            <a:xfrm>
              <a:off x="5291288" y="223873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82" name="ph1682"/>
            <p:cNvSpPr/>
            <p:nvPr/>
          </p:nvSpPr>
          <p:spPr>
            <a:xfrm>
              <a:off x="5303800" y="223873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CDFC5">
                <a:alpha val="100000"/>
              </a:srgbClr>
            </a:solidFill>
            <a:ln w="5420" cap="flat">
              <a:solidFill>
                <a:srgbClr val="9CDF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83" name="ph1683"/>
            <p:cNvSpPr/>
            <p:nvPr/>
          </p:nvSpPr>
          <p:spPr>
            <a:xfrm>
              <a:off x="5316313" y="223873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84" name="ph1684"/>
            <p:cNvSpPr/>
            <p:nvPr/>
          </p:nvSpPr>
          <p:spPr>
            <a:xfrm>
              <a:off x="5216213" y="225411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B9E9D2">
                <a:alpha val="100000"/>
              </a:srgbClr>
            </a:solidFill>
            <a:ln w="5420" cap="flat">
              <a:solidFill>
                <a:srgbClr val="B9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85" name="ph1685"/>
            <p:cNvSpPr/>
            <p:nvPr/>
          </p:nvSpPr>
          <p:spPr>
            <a:xfrm>
              <a:off x="5228725" y="225411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B8E9D2">
                <a:alpha val="100000"/>
              </a:srgbClr>
            </a:solidFill>
            <a:ln w="5420" cap="flat">
              <a:solidFill>
                <a:srgbClr val="B8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86" name="ph1686"/>
            <p:cNvSpPr/>
            <p:nvPr/>
          </p:nvSpPr>
          <p:spPr>
            <a:xfrm>
              <a:off x="5241238" y="225411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87" name="ph1687"/>
            <p:cNvSpPr/>
            <p:nvPr/>
          </p:nvSpPr>
          <p:spPr>
            <a:xfrm>
              <a:off x="5253751" y="225411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88" name="ph1688"/>
            <p:cNvSpPr/>
            <p:nvPr/>
          </p:nvSpPr>
          <p:spPr>
            <a:xfrm>
              <a:off x="5266262" y="225411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89" name="ph1689"/>
            <p:cNvSpPr/>
            <p:nvPr/>
          </p:nvSpPr>
          <p:spPr>
            <a:xfrm>
              <a:off x="5278777" y="225411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90" name="ph1690"/>
            <p:cNvSpPr/>
            <p:nvPr/>
          </p:nvSpPr>
          <p:spPr>
            <a:xfrm>
              <a:off x="5291288" y="225411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A0E1C6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91" name="ph1691"/>
            <p:cNvSpPr/>
            <p:nvPr/>
          </p:nvSpPr>
          <p:spPr>
            <a:xfrm>
              <a:off x="5303800" y="225411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92" name="ph1692"/>
            <p:cNvSpPr/>
            <p:nvPr/>
          </p:nvSpPr>
          <p:spPr>
            <a:xfrm>
              <a:off x="5316313" y="225411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93" name="ph1693"/>
            <p:cNvSpPr/>
            <p:nvPr/>
          </p:nvSpPr>
          <p:spPr>
            <a:xfrm>
              <a:off x="5228725" y="22694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B1E6CE">
                <a:alpha val="100000"/>
              </a:srgbClr>
            </a:solidFill>
            <a:ln w="5420" cap="flat">
              <a:solidFill>
                <a:srgbClr val="B1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94" name="ph1694"/>
            <p:cNvSpPr/>
            <p:nvPr/>
          </p:nvSpPr>
          <p:spPr>
            <a:xfrm>
              <a:off x="5241238" y="22694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95" name="ph1695"/>
            <p:cNvSpPr/>
            <p:nvPr/>
          </p:nvSpPr>
          <p:spPr>
            <a:xfrm>
              <a:off x="5253751" y="22694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96" name="ph1696"/>
            <p:cNvSpPr/>
            <p:nvPr/>
          </p:nvSpPr>
          <p:spPr>
            <a:xfrm>
              <a:off x="5266262" y="22694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97" name="ph1697"/>
            <p:cNvSpPr/>
            <p:nvPr/>
          </p:nvSpPr>
          <p:spPr>
            <a:xfrm>
              <a:off x="5278777" y="22694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98" name="ph1698"/>
            <p:cNvSpPr/>
            <p:nvPr/>
          </p:nvSpPr>
          <p:spPr>
            <a:xfrm>
              <a:off x="5291288" y="22694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99" name="ph1699"/>
            <p:cNvSpPr/>
            <p:nvPr/>
          </p:nvSpPr>
          <p:spPr>
            <a:xfrm>
              <a:off x="5303800" y="22694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00" name="ph1700"/>
            <p:cNvSpPr/>
            <p:nvPr/>
          </p:nvSpPr>
          <p:spPr>
            <a:xfrm>
              <a:off x="5316313" y="22694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01" name="ph1701"/>
            <p:cNvSpPr/>
            <p:nvPr/>
          </p:nvSpPr>
          <p:spPr>
            <a:xfrm>
              <a:off x="5328826" y="22694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02" name="ph1702"/>
            <p:cNvSpPr/>
            <p:nvPr/>
          </p:nvSpPr>
          <p:spPr>
            <a:xfrm>
              <a:off x="5266262" y="22848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A0E1C6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03" name="ph1703"/>
            <p:cNvSpPr/>
            <p:nvPr/>
          </p:nvSpPr>
          <p:spPr>
            <a:xfrm>
              <a:off x="5278777" y="22848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04" name="ph1704"/>
            <p:cNvSpPr/>
            <p:nvPr/>
          </p:nvSpPr>
          <p:spPr>
            <a:xfrm>
              <a:off x="5291288" y="22848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9DEC3">
                <a:alpha val="100000"/>
              </a:srgbClr>
            </a:solidFill>
            <a:ln w="5420" cap="flat">
              <a:solidFill>
                <a:srgbClr val="99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05" name="ph1705"/>
            <p:cNvSpPr/>
            <p:nvPr/>
          </p:nvSpPr>
          <p:spPr>
            <a:xfrm>
              <a:off x="5303800" y="22848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5DDC1">
                <a:alpha val="100000"/>
              </a:srgbClr>
            </a:solidFill>
            <a:ln w="5420" cap="flat">
              <a:solidFill>
                <a:srgbClr val="95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06" name="ph1706"/>
            <p:cNvSpPr/>
            <p:nvPr/>
          </p:nvSpPr>
          <p:spPr>
            <a:xfrm>
              <a:off x="5316313" y="22848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07" name="ph1707"/>
            <p:cNvSpPr/>
            <p:nvPr/>
          </p:nvSpPr>
          <p:spPr>
            <a:xfrm>
              <a:off x="5328826" y="22848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08" name="ph1708"/>
            <p:cNvSpPr/>
            <p:nvPr/>
          </p:nvSpPr>
          <p:spPr>
            <a:xfrm>
              <a:off x="5203702" y="23002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09" name="ph1709"/>
            <p:cNvSpPr/>
            <p:nvPr/>
          </p:nvSpPr>
          <p:spPr>
            <a:xfrm>
              <a:off x="5253751" y="23002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10" name="ph1710"/>
            <p:cNvSpPr/>
            <p:nvPr/>
          </p:nvSpPr>
          <p:spPr>
            <a:xfrm>
              <a:off x="5266262" y="23002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11" name="ph1711"/>
            <p:cNvSpPr/>
            <p:nvPr/>
          </p:nvSpPr>
          <p:spPr>
            <a:xfrm>
              <a:off x="5278777" y="23002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12" name="ph1712"/>
            <p:cNvSpPr/>
            <p:nvPr/>
          </p:nvSpPr>
          <p:spPr>
            <a:xfrm>
              <a:off x="5291288" y="23002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13" name="ph1713"/>
            <p:cNvSpPr/>
            <p:nvPr/>
          </p:nvSpPr>
          <p:spPr>
            <a:xfrm>
              <a:off x="5303800" y="23002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14" name="ph1714"/>
            <p:cNvSpPr/>
            <p:nvPr/>
          </p:nvSpPr>
          <p:spPr>
            <a:xfrm>
              <a:off x="5316313" y="23002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15" name="ph1715"/>
            <p:cNvSpPr/>
            <p:nvPr/>
          </p:nvSpPr>
          <p:spPr>
            <a:xfrm>
              <a:off x="5328826" y="23002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16" name="ph1716"/>
            <p:cNvSpPr/>
            <p:nvPr/>
          </p:nvSpPr>
          <p:spPr>
            <a:xfrm>
              <a:off x="5191189" y="231561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17" name="ph1717"/>
            <p:cNvSpPr/>
            <p:nvPr/>
          </p:nvSpPr>
          <p:spPr>
            <a:xfrm>
              <a:off x="5203702" y="231561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18" name="ph1718"/>
            <p:cNvSpPr/>
            <p:nvPr/>
          </p:nvSpPr>
          <p:spPr>
            <a:xfrm>
              <a:off x="5216213" y="231561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9DEC3">
                <a:alpha val="100000"/>
              </a:srgbClr>
            </a:solidFill>
            <a:ln w="5420" cap="flat">
              <a:solidFill>
                <a:srgbClr val="99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19" name="ph1719"/>
            <p:cNvSpPr/>
            <p:nvPr/>
          </p:nvSpPr>
          <p:spPr>
            <a:xfrm>
              <a:off x="5228725" y="231561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20" name="ph1720"/>
            <p:cNvSpPr/>
            <p:nvPr/>
          </p:nvSpPr>
          <p:spPr>
            <a:xfrm>
              <a:off x="5241238" y="231561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21" name="ph1721"/>
            <p:cNvSpPr/>
            <p:nvPr/>
          </p:nvSpPr>
          <p:spPr>
            <a:xfrm>
              <a:off x="5253751" y="231561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22" name="ph1722"/>
            <p:cNvSpPr/>
            <p:nvPr/>
          </p:nvSpPr>
          <p:spPr>
            <a:xfrm>
              <a:off x="5266262" y="231561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23" name="ph1723"/>
            <p:cNvSpPr/>
            <p:nvPr/>
          </p:nvSpPr>
          <p:spPr>
            <a:xfrm>
              <a:off x="5278777" y="231561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24" name="ph1724"/>
            <p:cNvSpPr/>
            <p:nvPr/>
          </p:nvSpPr>
          <p:spPr>
            <a:xfrm>
              <a:off x="5291288" y="231561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25" name="ph1725"/>
            <p:cNvSpPr/>
            <p:nvPr/>
          </p:nvSpPr>
          <p:spPr>
            <a:xfrm>
              <a:off x="5303800" y="231561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8CDBBD">
                <a:alpha val="100000"/>
              </a:srgbClr>
            </a:solidFill>
            <a:ln w="5420" cap="flat">
              <a:solidFill>
                <a:srgbClr val="8CDB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26" name="ph1726"/>
            <p:cNvSpPr/>
            <p:nvPr/>
          </p:nvSpPr>
          <p:spPr>
            <a:xfrm>
              <a:off x="5316313" y="231561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27" name="ph1727"/>
            <p:cNvSpPr/>
            <p:nvPr/>
          </p:nvSpPr>
          <p:spPr>
            <a:xfrm>
              <a:off x="5328826" y="231561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28" name="ph1728"/>
            <p:cNvSpPr/>
            <p:nvPr/>
          </p:nvSpPr>
          <p:spPr>
            <a:xfrm>
              <a:off x="5178676" y="233099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29" name="ph1729"/>
            <p:cNvSpPr/>
            <p:nvPr/>
          </p:nvSpPr>
          <p:spPr>
            <a:xfrm>
              <a:off x="5191189" y="233099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85D8BB">
                <a:alpha val="100000"/>
              </a:srgbClr>
            </a:solidFill>
            <a:ln w="5420" cap="flat">
              <a:solidFill>
                <a:srgbClr val="85D8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30" name="ph1730"/>
            <p:cNvSpPr/>
            <p:nvPr/>
          </p:nvSpPr>
          <p:spPr>
            <a:xfrm>
              <a:off x="5203702" y="233099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31" name="ph1731"/>
            <p:cNvSpPr/>
            <p:nvPr/>
          </p:nvSpPr>
          <p:spPr>
            <a:xfrm>
              <a:off x="5216213" y="233099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32" name="ph1732"/>
            <p:cNvSpPr/>
            <p:nvPr/>
          </p:nvSpPr>
          <p:spPr>
            <a:xfrm>
              <a:off x="5228725" y="233099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33" name="ph1733"/>
            <p:cNvSpPr/>
            <p:nvPr/>
          </p:nvSpPr>
          <p:spPr>
            <a:xfrm>
              <a:off x="5241238" y="233099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34" name="ph1734"/>
            <p:cNvSpPr/>
            <p:nvPr/>
          </p:nvSpPr>
          <p:spPr>
            <a:xfrm>
              <a:off x="5253751" y="233099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35" name="ph1735"/>
            <p:cNvSpPr/>
            <p:nvPr/>
          </p:nvSpPr>
          <p:spPr>
            <a:xfrm>
              <a:off x="5266262" y="233099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36" name="ph1736"/>
            <p:cNvSpPr/>
            <p:nvPr/>
          </p:nvSpPr>
          <p:spPr>
            <a:xfrm>
              <a:off x="5278777" y="233099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37" name="ph1737"/>
            <p:cNvSpPr/>
            <p:nvPr/>
          </p:nvSpPr>
          <p:spPr>
            <a:xfrm>
              <a:off x="5291288" y="233099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38" name="ph1738"/>
            <p:cNvSpPr/>
            <p:nvPr/>
          </p:nvSpPr>
          <p:spPr>
            <a:xfrm>
              <a:off x="5303800" y="233099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39" name="ph1739"/>
            <p:cNvSpPr/>
            <p:nvPr/>
          </p:nvSpPr>
          <p:spPr>
            <a:xfrm>
              <a:off x="5316313" y="233099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40" name="ph1740"/>
            <p:cNvSpPr/>
            <p:nvPr/>
          </p:nvSpPr>
          <p:spPr>
            <a:xfrm>
              <a:off x="5328826" y="233099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41" name="ph1741"/>
            <p:cNvSpPr/>
            <p:nvPr/>
          </p:nvSpPr>
          <p:spPr>
            <a:xfrm>
              <a:off x="5341337" y="233099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42" name="ph1742"/>
            <p:cNvSpPr/>
            <p:nvPr/>
          </p:nvSpPr>
          <p:spPr>
            <a:xfrm>
              <a:off x="5178676" y="23463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43" name="ph1743"/>
            <p:cNvSpPr/>
            <p:nvPr/>
          </p:nvSpPr>
          <p:spPr>
            <a:xfrm>
              <a:off x="5191189" y="23463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44" name="ph1744"/>
            <p:cNvSpPr/>
            <p:nvPr/>
          </p:nvSpPr>
          <p:spPr>
            <a:xfrm>
              <a:off x="5203702" y="23463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45" name="ph1745"/>
            <p:cNvSpPr/>
            <p:nvPr/>
          </p:nvSpPr>
          <p:spPr>
            <a:xfrm>
              <a:off x="5216213" y="23463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46" name="ph1746"/>
            <p:cNvSpPr/>
            <p:nvPr/>
          </p:nvSpPr>
          <p:spPr>
            <a:xfrm>
              <a:off x="5228725" y="23463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47" name="ph1747"/>
            <p:cNvSpPr/>
            <p:nvPr/>
          </p:nvSpPr>
          <p:spPr>
            <a:xfrm>
              <a:off x="5241238" y="23463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48" name="ph1748"/>
            <p:cNvSpPr/>
            <p:nvPr/>
          </p:nvSpPr>
          <p:spPr>
            <a:xfrm>
              <a:off x="5253751" y="23463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49" name="ph1749"/>
            <p:cNvSpPr/>
            <p:nvPr/>
          </p:nvSpPr>
          <p:spPr>
            <a:xfrm>
              <a:off x="5266262" y="23463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50" name="ph1750"/>
            <p:cNvSpPr/>
            <p:nvPr/>
          </p:nvSpPr>
          <p:spPr>
            <a:xfrm>
              <a:off x="5278777" y="23463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51" name="ph1751"/>
            <p:cNvSpPr/>
            <p:nvPr/>
          </p:nvSpPr>
          <p:spPr>
            <a:xfrm>
              <a:off x="5291288" y="23463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52" name="ph1752"/>
            <p:cNvSpPr/>
            <p:nvPr/>
          </p:nvSpPr>
          <p:spPr>
            <a:xfrm>
              <a:off x="5303800" y="23463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53" name="ph1753"/>
            <p:cNvSpPr/>
            <p:nvPr/>
          </p:nvSpPr>
          <p:spPr>
            <a:xfrm>
              <a:off x="5316313" y="23463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54" name="ph1754"/>
            <p:cNvSpPr/>
            <p:nvPr/>
          </p:nvSpPr>
          <p:spPr>
            <a:xfrm>
              <a:off x="5328826" y="23463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55" name="ph1755"/>
            <p:cNvSpPr/>
            <p:nvPr/>
          </p:nvSpPr>
          <p:spPr>
            <a:xfrm>
              <a:off x="5341337" y="23463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56" name="ph1756"/>
            <p:cNvSpPr/>
            <p:nvPr/>
          </p:nvSpPr>
          <p:spPr>
            <a:xfrm>
              <a:off x="5353849" y="23463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57" name="ph1757"/>
            <p:cNvSpPr/>
            <p:nvPr/>
          </p:nvSpPr>
          <p:spPr>
            <a:xfrm>
              <a:off x="5178676" y="236174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1D2B2">
                <a:alpha val="100000"/>
              </a:srgbClr>
            </a:solidFill>
            <a:ln w="5420" cap="flat">
              <a:solidFill>
                <a:srgbClr val="71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58" name="ph1758"/>
            <p:cNvSpPr/>
            <p:nvPr/>
          </p:nvSpPr>
          <p:spPr>
            <a:xfrm>
              <a:off x="5191189" y="236174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59" name="ph1759"/>
            <p:cNvSpPr/>
            <p:nvPr/>
          </p:nvSpPr>
          <p:spPr>
            <a:xfrm>
              <a:off x="5203702" y="236174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60" name="ph1760"/>
            <p:cNvSpPr/>
            <p:nvPr/>
          </p:nvSpPr>
          <p:spPr>
            <a:xfrm>
              <a:off x="5216213" y="236174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61" name="ph1761"/>
            <p:cNvSpPr/>
            <p:nvPr/>
          </p:nvSpPr>
          <p:spPr>
            <a:xfrm>
              <a:off x="5228725" y="236174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62" name="ph1762"/>
            <p:cNvSpPr/>
            <p:nvPr/>
          </p:nvSpPr>
          <p:spPr>
            <a:xfrm>
              <a:off x="5241238" y="236174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63" name="ph1763"/>
            <p:cNvSpPr/>
            <p:nvPr/>
          </p:nvSpPr>
          <p:spPr>
            <a:xfrm>
              <a:off x="5253751" y="236174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64" name="ph1764"/>
            <p:cNvSpPr/>
            <p:nvPr/>
          </p:nvSpPr>
          <p:spPr>
            <a:xfrm>
              <a:off x="5266262" y="236174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65" name="ph1765"/>
            <p:cNvSpPr/>
            <p:nvPr/>
          </p:nvSpPr>
          <p:spPr>
            <a:xfrm>
              <a:off x="5278777" y="236174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66" name="ph1766"/>
            <p:cNvSpPr/>
            <p:nvPr/>
          </p:nvSpPr>
          <p:spPr>
            <a:xfrm>
              <a:off x="5291288" y="236174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67" name="ph1767"/>
            <p:cNvSpPr/>
            <p:nvPr/>
          </p:nvSpPr>
          <p:spPr>
            <a:xfrm>
              <a:off x="5303800" y="236174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4D3B4">
                <a:alpha val="100000"/>
              </a:srgbClr>
            </a:solidFill>
            <a:ln w="5420" cap="flat">
              <a:solidFill>
                <a:srgbClr val="74D3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68" name="ph1768"/>
            <p:cNvSpPr/>
            <p:nvPr/>
          </p:nvSpPr>
          <p:spPr>
            <a:xfrm>
              <a:off x="5316313" y="236174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69" name="ph1769"/>
            <p:cNvSpPr/>
            <p:nvPr/>
          </p:nvSpPr>
          <p:spPr>
            <a:xfrm>
              <a:off x="5328826" y="236174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70" name="ph1770"/>
            <p:cNvSpPr/>
            <p:nvPr/>
          </p:nvSpPr>
          <p:spPr>
            <a:xfrm>
              <a:off x="5341337" y="236174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71" name="ph1771"/>
            <p:cNvSpPr/>
            <p:nvPr/>
          </p:nvSpPr>
          <p:spPr>
            <a:xfrm>
              <a:off x="5353849" y="236174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72" name="ph1772"/>
            <p:cNvSpPr/>
            <p:nvPr/>
          </p:nvSpPr>
          <p:spPr>
            <a:xfrm>
              <a:off x="5178676" y="23771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73" name="ph1773"/>
            <p:cNvSpPr/>
            <p:nvPr/>
          </p:nvSpPr>
          <p:spPr>
            <a:xfrm>
              <a:off x="5191189" y="23771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74" name="ph1774"/>
            <p:cNvSpPr/>
            <p:nvPr/>
          </p:nvSpPr>
          <p:spPr>
            <a:xfrm>
              <a:off x="5203702" y="23771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75" name="ph1775"/>
            <p:cNvSpPr/>
            <p:nvPr/>
          </p:nvSpPr>
          <p:spPr>
            <a:xfrm>
              <a:off x="5216213" y="23771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76" name="ph1776"/>
            <p:cNvSpPr/>
            <p:nvPr/>
          </p:nvSpPr>
          <p:spPr>
            <a:xfrm>
              <a:off x="5228725" y="23771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77" name="ph1777"/>
            <p:cNvSpPr/>
            <p:nvPr/>
          </p:nvSpPr>
          <p:spPr>
            <a:xfrm>
              <a:off x="5241238" y="23771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78" name="ph1778"/>
            <p:cNvSpPr/>
            <p:nvPr/>
          </p:nvSpPr>
          <p:spPr>
            <a:xfrm>
              <a:off x="5253751" y="23771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79" name="ph1779"/>
            <p:cNvSpPr/>
            <p:nvPr/>
          </p:nvSpPr>
          <p:spPr>
            <a:xfrm>
              <a:off x="5266262" y="23771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80" name="ph1780"/>
            <p:cNvSpPr/>
            <p:nvPr/>
          </p:nvSpPr>
          <p:spPr>
            <a:xfrm>
              <a:off x="5278777" y="23771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81" name="ph1781"/>
            <p:cNvSpPr/>
            <p:nvPr/>
          </p:nvSpPr>
          <p:spPr>
            <a:xfrm>
              <a:off x="5291288" y="23771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82" name="ph1782"/>
            <p:cNvSpPr/>
            <p:nvPr/>
          </p:nvSpPr>
          <p:spPr>
            <a:xfrm>
              <a:off x="5303800" y="23771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83" name="ph1783"/>
            <p:cNvSpPr/>
            <p:nvPr/>
          </p:nvSpPr>
          <p:spPr>
            <a:xfrm>
              <a:off x="5316313" y="23771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84" name="ph1784"/>
            <p:cNvSpPr/>
            <p:nvPr/>
          </p:nvSpPr>
          <p:spPr>
            <a:xfrm>
              <a:off x="5328826" y="23771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85" name="ph1785"/>
            <p:cNvSpPr/>
            <p:nvPr/>
          </p:nvSpPr>
          <p:spPr>
            <a:xfrm>
              <a:off x="5341337" y="23771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86" name="ph1786"/>
            <p:cNvSpPr/>
            <p:nvPr/>
          </p:nvSpPr>
          <p:spPr>
            <a:xfrm>
              <a:off x="5353849" y="23771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87" name="ph1787"/>
            <p:cNvSpPr/>
            <p:nvPr/>
          </p:nvSpPr>
          <p:spPr>
            <a:xfrm>
              <a:off x="5366362" y="23771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88" name="ph1788"/>
            <p:cNvSpPr/>
            <p:nvPr/>
          </p:nvSpPr>
          <p:spPr>
            <a:xfrm>
              <a:off x="5191189" y="23924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89" name="ph1789"/>
            <p:cNvSpPr/>
            <p:nvPr/>
          </p:nvSpPr>
          <p:spPr>
            <a:xfrm>
              <a:off x="5203702" y="23924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90" name="ph1790"/>
            <p:cNvSpPr/>
            <p:nvPr/>
          </p:nvSpPr>
          <p:spPr>
            <a:xfrm>
              <a:off x="5216213" y="23924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91" name="ph1791"/>
            <p:cNvSpPr/>
            <p:nvPr/>
          </p:nvSpPr>
          <p:spPr>
            <a:xfrm>
              <a:off x="5228725" y="23924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92" name="ph1792"/>
            <p:cNvSpPr/>
            <p:nvPr/>
          </p:nvSpPr>
          <p:spPr>
            <a:xfrm>
              <a:off x="5241238" y="23924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93" name="ph1793"/>
            <p:cNvSpPr/>
            <p:nvPr/>
          </p:nvSpPr>
          <p:spPr>
            <a:xfrm>
              <a:off x="5253751" y="23924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94" name="ph1794"/>
            <p:cNvSpPr/>
            <p:nvPr/>
          </p:nvSpPr>
          <p:spPr>
            <a:xfrm>
              <a:off x="5266262" y="23924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95" name="ph1795"/>
            <p:cNvSpPr/>
            <p:nvPr/>
          </p:nvSpPr>
          <p:spPr>
            <a:xfrm>
              <a:off x="5278777" y="23924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96" name="ph1796"/>
            <p:cNvSpPr/>
            <p:nvPr/>
          </p:nvSpPr>
          <p:spPr>
            <a:xfrm>
              <a:off x="5291288" y="23924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97" name="ph1797"/>
            <p:cNvSpPr/>
            <p:nvPr/>
          </p:nvSpPr>
          <p:spPr>
            <a:xfrm>
              <a:off x="5303800" y="23924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98" name="ph1798"/>
            <p:cNvSpPr/>
            <p:nvPr/>
          </p:nvSpPr>
          <p:spPr>
            <a:xfrm>
              <a:off x="5316313" y="23924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99" name="ph1799"/>
            <p:cNvSpPr/>
            <p:nvPr/>
          </p:nvSpPr>
          <p:spPr>
            <a:xfrm>
              <a:off x="5328826" y="23924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4CFAE">
                <a:alpha val="100000"/>
              </a:srgbClr>
            </a:solidFill>
            <a:ln w="5420" cap="flat">
              <a:solidFill>
                <a:srgbClr val="64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00" name="ph1800"/>
            <p:cNvSpPr/>
            <p:nvPr/>
          </p:nvSpPr>
          <p:spPr>
            <a:xfrm>
              <a:off x="5341337" y="23924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01" name="ph1801"/>
            <p:cNvSpPr/>
            <p:nvPr/>
          </p:nvSpPr>
          <p:spPr>
            <a:xfrm>
              <a:off x="5353849" y="23924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02" name="ph1802"/>
            <p:cNvSpPr/>
            <p:nvPr/>
          </p:nvSpPr>
          <p:spPr>
            <a:xfrm>
              <a:off x="5366362" y="23924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03" name="ph1803"/>
            <p:cNvSpPr/>
            <p:nvPr/>
          </p:nvSpPr>
          <p:spPr>
            <a:xfrm>
              <a:off x="5153653" y="24078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04" name="ph1804"/>
            <p:cNvSpPr/>
            <p:nvPr/>
          </p:nvSpPr>
          <p:spPr>
            <a:xfrm>
              <a:off x="5166164" y="24078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05" name="ph1805"/>
            <p:cNvSpPr/>
            <p:nvPr/>
          </p:nvSpPr>
          <p:spPr>
            <a:xfrm>
              <a:off x="5178676" y="24078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06" name="ph1806"/>
            <p:cNvSpPr/>
            <p:nvPr/>
          </p:nvSpPr>
          <p:spPr>
            <a:xfrm>
              <a:off x="5191189" y="24078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07" name="ph1807"/>
            <p:cNvSpPr/>
            <p:nvPr/>
          </p:nvSpPr>
          <p:spPr>
            <a:xfrm>
              <a:off x="5203702" y="24078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08" name="ph1808"/>
            <p:cNvSpPr/>
            <p:nvPr/>
          </p:nvSpPr>
          <p:spPr>
            <a:xfrm>
              <a:off x="5216213" y="24078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09" name="ph1809"/>
            <p:cNvSpPr/>
            <p:nvPr/>
          </p:nvSpPr>
          <p:spPr>
            <a:xfrm>
              <a:off x="5228725" y="24078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10" name="ph1810"/>
            <p:cNvSpPr/>
            <p:nvPr/>
          </p:nvSpPr>
          <p:spPr>
            <a:xfrm>
              <a:off x="5241238" y="24078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11" name="ph1811"/>
            <p:cNvSpPr/>
            <p:nvPr/>
          </p:nvSpPr>
          <p:spPr>
            <a:xfrm>
              <a:off x="5253751" y="24078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12" name="ph1812"/>
            <p:cNvSpPr/>
            <p:nvPr/>
          </p:nvSpPr>
          <p:spPr>
            <a:xfrm>
              <a:off x="5266262" y="24078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13" name="ph1813"/>
            <p:cNvSpPr/>
            <p:nvPr/>
          </p:nvSpPr>
          <p:spPr>
            <a:xfrm>
              <a:off x="5278777" y="24078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14" name="ph1814"/>
            <p:cNvSpPr/>
            <p:nvPr/>
          </p:nvSpPr>
          <p:spPr>
            <a:xfrm>
              <a:off x="5291288" y="24078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15" name="ph1815"/>
            <p:cNvSpPr/>
            <p:nvPr/>
          </p:nvSpPr>
          <p:spPr>
            <a:xfrm>
              <a:off x="5303800" y="24078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16" name="ph1816"/>
            <p:cNvSpPr/>
            <p:nvPr/>
          </p:nvSpPr>
          <p:spPr>
            <a:xfrm>
              <a:off x="5316313" y="24078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17" name="ph1817"/>
            <p:cNvSpPr/>
            <p:nvPr/>
          </p:nvSpPr>
          <p:spPr>
            <a:xfrm>
              <a:off x="5328826" y="24078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18" name="ph1818"/>
            <p:cNvSpPr/>
            <p:nvPr/>
          </p:nvSpPr>
          <p:spPr>
            <a:xfrm>
              <a:off x="5341337" y="24078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19" name="ph1819"/>
            <p:cNvSpPr/>
            <p:nvPr/>
          </p:nvSpPr>
          <p:spPr>
            <a:xfrm>
              <a:off x="5353849" y="24078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20" name="ph1820"/>
            <p:cNvSpPr/>
            <p:nvPr/>
          </p:nvSpPr>
          <p:spPr>
            <a:xfrm>
              <a:off x="5153653" y="24232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21" name="ph1821"/>
            <p:cNvSpPr/>
            <p:nvPr/>
          </p:nvSpPr>
          <p:spPr>
            <a:xfrm>
              <a:off x="5166164" y="24232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22" name="ph1822"/>
            <p:cNvSpPr/>
            <p:nvPr/>
          </p:nvSpPr>
          <p:spPr>
            <a:xfrm>
              <a:off x="5178676" y="24232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23" name="ph1823"/>
            <p:cNvSpPr/>
            <p:nvPr/>
          </p:nvSpPr>
          <p:spPr>
            <a:xfrm>
              <a:off x="5191189" y="24232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24" name="ph1824"/>
            <p:cNvSpPr/>
            <p:nvPr/>
          </p:nvSpPr>
          <p:spPr>
            <a:xfrm>
              <a:off x="5203702" y="24232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25" name="ph1825"/>
            <p:cNvSpPr/>
            <p:nvPr/>
          </p:nvSpPr>
          <p:spPr>
            <a:xfrm>
              <a:off x="5216213" y="24232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26" name="ph1826"/>
            <p:cNvSpPr/>
            <p:nvPr/>
          </p:nvSpPr>
          <p:spPr>
            <a:xfrm>
              <a:off x="5228725" y="24232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27" name="ph1827"/>
            <p:cNvSpPr/>
            <p:nvPr/>
          </p:nvSpPr>
          <p:spPr>
            <a:xfrm>
              <a:off x="5241238" y="24232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28" name="ph1828"/>
            <p:cNvSpPr/>
            <p:nvPr/>
          </p:nvSpPr>
          <p:spPr>
            <a:xfrm>
              <a:off x="5253751" y="24232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29" name="ph1829"/>
            <p:cNvSpPr/>
            <p:nvPr/>
          </p:nvSpPr>
          <p:spPr>
            <a:xfrm>
              <a:off x="5266262" y="24232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30" name="ph1830"/>
            <p:cNvSpPr/>
            <p:nvPr/>
          </p:nvSpPr>
          <p:spPr>
            <a:xfrm>
              <a:off x="5278777" y="24232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31" name="ph1831"/>
            <p:cNvSpPr/>
            <p:nvPr/>
          </p:nvSpPr>
          <p:spPr>
            <a:xfrm>
              <a:off x="5291288" y="24232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32" name="ph1832"/>
            <p:cNvSpPr/>
            <p:nvPr/>
          </p:nvSpPr>
          <p:spPr>
            <a:xfrm>
              <a:off x="5303800" y="24232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33" name="ph1833"/>
            <p:cNvSpPr/>
            <p:nvPr/>
          </p:nvSpPr>
          <p:spPr>
            <a:xfrm>
              <a:off x="5316313" y="24232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34" name="ph1834"/>
            <p:cNvSpPr/>
            <p:nvPr/>
          </p:nvSpPr>
          <p:spPr>
            <a:xfrm>
              <a:off x="5328826" y="24232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35" name="ph1835"/>
            <p:cNvSpPr/>
            <p:nvPr/>
          </p:nvSpPr>
          <p:spPr>
            <a:xfrm>
              <a:off x="5341337" y="24232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36" name="ph1836"/>
            <p:cNvSpPr/>
            <p:nvPr/>
          </p:nvSpPr>
          <p:spPr>
            <a:xfrm>
              <a:off x="5153653" y="24386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37" name="ph1837"/>
            <p:cNvSpPr/>
            <p:nvPr/>
          </p:nvSpPr>
          <p:spPr>
            <a:xfrm>
              <a:off x="5166164" y="24386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38" name="ph1838"/>
            <p:cNvSpPr/>
            <p:nvPr/>
          </p:nvSpPr>
          <p:spPr>
            <a:xfrm>
              <a:off x="5178676" y="24386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39" name="ph1839"/>
            <p:cNvSpPr/>
            <p:nvPr/>
          </p:nvSpPr>
          <p:spPr>
            <a:xfrm>
              <a:off x="5191189" y="24386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40" name="ph1840"/>
            <p:cNvSpPr/>
            <p:nvPr/>
          </p:nvSpPr>
          <p:spPr>
            <a:xfrm>
              <a:off x="5203702" y="24386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41" name="ph1841"/>
            <p:cNvSpPr/>
            <p:nvPr/>
          </p:nvSpPr>
          <p:spPr>
            <a:xfrm>
              <a:off x="5216213" y="24386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42" name="ph1842"/>
            <p:cNvSpPr/>
            <p:nvPr/>
          </p:nvSpPr>
          <p:spPr>
            <a:xfrm>
              <a:off x="5228725" y="24386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43" name="ph1843"/>
            <p:cNvSpPr/>
            <p:nvPr/>
          </p:nvSpPr>
          <p:spPr>
            <a:xfrm>
              <a:off x="5241238" y="24386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44" name="ph1844"/>
            <p:cNvSpPr/>
            <p:nvPr/>
          </p:nvSpPr>
          <p:spPr>
            <a:xfrm>
              <a:off x="5253751" y="24386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45" name="ph1845"/>
            <p:cNvSpPr/>
            <p:nvPr/>
          </p:nvSpPr>
          <p:spPr>
            <a:xfrm>
              <a:off x="5266262" y="24386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46" name="ph1846"/>
            <p:cNvSpPr/>
            <p:nvPr/>
          </p:nvSpPr>
          <p:spPr>
            <a:xfrm>
              <a:off x="5278777" y="24386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47" name="ph1847"/>
            <p:cNvSpPr/>
            <p:nvPr/>
          </p:nvSpPr>
          <p:spPr>
            <a:xfrm>
              <a:off x="5291288" y="24386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48" name="ph1848"/>
            <p:cNvSpPr/>
            <p:nvPr/>
          </p:nvSpPr>
          <p:spPr>
            <a:xfrm>
              <a:off x="5303800" y="24386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49" name="ph1849"/>
            <p:cNvSpPr/>
            <p:nvPr/>
          </p:nvSpPr>
          <p:spPr>
            <a:xfrm>
              <a:off x="5316313" y="24386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50" name="ph1850"/>
            <p:cNvSpPr/>
            <p:nvPr/>
          </p:nvSpPr>
          <p:spPr>
            <a:xfrm>
              <a:off x="5328826" y="24386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51" name="ph1851"/>
            <p:cNvSpPr/>
            <p:nvPr/>
          </p:nvSpPr>
          <p:spPr>
            <a:xfrm>
              <a:off x="5153653" y="245399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52" name="ph1852"/>
            <p:cNvSpPr/>
            <p:nvPr/>
          </p:nvSpPr>
          <p:spPr>
            <a:xfrm>
              <a:off x="5166164" y="245399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53" name="ph1853"/>
            <p:cNvSpPr/>
            <p:nvPr/>
          </p:nvSpPr>
          <p:spPr>
            <a:xfrm>
              <a:off x="5178676" y="245399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54" name="ph1854"/>
            <p:cNvSpPr/>
            <p:nvPr/>
          </p:nvSpPr>
          <p:spPr>
            <a:xfrm>
              <a:off x="5191189" y="245399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55" name="ph1855"/>
            <p:cNvSpPr/>
            <p:nvPr/>
          </p:nvSpPr>
          <p:spPr>
            <a:xfrm>
              <a:off x="5203702" y="245399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56" name="ph1856"/>
            <p:cNvSpPr/>
            <p:nvPr/>
          </p:nvSpPr>
          <p:spPr>
            <a:xfrm>
              <a:off x="5216213" y="245399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BFAB">
                <a:alpha val="100000"/>
              </a:srgbClr>
            </a:solidFill>
            <a:ln w="5420" cap="flat">
              <a:solidFill>
                <a:srgbClr val="57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57" name="ph1857"/>
            <p:cNvSpPr/>
            <p:nvPr/>
          </p:nvSpPr>
          <p:spPr>
            <a:xfrm>
              <a:off x="5228725" y="245399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58" name="ph1858"/>
            <p:cNvSpPr/>
            <p:nvPr/>
          </p:nvSpPr>
          <p:spPr>
            <a:xfrm>
              <a:off x="5241238" y="245399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59" name="ph1859"/>
            <p:cNvSpPr/>
            <p:nvPr/>
          </p:nvSpPr>
          <p:spPr>
            <a:xfrm>
              <a:off x="5253751" y="245399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60" name="ph1860"/>
            <p:cNvSpPr/>
            <p:nvPr/>
          </p:nvSpPr>
          <p:spPr>
            <a:xfrm>
              <a:off x="5266262" y="245399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61" name="ph1861"/>
            <p:cNvSpPr/>
            <p:nvPr/>
          </p:nvSpPr>
          <p:spPr>
            <a:xfrm>
              <a:off x="5278777" y="245399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62" name="ph1862"/>
            <p:cNvSpPr/>
            <p:nvPr/>
          </p:nvSpPr>
          <p:spPr>
            <a:xfrm>
              <a:off x="5291288" y="245399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63" name="ph1863"/>
            <p:cNvSpPr/>
            <p:nvPr/>
          </p:nvSpPr>
          <p:spPr>
            <a:xfrm>
              <a:off x="5303800" y="245399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64" name="ph1864"/>
            <p:cNvSpPr/>
            <p:nvPr/>
          </p:nvSpPr>
          <p:spPr>
            <a:xfrm>
              <a:off x="5316313" y="245399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65" name="ph1865"/>
            <p:cNvSpPr/>
            <p:nvPr/>
          </p:nvSpPr>
          <p:spPr>
            <a:xfrm>
              <a:off x="5141140" y="24693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66" name="ph1866"/>
            <p:cNvSpPr/>
            <p:nvPr/>
          </p:nvSpPr>
          <p:spPr>
            <a:xfrm>
              <a:off x="5153653" y="24693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67" name="ph1867"/>
            <p:cNvSpPr/>
            <p:nvPr/>
          </p:nvSpPr>
          <p:spPr>
            <a:xfrm>
              <a:off x="5166164" y="24693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68" name="ph1868"/>
            <p:cNvSpPr/>
            <p:nvPr/>
          </p:nvSpPr>
          <p:spPr>
            <a:xfrm>
              <a:off x="5178676" y="24693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69" name="ph1869"/>
            <p:cNvSpPr/>
            <p:nvPr/>
          </p:nvSpPr>
          <p:spPr>
            <a:xfrm>
              <a:off x="5191189" y="24693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70" name="ph1870"/>
            <p:cNvSpPr/>
            <p:nvPr/>
          </p:nvSpPr>
          <p:spPr>
            <a:xfrm>
              <a:off x="5203702" y="24693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71" name="ph1871"/>
            <p:cNvSpPr/>
            <p:nvPr/>
          </p:nvSpPr>
          <p:spPr>
            <a:xfrm>
              <a:off x="5216213" y="24693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72" name="ph1872"/>
            <p:cNvSpPr/>
            <p:nvPr/>
          </p:nvSpPr>
          <p:spPr>
            <a:xfrm>
              <a:off x="5228725" y="24693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73" name="ph1873"/>
            <p:cNvSpPr/>
            <p:nvPr/>
          </p:nvSpPr>
          <p:spPr>
            <a:xfrm>
              <a:off x="5241238" y="24693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74" name="ph1874"/>
            <p:cNvSpPr/>
            <p:nvPr/>
          </p:nvSpPr>
          <p:spPr>
            <a:xfrm>
              <a:off x="5253751" y="24693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75" name="ph1875"/>
            <p:cNvSpPr/>
            <p:nvPr/>
          </p:nvSpPr>
          <p:spPr>
            <a:xfrm>
              <a:off x="5266262" y="24693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76" name="ph1876"/>
            <p:cNvSpPr/>
            <p:nvPr/>
          </p:nvSpPr>
          <p:spPr>
            <a:xfrm>
              <a:off x="5278777" y="24693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77" name="ph1877"/>
            <p:cNvSpPr/>
            <p:nvPr/>
          </p:nvSpPr>
          <p:spPr>
            <a:xfrm>
              <a:off x="5291288" y="24693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78" name="ph1878"/>
            <p:cNvSpPr/>
            <p:nvPr/>
          </p:nvSpPr>
          <p:spPr>
            <a:xfrm>
              <a:off x="5141140" y="24847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79" name="ph1879"/>
            <p:cNvSpPr/>
            <p:nvPr/>
          </p:nvSpPr>
          <p:spPr>
            <a:xfrm>
              <a:off x="5153653" y="24847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80" name="ph1880"/>
            <p:cNvSpPr/>
            <p:nvPr/>
          </p:nvSpPr>
          <p:spPr>
            <a:xfrm>
              <a:off x="5166164" y="24847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81" name="ph1881"/>
            <p:cNvSpPr/>
            <p:nvPr/>
          </p:nvSpPr>
          <p:spPr>
            <a:xfrm>
              <a:off x="5178676" y="24847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82" name="ph1882"/>
            <p:cNvSpPr/>
            <p:nvPr/>
          </p:nvSpPr>
          <p:spPr>
            <a:xfrm>
              <a:off x="5191189" y="24847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83" name="ph1883"/>
            <p:cNvSpPr/>
            <p:nvPr/>
          </p:nvSpPr>
          <p:spPr>
            <a:xfrm>
              <a:off x="5203702" y="24847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84" name="ph1884"/>
            <p:cNvSpPr/>
            <p:nvPr/>
          </p:nvSpPr>
          <p:spPr>
            <a:xfrm>
              <a:off x="5216213" y="24847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85" name="ph1885"/>
            <p:cNvSpPr/>
            <p:nvPr/>
          </p:nvSpPr>
          <p:spPr>
            <a:xfrm>
              <a:off x="5228725" y="24847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86" name="ph1886"/>
            <p:cNvSpPr/>
            <p:nvPr/>
          </p:nvSpPr>
          <p:spPr>
            <a:xfrm>
              <a:off x="5241238" y="24847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87" name="ph1887"/>
            <p:cNvSpPr/>
            <p:nvPr/>
          </p:nvSpPr>
          <p:spPr>
            <a:xfrm>
              <a:off x="5253751" y="24847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88" name="ph1888"/>
            <p:cNvSpPr/>
            <p:nvPr/>
          </p:nvSpPr>
          <p:spPr>
            <a:xfrm>
              <a:off x="5266262" y="24847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89" name="ph1889"/>
            <p:cNvSpPr/>
            <p:nvPr/>
          </p:nvSpPr>
          <p:spPr>
            <a:xfrm>
              <a:off x="5278777" y="24847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90" name="ph1890"/>
            <p:cNvSpPr/>
            <p:nvPr/>
          </p:nvSpPr>
          <p:spPr>
            <a:xfrm>
              <a:off x="5141140" y="250012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91" name="ph1891"/>
            <p:cNvSpPr/>
            <p:nvPr/>
          </p:nvSpPr>
          <p:spPr>
            <a:xfrm>
              <a:off x="5153653" y="250012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92" name="ph1892"/>
            <p:cNvSpPr/>
            <p:nvPr/>
          </p:nvSpPr>
          <p:spPr>
            <a:xfrm>
              <a:off x="5166164" y="250012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93" name="ph1893"/>
            <p:cNvSpPr/>
            <p:nvPr/>
          </p:nvSpPr>
          <p:spPr>
            <a:xfrm>
              <a:off x="5178676" y="250012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94" name="ph1894"/>
            <p:cNvSpPr/>
            <p:nvPr/>
          </p:nvSpPr>
          <p:spPr>
            <a:xfrm>
              <a:off x="5191189" y="250012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95" name="ph1895"/>
            <p:cNvSpPr/>
            <p:nvPr/>
          </p:nvSpPr>
          <p:spPr>
            <a:xfrm>
              <a:off x="5203702" y="250012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96" name="ph1896"/>
            <p:cNvSpPr/>
            <p:nvPr/>
          </p:nvSpPr>
          <p:spPr>
            <a:xfrm>
              <a:off x="5216213" y="250012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97" name="ph1897"/>
            <p:cNvSpPr/>
            <p:nvPr/>
          </p:nvSpPr>
          <p:spPr>
            <a:xfrm>
              <a:off x="5228725" y="250012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98" name="ph1898"/>
            <p:cNvSpPr/>
            <p:nvPr/>
          </p:nvSpPr>
          <p:spPr>
            <a:xfrm>
              <a:off x="5241238" y="250012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99" name="ph1899"/>
            <p:cNvSpPr/>
            <p:nvPr/>
          </p:nvSpPr>
          <p:spPr>
            <a:xfrm>
              <a:off x="5253751" y="250012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00" name="ph1900"/>
            <p:cNvSpPr/>
            <p:nvPr/>
          </p:nvSpPr>
          <p:spPr>
            <a:xfrm>
              <a:off x="5266262" y="250012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01" name="ph1901"/>
            <p:cNvSpPr/>
            <p:nvPr/>
          </p:nvSpPr>
          <p:spPr>
            <a:xfrm>
              <a:off x="5116114" y="25155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02" name="ph1902"/>
            <p:cNvSpPr/>
            <p:nvPr/>
          </p:nvSpPr>
          <p:spPr>
            <a:xfrm>
              <a:off x="5128627" y="25155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03" name="ph1903"/>
            <p:cNvSpPr/>
            <p:nvPr/>
          </p:nvSpPr>
          <p:spPr>
            <a:xfrm>
              <a:off x="5141140" y="25155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04" name="ph1904"/>
            <p:cNvSpPr/>
            <p:nvPr/>
          </p:nvSpPr>
          <p:spPr>
            <a:xfrm>
              <a:off x="5153653" y="25155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05" name="ph1905"/>
            <p:cNvSpPr/>
            <p:nvPr/>
          </p:nvSpPr>
          <p:spPr>
            <a:xfrm>
              <a:off x="5166164" y="25155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06" name="ph1906"/>
            <p:cNvSpPr/>
            <p:nvPr/>
          </p:nvSpPr>
          <p:spPr>
            <a:xfrm>
              <a:off x="5178676" y="25155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07" name="ph1907"/>
            <p:cNvSpPr/>
            <p:nvPr/>
          </p:nvSpPr>
          <p:spPr>
            <a:xfrm>
              <a:off x="5191189" y="25155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08" name="ph1908"/>
            <p:cNvSpPr/>
            <p:nvPr/>
          </p:nvSpPr>
          <p:spPr>
            <a:xfrm>
              <a:off x="5203702" y="25155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09" name="ph1909"/>
            <p:cNvSpPr/>
            <p:nvPr/>
          </p:nvSpPr>
          <p:spPr>
            <a:xfrm>
              <a:off x="5216213" y="25155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10" name="ph1910"/>
            <p:cNvSpPr/>
            <p:nvPr/>
          </p:nvSpPr>
          <p:spPr>
            <a:xfrm>
              <a:off x="5228725" y="25155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11" name="ph1911"/>
            <p:cNvSpPr/>
            <p:nvPr/>
          </p:nvSpPr>
          <p:spPr>
            <a:xfrm>
              <a:off x="5241238" y="25155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12" name="ph1912"/>
            <p:cNvSpPr/>
            <p:nvPr/>
          </p:nvSpPr>
          <p:spPr>
            <a:xfrm>
              <a:off x="5253751" y="25155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13" name="ph1913"/>
            <p:cNvSpPr/>
            <p:nvPr/>
          </p:nvSpPr>
          <p:spPr>
            <a:xfrm>
              <a:off x="5266262" y="25155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14" name="ph1914"/>
            <p:cNvSpPr/>
            <p:nvPr/>
          </p:nvSpPr>
          <p:spPr>
            <a:xfrm>
              <a:off x="5103602" y="25308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15" name="ph1915"/>
            <p:cNvSpPr/>
            <p:nvPr/>
          </p:nvSpPr>
          <p:spPr>
            <a:xfrm>
              <a:off x="5116114" y="25308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16" name="ph1916"/>
            <p:cNvSpPr/>
            <p:nvPr/>
          </p:nvSpPr>
          <p:spPr>
            <a:xfrm>
              <a:off x="5128627" y="25308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17" name="ph1917"/>
            <p:cNvSpPr/>
            <p:nvPr/>
          </p:nvSpPr>
          <p:spPr>
            <a:xfrm>
              <a:off x="5141140" y="25308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18" name="ph1918"/>
            <p:cNvSpPr/>
            <p:nvPr/>
          </p:nvSpPr>
          <p:spPr>
            <a:xfrm>
              <a:off x="5153653" y="25308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19" name="ph1919"/>
            <p:cNvSpPr/>
            <p:nvPr/>
          </p:nvSpPr>
          <p:spPr>
            <a:xfrm>
              <a:off x="5166164" y="25308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20" name="ph1920"/>
            <p:cNvSpPr/>
            <p:nvPr/>
          </p:nvSpPr>
          <p:spPr>
            <a:xfrm>
              <a:off x="5178676" y="25308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21" name="ph1921"/>
            <p:cNvSpPr/>
            <p:nvPr/>
          </p:nvSpPr>
          <p:spPr>
            <a:xfrm>
              <a:off x="5191189" y="25308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22" name="ph1922"/>
            <p:cNvSpPr/>
            <p:nvPr/>
          </p:nvSpPr>
          <p:spPr>
            <a:xfrm>
              <a:off x="5203702" y="25308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23" name="ph1923"/>
            <p:cNvSpPr/>
            <p:nvPr/>
          </p:nvSpPr>
          <p:spPr>
            <a:xfrm>
              <a:off x="5216213" y="25308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24" name="ph1924"/>
            <p:cNvSpPr/>
            <p:nvPr/>
          </p:nvSpPr>
          <p:spPr>
            <a:xfrm>
              <a:off x="5228725" y="25308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25" name="ph1925"/>
            <p:cNvSpPr/>
            <p:nvPr/>
          </p:nvSpPr>
          <p:spPr>
            <a:xfrm>
              <a:off x="5241238" y="25308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26" name="ph1926"/>
            <p:cNvSpPr/>
            <p:nvPr/>
          </p:nvSpPr>
          <p:spPr>
            <a:xfrm>
              <a:off x="5253751" y="25308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27" name="ph1927"/>
            <p:cNvSpPr/>
            <p:nvPr/>
          </p:nvSpPr>
          <p:spPr>
            <a:xfrm>
              <a:off x="5266262" y="25308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28" name="ph1928"/>
            <p:cNvSpPr/>
            <p:nvPr/>
          </p:nvSpPr>
          <p:spPr>
            <a:xfrm>
              <a:off x="5103602" y="254625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29" name="ph1929"/>
            <p:cNvSpPr/>
            <p:nvPr/>
          </p:nvSpPr>
          <p:spPr>
            <a:xfrm>
              <a:off x="5116114" y="254625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30" name="ph1930"/>
            <p:cNvSpPr/>
            <p:nvPr/>
          </p:nvSpPr>
          <p:spPr>
            <a:xfrm>
              <a:off x="5128627" y="254625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31" name="ph1931"/>
            <p:cNvSpPr/>
            <p:nvPr/>
          </p:nvSpPr>
          <p:spPr>
            <a:xfrm>
              <a:off x="5141140" y="254625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32" name="ph1932"/>
            <p:cNvSpPr/>
            <p:nvPr/>
          </p:nvSpPr>
          <p:spPr>
            <a:xfrm>
              <a:off x="5153653" y="254625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33" name="ph1933"/>
            <p:cNvSpPr/>
            <p:nvPr/>
          </p:nvSpPr>
          <p:spPr>
            <a:xfrm>
              <a:off x="5166164" y="254625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34" name="ph1934"/>
            <p:cNvSpPr/>
            <p:nvPr/>
          </p:nvSpPr>
          <p:spPr>
            <a:xfrm>
              <a:off x="5178676" y="254625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35" name="ph1935"/>
            <p:cNvSpPr/>
            <p:nvPr/>
          </p:nvSpPr>
          <p:spPr>
            <a:xfrm>
              <a:off x="5191189" y="254625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36" name="ph1936"/>
            <p:cNvSpPr/>
            <p:nvPr/>
          </p:nvSpPr>
          <p:spPr>
            <a:xfrm>
              <a:off x="5203702" y="254625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37" name="ph1937"/>
            <p:cNvSpPr/>
            <p:nvPr/>
          </p:nvSpPr>
          <p:spPr>
            <a:xfrm>
              <a:off x="5216213" y="254625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38" name="ph1938"/>
            <p:cNvSpPr/>
            <p:nvPr/>
          </p:nvSpPr>
          <p:spPr>
            <a:xfrm>
              <a:off x="5228725" y="254625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39" name="ph1939"/>
            <p:cNvSpPr/>
            <p:nvPr/>
          </p:nvSpPr>
          <p:spPr>
            <a:xfrm>
              <a:off x="5241238" y="254625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40" name="ph1940"/>
            <p:cNvSpPr/>
            <p:nvPr/>
          </p:nvSpPr>
          <p:spPr>
            <a:xfrm>
              <a:off x="5253751" y="254625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41" name="ph1941"/>
            <p:cNvSpPr/>
            <p:nvPr/>
          </p:nvSpPr>
          <p:spPr>
            <a:xfrm>
              <a:off x="5091089" y="25616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42" name="ph1942"/>
            <p:cNvSpPr/>
            <p:nvPr/>
          </p:nvSpPr>
          <p:spPr>
            <a:xfrm>
              <a:off x="5103602" y="25616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43" name="ph1943"/>
            <p:cNvSpPr/>
            <p:nvPr/>
          </p:nvSpPr>
          <p:spPr>
            <a:xfrm>
              <a:off x="5116114" y="25616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44" name="ph1944"/>
            <p:cNvSpPr/>
            <p:nvPr/>
          </p:nvSpPr>
          <p:spPr>
            <a:xfrm>
              <a:off x="5128627" y="25616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45" name="ph1945"/>
            <p:cNvSpPr/>
            <p:nvPr/>
          </p:nvSpPr>
          <p:spPr>
            <a:xfrm>
              <a:off x="5141140" y="25616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46" name="ph1946"/>
            <p:cNvSpPr/>
            <p:nvPr/>
          </p:nvSpPr>
          <p:spPr>
            <a:xfrm>
              <a:off x="5153653" y="25616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47" name="ph1947"/>
            <p:cNvSpPr/>
            <p:nvPr/>
          </p:nvSpPr>
          <p:spPr>
            <a:xfrm>
              <a:off x="5166164" y="25616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48" name="ph1948"/>
            <p:cNvSpPr/>
            <p:nvPr/>
          </p:nvSpPr>
          <p:spPr>
            <a:xfrm>
              <a:off x="5178676" y="25616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49" name="ph1949"/>
            <p:cNvSpPr/>
            <p:nvPr/>
          </p:nvSpPr>
          <p:spPr>
            <a:xfrm>
              <a:off x="5191189" y="25616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50" name="ph1950"/>
            <p:cNvSpPr/>
            <p:nvPr/>
          </p:nvSpPr>
          <p:spPr>
            <a:xfrm>
              <a:off x="5203702" y="25616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51" name="ph1951"/>
            <p:cNvSpPr/>
            <p:nvPr/>
          </p:nvSpPr>
          <p:spPr>
            <a:xfrm>
              <a:off x="5216213" y="25616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52" name="ph1952"/>
            <p:cNvSpPr/>
            <p:nvPr/>
          </p:nvSpPr>
          <p:spPr>
            <a:xfrm>
              <a:off x="5228725" y="25616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53" name="ph1953"/>
            <p:cNvSpPr/>
            <p:nvPr/>
          </p:nvSpPr>
          <p:spPr>
            <a:xfrm>
              <a:off x="5241238" y="25616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54" name="ph1954"/>
            <p:cNvSpPr/>
            <p:nvPr/>
          </p:nvSpPr>
          <p:spPr>
            <a:xfrm>
              <a:off x="5078578" y="25770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55" name="ph1955"/>
            <p:cNvSpPr/>
            <p:nvPr/>
          </p:nvSpPr>
          <p:spPr>
            <a:xfrm>
              <a:off x="5091089" y="25770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56" name="ph1956"/>
            <p:cNvSpPr/>
            <p:nvPr/>
          </p:nvSpPr>
          <p:spPr>
            <a:xfrm>
              <a:off x="5103602" y="25770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57" name="ph1957"/>
            <p:cNvSpPr/>
            <p:nvPr/>
          </p:nvSpPr>
          <p:spPr>
            <a:xfrm>
              <a:off x="5116114" y="25770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58" name="ph1958"/>
            <p:cNvSpPr/>
            <p:nvPr/>
          </p:nvSpPr>
          <p:spPr>
            <a:xfrm>
              <a:off x="5128627" y="25770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59" name="ph1959"/>
            <p:cNvSpPr/>
            <p:nvPr/>
          </p:nvSpPr>
          <p:spPr>
            <a:xfrm>
              <a:off x="5141140" y="25770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60" name="ph1960"/>
            <p:cNvSpPr/>
            <p:nvPr/>
          </p:nvSpPr>
          <p:spPr>
            <a:xfrm>
              <a:off x="5153653" y="25770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61" name="ph1961"/>
            <p:cNvSpPr/>
            <p:nvPr/>
          </p:nvSpPr>
          <p:spPr>
            <a:xfrm>
              <a:off x="5166164" y="25770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62" name="ph1962"/>
            <p:cNvSpPr/>
            <p:nvPr/>
          </p:nvSpPr>
          <p:spPr>
            <a:xfrm>
              <a:off x="5178676" y="25770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63" name="ph1963"/>
            <p:cNvSpPr/>
            <p:nvPr/>
          </p:nvSpPr>
          <p:spPr>
            <a:xfrm>
              <a:off x="5191189" y="25770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64" name="ph1964"/>
            <p:cNvSpPr/>
            <p:nvPr/>
          </p:nvSpPr>
          <p:spPr>
            <a:xfrm>
              <a:off x="5203702" y="25770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65" name="ph1965"/>
            <p:cNvSpPr/>
            <p:nvPr/>
          </p:nvSpPr>
          <p:spPr>
            <a:xfrm>
              <a:off x="5216213" y="25770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66" name="ph1966"/>
            <p:cNvSpPr/>
            <p:nvPr/>
          </p:nvSpPr>
          <p:spPr>
            <a:xfrm>
              <a:off x="5053553" y="259238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67" name="ph1967"/>
            <p:cNvSpPr/>
            <p:nvPr/>
          </p:nvSpPr>
          <p:spPr>
            <a:xfrm>
              <a:off x="5066065" y="259238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68" name="ph1968"/>
            <p:cNvSpPr/>
            <p:nvPr/>
          </p:nvSpPr>
          <p:spPr>
            <a:xfrm>
              <a:off x="5078578" y="259238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69" name="ph1969"/>
            <p:cNvSpPr/>
            <p:nvPr/>
          </p:nvSpPr>
          <p:spPr>
            <a:xfrm>
              <a:off x="5091089" y="259238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70" name="ph1970"/>
            <p:cNvSpPr/>
            <p:nvPr/>
          </p:nvSpPr>
          <p:spPr>
            <a:xfrm>
              <a:off x="5103602" y="259238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71" name="ph1971"/>
            <p:cNvSpPr/>
            <p:nvPr/>
          </p:nvSpPr>
          <p:spPr>
            <a:xfrm>
              <a:off x="5116114" y="259238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72" name="ph1972"/>
            <p:cNvSpPr/>
            <p:nvPr/>
          </p:nvSpPr>
          <p:spPr>
            <a:xfrm>
              <a:off x="5128627" y="259238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73" name="ph1973"/>
            <p:cNvSpPr/>
            <p:nvPr/>
          </p:nvSpPr>
          <p:spPr>
            <a:xfrm>
              <a:off x="5141140" y="259238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74" name="ph1974"/>
            <p:cNvSpPr/>
            <p:nvPr/>
          </p:nvSpPr>
          <p:spPr>
            <a:xfrm>
              <a:off x="5153653" y="259238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75" name="ph1975"/>
            <p:cNvSpPr/>
            <p:nvPr/>
          </p:nvSpPr>
          <p:spPr>
            <a:xfrm>
              <a:off x="5041040" y="26077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76" name="ph1976"/>
            <p:cNvSpPr/>
            <p:nvPr/>
          </p:nvSpPr>
          <p:spPr>
            <a:xfrm>
              <a:off x="5053553" y="26077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77" name="ph1977"/>
            <p:cNvSpPr/>
            <p:nvPr/>
          </p:nvSpPr>
          <p:spPr>
            <a:xfrm>
              <a:off x="5066065" y="26077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78" name="ph1978"/>
            <p:cNvSpPr/>
            <p:nvPr/>
          </p:nvSpPr>
          <p:spPr>
            <a:xfrm>
              <a:off x="5078578" y="26077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79" name="ph1979"/>
            <p:cNvSpPr/>
            <p:nvPr/>
          </p:nvSpPr>
          <p:spPr>
            <a:xfrm>
              <a:off x="5091089" y="26077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80" name="ph1980"/>
            <p:cNvSpPr/>
            <p:nvPr/>
          </p:nvSpPr>
          <p:spPr>
            <a:xfrm>
              <a:off x="5103602" y="26077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81" name="ph1981"/>
            <p:cNvSpPr/>
            <p:nvPr/>
          </p:nvSpPr>
          <p:spPr>
            <a:xfrm>
              <a:off x="5116114" y="26077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82" name="ph1982"/>
            <p:cNvSpPr/>
            <p:nvPr/>
          </p:nvSpPr>
          <p:spPr>
            <a:xfrm>
              <a:off x="5128627" y="26077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83" name="ph1983"/>
            <p:cNvSpPr/>
            <p:nvPr/>
          </p:nvSpPr>
          <p:spPr>
            <a:xfrm>
              <a:off x="5016016" y="26231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84" name="ph1984"/>
            <p:cNvSpPr/>
            <p:nvPr/>
          </p:nvSpPr>
          <p:spPr>
            <a:xfrm>
              <a:off x="5028529" y="26231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85" name="ph1985"/>
            <p:cNvSpPr/>
            <p:nvPr/>
          </p:nvSpPr>
          <p:spPr>
            <a:xfrm>
              <a:off x="5041040" y="26231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86" name="ph1986"/>
            <p:cNvSpPr/>
            <p:nvPr/>
          </p:nvSpPr>
          <p:spPr>
            <a:xfrm>
              <a:off x="5053553" y="26231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87" name="ph1987"/>
            <p:cNvSpPr/>
            <p:nvPr/>
          </p:nvSpPr>
          <p:spPr>
            <a:xfrm>
              <a:off x="5066065" y="26231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88" name="ph1988"/>
            <p:cNvSpPr/>
            <p:nvPr/>
          </p:nvSpPr>
          <p:spPr>
            <a:xfrm>
              <a:off x="5078578" y="26231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89" name="ph1989"/>
            <p:cNvSpPr/>
            <p:nvPr/>
          </p:nvSpPr>
          <p:spPr>
            <a:xfrm>
              <a:off x="5091089" y="26231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90" name="ph1990"/>
            <p:cNvSpPr/>
            <p:nvPr/>
          </p:nvSpPr>
          <p:spPr>
            <a:xfrm>
              <a:off x="5103602" y="26231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91" name="ph1991"/>
            <p:cNvSpPr/>
            <p:nvPr/>
          </p:nvSpPr>
          <p:spPr>
            <a:xfrm>
              <a:off x="5116114" y="26231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92" name="ph1992"/>
            <p:cNvSpPr/>
            <p:nvPr/>
          </p:nvSpPr>
          <p:spPr>
            <a:xfrm>
              <a:off x="4978478" y="263850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93" name="ph1993"/>
            <p:cNvSpPr/>
            <p:nvPr/>
          </p:nvSpPr>
          <p:spPr>
            <a:xfrm>
              <a:off x="4990990" y="263850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94" name="ph1994"/>
            <p:cNvSpPr/>
            <p:nvPr/>
          </p:nvSpPr>
          <p:spPr>
            <a:xfrm>
              <a:off x="5003504" y="263850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9DAA">
                <a:alpha val="100000"/>
              </a:srgbClr>
            </a:solidFill>
            <a:ln w="5420" cap="flat">
              <a:solidFill>
                <a:srgbClr val="3B9D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95" name="ph1995"/>
            <p:cNvSpPr/>
            <p:nvPr/>
          </p:nvSpPr>
          <p:spPr>
            <a:xfrm>
              <a:off x="5016016" y="263850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96" name="ph1996"/>
            <p:cNvSpPr/>
            <p:nvPr/>
          </p:nvSpPr>
          <p:spPr>
            <a:xfrm>
              <a:off x="5028529" y="263850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97" name="ph1997"/>
            <p:cNvSpPr/>
            <p:nvPr/>
          </p:nvSpPr>
          <p:spPr>
            <a:xfrm>
              <a:off x="5041040" y="263850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98" name="ph1998"/>
            <p:cNvSpPr/>
            <p:nvPr/>
          </p:nvSpPr>
          <p:spPr>
            <a:xfrm>
              <a:off x="5053553" y="263850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99" name="ph1999"/>
            <p:cNvSpPr/>
            <p:nvPr/>
          </p:nvSpPr>
          <p:spPr>
            <a:xfrm>
              <a:off x="5066065" y="263850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00" name="ph2000"/>
            <p:cNvSpPr/>
            <p:nvPr/>
          </p:nvSpPr>
          <p:spPr>
            <a:xfrm>
              <a:off x="5078578" y="263850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01" name="ph2001"/>
            <p:cNvSpPr/>
            <p:nvPr/>
          </p:nvSpPr>
          <p:spPr>
            <a:xfrm>
              <a:off x="5091089" y="263850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02" name="ph2002"/>
            <p:cNvSpPr/>
            <p:nvPr/>
          </p:nvSpPr>
          <p:spPr>
            <a:xfrm>
              <a:off x="5103602" y="263850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03" name="ph2003"/>
            <p:cNvSpPr/>
            <p:nvPr/>
          </p:nvSpPr>
          <p:spPr>
            <a:xfrm>
              <a:off x="4953454" y="265388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04" name="ph2004"/>
            <p:cNvSpPr/>
            <p:nvPr/>
          </p:nvSpPr>
          <p:spPr>
            <a:xfrm>
              <a:off x="4965967" y="265388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05" name="ph2005"/>
            <p:cNvSpPr/>
            <p:nvPr/>
          </p:nvSpPr>
          <p:spPr>
            <a:xfrm>
              <a:off x="4978478" y="265388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06" name="ph2006"/>
            <p:cNvSpPr/>
            <p:nvPr/>
          </p:nvSpPr>
          <p:spPr>
            <a:xfrm>
              <a:off x="4990990" y="265388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07" name="ph2007"/>
            <p:cNvSpPr/>
            <p:nvPr/>
          </p:nvSpPr>
          <p:spPr>
            <a:xfrm>
              <a:off x="5003504" y="265388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08" name="ph2008"/>
            <p:cNvSpPr/>
            <p:nvPr/>
          </p:nvSpPr>
          <p:spPr>
            <a:xfrm>
              <a:off x="5016016" y="265388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09" name="ph2009"/>
            <p:cNvSpPr/>
            <p:nvPr/>
          </p:nvSpPr>
          <p:spPr>
            <a:xfrm>
              <a:off x="5028529" y="265388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10" name="ph2010"/>
            <p:cNvSpPr/>
            <p:nvPr/>
          </p:nvSpPr>
          <p:spPr>
            <a:xfrm>
              <a:off x="5041040" y="265388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11" name="ph2011"/>
            <p:cNvSpPr/>
            <p:nvPr/>
          </p:nvSpPr>
          <p:spPr>
            <a:xfrm>
              <a:off x="5053553" y="265388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12" name="ph2012"/>
            <p:cNvSpPr/>
            <p:nvPr/>
          </p:nvSpPr>
          <p:spPr>
            <a:xfrm>
              <a:off x="5066065" y="265388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CB0AB">
                <a:alpha val="100000"/>
              </a:srgbClr>
            </a:solidFill>
            <a:ln w="5420" cap="flat">
              <a:solidFill>
                <a:srgbClr val="4C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13" name="ph2013"/>
            <p:cNvSpPr/>
            <p:nvPr/>
          </p:nvSpPr>
          <p:spPr>
            <a:xfrm>
              <a:off x="5078578" y="265388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14" name="ph2014"/>
            <p:cNvSpPr/>
            <p:nvPr/>
          </p:nvSpPr>
          <p:spPr>
            <a:xfrm>
              <a:off x="5091089" y="265388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15" name="ph2015"/>
            <p:cNvSpPr/>
            <p:nvPr/>
          </p:nvSpPr>
          <p:spPr>
            <a:xfrm>
              <a:off x="4940941" y="266925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16" name="ph2016"/>
            <p:cNvSpPr/>
            <p:nvPr/>
          </p:nvSpPr>
          <p:spPr>
            <a:xfrm>
              <a:off x="4953454" y="266925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17" name="ph2017"/>
            <p:cNvSpPr/>
            <p:nvPr/>
          </p:nvSpPr>
          <p:spPr>
            <a:xfrm>
              <a:off x="4965967" y="266925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18" name="ph2018"/>
            <p:cNvSpPr/>
            <p:nvPr/>
          </p:nvSpPr>
          <p:spPr>
            <a:xfrm>
              <a:off x="4978478" y="266925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19" name="ph2019"/>
            <p:cNvSpPr/>
            <p:nvPr/>
          </p:nvSpPr>
          <p:spPr>
            <a:xfrm>
              <a:off x="4990990" y="266925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20" name="ph2020"/>
            <p:cNvSpPr/>
            <p:nvPr/>
          </p:nvSpPr>
          <p:spPr>
            <a:xfrm>
              <a:off x="5003504" y="266925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21" name="ph2021"/>
            <p:cNvSpPr/>
            <p:nvPr/>
          </p:nvSpPr>
          <p:spPr>
            <a:xfrm>
              <a:off x="5016016" y="266925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22" name="ph2022"/>
            <p:cNvSpPr/>
            <p:nvPr/>
          </p:nvSpPr>
          <p:spPr>
            <a:xfrm>
              <a:off x="5028529" y="266925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23" name="ph2023"/>
            <p:cNvSpPr/>
            <p:nvPr/>
          </p:nvSpPr>
          <p:spPr>
            <a:xfrm>
              <a:off x="5041040" y="266925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24" name="ph2024"/>
            <p:cNvSpPr/>
            <p:nvPr/>
          </p:nvSpPr>
          <p:spPr>
            <a:xfrm>
              <a:off x="5053553" y="266925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25" name="ph2025"/>
            <p:cNvSpPr/>
            <p:nvPr/>
          </p:nvSpPr>
          <p:spPr>
            <a:xfrm>
              <a:off x="5066065" y="266925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26" name="ph2026"/>
            <p:cNvSpPr/>
            <p:nvPr/>
          </p:nvSpPr>
          <p:spPr>
            <a:xfrm>
              <a:off x="5078578" y="266925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27" name="ph2027"/>
            <p:cNvSpPr/>
            <p:nvPr/>
          </p:nvSpPr>
          <p:spPr>
            <a:xfrm>
              <a:off x="5091089" y="266925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28" name="ph2028"/>
            <p:cNvSpPr/>
            <p:nvPr/>
          </p:nvSpPr>
          <p:spPr>
            <a:xfrm>
              <a:off x="4928429" y="26846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29" name="ph2029"/>
            <p:cNvSpPr/>
            <p:nvPr/>
          </p:nvSpPr>
          <p:spPr>
            <a:xfrm>
              <a:off x="4940941" y="26846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30" name="ph2030"/>
            <p:cNvSpPr/>
            <p:nvPr/>
          </p:nvSpPr>
          <p:spPr>
            <a:xfrm>
              <a:off x="4953454" y="26846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31" name="ph2031"/>
            <p:cNvSpPr/>
            <p:nvPr/>
          </p:nvSpPr>
          <p:spPr>
            <a:xfrm>
              <a:off x="4965967" y="26846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32" name="ph2032"/>
            <p:cNvSpPr/>
            <p:nvPr/>
          </p:nvSpPr>
          <p:spPr>
            <a:xfrm>
              <a:off x="4978478" y="26846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33" name="ph2033"/>
            <p:cNvSpPr/>
            <p:nvPr/>
          </p:nvSpPr>
          <p:spPr>
            <a:xfrm>
              <a:off x="4990990" y="26846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34" name="ph2034"/>
            <p:cNvSpPr/>
            <p:nvPr/>
          </p:nvSpPr>
          <p:spPr>
            <a:xfrm>
              <a:off x="5003504" y="26846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35" name="ph2035"/>
            <p:cNvSpPr/>
            <p:nvPr/>
          </p:nvSpPr>
          <p:spPr>
            <a:xfrm>
              <a:off x="5016016" y="26846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36" name="ph2036"/>
            <p:cNvSpPr/>
            <p:nvPr/>
          </p:nvSpPr>
          <p:spPr>
            <a:xfrm>
              <a:off x="5028529" y="26846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37" name="ph2037"/>
            <p:cNvSpPr/>
            <p:nvPr/>
          </p:nvSpPr>
          <p:spPr>
            <a:xfrm>
              <a:off x="5041040" y="26846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38" name="ph2038"/>
            <p:cNvSpPr/>
            <p:nvPr/>
          </p:nvSpPr>
          <p:spPr>
            <a:xfrm>
              <a:off x="5053553" y="26846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39" name="ph2039"/>
            <p:cNvSpPr/>
            <p:nvPr/>
          </p:nvSpPr>
          <p:spPr>
            <a:xfrm>
              <a:off x="5066065" y="26846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40" name="ph2040"/>
            <p:cNvSpPr/>
            <p:nvPr/>
          </p:nvSpPr>
          <p:spPr>
            <a:xfrm>
              <a:off x="5078578" y="26846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41" name="ph2041"/>
            <p:cNvSpPr/>
            <p:nvPr/>
          </p:nvSpPr>
          <p:spPr>
            <a:xfrm>
              <a:off x="4915918" y="27000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42" name="ph2042"/>
            <p:cNvSpPr/>
            <p:nvPr/>
          </p:nvSpPr>
          <p:spPr>
            <a:xfrm>
              <a:off x="4928429" y="27000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43" name="ph2043"/>
            <p:cNvSpPr/>
            <p:nvPr/>
          </p:nvSpPr>
          <p:spPr>
            <a:xfrm>
              <a:off x="4940941" y="27000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44" name="ph2044"/>
            <p:cNvSpPr/>
            <p:nvPr/>
          </p:nvSpPr>
          <p:spPr>
            <a:xfrm>
              <a:off x="4953454" y="27000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45" name="ph2045"/>
            <p:cNvSpPr/>
            <p:nvPr/>
          </p:nvSpPr>
          <p:spPr>
            <a:xfrm>
              <a:off x="4965967" y="27000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46" name="ph2046"/>
            <p:cNvSpPr/>
            <p:nvPr/>
          </p:nvSpPr>
          <p:spPr>
            <a:xfrm>
              <a:off x="4978478" y="27000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47" name="ph2047"/>
            <p:cNvSpPr/>
            <p:nvPr/>
          </p:nvSpPr>
          <p:spPr>
            <a:xfrm>
              <a:off x="4990990" y="27000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48" name="ph2048"/>
            <p:cNvSpPr/>
            <p:nvPr/>
          </p:nvSpPr>
          <p:spPr>
            <a:xfrm>
              <a:off x="4903405" y="27153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49" name="ph2049"/>
            <p:cNvSpPr/>
            <p:nvPr/>
          </p:nvSpPr>
          <p:spPr>
            <a:xfrm>
              <a:off x="4915918" y="27153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50" name="ph2050"/>
            <p:cNvSpPr/>
            <p:nvPr/>
          </p:nvSpPr>
          <p:spPr>
            <a:xfrm>
              <a:off x="4928429" y="27153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51" name="ph2051"/>
            <p:cNvSpPr/>
            <p:nvPr/>
          </p:nvSpPr>
          <p:spPr>
            <a:xfrm>
              <a:off x="4940941" y="27153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52" name="ph2052"/>
            <p:cNvSpPr/>
            <p:nvPr/>
          </p:nvSpPr>
          <p:spPr>
            <a:xfrm>
              <a:off x="4953454" y="27153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53" name="ph2053"/>
            <p:cNvSpPr/>
            <p:nvPr/>
          </p:nvSpPr>
          <p:spPr>
            <a:xfrm>
              <a:off x="4965967" y="27153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54" name="ph2054"/>
            <p:cNvSpPr/>
            <p:nvPr/>
          </p:nvSpPr>
          <p:spPr>
            <a:xfrm>
              <a:off x="4978478" y="27153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55" name="ph2055"/>
            <p:cNvSpPr/>
            <p:nvPr/>
          </p:nvSpPr>
          <p:spPr>
            <a:xfrm>
              <a:off x="4890892" y="27307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56" name="ph2056"/>
            <p:cNvSpPr/>
            <p:nvPr/>
          </p:nvSpPr>
          <p:spPr>
            <a:xfrm>
              <a:off x="4903405" y="27307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57" name="ph2057"/>
            <p:cNvSpPr/>
            <p:nvPr/>
          </p:nvSpPr>
          <p:spPr>
            <a:xfrm>
              <a:off x="4915918" y="27307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58" name="ph2058"/>
            <p:cNvSpPr/>
            <p:nvPr/>
          </p:nvSpPr>
          <p:spPr>
            <a:xfrm>
              <a:off x="4928429" y="27307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59" name="ph2059"/>
            <p:cNvSpPr/>
            <p:nvPr/>
          </p:nvSpPr>
          <p:spPr>
            <a:xfrm>
              <a:off x="4940941" y="27307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60" name="ph2060"/>
            <p:cNvSpPr/>
            <p:nvPr/>
          </p:nvSpPr>
          <p:spPr>
            <a:xfrm>
              <a:off x="4953454" y="27307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61" name="ph2061"/>
            <p:cNvSpPr/>
            <p:nvPr/>
          </p:nvSpPr>
          <p:spPr>
            <a:xfrm>
              <a:off x="4965967" y="27307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62" name="ph2062"/>
            <p:cNvSpPr/>
            <p:nvPr/>
          </p:nvSpPr>
          <p:spPr>
            <a:xfrm>
              <a:off x="4890892" y="274614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63" name="ph2063"/>
            <p:cNvSpPr/>
            <p:nvPr/>
          </p:nvSpPr>
          <p:spPr>
            <a:xfrm>
              <a:off x="4903405" y="274614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64" name="ph2064"/>
            <p:cNvSpPr/>
            <p:nvPr/>
          </p:nvSpPr>
          <p:spPr>
            <a:xfrm>
              <a:off x="4915918" y="274614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65" name="ph2065"/>
            <p:cNvSpPr/>
            <p:nvPr/>
          </p:nvSpPr>
          <p:spPr>
            <a:xfrm>
              <a:off x="4928429" y="274614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66" name="ph2066"/>
            <p:cNvSpPr/>
            <p:nvPr/>
          </p:nvSpPr>
          <p:spPr>
            <a:xfrm>
              <a:off x="4940941" y="274614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67" name="ph2067"/>
            <p:cNvSpPr/>
            <p:nvPr/>
          </p:nvSpPr>
          <p:spPr>
            <a:xfrm>
              <a:off x="4953454" y="274614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68" name="ph2068"/>
            <p:cNvSpPr/>
            <p:nvPr/>
          </p:nvSpPr>
          <p:spPr>
            <a:xfrm>
              <a:off x="4865869" y="276151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69" name="ph2069"/>
            <p:cNvSpPr/>
            <p:nvPr/>
          </p:nvSpPr>
          <p:spPr>
            <a:xfrm>
              <a:off x="4878380" y="276151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70" name="ph2070"/>
            <p:cNvSpPr/>
            <p:nvPr/>
          </p:nvSpPr>
          <p:spPr>
            <a:xfrm>
              <a:off x="4890892" y="276151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71" name="ph2071"/>
            <p:cNvSpPr/>
            <p:nvPr/>
          </p:nvSpPr>
          <p:spPr>
            <a:xfrm>
              <a:off x="4903405" y="276151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72" name="ph2072"/>
            <p:cNvSpPr/>
            <p:nvPr/>
          </p:nvSpPr>
          <p:spPr>
            <a:xfrm>
              <a:off x="4915918" y="276151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73" name="ph2073"/>
            <p:cNvSpPr/>
            <p:nvPr/>
          </p:nvSpPr>
          <p:spPr>
            <a:xfrm>
              <a:off x="4928429" y="276151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74" name="ph2074"/>
            <p:cNvSpPr/>
            <p:nvPr/>
          </p:nvSpPr>
          <p:spPr>
            <a:xfrm>
              <a:off x="4940941" y="276151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75" name="ph2075"/>
            <p:cNvSpPr/>
            <p:nvPr/>
          </p:nvSpPr>
          <p:spPr>
            <a:xfrm>
              <a:off x="4853354" y="27768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76" name="ph2076"/>
            <p:cNvSpPr/>
            <p:nvPr/>
          </p:nvSpPr>
          <p:spPr>
            <a:xfrm>
              <a:off x="4865869" y="27768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77" name="ph2077"/>
            <p:cNvSpPr/>
            <p:nvPr/>
          </p:nvSpPr>
          <p:spPr>
            <a:xfrm>
              <a:off x="4878380" y="27768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78" name="ph2078"/>
            <p:cNvSpPr/>
            <p:nvPr/>
          </p:nvSpPr>
          <p:spPr>
            <a:xfrm>
              <a:off x="4890892" y="27768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79" name="ph2079"/>
            <p:cNvSpPr/>
            <p:nvPr/>
          </p:nvSpPr>
          <p:spPr>
            <a:xfrm>
              <a:off x="4903405" y="27768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80" name="ph2080"/>
            <p:cNvSpPr/>
            <p:nvPr/>
          </p:nvSpPr>
          <p:spPr>
            <a:xfrm>
              <a:off x="4915918" y="27768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81" name="ph2081"/>
            <p:cNvSpPr/>
            <p:nvPr/>
          </p:nvSpPr>
          <p:spPr>
            <a:xfrm>
              <a:off x="4928429" y="27768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82" name="ph2082"/>
            <p:cNvSpPr/>
            <p:nvPr/>
          </p:nvSpPr>
          <p:spPr>
            <a:xfrm>
              <a:off x="4940941" y="27768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83" name="ph2083"/>
            <p:cNvSpPr/>
            <p:nvPr/>
          </p:nvSpPr>
          <p:spPr>
            <a:xfrm>
              <a:off x="4828330" y="27922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84" name="ph2084"/>
            <p:cNvSpPr/>
            <p:nvPr/>
          </p:nvSpPr>
          <p:spPr>
            <a:xfrm>
              <a:off x="4840843" y="27922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85" name="ph2085"/>
            <p:cNvSpPr/>
            <p:nvPr/>
          </p:nvSpPr>
          <p:spPr>
            <a:xfrm>
              <a:off x="4853354" y="27922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86" name="ph2086"/>
            <p:cNvSpPr/>
            <p:nvPr/>
          </p:nvSpPr>
          <p:spPr>
            <a:xfrm>
              <a:off x="4865869" y="27922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87" name="ph2087"/>
            <p:cNvSpPr/>
            <p:nvPr/>
          </p:nvSpPr>
          <p:spPr>
            <a:xfrm>
              <a:off x="4878380" y="27922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88" name="ph2088"/>
            <p:cNvSpPr/>
            <p:nvPr/>
          </p:nvSpPr>
          <p:spPr>
            <a:xfrm>
              <a:off x="4890892" y="27922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89" name="ph2089"/>
            <p:cNvSpPr/>
            <p:nvPr/>
          </p:nvSpPr>
          <p:spPr>
            <a:xfrm>
              <a:off x="4903405" y="27922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90" name="ph2090"/>
            <p:cNvSpPr/>
            <p:nvPr/>
          </p:nvSpPr>
          <p:spPr>
            <a:xfrm>
              <a:off x="4915918" y="27922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91" name="ph2091"/>
            <p:cNvSpPr/>
            <p:nvPr/>
          </p:nvSpPr>
          <p:spPr>
            <a:xfrm>
              <a:off x="4928429" y="27922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92" name="ph2092"/>
            <p:cNvSpPr/>
            <p:nvPr/>
          </p:nvSpPr>
          <p:spPr>
            <a:xfrm>
              <a:off x="4815817" y="280764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93" name="ph2093"/>
            <p:cNvSpPr/>
            <p:nvPr/>
          </p:nvSpPr>
          <p:spPr>
            <a:xfrm>
              <a:off x="4828330" y="280764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94" name="ph2094"/>
            <p:cNvSpPr/>
            <p:nvPr/>
          </p:nvSpPr>
          <p:spPr>
            <a:xfrm>
              <a:off x="4840843" y="280764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95" name="ph2095"/>
            <p:cNvSpPr/>
            <p:nvPr/>
          </p:nvSpPr>
          <p:spPr>
            <a:xfrm>
              <a:off x="4853354" y="280764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96" name="ph2096"/>
            <p:cNvSpPr/>
            <p:nvPr/>
          </p:nvSpPr>
          <p:spPr>
            <a:xfrm>
              <a:off x="4865869" y="280764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97" name="ph2097"/>
            <p:cNvSpPr/>
            <p:nvPr/>
          </p:nvSpPr>
          <p:spPr>
            <a:xfrm>
              <a:off x="4878380" y="280764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98" name="ph2098"/>
            <p:cNvSpPr/>
            <p:nvPr/>
          </p:nvSpPr>
          <p:spPr>
            <a:xfrm>
              <a:off x="4890892" y="280764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99" name="ph2099"/>
            <p:cNvSpPr/>
            <p:nvPr/>
          </p:nvSpPr>
          <p:spPr>
            <a:xfrm>
              <a:off x="4903405" y="280764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00" name="ph2100"/>
            <p:cNvSpPr/>
            <p:nvPr/>
          </p:nvSpPr>
          <p:spPr>
            <a:xfrm>
              <a:off x="4753256" y="28230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01" name="ph2101"/>
            <p:cNvSpPr/>
            <p:nvPr/>
          </p:nvSpPr>
          <p:spPr>
            <a:xfrm>
              <a:off x="4765768" y="28230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02" name="ph2102"/>
            <p:cNvSpPr/>
            <p:nvPr/>
          </p:nvSpPr>
          <p:spPr>
            <a:xfrm>
              <a:off x="4778281" y="28230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03" name="ph2103"/>
            <p:cNvSpPr/>
            <p:nvPr/>
          </p:nvSpPr>
          <p:spPr>
            <a:xfrm>
              <a:off x="4790794" y="28230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04" name="ph2104"/>
            <p:cNvSpPr/>
            <p:nvPr/>
          </p:nvSpPr>
          <p:spPr>
            <a:xfrm>
              <a:off x="4803305" y="28230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05" name="ph2105"/>
            <p:cNvSpPr/>
            <p:nvPr/>
          </p:nvSpPr>
          <p:spPr>
            <a:xfrm>
              <a:off x="4815817" y="28230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06" name="ph2106"/>
            <p:cNvSpPr/>
            <p:nvPr/>
          </p:nvSpPr>
          <p:spPr>
            <a:xfrm>
              <a:off x="4828330" y="28230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07" name="ph2107"/>
            <p:cNvSpPr/>
            <p:nvPr/>
          </p:nvSpPr>
          <p:spPr>
            <a:xfrm>
              <a:off x="4840843" y="28230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08" name="ph2108"/>
            <p:cNvSpPr/>
            <p:nvPr/>
          </p:nvSpPr>
          <p:spPr>
            <a:xfrm>
              <a:off x="4853354" y="28230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09" name="ph2109"/>
            <p:cNvSpPr/>
            <p:nvPr/>
          </p:nvSpPr>
          <p:spPr>
            <a:xfrm>
              <a:off x="4865869" y="28230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10" name="ph2110"/>
            <p:cNvSpPr/>
            <p:nvPr/>
          </p:nvSpPr>
          <p:spPr>
            <a:xfrm>
              <a:off x="4878380" y="28230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11" name="ph2111"/>
            <p:cNvSpPr/>
            <p:nvPr/>
          </p:nvSpPr>
          <p:spPr>
            <a:xfrm>
              <a:off x="4890892" y="28230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12" name="ph2112"/>
            <p:cNvSpPr/>
            <p:nvPr/>
          </p:nvSpPr>
          <p:spPr>
            <a:xfrm>
              <a:off x="4728232" y="28383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13" name="ph2113"/>
            <p:cNvSpPr/>
            <p:nvPr/>
          </p:nvSpPr>
          <p:spPr>
            <a:xfrm>
              <a:off x="4740745" y="28383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14" name="ph2114"/>
            <p:cNvSpPr/>
            <p:nvPr/>
          </p:nvSpPr>
          <p:spPr>
            <a:xfrm>
              <a:off x="4753256" y="28383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15" name="ph2115"/>
            <p:cNvSpPr/>
            <p:nvPr/>
          </p:nvSpPr>
          <p:spPr>
            <a:xfrm>
              <a:off x="4765768" y="28383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16" name="ph2116"/>
            <p:cNvSpPr/>
            <p:nvPr/>
          </p:nvSpPr>
          <p:spPr>
            <a:xfrm>
              <a:off x="4778281" y="28383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17" name="ph2117"/>
            <p:cNvSpPr/>
            <p:nvPr/>
          </p:nvSpPr>
          <p:spPr>
            <a:xfrm>
              <a:off x="4790794" y="28383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18" name="ph2118"/>
            <p:cNvSpPr/>
            <p:nvPr/>
          </p:nvSpPr>
          <p:spPr>
            <a:xfrm>
              <a:off x="4803305" y="28383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19" name="ph2119"/>
            <p:cNvSpPr/>
            <p:nvPr/>
          </p:nvSpPr>
          <p:spPr>
            <a:xfrm>
              <a:off x="4815817" y="28383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20" name="ph2120"/>
            <p:cNvSpPr/>
            <p:nvPr/>
          </p:nvSpPr>
          <p:spPr>
            <a:xfrm>
              <a:off x="4828330" y="28383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21" name="ph2121"/>
            <p:cNvSpPr/>
            <p:nvPr/>
          </p:nvSpPr>
          <p:spPr>
            <a:xfrm>
              <a:off x="4840843" y="28383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22" name="ph2122"/>
            <p:cNvSpPr/>
            <p:nvPr/>
          </p:nvSpPr>
          <p:spPr>
            <a:xfrm>
              <a:off x="4853354" y="28383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23" name="ph2123"/>
            <p:cNvSpPr/>
            <p:nvPr/>
          </p:nvSpPr>
          <p:spPr>
            <a:xfrm>
              <a:off x="4865869" y="28383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24" name="ph2124"/>
            <p:cNvSpPr/>
            <p:nvPr/>
          </p:nvSpPr>
          <p:spPr>
            <a:xfrm>
              <a:off x="4878380" y="28383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25" name="ph2125"/>
            <p:cNvSpPr/>
            <p:nvPr/>
          </p:nvSpPr>
          <p:spPr>
            <a:xfrm>
              <a:off x="4715719" y="28537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26" name="ph2126"/>
            <p:cNvSpPr/>
            <p:nvPr/>
          </p:nvSpPr>
          <p:spPr>
            <a:xfrm>
              <a:off x="4728232" y="28537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27" name="ph2127"/>
            <p:cNvSpPr/>
            <p:nvPr/>
          </p:nvSpPr>
          <p:spPr>
            <a:xfrm>
              <a:off x="4740745" y="28537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28" name="ph2128"/>
            <p:cNvSpPr/>
            <p:nvPr/>
          </p:nvSpPr>
          <p:spPr>
            <a:xfrm>
              <a:off x="4753256" y="28537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29" name="ph2129"/>
            <p:cNvSpPr/>
            <p:nvPr/>
          </p:nvSpPr>
          <p:spPr>
            <a:xfrm>
              <a:off x="4765768" y="28537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30" name="ph2130"/>
            <p:cNvSpPr/>
            <p:nvPr/>
          </p:nvSpPr>
          <p:spPr>
            <a:xfrm>
              <a:off x="4778281" y="28537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31" name="ph2131"/>
            <p:cNvSpPr/>
            <p:nvPr/>
          </p:nvSpPr>
          <p:spPr>
            <a:xfrm>
              <a:off x="4790794" y="28537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32" name="ph2132"/>
            <p:cNvSpPr/>
            <p:nvPr/>
          </p:nvSpPr>
          <p:spPr>
            <a:xfrm>
              <a:off x="4803305" y="28537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33" name="ph2133"/>
            <p:cNvSpPr/>
            <p:nvPr/>
          </p:nvSpPr>
          <p:spPr>
            <a:xfrm>
              <a:off x="4815817" y="28537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34" name="ph2134"/>
            <p:cNvSpPr/>
            <p:nvPr/>
          </p:nvSpPr>
          <p:spPr>
            <a:xfrm>
              <a:off x="4828330" y="28537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35" name="ph2135"/>
            <p:cNvSpPr/>
            <p:nvPr/>
          </p:nvSpPr>
          <p:spPr>
            <a:xfrm>
              <a:off x="4840843" y="28537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36" name="ph2136"/>
            <p:cNvSpPr/>
            <p:nvPr/>
          </p:nvSpPr>
          <p:spPr>
            <a:xfrm>
              <a:off x="4853354" y="28537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37" name="ph2137"/>
            <p:cNvSpPr/>
            <p:nvPr/>
          </p:nvSpPr>
          <p:spPr>
            <a:xfrm>
              <a:off x="4715719" y="28691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38" name="ph2138"/>
            <p:cNvSpPr/>
            <p:nvPr/>
          </p:nvSpPr>
          <p:spPr>
            <a:xfrm>
              <a:off x="4728232" y="28691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39" name="ph2139"/>
            <p:cNvSpPr/>
            <p:nvPr/>
          </p:nvSpPr>
          <p:spPr>
            <a:xfrm>
              <a:off x="4740745" y="28691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40" name="ph2140"/>
            <p:cNvSpPr/>
            <p:nvPr/>
          </p:nvSpPr>
          <p:spPr>
            <a:xfrm>
              <a:off x="4753256" y="28691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41" name="ph2141"/>
            <p:cNvSpPr/>
            <p:nvPr/>
          </p:nvSpPr>
          <p:spPr>
            <a:xfrm>
              <a:off x="4765768" y="28691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42" name="ph2142"/>
            <p:cNvSpPr/>
            <p:nvPr/>
          </p:nvSpPr>
          <p:spPr>
            <a:xfrm>
              <a:off x="4778281" y="28691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43" name="ph2143"/>
            <p:cNvSpPr/>
            <p:nvPr/>
          </p:nvSpPr>
          <p:spPr>
            <a:xfrm>
              <a:off x="4790794" y="28691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44" name="ph2144"/>
            <p:cNvSpPr/>
            <p:nvPr/>
          </p:nvSpPr>
          <p:spPr>
            <a:xfrm>
              <a:off x="4803305" y="28691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45" name="ph2145"/>
            <p:cNvSpPr/>
            <p:nvPr/>
          </p:nvSpPr>
          <p:spPr>
            <a:xfrm>
              <a:off x="4815817" y="28691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46" name="ph2146"/>
            <p:cNvSpPr/>
            <p:nvPr/>
          </p:nvSpPr>
          <p:spPr>
            <a:xfrm>
              <a:off x="4828330" y="28691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47" name="ph2147"/>
            <p:cNvSpPr/>
            <p:nvPr/>
          </p:nvSpPr>
          <p:spPr>
            <a:xfrm>
              <a:off x="4840843" y="28691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48" name="ph2148"/>
            <p:cNvSpPr/>
            <p:nvPr/>
          </p:nvSpPr>
          <p:spPr>
            <a:xfrm>
              <a:off x="4715719" y="288452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49" name="ph2149"/>
            <p:cNvSpPr/>
            <p:nvPr/>
          </p:nvSpPr>
          <p:spPr>
            <a:xfrm>
              <a:off x="4728232" y="288452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50" name="ph2150"/>
            <p:cNvSpPr/>
            <p:nvPr/>
          </p:nvSpPr>
          <p:spPr>
            <a:xfrm>
              <a:off x="4740745" y="288452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51" name="ph2151"/>
            <p:cNvSpPr/>
            <p:nvPr/>
          </p:nvSpPr>
          <p:spPr>
            <a:xfrm>
              <a:off x="4753256" y="288452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52" name="ph2152"/>
            <p:cNvSpPr/>
            <p:nvPr/>
          </p:nvSpPr>
          <p:spPr>
            <a:xfrm>
              <a:off x="4765768" y="288452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53" name="ph2153"/>
            <p:cNvSpPr/>
            <p:nvPr/>
          </p:nvSpPr>
          <p:spPr>
            <a:xfrm>
              <a:off x="4778281" y="288452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54" name="ph2154"/>
            <p:cNvSpPr/>
            <p:nvPr/>
          </p:nvSpPr>
          <p:spPr>
            <a:xfrm>
              <a:off x="4790794" y="288452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55" name="ph2155"/>
            <p:cNvSpPr/>
            <p:nvPr/>
          </p:nvSpPr>
          <p:spPr>
            <a:xfrm>
              <a:off x="4803305" y="288452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56" name="ph2156"/>
            <p:cNvSpPr/>
            <p:nvPr/>
          </p:nvSpPr>
          <p:spPr>
            <a:xfrm>
              <a:off x="4715719" y="28998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57" name="ph2157"/>
            <p:cNvSpPr/>
            <p:nvPr/>
          </p:nvSpPr>
          <p:spPr>
            <a:xfrm>
              <a:off x="4728232" y="28998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58" name="ph2158"/>
            <p:cNvSpPr/>
            <p:nvPr/>
          </p:nvSpPr>
          <p:spPr>
            <a:xfrm>
              <a:off x="4740745" y="28998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59" name="ph2159"/>
            <p:cNvSpPr/>
            <p:nvPr/>
          </p:nvSpPr>
          <p:spPr>
            <a:xfrm>
              <a:off x="4753256" y="28998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60" name="ph2160"/>
            <p:cNvSpPr/>
            <p:nvPr/>
          </p:nvSpPr>
          <p:spPr>
            <a:xfrm>
              <a:off x="4765768" y="28998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61" name="ph2161"/>
            <p:cNvSpPr/>
            <p:nvPr/>
          </p:nvSpPr>
          <p:spPr>
            <a:xfrm>
              <a:off x="4778281" y="28998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62" name="ph2162"/>
            <p:cNvSpPr/>
            <p:nvPr/>
          </p:nvSpPr>
          <p:spPr>
            <a:xfrm>
              <a:off x="4790794" y="28998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63" name="ph2163"/>
            <p:cNvSpPr/>
            <p:nvPr/>
          </p:nvSpPr>
          <p:spPr>
            <a:xfrm>
              <a:off x="4690694" y="29152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64" name="ph2164"/>
            <p:cNvSpPr/>
            <p:nvPr/>
          </p:nvSpPr>
          <p:spPr>
            <a:xfrm>
              <a:off x="4703206" y="29152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65" name="ph2165"/>
            <p:cNvSpPr/>
            <p:nvPr/>
          </p:nvSpPr>
          <p:spPr>
            <a:xfrm>
              <a:off x="4715719" y="29152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66" name="ph2166"/>
            <p:cNvSpPr/>
            <p:nvPr/>
          </p:nvSpPr>
          <p:spPr>
            <a:xfrm>
              <a:off x="4728232" y="29152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67" name="ph2167"/>
            <p:cNvSpPr/>
            <p:nvPr/>
          </p:nvSpPr>
          <p:spPr>
            <a:xfrm>
              <a:off x="4740745" y="29152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68" name="ph2168"/>
            <p:cNvSpPr/>
            <p:nvPr/>
          </p:nvSpPr>
          <p:spPr>
            <a:xfrm>
              <a:off x="4753256" y="29152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69" name="ph2169"/>
            <p:cNvSpPr/>
            <p:nvPr/>
          </p:nvSpPr>
          <p:spPr>
            <a:xfrm>
              <a:off x="4765768" y="29152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70" name="ph2170"/>
            <p:cNvSpPr/>
            <p:nvPr/>
          </p:nvSpPr>
          <p:spPr>
            <a:xfrm>
              <a:off x="4778281" y="29152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71" name="ph2171"/>
            <p:cNvSpPr/>
            <p:nvPr/>
          </p:nvSpPr>
          <p:spPr>
            <a:xfrm>
              <a:off x="4690694" y="29306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72" name="ph2172"/>
            <p:cNvSpPr/>
            <p:nvPr/>
          </p:nvSpPr>
          <p:spPr>
            <a:xfrm>
              <a:off x="4703206" y="29306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73" name="ph2173"/>
            <p:cNvSpPr/>
            <p:nvPr/>
          </p:nvSpPr>
          <p:spPr>
            <a:xfrm>
              <a:off x="4715719" y="29306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74" name="ph2174"/>
            <p:cNvSpPr/>
            <p:nvPr/>
          </p:nvSpPr>
          <p:spPr>
            <a:xfrm>
              <a:off x="4728232" y="29306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75" name="ph2175"/>
            <p:cNvSpPr/>
            <p:nvPr/>
          </p:nvSpPr>
          <p:spPr>
            <a:xfrm>
              <a:off x="4740745" y="29306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76" name="ph2176"/>
            <p:cNvSpPr/>
            <p:nvPr/>
          </p:nvSpPr>
          <p:spPr>
            <a:xfrm>
              <a:off x="4753256" y="29306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77" name="ph2177"/>
            <p:cNvSpPr/>
            <p:nvPr/>
          </p:nvSpPr>
          <p:spPr>
            <a:xfrm>
              <a:off x="4765768" y="29306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78" name="ph2178"/>
            <p:cNvSpPr/>
            <p:nvPr/>
          </p:nvSpPr>
          <p:spPr>
            <a:xfrm>
              <a:off x="4678181" y="29460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79" name="ph2179"/>
            <p:cNvSpPr/>
            <p:nvPr/>
          </p:nvSpPr>
          <p:spPr>
            <a:xfrm>
              <a:off x="4690694" y="29460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80" name="ph2180"/>
            <p:cNvSpPr/>
            <p:nvPr/>
          </p:nvSpPr>
          <p:spPr>
            <a:xfrm>
              <a:off x="4703206" y="29460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81" name="ph2181"/>
            <p:cNvSpPr/>
            <p:nvPr/>
          </p:nvSpPr>
          <p:spPr>
            <a:xfrm>
              <a:off x="4715719" y="29460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82" name="ph2182"/>
            <p:cNvSpPr/>
            <p:nvPr/>
          </p:nvSpPr>
          <p:spPr>
            <a:xfrm>
              <a:off x="4728232" y="29460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83" name="ph2183"/>
            <p:cNvSpPr/>
            <p:nvPr/>
          </p:nvSpPr>
          <p:spPr>
            <a:xfrm>
              <a:off x="4740745" y="29460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84" name="ph2184"/>
            <p:cNvSpPr/>
            <p:nvPr/>
          </p:nvSpPr>
          <p:spPr>
            <a:xfrm>
              <a:off x="4753256" y="29460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85" name="ph2185"/>
            <p:cNvSpPr/>
            <p:nvPr/>
          </p:nvSpPr>
          <p:spPr>
            <a:xfrm>
              <a:off x="4678181" y="29614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86" name="ph2186"/>
            <p:cNvSpPr/>
            <p:nvPr/>
          </p:nvSpPr>
          <p:spPr>
            <a:xfrm>
              <a:off x="4690694" y="29614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87" name="ph2187"/>
            <p:cNvSpPr/>
            <p:nvPr/>
          </p:nvSpPr>
          <p:spPr>
            <a:xfrm>
              <a:off x="4703206" y="29614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88" name="ph2188"/>
            <p:cNvSpPr/>
            <p:nvPr/>
          </p:nvSpPr>
          <p:spPr>
            <a:xfrm>
              <a:off x="4715719" y="29614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89" name="ph2189"/>
            <p:cNvSpPr/>
            <p:nvPr/>
          </p:nvSpPr>
          <p:spPr>
            <a:xfrm>
              <a:off x="4728232" y="29614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90" name="ph2190"/>
            <p:cNvSpPr/>
            <p:nvPr/>
          </p:nvSpPr>
          <p:spPr>
            <a:xfrm>
              <a:off x="4740745" y="29614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91" name="ph2191"/>
            <p:cNvSpPr/>
            <p:nvPr/>
          </p:nvSpPr>
          <p:spPr>
            <a:xfrm>
              <a:off x="4665670" y="29767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92" name="ph2192"/>
            <p:cNvSpPr/>
            <p:nvPr/>
          </p:nvSpPr>
          <p:spPr>
            <a:xfrm>
              <a:off x="4678181" y="29767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93" name="ph2193"/>
            <p:cNvSpPr/>
            <p:nvPr/>
          </p:nvSpPr>
          <p:spPr>
            <a:xfrm>
              <a:off x="4690694" y="29767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94" name="ph2194"/>
            <p:cNvSpPr/>
            <p:nvPr/>
          </p:nvSpPr>
          <p:spPr>
            <a:xfrm>
              <a:off x="4703206" y="29767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95" name="ph2195"/>
            <p:cNvSpPr/>
            <p:nvPr/>
          </p:nvSpPr>
          <p:spPr>
            <a:xfrm>
              <a:off x="4715719" y="29767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96" name="ph2196"/>
            <p:cNvSpPr/>
            <p:nvPr/>
          </p:nvSpPr>
          <p:spPr>
            <a:xfrm>
              <a:off x="4728232" y="29767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97" name="ph2197"/>
            <p:cNvSpPr/>
            <p:nvPr/>
          </p:nvSpPr>
          <p:spPr>
            <a:xfrm>
              <a:off x="4665670" y="29921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98" name="ph2198"/>
            <p:cNvSpPr/>
            <p:nvPr/>
          </p:nvSpPr>
          <p:spPr>
            <a:xfrm>
              <a:off x="4678181" y="29921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99" name="ph2199"/>
            <p:cNvSpPr/>
            <p:nvPr/>
          </p:nvSpPr>
          <p:spPr>
            <a:xfrm>
              <a:off x="4690694" y="29921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00" name="ph2200"/>
            <p:cNvSpPr/>
            <p:nvPr/>
          </p:nvSpPr>
          <p:spPr>
            <a:xfrm>
              <a:off x="4703206" y="29921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01" name="ph2201"/>
            <p:cNvSpPr/>
            <p:nvPr/>
          </p:nvSpPr>
          <p:spPr>
            <a:xfrm>
              <a:off x="4715719" y="29921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02" name="ph2202"/>
            <p:cNvSpPr/>
            <p:nvPr/>
          </p:nvSpPr>
          <p:spPr>
            <a:xfrm>
              <a:off x="4653157" y="30075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03" name="ph2203"/>
            <p:cNvSpPr/>
            <p:nvPr/>
          </p:nvSpPr>
          <p:spPr>
            <a:xfrm>
              <a:off x="4665670" y="30075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04" name="ph2204"/>
            <p:cNvSpPr/>
            <p:nvPr/>
          </p:nvSpPr>
          <p:spPr>
            <a:xfrm>
              <a:off x="4678181" y="30075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05" name="ph2205"/>
            <p:cNvSpPr/>
            <p:nvPr/>
          </p:nvSpPr>
          <p:spPr>
            <a:xfrm>
              <a:off x="4690694" y="30075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06" name="ph2206"/>
            <p:cNvSpPr/>
            <p:nvPr/>
          </p:nvSpPr>
          <p:spPr>
            <a:xfrm>
              <a:off x="4703206" y="30075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07" name="ph2207"/>
            <p:cNvSpPr/>
            <p:nvPr/>
          </p:nvSpPr>
          <p:spPr>
            <a:xfrm>
              <a:off x="4715719" y="30075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08" name="ph2208"/>
            <p:cNvSpPr/>
            <p:nvPr/>
          </p:nvSpPr>
          <p:spPr>
            <a:xfrm>
              <a:off x="4653157" y="302290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09" name="ph2209"/>
            <p:cNvSpPr/>
            <p:nvPr/>
          </p:nvSpPr>
          <p:spPr>
            <a:xfrm>
              <a:off x="4665670" y="302290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10" name="ph2210"/>
            <p:cNvSpPr/>
            <p:nvPr/>
          </p:nvSpPr>
          <p:spPr>
            <a:xfrm>
              <a:off x="4678181" y="302290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11" name="ph2211"/>
            <p:cNvSpPr/>
            <p:nvPr/>
          </p:nvSpPr>
          <p:spPr>
            <a:xfrm>
              <a:off x="4690694" y="302290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12" name="ph2212"/>
            <p:cNvSpPr/>
            <p:nvPr/>
          </p:nvSpPr>
          <p:spPr>
            <a:xfrm>
              <a:off x="4703206" y="302290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13" name="ph2213"/>
            <p:cNvSpPr/>
            <p:nvPr/>
          </p:nvSpPr>
          <p:spPr>
            <a:xfrm>
              <a:off x="4640645" y="30382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14" name="ph2214"/>
            <p:cNvSpPr/>
            <p:nvPr/>
          </p:nvSpPr>
          <p:spPr>
            <a:xfrm>
              <a:off x="4653157" y="30382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15" name="ph2215"/>
            <p:cNvSpPr/>
            <p:nvPr/>
          </p:nvSpPr>
          <p:spPr>
            <a:xfrm>
              <a:off x="4665670" y="30382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16" name="ph2216"/>
            <p:cNvSpPr/>
            <p:nvPr/>
          </p:nvSpPr>
          <p:spPr>
            <a:xfrm>
              <a:off x="4678181" y="30382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17" name="ph2217"/>
            <p:cNvSpPr/>
            <p:nvPr/>
          </p:nvSpPr>
          <p:spPr>
            <a:xfrm>
              <a:off x="4690694" y="30382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18" name="ph2218"/>
            <p:cNvSpPr/>
            <p:nvPr/>
          </p:nvSpPr>
          <p:spPr>
            <a:xfrm>
              <a:off x="4703206" y="30382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19" name="ph2219"/>
            <p:cNvSpPr/>
            <p:nvPr/>
          </p:nvSpPr>
          <p:spPr>
            <a:xfrm>
              <a:off x="4640645" y="30536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20" name="ph2220"/>
            <p:cNvSpPr/>
            <p:nvPr/>
          </p:nvSpPr>
          <p:spPr>
            <a:xfrm>
              <a:off x="4653157" y="30536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21" name="ph2221"/>
            <p:cNvSpPr/>
            <p:nvPr/>
          </p:nvSpPr>
          <p:spPr>
            <a:xfrm>
              <a:off x="4665670" y="30536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22" name="ph2222"/>
            <p:cNvSpPr/>
            <p:nvPr/>
          </p:nvSpPr>
          <p:spPr>
            <a:xfrm>
              <a:off x="4678181" y="30536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23" name="ph2223"/>
            <p:cNvSpPr/>
            <p:nvPr/>
          </p:nvSpPr>
          <p:spPr>
            <a:xfrm>
              <a:off x="4690694" y="30536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24" name="ph2224"/>
            <p:cNvSpPr/>
            <p:nvPr/>
          </p:nvSpPr>
          <p:spPr>
            <a:xfrm>
              <a:off x="4703206" y="30536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25" name="ph2225"/>
            <p:cNvSpPr/>
            <p:nvPr/>
          </p:nvSpPr>
          <p:spPr>
            <a:xfrm>
              <a:off x="4640645" y="306903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26" name="ph2226"/>
            <p:cNvSpPr/>
            <p:nvPr/>
          </p:nvSpPr>
          <p:spPr>
            <a:xfrm>
              <a:off x="4653157" y="306903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27" name="ph2227"/>
            <p:cNvSpPr/>
            <p:nvPr/>
          </p:nvSpPr>
          <p:spPr>
            <a:xfrm>
              <a:off x="4665670" y="306903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28" name="ph2228"/>
            <p:cNvSpPr/>
            <p:nvPr/>
          </p:nvSpPr>
          <p:spPr>
            <a:xfrm>
              <a:off x="4678181" y="306903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29" name="ph2229"/>
            <p:cNvSpPr/>
            <p:nvPr/>
          </p:nvSpPr>
          <p:spPr>
            <a:xfrm>
              <a:off x="4690694" y="306903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30" name="ph2230"/>
            <p:cNvSpPr/>
            <p:nvPr/>
          </p:nvSpPr>
          <p:spPr>
            <a:xfrm>
              <a:off x="3902416" y="308441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31" name="ph2231"/>
            <p:cNvSpPr/>
            <p:nvPr/>
          </p:nvSpPr>
          <p:spPr>
            <a:xfrm>
              <a:off x="3914929" y="308441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32" name="ph2232"/>
            <p:cNvSpPr/>
            <p:nvPr/>
          </p:nvSpPr>
          <p:spPr>
            <a:xfrm>
              <a:off x="3927440" y="308441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33" name="ph2233"/>
            <p:cNvSpPr/>
            <p:nvPr/>
          </p:nvSpPr>
          <p:spPr>
            <a:xfrm>
              <a:off x="3939952" y="308441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34" name="ph2234"/>
            <p:cNvSpPr/>
            <p:nvPr/>
          </p:nvSpPr>
          <p:spPr>
            <a:xfrm>
              <a:off x="4640645" y="308441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35" name="ph2235"/>
            <p:cNvSpPr/>
            <p:nvPr/>
          </p:nvSpPr>
          <p:spPr>
            <a:xfrm>
              <a:off x="4653157" y="308441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36" name="ph2236"/>
            <p:cNvSpPr/>
            <p:nvPr/>
          </p:nvSpPr>
          <p:spPr>
            <a:xfrm>
              <a:off x="4665670" y="308441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37" name="ph2237"/>
            <p:cNvSpPr/>
            <p:nvPr/>
          </p:nvSpPr>
          <p:spPr>
            <a:xfrm>
              <a:off x="4678181" y="308441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38" name="ph2238"/>
            <p:cNvSpPr/>
            <p:nvPr/>
          </p:nvSpPr>
          <p:spPr>
            <a:xfrm>
              <a:off x="3902416" y="309978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39" name="ph2239"/>
            <p:cNvSpPr/>
            <p:nvPr/>
          </p:nvSpPr>
          <p:spPr>
            <a:xfrm>
              <a:off x="3914929" y="309978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40" name="ph2240"/>
            <p:cNvSpPr/>
            <p:nvPr/>
          </p:nvSpPr>
          <p:spPr>
            <a:xfrm>
              <a:off x="3927440" y="309978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41" name="ph2241"/>
            <p:cNvSpPr/>
            <p:nvPr/>
          </p:nvSpPr>
          <p:spPr>
            <a:xfrm>
              <a:off x="3939952" y="309978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42" name="ph2242"/>
            <p:cNvSpPr/>
            <p:nvPr/>
          </p:nvSpPr>
          <p:spPr>
            <a:xfrm>
              <a:off x="3952465" y="309978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43" name="ph2243"/>
            <p:cNvSpPr/>
            <p:nvPr/>
          </p:nvSpPr>
          <p:spPr>
            <a:xfrm>
              <a:off x="4002514" y="309978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44" name="ph2244"/>
            <p:cNvSpPr/>
            <p:nvPr/>
          </p:nvSpPr>
          <p:spPr>
            <a:xfrm>
              <a:off x="4015027" y="309978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45" name="ph2245"/>
            <p:cNvSpPr/>
            <p:nvPr/>
          </p:nvSpPr>
          <p:spPr>
            <a:xfrm>
              <a:off x="4027538" y="309978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46" name="ph2246"/>
            <p:cNvSpPr/>
            <p:nvPr/>
          </p:nvSpPr>
          <p:spPr>
            <a:xfrm>
              <a:off x="4040053" y="309978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47" name="ph2247"/>
            <p:cNvSpPr/>
            <p:nvPr/>
          </p:nvSpPr>
          <p:spPr>
            <a:xfrm>
              <a:off x="4052564" y="309978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48" name="ph2248"/>
            <p:cNvSpPr/>
            <p:nvPr/>
          </p:nvSpPr>
          <p:spPr>
            <a:xfrm>
              <a:off x="4640645" y="309978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49" name="ph2249"/>
            <p:cNvSpPr/>
            <p:nvPr/>
          </p:nvSpPr>
          <p:spPr>
            <a:xfrm>
              <a:off x="4653157" y="309978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50" name="ph2250"/>
            <p:cNvSpPr/>
            <p:nvPr/>
          </p:nvSpPr>
          <p:spPr>
            <a:xfrm>
              <a:off x="4665670" y="309978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51" name="ph2251"/>
            <p:cNvSpPr/>
            <p:nvPr/>
          </p:nvSpPr>
          <p:spPr>
            <a:xfrm>
              <a:off x="4678181" y="309978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52" name="ph2252"/>
            <p:cNvSpPr/>
            <p:nvPr/>
          </p:nvSpPr>
          <p:spPr>
            <a:xfrm>
              <a:off x="4690694" y="309978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53" name="ph2253"/>
            <p:cNvSpPr/>
            <p:nvPr/>
          </p:nvSpPr>
          <p:spPr>
            <a:xfrm>
              <a:off x="3814829" y="31151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54" name="ph2254"/>
            <p:cNvSpPr/>
            <p:nvPr/>
          </p:nvSpPr>
          <p:spPr>
            <a:xfrm>
              <a:off x="3827341" y="31151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55" name="ph2255"/>
            <p:cNvSpPr/>
            <p:nvPr/>
          </p:nvSpPr>
          <p:spPr>
            <a:xfrm>
              <a:off x="3889903" y="31151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56" name="ph2256"/>
            <p:cNvSpPr/>
            <p:nvPr/>
          </p:nvSpPr>
          <p:spPr>
            <a:xfrm>
              <a:off x="3902416" y="31151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57" name="ph2257"/>
            <p:cNvSpPr/>
            <p:nvPr/>
          </p:nvSpPr>
          <p:spPr>
            <a:xfrm>
              <a:off x="3914929" y="31151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58" name="ph2258"/>
            <p:cNvSpPr/>
            <p:nvPr/>
          </p:nvSpPr>
          <p:spPr>
            <a:xfrm>
              <a:off x="3927440" y="31151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59" name="ph2259"/>
            <p:cNvSpPr/>
            <p:nvPr/>
          </p:nvSpPr>
          <p:spPr>
            <a:xfrm>
              <a:off x="3939952" y="31151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60" name="ph2260"/>
            <p:cNvSpPr/>
            <p:nvPr/>
          </p:nvSpPr>
          <p:spPr>
            <a:xfrm>
              <a:off x="3952465" y="31151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61" name="ph2261"/>
            <p:cNvSpPr/>
            <p:nvPr/>
          </p:nvSpPr>
          <p:spPr>
            <a:xfrm>
              <a:off x="4002514" y="31151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62" name="ph2262"/>
            <p:cNvSpPr/>
            <p:nvPr/>
          </p:nvSpPr>
          <p:spPr>
            <a:xfrm>
              <a:off x="4015027" y="31151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63" name="ph2263"/>
            <p:cNvSpPr/>
            <p:nvPr/>
          </p:nvSpPr>
          <p:spPr>
            <a:xfrm>
              <a:off x="4027538" y="31151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64" name="ph2264"/>
            <p:cNvSpPr/>
            <p:nvPr/>
          </p:nvSpPr>
          <p:spPr>
            <a:xfrm>
              <a:off x="4040053" y="31151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65" name="ph2265"/>
            <p:cNvSpPr/>
            <p:nvPr/>
          </p:nvSpPr>
          <p:spPr>
            <a:xfrm>
              <a:off x="4052564" y="31151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66" name="ph2266"/>
            <p:cNvSpPr/>
            <p:nvPr/>
          </p:nvSpPr>
          <p:spPr>
            <a:xfrm>
              <a:off x="4065076" y="31151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67" name="ph2267"/>
            <p:cNvSpPr/>
            <p:nvPr/>
          </p:nvSpPr>
          <p:spPr>
            <a:xfrm>
              <a:off x="4077589" y="31151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68" name="ph2268"/>
            <p:cNvSpPr/>
            <p:nvPr/>
          </p:nvSpPr>
          <p:spPr>
            <a:xfrm>
              <a:off x="4090102" y="31151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69" name="ph2269"/>
            <p:cNvSpPr/>
            <p:nvPr/>
          </p:nvSpPr>
          <p:spPr>
            <a:xfrm>
              <a:off x="4102613" y="31151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70" name="ph2270"/>
            <p:cNvSpPr/>
            <p:nvPr/>
          </p:nvSpPr>
          <p:spPr>
            <a:xfrm>
              <a:off x="4115125" y="31151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71" name="ph2271"/>
            <p:cNvSpPr/>
            <p:nvPr/>
          </p:nvSpPr>
          <p:spPr>
            <a:xfrm>
              <a:off x="4127638" y="31151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72" name="ph2272"/>
            <p:cNvSpPr/>
            <p:nvPr/>
          </p:nvSpPr>
          <p:spPr>
            <a:xfrm>
              <a:off x="4140151" y="31151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73" name="ph2273"/>
            <p:cNvSpPr/>
            <p:nvPr/>
          </p:nvSpPr>
          <p:spPr>
            <a:xfrm>
              <a:off x="4640645" y="31151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74" name="ph2274"/>
            <p:cNvSpPr/>
            <p:nvPr/>
          </p:nvSpPr>
          <p:spPr>
            <a:xfrm>
              <a:off x="4653157" y="31151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75" name="ph2275"/>
            <p:cNvSpPr/>
            <p:nvPr/>
          </p:nvSpPr>
          <p:spPr>
            <a:xfrm>
              <a:off x="4665670" y="31151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76" name="ph2276"/>
            <p:cNvSpPr/>
            <p:nvPr/>
          </p:nvSpPr>
          <p:spPr>
            <a:xfrm>
              <a:off x="4678181" y="31151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77" name="ph2277"/>
            <p:cNvSpPr/>
            <p:nvPr/>
          </p:nvSpPr>
          <p:spPr>
            <a:xfrm>
              <a:off x="4690694" y="31151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78" name="ph2278"/>
            <p:cNvSpPr/>
            <p:nvPr/>
          </p:nvSpPr>
          <p:spPr>
            <a:xfrm>
              <a:off x="3652168" y="31305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79" name="ph2279"/>
            <p:cNvSpPr/>
            <p:nvPr/>
          </p:nvSpPr>
          <p:spPr>
            <a:xfrm>
              <a:off x="3664681" y="31305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80" name="ph2280"/>
            <p:cNvSpPr/>
            <p:nvPr/>
          </p:nvSpPr>
          <p:spPr>
            <a:xfrm>
              <a:off x="3677194" y="31305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81" name="ph2281"/>
            <p:cNvSpPr/>
            <p:nvPr/>
          </p:nvSpPr>
          <p:spPr>
            <a:xfrm>
              <a:off x="3689705" y="31305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82" name="ph2282"/>
            <p:cNvSpPr/>
            <p:nvPr/>
          </p:nvSpPr>
          <p:spPr>
            <a:xfrm>
              <a:off x="3702217" y="31305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83" name="ph2283"/>
            <p:cNvSpPr/>
            <p:nvPr/>
          </p:nvSpPr>
          <p:spPr>
            <a:xfrm>
              <a:off x="3764780" y="31305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84" name="ph2284"/>
            <p:cNvSpPr/>
            <p:nvPr/>
          </p:nvSpPr>
          <p:spPr>
            <a:xfrm>
              <a:off x="3777292" y="31305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85" name="ph2285"/>
            <p:cNvSpPr/>
            <p:nvPr/>
          </p:nvSpPr>
          <p:spPr>
            <a:xfrm>
              <a:off x="3789805" y="31305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86" name="ph2286"/>
            <p:cNvSpPr/>
            <p:nvPr/>
          </p:nvSpPr>
          <p:spPr>
            <a:xfrm>
              <a:off x="3802316" y="31305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87" name="ph2287"/>
            <p:cNvSpPr/>
            <p:nvPr/>
          </p:nvSpPr>
          <p:spPr>
            <a:xfrm>
              <a:off x="3814829" y="31305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88" name="ph2288"/>
            <p:cNvSpPr/>
            <p:nvPr/>
          </p:nvSpPr>
          <p:spPr>
            <a:xfrm>
              <a:off x="3827341" y="31305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89" name="ph2289"/>
            <p:cNvSpPr/>
            <p:nvPr/>
          </p:nvSpPr>
          <p:spPr>
            <a:xfrm>
              <a:off x="3839854" y="31305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90" name="ph2290"/>
            <p:cNvSpPr/>
            <p:nvPr/>
          </p:nvSpPr>
          <p:spPr>
            <a:xfrm>
              <a:off x="3852367" y="31305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91" name="ph2291"/>
            <p:cNvSpPr/>
            <p:nvPr/>
          </p:nvSpPr>
          <p:spPr>
            <a:xfrm>
              <a:off x="3864878" y="31305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92" name="ph2292"/>
            <p:cNvSpPr/>
            <p:nvPr/>
          </p:nvSpPr>
          <p:spPr>
            <a:xfrm>
              <a:off x="3877390" y="31305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93" name="ph2293"/>
            <p:cNvSpPr/>
            <p:nvPr/>
          </p:nvSpPr>
          <p:spPr>
            <a:xfrm>
              <a:off x="3889903" y="31305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94" name="ph2294"/>
            <p:cNvSpPr/>
            <p:nvPr/>
          </p:nvSpPr>
          <p:spPr>
            <a:xfrm>
              <a:off x="3902416" y="31305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95" name="ph2295"/>
            <p:cNvSpPr/>
            <p:nvPr/>
          </p:nvSpPr>
          <p:spPr>
            <a:xfrm>
              <a:off x="3914929" y="31305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96" name="ph2296"/>
            <p:cNvSpPr/>
            <p:nvPr/>
          </p:nvSpPr>
          <p:spPr>
            <a:xfrm>
              <a:off x="3927440" y="31305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97" name="ph2297"/>
            <p:cNvSpPr/>
            <p:nvPr/>
          </p:nvSpPr>
          <p:spPr>
            <a:xfrm>
              <a:off x="3939952" y="31305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98" name="ph2298"/>
            <p:cNvSpPr/>
            <p:nvPr/>
          </p:nvSpPr>
          <p:spPr>
            <a:xfrm>
              <a:off x="3952465" y="31305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99" name="ph2299"/>
            <p:cNvSpPr/>
            <p:nvPr/>
          </p:nvSpPr>
          <p:spPr>
            <a:xfrm>
              <a:off x="3964978" y="31305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00" name="ph2300"/>
            <p:cNvSpPr/>
            <p:nvPr/>
          </p:nvSpPr>
          <p:spPr>
            <a:xfrm>
              <a:off x="3977489" y="31305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01" name="ph2301"/>
            <p:cNvSpPr/>
            <p:nvPr/>
          </p:nvSpPr>
          <p:spPr>
            <a:xfrm>
              <a:off x="3990002" y="31305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02" name="ph2302"/>
            <p:cNvSpPr/>
            <p:nvPr/>
          </p:nvSpPr>
          <p:spPr>
            <a:xfrm>
              <a:off x="4002514" y="31305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03" name="ph2303"/>
            <p:cNvSpPr/>
            <p:nvPr/>
          </p:nvSpPr>
          <p:spPr>
            <a:xfrm>
              <a:off x="4015027" y="31305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04" name="ph2304"/>
            <p:cNvSpPr/>
            <p:nvPr/>
          </p:nvSpPr>
          <p:spPr>
            <a:xfrm>
              <a:off x="4027538" y="31305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05" name="ph2305"/>
            <p:cNvSpPr/>
            <p:nvPr/>
          </p:nvSpPr>
          <p:spPr>
            <a:xfrm>
              <a:off x="4040053" y="31305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06" name="ph2306"/>
            <p:cNvSpPr/>
            <p:nvPr/>
          </p:nvSpPr>
          <p:spPr>
            <a:xfrm>
              <a:off x="4052564" y="31305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07" name="ph2307"/>
            <p:cNvSpPr/>
            <p:nvPr/>
          </p:nvSpPr>
          <p:spPr>
            <a:xfrm>
              <a:off x="4065076" y="31305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08" name="ph2308"/>
            <p:cNvSpPr/>
            <p:nvPr/>
          </p:nvSpPr>
          <p:spPr>
            <a:xfrm>
              <a:off x="4077589" y="31305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09" name="ph2309"/>
            <p:cNvSpPr/>
            <p:nvPr/>
          </p:nvSpPr>
          <p:spPr>
            <a:xfrm>
              <a:off x="4090102" y="31305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10" name="ph2310"/>
            <p:cNvSpPr/>
            <p:nvPr/>
          </p:nvSpPr>
          <p:spPr>
            <a:xfrm>
              <a:off x="4102613" y="31305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11" name="ph2311"/>
            <p:cNvSpPr/>
            <p:nvPr/>
          </p:nvSpPr>
          <p:spPr>
            <a:xfrm>
              <a:off x="4115125" y="31305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12" name="ph2312"/>
            <p:cNvSpPr/>
            <p:nvPr/>
          </p:nvSpPr>
          <p:spPr>
            <a:xfrm>
              <a:off x="4127638" y="31305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13" name="ph2313"/>
            <p:cNvSpPr/>
            <p:nvPr/>
          </p:nvSpPr>
          <p:spPr>
            <a:xfrm>
              <a:off x="4140151" y="31305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14" name="ph2314"/>
            <p:cNvSpPr/>
            <p:nvPr/>
          </p:nvSpPr>
          <p:spPr>
            <a:xfrm>
              <a:off x="4152662" y="31305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15" name="ph2315"/>
            <p:cNvSpPr/>
            <p:nvPr/>
          </p:nvSpPr>
          <p:spPr>
            <a:xfrm>
              <a:off x="4190200" y="31305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16" name="ph2316"/>
            <p:cNvSpPr/>
            <p:nvPr/>
          </p:nvSpPr>
          <p:spPr>
            <a:xfrm>
              <a:off x="4640645" y="31305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17" name="ph2317"/>
            <p:cNvSpPr/>
            <p:nvPr/>
          </p:nvSpPr>
          <p:spPr>
            <a:xfrm>
              <a:off x="4653157" y="31305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18" name="ph2318"/>
            <p:cNvSpPr/>
            <p:nvPr/>
          </p:nvSpPr>
          <p:spPr>
            <a:xfrm>
              <a:off x="4665670" y="31305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19" name="ph2319"/>
            <p:cNvSpPr/>
            <p:nvPr/>
          </p:nvSpPr>
          <p:spPr>
            <a:xfrm>
              <a:off x="4678181" y="31305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20" name="ph2320"/>
            <p:cNvSpPr/>
            <p:nvPr/>
          </p:nvSpPr>
          <p:spPr>
            <a:xfrm>
              <a:off x="4690694" y="31305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21" name="ph2321"/>
            <p:cNvSpPr/>
            <p:nvPr/>
          </p:nvSpPr>
          <p:spPr>
            <a:xfrm>
              <a:off x="3639656" y="31459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22" name="ph2322"/>
            <p:cNvSpPr/>
            <p:nvPr/>
          </p:nvSpPr>
          <p:spPr>
            <a:xfrm>
              <a:off x="3652168" y="31459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23" name="ph2323"/>
            <p:cNvSpPr/>
            <p:nvPr/>
          </p:nvSpPr>
          <p:spPr>
            <a:xfrm>
              <a:off x="3664681" y="31459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24" name="ph2324"/>
            <p:cNvSpPr/>
            <p:nvPr/>
          </p:nvSpPr>
          <p:spPr>
            <a:xfrm>
              <a:off x="3677194" y="31459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25" name="ph2325"/>
            <p:cNvSpPr/>
            <p:nvPr/>
          </p:nvSpPr>
          <p:spPr>
            <a:xfrm>
              <a:off x="3689705" y="31459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26" name="ph2326"/>
            <p:cNvSpPr/>
            <p:nvPr/>
          </p:nvSpPr>
          <p:spPr>
            <a:xfrm>
              <a:off x="3702217" y="31459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27" name="ph2327"/>
            <p:cNvSpPr/>
            <p:nvPr/>
          </p:nvSpPr>
          <p:spPr>
            <a:xfrm>
              <a:off x="3714730" y="31459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28" name="ph2328"/>
            <p:cNvSpPr/>
            <p:nvPr/>
          </p:nvSpPr>
          <p:spPr>
            <a:xfrm>
              <a:off x="3727243" y="31459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29" name="ph2329"/>
            <p:cNvSpPr/>
            <p:nvPr/>
          </p:nvSpPr>
          <p:spPr>
            <a:xfrm>
              <a:off x="3739754" y="31459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30" name="ph2330"/>
            <p:cNvSpPr/>
            <p:nvPr/>
          </p:nvSpPr>
          <p:spPr>
            <a:xfrm>
              <a:off x="3752266" y="31459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31" name="ph2331"/>
            <p:cNvSpPr/>
            <p:nvPr/>
          </p:nvSpPr>
          <p:spPr>
            <a:xfrm>
              <a:off x="3764780" y="31459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32" name="ph2332"/>
            <p:cNvSpPr/>
            <p:nvPr/>
          </p:nvSpPr>
          <p:spPr>
            <a:xfrm>
              <a:off x="3777292" y="31459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33" name="ph2333"/>
            <p:cNvSpPr/>
            <p:nvPr/>
          </p:nvSpPr>
          <p:spPr>
            <a:xfrm>
              <a:off x="3789805" y="31459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34" name="ph2334"/>
            <p:cNvSpPr/>
            <p:nvPr/>
          </p:nvSpPr>
          <p:spPr>
            <a:xfrm>
              <a:off x="3802316" y="31459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35" name="ph2335"/>
            <p:cNvSpPr/>
            <p:nvPr/>
          </p:nvSpPr>
          <p:spPr>
            <a:xfrm>
              <a:off x="3814829" y="31459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36" name="ph2336"/>
            <p:cNvSpPr/>
            <p:nvPr/>
          </p:nvSpPr>
          <p:spPr>
            <a:xfrm>
              <a:off x="3827341" y="31459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37" name="ph2337"/>
            <p:cNvSpPr/>
            <p:nvPr/>
          </p:nvSpPr>
          <p:spPr>
            <a:xfrm>
              <a:off x="3839854" y="31459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38" name="ph2338"/>
            <p:cNvSpPr/>
            <p:nvPr/>
          </p:nvSpPr>
          <p:spPr>
            <a:xfrm>
              <a:off x="3852367" y="31459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39" name="ph2339"/>
            <p:cNvSpPr/>
            <p:nvPr/>
          </p:nvSpPr>
          <p:spPr>
            <a:xfrm>
              <a:off x="3864878" y="31459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40" name="ph2340"/>
            <p:cNvSpPr/>
            <p:nvPr/>
          </p:nvSpPr>
          <p:spPr>
            <a:xfrm>
              <a:off x="3877390" y="31459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41" name="ph2341"/>
            <p:cNvSpPr/>
            <p:nvPr/>
          </p:nvSpPr>
          <p:spPr>
            <a:xfrm>
              <a:off x="3889903" y="31459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42" name="ph2342"/>
            <p:cNvSpPr/>
            <p:nvPr/>
          </p:nvSpPr>
          <p:spPr>
            <a:xfrm>
              <a:off x="3902416" y="31459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43" name="ph2343"/>
            <p:cNvSpPr/>
            <p:nvPr/>
          </p:nvSpPr>
          <p:spPr>
            <a:xfrm>
              <a:off x="3914929" y="31459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44" name="ph2344"/>
            <p:cNvSpPr/>
            <p:nvPr/>
          </p:nvSpPr>
          <p:spPr>
            <a:xfrm>
              <a:off x="3927440" y="31459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45" name="ph2345"/>
            <p:cNvSpPr/>
            <p:nvPr/>
          </p:nvSpPr>
          <p:spPr>
            <a:xfrm>
              <a:off x="3939952" y="31459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46" name="ph2346"/>
            <p:cNvSpPr/>
            <p:nvPr/>
          </p:nvSpPr>
          <p:spPr>
            <a:xfrm>
              <a:off x="3952465" y="31459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47" name="ph2347"/>
            <p:cNvSpPr/>
            <p:nvPr/>
          </p:nvSpPr>
          <p:spPr>
            <a:xfrm>
              <a:off x="3964978" y="31459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48" name="ph2348"/>
            <p:cNvSpPr/>
            <p:nvPr/>
          </p:nvSpPr>
          <p:spPr>
            <a:xfrm>
              <a:off x="3977489" y="31459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49" name="ph2349"/>
            <p:cNvSpPr/>
            <p:nvPr/>
          </p:nvSpPr>
          <p:spPr>
            <a:xfrm>
              <a:off x="3990002" y="31459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50" name="ph2350"/>
            <p:cNvSpPr/>
            <p:nvPr/>
          </p:nvSpPr>
          <p:spPr>
            <a:xfrm>
              <a:off x="4002514" y="31459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51" name="ph2351"/>
            <p:cNvSpPr/>
            <p:nvPr/>
          </p:nvSpPr>
          <p:spPr>
            <a:xfrm>
              <a:off x="4015027" y="31459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52" name="ph2352"/>
            <p:cNvSpPr/>
            <p:nvPr/>
          </p:nvSpPr>
          <p:spPr>
            <a:xfrm>
              <a:off x="4027538" y="31459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53" name="ph2353"/>
            <p:cNvSpPr/>
            <p:nvPr/>
          </p:nvSpPr>
          <p:spPr>
            <a:xfrm>
              <a:off x="4040053" y="31459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54" name="ph2354"/>
            <p:cNvSpPr/>
            <p:nvPr/>
          </p:nvSpPr>
          <p:spPr>
            <a:xfrm>
              <a:off x="4052564" y="31459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55" name="ph2355"/>
            <p:cNvSpPr/>
            <p:nvPr/>
          </p:nvSpPr>
          <p:spPr>
            <a:xfrm>
              <a:off x="4065076" y="31459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56" name="ph2356"/>
            <p:cNvSpPr/>
            <p:nvPr/>
          </p:nvSpPr>
          <p:spPr>
            <a:xfrm>
              <a:off x="4077589" y="31459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57" name="ph2357"/>
            <p:cNvSpPr/>
            <p:nvPr/>
          </p:nvSpPr>
          <p:spPr>
            <a:xfrm>
              <a:off x="4090102" y="31459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58" name="ph2358"/>
            <p:cNvSpPr/>
            <p:nvPr/>
          </p:nvSpPr>
          <p:spPr>
            <a:xfrm>
              <a:off x="4102613" y="31459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59" name="ph2359"/>
            <p:cNvSpPr/>
            <p:nvPr/>
          </p:nvSpPr>
          <p:spPr>
            <a:xfrm>
              <a:off x="4115125" y="31459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60" name="ph2360"/>
            <p:cNvSpPr/>
            <p:nvPr/>
          </p:nvSpPr>
          <p:spPr>
            <a:xfrm>
              <a:off x="4127638" y="31459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61" name="ph2361"/>
            <p:cNvSpPr/>
            <p:nvPr/>
          </p:nvSpPr>
          <p:spPr>
            <a:xfrm>
              <a:off x="4140151" y="31459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62" name="ph2362"/>
            <p:cNvSpPr/>
            <p:nvPr/>
          </p:nvSpPr>
          <p:spPr>
            <a:xfrm>
              <a:off x="4152662" y="31459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63" name="ph2363"/>
            <p:cNvSpPr/>
            <p:nvPr/>
          </p:nvSpPr>
          <p:spPr>
            <a:xfrm>
              <a:off x="4165174" y="31459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64" name="ph2364"/>
            <p:cNvSpPr/>
            <p:nvPr/>
          </p:nvSpPr>
          <p:spPr>
            <a:xfrm>
              <a:off x="4177688" y="31459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65" name="ph2365"/>
            <p:cNvSpPr/>
            <p:nvPr/>
          </p:nvSpPr>
          <p:spPr>
            <a:xfrm>
              <a:off x="4190200" y="31459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66" name="ph2366"/>
            <p:cNvSpPr/>
            <p:nvPr/>
          </p:nvSpPr>
          <p:spPr>
            <a:xfrm>
              <a:off x="4202713" y="31459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67" name="ph2367"/>
            <p:cNvSpPr/>
            <p:nvPr/>
          </p:nvSpPr>
          <p:spPr>
            <a:xfrm>
              <a:off x="4215224" y="31459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68" name="ph2368"/>
            <p:cNvSpPr/>
            <p:nvPr/>
          </p:nvSpPr>
          <p:spPr>
            <a:xfrm>
              <a:off x="4653157" y="31459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69" name="ph2369"/>
            <p:cNvSpPr/>
            <p:nvPr/>
          </p:nvSpPr>
          <p:spPr>
            <a:xfrm>
              <a:off x="4665670" y="31459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70" name="ph2370"/>
            <p:cNvSpPr/>
            <p:nvPr/>
          </p:nvSpPr>
          <p:spPr>
            <a:xfrm>
              <a:off x="4678181" y="31459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71" name="ph2371"/>
            <p:cNvSpPr/>
            <p:nvPr/>
          </p:nvSpPr>
          <p:spPr>
            <a:xfrm>
              <a:off x="4690694" y="31459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72" name="ph2372"/>
            <p:cNvSpPr/>
            <p:nvPr/>
          </p:nvSpPr>
          <p:spPr>
            <a:xfrm>
              <a:off x="3627145" y="31612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73" name="ph2373"/>
            <p:cNvSpPr/>
            <p:nvPr/>
          </p:nvSpPr>
          <p:spPr>
            <a:xfrm>
              <a:off x="3639656" y="31612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74" name="ph2374"/>
            <p:cNvSpPr/>
            <p:nvPr/>
          </p:nvSpPr>
          <p:spPr>
            <a:xfrm>
              <a:off x="3652168" y="31612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75" name="ph2375"/>
            <p:cNvSpPr/>
            <p:nvPr/>
          </p:nvSpPr>
          <p:spPr>
            <a:xfrm>
              <a:off x="3664681" y="31612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76" name="ph2376"/>
            <p:cNvSpPr/>
            <p:nvPr/>
          </p:nvSpPr>
          <p:spPr>
            <a:xfrm>
              <a:off x="3677194" y="31612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77" name="ph2377"/>
            <p:cNvSpPr/>
            <p:nvPr/>
          </p:nvSpPr>
          <p:spPr>
            <a:xfrm>
              <a:off x="3689705" y="31612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78" name="ph2378"/>
            <p:cNvSpPr/>
            <p:nvPr/>
          </p:nvSpPr>
          <p:spPr>
            <a:xfrm>
              <a:off x="3702217" y="31612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79" name="ph2379"/>
            <p:cNvSpPr/>
            <p:nvPr/>
          </p:nvSpPr>
          <p:spPr>
            <a:xfrm>
              <a:off x="3714730" y="31612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80" name="ph2380"/>
            <p:cNvSpPr/>
            <p:nvPr/>
          </p:nvSpPr>
          <p:spPr>
            <a:xfrm>
              <a:off x="3727243" y="31612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81" name="ph2381"/>
            <p:cNvSpPr/>
            <p:nvPr/>
          </p:nvSpPr>
          <p:spPr>
            <a:xfrm>
              <a:off x="3739754" y="31612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82" name="ph2382"/>
            <p:cNvSpPr/>
            <p:nvPr/>
          </p:nvSpPr>
          <p:spPr>
            <a:xfrm>
              <a:off x="3752266" y="31612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83" name="ph2383"/>
            <p:cNvSpPr/>
            <p:nvPr/>
          </p:nvSpPr>
          <p:spPr>
            <a:xfrm>
              <a:off x="3764780" y="31612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84" name="ph2384"/>
            <p:cNvSpPr/>
            <p:nvPr/>
          </p:nvSpPr>
          <p:spPr>
            <a:xfrm>
              <a:off x="3777292" y="31612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85" name="ph2385"/>
            <p:cNvSpPr/>
            <p:nvPr/>
          </p:nvSpPr>
          <p:spPr>
            <a:xfrm>
              <a:off x="3789805" y="31612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86" name="ph2386"/>
            <p:cNvSpPr/>
            <p:nvPr/>
          </p:nvSpPr>
          <p:spPr>
            <a:xfrm>
              <a:off x="3802316" y="31612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87" name="ph2387"/>
            <p:cNvSpPr/>
            <p:nvPr/>
          </p:nvSpPr>
          <p:spPr>
            <a:xfrm>
              <a:off x="3814829" y="31612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88" name="ph2388"/>
            <p:cNvSpPr/>
            <p:nvPr/>
          </p:nvSpPr>
          <p:spPr>
            <a:xfrm>
              <a:off x="3827341" y="31612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89" name="ph2389"/>
            <p:cNvSpPr/>
            <p:nvPr/>
          </p:nvSpPr>
          <p:spPr>
            <a:xfrm>
              <a:off x="3839854" y="31612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90" name="ph2390"/>
            <p:cNvSpPr/>
            <p:nvPr/>
          </p:nvSpPr>
          <p:spPr>
            <a:xfrm>
              <a:off x="3852367" y="31612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91" name="ph2391"/>
            <p:cNvSpPr/>
            <p:nvPr/>
          </p:nvSpPr>
          <p:spPr>
            <a:xfrm>
              <a:off x="3864878" y="31612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92" name="ph2392"/>
            <p:cNvSpPr/>
            <p:nvPr/>
          </p:nvSpPr>
          <p:spPr>
            <a:xfrm>
              <a:off x="3877390" y="31612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93" name="ph2393"/>
            <p:cNvSpPr/>
            <p:nvPr/>
          </p:nvSpPr>
          <p:spPr>
            <a:xfrm>
              <a:off x="3889903" y="31612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94" name="ph2394"/>
            <p:cNvSpPr/>
            <p:nvPr/>
          </p:nvSpPr>
          <p:spPr>
            <a:xfrm>
              <a:off x="3902416" y="31612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95" name="ph2395"/>
            <p:cNvSpPr/>
            <p:nvPr/>
          </p:nvSpPr>
          <p:spPr>
            <a:xfrm>
              <a:off x="3914929" y="31612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96" name="ph2396"/>
            <p:cNvSpPr/>
            <p:nvPr/>
          </p:nvSpPr>
          <p:spPr>
            <a:xfrm>
              <a:off x="3927440" y="31612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97" name="ph2397"/>
            <p:cNvSpPr/>
            <p:nvPr/>
          </p:nvSpPr>
          <p:spPr>
            <a:xfrm>
              <a:off x="3939952" y="31612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98" name="ph2398"/>
            <p:cNvSpPr/>
            <p:nvPr/>
          </p:nvSpPr>
          <p:spPr>
            <a:xfrm>
              <a:off x="3952465" y="31612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99" name="ph2399"/>
            <p:cNvSpPr/>
            <p:nvPr/>
          </p:nvSpPr>
          <p:spPr>
            <a:xfrm>
              <a:off x="3964978" y="31612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00" name="ph2400"/>
            <p:cNvSpPr/>
            <p:nvPr/>
          </p:nvSpPr>
          <p:spPr>
            <a:xfrm>
              <a:off x="3977489" y="31612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01" name="ph2401"/>
            <p:cNvSpPr/>
            <p:nvPr/>
          </p:nvSpPr>
          <p:spPr>
            <a:xfrm>
              <a:off x="3990002" y="31612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02" name="ph2402"/>
            <p:cNvSpPr/>
            <p:nvPr/>
          </p:nvSpPr>
          <p:spPr>
            <a:xfrm>
              <a:off x="4002514" y="31612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03" name="ph2403"/>
            <p:cNvSpPr/>
            <p:nvPr/>
          </p:nvSpPr>
          <p:spPr>
            <a:xfrm>
              <a:off x="4015027" y="31612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04" name="ph2404"/>
            <p:cNvSpPr/>
            <p:nvPr/>
          </p:nvSpPr>
          <p:spPr>
            <a:xfrm>
              <a:off x="4027538" y="31612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05" name="ph2405"/>
            <p:cNvSpPr/>
            <p:nvPr/>
          </p:nvSpPr>
          <p:spPr>
            <a:xfrm>
              <a:off x="4040053" y="31612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06" name="ph2406"/>
            <p:cNvSpPr/>
            <p:nvPr/>
          </p:nvSpPr>
          <p:spPr>
            <a:xfrm>
              <a:off x="4052564" y="31612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07" name="ph2407"/>
            <p:cNvSpPr/>
            <p:nvPr/>
          </p:nvSpPr>
          <p:spPr>
            <a:xfrm>
              <a:off x="4065076" y="31612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CB0AB">
                <a:alpha val="100000"/>
              </a:srgbClr>
            </a:solidFill>
            <a:ln w="5420" cap="flat">
              <a:solidFill>
                <a:srgbClr val="4C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08" name="ph2408"/>
            <p:cNvSpPr/>
            <p:nvPr/>
          </p:nvSpPr>
          <p:spPr>
            <a:xfrm>
              <a:off x="4077589" y="31612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09" name="ph2409"/>
            <p:cNvSpPr/>
            <p:nvPr/>
          </p:nvSpPr>
          <p:spPr>
            <a:xfrm>
              <a:off x="4090102" y="31612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10" name="ph2410"/>
            <p:cNvSpPr/>
            <p:nvPr/>
          </p:nvSpPr>
          <p:spPr>
            <a:xfrm>
              <a:off x="4102613" y="31612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11" name="ph2411"/>
            <p:cNvSpPr/>
            <p:nvPr/>
          </p:nvSpPr>
          <p:spPr>
            <a:xfrm>
              <a:off x="4115125" y="31612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12" name="ph2412"/>
            <p:cNvSpPr/>
            <p:nvPr/>
          </p:nvSpPr>
          <p:spPr>
            <a:xfrm>
              <a:off x="4127638" y="31612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13" name="ph2413"/>
            <p:cNvSpPr/>
            <p:nvPr/>
          </p:nvSpPr>
          <p:spPr>
            <a:xfrm>
              <a:off x="4140151" y="31612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14" name="ph2414"/>
            <p:cNvSpPr/>
            <p:nvPr/>
          </p:nvSpPr>
          <p:spPr>
            <a:xfrm>
              <a:off x="4152662" y="31612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15" name="ph2415"/>
            <p:cNvSpPr/>
            <p:nvPr/>
          </p:nvSpPr>
          <p:spPr>
            <a:xfrm>
              <a:off x="4165174" y="31612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16" name="ph2416"/>
            <p:cNvSpPr/>
            <p:nvPr/>
          </p:nvSpPr>
          <p:spPr>
            <a:xfrm>
              <a:off x="4177688" y="31612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17" name="ph2417"/>
            <p:cNvSpPr/>
            <p:nvPr/>
          </p:nvSpPr>
          <p:spPr>
            <a:xfrm>
              <a:off x="4190200" y="31612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18" name="ph2418"/>
            <p:cNvSpPr/>
            <p:nvPr/>
          </p:nvSpPr>
          <p:spPr>
            <a:xfrm>
              <a:off x="4202713" y="31612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19" name="ph2419"/>
            <p:cNvSpPr/>
            <p:nvPr/>
          </p:nvSpPr>
          <p:spPr>
            <a:xfrm>
              <a:off x="4215224" y="31612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20" name="ph2420"/>
            <p:cNvSpPr/>
            <p:nvPr/>
          </p:nvSpPr>
          <p:spPr>
            <a:xfrm>
              <a:off x="4340348" y="31612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21" name="ph2421"/>
            <p:cNvSpPr/>
            <p:nvPr/>
          </p:nvSpPr>
          <p:spPr>
            <a:xfrm>
              <a:off x="4352860" y="31612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22" name="ph2422"/>
            <p:cNvSpPr/>
            <p:nvPr/>
          </p:nvSpPr>
          <p:spPr>
            <a:xfrm>
              <a:off x="4365373" y="31612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23" name="ph2423"/>
            <p:cNvSpPr/>
            <p:nvPr/>
          </p:nvSpPr>
          <p:spPr>
            <a:xfrm>
              <a:off x="4377886" y="31612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24" name="ph2424"/>
            <p:cNvSpPr/>
            <p:nvPr/>
          </p:nvSpPr>
          <p:spPr>
            <a:xfrm>
              <a:off x="4653157" y="31612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25" name="ph2425"/>
            <p:cNvSpPr/>
            <p:nvPr/>
          </p:nvSpPr>
          <p:spPr>
            <a:xfrm>
              <a:off x="4665670" y="31612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26" name="ph2426"/>
            <p:cNvSpPr/>
            <p:nvPr/>
          </p:nvSpPr>
          <p:spPr>
            <a:xfrm>
              <a:off x="4678181" y="31612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27" name="ph2427"/>
            <p:cNvSpPr/>
            <p:nvPr/>
          </p:nvSpPr>
          <p:spPr>
            <a:xfrm>
              <a:off x="4690694" y="31612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28" name="ph2428"/>
            <p:cNvSpPr/>
            <p:nvPr/>
          </p:nvSpPr>
          <p:spPr>
            <a:xfrm>
              <a:off x="4703206" y="31612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29" name="ph2429"/>
            <p:cNvSpPr/>
            <p:nvPr/>
          </p:nvSpPr>
          <p:spPr>
            <a:xfrm>
              <a:off x="3251773" y="31766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30" name="ph2430"/>
            <p:cNvSpPr/>
            <p:nvPr/>
          </p:nvSpPr>
          <p:spPr>
            <a:xfrm>
              <a:off x="3264286" y="31766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31" name="ph2431"/>
            <p:cNvSpPr/>
            <p:nvPr/>
          </p:nvSpPr>
          <p:spPr>
            <a:xfrm>
              <a:off x="3627145" y="31766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32" name="ph2432"/>
            <p:cNvSpPr/>
            <p:nvPr/>
          </p:nvSpPr>
          <p:spPr>
            <a:xfrm>
              <a:off x="3639656" y="31766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33" name="ph2433"/>
            <p:cNvSpPr/>
            <p:nvPr/>
          </p:nvSpPr>
          <p:spPr>
            <a:xfrm>
              <a:off x="3652168" y="31766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34" name="ph2434"/>
            <p:cNvSpPr/>
            <p:nvPr/>
          </p:nvSpPr>
          <p:spPr>
            <a:xfrm>
              <a:off x="3664681" y="31766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35" name="ph2435"/>
            <p:cNvSpPr/>
            <p:nvPr/>
          </p:nvSpPr>
          <p:spPr>
            <a:xfrm>
              <a:off x="3677194" y="31766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36" name="ph2436"/>
            <p:cNvSpPr/>
            <p:nvPr/>
          </p:nvSpPr>
          <p:spPr>
            <a:xfrm>
              <a:off x="3689705" y="31766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37" name="ph2437"/>
            <p:cNvSpPr/>
            <p:nvPr/>
          </p:nvSpPr>
          <p:spPr>
            <a:xfrm>
              <a:off x="3702217" y="31766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38" name="ph2438"/>
            <p:cNvSpPr/>
            <p:nvPr/>
          </p:nvSpPr>
          <p:spPr>
            <a:xfrm>
              <a:off x="3714730" y="31766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39" name="ph2439"/>
            <p:cNvSpPr/>
            <p:nvPr/>
          </p:nvSpPr>
          <p:spPr>
            <a:xfrm>
              <a:off x="3727243" y="31766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40" name="ph2440"/>
            <p:cNvSpPr/>
            <p:nvPr/>
          </p:nvSpPr>
          <p:spPr>
            <a:xfrm>
              <a:off x="3739754" y="31766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41" name="ph2441"/>
            <p:cNvSpPr/>
            <p:nvPr/>
          </p:nvSpPr>
          <p:spPr>
            <a:xfrm>
              <a:off x="3752266" y="31766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42" name="ph2442"/>
            <p:cNvSpPr/>
            <p:nvPr/>
          </p:nvSpPr>
          <p:spPr>
            <a:xfrm>
              <a:off x="3764780" y="31766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43" name="ph2443"/>
            <p:cNvSpPr/>
            <p:nvPr/>
          </p:nvSpPr>
          <p:spPr>
            <a:xfrm>
              <a:off x="3777292" y="31766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44" name="ph2444"/>
            <p:cNvSpPr/>
            <p:nvPr/>
          </p:nvSpPr>
          <p:spPr>
            <a:xfrm>
              <a:off x="3789805" y="31766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45" name="ph2445"/>
            <p:cNvSpPr/>
            <p:nvPr/>
          </p:nvSpPr>
          <p:spPr>
            <a:xfrm>
              <a:off x="3802316" y="31766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46" name="ph2446"/>
            <p:cNvSpPr/>
            <p:nvPr/>
          </p:nvSpPr>
          <p:spPr>
            <a:xfrm>
              <a:off x="3814829" y="31766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47" name="ph2447"/>
            <p:cNvSpPr/>
            <p:nvPr/>
          </p:nvSpPr>
          <p:spPr>
            <a:xfrm>
              <a:off x="3827341" y="31766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48" name="ph2448"/>
            <p:cNvSpPr/>
            <p:nvPr/>
          </p:nvSpPr>
          <p:spPr>
            <a:xfrm>
              <a:off x="3839854" y="31766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49" name="ph2449"/>
            <p:cNvSpPr/>
            <p:nvPr/>
          </p:nvSpPr>
          <p:spPr>
            <a:xfrm>
              <a:off x="3852367" y="31766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50" name="ph2450"/>
            <p:cNvSpPr/>
            <p:nvPr/>
          </p:nvSpPr>
          <p:spPr>
            <a:xfrm>
              <a:off x="3864878" y="31766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51" name="ph2451"/>
            <p:cNvSpPr/>
            <p:nvPr/>
          </p:nvSpPr>
          <p:spPr>
            <a:xfrm>
              <a:off x="3877390" y="31766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52" name="ph2452"/>
            <p:cNvSpPr/>
            <p:nvPr/>
          </p:nvSpPr>
          <p:spPr>
            <a:xfrm>
              <a:off x="3889903" y="31766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53" name="ph2453"/>
            <p:cNvSpPr/>
            <p:nvPr/>
          </p:nvSpPr>
          <p:spPr>
            <a:xfrm>
              <a:off x="3902416" y="31766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54" name="ph2454"/>
            <p:cNvSpPr/>
            <p:nvPr/>
          </p:nvSpPr>
          <p:spPr>
            <a:xfrm>
              <a:off x="3914929" y="31766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55" name="ph2455"/>
            <p:cNvSpPr/>
            <p:nvPr/>
          </p:nvSpPr>
          <p:spPr>
            <a:xfrm>
              <a:off x="3927440" y="31766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56" name="ph2456"/>
            <p:cNvSpPr/>
            <p:nvPr/>
          </p:nvSpPr>
          <p:spPr>
            <a:xfrm>
              <a:off x="3939952" y="31766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57" name="ph2457"/>
            <p:cNvSpPr/>
            <p:nvPr/>
          </p:nvSpPr>
          <p:spPr>
            <a:xfrm>
              <a:off x="3952465" y="31766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58" name="ph2458"/>
            <p:cNvSpPr/>
            <p:nvPr/>
          </p:nvSpPr>
          <p:spPr>
            <a:xfrm>
              <a:off x="3964978" y="31766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59" name="ph2459"/>
            <p:cNvSpPr/>
            <p:nvPr/>
          </p:nvSpPr>
          <p:spPr>
            <a:xfrm>
              <a:off x="3977489" y="31766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60" name="ph2460"/>
            <p:cNvSpPr/>
            <p:nvPr/>
          </p:nvSpPr>
          <p:spPr>
            <a:xfrm>
              <a:off x="3990002" y="31766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61" name="ph2461"/>
            <p:cNvSpPr/>
            <p:nvPr/>
          </p:nvSpPr>
          <p:spPr>
            <a:xfrm>
              <a:off x="4002514" y="31766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62" name="ph2462"/>
            <p:cNvSpPr/>
            <p:nvPr/>
          </p:nvSpPr>
          <p:spPr>
            <a:xfrm>
              <a:off x="4015027" y="31766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63" name="ph2463"/>
            <p:cNvSpPr/>
            <p:nvPr/>
          </p:nvSpPr>
          <p:spPr>
            <a:xfrm>
              <a:off x="4027538" y="31766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64" name="ph2464"/>
            <p:cNvSpPr/>
            <p:nvPr/>
          </p:nvSpPr>
          <p:spPr>
            <a:xfrm>
              <a:off x="4040053" y="31766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65" name="ph2465"/>
            <p:cNvSpPr/>
            <p:nvPr/>
          </p:nvSpPr>
          <p:spPr>
            <a:xfrm>
              <a:off x="4052564" y="31766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66" name="ph2466"/>
            <p:cNvSpPr/>
            <p:nvPr/>
          </p:nvSpPr>
          <p:spPr>
            <a:xfrm>
              <a:off x="4065076" y="31766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67" name="ph2467"/>
            <p:cNvSpPr/>
            <p:nvPr/>
          </p:nvSpPr>
          <p:spPr>
            <a:xfrm>
              <a:off x="4077589" y="31766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68" name="ph2468"/>
            <p:cNvSpPr/>
            <p:nvPr/>
          </p:nvSpPr>
          <p:spPr>
            <a:xfrm>
              <a:off x="4090102" y="31766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69" name="ph2469"/>
            <p:cNvSpPr/>
            <p:nvPr/>
          </p:nvSpPr>
          <p:spPr>
            <a:xfrm>
              <a:off x="4102613" y="31766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70" name="ph2470"/>
            <p:cNvSpPr/>
            <p:nvPr/>
          </p:nvSpPr>
          <p:spPr>
            <a:xfrm>
              <a:off x="4115125" y="31766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71" name="ph2471"/>
            <p:cNvSpPr/>
            <p:nvPr/>
          </p:nvSpPr>
          <p:spPr>
            <a:xfrm>
              <a:off x="4127638" y="31766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72" name="ph2472"/>
            <p:cNvSpPr/>
            <p:nvPr/>
          </p:nvSpPr>
          <p:spPr>
            <a:xfrm>
              <a:off x="4140151" y="31766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73" name="ph2473"/>
            <p:cNvSpPr/>
            <p:nvPr/>
          </p:nvSpPr>
          <p:spPr>
            <a:xfrm>
              <a:off x="4152662" y="31766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74" name="ph2474"/>
            <p:cNvSpPr/>
            <p:nvPr/>
          </p:nvSpPr>
          <p:spPr>
            <a:xfrm>
              <a:off x="4165174" y="31766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75" name="ph2475"/>
            <p:cNvSpPr/>
            <p:nvPr/>
          </p:nvSpPr>
          <p:spPr>
            <a:xfrm>
              <a:off x="4177688" y="31766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76" name="ph2476"/>
            <p:cNvSpPr/>
            <p:nvPr/>
          </p:nvSpPr>
          <p:spPr>
            <a:xfrm>
              <a:off x="4190200" y="31766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77" name="ph2477"/>
            <p:cNvSpPr/>
            <p:nvPr/>
          </p:nvSpPr>
          <p:spPr>
            <a:xfrm>
              <a:off x="4202713" y="31766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78" name="ph2478"/>
            <p:cNvSpPr/>
            <p:nvPr/>
          </p:nvSpPr>
          <p:spPr>
            <a:xfrm>
              <a:off x="4215224" y="31766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79" name="ph2479"/>
            <p:cNvSpPr/>
            <p:nvPr/>
          </p:nvSpPr>
          <p:spPr>
            <a:xfrm>
              <a:off x="4327837" y="31766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80" name="ph2480"/>
            <p:cNvSpPr/>
            <p:nvPr/>
          </p:nvSpPr>
          <p:spPr>
            <a:xfrm>
              <a:off x="4340348" y="31766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81" name="ph2481"/>
            <p:cNvSpPr/>
            <p:nvPr/>
          </p:nvSpPr>
          <p:spPr>
            <a:xfrm>
              <a:off x="4352860" y="31766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82" name="ph2482"/>
            <p:cNvSpPr/>
            <p:nvPr/>
          </p:nvSpPr>
          <p:spPr>
            <a:xfrm>
              <a:off x="4365373" y="31766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83" name="ph2483"/>
            <p:cNvSpPr/>
            <p:nvPr/>
          </p:nvSpPr>
          <p:spPr>
            <a:xfrm>
              <a:off x="4377886" y="31766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84" name="ph2484"/>
            <p:cNvSpPr/>
            <p:nvPr/>
          </p:nvSpPr>
          <p:spPr>
            <a:xfrm>
              <a:off x="4390397" y="31766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85" name="ph2485"/>
            <p:cNvSpPr/>
            <p:nvPr/>
          </p:nvSpPr>
          <p:spPr>
            <a:xfrm>
              <a:off x="4402909" y="31766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86" name="ph2486"/>
            <p:cNvSpPr/>
            <p:nvPr/>
          </p:nvSpPr>
          <p:spPr>
            <a:xfrm>
              <a:off x="4653157" y="31766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87" name="ph2487"/>
            <p:cNvSpPr/>
            <p:nvPr/>
          </p:nvSpPr>
          <p:spPr>
            <a:xfrm>
              <a:off x="4665670" y="31766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88" name="ph2488"/>
            <p:cNvSpPr/>
            <p:nvPr/>
          </p:nvSpPr>
          <p:spPr>
            <a:xfrm>
              <a:off x="4678181" y="31766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89" name="ph2489"/>
            <p:cNvSpPr/>
            <p:nvPr/>
          </p:nvSpPr>
          <p:spPr>
            <a:xfrm>
              <a:off x="4690694" y="31766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90" name="ph2490"/>
            <p:cNvSpPr/>
            <p:nvPr/>
          </p:nvSpPr>
          <p:spPr>
            <a:xfrm>
              <a:off x="4703206" y="31766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91" name="ph2491"/>
            <p:cNvSpPr/>
            <p:nvPr/>
          </p:nvSpPr>
          <p:spPr>
            <a:xfrm>
              <a:off x="3239260" y="31920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92" name="ph2492"/>
            <p:cNvSpPr/>
            <p:nvPr/>
          </p:nvSpPr>
          <p:spPr>
            <a:xfrm>
              <a:off x="3251773" y="31920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93" name="ph2493"/>
            <p:cNvSpPr/>
            <p:nvPr/>
          </p:nvSpPr>
          <p:spPr>
            <a:xfrm>
              <a:off x="3264286" y="31920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94" name="ph2494"/>
            <p:cNvSpPr/>
            <p:nvPr/>
          </p:nvSpPr>
          <p:spPr>
            <a:xfrm>
              <a:off x="3276797" y="31920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95" name="ph2495"/>
            <p:cNvSpPr/>
            <p:nvPr/>
          </p:nvSpPr>
          <p:spPr>
            <a:xfrm>
              <a:off x="3289309" y="31920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96" name="ph2496"/>
            <p:cNvSpPr/>
            <p:nvPr/>
          </p:nvSpPr>
          <p:spPr>
            <a:xfrm>
              <a:off x="3627145" y="31920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97" name="ph2497"/>
            <p:cNvSpPr/>
            <p:nvPr/>
          </p:nvSpPr>
          <p:spPr>
            <a:xfrm>
              <a:off x="3639656" y="31920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98" name="ph2498"/>
            <p:cNvSpPr/>
            <p:nvPr/>
          </p:nvSpPr>
          <p:spPr>
            <a:xfrm>
              <a:off x="3652168" y="31920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99" name="ph2499"/>
            <p:cNvSpPr/>
            <p:nvPr/>
          </p:nvSpPr>
          <p:spPr>
            <a:xfrm>
              <a:off x="3664681" y="31920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00" name="ph2500"/>
            <p:cNvSpPr/>
            <p:nvPr/>
          </p:nvSpPr>
          <p:spPr>
            <a:xfrm>
              <a:off x="3677194" y="31920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01" name="ph2501"/>
            <p:cNvSpPr/>
            <p:nvPr/>
          </p:nvSpPr>
          <p:spPr>
            <a:xfrm>
              <a:off x="3689705" y="31920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02" name="ph2502"/>
            <p:cNvSpPr/>
            <p:nvPr/>
          </p:nvSpPr>
          <p:spPr>
            <a:xfrm>
              <a:off x="3702217" y="31920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03" name="ph2503"/>
            <p:cNvSpPr/>
            <p:nvPr/>
          </p:nvSpPr>
          <p:spPr>
            <a:xfrm>
              <a:off x="3714730" y="31920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04" name="ph2504"/>
            <p:cNvSpPr/>
            <p:nvPr/>
          </p:nvSpPr>
          <p:spPr>
            <a:xfrm>
              <a:off x="3727243" y="31920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05" name="ph2505"/>
            <p:cNvSpPr/>
            <p:nvPr/>
          </p:nvSpPr>
          <p:spPr>
            <a:xfrm>
              <a:off x="3739754" y="31920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06" name="ph2506"/>
            <p:cNvSpPr/>
            <p:nvPr/>
          </p:nvSpPr>
          <p:spPr>
            <a:xfrm>
              <a:off x="3752266" y="31920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07" name="ph2507"/>
            <p:cNvSpPr/>
            <p:nvPr/>
          </p:nvSpPr>
          <p:spPr>
            <a:xfrm>
              <a:off x="3764780" y="31920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08" name="ph2508"/>
            <p:cNvSpPr/>
            <p:nvPr/>
          </p:nvSpPr>
          <p:spPr>
            <a:xfrm>
              <a:off x="3777292" y="31920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09" name="ph2509"/>
            <p:cNvSpPr/>
            <p:nvPr/>
          </p:nvSpPr>
          <p:spPr>
            <a:xfrm>
              <a:off x="3789805" y="31920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10" name="ph2510"/>
            <p:cNvSpPr/>
            <p:nvPr/>
          </p:nvSpPr>
          <p:spPr>
            <a:xfrm>
              <a:off x="3902416" y="31920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11" name="ph2511"/>
            <p:cNvSpPr/>
            <p:nvPr/>
          </p:nvSpPr>
          <p:spPr>
            <a:xfrm>
              <a:off x="3914929" y="31920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7BFAB">
                <a:alpha val="100000"/>
              </a:srgbClr>
            </a:solidFill>
            <a:ln w="5420" cap="flat">
              <a:solidFill>
                <a:srgbClr val="57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12" name="ph2512"/>
            <p:cNvSpPr/>
            <p:nvPr/>
          </p:nvSpPr>
          <p:spPr>
            <a:xfrm>
              <a:off x="3927440" y="31920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13" name="ph2513"/>
            <p:cNvSpPr/>
            <p:nvPr/>
          </p:nvSpPr>
          <p:spPr>
            <a:xfrm>
              <a:off x="3939952" y="31920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14" name="ph2514"/>
            <p:cNvSpPr/>
            <p:nvPr/>
          </p:nvSpPr>
          <p:spPr>
            <a:xfrm>
              <a:off x="3952465" y="31920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15" name="ph2515"/>
            <p:cNvSpPr/>
            <p:nvPr/>
          </p:nvSpPr>
          <p:spPr>
            <a:xfrm>
              <a:off x="3964978" y="31920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16" name="ph2516"/>
            <p:cNvSpPr/>
            <p:nvPr/>
          </p:nvSpPr>
          <p:spPr>
            <a:xfrm>
              <a:off x="3977489" y="31920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17" name="ph2517"/>
            <p:cNvSpPr/>
            <p:nvPr/>
          </p:nvSpPr>
          <p:spPr>
            <a:xfrm>
              <a:off x="3990002" y="31920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18" name="ph2518"/>
            <p:cNvSpPr/>
            <p:nvPr/>
          </p:nvSpPr>
          <p:spPr>
            <a:xfrm>
              <a:off x="4002514" y="31920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19" name="ph2519"/>
            <p:cNvSpPr/>
            <p:nvPr/>
          </p:nvSpPr>
          <p:spPr>
            <a:xfrm>
              <a:off x="4015027" y="31920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20" name="ph2520"/>
            <p:cNvSpPr/>
            <p:nvPr/>
          </p:nvSpPr>
          <p:spPr>
            <a:xfrm>
              <a:off x="4127638" y="31920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21" name="ph2521"/>
            <p:cNvSpPr/>
            <p:nvPr/>
          </p:nvSpPr>
          <p:spPr>
            <a:xfrm>
              <a:off x="4140151" y="31920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22" name="ph2522"/>
            <p:cNvSpPr/>
            <p:nvPr/>
          </p:nvSpPr>
          <p:spPr>
            <a:xfrm>
              <a:off x="4152662" y="31920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23" name="ph2523"/>
            <p:cNvSpPr/>
            <p:nvPr/>
          </p:nvSpPr>
          <p:spPr>
            <a:xfrm>
              <a:off x="4165174" y="31920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24" name="ph2524"/>
            <p:cNvSpPr/>
            <p:nvPr/>
          </p:nvSpPr>
          <p:spPr>
            <a:xfrm>
              <a:off x="4177688" y="31920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25" name="ph2525"/>
            <p:cNvSpPr/>
            <p:nvPr/>
          </p:nvSpPr>
          <p:spPr>
            <a:xfrm>
              <a:off x="4190200" y="31920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26" name="ph2526"/>
            <p:cNvSpPr/>
            <p:nvPr/>
          </p:nvSpPr>
          <p:spPr>
            <a:xfrm>
              <a:off x="4202713" y="31920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27" name="ph2527"/>
            <p:cNvSpPr/>
            <p:nvPr/>
          </p:nvSpPr>
          <p:spPr>
            <a:xfrm>
              <a:off x="4215224" y="31920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28" name="ph2528"/>
            <p:cNvSpPr/>
            <p:nvPr/>
          </p:nvSpPr>
          <p:spPr>
            <a:xfrm>
              <a:off x="4227737" y="31920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29" name="ph2529"/>
            <p:cNvSpPr/>
            <p:nvPr/>
          </p:nvSpPr>
          <p:spPr>
            <a:xfrm>
              <a:off x="4302811" y="31920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30" name="ph2530"/>
            <p:cNvSpPr/>
            <p:nvPr/>
          </p:nvSpPr>
          <p:spPr>
            <a:xfrm>
              <a:off x="4315324" y="31920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31" name="ph2531"/>
            <p:cNvSpPr/>
            <p:nvPr/>
          </p:nvSpPr>
          <p:spPr>
            <a:xfrm>
              <a:off x="4327837" y="31920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32" name="ph2532"/>
            <p:cNvSpPr/>
            <p:nvPr/>
          </p:nvSpPr>
          <p:spPr>
            <a:xfrm>
              <a:off x="4340348" y="31920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33" name="ph2533"/>
            <p:cNvSpPr/>
            <p:nvPr/>
          </p:nvSpPr>
          <p:spPr>
            <a:xfrm>
              <a:off x="4352860" y="31920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34" name="ph2534"/>
            <p:cNvSpPr/>
            <p:nvPr/>
          </p:nvSpPr>
          <p:spPr>
            <a:xfrm>
              <a:off x="4365373" y="31920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35" name="ph2535"/>
            <p:cNvSpPr/>
            <p:nvPr/>
          </p:nvSpPr>
          <p:spPr>
            <a:xfrm>
              <a:off x="4377886" y="31920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36" name="ph2536"/>
            <p:cNvSpPr/>
            <p:nvPr/>
          </p:nvSpPr>
          <p:spPr>
            <a:xfrm>
              <a:off x="4390397" y="31920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37" name="ph2537"/>
            <p:cNvSpPr/>
            <p:nvPr/>
          </p:nvSpPr>
          <p:spPr>
            <a:xfrm>
              <a:off x="4402909" y="31920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38" name="ph2538"/>
            <p:cNvSpPr/>
            <p:nvPr/>
          </p:nvSpPr>
          <p:spPr>
            <a:xfrm>
              <a:off x="4415422" y="31920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B9DAA">
                <a:alpha val="100000"/>
              </a:srgbClr>
            </a:solidFill>
            <a:ln w="5420" cap="flat">
              <a:solidFill>
                <a:srgbClr val="3B9D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39" name="ph2539"/>
            <p:cNvSpPr/>
            <p:nvPr/>
          </p:nvSpPr>
          <p:spPr>
            <a:xfrm>
              <a:off x="4427935" y="31920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40" name="ph2540"/>
            <p:cNvSpPr/>
            <p:nvPr/>
          </p:nvSpPr>
          <p:spPr>
            <a:xfrm>
              <a:off x="4653157" y="31920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41" name="ph2541"/>
            <p:cNvSpPr/>
            <p:nvPr/>
          </p:nvSpPr>
          <p:spPr>
            <a:xfrm>
              <a:off x="4665670" y="31920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42" name="ph2542"/>
            <p:cNvSpPr/>
            <p:nvPr/>
          </p:nvSpPr>
          <p:spPr>
            <a:xfrm>
              <a:off x="4678181" y="31920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43" name="ph2543"/>
            <p:cNvSpPr/>
            <p:nvPr/>
          </p:nvSpPr>
          <p:spPr>
            <a:xfrm>
              <a:off x="4690694" y="31920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44" name="ph2544"/>
            <p:cNvSpPr/>
            <p:nvPr/>
          </p:nvSpPr>
          <p:spPr>
            <a:xfrm>
              <a:off x="4703206" y="31920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45" name="ph2545"/>
            <p:cNvSpPr/>
            <p:nvPr/>
          </p:nvSpPr>
          <p:spPr>
            <a:xfrm>
              <a:off x="3139162" y="32074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46" name="ph2546"/>
            <p:cNvSpPr/>
            <p:nvPr/>
          </p:nvSpPr>
          <p:spPr>
            <a:xfrm>
              <a:off x="3151673" y="32074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47" name="ph2547"/>
            <p:cNvSpPr/>
            <p:nvPr/>
          </p:nvSpPr>
          <p:spPr>
            <a:xfrm>
              <a:off x="3164186" y="32074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48" name="ph2548"/>
            <p:cNvSpPr/>
            <p:nvPr/>
          </p:nvSpPr>
          <p:spPr>
            <a:xfrm>
              <a:off x="3226748" y="32074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49" name="ph2549"/>
            <p:cNvSpPr/>
            <p:nvPr/>
          </p:nvSpPr>
          <p:spPr>
            <a:xfrm>
              <a:off x="3239260" y="32074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50" name="ph2550"/>
            <p:cNvSpPr/>
            <p:nvPr/>
          </p:nvSpPr>
          <p:spPr>
            <a:xfrm>
              <a:off x="3251773" y="32074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51" name="ph2551"/>
            <p:cNvSpPr/>
            <p:nvPr/>
          </p:nvSpPr>
          <p:spPr>
            <a:xfrm>
              <a:off x="3264286" y="32074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52" name="ph2552"/>
            <p:cNvSpPr/>
            <p:nvPr/>
          </p:nvSpPr>
          <p:spPr>
            <a:xfrm>
              <a:off x="3276797" y="32074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53" name="ph2553"/>
            <p:cNvSpPr/>
            <p:nvPr/>
          </p:nvSpPr>
          <p:spPr>
            <a:xfrm>
              <a:off x="3289309" y="32074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54" name="ph2554"/>
            <p:cNvSpPr/>
            <p:nvPr/>
          </p:nvSpPr>
          <p:spPr>
            <a:xfrm>
              <a:off x="3301822" y="32074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55" name="ph2555"/>
            <p:cNvSpPr/>
            <p:nvPr/>
          </p:nvSpPr>
          <p:spPr>
            <a:xfrm>
              <a:off x="3314335" y="32074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56" name="ph2556"/>
            <p:cNvSpPr/>
            <p:nvPr/>
          </p:nvSpPr>
          <p:spPr>
            <a:xfrm>
              <a:off x="3326846" y="32074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57" name="ph2557"/>
            <p:cNvSpPr/>
            <p:nvPr/>
          </p:nvSpPr>
          <p:spPr>
            <a:xfrm>
              <a:off x="3339358" y="32074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58" name="ph2558"/>
            <p:cNvSpPr/>
            <p:nvPr/>
          </p:nvSpPr>
          <p:spPr>
            <a:xfrm>
              <a:off x="3351872" y="32074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59" name="ph2559"/>
            <p:cNvSpPr/>
            <p:nvPr/>
          </p:nvSpPr>
          <p:spPr>
            <a:xfrm>
              <a:off x="3451970" y="32074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60" name="ph2560"/>
            <p:cNvSpPr/>
            <p:nvPr/>
          </p:nvSpPr>
          <p:spPr>
            <a:xfrm>
              <a:off x="3464482" y="32074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61" name="ph2561"/>
            <p:cNvSpPr/>
            <p:nvPr/>
          </p:nvSpPr>
          <p:spPr>
            <a:xfrm>
              <a:off x="3476995" y="32074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62" name="ph2562"/>
            <p:cNvSpPr/>
            <p:nvPr/>
          </p:nvSpPr>
          <p:spPr>
            <a:xfrm>
              <a:off x="3489508" y="32074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63" name="ph2563"/>
            <p:cNvSpPr/>
            <p:nvPr/>
          </p:nvSpPr>
          <p:spPr>
            <a:xfrm>
              <a:off x="3502021" y="32074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64" name="ph2564"/>
            <p:cNvSpPr/>
            <p:nvPr/>
          </p:nvSpPr>
          <p:spPr>
            <a:xfrm>
              <a:off x="3627145" y="32074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65" name="ph2565"/>
            <p:cNvSpPr/>
            <p:nvPr/>
          </p:nvSpPr>
          <p:spPr>
            <a:xfrm>
              <a:off x="3639656" y="32074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66" name="ph2566"/>
            <p:cNvSpPr/>
            <p:nvPr/>
          </p:nvSpPr>
          <p:spPr>
            <a:xfrm>
              <a:off x="3652168" y="32074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67" name="ph2567"/>
            <p:cNvSpPr/>
            <p:nvPr/>
          </p:nvSpPr>
          <p:spPr>
            <a:xfrm>
              <a:off x="3664681" y="32074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68" name="ph2568"/>
            <p:cNvSpPr/>
            <p:nvPr/>
          </p:nvSpPr>
          <p:spPr>
            <a:xfrm>
              <a:off x="3677194" y="32074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69" name="ph2569"/>
            <p:cNvSpPr/>
            <p:nvPr/>
          </p:nvSpPr>
          <p:spPr>
            <a:xfrm>
              <a:off x="3689705" y="32074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70" name="ph2570"/>
            <p:cNvSpPr/>
            <p:nvPr/>
          </p:nvSpPr>
          <p:spPr>
            <a:xfrm>
              <a:off x="3702217" y="32074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71" name="ph2571"/>
            <p:cNvSpPr/>
            <p:nvPr/>
          </p:nvSpPr>
          <p:spPr>
            <a:xfrm>
              <a:off x="3714730" y="32074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72" name="ph2572"/>
            <p:cNvSpPr/>
            <p:nvPr/>
          </p:nvSpPr>
          <p:spPr>
            <a:xfrm>
              <a:off x="3727243" y="32074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73" name="ph2573"/>
            <p:cNvSpPr/>
            <p:nvPr/>
          </p:nvSpPr>
          <p:spPr>
            <a:xfrm>
              <a:off x="3739754" y="32074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74" name="ph2574"/>
            <p:cNvSpPr/>
            <p:nvPr/>
          </p:nvSpPr>
          <p:spPr>
            <a:xfrm>
              <a:off x="3752266" y="32074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75" name="ph2575"/>
            <p:cNvSpPr/>
            <p:nvPr/>
          </p:nvSpPr>
          <p:spPr>
            <a:xfrm>
              <a:off x="3764780" y="32074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76" name="ph2576"/>
            <p:cNvSpPr/>
            <p:nvPr/>
          </p:nvSpPr>
          <p:spPr>
            <a:xfrm>
              <a:off x="3777292" y="32074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ECCAC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77" name="ph2577"/>
            <p:cNvSpPr/>
            <p:nvPr/>
          </p:nvSpPr>
          <p:spPr>
            <a:xfrm>
              <a:off x="3789805" y="32074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78" name="ph2578"/>
            <p:cNvSpPr/>
            <p:nvPr/>
          </p:nvSpPr>
          <p:spPr>
            <a:xfrm>
              <a:off x="4165174" y="32074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79" name="ph2579"/>
            <p:cNvSpPr/>
            <p:nvPr/>
          </p:nvSpPr>
          <p:spPr>
            <a:xfrm>
              <a:off x="4177688" y="32074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80" name="ph2580"/>
            <p:cNvSpPr/>
            <p:nvPr/>
          </p:nvSpPr>
          <p:spPr>
            <a:xfrm>
              <a:off x="4190200" y="32074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81" name="ph2581"/>
            <p:cNvSpPr/>
            <p:nvPr/>
          </p:nvSpPr>
          <p:spPr>
            <a:xfrm>
              <a:off x="4202713" y="32074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82" name="ph2582"/>
            <p:cNvSpPr/>
            <p:nvPr/>
          </p:nvSpPr>
          <p:spPr>
            <a:xfrm>
              <a:off x="4215224" y="32074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83" name="ph2583"/>
            <p:cNvSpPr/>
            <p:nvPr/>
          </p:nvSpPr>
          <p:spPr>
            <a:xfrm>
              <a:off x="4227737" y="32074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84" name="ph2584"/>
            <p:cNvSpPr/>
            <p:nvPr/>
          </p:nvSpPr>
          <p:spPr>
            <a:xfrm>
              <a:off x="4240249" y="32074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85" name="ph2585"/>
            <p:cNvSpPr/>
            <p:nvPr/>
          </p:nvSpPr>
          <p:spPr>
            <a:xfrm>
              <a:off x="4265273" y="32074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86" name="ph2586"/>
            <p:cNvSpPr/>
            <p:nvPr/>
          </p:nvSpPr>
          <p:spPr>
            <a:xfrm>
              <a:off x="4277786" y="32074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87" name="ph2587"/>
            <p:cNvSpPr/>
            <p:nvPr/>
          </p:nvSpPr>
          <p:spPr>
            <a:xfrm>
              <a:off x="4290298" y="32074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88" name="ph2588"/>
            <p:cNvSpPr/>
            <p:nvPr/>
          </p:nvSpPr>
          <p:spPr>
            <a:xfrm>
              <a:off x="4302811" y="32074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89" name="ph2589"/>
            <p:cNvSpPr/>
            <p:nvPr/>
          </p:nvSpPr>
          <p:spPr>
            <a:xfrm>
              <a:off x="4315324" y="32074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90" name="ph2590"/>
            <p:cNvSpPr/>
            <p:nvPr/>
          </p:nvSpPr>
          <p:spPr>
            <a:xfrm>
              <a:off x="4327837" y="32074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91" name="ph2591"/>
            <p:cNvSpPr/>
            <p:nvPr/>
          </p:nvSpPr>
          <p:spPr>
            <a:xfrm>
              <a:off x="4340348" y="32074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92" name="ph2592"/>
            <p:cNvSpPr/>
            <p:nvPr/>
          </p:nvSpPr>
          <p:spPr>
            <a:xfrm>
              <a:off x="4352860" y="32074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93" name="ph2593"/>
            <p:cNvSpPr/>
            <p:nvPr/>
          </p:nvSpPr>
          <p:spPr>
            <a:xfrm>
              <a:off x="4365373" y="32074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94" name="ph2594"/>
            <p:cNvSpPr/>
            <p:nvPr/>
          </p:nvSpPr>
          <p:spPr>
            <a:xfrm>
              <a:off x="4377886" y="32074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95" name="ph2595"/>
            <p:cNvSpPr/>
            <p:nvPr/>
          </p:nvSpPr>
          <p:spPr>
            <a:xfrm>
              <a:off x="4390397" y="32074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96" name="ph2596"/>
            <p:cNvSpPr/>
            <p:nvPr/>
          </p:nvSpPr>
          <p:spPr>
            <a:xfrm>
              <a:off x="4402909" y="32074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97" name="ph2597"/>
            <p:cNvSpPr/>
            <p:nvPr/>
          </p:nvSpPr>
          <p:spPr>
            <a:xfrm>
              <a:off x="4415422" y="32074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98" name="ph2598"/>
            <p:cNvSpPr/>
            <p:nvPr/>
          </p:nvSpPr>
          <p:spPr>
            <a:xfrm>
              <a:off x="4427935" y="32074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99" name="ph2599"/>
            <p:cNvSpPr/>
            <p:nvPr/>
          </p:nvSpPr>
          <p:spPr>
            <a:xfrm>
              <a:off x="4440446" y="32074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00" name="ph2600"/>
            <p:cNvSpPr/>
            <p:nvPr/>
          </p:nvSpPr>
          <p:spPr>
            <a:xfrm>
              <a:off x="4665670" y="32074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01" name="ph2601"/>
            <p:cNvSpPr/>
            <p:nvPr/>
          </p:nvSpPr>
          <p:spPr>
            <a:xfrm>
              <a:off x="4678181" y="32074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02" name="ph2602"/>
            <p:cNvSpPr/>
            <p:nvPr/>
          </p:nvSpPr>
          <p:spPr>
            <a:xfrm>
              <a:off x="4690694" y="32074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03" name="ph2603"/>
            <p:cNvSpPr/>
            <p:nvPr/>
          </p:nvSpPr>
          <p:spPr>
            <a:xfrm>
              <a:off x="4703206" y="32074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04" name="ph2604"/>
            <p:cNvSpPr/>
            <p:nvPr/>
          </p:nvSpPr>
          <p:spPr>
            <a:xfrm>
              <a:off x="3114136" y="32227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05" name="ph2605"/>
            <p:cNvSpPr/>
            <p:nvPr/>
          </p:nvSpPr>
          <p:spPr>
            <a:xfrm>
              <a:off x="3126649" y="32227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06" name="ph2606"/>
            <p:cNvSpPr/>
            <p:nvPr/>
          </p:nvSpPr>
          <p:spPr>
            <a:xfrm>
              <a:off x="3139162" y="32227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07" name="ph2607"/>
            <p:cNvSpPr/>
            <p:nvPr/>
          </p:nvSpPr>
          <p:spPr>
            <a:xfrm>
              <a:off x="3151673" y="32227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08" name="ph2608"/>
            <p:cNvSpPr/>
            <p:nvPr/>
          </p:nvSpPr>
          <p:spPr>
            <a:xfrm>
              <a:off x="3164186" y="32227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09" name="ph2609"/>
            <p:cNvSpPr/>
            <p:nvPr/>
          </p:nvSpPr>
          <p:spPr>
            <a:xfrm>
              <a:off x="3176698" y="32227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10" name="ph2610"/>
            <p:cNvSpPr/>
            <p:nvPr/>
          </p:nvSpPr>
          <p:spPr>
            <a:xfrm>
              <a:off x="3214237" y="32227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11" name="ph2611"/>
            <p:cNvSpPr/>
            <p:nvPr/>
          </p:nvSpPr>
          <p:spPr>
            <a:xfrm>
              <a:off x="3226748" y="32227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12" name="ph2612"/>
            <p:cNvSpPr/>
            <p:nvPr/>
          </p:nvSpPr>
          <p:spPr>
            <a:xfrm>
              <a:off x="3239260" y="32227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13" name="ph2613"/>
            <p:cNvSpPr/>
            <p:nvPr/>
          </p:nvSpPr>
          <p:spPr>
            <a:xfrm>
              <a:off x="3251773" y="32227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14" name="ph2614"/>
            <p:cNvSpPr/>
            <p:nvPr/>
          </p:nvSpPr>
          <p:spPr>
            <a:xfrm>
              <a:off x="3264286" y="32227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15" name="ph2615"/>
            <p:cNvSpPr/>
            <p:nvPr/>
          </p:nvSpPr>
          <p:spPr>
            <a:xfrm>
              <a:off x="3276797" y="32227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16" name="ph2616"/>
            <p:cNvSpPr/>
            <p:nvPr/>
          </p:nvSpPr>
          <p:spPr>
            <a:xfrm>
              <a:off x="3289309" y="32227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17" name="ph2617"/>
            <p:cNvSpPr/>
            <p:nvPr/>
          </p:nvSpPr>
          <p:spPr>
            <a:xfrm>
              <a:off x="3301822" y="32227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18" name="ph2618"/>
            <p:cNvSpPr/>
            <p:nvPr/>
          </p:nvSpPr>
          <p:spPr>
            <a:xfrm>
              <a:off x="3314335" y="32227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19" name="ph2619"/>
            <p:cNvSpPr/>
            <p:nvPr/>
          </p:nvSpPr>
          <p:spPr>
            <a:xfrm>
              <a:off x="3326846" y="32227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20" name="ph2620"/>
            <p:cNvSpPr/>
            <p:nvPr/>
          </p:nvSpPr>
          <p:spPr>
            <a:xfrm>
              <a:off x="3339358" y="32227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21" name="ph2621"/>
            <p:cNvSpPr/>
            <p:nvPr/>
          </p:nvSpPr>
          <p:spPr>
            <a:xfrm>
              <a:off x="3351872" y="32227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22" name="ph2622"/>
            <p:cNvSpPr/>
            <p:nvPr/>
          </p:nvSpPr>
          <p:spPr>
            <a:xfrm>
              <a:off x="3364384" y="32227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23" name="ph2623"/>
            <p:cNvSpPr/>
            <p:nvPr/>
          </p:nvSpPr>
          <p:spPr>
            <a:xfrm>
              <a:off x="3376897" y="32227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24" name="ph2624"/>
            <p:cNvSpPr/>
            <p:nvPr/>
          </p:nvSpPr>
          <p:spPr>
            <a:xfrm>
              <a:off x="3439459" y="32227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25" name="ph2625"/>
            <p:cNvSpPr/>
            <p:nvPr/>
          </p:nvSpPr>
          <p:spPr>
            <a:xfrm>
              <a:off x="3451970" y="32227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26" name="ph2626"/>
            <p:cNvSpPr/>
            <p:nvPr/>
          </p:nvSpPr>
          <p:spPr>
            <a:xfrm>
              <a:off x="3464482" y="32227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27" name="ph2627"/>
            <p:cNvSpPr/>
            <p:nvPr/>
          </p:nvSpPr>
          <p:spPr>
            <a:xfrm>
              <a:off x="3476995" y="32227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28" name="ph2628"/>
            <p:cNvSpPr/>
            <p:nvPr/>
          </p:nvSpPr>
          <p:spPr>
            <a:xfrm>
              <a:off x="3489508" y="32227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29" name="ph2629"/>
            <p:cNvSpPr/>
            <p:nvPr/>
          </p:nvSpPr>
          <p:spPr>
            <a:xfrm>
              <a:off x="3502021" y="32227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30" name="ph2630"/>
            <p:cNvSpPr/>
            <p:nvPr/>
          </p:nvSpPr>
          <p:spPr>
            <a:xfrm>
              <a:off x="3514532" y="32227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31" name="ph2631"/>
            <p:cNvSpPr/>
            <p:nvPr/>
          </p:nvSpPr>
          <p:spPr>
            <a:xfrm>
              <a:off x="3527044" y="32227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32" name="ph2632"/>
            <p:cNvSpPr/>
            <p:nvPr/>
          </p:nvSpPr>
          <p:spPr>
            <a:xfrm>
              <a:off x="3652168" y="32227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33" name="ph2633"/>
            <p:cNvSpPr/>
            <p:nvPr/>
          </p:nvSpPr>
          <p:spPr>
            <a:xfrm>
              <a:off x="3664681" y="32227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34" name="ph2634"/>
            <p:cNvSpPr/>
            <p:nvPr/>
          </p:nvSpPr>
          <p:spPr>
            <a:xfrm>
              <a:off x="3677194" y="32227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35" name="ph2635"/>
            <p:cNvSpPr/>
            <p:nvPr/>
          </p:nvSpPr>
          <p:spPr>
            <a:xfrm>
              <a:off x="3689705" y="32227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36" name="ph2636"/>
            <p:cNvSpPr/>
            <p:nvPr/>
          </p:nvSpPr>
          <p:spPr>
            <a:xfrm>
              <a:off x="3702217" y="32227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37" name="ph2637"/>
            <p:cNvSpPr/>
            <p:nvPr/>
          </p:nvSpPr>
          <p:spPr>
            <a:xfrm>
              <a:off x="3714730" y="32227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38" name="ph2638"/>
            <p:cNvSpPr/>
            <p:nvPr/>
          </p:nvSpPr>
          <p:spPr>
            <a:xfrm>
              <a:off x="3727243" y="32227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39" name="ph2639"/>
            <p:cNvSpPr/>
            <p:nvPr/>
          </p:nvSpPr>
          <p:spPr>
            <a:xfrm>
              <a:off x="3739754" y="32227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40" name="ph2640"/>
            <p:cNvSpPr/>
            <p:nvPr/>
          </p:nvSpPr>
          <p:spPr>
            <a:xfrm>
              <a:off x="3752266" y="32227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41" name="ph2641"/>
            <p:cNvSpPr/>
            <p:nvPr/>
          </p:nvSpPr>
          <p:spPr>
            <a:xfrm>
              <a:off x="3764780" y="32227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42" name="ph2642"/>
            <p:cNvSpPr/>
            <p:nvPr/>
          </p:nvSpPr>
          <p:spPr>
            <a:xfrm>
              <a:off x="3777292" y="32227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43" name="ph2643"/>
            <p:cNvSpPr/>
            <p:nvPr/>
          </p:nvSpPr>
          <p:spPr>
            <a:xfrm>
              <a:off x="3789805" y="32227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44" name="ph2644"/>
            <p:cNvSpPr/>
            <p:nvPr/>
          </p:nvSpPr>
          <p:spPr>
            <a:xfrm>
              <a:off x="4177688" y="32227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45" name="ph2645"/>
            <p:cNvSpPr/>
            <p:nvPr/>
          </p:nvSpPr>
          <p:spPr>
            <a:xfrm>
              <a:off x="4190200" y="32227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46" name="ph2646"/>
            <p:cNvSpPr/>
            <p:nvPr/>
          </p:nvSpPr>
          <p:spPr>
            <a:xfrm>
              <a:off x="4202713" y="32227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47" name="ph2647"/>
            <p:cNvSpPr/>
            <p:nvPr/>
          </p:nvSpPr>
          <p:spPr>
            <a:xfrm>
              <a:off x="4215224" y="32227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48" name="ph2648"/>
            <p:cNvSpPr/>
            <p:nvPr/>
          </p:nvSpPr>
          <p:spPr>
            <a:xfrm>
              <a:off x="4227737" y="32227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49" name="ph2649"/>
            <p:cNvSpPr/>
            <p:nvPr/>
          </p:nvSpPr>
          <p:spPr>
            <a:xfrm>
              <a:off x="4240249" y="32227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50" name="ph2650"/>
            <p:cNvSpPr/>
            <p:nvPr/>
          </p:nvSpPr>
          <p:spPr>
            <a:xfrm>
              <a:off x="4252762" y="32227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51" name="ph2651"/>
            <p:cNvSpPr/>
            <p:nvPr/>
          </p:nvSpPr>
          <p:spPr>
            <a:xfrm>
              <a:off x="4265273" y="32227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52" name="ph2652"/>
            <p:cNvSpPr/>
            <p:nvPr/>
          </p:nvSpPr>
          <p:spPr>
            <a:xfrm>
              <a:off x="4277786" y="32227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53" name="ph2653"/>
            <p:cNvSpPr/>
            <p:nvPr/>
          </p:nvSpPr>
          <p:spPr>
            <a:xfrm>
              <a:off x="4290298" y="32227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54" name="ph2654"/>
            <p:cNvSpPr/>
            <p:nvPr/>
          </p:nvSpPr>
          <p:spPr>
            <a:xfrm>
              <a:off x="4302811" y="32227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55" name="ph2655"/>
            <p:cNvSpPr/>
            <p:nvPr/>
          </p:nvSpPr>
          <p:spPr>
            <a:xfrm>
              <a:off x="4315324" y="32227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56" name="ph2656"/>
            <p:cNvSpPr/>
            <p:nvPr/>
          </p:nvSpPr>
          <p:spPr>
            <a:xfrm>
              <a:off x="4327837" y="32227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57" name="ph2657"/>
            <p:cNvSpPr/>
            <p:nvPr/>
          </p:nvSpPr>
          <p:spPr>
            <a:xfrm>
              <a:off x="4340348" y="32227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58" name="ph2658"/>
            <p:cNvSpPr/>
            <p:nvPr/>
          </p:nvSpPr>
          <p:spPr>
            <a:xfrm>
              <a:off x="4352860" y="32227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59" name="ph2659"/>
            <p:cNvSpPr/>
            <p:nvPr/>
          </p:nvSpPr>
          <p:spPr>
            <a:xfrm>
              <a:off x="4365373" y="32227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60" name="ph2660"/>
            <p:cNvSpPr/>
            <p:nvPr/>
          </p:nvSpPr>
          <p:spPr>
            <a:xfrm>
              <a:off x="4377886" y="32227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61" name="ph2661"/>
            <p:cNvSpPr/>
            <p:nvPr/>
          </p:nvSpPr>
          <p:spPr>
            <a:xfrm>
              <a:off x="4390397" y="32227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62" name="ph2662"/>
            <p:cNvSpPr/>
            <p:nvPr/>
          </p:nvSpPr>
          <p:spPr>
            <a:xfrm>
              <a:off x="4402909" y="32227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63" name="ph2663"/>
            <p:cNvSpPr/>
            <p:nvPr/>
          </p:nvSpPr>
          <p:spPr>
            <a:xfrm>
              <a:off x="4415422" y="32227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64" name="ph2664"/>
            <p:cNvSpPr/>
            <p:nvPr/>
          </p:nvSpPr>
          <p:spPr>
            <a:xfrm>
              <a:off x="4427935" y="32227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65" name="ph2665"/>
            <p:cNvSpPr/>
            <p:nvPr/>
          </p:nvSpPr>
          <p:spPr>
            <a:xfrm>
              <a:off x="4440446" y="32227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66" name="ph2666"/>
            <p:cNvSpPr/>
            <p:nvPr/>
          </p:nvSpPr>
          <p:spPr>
            <a:xfrm>
              <a:off x="4452961" y="32227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67" name="ph2667"/>
            <p:cNvSpPr/>
            <p:nvPr/>
          </p:nvSpPr>
          <p:spPr>
            <a:xfrm>
              <a:off x="4665670" y="32227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68" name="ph2668"/>
            <p:cNvSpPr/>
            <p:nvPr/>
          </p:nvSpPr>
          <p:spPr>
            <a:xfrm>
              <a:off x="4678181" y="32227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69" name="ph2669"/>
            <p:cNvSpPr/>
            <p:nvPr/>
          </p:nvSpPr>
          <p:spPr>
            <a:xfrm>
              <a:off x="4690694" y="32227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70" name="ph2670"/>
            <p:cNvSpPr/>
            <p:nvPr/>
          </p:nvSpPr>
          <p:spPr>
            <a:xfrm>
              <a:off x="4703206" y="32227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71" name="ph2671"/>
            <p:cNvSpPr/>
            <p:nvPr/>
          </p:nvSpPr>
          <p:spPr>
            <a:xfrm>
              <a:off x="4715719" y="32227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72" name="ph2672"/>
            <p:cNvSpPr/>
            <p:nvPr/>
          </p:nvSpPr>
          <p:spPr>
            <a:xfrm>
              <a:off x="3101624" y="32381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73" name="ph2673"/>
            <p:cNvSpPr/>
            <p:nvPr/>
          </p:nvSpPr>
          <p:spPr>
            <a:xfrm>
              <a:off x="3114136" y="32381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74" name="ph2674"/>
            <p:cNvSpPr/>
            <p:nvPr/>
          </p:nvSpPr>
          <p:spPr>
            <a:xfrm>
              <a:off x="3126649" y="32381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75" name="ph2675"/>
            <p:cNvSpPr/>
            <p:nvPr/>
          </p:nvSpPr>
          <p:spPr>
            <a:xfrm>
              <a:off x="3139162" y="32381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76" name="ph2676"/>
            <p:cNvSpPr/>
            <p:nvPr/>
          </p:nvSpPr>
          <p:spPr>
            <a:xfrm>
              <a:off x="3151673" y="32381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77" name="ph2677"/>
            <p:cNvSpPr/>
            <p:nvPr/>
          </p:nvSpPr>
          <p:spPr>
            <a:xfrm>
              <a:off x="3164186" y="32381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78" name="ph2678"/>
            <p:cNvSpPr/>
            <p:nvPr/>
          </p:nvSpPr>
          <p:spPr>
            <a:xfrm>
              <a:off x="3176698" y="32381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79" name="ph2679"/>
            <p:cNvSpPr/>
            <p:nvPr/>
          </p:nvSpPr>
          <p:spPr>
            <a:xfrm>
              <a:off x="3189211" y="32381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80" name="ph2680"/>
            <p:cNvSpPr/>
            <p:nvPr/>
          </p:nvSpPr>
          <p:spPr>
            <a:xfrm>
              <a:off x="3201722" y="32381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81" name="ph2681"/>
            <p:cNvSpPr/>
            <p:nvPr/>
          </p:nvSpPr>
          <p:spPr>
            <a:xfrm>
              <a:off x="3214237" y="32381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82" name="ph2682"/>
            <p:cNvSpPr/>
            <p:nvPr/>
          </p:nvSpPr>
          <p:spPr>
            <a:xfrm>
              <a:off x="3226748" y="32381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83" name="ph2683"/>
            <p:cNvSpPr/>
            <p:nvPr/>
          </p:nvSpPr>
          <p:spPr>
            <a:xfrm>
              <a:off x="3239260" y="32381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84" name="ph2684"/>
            <p:cNvSpPr/>
            <p:nvPr/>
          </p:nvSpPr>
          <p:spPr>
            <a:xfrm>
              <a:off x="3251773" y="32381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85" name="ph2685"/>
            <p:cNvSpPr/>
            <p:nvPr/>
          </p:nvSpPr>
          <p:spPr>
            <a:xfrm>
              <a:off x="3264286" y="32381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86" name="ph2686"/>
            <p:cNvSpPr/>
            <p:nvPr/>
          </p:nvSpPr>
          <p:spPr>
            <a:xfrm>
              <a:off x="3276797" y="32381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87" name="ph2687"/>
            <p:cNvSpPr/>
            <p:nvPr/>
          </p:nvSpPr>
          <p:spPr>
            <a:xfrm>
              <a:off x="3289309" y="32381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88" name="ph2688"/>
            <p:cNvSpPr/>
            <p:nvPr/>
          </p:nvSpPr>
          <p:spPr>
            <a:xfrm>
              <a:off x="3301822" y="32381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89" name="ph2689"/>
            <p:cNvSpPr/>
            <p:nvPr/>
          </p:nvSpPr>
          <p:spPr>
            <a:xfrm>
              <a:off x="3314335" y="32381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90" name="ph2690"/>
            <p:cNvSpPr/>
            <p:nvPr/>
          </p:nvSpPr>
          <p:spPr>
            <a:xfrm>
              <a:off x="3326846" y="32381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91" name="ph2691"/>
            <p:cNvSpPr/>
            <p:nvPr/>
          </p:nvSpPr>
          <p:spPr>
            <a:xfrm>
              <a:off x="3339358" y="32381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92" name="ph2692"/>
            <p:cNvSpPr/>
            <p:nvPr/>
          </p:nvSpPr>
          <p:spPr>
            <a:xfrm>
              <a:off x="3351872" y="32381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93" name="ph2693"/>
            <p:cNvSpPr/>
            <p:nvPr/>
          </p:nvSpPr>
          <p:spPr>
            <a:xfrm>
              <a:off x="3364384" y="32381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94" name="ph2694"/>
            <p:cNvSpPr/>
            <p:nvPr/>
          </p:nvSpPr>
          <p:spPr>
            <a:xfrm>
              <a:off x="3376897" y="32381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95" name="ph2695"/>
            <p:cNvSpPr/>
            <p:nvPr/>
          </p:nvSpPr>
          <p:spPr>
            <a:xfrm>
              <a:off x="3389408" y="32381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96" name="ph2696"/>
            <p:cNvSpPr/>
            <p:nvPr/>
          </p:nvSpPr>
          <p:spPr>
            <a:xfrm>
              <a:off x="3401921" y="32381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97" name="ph2697"/>
            <p:cNvSpPr/>
            <p:nvPr/>
          </p:nvSpPr>
          <p:spPr>
            <a:xfrm>
              <a:off x="3414433" y="32381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98" name="ph2698"/>
            <p:cNvSpPr/>
            <p:nvPr/>
          </p:nvSpPr>
          <p:spPr>
            <a:xfrm>
              <a:off x="3426946" y="32381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99" name="ph2699"/>
            <p:cNvSpPr/>
            <p:nvPr/>
          </p:nvSpPr>
          <p:spPr>
            <a:xfrm>
              <a:off x="3439459" y="32381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00" name="ph2700"/>
            <p:cNvSpPr/>
            <p:nvPr/>
          </p:nvSpPr>
          <p:spPr>
            <a:xfrm>
              <a:off x="3451970" y="32381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01" name="ph2701"/>
            <p:cNvSpPr/>
            <p:nvPr/>
          </p:nvSpPr>
          <p:spPr>
            <a:xfrm>
              <a:off x="3464482" y="32381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02" name="ph2702"/>
            <p:cNvSpPr/>
            <p:nvPr/>
          </p:nvSpPr>
          <p:spPr>
            <a:xfrm>
              <a:off x="3476995" y="32381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03" name="ph2703"/>
            <p:cNvSpPr/>
            <p:nvPr/>
          </p:nvSpPr>
          <p:spPr>
            <a:xfrm>
              <a:off x="3489508" y="32381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04" name="ph2704"/>
            <p:cNvSpPr/>
            <p:nvPr/>
          </p:nvSpPr>
          <p:spPr>
            <a:xfrm>
              <a:off x="3502021" y="32381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05" name="ph2705"/>
            <p:cNvSpPr/>
            <p:nvPr/>
          </p:nvSpPr>
          <p:spPr>
            <a:xfrm>
              <a:off x="3514532" y="32381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06" name="ph2706"/>
            <p:cNvSpPr/>
            <p:nvPr/>
          </p:nvSpPr>
          <p:spPr>
            <a:xfrm>
              <a:off x="3527044" y="32381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07" name="ph2707"/>
            <p:cNvSpPr/>
            <p:nvPr/>
          </p:nvSpPr>
          <p:spPr>
            <a:xfrm>
              <a:off x="3539557" y="32381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08" name="ph2708"/>
            <p:cNvSpPr/>
            <p:nvPr/>
          </p:nvSpPr>
          <p:spPr>
            <a:xfrm>
              <a:off x="3552070" y="32381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09" name="ph2709"/>
            <p:cNvSpPr/>
            <p:nvPr/>
          </p:nvSpPr>
          <p:spPr>
            <a:xfrm>
              <a:off x="3564581" y="32381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10" name="ph2710"/>
            <p:cNvSpPr/>
            <p:nvPr/>
          </p:nvSpPr>
          <p:spPr>
            <a:xfrm>
              <a:off x="3664681" y="32381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11" name="ph2711"/>
            <p:cNvSpPr/>
            <p:nvPr/>
          </p:nvSpPr>
          <p:spPr>
            <a:xfrm>
              <a:off x="3677194" y="32381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12" name="ph2712"/>
            <p:cNvSpPr/>
            <p:nvPr/>
          </p:nvSpPr>
          <p:spPr>
            <a:xfrm>
              <a:off x="3689705" y="32381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13" name="ph2713"/>
            <p:cNvSpPr/>
            <p:nvPr/>
          </p:nvSpPr>
          <p:spPr>
            <a:xfrm>
              <a:off x="3714730" y="32381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14" name="ph2714"/>
            <p:cNvSpPr/>
            <p:nvPr/>
          </p:nvSpPr>
          <p:spPr>
            <a:xfrm>
              <a:off x="3727243" y="32381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15" name="ph2715"/>
            <p:cNvSpPr/>
            <p:nvPr/>
          </p:nvSpPr>
          <p:spPr>
            <a:xfrm>
              <a:off x="3739754" y="32381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16" name="ph2716"/>
            <p:cNvSpPr/>
            <p:nvPr/>
          </p:nvSpPr>
          <p:spPr>
            <a:xfrm>
              <a:off x="3752266" y="32381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17" name="ph2717"/>
            <p:cNvSpPr/>
            <p:nvPr/>
          </p:nvSpPr>
          <p:spPr>
            <a:xfrm>
              <a:off x="3764780" y="32381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18" name="ph2718"/>
            <p:cNvSpPr/>
            <p:nvPr/>
          </p:nvSpPr>
          <p:spPr>
            <a:xfrm>
              <a:off x="3777292" y="32381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19" name="ph2719"/>
            <p:cNvSpPr/>
            <p:nvPr/>
          </p:nvSpPr>
          <p:spPr>
            <a:xfrm>
              <a:off x="3789805" y="32381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20" name="ph2720"/>
            <p:cNvSpPr/>
            <p:nvPr/>
          </p:nvSpPr>
          <p:spPr>
            <a:xfrm>
              <a:off x="4190200" y="32381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21" name="ph2721"/>
            <p:cNvSpPr/>
            <p:nvPr/>
          </p:nvSpPr>
          <p:spPr>
            <a:xfrm>
              <a:off x="4202713" y="32381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22" name="ph2722"/>
            <p:cNvSpPr/>
            <p:nvPr/>
          </p:nvSpPr>
          <p:spPr>
            <a:xfrm>
              <a:off x="4215224" y="32381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23" name="ph2723"/>
            <p:cNvSpPr/>
            <p:nvPr/>
          </p:nvSpPr>
          <p:spPr>
            <a:xfrm>
              <a:off x="4227737" y="32381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24" name="ph2724"/>
            <p:cNvSpPr/>
            <p:nvPr/>
          </p:nvSpPr>
          <p:spPr>
            <a:xfrm>
              <a:off x="4240249" y="32381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25" name="ph2725"/>
            <p:cNvSpPr/>
            <p:nvPr/>
          </p:nvSpPr>
          <p:spPr>
            <a:xfrm>
              <a:off x="4252762" y="32381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26" name="ph2726"/>
            <p:cNvSpPr/>
            <p:nvPr/>
          </p:nvSpPr>
          <p:spPr>
            <a:xfrm>
              <a:off x="4265273" y="32381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27" name="ph2727"/>
            <p:cNvSpPr/>
            <p:nvPr/>
          </p:nvSpPr>
          <p:spPr>
            <a:xfrm>
              <a:off x="4277786" y="32381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28" name="ph2728"/>
            <p:cNvSpPr/>
            <p:nvPr/>
          </p:nvSpPr>
          <p:spPr>
            <a:xfrm>
              <a:off x="4290298" y="32381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29" name="ph2729"/>
            <p:cNvSpPr/>
            <p:nvPr/>
          </p:nvSpPr>
          <p:spPr>
            <a:xfrm>
              <a:off x="4302811" y="32381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30" name="ph2730"/>
            <p:cNvSpPr/>
            <p:nvPr/>
          </p:nvSpPr>
          <p:spPr>
            <a:xfrm>
              <a:off x="4315324" y="32381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31" name="ph2731"/>
            <p:cNvSpPr/>
            <p:nvPr/>
          </p:nvSpPr>
          <p:spPr>
            <a:xfrm>
              <a:off x="4327837" y="32381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32" name="ph2732"/>
            <p:cNvSpPr/>
            <p:nvPr/>
          </p:nvSpPr>
          <p:spPr>
            <a:xfrm>
              <a:off x="4340348" y="32381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33" name="ph2733"/>
            <p:cNvSpPr/>
            <p:nvPr/>
          </p:nvSpPr>
          <p:spPr>
            <a:xfrm>
              <a:off x="4352860" y="32381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34" name="ph2734"/>
            <p:cNvSpPr/>
            <p:nvPr/>
          </p:nvSpPr>
          <p:spPr>
            <a:xfrm>
              <a:off x="4390397" y="32381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35" name="ph2735"/>
            <p:cNvSpPr/>
            <p:nvPr/>
          </p:nvSpPr>
          <p:spPr>
            <a:xfrm>
              <a:off x="4402909" y="32381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36" name="ph2736"/>
            <p:cNvSpPr/>
            <p:nvPr/>
          </p:nvSpPr>
          <p:spPr>
            <a:xfrm>
              <a:off x="4415422" y="32381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37" name="ph2737"/>
            <p:cNvSpPr/>
            <p:nvPr/>
          </p:nvSpPr>
          <p:spPr>
            <a:xfrm>
              <a:off x="4427935" y="32381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38" name="ph2738"/>
            <p:cNvSpPr/>
            <p:nvPr/>
          </p:nvSpPr>
          <p:spPr>
            <a:xfrm>
              <a:off x="4440446" y="32381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39" name="ph2739"/>
            <p:cNvSpPr/>
            <p:nvPr/>
          </p:nvSpPr>
          <p:spPr>
            <a:xfrm>
              <a:off x="4452961" y="32381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40" name="ph2740"/>
            <p:cNvSpPr/>
            <p:nvPr/>
          </p:nvSpPr>
          <p:spPr>
            <a:xfrm>
              <a:off x="4465472" y="32381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41" name="ph2741"/>
            <p:cNvSpPr/>
            <p:nvPr/>
          </p:nvSpPr>
          <p:spPr>
            <a:xfrm>
              <a:off x="4665670" y="32381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42" name="ph2742"/>
            <p:cNvSpPr/>
            <p:nvPr/>
          </p:nvSpPr>
          <p:spPr>
            <a:xfrm>
              <a:off x="4678181" y="32381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43" name="ph2743"/>
            <p:cNvSpPr/>
            <p:nvPr/>
          </p:nvSpPr>
          <p:spPr>
            <a:xfrm>
              <a:off x="4690694" y="32381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44" name="ph2744"/>
            <p:cNvSpPr/>
            <p:nvPr/>
          </p:nvSpPr>
          <p:spPr>
            <a:xfrm>
              <a:off x="4703206" y="32381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45" name="ph2745"/>
            <p:cNvSpPr/>
            <p:nvPr/>
          </p:nvSpPr>
          <p:spPr>
            <a:xfrm>
              <a:off x="4715719" y="32381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46" name="ph2746"/>
            <p:cNvSpPr/>
            <p:nvPr/>
          </p:nvSpPr>
          <p:spPr>
            <a:xfrm>
              <a:off x="3101624" y="32535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47" name="ph2747"/>
            <p:cNvSpPr/>
            <p:nvPr/>
          </p:nvSpPr>
          <p:spPr>
            <a:xfrm>
              <a:off x="3114136" y="32535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48" name="ph2748"/>
            <p:cNvSpPr/>
            <p:nvPr/>
          </p:nvSpPr>
          <p:spPr>
            <a:xfrm>
              <a:off x="3126649" y="32535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49" name="ph2749"/>
            <p:cNvSpPr/>
            <p:nvPr/>
          </p:nvSpPr>
          <p:spPr>
            <a:xfrm>
              <a:off x="3139162" y="32535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50" name="ph2750"/>
            <p:cNvSpPr/>
            <p:nvPr/>
          </p:nvSpPr>
          <p:spPr>
            <a:xfrm>
              <a:off x="3151673" y="32535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51" name="ph2751"/>
            <p:cNvSpPr/>
            <p:nvPr/>
          </p:nvSpPr>
          <p:spPr>
            <a:xfrm>
              <a:off x="3164186" y="32535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52" name="ph2752"/>
            <p:cNvSpPr/>
            <p:nvPr/>
          </p:nvSpPr>
          <p:spPr>
            <a:xfrm>
              <a:off x="3176698" y="32535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53" name="ph2753"/>
            <p:cNvSpPr/>
            <p:nvPr/>
          </p:nvSpPr>
          <p:spPr>
            <a:xfrm>
              <a:off x="3189211" y="32535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54" name="ph2754"/>
            <p:cNvSpPr/>
            <p:nvPr/>
          </p:nvSpPr>
          <p:spPr>
            <a:xfrm>
              <a:off x="3201722" y="32535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55" name="ph2755"/>
            <p:cNvSpPr/>
            <p:nvPr/>
          </p:nvSpPr>
          <p:spPr>
            <a:xfrm>
              <a:off x="3214237" y="32535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56" name="ph2756"/>
            <p:cNvSpPr/>
            <p:nvPr/>
          </p:nvSpPr>
          <p:spPr>
            <a:xfrm>
              <a:off x="3226748" y="32535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57" name="ph2757"/>
            <p:cNvSpPr/>
            <p:nvPr/>
          </p:nvSpPr>
          <p:spPr>
            <a:xfrm>
              <a:off x="3239260" y="32535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58" name="ph2758"/>
            <p:cNvSpPr/>
            <p:nvPr/>
          </p:nvSpPr>
          <p:spPr>
            <a:xfrm>
              <a:off x="3251773" y="32535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59" name="ph2759"/>
            <p:cNvSpPr/>
            <p:nvPr/>
          </p:nvSpPr>
          <p:spPr>
            <a:xfrm>
              <a:off x="3264286" y="32535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60" name="ph2760"/>
            <p:cNvSpPr/>
            <p:nvPr/>
          </p:nvSpPr>
          <p:spPr>
            <a:xfrm>
              <a:off x="3276797" y="32535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61" name="ph2761"/>
            <p:cNvSpPr/>
            <p:nvPr/>
          </p:nvSpPr>
          <p:spPr>
            <a:xfrm>
              <a:off x="3289309" y="32535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62" name="ph2762"/>
            <p:cNvSpPr/>
            <p:nvPr/>
          </p:nvSpPr>
          <p:spPr>
            <a:xfrm>
              <a:off x="3301822" y="32535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63" name="ph2763"/>
            <p:cNvSpPr/>
            <p:nvPr/>
          </p:nvSpPr>
          <p:spPr>
            <a:xfrm>
              <a:off x="3314335" y="32535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64" name="ph2764"/>
            <p:cNvSpPr/>
            <p:nvPr/>
          </p:nvSpPr>
          <p:spPr>
            <a:xfrm>
              <a:off x="3326846" y="32535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65" name="ph2765"/>
            <p:cNvSpPr/>
            <p:nvPr/>
          </p:nvSpPr>
          <p:spPr>
            <a:xfrm>
              <a:off x="3339358" y="32535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66" name="ph2766"/>
            <p:cNvSpPr/>
            <p:nvPr/>
          </p:nvSpPr>
          <p:spPr>
            <a:xfrm>
              <a:off x="3351872" y="32535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67" name="ph2767"/>
            <p:cNvSpPr/>
            <p:nvPr/>
          </p:nvSpPr>
          <p:spPr>
            <a:xfrm>
              <a:off x="3364384" y="32535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68" name="ph2768"/>
            <p:cNvSpPr/>
            <p:nvPr/>
          </p:nvSpPr>
          <p:spPr>
            <a:xfrm>
              <a:off x="3376897" y="32535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69" name="ph2769"/>
            <p:cNvSpPr/>
            <p:nvPr/>
          </p:nvSpPr>
          <p:spPr>
            <a:xfrm>
              <a:off x="3389408" y="32535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70" name="ph2770"/>
            <p:cNvSpPr/>
            <p:nvPr/>
          </p:nvSpPr>
          <p:spPr>
            <a:xfrm>
              <a:off x="3401921" y="32535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71" name="ph2771"/>
            <p:cNvSpPr/>
            <p:nvPr/>
          </p:nvSpPr>
          <p:spPr>
            <a:xfrm>
              <a:off x="3414433" y="32535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72" name="ph2772"/>
            <p:cNvSpPr/>
            <p:nvPr/>
          </p:nvSpPr>
          <p:spPr>
            <a:xfrm>
              <a:off x="3426946" y="32535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73" name="ph2773"/>
            <p:cNvSpPr/>
            <p:nvPr/>
          </p:nvSpPr>
          <p:spPr>
            <a:xfrm>
              <a:off x="3439459" y="32535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74" name="ph2774"/>
            <p:cNvSpPr/>
            <p:nvPr/>
          </p:nvSpPr>
          <p:spPr>
            <a:xfrm>
              <a:off x="3451970" y="32535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75" name="ph2775"/>
            <p:cNvSpPr/>
            <p:nvPr/>
          </p:nvSpPr>
          <p:spPr>
            <a:xfrm>
              <a:off x="3464482" y="32535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76" name="ph2776"/>
            <p:cNvSpPr/>
            <p:nvPr/>
          </p:nvSpPr>
          <p:spPr>
            <a:xfrm>
              <a:off x="3476995" y="32535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77" name="ph2777"/>
            <p:cNvSpPr/>
            <p:nvPr/>
          </p:nvSpPr>
          <p:spPr>
            <a:xfrm>
              <a:off x="3489508" y="32535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CD1B1">
                <a:alpha val="100000"/>
              </a:srgbClr>
            </a:solidFill>
            <a:ln w="5420" cap="flat">
              <a:solidFill>
                <a:srgbClr val="6C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78" name="ph2778"/>
            <p:cNvSpPr/>
            <p:nvPr/>
          </p:nvSpPr>
          <p:spPr>
            <a:xfrm>
              <a:off x="3502021" y="32535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79" name="ph2779"/>
            <p:cNvSpPr/>
            <p:nvPr/>
          </p:nvSpPr>
          <p:spPr>
            <a:xfrm>
              <a:off x="3514532" y="32535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80" name="ph2780"/>
            <p:cNvSpPr/>
            <p:nvPr/>
          </p:nvSpPr>
          <p:spPr>
            <a:xfrm>
              <a:off x="3527044" y="32535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81" name="ph2781"/>
            <p:cNvSpPr/>
            <p:nvPr/>
          </p:nvSpPr>
          <p:spPr>
            <a:xfrm>
              <a:off x="3539557" y="32535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4CFAE">
                <a:alpha val="100000"/>
              </a:srgbClr>
            </a:solidFill>
            <a:ln w="5420" cap="flat">
              <a:solidFill>
                <a:srgbClr val="64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82" name="ph2782"/>
            <p:cNvSpPr/>
            <p:nvPr/>
          </p:nvSpPr>
          <p:spPr>
            <a:xfrm>
              <a:off x="3552070" y="32535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83" name="ph2783"/>
            <p:cNvSpPr/>
            <p:nvPr/>
          </p:nvSpPr>
          <p:spPr>
            <a:xfrm>
              <a:off x="3564581" y="32535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84" name="ph2784"/>
            <p:cNvSpPr/>
            <p:nvPr/>
          </p:nvSpPr>
          <p:spPr>
            <a:xfrm>
              <a:off x="3577094" y="32535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85" name="ph2785"/>
            <p:cNvSpPr/>
            <p:nvPr/>
          </p:nvSpPr>
          <p:spPr>
            <a:xfrm>
              <a:off x="3652168" y="32535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86" name="ph2786"/>
            <p:cNvSpPr/>
            <p:nvPr/>
          </p:nvSpPr>
          <p:spPr>
            <a:xfrm>
              <a:off x="3664681" y="32535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87" name="ph2787"/>
            <p:cNvSpPr/>
            <p:nvPr/>
          </p:nvSpPr>
          <p:spPr>
            <a:xfrm>
              <a:off x="3677194" y="32535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88" name="ph2788"/>
            <p:cNvSpPr/>
            <p:nvPr/>
          </p:nvSpPr>
          <p:spPr>
            <a:xfrm>
              <a:off x="3689705" y="32535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89" name="ph2789"/>
            <p:cNvSpPr/>
            <p:nvPr/>
          </p:nvSpPr>
          <p:spPr>
            <a:xfrm>
              <a:off x="3702217" y="32535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90" name="ph2790"/>
            <p:cNvSpPr/>
            <p:nvPr/>
          </p:nvSpPr>
          <p:spPr>
            <a:xfrm>
              <a:off x="3714730" y="32535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91" name="ph2791"/>
            <p:cNvSpPr/>
            <p:nvPr/>
          </p:nvSpPr>
          <p:spPr>
            <a:xfrm>
              <a:off x="3727243" y="32535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92" name="ph2792"/>
            <p:cNvSpPr/>
            <p:nvPr/>
          </p:nvSpPr>
          <p:spPr>
            <a:xfrm>
              <a:off x="3739754" y="32535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93" name="ph2793"/>
            <p:cNvSpPr/>
            <p:nvPr/>
          </p:nvSpPr>
          <p:spPr>
            <a:xfrm>
              <a:off x="3752266" y="32535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CD1B1">
                <a:alpha val="100000"/>
              </a:srgbClr>
            </a:solidFill>
            <a:ln w="5420" cap="flat">
              <a:solidFill>
                <a:srgbClr val="6C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94" name="ph2794"/>
            <p:cNvSpPr/>
            <p:nvPr/>
          </p:nvSpPr>
          <p:spPr>
            <a:xfrm>
              <a:off x="3764780" y="32535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95" name="ph2795"/>
            <p:cNvSpPr/>
            <p:nvPr/>
          </p:nvSpPr>
          <p:spPr>
            <a:xfrm>
              <a:off x="3777292" y="32535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96" name="ph2796"/>
            <p:cNvSpPr/>
            <p:nvPr/>
          </p:nvSpPr>
          <p:spPr>
            <a:xfrm>
              <a:off x="4202713" y="32535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97" name="ph2797"/>
            <p:cNvSpPr/>
            <p:nvPr/>
          </p:nvSpPr>
          <p:spPr>
            <a:xfrm>
              <a:off x="4215224" y="32535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98" name="ph2798"/>
            <p:cNvSpPr/>
            <p:nvPr/>
          </p:nvSpPr>
          <p:spPr>
            <a:xfrm>
              <a:off x="4227737" y="32535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99" name="ph2799"/>
            <p:cNvSpPr/>
            <p:nvPr/>
          </p:nvSpPr>
          <p:spPr>
            <a:xfrm>
              <a:off x="4240249" y="32535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00" name="ph2800"/>
            <p:cNvSpPr/>
            <p:nvPr/>
          </p:nvSpPr>
          <p:spPr>
            <a:xfrm>
              <a:off x="4252762" y="32535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01" name="ph2801"/>
            <p:cNvSpPr/>
            <p:nvPr/>
          </p:nvSpPr>
          <p:spPr>
            <a:xfrm>
              <a:off x="4265273" y="32535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02" name="ph2802"/>
            <p:cNvSpPr/>
            <p:nvPr/>
          </p:nvSpPr>
          <p:spPr>
            <a:xfrm>
              <a:off x="4277786" y="32535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03" name="ph2803"/>
            <p:cNvSpPr/>
            <p:nvPr/>
          </p:nvSpPr>
          <p:spPr>
            <a:xfrm>
              <a:off x="4290298" y="32535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04" name="ph2804"/>
            <p:cNvSpPr/>
            <p:nvPr/>
          </p:nvSpPr>
          <p:spPr>
            <a:xfrm>
              <a:off x="4302811" y="32535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05" name="ph2805"/>
            <p:cNvSpPr/>
            <p:nvPr/>
          </p:nvSpPr>
          <p:spPr>
            <a:xfrm>
              <a:off x="4315324" y="32535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9DAA">
                <a:alpha val="100000"/>
              </a:srgbClr>
            </a:solidFill>
            <a:ln w="5420" cap="flat">
              <a:solidFill>
                <a:srgbClr val="3B9D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06" name="ph2806"/>
            <p:cNvSpPr/>
            <p:nvPr/>
          </p:nvSpPr>
          <p:spPr>
            <a:xfrm>
              <a:off x="4402909" y="32535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07" name="ph2807"/>
            <p:cNvSpPr/>
            <p:nvPr/>
          </p:nvSpPr>
          <p:spPr>
            <a:xfrm>
              <a:off x="4415422" y="32535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08" name="ph2808"/>
            <p:cNvSpPr/>
            <p:nvPr/>
          </p:nvSpPr>
          <p:spPr>
            <a:xfrm>
              <a:off x="4427935" y="32535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09" name="ph2809"/>
            <p:cNvSpPr/>
            <p:nvPr/>
          </p:nvSpPr>
          <p:spPr>
            <a:xfrm>
              <a:off x="4440446" y="32535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10" name="ph2810"/>
            <p:cNvSpPr/>
            <p:nvPr/>
          </p:nvSpPr>
          <p:spPr>
            <a:xfrm>
              <a:off x="4452961" y="32535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11" name="ph2811"/>
            <p:cNvSpPr/>
            <p:nvPr/>
          </p:nvSpPr>
          <p:spPr>
            <a:xfrm>
              <a:off x="4465472" y="32535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12" name="ph2812"/>
            <p:cNvSpPr/>
            <p:nvPr/>
          </p:nvSpPr>
          <p:spPr>
            <a:xfrm>
              <a:off x="4678181" y="32535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13" name="ph2813"/>
            <p:cNvSpPr/>
            <p:nvPr/>
          </p:nvSpPr>
          <p:spPr>
            <a:xfrm>
              <a:off x="4690694" y="32535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14" name="ph2814"/>
            <p:cNvSpPr/>
            <p:nvPr/>
          </p:nvSpPr>
          <p:spPr>
            <a:xfrm>
              <a:off x="4703206" y="32535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15" name="ph2815"/>
            <p:cNvSpPr/>
            <p:nvPr/>
          </p:nvSpPr>
          <p:spPr>
            <a:xfrm>
              <a:off x="4715719" y="32535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16" name="ph2816"/>
            <p:cNvSpPr/>
            <p:nvPr/>
          </p:nvSpPr>
          <p:spPr>
            <a:xfrm>
              <a:off x="4728232" y="32535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17" name="ph2817"/>
            <p:cNvSpPr/>
            <p:nvPr/>
          </p:nvSpPr>
          <p:spPr>
            <a:xfrm>
              <a:off x="3101624" y="32689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18" name="ph2818"/>
            <p:cNvSpPr/>
            <p:nvPr/>
          </p:nvSpPr>
          <p:spPr>
            <a:xfrm>
              <a:off x="3114136" y="32689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19" name="ph2819"/>
            <p:cNvSpPr/>
            <p:nvPr/>
          </p:nvSpPr>
          <p:spPr>
            <a:xfrm>
              <a:off x="3126649" y="32689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20" name="ph2820"/>
            <p:cNvSpPr/>
            <p:nvPr/>
          </p:nvSpPr>
          <p:spPr>
            <a:xfrm>
              <a:off x="3139162" y="32689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21" name="ph2821"/>
            <p:cNvSpPr/>
            <p:nvPr/>
          </p:nvSpPr>
          <p:spPr>
            <a:xfrm>
              <a:off x="3151673" y="32689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22" name="ph2822"/>
            <p:cNvSpPr/>
            <p:nvPr/>
          </p:nvSpPr>
          <p:spPr>
            <a:xfrm>
              <a:off x="3164186" y="32689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23" name="ph2823"/>
            <p:cNvSpPr/>
            <p:nvPr/>
          </p:nvSpPr>
          <p:spPr>
            <a:xfrm>
              <a:off x="3176698" y="32689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24" name="ph2824"/>
            <p:cNvSpPr/>
            <p:nvPr/>
          </p:nvSpPr>
          <p:spPr>
            <a:xfrm>
              <a:off x="3189211" y="32689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25" name="ph2825"/>
            <p:cNvSpPr/>
            <p:nvPr/>
          </p:nvSpPr>
          <p:spPr>
            <a:xfrm>
              <a:off x="3201722" y="32689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26" name="ph2826"/>
            <p:cNvSpPr/>
            <p:nvPr/>
          </p:nvSpPr>
          <p:spPr>
            <a:xfrm>
              <a:off x="3214237" y="32689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27" name="ph2827"/>
            <p:cNvSpPr/>
            <p:nvPr/>
          </p:nvSpPr>
          <p:spPr>
            <a:xfrm>
              <a:off x="3226748" y="32689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28" name="ph2828"/>
            <p:cNvSpPr/>
            <p:nvPr/>
          </p:nvSpPr>
          <p:spPr>
            <a:xfrm>
              <a:off x="3239260" y="32689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29" name="ph2829"/>
            <p:cNvSpPr/>
            <p:nvPr/>
          </p:nvSpPr>
          <p:spPr>
            <a:xfrm>
              <a:off x="3251773" y="32689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30" name="ph2830"/>
            <p:cNvSpPr/>
            <p:nvPr/>
          </p:nvSpPr>
          <p:spPr>
            <a:xfrm>
              <a:off x="3264286" y="32689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31" name="ph2831"/>
            <p:cNvSpPr/>
            <p:nvPr/>
          </p:nvSpPr>
          <p:spPr>
            <a:xfrm>
              <a:off x="3276797" y="32689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32" name="ph2832"/>
            <p:cNvSpPr/>
            <p:nvPr/>
          </p:nvSpPr>
          <p:spPr>
            <a:xfrm>
              <a:off x="3289309" y="32689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33" name="ph2833"/>
            <p:cNvSpPr/>
            <p:nvPr/>
          </p:nvSpPr>
          <p:spPr>
            <a:xfrm>
              <a:off x="3301822" y="32689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34" name="ph2834"/>
            <p:cNvSpPr/>
            <p:nvPr/>
          </p:nvSpPr>
          <p:spPr>
            <a:xfrm>
              <a:off x="3314335" y="32689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35" name="ph2835"/>
            <p:cNvSpPr/>
            <p:nvPr/>
          </p:nvSpPr>
          <p:spPr>
            <a:xfrm>
              <a:off x="3326846" y="32689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36" name="ph2836"/>
            <p:cNvSpPr/>
            <p:nvPr/>
          </p:nvSpPr>
          <p:spPr>
            <a:xfrm>
              <a:off x="3339358" y="32689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37" name="ph2837"/>
            <p:cNvSpPr/>
            <p:nvPr/>
          </p:nvSpPr>
          <p:spPr>
            <a:xfrm>
              <a:off x="3351872" y="32689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38" name="ph2838"/>
            <p:cNvSpPr/>
            <p:nvPr/>
          </p:nvSpPr>
          <p:spPr>
            <a:xfrm>
              <a:off x="3364384" y="32689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39" name="ph2839"/>
            <p:cNvSpPr/>
            <p:nvPr/>
          </p:nvSpPr>
          <p:spPr>
            <a:xfrm>
              <a:off x="3376897" y="32689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40" name="ph2840"/>
            <p:cNvSpPr/>
            <p:nvPr/>
          </p:nvSpPr>
          <p:spPr>
            <a:xfrm>
              <a:off x="3389408" y="32689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41" name="ph2841"/>
            <p:cNvSpPr/>
            <p:nvPr/>
          </p:nvSpPr>
          <p:spPr>
            <a:xfrm>
              <a:off x="3401921" y="32689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42" name="ph2842"/>
            <p:cNvSpPr/>
            <p:nvPr/>
          </p:nvSpPr>
          <p:spPr>
            <a:xfrm>
              <a:off x="3414433" y="32689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43" name="ph2843"/>
            <p:cNvSpPr/>
            <p:nvPr/>
          </p:nvSpPr>
          <p:spPr>
            <a:xfrm>
              <a:off x="3426946" y="32689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44" name="ph2844"/>
            <p:cNvSpPr/>
            <p:nvPr/>
          </p:nvSpPr>
          <p:spPr>
            <a:xfrm>
              <a:off x="3439459" y="32689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45" name="ph2845"/>
            <p:cNvSpPr/>
            <p:nvPr/>
          </p:nvSpPr>
          <p:spPr>
            <a:xfrm>
              <a:off x="3451970" y="32689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46" name="ph2846"/>
            <p:cNvSpPr/>
            <p:nvPr/>
          </p:nvSpPr>
          <p:spPr>
            <a:xfrm>
              <a:off x="3464482" y="32689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47" name="ph2847"/>
            <p:cNvSpPr/>
            <p:nvPr/>
          </p:nvSpPr>
          <p:spPr>
            <a:xfrm>
              <a:off x="3476995" y="32689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48" name="ph2848"/>
            <p:cNvSpPr/>
            <p:nvPr/>
          </p:nvSpPr>
          <p:spPr>
            <a:xfrm>
              <a:off x="3489508" y="32689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49" name="ph2849"/>
            <p:cNvSpPr/>
            <p:nvPr/>
          </p:nvSpPr>
          <p:spPr>
            <a:xfrm>
              <a:off x="3502021" y="32689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50" name="ph2850"/>
            <p:cNvSpPr/>
            <p:nvPr/>
          </p:nvSpPr>
          <p:spPr>
            <a:xfrm>
              <a:off x="3514532" y="32689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4D3B4">
                <a:alpha val="100000"/>
              </a:srgbClr>
            </a:solidFill>
            <a:ln w="5420" cap="flat">
              <a:solidFill>
                <a:srgbClr val="74D3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51" name="ph2851"/>
            <p:cNvSpPr/>
            <p:nvPr/>
          </p:nvSpPr>
          <p:spPr>
            <a:xfrm>
              <a:off x="3527044" y="32689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52" name="ph2852"/>
            <p:cNvSpPr/>
            <p:nvPr/>
          </p:nvSpPr>
          <p:spPr>
            <a:xfrm>
              <a:off x="3539557" y="32689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53" name="ph2853"/>
            <p:cNvSpPr/>
            <p:nvPr/>
          </p:nvSpPr>
          <p:spPr>
            <a:xfrm>
              <a:off x="3552070" y="32689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54" name="ph2854"/>
            <p:cNvSpPr/>
            <p:nvPr/>
          </p:nvSpPr>
          <p:spPr>
            <a:xfrm>
              <a:off x="3564581" y="32689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55" name="ph2855"/>
            <p:cNvSpPr/>
            <p:nvPr/>
          </p:nvSpPr>
          <p:spPr>
            <a:xfrm>
              <a:off x="3577094" y="32689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56" name="ph2856"/>
            <p:cNvSpPr/>
            <p:nvPr/>
          </p:nvSpPr>
          <p:spPr>
            <a:xfrm>
              <a:off x="3639656" y="32689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57" name="ph2857"/>
            <p:cNvSpPr/>
            <p:nvPr/>
          </p:nvSpPr>
          <p:spPr>
            <a:xfrm>
              <a:off x="3652168" y="32689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58" name="ph2858"/>
            <p:cNvSpPr/>
            <p:nvPr/>
          </p:nvSpPr>
          <p:spPr>
            <a:xfrm>
              <a:off x="3664681" y="32689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59" name="ph2859"/>
            <p:cNvSpPr/>
            <p:nvPr/>
          </p:nvSpPr>
          <p:spPr>
            <a:xfrm>
              <a:off x="3677194" y="32689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60" name="ph2860"/>
            <p:cNvSpPr/>
            <p:nvPr/>
          </p:nvSpPr>
          <p:spPr>
            <a:xfrm>
              <a:off x="3689705" y="32689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61" name="ph2861"/>
            <p:cNvSpPr/>
            <p:nvPr/>
          </p:nvSpPr>
          <p:spPr>
            <a:xfrm>
              <a:off x="3702217" y="32689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62" name="ph2862"/>
            <p:cNvSpPr/>
            <p:nvPr/>
          </p:nvSpPr>
          <p:spPr>
            <a:xfrm>
              <a:off x="3714730" y="32689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63" name="ph2863"/>
            <p:cNvSpPr/>
            <p:nvPr/>
          </p:nvSpPr>
          <p:spPr>
            <a:xfrm>
              <a:off x="3727243" y="32689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64" name="ph2864"/>
            <p:cNvSpPr/>
            <p:nvPr/>
          </p:nvSpPr>
          <p:spPr>
            <a:xfrm>
              <a:off x="3739754" y="32689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65" name="ph2865"/>
            <p:cNvSpPr/>
            <p:nvPr/>
          </p:nvSpPr>
          <p:spPr>
            <a:xfrm>
              <a:off x="3752266" y="32689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66" name="ph2866"/>
            <p:cNvSpPr/>
            <p:nvPr/>
          </p:nvSpPr>
          <p:spPr>
            <a:xfrm>
              <a:off x="3764780" y="32689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67" name="ph2867"/>
            <p:cNvSpPr/>
            <p:nvPr/>
          </p:nvSpPr>
          <p:spPr>
            <a:xfrm>
              <a:off x="3777292" y="32689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68" name="ph2868"/>
            <p:cNvSpPr/>
            <p:nvPr/>
          </p:nvSpPr>
          <p:spPr>
            <a:xfrm>
              <a:off x="3789805" y="32689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69" name="ph2869"/>
            <p:cNvSpPr/>
            <p:nvPr/>
          </p:nvSpPr>
          <p:spPr>
            <a:xfrm>
              <a:off x="3802316" y="32689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70" name="ph2870"/>
            <p:cNvSpPr/>
            <p:nvPr/>
          </p:nvSpPr>
          <p:spPr>
            <a:xfrm>
              <a:off x="4202713" y="32689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71" name="ph2871"/>
            <p:cNvSpPr/>
            <p:nvPr/>
          </p:nvSpPr>
          <p:spPr>
            <a:xfrm>
              <a:off x="4215224" y="32689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72" name="ph2872"/>
            <p:cNvSpPr/>
            <p:nvPr/>
          </p:nvSpPr>
          <p:spPr>
            <a:xfrm>
              <a:off x="4227737" y="32689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73" name="ph2873"/>
            <p:cNvSpPr/>
            <p:nvPr/>
          </p:nvSpPr>
          <p:spPr>
            <a:xfrm>
              <a:off x="4240249" y="32689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74" name="ph2874"/>
            <p:cNvSpPr/>
            <p:nvPr/>
          </p:nvSpPr>
          <p:spPr>
            <a:xfrm>
              <a:off x="4252762" y="32689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75" name="ph2875"/>
            <p:cNvSpPr/>
            <p:nvPr/>
          </p:nvSpPr>
          <p:spPr>
            <a:xfrm>
              <a:off x="4265273" y="32689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76" name="ph2876"/>
            <p:cNvSpPr/>
            <p:nvPr/>
          </p:nvSpPr>
          <p:spPr>
            <a:xfrm>
              <a:off x="4277786" y="32689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77" name="ph2877"/>
            <p:cNvSpPr/>
            <p:nvPr/>
          </p:nvSpPr>
          <p:spPr>
            <a:xfrm>
              <a:off x="4290298" y="32689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9DAA">
                <a:alpha val="100000"/>
              </a:srgbClr>
            </a:solidFill>
            <a:ln w="5420" cap="flat">
              <a:solidFill>
                <a:srgbClr val="3B9D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78" name="ph2878"/>
            <p:cNvSpPr/>
            <p:nvPr/>
          </p:nvSpPr>
          <p:spPr>
            <a:xfrm>
              <a:off x="4415422" y="32689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79" name="ph2879"/>
            <p:cNvSpPr/>
            <p:nvPr/>
          </p:nvSpPr>
          <p:spPr>
            <a:xfrm>
              <a:off x="4427935" y="32689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80" name="ph2880"/>
            <p:cNvSpPr/>
            <p:nvPr/>
          </p:nvSpPr>
          <p:spPr>
            <a:xfrm>
              <a:off x="4440446" y="32689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81" name="ph2881"/>
            <p:cNvSpPr/>
            <p:nvPr/>
          </p:nvSpPr>
          <p:spPr>
            <a:xfrm>
              <a:off x="4452961" y="32689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82" name="ph2882"/>
            <p:cNvSpPr/>
            <p:nvPr/>
          </p:nvSpPr>
          <p:spPr>
            <a:xfrm>
              <a:off x="4465472" y="32689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83" name="ph2883"/>
            <p:cNvSpPr/>
            <p:nvPr/>
          </p:nvSpPr>
          <p:spPr>
            <a:xfrm>
              <a:off x="4477984" y="32689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84" name="ph2884"/>
            <p:cNvSpPr/>
            <p:nvPr/>
          </p:nvSpPr>
          <p:spPr>
            <a:xfrm>
              <a:off x="4490497" y="32689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85" name="ph2885"/>
            <p:cNvSpPr/>
            <p:nvPr/>
          </p:nvSpPr>
          <p:spPr>
            <a:xfrm>
              <a:off x="4678181" y="32689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86" name="ph2886"/>
            <p:cNvSpPr/>
            <p:nvPr/>
          </p:nvSpPr>
          <p:spPr>
            <a:xfrm>
              <a:off x="4690694" y="32689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87" name="ph2887"/>
            <p:cNvSpPr/>
            <p:nvPr/>
          </p:nvSpPr>
          <p:spPr>
            <a:xfrm>
              <a:off x="4703206" y="32689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88" name="ph2888"/>
            <p:cNvSpPr/>
            <p:nvPr/>
          </p:nvSpPr>
          <p:spPr>
            <a:xfrm>
              <a:off x="4715719" y="32689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89" name="ph2889"/>
            <p:cNvSpPr/>
            <p:nvPr/>
          </p:nvSpPr>
          <p:spPr>
            <a:xfrm>
              <a:off x="4728232" y="32689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90" name="ph2890"/>
            <p:cNvSpPr/>
            <p:nvPr/>
          </p:nvSpPr>
          <p:spPr>
            <a:xfrm>
              <a:off x="3101624" y="32842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91" name="ph2891"/>
            <p:cNvSpPr/>
            <p:nvPr/>
          </p:nvSpPr>
          <p:spPr>
            <a:xfrm>
              <a:off x="3114136" y="32842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92" name="ph2892"/>
            <p:cNvSpPr/>
            <p:nvPr/>
          </p:nvSpPr>
          <p:spPr>
            <a:xfrm>
              <a:off x="3126649" y="32842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93" name="ph2893"/>
            <p:cNvSpPr/>
            <p:nvPr/>
          </p:nvSpPr>
          <p:spPr>
            <a:xfrm>
              <a:off x="3139162" y="32842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94" name="ph2894"/>
            <p:cNvSpPr/>
            <p:nvPr/>
          </p:nvSpPr>
          <p:spPr>
            <a:xfrm>
              <a:off x="3151673" y="32842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95" name="ph2895"/>
            <p:cNvSpPr/>
            <p:nvPr/>
          </p:nvSpPr>
          <p:spPr>
            <a:xfrm>
              <a:off x="3164186" y="32842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96" name="ph2896"/>
            <p:cNvSpPr/>
            <p:nvPr/>
          </p:nvSpPr>
          <p:spPr>
            <a:xfrm>
              <a:off x="3176698" y="32842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97" name="ph2897"/>
            <p:cNvSpPr/>
            <p:nvPr/>
          </p:nvSpPr>
          <p:spPr>
            <a:xfrm>
              <a:off x="3189211" y="32842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98" name="ph2898"/>
            <p:cNvSpPr/>
            <p:nvPr/>
          </p:nvSpPr>
          <p:spPr>
            <a:xfrm>
              <a:off x="3201722" y="32842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99" name="ph2899"/>
            <p:cNvSpPr/>
            <p:nvPr/>
          </p:nvSpPr>
          <p:spPr>
            <a:xfrm>
              <a:off x="3214237" y="32842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00" name="ph2900"/>
            <p:cNvSpPr/>
            <p:nvPr/>
          </p:nvSpPr>
          <p:spPr>
            <a:xfrm>
              <a:off x="3226748" y="32842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01" name="ph2901"/>
            <p:cNvSpPr/>
            <p:nvPr/>
          </p:nvSpPr>
          <p:spPr>
            <a:xfrm>
              <a:off x="3239260" y="32842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02" name="ph2902"/>
            <p:cNvSpPr/>
            <p:nvPr/>
          </p:nvSpPr>
          <p:spPr>
            <a:xfrm>
              <a:off x="3364384" y="32842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03" name="ph2903"/>
            <p:cNvSpPr/>
            <p:nvPr/>
          </p:nvSpPr>
          <p:spPr>
            <a:xfrm>
              <a:off x="3376897" y="32842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04" name="ph2904"/>
            <p:cNvSpPr/>
            <p:nvPr/>
          </p:nvSpPr>
          <p:spPr>
            <a:xfrm>
              <a:off x="3389408" y="32842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05" name="ph2905"/>
            <p:cNvSpPr/>
            <p:nvPr/>
          </p:nvSpPr>
          <p:spPr>
            <a:xfrm>
              <a:off x="3401921" y="32842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06" name="ph2906"/>
            <p:cNvSpPr/>
            <p:nvPr/>
          </p:nvSpPr>
          <p:spPr>
            <a:xfrm>
              <a:off x="3414433" y="32842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07" name="ph2907"/>
            <p:cNvSpPr/>
            <p:nvPr/>
          </p:nvSpPr>
          <p:spPr>
            <a:xfrm>
              <a:off x="3426946" y="32842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08" name="ph2908"/>
            <p:cNvSpPr/>
            <p:nvPr/>
          </p:nvSpPr>
          <p:spPr>
            <a:xfrm>
              <a:off x="3439459" y="32842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09" name="ph2909"/>
            <p:cNvSpPr/>
            <p:nvPr/>
          </p:nvSpPr>
          <p:spPr>
            <a:xfrm>
              <a:off x="3451970" y="32842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10" name="ph2910"/>
            <p:cNvSpPr/>
            <p:nvPr/>
          </p:nvSpPr>
          <p:spPr>
            <a:xfrm>
              <a:off x="3464482" y="32842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11" name="ph2911"/>
            <p:cNvSpPr/>
            <p:nvPr/>
          </p:nvSpPr>
          <p:spPr>
            <a:xfrm>
              <a:off x="3476995" y="32842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12" name="ph2912"/>
            <p:cNvSpPr/>
            <p:nvPr/>
          </p:nvSpPr>
          <p:spPr>
            <a:xfrm>
              <a:off x="3502021" y="32842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13" name="ph2913"/>
            <p:cNvSpPr/>
            <p:nvPr/>
          </p:nvSpPr>
          <p:spPr>
            <a:xfrm>
              <a:off x="3514532" y="32842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14" name="ph2914"/>
            <p:cNvSpPr/>
            <p:nvPr/>
          </p:nvSpPr>
          <p:spPr>
            <a:xfrm>
              <a:off x="3527044" y="32842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15" name="ph2915"/>
            <p:cNvSpPr/>
            <p:nvPr/>
          </p:nvSpPr>
          <p:spPr>
            <a:xfrm>
              <a:off x="3539557" y="32842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16" name="ph2916"/>
            <p:cNvSpPr/>
            <p:nvPr/>
          </p:nvSpPr>
          <p:spPr>
            <a:xfrm>
              <a:off x="3552070" y="32842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17" name="ph2917"/>
            <p:cNvSpPr/>
            <p:nvPr/>
          </p:nvSpPr>
          <p:spPr>
            <a:xfrm>
              <a:off x="3564581" y="32842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18" name="ph2918"/>
            <p:cNvSpPr/>
            <p:nvPr/>
          </p:nvSpPr>
          <p:spPr>
            <a:xfrm>
              <a:off x="3577094" y="32842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19" name="ph2919"/>
            <p:cNvSpPr/>
            <p:nvPr/>
          </p:nvSpPr>
          <p:spPr>
            <a:xfrm>
              <a:off x="3589606" y="32842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20" name="ph2920"/>
            <p:cNvSpPr/>
            <p:nvPr/>
          </p:nvSpPr>
          <p:spPr>
            <a:xfrm>
              <a:off x="3614630" y="32842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21" name="ph2921"/>
            <p:cNvSpPr/>
            <p:nvPr/>
          </p:nvSpPr>
          <p:spPr>
            <a:xfrm>
              <a:off x="3627145" y="32842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22" name="ph2922"/>
            <p:cNvSpPr/>
            <p:nvPr/>
          </p:nvSpPr>
          <p:spPr>
            <a:xfrm>
              <a:off x="3639656" y="32842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23" name="ph2923"/>
            <p:cNvSpPr/>
            <p:nvPr/>
          </p:nvSpPr>
          <p:spPr>
            <a:xfrm>
              <a:off x="3652168" y="32842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24" name="ph2924"/>
            <p:cNvSpPr/>
            <p:nvPr/>
          </p:nvSpPr>
          <p:spPr>
            <a:xfrm>
              <a:off x="3664681" y="32842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25" name="ph2925"/>
            <p:cNvSpPr/>
            <p:nvPr/>
          </p:nvSpPr>
          <p:spPr>
            <a:xfrm>
              <a:off x="3677194" y="32842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26" name="ph2926"/>
            <p:cNvSpPr/>
            <p:nvPr/>
          </p:nvSpPr>
          <p:spPr>
            <a:xfrm>
              <a:off x="3689705" y="32842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27" name="ph2927"/>
            <p:cNvSpPr/>
            <p:nvPr/>
          </p:nvSpPr>
          <p:spPr>
            <a:xfrm>
              <a:off x="3702217" y="32842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28" name="ph2928"/>
            <p:cNvSpPr/>
            <p:nvPr/>
          </p:nvSpPr>
          <p:spPr>
            <a:xfrm>
              <a:off x="3714730" y="32842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29" name="ph2929"/>
            <p:cNvSpPr/>
            <p:nvPr/>
          </p:nvSpPr>
          <p:spPr>
            <a:xfrm>
              <a:off x="3727243" y="32842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30" name="ph2930"/>
            <p:cNvSpPr/>
            <p:nvPr/>
          </p:nvSpPr>
          <p:spPr>
            <a:xfrm>
              <a:off x="3739754" y="32842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31" name="ph2931"/>
            <p:cNvSpPr/>
            <p:nvPr/>
          </p:nvSpPr>
          <p:spPr>
            <a:xfrm>
              <a:off x="3752266" y="32842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32" name="ph2932"/>
            <p:cNvSpPr/>
            <p:nvPr/>
          </p:nvSpPr>
          <p:spPr>
            <a:xfrm>
              <a:off x="3764780" y="32842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33" name="ph2933"/>
            <p:cNvSpPr/>
            <p:nvPr/>
          </p:nvSpPr>
          <p:spPr>
            <a:xfrm>
              <a:off x="3777292" y="32842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34" name="ph2934"/>
            <p:cNvSpPr/>
            <p:nvPr/>
          </p:nvSpPr>
          <p:spPr>
            <a:xfrm>
              <a:off x="3789805" y="32842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35" name="ph2935"/>
            <p:cNvSpPr/>
            <p:nvPr/>
          </p:nvSpPr>
          <p:spPr>
            <a:xfrm>
              <a:off x="3802316" y="32842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36" name="ph2936"/>
            <p:cNvSpPr/>
            <p:nvPr/>
          </p:nvSpPr>
          <p:spPr>
            <a:xfrm>
              <a:off x="3814829" y="32842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37" name="ph2937"/>
            <p:cNvSpPr/>
            <p:nvPr/>
          </p:nvSpPr>
          <p:spPr>
            <a:xfrm>
              <a:off x="4227737" y="32842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38" name="ph2938"/>
            <p:cNvSpPr/>
            <p:nvPr/>
          </p:nvSpPr>
          <p:spPr>
            <a:xfrm>
              <a:off x="4427935" y="32842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39" name="ph2939"/>
            <p:cNvSpPr/>
            <p:nvPr/>
          </p:nvSpPr>
          <p:spPr>
            <a:xfrm>
              <a:off x="4440446" y="32842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40" name="ph2940"/>
            <p:cNvSpPr/>
            <p:nvPr/>
          </p:nvSpPr>
          <p:spPr>
            <a:xfrm>
              <a:off x="4452961" y="32842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41" name="ph2941"/>
            <p:cNvSpPr/>
            <p:nvPr/>
          </p:nvSpPr>
          <p:spPr>
            <a:xfrm>
              <a:off x="4465472" y="32842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42" name="ph2942"/>
            <p:cNvSpPr/>
            <p:nvPr/>
          </p:nvSpPr>
          <p:spPr>
            <a:xfrm>
              <a:off x="4477984" y="32842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43" name="ph2943"/>
            <p:cNvSpPr/>
            <p:nvPr/>
          </p:nvSpPr>
          <p:spPr>
            <a:xfrm>
              <a:off x="4490497" y="32842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44" name="ph2944"/>
            <p:cNvSpPr/>
            <p:nvPr/>
          </p:nvSpPr>
          <p:spPr>
            <a:xfrm>
              <a:off x="4503010" y="32842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45" name="ph2945"/>
            <p:cNvSpPr/>
            <p:nvPr/>
          </p:nvSpPr>
          <p:spPr>
            <a:xfrm>
              <a:off x="4678181" y="32842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46" name="ph2946"/>
            <p:cNvSpPr/>
            <p:nvPr/>
          </p:nvSpPr>
          <p:spPr>
            <a:xfrm>
              <a:off x="4690694" y="32842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47" name="ph2947"/>
            <p:cNvSpPr/>
            <p:nvPr/>
          </p:nvSpPr>
          <p:spPr>
            <a:xfrm>
              <a:off x="4703206" y="32842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48" name="ph2948"/>
            <p:cNvSpPr/>
            <p:nvPr/>
          </p:nvSpPr>
          <p:spPr>
            <a:xfrm>
              <a:off x="4715719" y="32842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49" name="ph2949"/>
            <p:cNvSpPr/>
            <p:nvPr/>
          </p:nvSpPr>
          <p:spPr>
            <a:xfrm>
              <a:off x="4728232" y="32842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50" name="ph2950"/>
            <p:cNvSpPr/>
            <p:nvPr/>
          </p:nvSpPr>
          <p:spPr>
            <a:xfrm>
              <a:off x="3089113" y="32996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51" name="ph2951"/>
            <p:cNvSpPr/>
            <p:nvPr/>
          </p:nvSpPr>
          <p:spPr>
            <a:xfrm>
              <a:off x="3101624" y="32996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52" name="ph2952"/>
            <p:cNvSpPr/>
            <p:nvPr/>
          </p:nvSpPr>
          <p:spPr>
            <a:xfrm>
              <a:off x="3114136" y="32996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53" name="ph2953"/>
            <p:cNvSpPr/>
            <p:nvPr/>
          </p:nvSpPr>
          <p:spPr>
            <a:xfrm>
              <a:off x="3126649" y="32996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54" name="ph2954"/>
            <p:cNvSpPr/>
            <p:nvPr/>
          </p:nvSpPr>
          <p:spPr>
            <a:xfrm>
              <a:off x="3139162" y="32996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55" name="ph2955"/>
            <p:cNvSpPr/>
            <p:nvPr/>
          </p:nvSpPr>
          <p:spPr>
            <a:xfrm>
              <a:off x="3151673" y="32996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56" name="ph2956"/>
            <p:cNvSpPr/>
            <p:nvPr/>
          </p:nvSpPr>
          <p:spPr>
            <a:xfrm>
              <a:off x="3164186" y="32996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57" name="ph2957"/>
            <p:cNvSpPr/>
            <p:nvPr/>
          </p:nvSpPr>
          <p:spPr>
            <a:xfrm>
              <a:off x="3176698" y="32996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58" name="ph2958"/>
            <p:cNvSpPr/>
            <p:nvPr/>
          </p:nvSpPr>
          <p:spPr>
            <a:xfrm>
              <a:off x="3189211" y="32996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59" name="ph2959"/>
            <p:cNvSpPr/>
            <p:nvPr/>
          </p:nvSpPr>
          <p:spPr>
            <a:xfrm>
              <a:off x="3201722" y="32996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60" name="ph2960"/>
            <p:cNvSpPr/>
            <p:nvPr/>
          </p:nvSpPr>
          <p:spPr>
            <a:xfrm>
              <a:off x="3426946" y="32996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61" name="ph2961"/>
            <p:cNvSpPr/>
            <p:nvPr/>
          </p:nvSpPr>
          <p:spPr>
            <a:xfrm>
              <a:off x="3439459" y="32996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62" name="ph2962"/>
            <p:cNvSpPr/>
            <p:nvPr/>
          </p:nvSpPr>
          <p:spPr>
            <a:xfrm>
              <a:off x="3514532" y="32996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63" name="ph2963"/>
            <p:cNvSpPr/>
            <p:nvPr/>
          </p:nvSpPr>
          <p:spPr>
            <a:xfrm>
              <a:off x="3527044" y="32996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64" name="ph2964"/>
            <p:cNvSpPr/>
            <p:nvPr/>
          </p:nvSpPr>
          <p:spPr>
            <a:xfrm>
              <a:off x="3539557" y="32996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65" name="ph2965"/>
            <p:cNvSpPr/>
            <p:nvPr/>
          </p:nvSpPr>
          <p:spPr>
            <a:xfrm>
              <a:off x="3552070" y="32996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66" name="ph2966"/>
            <p:cNvSpPr/>
            <p:nvPr/>
          </p:nvSpPr>
          <p:spPr>
            <a:xfrm>
              <a:off x="3564581" y="32996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67" name="ph2967"/>
            <p:cNvSpPr/>
            <p:nvPr/>
          </p:nvSpPr>
          <p:spPr>
            <a:xfrm>
              <a:off x="3577094" y="32996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68" name="ph2968"/>
            <p:cNvSpPr/>
            <p:nvPr/>
          </p:nvSpPr>
          <p:spPr>
            <a:xfrm>
              <a:off x="3589606" y="32996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69" name="ph2969"/>
            <p:cNvSpPr/>
            <p:nvPr/>
          </p:nvSpPr>
          <p:spPr>
            <a:xfrm>
              <a:off x="3602119" y="32996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70" name="ph2970"/>
            <p:cNvSpPr/>
            <p:nvPr/>
          </p:nvSpPr>
          <p:spPr>
            <a:xfrm>
              <a:off x="3614630" y="32996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71" name="ph2971"/>
            <p:cNvSpPr/>
            <p:nvPr/>
          </p:nvSpPr>
          <p:spPr>
            <a:xfrm>
              <a:off x="3627145" y="32996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72" name="ph2972"/>
            <p:cNvSpPr/>
            <p:nvPr/>
          </p:nvSpPr>
          <p:spPr>
            <a:xfrm>
              <a:off x="3639656" y="32996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73" name="ph2973"/>
            <p:cNvSpPr/>
            <p:nvPr/>
          </p:nvSpPr>
          <p:spPr>
            <a:xfrm>
              <a:off x="3652168" y="32996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74" name="ph2974"/>
            <p:cNvSpPr/>
            <p:nvPr/>
          </p:nvSpPr>
          <p:spPr>
            <a:xfrm>
              <a:off x="3664681" y="32996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75" name="ph2975"/>
            <p:cNvSpPr/>
            <p:nvPr/>
          </p:nvSpPr>
          <p:spPr>
            <a:xfrm>
              <a:off x="3677194" y="32996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76" name="ph2976"/>
            <p:cNvSpPr/>
            <p:nvPr/>
          </p:nvSpPr>
          <p:spPr>
            <a:xfrm>
              <a:off x="3689705" y="32996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77" name="ph2977"/>
            <p:cNvSpPr/>
            <p:nvPr/>
          </p:nvSpPr>
          <p:spPr>
            <a:xfrm>
              <a:off x="3702217" y="32996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78" name="ph2978"/>
            <p:cNvSpPr/>
            <p:nvPr/>
          </p:nvSpPr>
          <p:spPr>
            <a:xfrm>
              <a:off x="3714730" y="32996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79" name="ph2979"/>
            <p:cNvSpPr/>
            <p:nvPr/>
          </p:nvSpPr>
          <p:spPr>
            <a:xfrm>
              <a:off x="3727243" y="32996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80" name="ph2980"/>
            <p:cNvSpPr/>
            <p:nvPr/>
          </p:nvSpPr>
          <p:spPr>
            <a:xfrm>
              <a:off x="3739754" y="32996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81" name="ph2981"/>
            <p:cNvSpPr/>
            <p:nvPr/>
          </p:nvSpPr>
          <p:spPr>
            <a:xfrm>
              <a:off x="3752266" y="32996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ECCAC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82" name="ph2982"/>
            <p:cNvSpPr/>
            <p:nvPr/>
          </p:nvSpPr>
          <p:spPr>
            <a:xfrm>
              <a:off x="3764780" y="32996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83" name="ph2983"/>
            <p:cNvSpPr/>
            <p:nvPr/>
          </p:nvSpPr>
          <p:spPr>
            <a:xfrm>
              <a:off x="3777292" y="32996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84" name="ph2984"/>
            <p:cNvSpPr/>
            <p:nvPr/>
          </p:nvSpPr>
          <p:spPr>
            <a:xfrm>
              <a:off x="3789805" y="32996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85" name="ph2985"/>
            <p:cNvSpPr/>
            <p:nvPr/>
          </p:nvSpPr>
          <p:spPr>
            <a:xfrm>
              <a:off x="3802316" y="32996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86" name="ph2986"/>
            <p:cNvSpPr/>
            <p:nvPr/>
          </p:nvSpPr>
          <p:spPr>
            <a:xfrm>
              <a:off x="3814829" y="32996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87" name="ph2987"/>
            <p:cNvSpPr/>
            <p:nvPr/>
          </p:nvSpPr>
          <p:spPr>
            <a:xfrm>
              <a:off x="3827341" y="32996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88" name="ph2988"/>
            <p:cNvSpPr/>
            <p:nvPr/>
          </p:nvSpPr>
          <p:spPr>
            <a:xfrm>
              <a:off x="4440446" y="32996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89" name="ph2989"/>
            <p:cNvSpPr/>
            <p:nvPr/>
          </p:nvSpPr>
          <p:spPr>
            <a:xfrm>
              <a:off x="4452961" y="32996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90" name="ph2990"/>
            <p:cNvSpPr/>
            <p:nvPr/>
          </p:nvSpPr>
          <p:spPr>
            <a:xfrm>
              <a:off x="4465472" y="32996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91" name="ph2991"/>
            <p:cNvSpPr/>
            <p:nvPr/>
          </p:nvSpPr>
          <p:spPr>
            <a:xfrm>
              <a:off x="4477984" y="32996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92" name="ph2992"/>
            <p:cNvSpPr/>
            <p:nvPr/>
          </p:nvSpPr>
          <p:spPr>
            <a:xfrm>
              <a:off x="4490497" y="32996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93" name="ph2993"/>
            <p:cNvSpPr/>
            <p:nvPr/>
          </p:nvSpPr>
          <p:spPr>
            <a:xfrm>
              <a:off x="4503010" y="32996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94" name="ph2994"/>
            <p:cNvSpPr/>
            <p:nvPr/>
          </p:nvSpPr>
          <p:spPr>
            <a:xfrm>
              <a:off x="4515521" y="32996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95" name="ph2995"/>
            <p:cNvSpPr/>
            <p:nvPr/>
          </p:nvSpPr>
          <p:spPr>
            <a:xfrm>
              <a:off x="4690694" y="32996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96" name="ph2996"/>
            <p:cNvSpPr/>
            <p:nvPr/>
          </p:nvSpPr>
          <p:spPr>
            <a:xfrm>
              <a:off x="4703206" y="32996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97" name="ph2997"/>
            <p:cNvSpPr/>
            <p:nvPr/>
          </p:nvSpPr>
          <p:spPr>
            <a:xfrm>
              <a:off x="4715719" y="32996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98" name="ph2998"/>
            <p:cNvSpPr/>
            <p:nvPr/>
          </p:nvSpPr>
          <p:spPr>
            <a:xfrm>
              <a:off x="4728232" y="32996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99" name="ph2999"/>
            <p:cNvSpPr/>
            <p:nvPr/>
          </p:nvSpPr>
          <p:spPr>
            <a:xfrm>
              <a:off x="4740745" y="32996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00" name="ph3000"/>
            <p:cNvSpPr/>
            <p:nvPr/>
          </p:nvSpPr>
          <p:spPr>
            <a:xfrm>
              <a:off x="3089113" y="33150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01" name="ph3001"/>
            <p:cNvSpPr/>
            <p:nvPr/>
          </p:nvSpPr>
          <p:spPr>
            <a:xfrm>
              <a:off x="3101624" y="33150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02" name="ph3002"/>
            <p:cNvSpPr/>
            <p:nvPr/>
          </p:nvSpPr>
          <p:spPr>
            <a:xfrm>
              <a:off x="3114136" y="33150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ECCAC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03" name="ph3003"/>
            <p:cNvSpPr/>
            <p:nvPr/>
          </p:nvSpPr>
          <p:spPr>
            <a:xfrm>
              <a:off x="3126649" y="33150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04" name="ph3004"/>
            <p:cNvSpPr/>
            <p:nvPr/>
          </p:nvSpPr>
          <p:spPr>
            <a:xfrm>
              <a:off x="3139162" y="33150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05" name="ph3005"/>
            <p:cNvSpPr/>
            <p:nvPr/>
          </p:nvSpPr>
          <p:spPr>
            <a:xfrm>
              <a:off x="3151673" y="33150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06" name="ph3006"/>
            <p:cNvSpPr/>
            <p:nvPr/>
          </p:nvSpPr>
          <p:spPr>
            <a:xfrm>
              <a:off x="3164186" y="33150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07" name="ph3007"/>
            <p:cNvSpPr/>
            <p:nvPr/>
          </p:nvSpPr>
          <p:spPr>
            <a:xfrm>
              <a:off x="3176698" y="33150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08" name="ph3008"/>
            <p:cNvSpPr/>
            <p:nvPr/>
          </p:nvSpPr>
          <p:spPr>
            <a:xfrm>
              <a:off x="3527044" y="33150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09" name="ph3009"/>
            <p:cNvSpPr/>
            <p:nvPr/>
          </p:nvSpPr>
          <p:spPr>
            <a:xfrm>
              <a:off x="3539557" y="33150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10" name="ph3010"/>
            <p:cNvSpPr/>
            <p:nvPr/>
          </p:nvSpPr>
          <p:spPr>
            <a:xfrm>
              <a:off x="3552070" y="33150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11" name="ph3011"/>
            <p:cNvSpPr/>
            <p:nvPr/>
          </p:nvSpPr>
          <p:spPr>
            <a:xfrm>
              <a:off x="3564581" y="33150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12" name="ph3012"/>
            <p:cNvSpPr/>
            <p:nvPr/>
          </p:nvSpPr>
          <p:spPr>
            <a:xfrm>
              <a:off x="3577094" y="33150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13" name="ph3013"/>
            <p:cNvSpPr/>
            <p:nvPr/>
          </p:nvSpPr>
          <p:spPr>
            <a:xfrm>
              <a:off x="3589606" y="33150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14" name="ph3014"/>
            <p:cNvSpPr/>
            <p:nvPr/>
          </p:nvSpPr>
          <p:spPr>
            <a:xfrm>
              <a:off x="3602119" y="33150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15" name="ph3015"/>
            <p:cNvSpPr/>
            <p:nvPr/>
          </p:nvSpPr>
          <p:spPr>
            <a:xfrm>
              <a:off x="3614630" y="33150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16" name="ph3016"/>
            <p:cNvSpPr/>
            <p:nvPr/>
          </p:nvSpPr>
          <p:spPr>
            <a:xfrm>
              <a:off x="3627145" y="33150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17" name="ph3017"/>
            <p:cNvSpPr/>
            <p:nvPr/>
          </p:nvSpPr>
          <p:spPr>
            <a:xfrm>
              <a:off x="3639656" y="33150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18" name="ph3018"/>
            <p:cNvSpPr/>
            <p:nvPr/>
          </p:nvSpPr>
          <p:spPr>
            <a:xfrm>
              <a:off x="3652168" y="33150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19" name="ph3019"/>
            <p:cNvSpPr/>
            <p:nvPr/>
          </p:nvSpPr>
          <p:spPr>
            <a:xfrm>
              <a:off x="3664681" y="33150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20" name="ph3020"/>
            <p:cNvSpPr/>
            <p:nvPr/>
          </p:nvSpPr>
          <p:spPr>
            <a:xfrm>
              <a:off x="3677194" y="33150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21" name="ph3021"/>
            <p:cNvSpPr/>
            <p:nvPr/>
          </p:nvSpPr>
          <p:spPr>
            <a:xfrm>
              <a:off x="3689705" y="33150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22" name="ph3022"/>
            <p:cNvSpPr/>
            <p:nvPr/>
          </p:nvSpPr>
          <p:spPr>
            <a:xfrm>
              <a:off x="3702217" y="33150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23" name="ph3023"/>
            <p:cNvSpPr/>
            <p:nvPr/>
          </p:nvSpPr>
          <p:spPr>
            <a:xfrm>
              <a:off x="3714730" y="33150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24" name="ph3024"/>
            <p:cNvSpPr/>
            <p:nvPr/>
          </p:nvSpPr>
          <p:spPr>
            <a:xfrm>
              <a:off x="3727243" y="33150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25" name="ph3025"/>
            <p:cNvSpPr/>
            <p:nvPr/>
          </p:nvSpPr>
          <p:spPr>
            <a:xfrm>
              <a:off x="3739754" y="33150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26" name="ph3026"/>
            <p:cNvSpPr/>
            <p:nvPr/>
          </p:nvSpPr>
          <p:spPr>
            <a:xfrm>
              <a:off x="3752266" y="33150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27" name="ph3027"/>
            <p:cNvSpPr/>
            <p:nvPr/>
          </p:nvSpPr>
          <p:spPr>
            <a:xfrm>
              <a:off x="3764780" y="33150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28" name="ph3028"/>
            <p:cNvSpPr/>
            <p:nvPr/>
          </p:nvSpPr>
          <p:spPr>
            <a:xfrm>
              <a:off x="3777292" y="33150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29" name="ph3029"/>
            <p:cNvSpPr/>
            <p:nvPr/>
          </p:nvSpPr>
          <p:spPr>
            <a:xfrm>
              <a:off x="3789805" y="33150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30" name="ph3030"/>
            <p:cNvSpPr/>
            <p:nvPr/>
          </p:nvSpPr>
          <p:spPr>
            <a:xfrm>
              <a:off x="3802316" y="33150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31" name="ph3031"/>
            <p:cNvSpPr/>
            <p:nvPr/>
          </p:nvSpPr>
          <p:spPr>
            <a:xfrm>
              <a:off x="3814829" y="33150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32" name="ph3032"/>
            <p:cNvSpPr/>
            <p:nvPr/>
          </p:nvSpPr>
          <p:spPr>
            <a:xfrm>
              <a:off x="3827341" y="33150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33" name="ph3033"/>
            <p:cNvSpPr/>
            <p:nvPr/>
          </p:nvSpPr>
          <p:spPr>
            <a:xfrm>
              <a:off x="4452961" y="33150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34" name="ph3034"/>
            <p:cNvSpPr/>
            <p:nvPr/>
          </p:nvSpPr>
          <p:spPr>
            <a:xfrm>
              <a:off x="4465472" y="33150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35" name="ph3035"/>
            <p:cNvSpPr/>
            <p:nvPr/>
          </p:nvSpPr>
          <p:spPr>
            <a:xfrm>
              <a:off x="4477984" y="33150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36" name="ph3036"/>
            <p:cNvSpPr/>
            <p:nvPr/>
          </p:nvSpPr>
          <p:spPr>
            <a:xfrm>
              <a:off x="4490497" y="33150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37" name="ph3037"/>
            <p:cNvSpPr/>
            <p:nvPr/>
          </p:nvSpPr>
          <p:spPr>
            <a:xfrm>
              <a:off x="4503010" y="33150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38" name="ph3038"/>
            <p:cNvSpPr/>
            <p:nvPr/>
          </p:nvSpPr>
          <p:spPr>
            <a:xfrm>
              <a:off x="4515521" y="33150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39" name="ph3039"/>
            <p:cNvSpPr/>
            <p:nvPr/>
          </p:nvSpPr>
          <p:spPr>
            <a:xfrm>
              <a:off x="4528033" y="33150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40" name="ph3040"/>
            <p:cNvSpPr/>
            <p:nvPr/>
          </p:nvSpPr>
          <p:spPr>
            <a:xfrm>
              <a:off x="4690694" y="33150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41" name="ph3041"/>
            <p:cNvSpPr/>
            <p:nvPr/>
          </p:nvSpPr>
          <p:spPr>
            <a:xfrm>
              <a:off x="4703206" y="33150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42" name="ph3042"/>
            <p:cNvSpPr/>
            <p:nvPr/>
          </p:nvSpPr>
          <p:spPr>
            <a:xfrm>
              <a:off x="4715719" y="33150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43" name="ph3043"/>
            <p:cNvSpPr/>
            <p:nvPr/>
          </p:nvSpPr>
          <p:spPr>
            <a:xfrm>
              <a:off x="4728232" y="33150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44" name="ph3044"/>
            <p:cNvSpPr/>
            <p:nvPr/>
          </p:nvSpPr>
          <p:spPr>
            <a:xfrm>
              <a:off x="4740745" y="33150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45" name="ph3045"/>
            <p:cNvSpPr/>
            <p:nvPr/>
          </p:nvSpPr>
          <p:spPr>
            <a:xfrm>
              <a:off x="3076600" y="333042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46" name="ph3046"/>
            <p:cNvSpPr/>
            <p:nvPr/>
          </p:nvSpPr>
          <p:spPr>
            <a:xfrm>
              <a:off x="3089113" y="333042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47" name="ph3047"/>
            <p:cNvSpPr/>
            <p:nvPr/>
          </p:nvSpPr>
          <p:spPr>
            <a:xfrm>
              <a:off x="3101624" y="333042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48" name="ph3048"/>
            <p:cNvSpPr/>
            <p:nvPr/>
          </p:nvSpPr>
          <p:spPr>
            <a:xfrm>
              <a:off x="3114136" y="333042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49" name="ph3049"/>
            <p:cNvSpPr/>
            <p:nvPr/>
          </p:nvSpPr>
          <p:spPr>
            <a:xfrm>
              <a:off x="3126649" y="333042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50" name="ph3050"/>
            <p:cNvSpPr/>
            <p:nvPr/>
          </p:nvSpPr>
          <p:spPr>
            <a:xfrm>
              <a:off x="3139162" y="333042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51" name="ph3051"/>
            <p:cNvSpPr/>
            <p:nvPr/>
          </p:nvSpPr>
          <p:spPr>
            <a:xfrm>
              <a:off x="3539557" y="333042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52" name="ph3052"/>
            <p:cNvSpPr/>
            <p:nvPr/>
          </p:nvSpPr>
          <p:spPr>
            <a:xfrm>
              <a:off x="3552070" y="333042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53" name="ph3053"/>
            <p:cNvSpPr/>
            <p:nvPr/>
          </p:nvSpPr>
          <p:spPr>
            <a:xfrm>
              <a:off x="3564581" y="333042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54" name="ph3054"/>
            <p:cNvSpPr/>
            <p:nvPr/>
          </p:nvSpPr>
          <p:spPr>
            <a:xfrm>
              <a:off x="3577094" y="333042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55" name="ph3055"/>
            <p:cNvSpPr/>
            <p:nvPr/>
          </p:nvSpPr>
          <p:spPr>
            <a:xfrm>
              <a:off x="3589606" y="333042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56" name="ph3056"/>
            <p:cNvSpPr/>
            <p:nvPr/>
          </p:nvSpPr>
          <p:spPr>
            <a:xfrm>
              <a:off x="3602119" y="333042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57" name="ph3057"/>
            <p:cNvSpPr/>
            <p:nvPr/>
          </p:nvSpPr>
          <p:spPr>
            <a:xfrm>
              <a:off x="3614630" y="333042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58" name="ph3058"/>
            <p:cNvSpPr/>
            <p:nvPr/>
          </p:nvSpPr>
          <p:spPr>
            <a:xfrm>
              <a:off x="3627145" y="333042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59" name="ph3059"/>
            <p:cNvSpPr/>
            <p:nvPr/>
          </p:nvSpPr>
          <p:spPr>
            <a:xfrm>
              <a:off x="3639656" y="333042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60" name="ph3060"/>
            <p:cNvSpPr/>
            <p:nvPr/>
          </p:nvSpPr>
          <p:spPr>
            <a:xfrm>
              <a:off x="3652168" y="333042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61" name="ph3061"/>
            <p:cNvSpPr/>
            <p:nvPr/>
          </p:nvSpPr>
          <p:spPr>
            <a:xfrm>
              <a:off x="3664681" y="333042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62" name="ph3062"/>
            <p:cNvSpPr/>
            <p:nvPr/>
          </p:nvSpPr>
          <p:spPr>
            <a:xfrm>
              <a:off x="3677194" y="333042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63" name="ph3063"/>
            <p:cNvSpPr/>
            <p:nvPr/>
          </p:nvSpPr>
          <p:spPr>
            <a:xfrm>
              <a:off x="3689705" y="333042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64" name="ph3064"/>
            <p:cNvSpPr/>
            <p:nvPr/>
          </p:nvSpPr>
          <p:spPr>
            <a:xfrm>
              <a:off x="3702217" y="333042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65" name="ph3065"/>
            <p:cNvSpPr/>
            <p:nvPr/>
          </p:nvSpPr>
          <p:spPr>
            <a:xfrm>
              <a:off x="3714730" y="333042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66" name="ph3066"/>
            <p:cNvSpPr/>
            <p:nvPr/>
          </p:nvSpPr>
          <p:spPr>
            <a:xfrm>
              <a:off x="3727243" y="333042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67" name="ph3067"/>
            <p:cNvSpPr/>
            <p:nvPr/>
          </p:nvSpPr>
          <p:spPr>
            <a:xfrm>
              <a:off x="3739754" y="333042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68" name="ph3068"/>
            <p:cNvSpPr/>
            <p:nvPr/>
          </p:nvSpPr>
          <p:spPr>
            <a:xfrm>
              <a:off x="3752266" y="333042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69" name="ph3069"/>
            <p:cNvSpPr/>
            <p:nvPr/>
          </p:nvSpPr>
          <p:spPr>
            <a:xfrm>
              <a:off x="3764780" y="333042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70" name="ph3070"/>
            <p:cNvSpPr/>
            <p:nvPr/>
          </p:nvSpPr>
          <p:spPr>
            <a:xfrm>
              <a:off x="3777292" y="333042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71" name="ph3071"/>
            <p:cNvSpPr/>
            <p:nvPr/>
          </p:nvSpPr>
          <p:spPr>
            <a:xfrm>
              <a:off x="3789805" y="333042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72" name="ph3072"/>
            <p:cNvSpPr/>
            <p:nvPr/>
          </p:nvSpPr>
          <p:spPr>
            <a:xfrm>
              <a:off x="3802316" y="333042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73" name="ph3073"/>
            <p:cNvSpPr/>
            <p:nvPr/>
          </p:nvSpPr>
          <p:spPr>
            <a:xfrm>
              <a:off x="3814829" y="333042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74" name="ph3074"/>
            <p:cNvSpPr/>
            <p:nvPr/>
          </p:nvSpPr>
          <p:spPr>
            <a:xfrm>
              <a:off x="3827341" y="333042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75" name="ph3075"/>
            <p:cNvSpPr/>
            <p:nvPr/>
          </p:nvSpPr>
          <p:spPr>
            <a:xfrm>
              <a:off x="4465472" y="333042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76" name="ph3076"/>
            <p:cNvSpPr/>
            <p:nvPr/>
          </p:nvSpPr>
          <p:spPr>
            <a:xfrm>
              <a:off x="4477984" y="333042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77" name="ph3077"/>
            <p:cNvSpPr/>
            <p:nvPr/>
          </p:nvSpPr>
          <p:spPr>
            <a:xfrm>
              <a:off x="4490497" y="333042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78" name="ph3078"/>
            <p:cNvSpPr/>
            <p:nvPr/>
          </p:nvSpPr>
          <p:spPr>
            <a:xfrm>
              <a:off x="4503010" y="333042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79" name="ph3079"/>
            <p:cNvSpPr/>
            <p:nvPr/>
          </p:nvSpPr>
          <p:spPr>
            <a:xfrm>
              <a:off x="4515521" y="333042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80" name="ph3080"/>
            <p:cNvSpPr/>
            <p:nvPr/>
          </p:nvSpPr>
          <p:spPr>
            <a:xfrm>
              <a:off x="4528033" y="333042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81" name="ph3081"/>
            <p:cNvSpPr/>
            <p:nvPr/>
          </p:nvSpPr>
          <p:spPr>
            <a:xfrm>
              <a:off x="4540546" y="333042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82" name="ph3082"/>
            <p:cNvSpPr/>
            <p:nvPr/>
          </p:nvSpPr>
          <p:spPr>
            <a:xfrm>
              <a:off x="4703206" y="333042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83" name="ph3083"/>
            <p:cNvSpPr/>
            <p:nvPr/>
          </p:nvSpPr>
          <p:spPr>
            <a:xfrm>
              <a:off x="4715719" y="333042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84" name="ph3084"/>
            <p:cNvSpPr/>
            <p:nvPr/>
          </p:nvSpPr>
          <p:spPr>
            <a:xfrm>
              <a:off x="4728232" y="333042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85" name="ph3085"/>
            <p:cNvSpPr/>
            <p:nvPr/>
          </p:nvSpPr>
          <p:spPr>
            <a:xfrm>
              <a:off x="4740745" y="333042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86" name="ph3086"/>
            <p:cNvSpPr/>
            <p:nvPr/>
          </p:nvSpPr>
          <p:spPr>
            <a:xfrm>
              <a:off x="4753256" y="333042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5A8">
                <a:alpha val="100000"/>
              </a:srgbClr>
            </a:solidFill>
            <a:ln w="5420" cap="flat">
              <a:solidFill>
                <a:srgbClr val="3595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87" name="ph3087"/>
            <p:cNvSpPr/>
            <p:nvPr/>
          </p:nvSpPr>
          <p:spPr>
            <a:xfrm>
              <a:off x="3051574" y="33458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88" name="ph3088"/>
            <p:cNvSpPr/>
            <p:nvPr/>
          </p:nvSpPr>
          <p:spPr>
            <a:xfrm>
              <a:off x="3064087" y="33458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89" name="ph3089"/>
            <p:cNvSpPr/>
            <p:nvPr/>
          </p:nvSpPr>
          <p:spPr>
            <a:xfrm>
              <a:off x="3076600" y="33458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90" name="ph3090"/>
            <p:cNvSpPr/>
            <p:nvPr/>
          </p:nvSpPr>
          <p:spPr>
            <a:xfrm>
              <a:off x="3089113" y="33458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91" name="ph3091"/>
            <p:cNvSpPr/>
            <p:nvPr/>
          </p:nvSpPr>
          <p:spPr>
            <a:xfrm>
              <a:off x="3101624" y="33458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92" name="ph3092"/>
            <p:cNvSpPr/>
            <p:nvPr/>
          </p:nvSpPr>
          <p:spPr>
            <a:xfrm>
              <a:off x="3114136" y="33458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93" name="ph3093"/>
            <p:cNvSpPr/>
            <p:nvPr/>
          </p:nvSpPr>
          <p:spPr>
            <a:xfrm>
              <a:off x="3126649" y="33458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94" name="ph3094"/>
            <p:cNvSpPr/>
            <p:nvPr/>
          </p:nvSpPr>
          <p:spPr>
            <a:xfrm>
              <a:off x="3564581" y="33458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95" name="ph3095"/>
            <p:cNvSpPr/>
            <p:nvPr/>
          </p:nvSpPr>
          <p:spPr>
            <a:xfrm>
              <a:off x="3577094" y="33458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96" name="ph3096"/>
            <p:cNvSpPr/>
            <p:nvPr/>
          </p:nvSpPr>
          <p:spPr>
            <a:xfrm>
              <a:off x="3589606" y="33458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97" name="ph3097"/>
            <p:cNvSpPr/>
            <p:nvPr/>
          </p:nvSpPr>
          <p:spPr>
            <a:xfrm>
              <a:off x="3602119" y="33458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98" name="ph3098"/>
            <p:cNvSpPr/>
            <p:nvPr/>
          </p:nvSpPr>
          <p:spPr>
            <a:xfrm>
              <a:off x="3614630" y="33458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99" name="ph3099"/>
            <p:cNvSpPr/>
            <p:nvPr/>
          </p:nvSpPr>
          <p:spPr>
            <a:xfrm>
              <a:off x="3627145" y="33458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00" name="ph3100"/>
            <p:cNvSpPr/>
            <p:nvPr/>
          </p:nvSpPr>
          <p:spPr>
            <a:xfrm>
              <a:off x="3639656" y="33458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01" name="ph3101"/>
            <p:cNvSpPr/>
            <p:nvPr/>
          </p:nvSpPr>
          <p:spPr>
            <a:xfrm>
              <a:off x="3652168" y="33458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02" name="ph3102"/>
            <p:cNvSpPr/>
            <p:nvPr/>
          </p:nvSpPr>
          <p:spPr>
            <a:xfrm>
              <a:off x="3664681" y="33458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03" name="ph3103"/>
            <p:cNvSpPr/>
            <p:nvPr/>
          </p:nvSpPr>
          <p:spPr>
            <a:xfrm>
              <a:off x="3677194" y="33458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04" name="ph3104"/>
            <p:cNvSpPr/>
            <p:nvPr/>
          </p:nvSpPr>
          <p:spPr>
            <a:xfrm>
              <a:off x="3689705" y="33458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05" name="ph3105"/>
            <p:cNvSpPr/>
            <p:nvPr/>
          </p:nvSpPr>
          <p:spPr>
            <a:xfrm>
              <a:off x="3702217" y="33458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06" name="ph3106"/>
            <p:cNvSpPr/>
            <p:nvPr/>
          </p:nvSpPr>
          <p:spPr>
            <a:xfrm>
              <a:off x="3739754" y="33458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07" name="ph3107"/>
            <p:cNvSpPr/>
            <p:nvPr/>
          </p:nvSpPr>
          <p:spPr>
            <a:xfrm>
              <a:off x="3752266" y="33458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08" name="ph3108"/>
            <p:cNvSpPr/>
            <p:nvPr/>
          </p:nvSpPr>
          <p:spPr>
            <a:xfrm>
              <a:off x="3764780" y="33458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09" name="ph3109"/>
            <p:cNvSpPr/>
            <p:nvPr/>
          </p:nvSpPr>
          <p:spPr>
            <a:xfrm>
              <a:off x="3777292" y="33458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10" name="ph3110"/>
            <p:cNvSpPr/>
            <p:nvPr/>
          </p:nvSpPr>
          <p:spPr>
            <a:xfrm>
              <a:off x="3789805" y="33458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11" name="ph3111"/>
            <p:cNvSpPr/>
            <p:nvPr/>
          </p:nvSpPr>
          <p:spPr>
            <a:xfrm>
              <a:off x="3802316" y="33458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12" name="ph3112"/>
            <p:cNvSpPr/>
            <p:nvPr/>
          </p:nvSpPr>
          <p:spPr>
            <a:xfrm>
              <a:off x="3814829" y="33458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13" name="ph3113"/>
            <p:cNvSpPr/>
            <p:nvPr/>
          </p:nvSpPr>
          <p:spPr>
            <a:xfrm>
              <a:off x="3827341" y="33458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14" name="ph3114"/>
            <p:cNvSpPr/>
            <p:nvPr/>
          </p:nvSpPr>
          <p:spPr>
            <a:xfrm>
              <a:off x="4490497" y="33458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15" name="ph3115"/>
            <p:cNvSpPr/>
            <p:nvPr/>
          </p:nvSpPr>
          <p:spPr>
            <a:xfrm>
              <a:off x="4503010" y="33458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16" name="ph3116"/>
            <p:cNvSpPr/>
            <p:nvPr/>
          </p:nvSpPr>
          <p:spPr>
            <a:xfrm>
              <a:off x="4515521" y="33458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17" name="ph3117"/>
            <p:cNvSpPr/>
            <p:nvPr/>
          </p:nvSpPr>
          <p:spPr>
            <a:xfrm>
              <a:off x="4528033" y="33458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18" name="ph3118"/>
            <p:cNvSpPr/>
            <p:nvPr/>
          </p:nvSpPr>
          <p:spPr>
            <a:xfrm>
              <a:off x="4540546" y="33458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19" name="ph3119"/>
            <p:cNvSpPr/>
            <p:nvPr/>
          </p:nvSpPr>
          <p:spPr>
            <a:xfrm>
              <a:off x="4553059" y="33458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20" name="ph3120"/>
            <p:cNvSpPr/>
            <p:nvPr/>
          </p:nvSpPr>
          <p:spPr>
            <a:xfrm>
              <a:off x="4703206" y="33458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21" name="ph3121"/>
            <p:cNvSpPr/>
            <p:nvPr/>
          </p:nvSpPr>
          <p:spPr>
            <a:xfrm>
              <a:off x="4715719" y="33458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22" name="ph3122"/>
            <p:cNvSpPr/>
            <p:nvPr/>
          </p:nvSpPr>
          <p:spPr>
            <a:xfrm>
              <a:off x="4728232" y="33458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23" name="ph3123"/>
            <p:cNvSpPr/>
            <p:nvPr/>
          </p:nvSpPr>
          <p:spPr>
            <a:xfrm>
              <a:off x="4740745" y="33458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24" name="ph3124"/>
            <p:cNvSpPr/>
            <p:nvPr/>
          </p:nvSpPr>
          <p:spPr>
            <a:xfrm>
              <a:off x="4753256" y="33458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25" name="ph3125"/>
            <p:cNvSpPr/>
            <p:nvPr/>
          </p:nvSpPr>
          <p:spPr>
            <a:xfrm>
              <a:off x="4765768" y="33458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26" name="ph3126"/>
            <p:cNvSpPr/>
            <p:nvPr/>
          </p:nvSpPr>
          <p:spPr>
            <a:xfrm>
              <a:off x="2926450" y="33611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27" name="ph3127"/>
            <p:cNvSpPr/>
            <p:nvPr/>
          </p:nvSpPr>
          <p:spPr>
            <a:xfrm>
              <a:off x="2938964" y="33611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28" name="ph3128"/>
            <p:cNvSpPr/>
            <p:nvPr/>
          </p:nvSpPr>
          <p:spPr>
            <a:xfrm>
              <a:off x="2951476" y="33611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29" name="ph3129"/>
            <p:cNvSpPr/>
            <p:nvPr/>
          </p:nvSpPr>
          <p:spPr>
            <a:xfrm>
              <a:off x="2963989" y="33611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30" name="ph3130"/>
            <p:cNvSpPr/>
            <p:nvPr/>
          </p:nvSpPr>
          <p:spPr>
            <a:xfrm>
              <a:off x="2976500" y="33611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31" name="ph3131"/>
            <p:cNvSpPr/>
            <p:nvPr/>
          </p:nvSpPr>
          <p:spPr>
            <a:xfrm>
              <a:off x="2989013" y="33611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32" name="ph3132"/>
            <p:cNvSpPr/>
            <p:nvPr/>
          </p:nvSpPr>
          <p:spPr>
            <a:xfrm>
              <a:off x="3026551" y="33611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33" name="ph3133"/>
            <p:cNvSpPr/>
            <p:nvPr/>
          </p:nvSpPr>
          <p:spPr>
            <a:xfrm>
              <a:off x="3039062" y="33611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34" name="ph3134"/>
            <p:cNvSpPr/>
            <p:nvPr/>
          </p:nvSpPr>
          <p:spPr>
            <a:xfrm>
              <a:off x="3051574" y="33611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35" name="ph3135"/>
            <p:cNvSpPr/>
            <p:nvPr/>
          </p:nvSpPr>
          <p:spPr>
            <a:xfrm>
              <a:off x="3064087" y="33611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36" name="ph3136"/>
            <p:cNvSpPr/>
            <p:nvPr/>
          </p:nvSpPr>
          <p:spPr>
            <a:xfrm>
              <a:off x="3076600" y="33611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37" name="ph3137"/>
            <p:cNvSpPr/>
            <p:nvPr/>
          </p:nvSpPr>
          <p:spPr>
            <a:xfrm>
              <a:off x="3089113" y="33611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38" name="ph3138"/>
            <p:cNvSpPr/>
            <p:nvPr/>
          </p:nvSpPr>
          <p:spPr>
            <a:xfrm>
              <a:off x="3101624" y="33611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39" name="ph3139"/>
            <p:cNvSpPr/>
            <p:nvPr/>
          </p:nvSpPr>
          <p:spPr>
            <a:xfrm>
              <a:off x="3114136" y="33611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40" name="ph3140"/>
            <p:cNvSpPr/>
            <p:nvPr/>
          </p:nvSpPr>
          <p:spPr>
            <a:xfrm>
              <a:off x="3664681" y="33611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41" name="ph3141"/>
            <p:cNvSpPr/>
            <p:nvPr/>
          </p:nvSpPr>
          <p:spPr>
            <a:xfrm>
              <a:off x="3677194" y="33611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42" name="ph3142"/>
            <p:cNvSpPr/>
            <p:nvPr/>
          </p:nvSpPr>
          <p:spPr>
            <a:xfrm>
              <a:off x="3752266" y="33611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43" name="ph3143"/>
            <p:cNvSpPr/>
            <p:nvPr/>
          </p:nvSpPr>
          <p:spPr>
            <a:xfrm>
              <a:off x="3764780" y="33611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44" name="ph3144"/>
            <p:cNvSpPr/>
            <p:nvPr/>
          </p:nvSpPr>
          <p:spPr>
            <a:xfrm>
              <a:off x="3777292" y="33611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45" name="ph3145"/>
            <p:cNvSpPr/>
            <p:nvPr/>
          </p:nvSpPr>
          <p:spPr>
            <a:xfrm>
              <a:off x="3789805" y="33611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46" name="ph3146"/>
            <p:cNvSpPr/>
            <p:nvPr/>
          </p:nvSpPr>
          <p:spPr>
            <a:xfrm>
              <a:off x="3802316" y="33611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47" name="ph3147"/>
            <p:cNvSpPr/>
            <p:nvPr/>
          </p:nvSpPr>
          <p:spPr>
            <a:xfrm>
              <a:off x="3814829" y="33611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48" name="ph3148"/>
            <p:cNvSpPr/>
            <p:nvPr/>
          </p:nvSpPr>
          <p:spPr>
            <a:xfrm>
              <a:off x="4503010" y="33611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49" name="ph3149"/>
            <p:cNvSpPr/>
            <p:nvPr/>
          </p:nvSpPr>
          <p:spPr>
            <a:xfrm>
              <a:off x="4515521" y="33611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50" name="ph3150"/>
            <p:cNvSpPr/>
            <p:nvPr/>
          </p:nvSpPr>
          <p:spPr>
            <a:xfrm>
              <a:off x="4528033" y="33611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51" name="ph3151"/>
            <p:cNvSpPr/>
            <p:nvPr/>
          </p:nvSpPr>
          <p:spPr>
            <a:xfrm>
              <a:off x="4540546" y="33611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52" name="ph3152"/>
            <p:cNvSpPr/>
            <p:nvPr/>
          </p:nvSpPr>
          <p:spPr>
            <a:xfrm>
              <a:off x="4553059" y="33611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53" name="ph3153"/>
            <p:cNvSpPr/>
            <p:nvPr/>
          </p:nvSpPr>
          <p:spPr>
            <a:xfrm>
              <a:off x="4715719" y="33611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54" name="ph3154"/>
            <p:cNvSpPr/>
            <p:nvPr/>
          </p:nvSpPr>
          <p:spPr>
            <a:xfrm>
              <a:off x="4728232" y="33611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55" name="ph3155"/>
            <p:cNvSpPr/>
            <p:nvPr/>
          </p:nvSpPr>
          <p:spPr>
            <a:xfrm>
              <a:off x="4740745" y="33611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56" name="ph3156"/>
            <p:cNvSpPr/>
            <p:nvPr/>
          </p:nvSpPr>
          <p:spPr>
            <a:xfrm>
              <a:off x="4753256" y="33611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57" name="ph3157"/>
            <p:cNvSpPr/>
            <p:nvPr/>
          </p:nvSpPr>
          <p:spPr>
            <a:xfrm>
              <a:off x="4765768" y="33611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58" name="ph3158"/>
            <p:cNvSpPr/>
            <p:nvPr/>
          </p:nvSpPr>
          <p:spPr>
            <a:xfrm>
              <a:off x="2913938" y="33765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59" name="ph3159"/>
            <p:cNvSpPr/>
            <p:nvPr/>
          </p:nvSpPr>
          <p:spPr>
            <a:xfrm>
              <a:off x="2926450" y="33765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60" name="ph3160"/>
            <p:cNvSpPr/>
            <p:nvPr/>
          </p:nvSpPr>
          <p:spPr>
            <a:xfrm>
              <a:off x="2938964" y="33765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61" name="ph3161"/>
            <p:cNvSpPr/>
            <p:nvPr/>
          </p:nvSpPr>
          <p:spPr>
            <a:xfrm>
              <a:off x="2951476" y="33765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62" name="ph3162"/>
            <p:cNvSpPr/>
            <p:nvPr/>
          </p:nvSpPr>
          <p:spPr>
            <a:xfrm>
              <a:off x="2963989" y="33765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63" name="ph3163"/>
            <p:cNvSpPr/>
            <p:nvPr/>
          </p:nvSpPr>
          <p:spPr>
            <a:xfrm>
              <a:off x="2976500" y="33765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64" name="ph3164"/>
            <p:cNvSpPr/>
            <p:nvPr/>
          </p:nvSpPr>
          <p:spPr>
            <a:xfrm>
              <a:off x="2989013" y="33765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65" name="ph3165"/>
            <p:cNvSpPr/>
            <p:nvPr/>
          </p:nvSpPr>
          <p:spPr>
            <a:xfrm>
              <a:off x="3001525" y="33765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66" name="ph3166"/>
            <p:cNvSpPr/>
            <p:nvPr/>
          </p:nvSpPr>
          <p:spPr>
            <a:xfrm>
              <a:off x="3014038" y="33765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67" name="ph3167"/>
            <p:cNvSpPr/>
            <p:nvPr/>
          </p:nvSpPr>
          <p:spPr>
            <a:xfrm>
              <a:off x="3026551" y="33765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68" name="ph3168"/>
            <p:cNvSpPr/>
            <p:nvPr/>
          </p:nvSpPr>
          <p:spPr>
            <a:xfrm>
              <a:off x="3039062" y="33765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69" name="ph3169"/>
            <p:cNvSpPr/>
            <p:nvPr/>
          </p:nvSpPr>
          <p:spPr>
            <a:xfrm>
              <a:off x="3051574" y="33765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70" name="ph3170"/>
            <p:cNvSpPr/>
            <p:nvPr/>
          </p:nvSpPr>
          <p:spPr>
            <a:xfrm>
              <a:off x="3064087" y="33765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71" name="ph3171"/>
            <p:cNvSpPr/>
            <p:nvPr/>
          </p:nvSpPr>
          <p:spPr>
            <a:xfrm>
              <a:off x="3076600" y="33765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72" name="ph3172"/>
            <p:cNvSpPr/>
            <p:nvPr/>
          </p:nvSpPr>
          <p:spPr>
            <a:xfrm>
              <a:off x="3089113" y="33765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73" name="ph3173"/>
            <p:cNvSpPr/>
            <p:nvPr/>
          </p:nvSpPr>
          <p:spPr>
            <a:xfrm>
              <a:off x="3101624" y="33765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74" name="ph3174"/>
            <p:cNvSpPr/>
            <p:nvPr/>
          </p:nvSpPr>
          <p:spPr>
            <a:xfrm>
              <a:off x="3752266" y="33765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75" name="ph3175"/>
            <p:cNvSpPr/>
            <p:nvPr/>
          </p:nvSpPr>
          <p:spPr>
            <a:xfrm>
              <a:off x="3764780" y="33765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76" name="ph3176"/>
            <p:cNvSpPr/>
            <p:nvPr/>
          </p:nvSpPr>
          <p:spPr>
            <a:xfrm>
              <a:off x="3777292" y="33765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77" name="ph3177"/>
            <p:cNvSpPr/>
            <p:nvPr/>
          </p:nvSpPr>
          <p:spPr>
            <a:xfrm>
              <a:off x="3789805" y="33765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78" name="ph3178"/>
            <p:cNvSpPr/>
            <p:nvPr/>
          </p:nvSpPr>
          <p:spPr>
            <a:xfrm>
              <a:off x="4503010" y="33765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79" name="ph3179"/>
            <p:cNvSpPr/>
            <p:nvPr/>
          </p:nvSpPr>
          <p:spPr>
            <a:xfrm>
              <a:off x="4515521" y="33765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80" name="ph3180"/>
            <p:cNvSpPr/>
            <p:nvPr/>
          </p:nvSpPr>
          <p:spPr>
            <a:xfrm>
              <a:off x="4528033" y="33765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81" name="ph3181"/>
            <p:cNvSpPr/>
            <p:nvPr/>
          </p:nvSpPr>
          <p:spPr>
            <a:xfrm>
              <a:off x="4540546" y="33765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82" name="ph3182"/>
            <p:cNvSpPr/>
            <p:nvPr/>
          </p:nvSpPr>
          <p:spPr>
            <a:xfrm>
              <a:off x="4553059" y="33765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83" name="ph3183"/>
            <p:cNvSpPr/>
            <p:nvPr/>
          </p:nvSpPr>
          <p:spPr>
            <a:xfrm>
              <a:off x="4715719" y="33765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84" name="ph3184"/>
            <p:cNvSpPr/>
            <p:nvPr/>
          </p:nvSpPr>
          <p:spPr>
            <a:xfrm>
              <a:off x="4728232" y="33765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85" name="ph3185"/>
            <p:cNvSpPr/>
            <p:nvPr/>
          </p:nvSpPr>
          <p:spPr>
            <a:xfrm>
              <a:off x="4740745" y="33765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86" name="ph3186"/>
            <p:cNvSpPr/>
            <p:nvPr/>
          </p:nvSpPr>
          <p:spPr>
            <a:xfrm>
              <a:off x="4753256" y="33765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87" name="ph3187"/>
            <p:cNvSpPr/>
            <p:nvPr/>
          </p:nvSpPr>
          <p:spPr>
            <a:xfrm>
              <a:off x="4765768" y="33765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88" name="ph3188"/>
            <p:cNvSpPr/>
            <p:nvPr/>
          </p:nvSpPr>
          <p:spPr>
            <a:xfrm>
              <a:off x="4778281" y="33765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89" name="ph3189"/>
            <p:cNvSpPr/>
            <p:nvPr/>
          </p:nvSpPr>
          <p:spPr>
            <a:xfrm>
              <a:off x="2913938" y="33919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90" name="ph3190"/>
            <p:cNvSpPr/>
            <p:nvPr/>
          </p:nvSpPr>
          <p:spPr>
            <a:xfrm>
              <a:off x="2926450" y="33919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91" name="ph3191"/>
            <p:cNvSpPr/>
            <p:nvPr/>
          </p:nvSpPr>
          <p:spPr>
            <a:xfrm>
              <a:off x="2938964" y="33919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92" name="ph3192"/>
            <p:cNvSpPr/>
            <p:nvPr/>
          </p:nvSpPr>
          <p:spPr>
            <a:xfrm>
              <a:off x="2951476" y="33919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93" name="ph3193"/>
            <p:cNvSpPr/>
            <p:nvPr/>
          </p:nvSpPr>
          <p:spPr>
            <a:xfrm>
              <a:off x="2963989" y="33919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94" name="ph3194"/>
            <p:cNvSpPr/>
            <p:nvPr/>
          </p:nvSpPr>
          <p:spPr>
            <a:xfrm>
              <a:off x="2976500" y="33919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95" name="ph3195"/>
            <p:cNvSpPr/>
            <p:nvPr/>
          </p:nvSpPr>
          <p:spPr>
            <a:xfrm>
              <a:off x="2989013" y="33919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96" name="ph3196"/>
            <p:cNvSpPr/>
            <p:nvPr/>
          </p:nvSpPr>
          <p:spPr>
            <a:xfrm>
              <a:off x="3001525" y="33919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97" name="ph3197"/>
            <p:cNvSpPr/>
            <p:nvPr/>
          </p:nvSpPr>
          <p:spPr>
            <a:xfrm>
              <a:off x="3014038" y="33919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98" name="ph3198"/>
            <p:cNvSpPr/>
            <p:nvPr/>
          </p:nvSpPr>
          <p:spPr>
            <a:xfrm>
              <a:off x="3026551" y="33919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99" name="ph3199"/>
            <p:cNvSpPr/>
            <p:nvPr/>
          </p:nvSpPr>
          <p:spPr>
            <a:xfrm>
              <a:off x="3039062" y="33919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00" name="ph3200"/>
            <p:cNvSpPr/>
            <p:nvPr/>
          </p:nvSpPr>
          <p:spPr>
            <a:xfrm>
              <a:off x="3051574" y="33919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01" name="ph3201"/>
            <p:cNvSpPr/>
            <p:nvPr/>
          </p:nvSpPr>
          <p:spPr>
            <a:xfrm>
              <a:off x="3064087" y="33919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02" name="ph3202"/>
            <p:cNvSpPr/>
            <p:nvPr/>
          </p:nvSpPr>
          <p:spPr>
            <a:xfrm>
              <a:off x="3076600" y="33919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03" name="ph3203"/>
            <p:cNvSpPr/>
            <p:nvPr/>
          </p:nvSpPr>
          <p:spPr>
            <a:xfrm>
              <a:off x="3089113" y="33919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04" name="ph3204"/>
            <p:cNvSpPr/>
            <p:nvPr/>
          </p:nvSpPr>
          <p:spPr>
            <a:xfrm>
              <a:off x="4503010" y="33919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05" name="ph3205"/>
            <p:cNvSpPr/>
            <p:nvPr/>
          </p:nvSpPr>
          <p:spPr>
            <a:xfrm>
              <a:off x="4515521" y="33919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06" name="ph3206"/>
            <p:cNvSpPr/>
            <p:nvPr/>
          </p:nvSpPr>
          <p:spPr>
            <a:xfrm>
              <a:off x="4528033" y="33919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07" name="ph3207"/>
            <p:cNvSpPr/>
            <p:nvPr/>
          </p:nvSpPr>
          <p:spPr>
            <a:xfrm>
              <a:off x="4540546" y="33919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08" name="ph3208"/>
            <p:cNvSpPr/>
            <p:nvPr/>
          </p:nvSpPr>
          <p:spPr>
            <a:xfrm>
              <a:off x="4553059" y="33919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09" name="ph3209"/>
            <p:cNvSpPr/>
            <p:nvPr/>
          </p:nvSpPr>
          <p:spPr>
            <a:xfrm>
              <a:off x="4715719" y="33919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7A9">
                <a:alpha val="100000"/>
              </a:srgbClr>
            </a:solidFill>
            <a:ln w="5420" cap="flat">
              <a:solidFill>
                <a:srgbClr val="35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10" name="ph3210"/>
            <p:cNvSpPr/>
            <p:nvPr/>
          </p:nvSpPr>
          <p:spPr>
            <a:xfrm>
              <a:off x="4728232" y="33919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11" name="ph3211"/>
            <p:cNvSpPr/>
            <p:nvPr/>
          </p:nvSpPr>
          <p:spPr>
            <a:xfrm>
              <a:off x="4740745" y="33919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12" name="ph3212"/>
            <p:cNvSpPr/>
            <p:nvPr/>
          </p:nvSpPr>
          <p:spPr>
            <a:xfrm>
              <a:off x="4753256" y="33919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13" name="ph3213"/>
            <p:cNvSpPr/>
            <p:nvPr/>
          </p:nvSpPr>
          <p:spPr>
            <a:xfrm>
              <a:off x="4765768" y="33919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14" name="ph3214"/>
            <p:cNvSpPr/>
            <p:nvPr/>
          </p:nvSpPr>
          <p:spPr>
            <a:xfrm>
              <a:off x="4778281" y="33919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15" name="ph3215"/>
            <p:cNvSpPr/>
            <p:nvPr/>
          </p:nvSpPr>
          <p:spPr>
            <a:xfrm>
              <a:off x="4790794" y="33919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16" name="ph3216"/>
            <p:cNvSpPr/>
            <p:nvPr/>
          </p:nvSpPr>
          <p:spPr>
            <a:xfrm>
              <a:off x="2901427" y="34073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17" name="ph3217"/>
            <p:cNvSpPr/>
            <p:nvPr/>
          </p:nvSpPr>
          <p:spPr>
            <a:xfrm>
              <a:off x="2913938" y="34073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18" name="ph3218"/>
            <p:cNvSpPr/>
            <p:nvPr/>
          </p:nvSpPr>
          <p:spPr>
            <a:xfrm>
              <a:off x="2926450" y="34073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19" name="ph3219"/>
            <p:cNvSpPr/>
            <p:nvPr/>
          </p:nvSpPr>
          <p:spPr>
            <a:xfrm>
              <a:off x="2938964" y="34073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20" name="ph3220"/>
            <p:cNvSpPr/>
            <p:nvPr/>
          </p:nvSpPr>
          <p:spPr>
            <a:xfrm>
              <a:off x="2951476" y="34073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21" name="ph3221"/>
            <p:cNvSpPr/>
            <p:nvPr/>
          </p:nvSpPr>
          <p:spPr>
            <a:xfrm>
              <a:off x="2963989" y="34073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22" name="ph3222"/>
            <p:cNvSpPr/>
            <p:nvPr/>
          </p:nvSpPr>
          <p:spPr>
            <a:xfrm>
              <a:off x="2976500" y="34073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23" name="ph3223"/>
            <p:cNvSpPr/>
            <p:nvPr/>
          </p:nvSpPr>
          <p:spPr>
            <a:xfrm>
              <a:off x="2989013" y="34073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24" name="ph3224"/>
            <p:cNvSpPr/>
            <p:nvPr/>
          </p:nvSpPr>
          <p:spPr>
            <a:xfrm>
              <a:off x="3001525" y="34073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25" name="ph3225"/>
            <p:cNvSpPr/>
            <p:nvPr/>
          </p:nvSpPr>
          <p:spPr>
            <a:xfrm>
              <a:off x="3014038" y="34073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26" name="ph3226"/>
            <p:cNvSpPr/>
            <p:nvPr/>
          </p:nvSpPr>
          <p:spPr>
            <a:xfrm>
              <a:off x="3026551" y="34073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27" name="ph3227"/>
            <p:cNvSpPr/>
            <p:nvPr/>
          </p:nvSpPr>
          <p:spPr>
            <a:xfrm>
              <a:off x="3039062" y="34073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28" name="ph3228"/>
            <p:cNvSpPr/>
            <p:nvPr/>
          </p:nvSpPr>
          <p:spPr>
            <a:xfrm>
              <a:off x="3051574" y="34073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29" name="ph3229"/>
            <p:cNvSpPr/>
            <p:nvPr/>
          </p:nvSpPr>
          <p:spPr>
            <a:xfrm>
              <a:off x="3064087" y="34073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30" name="ph3230"/>
            <p:cNvSpPr/>
            <p:nvPr/>
          </p:nvSpPr>
          <p:spPr>
            <a:xfrm>
              <a:off x="4503010" y="34073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31" name="ph3231"/>
            <p:cNvSpPr/>
            <p:nvPr/>
          </p:nvSpPr>
          <p:spPr>
            <a:xfrm>
              <a:off x="4515521" y="34073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32" name="ph3232"/>
            <p:cNvSpPr/>
            <p:nvPr/>
          </p:nvSpPr>
          <p:spPr>
            <a:xfrm>
              <a:off x="4528033" y="34073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33" name="ph3233"/>
            <p:cNvSpPr/>
            <p:nvPr/>
          </p:nvSpPr>
          <p:spPr>
            <a:xfrm>
              <a:off x="4540546" y="34073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34" name="ph3234"/>
            <p:cNvSpPr/>
            <p:nvPr/>
          </p:nvSpPr>
          <p:spPr>
            <a:xfrm>
              <a:off x="4553059" y="34073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35" name="ph3235"/>
            <p:cNvSpPr/>
            <p:nvPr/>
          </p:nvSpPr>
          <p:spPr>
            <a:xfrm>
              <a:off x="4715719" y="34073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36" name="ph3236"/>
            <p:cNvSpPr/>
            <p:nvPr/>
          </p:nvSpPr>
          <p:spPr>
            <a:xfrm>
              <a:off x="4728232" y="34073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37" name="ph3237"/>
            <p:cNvSpPr/>
            <p:nvPr/>
          </p:nvSpPr>
          <p:spPr>
            <a:xfrm>
              <a:off x="4740745" y="34073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38" name="ph3238"/>
            <p:cNvSpPr/>
            <p:nvPr/>
          </p:nvSpPr>
          <p:spPr>
            <a:xfrm>
              <a:off x="4753256" y="34073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39" name="ph3239"/>
            <p:cNvSpPr/>
            <p:nvPr/>
          </p:nvSpPr>
          <p:spPr>
            <a:xfrm>
              <a:off x="4765768" y="34073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40" name="ph3240"/>
            <p:cNvSpPr/>
            <p:nvPr/>
          </p:nvSpPr>
          <p:spPr>
            <a:xfrm>
              <a:off x="4778281" y="34073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41" name="ph3241"/>
            <p:cNvSpPr/>
            <p:nvPr/>
          </p:nvSpPr>
          <p:spPr>
            <a:xfrm>
              <a:off x="4790794" y="34073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42" name="ph3242"/>
            <p:cNvSpPr/>
            <p:nvPr/>
          </p:nvSpPr>
          <p:spPr>
            <a:xfrm>
              <a:off x="2901427" y="34226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43" name="ph3243"/>
            <p:cNvSpPr/>
            <p:nvPr/>
          </p:nvSpPr>
          <p:spPr>
            <a:xfrm>
              <a:off x="2913938" y="34226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44" name="ph3244"/>
            <p:cNvSpPr/>
            <p:nvPr/>
          </p:nvSpPr>
          <p:spPr>
            <a:xfrm>
              <a:off x="2926450" y="34226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45" name="ph3245"/>
            <p:cNvSpPr/>
            <p:nvPr/>
          </p:nvSpPr>
          <p:spPr>
            <a:xfrm>
              <a:off x="2938964" y="34226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46" name="ph3246"/>
            <p:cNvSpPr/>
            <p:nvPr/>
          </p:nvSpPr>
          <p:spPr>
            <a:xfrm>
              <a:off x="2951476" y="34226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47" name="ph3247"/>
            <p:cNvSpPr/>
            <p:nvPr/>
          </p:nvSpPr>
          <p:spPr>
            <a:xfrm>
              <a:off x="2963989" y="34226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48" name="ph3248"/>
            <p:cNvSpPr/>
            <p:nvPr/>
          </p:nvSpPr>
          <p:spPr>
            <a:xfrm>
              <a:off x="2976500" y="34226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49" name="ph3249"/>
            <p:cNvSpPr/>
            <p:nvPr/>
          </p:nvSpPr>
          <p:spPr>
            <a:xfrm>
              <a:off x="2989013" y="34226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50" name="ph3250"/>
            <p:cNvSpPr/>
            <p:nvPr/>
          </p:nvSpPr>
          <p:spPr>
            <a:xfrm>
              <a:off x="3001525" y="34226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51" name="ph3251"/>
            <p:cNvSpPr/>
            <p:nvPr/>
          </p:nvSpPr>
          <p:spPr>
            <a:xfrm>
              <a:off x="3014038" y="34226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52" name="ph3252"/>
            <p:cNvSpPr/>
            <p:nvPr/>
          </p:nvSpPr>
          <p:spPr>
            <a:xfrm>
              <a:off x="3026551" y="34226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53" name="ph3253"/>
            <p:cNvSpPr/>
            <p:nvPr/>
          </p:nvSpPr>
          <p:spPr>
            <a:xfrm>
              <a:off x="3039062" y="34226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54" name="ph3254"/>
            <p:cNvSpPr/>
            <p:nvPr/>
          </p:nvSpPr>
          <p:spPr>
            <a:xfrm>
              <a:off x="4503010" y="34226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55" name="ph3255"/>
            <p:cNvSpPr/>
            <p:nvPr/>
          </p:nvSpPr>
          <p:spPr>
            <a:xfrm>
              <a:off x="4515521" y="34226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56" name="ph3256"/>
            <p:cNvSpPr/>
            <p:nvPr/>
          </p:nvSpPr>
          <p:spPr>
            <a:xfrm>
              <a:off x="4528033" y="34226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57" name="ph3257"/>
            <p:cNvSpPr/>
            <p:nvPr/>
          </p:nvSpPr>
          <p:spPr>
            <a:xfrm>
              <a:off x="4540546" y="34226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58" name="ph3258"/>
            <p:cNvSpPr/>
            <p:nvPr/>
          </p:nvSpPr>
          <p:spPr>
            <a:xfrm>
              <a:off x="4553059" y="34226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59" name="ph3259"/>
            <p:cNvSpPr/>
            <p:nvPr/>
          </p:nvSpPr>
          <p:spPr>
            <a:xfrm>
              <a:off x="4728232" y="34226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60" name="ph3260"/>
            <p:cNvSpPr/>
            <p:nvPr/>
          </p:nvSpPr>
          <p:spPr>
            <a:xfrm>
              <a:off x="4740745" y="34226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61" name="ph3261"/>
            <p:cNvSpPr/>
            <p:nvPr/>
          </p:nvSpPr>
          <p:spPr>
            <a:xfrm>
              <a:off x="4753256" y="34226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62" name="ph3262"/>
            <p:cNvSpPr/>
            <p:nvPr/>
          </p:nvSpPr>
          <p:spPr>
            <a:xfrm>
              <a:off x="4765768" y="34226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63" name="ph3263"/>
            <p:cNvSpPr/>
            <p:nvPr/>
          </p:nvSpPr>
          <p:spPr>
            <a:xfrm>
              <a:off x="4778281" y="34226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64" name="ph3264"/>
            <p:cNvSpPr/>
            <p:nvPr/>
          </p:nvSpPr>
          <p:spPr>
            <a:xfrm>
              <a:off x="4790794" y="34226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65" name="ph3265"/>
            <p:cNvSpPr/>
            <p:nvPr/>
          </p:nvSpPr>
          <p:spPr>
            <a:xfrm>
              <a:off x="2863889" y="34380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66" name="ph3266"/>
            <p:cNvSpPr/>
            <p:nvPr/>
          </p:nvSpPr>
          <p:spPr>
            <a:xfrm>
              <a:off x="2876401" y="34380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67" name="ph3267"/>
            <p:cNvSpPr/>
            <p:nvPr/>
          </p:nvSpPr>
          <p:spPr>
            <a:xfrm>
              <a:off x="2888914" y="34380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68" name="ph3268"/>
            <p:cNvSpPr/>
            <p:nvPr/>
          </p:nvSpPr>
          <p:spPr>
            <a:xfrm>
              <a:off x="2901427" y="34380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69" name="ph3269"/>
            <p:cNvSpPr/>
            <p:nvPr/>
          </p:nvSpPr>
          <p:spPr>
            <a:xfrm>
              <a:off x="2913938" y="34380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70" name="ph3270"/>
            <p:cNvSpPr/>
            <p:nvPr/>
          </p:nvSpPr>
          <p:spPr>
            <a:xfrm>
              <a:off x="2926450" y="34380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71" name="ph3271"/>
            <p:cNvSpPr/>
            <p:nvPr/>
          </p:nvSpPr>
          <p:spPr>
            <a:xfrm>
              <a:off x="2938964" y="34380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72" name="ph3272"/>
            <p:cNvSpPr/>
            <p:nvPr/>
          </p:nvSpPr>
          <p:spPr>
            <a:xfrm>
              <a:off x="2951476" y="34380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73" name="ph3273"/>
            <p:cNvSpPr/>
            <p:nvPr/>
          </p:nvSpPr>
          <p:spPr>
            <a:xfrm>
              <a:off x="2963989" y="34380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74" name="ph3274"/>
            <p:cNvSpPr/>
            <p:nvPr/>
          </p:nvSpPr>
          <p:spPr>
            <a:xfrm>
              <a:off x="2976500" y="34380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75" name="ph3275"/>
            <p:cNvSpPr/>
            <p:nvPr/>
          </p:nvSpPr>
          <p:spPr>
            <a:xfrm>
              <a:off x="2989013" y="34380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76" name="ph3276"/>
            <p:cNvSpPr/>
            <p:nvPr/>
          </p:nvSpPr>
          <p:spPr>
            <a:xfrm>
              <a:off x="3001525" y="34380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77" name="ph3277"/>
            <p:cNvSpPr/>
            <p:nvPr/>
          </p:nvSpPr>
          <p:spPr>
            <a:xfrm>
              <a:off x="3014038" y="34380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78" name="ph3278"/>
            <p:cNvSpPr/>
            <p:nvPr/>
          </p:nvSpPr>
          <p:spPr>
            <a:xfrm>
              <a:off x="4503010" y="34380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79" name="ph3279"/>
            <p:cNvSpPr/>
            <p:nvPr/>
          </p:nvSpPr>
          <p:spPr>
            <a:xfrm>
              <a:off x="4515521" y="34380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80" name="ph3280"/>
            <p:cNvSpPr/>
            <p:nvPr/>
          </p:nvSpPr>
          <p:spPr>
            <a:xfrm>
              <a:off x="4528033" y="34380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81" name="ph3281"/>
            <p:cNvSpPr/>
            <p:nvPr/>
          </p:nvSpPr>
          <p:spPr>
            <a:xfrm>
              <a:off x="4540546" y="34380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82" name="ph3282"/>
            <p:cNvSpPr/>
            <p:nvPr/>
          </p:nvSpPr>
          <p:spPr>
            <a:xfrm>
              <a:off x="4553059" y="34380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83" name="ph3283"/>
            <p:cNvSpPr/>
            <p:nvPr/>
          </p:nvSpPr>
          <p:spPr>
            <a:xfrm>
              <a:off x="4728232" y="34380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84" name="ph3284"/>
            <p:cNvSpPr/>
            <p:nvPr/>
          </p:nvSpPr>
          <p:spPr>
            <a:xfrm>
              <a:off x="4740745" y="34380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85" name="ph3285"/>
            <p:cNvSpPr/>
            <p:nvPr/>
          </p:nvSpPr>
          <p:spPr>
            <a:xfrm>
              <a:off x="4753256" y="34380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86" name="ph3286"/>
            <p:cNvSpPr/>
            <p:nvPr/>
          </p:nvSpPr>
          <p:spPr>
            <a:xfrm>
              <a:off x="4765768" y="34380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87" name="ph3287"/>
            <p:cNvSpPr/>
            <p:nvPr/>
          </p:nvSpPr>
          <p:spPr>
            <a:xfrm>
              <a:off x="4778281" y="34380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88" name="ph3288"/>
            <p:cNvSpPr/>
            <p:nvPr/>
          </p:nvSpPr>
          <p:spPr>
            <a:xfrm>
              <a:off x="4790794" y="34380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89" name="ph3289"/>
            <p:cNvSpPr/>
            <p:nvPr/>
          </p:nvSpPr>
          <p:spPr>
            <a:xfrm>
              <a:off x="2863889" y="34534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90" name="ph3290"/>
            <p:cNvSpPr/>
            <p:nvPr/>
          </p:nvSpPr>
          <p:spPr>
            <a:xfrm>
              <a:off x="2876401" y="34534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91" name="ph3291"/>
            <p:cNvSpPr/>
            <p:nvPr/>
          </p:nvSpPr>
          <p:spPr>
            <a:xfrm>
              <a:off x="2888914" y="34534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92" name="ph3292"/>
            <p:cNvSpPr/>
            <p:nvPr/>
          </p:nvSpPr>
          <p:spPr>
            <a:xfrm>
              <a:off x="2901427" y="34534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93" name="ph3293"/>
            <p:cNvSpPr/>
            <p:nvPr/>
          </p:nvSpPr>
          <p:spPr>
            <a:xfrm>
              <a:off x="2913938" y="34534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94" name="ph3294"/>
            <p:cNvSpPr/>
            <p:nvPr/>
          </p:nvSpPr>
          <p:spPr>
            <a:xfrm>
              <a:off x="2926450" y="34534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95" name="ph3295"/>
            <p:cNvSpPr/>
            <p:nvPr/>
          </p:nvSpPr>
          <p:spPr>
            <a:xfrm>
              <a:off x="2938964" y="34534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96" name="ph3296"/>
            <p:cNvSpPr/>
            <p:nvPr/>
          </p:nvSpPr>
          <p:spPr>
            <a:xfrm>
              <a:off x="2951476" y="34534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97" name="ph3297"/>
            <p:cNvSpPr/>
            <p:nvPr/>
          </p:nvSpPr>
          <p:spPr>
            <a:xfrm>
              <a:off x="2963989" y="34534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98" name="ph3298"/>
            <p:cNvSpPr/>
            <p:nvPr/>
          </p:nvSpPr>
          <p:spPr>
            <a:xfrm>
              <a:off x="4490497" y="34534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99" name="ph3299"/>
            <p:cNvSpPr/>
            <p:nvPr/>
          </p:nvSpPr>
          <p:spPr>
            <a:xfrm>
              <a:off x="4503010" y="34534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00" name="ph3300"/>
            <p:cNvSpPr/>
            <p:nvPr/>
          </p:nvSpPr>
          <p:spPr>
            <a:xfrm>
              <a:off x="4515521" y="34534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01" name="ph3301"/>
            <p:cNvSpPr/>
            <p:nvPr/>
          </p:nvSpPr>
          <p:spPr>
            <a:xfrm>
              <a:off x="4528033" y="34534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02" name="ph3302"/>
            <p:cNvSpPr/>
            <p:nvPr/>
          </p:nvSpPr>
          <p:spPr>
            <a:xfrm>
              <a:off x="4540546" y="34534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03" name="ph3303"/>
            <p:cNvSpPr/>
            <p:nvPr/>
          </p:nvSpPr>
          <p:spPr>
            <a:xfrm>
              <a:off x="4728232" y="34534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04" name="ph3304"/>
            <p:cNvSpPr/>
            <p:nvPr/>
          </p:nvSpPr>
          <p:spPr>
            <a:xfrm>
              <a:off x="4740745" y="34534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05" name="ph3305"/>
            <p:cNvSpPr/>
            <p:nvPr/>
          </p:nvSpPr>
          <p:spPr>
            <a:xfrm>
              <a:off x="4753256" y="34534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06" name="ph3306"/>
            <p:cNvSpPr/>
            <p:nvPr/>
          </p:nvSpPr>
          <p:spPr>
            <a:xfrm>
              <a:off x="4765768" y="34534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07" name="ph3307"/>
            <p:cNvSpPr/>
            <p:nvPr/>
          </p:nvSpPr>
          <p:spPr>
            <a:xfrm>
              <a:off x="4778281" y="34534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08" name="ph3308"/>
            <p:cNvSpPr/>
            <p:nvPr/>
          </p:nvSpPr>
          <p:spPr>
            <a:xfrm>
              <a:off x="4790794" y="34534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09" name="ph3309"/>
            <p:cNvSpPr/>
            <p:nvPr/>
          </p:nvSpPr>
          <p:spPr>
            <a:xfrm>
              <a:off x="2851378" y="346880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10" name="ph3310"/>
            <p:cNvSpPr/>
            <p:nvPr/>
          </p:nvSpPr>
          <p:spPr>
            <a:xfrm>
              <a:off x="2863889" y="346880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11" name="ph3311"/>
            <p:cNvSpPr/>
            <p:nvPr/>
          </p:nvSpPr>
          <p:spPr>
            <a:xfrm>
              <a:off x="2876401" y="346880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12" name="ph3312"/>
            <p:cNvSpPr/>
            <p:nvPr/>
          </p:nvSpPr>
          <p:spPr>
            <a:xfrm>
              <a:off x="2888914" y="346880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13" name="ph3313"/>
            <p:cNvSpPr/>
            <p:nvPr/>
          </p:nvSpPr>
          <p:spPr>
            <a:xfrm>
              <a:off x="2901427" y="346880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14" name="ph3314"/>
            <p:cNvSpPr/>
            <p:nvPr/>
          </p:nvSpPr>
          <p:spPr>
            <a:xfrm>
              <a:off x="2913938" y="346880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15" name="ph3315"/>
            <p:cNvSpPr/>
            <p:nvPr/>
          </p:nvSpPr>
          <p:spPr>
            <a:xfrm>
              <a:off x="2926450" y="346880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16" name="ph3316"/>
            <p:cNvSpPr/>
            <p:nvPr/>
          </p:nvSpPr>
          <p:spPr>
            <a:xfrm>
              <a:off x="2938964" y="346880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17" name="ph3317"/>
            <p:cNvSpPr/>
            <p:nvPr/>
          </p:nvSpPr>
          <p:spPr>
            <a:xfrm>
              <a:off x="4490497" y="346880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18" name="ph3318"/>
            <p:cNvSpPr/>
            <p:nvPr/>
          </p:nvSpPr>
          <p:spPr>
            <a:xfrm>
              <a:off x="4503010" y="346880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19" name="ph3319"/>
            <p:cNvSpPr/>
            <p:nvPr/>
          </p:nvSpPr>
          <p:spPr>
            <a:xfrm>
              <a:off x="4515521" y="346880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20" name="ph3320"/>
            <p:cNvSpPr/>
            <p:nvPr/>
          </p:nvSpPr>
          <p:spPr>
            <a:xfrm>
              <a:off x="4528033" y="346880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21" name="ph3321"/>
            <p:cNvSpPr/>
            <p:nvPr/>
          </p:nvSpPr>
          <p:spPr>
            <a:xfrm>
              <a:off x="4540546" y="346880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22" name="ph3322"/>
            <p:cNvSpPr/>
            <p:nvPr/>
          </p:nvSpPr>
          <p:spPr>
            <a:xfrm>
              <a:off x="4553059" y="346880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23" name="ph3323"/>
            <p:cNvSpPr/>
            <p:nvPr/>
          </p:nvSpPr>
          <p:spPr>
            <a:xfrm>
              <a:off x="4565570" y="346880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24" name="ph3324"/>
            <p:cNvSpPr/>
            <p:nvPr/>
          </p:nvSpPr>
          <p:spPr>
            <a:xfrm>
              <a:off x="4740745" y="346880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25" name="ph3325"/>
            <p:cNvSpPr/>
            <p:nvPr/>
          </p:nvSpPr>
          <p:spPr>
            <a:xfrm>
              <a:off x="4753256" y="346880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26" name="ph3326"/>
            <p:cNvSpPr/>
            <p:nvPr/>
          </p:nvSpPr>
          <p:spPr>
            <a:xfrm>
              <a:off x="4765768" y="346880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27" name="ph3327"/>
            <p:cNvSpPr/>
            <p:nvPr/>
          </p:nvSpPr>
          <p:spPr>
            <a:xfrm>
              <a:off x="4778281" y="346880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28" name="ph3328"/>
            <p:cNvSpPr/>
            <p:nvPr/>
          </p:nvSpPr>
          <p:spPr>
            <a:xfrm>
              <a:off x="4790794" y="346880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29" name="ph3329"/>
            <p:cNvSpPr/>
            <p:nvPr/>
          </p:nvSpPr>
          <p:spPr>
            <a:xfrm>
              <a:off x="2838865" y="34841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30" name="ph3330"/>
            <p:cNvSpPr/>
            <p:nvPr/>
          </p:nvSpPr>
          <p:spPr>
            <a:xfrm>
              <a:off x="2851378" y="34841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31" name="ph3331"/>
            <p:cNvSpPr/>
            <p:nvPr/>
          </p:nvSpPr>
          <p:spPr>
            <a:xfrm>
              <a:off x="2863889" y="34841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32" name="ph3332"/>
            <p:cNvSpPr/>
            <p:nvPr/>
          </p:nvSpPr>
          <p:spPr>
            <a:xfrm>
              <a:off x="2876401" y="34841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33" name="ph3333"/>
            <p:cNvSpPr/>
            <p:nvPr/>
          </p:nvSpPr>
          <p:spPr>
            <a:xfrm>
              <a:off x="2888914" y="34841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34" name="ph3334"/>
            <p:cNvSpPr/>
            <p:nvPr/>
          </p:nvSpPr>
          <p:spPr>
            <a:xfrm>
              <a:off x="2901427" y="34841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35" name="ph3335"/>
            <p:cNvSpPr/>
            <p:nvPr/>
          </p:nvSpPr>
          <p:spPr>
            <a:xfrm>
              <a:off x="2913938" y="34841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36" name="ph3336"/>
            <p:cNvSpPr/>
            <p:nvPr/>
          </p:nvSpPr>
          <p:spPr>
            <a:xfrm>
              <a:off x="2926450" y="34841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37" name="ph3337"/>
            <p:cNvSpPr/>
            <p:nvPr/>
          </p:nvSpPr>
          <p:spPr>
            <a:xfrm>
              <a:off x="4490497" y="34841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38" name="ph3338"/>
            <p:cNvSpPr/>
            <p:nvPr/>
          </p:nvSpPr>
          <p:spPr>
            <a:xfrm>
              <a:off x="4503010" y="34841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39" name="ph3339"/>
            <p:cNvSpPr/>
            <p:nvPr/>
          </p:nvSpPr>
          <p:spPr>
            <a:xfrm>
              <a:off x="4515521" y="34841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40" name="ph3340"/>
            <p:cNvSpPr/>
            <p:nvPr/>
          </p:nvSpPr>
          <p:spPr>
            <a:xfrm>
              <a:off x="4528033" y="34841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41" name="ph3341"/>
            <p:cNvSpPr/>
            <p:nvPr/>
          </p:nvSpPr>
          <p:spPr>
            <a:xfrm>
              <a:off x="4540546" y="34841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42" name="ph3342"/>
            <p:cNvSpPr/>
            <p:nvPr/>
          </p:nvSpPr>
          <p:spPr>
            <a:xfrm>
              <a:off x="4553059" y="34841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43" name="ph3343"/>
            <p:cNvSpPr/>
            <p:nvPr/>
          </p:nvSpPr>
          <p:spPr>
            <a:xfrm>
              <a:off x="4565570" y="34841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44" name="ph3344"/>
            <p:cNvSpPr/>
            <p:nvPr/>
          </p:nvSpPr>
          <p:spPr>
            <a:xfrm>
              <a:off x="4578082" y="34841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45" name="ph3345"/>
            <p:cNvSpPr/>
            <p:nvPr/>
          </p:nvSpPr>
          <p:spPr>
            <a:xfrm>
              <a:off x="4740745" y="34841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46" name="ph3346"/>
            <p:cNvSpPr/>
            <p:nvPr/>
          </p:nvSpPr>
          <p:spPr>
            <a:xfrm>
              <a:off x="4753256" y="34841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47" name="ph3347"/>
            <p:cNvSpPr/>
            <p:nvPr/>
          </p:nvSpPr>
          <p:spPr>
            <a:xfrm>
              <a:off x="4765768" y="34841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48" name="ph3348"/>
            <p:cNvSpPr/>
            <p:nvPr/>
          </p:nvSpPr>
          <p:spPr>
            <a:xfrm>
              <a:off x="4778281" y="34841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49" name="ph3349"/>
            <p:cNvSpPr/>
            <p:nvPr/>
          </p:nvSpPr>
          <p:spPr>
            <a:xfrm>
              <a:off x="4790794" y="34841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50" name="ph3350"/>
            <p:cNvSpPr/>
            <p:nvPr/>
          </p:nvSpPr>
          <p:spPr>
            <a:xfrm>
              <a:off x="4803305" y="34841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51" name="ph3351"/>
            <p:cNvSpPr/>
            <p:nvPr/>
          </p:nvSpPr>
          <p:spPr>
            <a:xfrm>
              <a:off x="2826352" y="349955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52" name="ph3352"/>
            <p:cNvSpPr/>
            <p:nvPr/>
          </p:nvSpPr>
          <p:spPr>
            <a:xfrm>
              <a:off x="2838865" y="349955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53" name="ph3353"/>
            <p:cNvSpPr/>
            <p:nvPr/>
          </p:nvSpPr>
          <p:spPr>
            <a:xfrm>
              <a:off x="2851378" y="349955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54" name="ph3354"/>
            <p:cNvSpPr/>
            <p:nvPr/>
          </p:nvSpPr>
          <p:spPr>
            <a:xfrm>
              <a:off x="2863889" y="349955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55" name="ph3355"/>
            <p:cNvSpPr/>
            <p:nvPr/>
          </p:nvSpPr>
          <p:spPr>
            <a:xfrm>
              <a:off x="2876401" y="349955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56" name="ph3356"/>
            <p:cNvSpPr/>
            <p:nvPr/>
          </p:nvSpPr>
          <p:spPr>
            <a:xfrm>
              <a:off x="2888914" y="349955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57" name="ph3357"/>
            <p:cNvSpPr/>
            <p:nvPr/>
          </p:nvSpPr>
          <p:spPr>
            <a:xfrm>
              <a:off x="2901427" y="349955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58" name="ph3358"/>
            <p:cNvSpPr/>
            <p:nvPr/>
          </p:nvSpPr>
          <p:spPr>
            <a:xfrm>
              <a:off x="2913938" y="349955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59" name="ph3359"/>
            <p:cNvSpPr/>
            <p:nvPr/>
          </p:nvSpPr>
          <p:spPr>
            <a:xfrm>
              <a:off x="4490497" y="349955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60" name="ph3360"/>
            <p:cNvSpPr/>
            <p:nvPr/>
          </p:nvSpPr>
          <p:spPr>
            <a:xfrm>
              <a:off x="4503010" y="349955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61" name="ph3361"/>
            <p:cNvSpPr/>
            <p:nvPr/>
          </p:nvSpPr>
          <p:spPr>
            <a:xfrm>
              <a:off x="4515521" y="349955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62" name="ph3362"/>
            <p:cNvSpPr/>
            <p:nvPr/>
          </p:nvSpPr>
          <p:spPr>
            <a:xfrm>
              <a:off x="4528033" y="349955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63" name="ph3363"/>
            <p:cNvSpPr/>
            <p:nvPr/>
          </p:nvSpPr>
          <p:spPr>
            <a:xfrm>
              <a:off x="4540546" y="349955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64" name="ph3364"/>
            <p:cNvSpPr/>
            <p:nvPr/>
          </p:nvSpPr>
          <p:spPr>
            <a:xfrm>
              <a:off x="4553059" y="349955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65" name="ph3365"/>
            <p:cNvSpPr/>
            <p:nvPr/>
          </p:nvSpPr>
          <p:spPr>
            <a:xfrm>
              <a:off x="4565570" y="349955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66" name="ph3366"/>
            <p:cNvSpPr/>
            <p:nvPr/>
          </p:nvSpPr>
          <p:spPr>
            <a:xfrm>
              <a:off x="4578082" y="349955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67" name="ph3367"/>
            <p:cNvSpPr/>
            <p:nvPr/>
          </p:nvSpPr>
          <p:spPr>
            <a:xfrm>
              <a:off x="4753256" y="349955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68" name="ph3368"/>
            <p:cNvSpPr/>
            <p:nvPr/>
          </p:nvSpPr>
          <p:spPr>
            <a:xfrm>
              <a:off x="4765768" y="349955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69" name="ph3369"/>
            <p:cNvSpPr/>
            <p:nvPr/>
          </p:nvSpPr>
          <p:spPr>
            <a:xfrm>
              <a:off x="4778281" y="349955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70" name="ph3370"/>
            <p:cNvSpPr/>
            <p:nvPr/>
          </p:nvSpPr>
          <p:spPr>
            <a:xfrm>
              <a:off x="4790794" y="349955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71" name="ph3371"/>
            <p:cNvSpPr/>
            <p:nvPr/>
          </p:nvSpPr>
          <p:spPr>
            <a:xfrm>
              <a:off x="4803305" y="349955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72" name="ph3372"/>
            <p:cNvSpPr/>
            <p:nvPr/>
          </p:nvSpPr>
          <p:spPr>
            <a:xfrm>
              <a:off x="2826352" y="351493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73" name="ph3373"/>
            <p:cNvSpPr/>
            <p:nvPr/>
          </p:nvSpPr>
          <p:spPr>
            <a:xfrm>
              <a:off x="2838865" y="351493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74" name="ph3374"/>
            <p:cNvSpPr/>
            <p:nvPr/>
          </p:nvSpPr>
          <p:spPr>
            <a:xfrm>
              <a:off x="2851378" y="351493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75" name="ph3375"/>
            <p:cNvSpPr/>
            <p:nvPr/>
          </p:nvSpPr>
          <p:spPr>
            <a:xfrm>
              <a:off x="2863889" y="351493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76" name="ph3376"/>
            <p:cNvSpPr/>
            <p:nvPr/>
          </p:nvSpPr>
          <p:spPr>
            <a:xfrm>
              <a:off x="2876401" y="351493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77" name="ph3377"/>
            <p:cNvSpPr/>
            <p:nvPr/>
          </p:nvSpPr>
          <p:spPr>
            <a:xfrm>
              <a:off x="2888914" y="351493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78" name="ph3378"/>
            <p:cNvSpPr/>
            <p:nvPr/>
          </p:nvSpPr>
          <p:spPr>
            <a:xfrm>
              <a:off x="2901427" y="351493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79" name="ph3379"/>
            <p:cNvSpPr/>
            <p:nvPr/>
          </p:nvSpPr>
          <p:spPr>
            <a:xfrm>
              <a:off x="4490497" y="351493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80" name="ph3380"/>
            <p:cNvSpPr/>
            <p:nvPr/>
          </p:nvSpPr>
          <p:spPr>
            <a:xfrm>
              <a:off x="4503010" y="351493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81" name="ph3381"/>
            <p:cNvSpPr/>
            <p:nvPr/>
          </p:nvSpPr>
          <p:spPr>
            <a:xfrm>
              <a:off x="4515521" y="351493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82" name="ph3382"/>
            <p:cNvSpPr/>
            <p:nvPr/>
          </p:nvSpPr>
          <p:spPr>
            <a:xfrm>
              <a:off x="4528033" y="351493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83" name="ph3383"/>
            <p:cNvSpPr/>
            <p:nvPr/>
          </p:nvSpPr>
          <p:spPr>
            <a:xfrm>
              <a:off x="4540546" y="351493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84" name="ph3384"/>
            <p:cNvSpPr/>
            <p:nvPr/>
          </p:nvSpPr>
          <p:spPr>
            <a:xfrm>
              <a:off x="4553059" y="351493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85" name="ph3385"/>
            <p:cNvSpPr/>
            <p:nvPr/>
          </p:nvSpPr>
          <p:spPr>
            <a:xfrm>
              <a:off x="4565570" y="351493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86" name="ph3386"/>
            <p:cNvSpPr/>
            <p:nvPr/>
          </p:nvSpPr>
          <p:spPr>
            <a:xfrm>
              <a:off x="4578082" y="351493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87" name="ph3387"/>
            <p:cNvSpPr/>
            <p:nvPr/>
          </p:nvSpPr>
          <p:spPr>
            <a:xfrm>
              <a:off x="4753256" y="351493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9DAA">
                <a:alpha val="100000"/>
              </a:srgbClr>
            </a:solidFill>
            <a:ln w="5420" cap="flat">
              <a:solidFill>
                <a:srgbClr val="3B9D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88" name="ph3388"/>
            <p:cNvSpPr/>
            <p:nvPr/>
          </p:nvSpPr>
          <p:spPr>
            <a:xfrm>
              <a:off x="4765768" y="351493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89" name="ph3389"/>
            <p:cNvSpPr/>
            <p:nvPr/>
          </p:nvSpPr>
          <p:spPr>
            <a:xfrm>
              <a:off x="4778281" y="351493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90" name="ph3390"/>
            <p:cNvSpPr/>
            <p:nvPr/>
          </p:nvSpPr>
          <p:spPr>
            <a:xfrm>
              <a:off x="4790794" y="351493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91" name="ph3391"/>
            <p:cNvSpPr/>
            <p:nvPr/>
          </p:nvSpPr>
          <p:spPr>
            <a:xfrm>
              <a:off x="4803305" y="351493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92" name="ph3392"/>
            <p:cNvSpPr/>
            <p:nvPr/>
          </p:nvSpPr>
          <p:spPr>
            <a:xfrm>
              <a:off x="2801329" y="353031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93" name="ph3393"/>
            <p:cNvSpPr/>
            <p:nvPr/>
          </p:nvSpPr>
          <p:spPr>
            <a:xfrm>
              <a:off x="2813840" y="353031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94" name="ph3394"/>
            <p:cNvSpPr/>
            <p:nvPr/>
          </p:nvSpPr>
          <p:spPr>
            <a:xfrm>
              <a:off x="2838865" y="353031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597A9">
                <a:alpha val="100000"/>
              </a:srgbClr>
            </a:solidFill>
            <a:ln w="5420" cap="flat">
              <a:solidFill>
                <a:srgbClr val="35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95" name="ph3395"/>
            <p:cNvSpPr/>
            <p:nvPr/>
          </p:nvSpPr>
          <p:spPr>
            <a:xfrm>
              <a:off x="2851378" y="353031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96" name="ph3396"/>
            <p:cNvSpPr/>
            <p:nvPr/>
          </p:nvSpPr>
          <p:spPr>
            <a:xfrm>
              <a:off x="2863889" y="353031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97" name="ph3397"/>
            <p:cNvSpPr/>
            <p:nvPr/>
          </p:nvSpPr>
          <p:spPr>
            <a:xfrm>
              <a:off x="2876401" y="353031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98" name="ph3398"/>
            <p:cNvSpPr/>
            <p:nvPr/>
          </p:nvSpPr>
          <p:spPr>
            <a:xfrm>
              <a:off x="2888914" y="353031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99" name="ph3399"/>
            <p:cNvSpPr/>
            <p:nvPr/>
          </p:nvSpPr>
          <p:spPr>
            <a:xfrm>
              <a:off x="4490497" y="353031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00" name="ph3400"/>
            <p:cNvSpPr/>
            <p:nvPr/>
          </p:nvSpPr>
          <p:spPr>
            <a:xfrm>
              <a:off x="4503010" y="353031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01" name="ph3401"/>
            <p:cNvSpPr/>
            <p:nvPr/>
          </p:nvSpPr>
          <p:spPr>
            <a:xfrm>
              <a:off x="4515521" y="353031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02" name="ph3402"/>
            <p:cNvSpPr/>
            <p:nvPr/>
          </p:nvSpPr>
          <p:spPr>
            <a:xfrm>
              <a:off x="4528033" y="353031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03" name="ph3403"/>
            <p:cNvSpPr/>
            <p:nvPr/>
          </p:nvSpPr>
          <p:spPr>
            <a:xfrm>
              <a:off x="4540546" y="353031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04" name="ph3404"/>
            <p:cNvSpPr/>
            <p:nvPr/>
          </p:nvSpPr>
          <p:spPr>
            <a:xfrm>
              <a:off x="4553059" y="353031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05" name="ph3405"/>
            <p:cNvSpPr/>
            <p:nvPr/>
          </p:nvSpPr>
          <p:spPr>
            <a:xfrm>
              <a:off x="4565570" y="353031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06" name="ph3406"/>
            <p:cNvSpPr/>
            <p:nvPr/>
          </p:nvSpPr>
          <p:spPr>
            <a:xfrm>
              <a:off x="4578082" y="353031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07" name="ph3407"/>
            <p:cNvSpPr/>
            <p:nvPr/>
          </p:nvSpPr>
          <p:spPr>
            <a:xfrm>
              <a:off x="4753256" y="353031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08" name="ph3408"/>
            <p:cNvSpPr/>
            <p:nvPr/>
          </p:nvSpPr>
          <p:spPr>
            <a:xfrm>
              <a:off x="4765768" y="353031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09" name="ph3409"/>
            <p:cNvSpPr/>
            <p:nvPr/>
          </p:nvSpPr>
          <p:spPr>
            <a:xfrm>
              <a:off x="4778281" y="353031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10" name="ph3410"/>
            <p:cNvSpPr/>
            <p:nvPr/>
          </p:nvSpPr>
          <p:spPr>
            <a:xfrm>
              <a:off x="4790794" y="353031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11" name="ph3411"/>
            <p:cNvSpPr/>
            <p:nvPr/>
          </p:nvSpPr>
          <p:spPr>
            <a:xfrm>
              <a:off x="4803305" y="353031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12" name="ph3412"/>
            <p:cNvSpPr/>
            <p:nvPr/>
          </p:nvSpPr>
          <p:spPr>
            <a:xfrm>
              <a:off x="2788814" y="35456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13" name="ph3413"/>
            <p:cNvSpPr/>
            <p:nvPr/>
          </p:nvSpPr>
          <p:spPr>
            <a:xfrm>
              <a:off x="2801329" y="35456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14" name="ph3414"/>
            <p:cNvSpPr/>
            <p:nvPr/>
          </p:nvSpPr>
          <p:spPr>
            <a:xfrm>
              <a:off x="2813840" y="35456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15" name="ph3415"/>
            <p:cNvSpPr/>
            <p:nvPr/>
          </p:nvSpPr>
          <p:spPr>
            <a:xfrm>
              <a:off x="2826352" y="35456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16" name="ph3416"/>
            <p:cNvSpPr/>
            <p:nvPr/>
          </p:nvSpPr>
          <p:spPr>
            <a:xfrm>
              <a:off x="2838865" y="35456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17" name="ph3417"/>
            <p:cNvSpPr/>
            <p:nvPr/>
          </p:nvSpPr>
          <p:spPr>
            <a:xfrm>
              <a:off x="2851378" y="35456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18" name="ph3418"/>
            <p:cNvSpPr/>
            <p:nvPr/>
          </p:nvSpPr>
          <p:spPr>
            <a:xfrm>
              <a:off x="2863889" y="35456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19" name="ph3419"/>
            <p:cNvSpPr/>
            <p:nvPr/>
          </p:nvSpPr>
          <p:spPr>
            <a:xfrm>
              <a:off x="2876401" y="35456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20" name="ph3420"/>
            <p:cNvSpPr/>
            <p:nvPr/>
          </p:nvSpPr>
          <p:spPr>
            <a:xfrm>
              <a:off x="2888914" y="35456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21" name="ph3421"/>
            <p:cNvSpPr/>
            <p:nvPr/>
          </p:nvSpPr>
          <p:spPr>
            <a:xfrm>
              <a:off x="4503010" y="35456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22" name="ph3422"/>
            <p:cNvSpPr/>
            <p:nvPr/>
          </p:nvSpPr>
          <p:spPr>
            <a:xfrm>
              <a:off x="4515521" y="35456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23" name="ph3423"/>
            <p:cNvSpPr/>
            <p:nvPr/>
          </p:nvSpPr>
          <p:spPr>
            <a:xfrm>
              <a:off x="4528033" y="35456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24" name="ph3424"/>
            <p:cNvSpPr/>
            <p:nvPr/>
          </p:nvSpPr>
          <p:spPr>
            <a:xfrm>
              <a:off x="4540546" y="35456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25" name="ph3425"/>
            <p:cNvSpPr/>
            <p:nvPr/>
          </p:nvSpPr>
          <p:spPr>
            <a:xfrm>
              <a:off x="4553059" y="35456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26" name="ph3426"/>
            <p:cNvSpPr/>
            <p:nvPr/>
          </p:nvSpPr>
          <p:spPr>
            <a:xfrm>
              <a:off x="4565570" y="35456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27" name="ph3427"/>
            <p:cNvSpPr/>
            <p:nvPr/>
          </p:nvSpPr>
          <p:spPr>
            <a:xfrm>
              <a:off x="4765768" y="35456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28" name="ph3428"/>
            <p:cNvSpPr/>
            <p:nvPr/>
          </p:nvSpPr>
          <p:spPr>
            <a:xfrm>
              <a:off x="4778281" y="35456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29" name="ph3429"/>
            <p:cNvSpPr/>
            <p:nvPr/>
          </p:nvSpPr>
          <p:spPr>
            <a:xfrm>
              <a:off x="4790794" y="35456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30" name="ph3430"/>
            <p:cNvSpPr/>
            <p:nvPr/>
          </p:nvSpPr>
          <p:spPr>
            <a:xfrm>
              <a:off x="4803305" y="35456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31" name="ph3431"/>
            <p:cNvSpPr/>
            <p:nvPr/>
          </p:nvSpPr>
          <p:spPr>
            <a:xfrm>
              <a:off x="4815817" y="35456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32" name="ph3432"/>
            <p:cNvSpPr/>
            <p:nvPr/>
          </p:nvSpPr>
          <p:spPr>
            <a:xfrm>
              <a:off x="2788814" y="35610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33" name="ph3433"/>
            <p:cNvSpPr/>
            <p:nvPr/>
          </p:nvSpPr>
          <p:spPr>
            <a:xfrm>
              <a:off x="2801329" y="35610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34" name="ph3434"/>
            <p:cNvSpPr/>
            <p:nvPr/>
          </p:nvSpPr>
          <p:spPr>
            <a:xfrm>
              <a:off x="2813840" y="35610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35" name="ph3435"/>
            <p:cNvSpPr/>
            <p:nvPr/>
          </p:nvSpPr>
          <p:spPr>
            <a:xfrm>
              <a:off x="2826352" y="35610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36" name="ph3436"/>
            <p:cNvSpPr/>
            <p:nvPr/>
          </p:nvSpPr>
          <p:spPr>
            <a:xfrm>
              <a:off x="2838865" y="35610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37" name="ph3437"/>
            <p:cNvSpPr/>
            <p:nvPr/>
          </p:nvSpPr>
          <p:spPr>
            <a:xfrm>
              <a:off x="2851378" y="35610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38" name="ph3438"/>
            <p:cNvSpPr/>
            <p:nvPr/>
          </p:nvSpPr>
          <p:spPr>
            <a:xfrm>
              <a:off x="2863889" y="35610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39" name="ph3439"/>
            <p:cNvSpPr/>
            <p:nvPr/>
          </p:nvSpPr>
          <p:spPr>
            <a:xfrm>
              <a:off x="2876401" y="35610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40" name="ph3440"/>
            <p:cNvSpPr/>
            <p:nvPr/>
          </p:nvSpPr>
          <p:spPr>
            <a:xfrm>
              <a:off x="4503010" y="35610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41" name="ph3441"/>
            <p:cNvSpPr/>
            <p:nvPr/>
          </p:nvSpPr>
          <p:spPr>
            <a:xfrm>
              <a:off x="4515521" y="35610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42" name="ph3442"/>
            <p:cNvSpPr/>
            <p:nvPr/>
          </p:nvSpPr>
          <p:spPr>
            <a:xfrm>
              <a:off x="4528033" y="35610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43" name="ph3443"/>
            <p:cNvSpPr/>
            <p:nvPr/>
          </p:nvSpPr>
          <p:spPr>
            <a:xfrm>
              <a:off x="4540546" y="35610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44" name="ph3444"/>
            <p:cNvSpPr/>
            <p:nvPr/>
          </p:nvSpPr>
          <p:spPr>
            <a:xfrm>
              <a:off x="4553059" y="35610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45" name="ph3445"/>
            <p:cNvSpPr/>
            <p:nvPr/>
          </p:nvSpPr>
          <p:spPr>
            <a:xfrm>
              <a:off x="4765768" y="35610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46" name="ph3446"/>
            <p:cNvSpPr/>
            <p:nvPr/>
          </p:nvSpPr>
          <p:spPr>
            <a:xfrm>
              <a:off x="4778281" y="35610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47" name="ph3447"/>
            <p:cNvSpPr/>
            <p:nvPr/>
          </p:nvSpPr>
          <p:spPr>
            <a:xfrm>
              <a:off x="4790794" y="35610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48" name="ph3448"/>
            <p:cNvSpPr/>
            <p:nvPr/>
          </p:nvSpPr>
          <p:spPr>
            <a:xfrm>
              <a:off x="4803305" y="35610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49" name="ph3449"/>
            <p:cNvSpPr/>
            <p:nvPr/>
          </p:nvSpPr>
          <p:spPr>
            <a:xfrm>
              <a:off x="4815817" y="35610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50" name="ph3450"/>
            <p:cNvSpPr/>
            <p:nvPr/>
          </p:nvSpPr>
          <p:spPr>
            <a:xfrm>
              <a:off x="2788814" y="35764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51" name="ph3451"/>
            <p:cNvSpPr/>
            <p:nvPr/>
          </p:nvSpPr>
          <p:spPr>
            <a:xfrm>
              <a:off x="2801329" y="35764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52" name="ph3452"/>
            <p:cNvSpPr/>
            <p:nvPr/>
          </p:nvSpPr>
          <p:spPr>
            <a:xfrm>
              <a:off x="2813840" y="35764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53" name="ph3453"/>
            <p:cNvSpPr/>
            <p:nvPr/>
          </p:nvSpPr>
          <p:spPr>
            <a:xfrm>
              <a:off x="2826352" y="35764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54" name="ph3454"/>
            <p:cNvSpPr/>
            <p:nvPr/>
          </p:nvSpPr>
          <p:spPr>
            <a:xfrm>
              <a:off x="2838865" y="35764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55" name="ph3455"/>
            <p:cNvSpPr/>
            <p:nvPr/>
          </p:nvSpPr>
          <p:spPr>
            <a:xfrm>
              <a:off x="2851378" y="35764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56" name="ph3456"/>
            <p:cNvSpPr/>
            <p:nvPr/>
          </p:nvSpPr>
          <p:spPr>
            <a:xfrm>
              <a:off x="2863889" y="35764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57" name="ph3457"/>
            <p:cNvSpPr/>
            <p:nvPr/>
          </p:nvSpPr>
          <p:spPr>
            <a:xfrm>
              <a:off x="2876401" y="35764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58" name="ph3458"/>
            <p:cNvSpPr/>
            <p:nvPr/>
          </p:nvSpPr>
          <p:spPr>
            <a:xfrm>
              <a:off x="4503010" y="35764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59" name="ph3459"/>
            <p:cNvSpPr/>
            <p:nvPr/>
          </p:nvSpPr>
          <p:spPr>
            <a:xfrm>
              <a:off x="4515521" y="35764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60" name="ph3460"/>
            <p:cNvSpPr/>
            <p:nvPr/>
          </p:nvSpPr>
          <p:spPr>
            <a:xfrm>
              <a:off x="4528033" y="35764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61" name="ph3461"/>
            <p:cNvSpPr/>
            <p:nvPr/>
          </p:nvSpPr>
          <p:spPr>
            <a:xfrm>
              <a:off x="4540546" y="35764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62" name="ph3462"/>
            <p:cNvSpPr/>
            <p:nvPr/>
          </p:nvSpPr>
          <p:spPr>
            <a:xfrm>
              <a:off x="4553059" y="35764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63" name="ph3463"/>
            <p:cNvSpPr/>
            <p:nvPr/>
          </p:nvSpPr>
          <p:spPr>
            <a:xfrm>
              <a:off x="4565570" y="35764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64" name="ph3464"/>
            <p:cNvSpPr/>
            <p:nvPr/>
          </p:nvSpPr>
          <p:spPr>
            <a:xfrm>
              <a:off x="4778281" y="35764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65" name="ph3465"/>
            <p:cNvSpPr/>
            <p:nvPr/>
          </p:nvSpPr>
          <p:spPr>
            <a:xfrm>
              <a:off x="4790794" y="35764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66" name="ph3466"/>
            <p:cNvSpPr/>
            <p:nvPr/>
          </p:nvSpPr>
          <p:spPr>
            <a:xfrm>
              <a:off x="4803305" y="35764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67" name="ph3467"/>
            <p:cNvSpPr/>
            <p:nvPr/>
          </p:nvSpPr>
          <p:spPr>
            <a:xfrm>
              <a:off x="4815817" y="35764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68" name="ph3468"/>
            <p:cNvSpPr/>
            <p:nvPr/>
          </p:nvSpPr>
          <p:spPr>
            <a:xfrm>
              <a:off x="4828330" y="35764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69" name="ph3469"/>
            <p:cNvSpPr/>
            <p:nvPr/>
          </p:nvSpPr>
          <p:spPr>
            <a:xfrm>
              <a:off x="2801329" y="359181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70" name="ph3470"/>
            <p:cNvSpPr/>
            <p:nvPr/>
          </p:nvSpPr>
          <p:spPr>
            <a:xfrm>
              <a:off x="2813840" y="359181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71" name="ph3471"/>
            <p:cNvSpPr/>
            <p:nvPr/>
          </p:nvSpPr>
          <p:spPr>
            <a:xfrm>
              <a:off x="2826352" y="359181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72" name="ph3472"/>
            <p:cNvSpPr/>
            <p:nvPr/>
          </p:nvSpPr>
          <p:spPr>
            <a:xfrm>
              <a:off x="2838865" y="359181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73" name="ph3473"/>
            <p:cNvSpPr/>
            <p:nvPr/>
          </p:nvSpPr>
          <p:spPr>
            <a:xfrm>
              <a:off x="2851378" y="359181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74" name="ph3474"/>
            <p:cNvSpPr/>
            <p:nvPr/>
          </p:nvSpPr>
          <p:spPr>
            <a:xfrm>
              <a:off x="2863889" y="359181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75" name="ph3475"/>
            <p:cNvSpPr/>
            <p:nvPr/>
          </p:nvSpPr>
          <p:spPr>
            <a:xfrm>
              <a:off x="4515521" y="359181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76" name="ph3476"/>
            <p:cNvSpPr/>
            <p:nvPr/>
          </p:nvSpPr>
          <p:spPr>
            <a:xfrm>
              <a:off x="4528033" y="359181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77" name="ph3477"/>
            <p:cNvSpPr/>
            <p:nvPr/>
          </p:nvSpPr>
          <p:spPr>
            <a:xfrm>
              <a:off x="4540546" y="359181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78" name="ph3478"/>
            <p:cNvSpPr/>
            <p:nvPr/>
          </p:nvSpPr>
          <p:spPr>
            <a:xfrm>
              <a:off x="4553059" y="359181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79" name="ph3479"/>
            <p:cNvSpPr/>
            <p:nvPr/>
          </p:nvSpPr>
          <p:spPr>
            <a:xfrm>
              <a:off x="4565570" y="359181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80" name="ph3480"/>
            <p:cNvSpPr/>
            <p:nvPr/>
          </p:nvSpPr>
          <p:spPr>
            <a:xfrm>
              <a:off x="4778281" y="359181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81" name="ph3481"/>
            <p:cNvSpPr/>
            <p:nvPr/>
          </p:nvSpPr>
          <p:spPr>
            <a:xfrm>
              <a:off x="4790794" y="359181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82" name="ph3482"/>
            <p:cNvSpPr/>
            <p:nvPr/>
          </p:nvSpPr>
          <p:spPr>
            <a:xfrm>
              <a:off x="4803305" y="359181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83" name="ph3483"/>
            <p:cNvSpPr/>
            <p:nvPr/>
          </p:nvSpPr>
          <p:spPr>
            <a:xfrm>
              <a:off x="4815817" y="359181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84" name="ph3484"/>
            <p:cNvSpPr/>
            <p:nvPr/>
          </p:nvSpPr>
          <p:spPr>
            <a:xfrm>
              <a:off x="4828330" y="359181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85" name="ph3485"/>
            <p:cNvSpPr/>
            <p:nvPr/>
          </p:nvSpPr>
          <p:spPr>
            <a:xfrm>
              <a:off x="4840843" y="359181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86" name="ph3486"/>
            <p:cNvSpPr/>
            <p:nvPr/>
          </p:nvSpPr>
          <p:spPr>
            <a:xfrm>
              <a:off x="2801329" y="36071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87" name="ph3487"/>
            <p:cNvSpPr/>
            <p:nvPr/>
          </p:nvSpPr>
          <p:spPr>
            <a:xfrm>
              <a:off x="2813840" y="36071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88" name="ph3488"/>
            <p:cNvSpPr/>
            <p:nvPr/>
          </p:nvSpPr>
          <p:spPr>
            <a:xfrm>
              <a:off x="2826352" y="36071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89" name="ph3489"/>
            <p:cNvSpPr/>
            <p:nvPr/>
          </p:nvSpPr>
          <p:spPr>
            <a:xfrm>
              <a:off x="2838865" y="36071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90" name="ph3490"/>
            <p:cNvSpPr/>
            <p:nvPr/>
          </p:nvSpPr>
          <p:spPr>
            <a:xfrm>
              <a:off x="2851378" y="36071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91" name="ph3491"/>
            <p:cNvSpPr/>
            <p:nvPr/>
          </p:nvSpPr>
          <p:spPr>
            <a:xfrm>
              <a:off x="2863889" y="36071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92" name="ph3492"/>
            <p:cNvSpPr/>
            <p:nvPr/>
          </p:nvSpPr>
          <p:spPr>
            <a:xfrm>
              <a:off x="4528033" y="36071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93" name="ph3493"/>
            <p:cNvSpPr/>
            <p:nvPr/>
          </p:nvSpPr>
          <p:spPr>
            <a:xfrm>
              <a:off x="4540546" y="36071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94" name="ph3494"/>
            <p:cNvSpPr/>
            <p:nvPr/>
          </p:nvSpPr>
          <p:spPr>
            <a:xfrm>
              <a:off x="4553059" y="36071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95" name="ph3495"/>
            <p:cNvSpPr/>
            <p:nvPr/>
          </p:nvSpPr>
          <p:spPr>
            <a:xfrm>
              <a:off x="4565570" y="36071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96" name="ph3496"/>
            <p:cNvSpPr/>
            <p:nvPr/>
          </p:nvSpPr>
          <p:spPr>
            <a:xfrm>
              <a:off x="4578082" y="36071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97" name="ph3497"/>
            <p:cNvSpPr/>
            <p:nvPr/>
          </p:nvSpPr>
          <p:spPr>
            <a:xfrm>
              <a:off x="4590596" y="36071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98" name="ph3498"/>
            <p:cNvSpPr/>
            <p:nvPr/>
          </p:nvSpPr>
          <p:spPr>
            <a:xfrm>
              <a:off x="4603108" y="36071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99" name="ph3499"/>
            <p:cNvSpPr/>
            <p:nvPr/>
          </p:nvSpPr>
          <p:spPr>
            <a:xfrm>
              <a:off x="4615621" y="36071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00" name="ph3500"/>
            <p:cNvSpPr/>
            <p:nvPr/>
          </p:nvSpPr>
          <p:spPr>
            <a:xfrm>
              <a:off x="4790794" y="36071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01" name="ph3501"/>
            <p:cNvSpPr/>
            <p:nvPr/>
          </p:nvSpPr>
          <p:spPr>
            <a:xfrm>
              <a:off x="4803305" y="36071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02" name="ph3502"/>
            <p:cNvSpPr/>
            <p:nvPr/>
          </p:nvSpPr>
          <p:spPr>
            <a:xfrm>
              <a:off x="4815817" y="36071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03" name="ph3503"/>
            <p:cNvSpPr/>
            <p:nvPr/>
          </p:nvSpPr>
          <p:spPr>
            <a:xfrm>
              <a:off x="4828330" y="36071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04" name="ph3504"/>
            <p:cNvSpPr/>
            <p:nvPr/>
          </p:nvSpPr>
          <p:spPr>
            <a:xfrm>
              <a:off x="4840843" y="36071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05" name="ph3505"/>
            <p:cNvSpPr/>
            <p:nvPr/>
          </p:nvSpPr>
          <p:spPr>
            <a:xfrm>
              <a:off x="2813840" y="36225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06" name="ph3506"/>
            <p:cNvSpPr/>
            <p:nvPr/>
          </p:nvSpPr>
          <p:spPr>
            <a:xfrm>
              <a:off x="2826352" y="36225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07" name="ph3507"/>
            <p:cNvSpPr/>
            <p:nvPr/>
          </p:nvSpPr>
          <p:spPr>
            <a:xfrm>
              <a:off x="2838865" y="36225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08" name="ph3508"/>
            <p:cNvSpPr/>
            <p:nvPr/>
          </p:nvSpPr>
          <p:spPr>
            <a:xfrm>
              <a:off x="2851378" y="36225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09" name="ph3509"/>
            <p:cNvSpPr/>
            <p:nvPr/>
          </p:nvSpPr>
          <p:spPr>
            <a:xfrm>
              <a:off x="2863889" y="36225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10" name="ph3510"/>
            <p:cNvSpPr/>
            <p:nvPr/>
          </p:nvSpPr>
          <p:spPr>
            <a:xfrm>
              <a:off x="4528033" y="36225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11" name="ph3511"/>
            <p:cNvSpPr/>
            <p:nvPr/>
          </p:nvSpPr>
          <p:spPr>
            <a:xfrm>
              <a:off x="4540546" y="36225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12" name="ph3512"/>
            <p:cNvSpPr/>
            <p:nvPr/>
          </p:nvSpPr>
          <p:spPr>
            <a:xfrm>
              <a:off x="4553059" y="36225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13" name="ph3513"/>
            <p:cNvSpPr/>
            <p:nvPr/>
          </p:nvSpPr>
          <p:spPr>
            <a:xfrm>
              <a:off x="4565570" y="36225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14" name="ph3514"/>
            <p:cNvSpPr/>
            <p:nvPr/>
          </p:nvSpPr>
          <p:spPr>
            <a:xfrm>
              <a:off x="4578082" y="36225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15" name="ph3515"/>
            <p:cNvSpPr/>
            <p:nvPr/>
          </p:nvSpPr>
          <p:spPr>
            <a:xfrm>
              <a:off x="4590596" y="36225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16" name="ph3516"/>
            <p:cNvSpPr/>
            <p:nvPr/>
          </p:nvSpPr>
          <p:spPr>
            <a:xfrm>
              <a:off x="4603108" y="36225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17" name="ph3517"/>
            <p:cNvSpPr/>
            <p:nvPr/>
          </p:nvSpPr>
          <p:spPr>
            <a:xfrm>
              <a:off x="4615621" y="36225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18" name="ph3518"/>
            <p:cNvSpPr/>
            <p:nvPr/>
          </p:nvSpPr>
          <p:spPr>
            <a:xfrm>
              <a:off x="4628132" y="36225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19" name="ph3519"/>
            <p:cNvSpPr/>
            <p:nvPr/>
          </p:nvSpPr>
          <p:spPr>
            <a:xfrm>
              <a:off x="4790794" y="36225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20" name="ph3520"/>
            <p:cNvSpPr/>
            <p:nvPr/>
          </p:nvSpPr>
          <p:spPr>
            <a:xfrm>
              <a:off x="4803305" y="36225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21" name="ph3521"/>
            <p:cNvSpPr/>
            <p:nvPr/>
          </p:nvSpPr>
          <p:spPr>
            <a:xfrm>
              <a:off x="4815817" y="36225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22" name="ph3522"/>
            <p:cNvSpPr/>
            <p:nvPr/>
          </p:nvSpPr>
          <p:spPr>
            <a:xfrm>
              <a:off x="4828330" y="36225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23" name="ph3523"/>
            <p:cNvSpPr/>
            <p:nvPr/>
          </p:nvSpPr>
          <p:spPr>
            <a:xfrm>
              <a:off x="4840843" y="36225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24" name="ph3524"/>
            <p:cNvSpPr/>
            <p:nvPr/>
          </p:nvSpPr>
          <p:spPr>
            <a:xfrm>
              <a:off x="2813840" y="363794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25" name="ph3525"/>
            <p:cNvSpPr/>
            <p:nvPr/>
          </p:nvSpPr>
          <p:spPr>
            <a:xfrm>
              <a:off x="2826352" y="363794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26" name="ph3526"/>
            <p:cNvSpPr/>
            <p:nvPr/>
          </p:nvSpPr>
          <p:spPr>
            <a:xfrm>
              <a:off x="2838865" y="363794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27" name="ph3527"/>
            <p:cNvSpPr/>
            <p:nvPr/>
          </p:nvSpPr>
          <p:spPr>
            <a:xfrm>
              <a:off x="2851378" y="363794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28" name="ph3528"/>
            <p:cNvSpPr/>
            <p:nvPr/>
          </p:nvSpPr>
          <p:spPr>
            <a:xfrm>
              <a:off x="2863889" y="363794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29" name="ph3529"/>
            <p:cNvSpPr/>
            <p:nvPr/>
          </p:nvSpPr>
          <p:spPr>
            <a:xfrm>
              <a:off x="4540546" y="363794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30" name="ph3530"/>
            <p:cNvSpPr/>
            <p:nvPr/>
          </p:nvSpPr>
          <p:spPr>
            <a:xfrm>
              <a:off x="4553059" y="363794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31" name="ph3531"/>
            <p:cNvSpPr/>
            <p:nvPr/>
          </p:nvSpPr>
          <p:spPr>
            <a:xfrm>
              <a:off x="4565570" y="363794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32" name="ph3532"/>
            <p:cNvSpPr/>
            <p:nvPr/>
          </p:nvSpPr>
          <p:spPr>
            <a:xfrm>
              <a:off x="4578082" y="363794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33" name="ph3533"/>
            <p:cNvSpPr/>
            <p:nvPr/>
          </p:nvSpPr>
          <p:spPr>
            <a:xfrm>
              <a:off x="4590596" y="363794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34" name="ph3534"/>
            <p:cNvSpPr/>
            <p:nvPr/>
          </p:nvSpPr>
          <p:spPr>
            <a:xfrm>
              <a:off x="4603108" y="363794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35" name="ph3535"/>
            <p:cNvSpPr/>
            <p:nvPr/>
          </p:nvSpPr>
          <p:spPr>
            <a:xfrm>
              <a:off x="4615621" y="363794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36" name="ph3536"/>
            <p:cNvSpPr/>
            <p:nvPr/>
          </p:nvSpPr>
          <p:spPr>
            <a:xfrm>
              <a:off x="4628132" y="363794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37" name="ph3537"/>
            <p:cNvSpPr/>
            <p:nvPr/>
          </p:nvSpPr>
          <p:spPr>
            <a:xfrm>
              <a:off x="4803305" y="363794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38" name="ph3538"/>
            <p:cNvSpPr/>
            <p:nvPr/>
          </p:nvSpPr>
          <p:spPr>
            <a:xfrm>
              <a:off x="4815817" y="363794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39" name="ph3539"/>
            <p:cNvSpPr/>
            <p:nvPr/>
          </p:nvSpPr>
          <p:spPr>
            <a:xfrm>
              <a:off x="4828330" y="363794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40" name="ph3540"/>
            <p:cNvSpPr/>
            <p:nvPr/>
          </p:nvSpPr>
          <p:spPr>
            <a:xfrm>
              <a:off x="4840843" y="363794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41" name="ph3541"/>
            <p:cNvSpPr/>
            <p:nvPr/>
          </p:nvSpPr>
          <p:spPr>
            <a:xfrm>
              <a:off x="4853354" y="363794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42" name="ph3542"/>
            <p:cNvSpPr/>
            <p:nvPr/>
          </p:nvSpPr>
          <p:spPr>
            <a:xfrm>
              <a:off x="2813840" y="36533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43" name="ph3543"/>
            <p:cNvSpPr/>
            <p:nvPr/>
          </p:nvSpPr>
          <p:spPr>
            <a:xfrm>
              <a:off x="2826352" y="36533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44" name="ph3544"/>
            <p:cNvSpPr/>
            <p:nvPr/>
          </p:nvSpPr>
          <p:spPr>
            <a:xfrm>
              <a:off x="2838865" y="36533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45" name="ph3545"/>
            <p:cNvSpPr/>
            <p:nvPr/>
          </p:nvSpPr>
          <p:spPr>
            <a:xfrm>
              <a:off x="2851378" y="36533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46" name="ph3546"/>
            <p:cNvSpPr/>
            <p:nvPr/>
          </p:nvSpPr>
          <p:spPr>
            <a:xfrm>
              <a:off x="2863889" y="36533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6AA">
                <a:alpha val="100000"/>
              </a:srgbClr>
            </a:solidFill>
            <a:ln w="5420" cap="flat">
              <a:solidFill>
                <a:srgbClr val="42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47" name="ph3547"/>
            <p:cNvSpPr/>
            <p:nvPr/>
          </p:nvSpPr>
          <p:spPr>
            <a:xfrm>
              <a:off x="4553059" y="36533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48" name="ph3548"/>
            <p:cNvSpPr/>
            <p:nvPr/>
          </p:nvSpPr>
          <p:spPr>
            <a:xfrm>
              <a:off x="4565570" y="36533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49" name="ph3549"/>
            <p:cNvSpPr/>
            <p:nvPr/>
          </p:nvSpPr>
          <p:spPr>
            <a:xfrm>
              <a:off x="4578082" y="36533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50" name="ph3550"/>
            <p:cNvSpPr/>
            <p:nvPr/>
          </p:nvSpPr>
          <p:spPr>
            <a:xfrm>
              <a:off x="4590596" y="36533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51" name="ph3551"/>
            <p:cNvSpPr/>
            <p:nvPr/>
          </p:nvSpPr>
          <p:spPr>
            <a:xfrm>
              <a:off x="4603108" y="36533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52" name="ph3552"/>
            <p:cNvSpPr/>
            <p:nvPr/>
          </p:nvSpPr>
          <p:spPr>
            <a:xfrm>
              <a:off x="4615621" y="36533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53" name="ph3553"/>
            <p:cNvSpPr/>
            <p:nvPr/>
          </p:nvSpPr>
          <p:spPr>
            <a:xfrm>
              <a:off x="4628132" y="36533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54" name="ph3554"/>
            <p:cNvSpPr/>
            <p:nvPr/>
          </p:nvSpPr>
          <p:spPr>
            <a:xfrm>
              <a:off x="4640645" y="36533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55" name="ph3555"/>
            <p:cNvSpPr/>
            <p:nvPr/>
          </p:nvSpPr>
          <p:spPr>
            <a:xfrm>
              <a:off x="4803305" y="36533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56" name="ph3556"/>
            <p:cNvSpPr/>
            <p:nvPr/>
          </p:nvSpPr>
          <p:spPr>
            <a:xfrm>
              <a:off x="4815817" y="36533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57" name="ph3557"/>
            <p:cNvSpPr/>
            <p:nvPr/>
          </p:nvSpPr>
          <p:spPr>
            <a:xfrm>
              <a:off x="4828330" y="36533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58" name="ph3558"/>
            <p:cNvSpPr/>
            <p:nvPr/>
          </p:nvSpPr>
          <p:spPr>
            <a:xfrm>
              <a:off x="4840843" y="36533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59" name="ph3559"/>
            <p:cNvSpPr/>
            <p:nvPr/>
          </p:nvSpPr>
          <p:spPr>
            <a:xfrm>
              <a:off x="4853354" y="36533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60" name="ph3560"/>
            <p:cNvSpPr/>
            <p:nvPr/>
          </p:nvSpPr>
          <p:spPr>
            <a:xfrm>
              <a:off x="2826352" y="36686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61" name="ph3561"/>
            <p:cNvSpPr/>
            <p:nvPr/>
          </p:nvSpPr>
          <p:spPr>
            <a:xfrm>
              <a:off x="2838865" y="36686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62" name="ph3562"/>
            <p:cNvSpPr/>
            <p:nvPr/>
          </p:nvSpPr>
          <p:spPr>
            <a:xfrm>
              <a:off x="2851378" y="36686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63" name="ph3563"/>
            <p:cNvSpPr/>
            <p:nvPr/>
          </p:nvSpPr>
          <p:spPr>
            <a:xfrm>
              <a:off x="2863889" y="36686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64" name="ph3564"/>
            <p:cNvSpPr/>
            <p:nvPr/>
          </p:nvSpPr>
          <p:spPr>
            <a:xfrm>
              <a:off x="4565570" y="36686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65" name="ph3565"/>
            <p:cNvSpPr/>
            <p:nvPr/>
          </p:nvSpPr>
          <p:spPr>
            <a:xfrm>
              <a:off x="4578082" y="36686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66" name="ph3566"/>
            <p:cNvSpPr/>
            <p:nvPr/>
          </p:nvSpPr>
          <p:spPr>
            <a:xfrm>
              <a:off x="4590596" y="36686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67" name="ph3567"/>
            <p:cNvSpPr/>
            <p:nvPr/>
          </p:nvSpPr>
          <p:spPr>
            <a:xfrm>
              <a:off x="4603108" y="36686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68" name="ph3568"/>
            <p:cNvSpPr/>
            <p:nvPr/>
          </p:nvSpPr>
          <p:spPr>
            <a:xfrm>
              <a:off x="4615621" y="36686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69" name="ph3569"/>
            <p:cNvSpPr/>
            <p:nvPr/>
          </p:nvSpPr>
          <p:spPr>
            <a:xfrm>
              <a:off x="4628132" y="36686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70" name="ph3570"/>
            <p:cNvSpPr/>
            <p:nvPr/>
          </p:nvSpPr>
          <p:spPr>
            <a:xfrm>
              <a:off x="4640645" y="36686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71" name="ph3571"/>
            <p:cNvSpPr/>
            <p:nvPr/>
          </p:nvSpPr>
          <p:spPr>
            <a:xfrm>
              <a:off x="4653157" y="36686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72" name="ph3572"/>
            <p:cNvSpPr/>
            <p:nvPr/>
          </p:nvSpPr>
          <p:spPr>
            <a:xfrm>
              <a:off x="4803305" y="36686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73" name="ph3573"/>
            <p:cNvSpPr/>
            <p:nvPr/>
          </p:nvSpPr>
          <p:spPr>
            <a:xfrm>
              <a:off x="4815817" y="36686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74" name="ph3574"/>
            <p:cNvSpPr/>
            <p:nvPr/>
          </p:nvSpPr>
          <p:spPr>
            <a:xfrm>
              <a:off x="4828330" y="36686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75" name="ph3575"/>
            <p:cNvSpPr/>
            <p:nvPr/>
          </p:nvSpPr>
          <p:spPr>
            <a:xfrm>
              <a:off x="4840843" y="36686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76" name="ph3576"/>
            <p:cNvSpPr/>
            <p:nvPr/>
          </p:nvSpPr>
          <p:spPr>
            <a:xfrm>
              <a:off x="4853354" y="36686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77" name="ph3577"/>
            <p:cNvSpPr/>
            <p:nvPr/>
          </p:nvSpPr>
          <p:spPr>
            <a:xfrm>
              <a:off x="2826352" y="368406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78" name="ph3578"/>
            <p:cNvSpPr/>
            <p:nvPr/>
          </p:nvSpPr>
          <p:spPr>
            <a:xfrm>
              <a:off x="2838865" y="368406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79" name="ph3579"/>
            <p:cNvSpPr/>
            <p:nvPr/>
          </p:nvSpPr>
          <p:spPr>
            <a:xfrm>
              <a:off x="2851378" y="368406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80" name="ph3580"/>
            <p:cNvSpPr/>
            <p:nvPr/>
          </p:nvSpPr>
          <p:spPr>
            <a:xfrm>
              <a:off x="2863889" y="368406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81" name="ph3581"/>
            <p:cNvSpPr/>
            <p:nvPr/>
          </p:nvSpPr>
          <p:spPr>
            <a:xfrm>
              <a:off x="4578082" y="368406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82" name="ph3582"/>
            <p:cNvSpPr/>
            <p:nvPr/>
          </p:nvSpPr>
          <p:spPr>
            <a:xfrm>
              <a:off x="4590596" y="368406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83" name="ph3583"/>
            <p:cNvSpPr/>
            <p:nvPr/>
          </p:nvSpPr>
          <p:spPr>
            <a:xfrm>
              <a:off x="4603108" y="368406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84" name="ph3584"/>
            <p:cNvSpPr/>
            <p:nvPr/>
          </p:nvSpPr>
          <p:spPr>
            <a:xfrm>
              <a:off x="4615621" y="368406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85" name="ph3585"/>
            <p:cNvSpPr/>
            <p:nvPr/>
          </p:nvSpPr>
          <p:spPr>
            <a:xfrm>
              <a:off x="4628132" y="368406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86" name="ph3586"/>
            <p:cNvSpPr/>
            <p:nvPr/>
          </p:nvSpPr>
          <p:spPr>
            <a:xfrm>
              <a:off x="4640645" y="368406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87" name="ph3587"/>
            <p:cNvSpPr/>
            <p:nvPr/>
          </p:nvSpPr>
          <p:spPr>
            <a:xfrm>
              <a:off x="4803305" y="368406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88" name="ph3588"/>
            <p:cNvSpPr/>
            <p:nvPr/>
          </p:nvSpPr>
          <p:spPr>
            <a:xfrm>
              <a:off x="4815817" y="368406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89" name="ph3589"/>
            <p:cNvSpPr/>
            <p:nvPr/>
          </p:nvSpPr>
          <p:spPr>
            <a:xfrm>
              <a:off x="4828330" y="368406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90" name="ph3590"/>
            <p:cNvSpPr/>
            <p:nvPr/>
          </p:nvSpPr>
          <p:spPr>
            <a:xfrm>
              <a:off x="4840843" y="368406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91" name="ph3591"/>
            <p:cNvSpPr/>
            <p:nvPr/>
          </p:nvSpPr>
          <p:spPr>
            <a:xfrm>
              <a:off x="4853354" y="368406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92" name="ph3592"/>
            <p:cNvSpPr/>
            <p:nvPr/>
          </p:nvSpPr>
          <p:spPr>
            <a:xfrm>
              <a:off x="2826352" y="36994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93" name="ph3593"/>
            <p:cNvSpPr/>
            <p:nvPr/>
          </p:nvSpPr>
          <p:spPr>
            <a:xfrm>
              <a:off x="2838865" y="36994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94" name="ph3594"/>
            <p:cNvSpPr/>
            <p:nvPr/>
          </p:nvSpPr>
          <p:spPr>
            <a:xfrm>
              <a:off x="2851378" y="36994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95" name="ph3595"/>
            <p:cNvSpPr/>
            <p:nvPr/>
          </p:nvSpPr>
          <p:spPr>
            <a:xfrm>
              <a:off x="2863889" y="36994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96" name="ph3596"/>
            <p:cNvSpPr/>
            <p:nvPr/>
          </p:nvSpPr>
          <p:spPr>
            <a:xfrm>
              <a:off x="2876401" y="36994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97" name="ph3597"/>
            <p:cNvSpPr/>
            <p:nvPr/>
          </p:nvSpPr>
          <p:spPr>
            <a:xfrm>
              <a:off x="4578082" y="36994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98" name="ph3598"/>
            <p:cNvSpPr/>
            <p:nvPr/>
          </p:nvSpPr>
          <p:spPr>
            <a:xfrm>
              <a:off x="4590596" y="36994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99" name="ph3599"/>
            <p:cNvSpPr/>
            <p:nvPr/>
          </p:nvSpPr>
          <p:spPr>
            <a:xfrm>
              <a:off x="4603108" y="36994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00" name="ph3600"/>
            <p:cNvSpPr/>
            <p:nvPr/>
          </p:nvSpPr>
          <p:spPr>
            <a:xfrm>
              <a:off x="4615621" y="36994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01" name="ph3601"/>
            <p:cNvSpPr/>
            <p:nvPr/>
          </p:nvSpPr>
          <p:spPr>
            <a:xfrm>
              <a:off x="4628132" y="36994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02" name="ph3602"/>
            <p:cNvSpPr/>
            <p:nvPr/>
          </p:nvSpPr>
          <p:spPr>
            <a:xfrm>
              <a:off x="4640645" y="36994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03" name="ph3603"/>
            <p:cNvSpPr/>
            <p:nvPr/>
          </p:nvSpPr>
          <p:spPr>
            <a:xfrm>
              <a:off x="4803305" y="36994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04" name="ph3604"/>
            <p:cNvSpPr/>
            <p:nvPr/>
          </p:nvSpPr>
          <p:spPr>
            <a:xfrm>
              <a:off x="4815817" y="36994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05" name="ph3605"/>
            <p:cNvSpPr/>
            <p:nvPr/>
          </p:nvSpPr>
          <p:spPr>
            <a:xfrm>
              <a:off x="4828330" y="36994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06" name="ph3606"/>
            <p:cNvSpPr/>
            <p:nvPr/>
          </p:nvSpPr>
          <p:spPr>
            <a:xfrm>
              <a:off x="4840843" y="36994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07" name="ph3607"/>
            <p:cNvSpPr/>
            <p:nvPr/>
          </p:nvSpPr>
          <p:spPr>
            <a:xfrm>
              <a:off x="4853354" y="36994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08" name="ph3608"/>
            <p:cNvSpPr/>
            <p:nvPr/>
          </p:nvSpPr>
          <p:spPr>
            <a:xfrm>
              <a:off x="2826352" y="37148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09" name="ph3609"/>
            <p:cNvSpPr/>
            <p:nvPr/>
          </p:nvSpPr>
          <p:spPr>
            <a:xfrm>
              <a:off x="2838865" y="37148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10" name="ph3610"/>
            <p:cNvSpPr/>
            <p:nvPr/>
          </p:nvSpPr>
          <p:spPr>
            <a:xfrm>
              <a:off x="2851378" y="37148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11" name="ph3611"/>
            <p:cNvSpPr/>
            <p:nvPr/>
          </p:nvSpPr>
          <p:spPr>
            <a:xfrm>
              <a:off x="2863889" y="37148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12" name="ph3612"/>
            <p:cNvSpPr/>
            <p:nvPr/>
          </p:nvSpPr>
          <p:spPr>
            <a:xfrm>
              <a:off x="2876401" y="37148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13" name="ph3613"/>
            <p:cNvSpPr/>
            <p:nvPr/>
          </p:nvSpPr>
          <p:spPr>
            <a:xfrm>
              <a:off x="4590596" y="37148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14" name="ph3614"/>
            <p:cNvSpPr/>
            <p:nvPr/>
          </p:nvSpPr>
          <p:spPr>
            <a:xfrm>
              <a:off x="4603108" y="37148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15" name="ph3615"/>
            <p:cNvSpPr/>
            <p:nvPr/>
          </p:nvSpPr>
          <p:spPr>
            <a:xfrm>
              <a:off x="4615621" y="37148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16" name="ph3616"/>
            <p:cNvSpPr/>
            <p:nvPr/>
          </p:nvSpPr>
          <p:spPr>
            <a:xfrm>
              <a:off x="4628132" y="37148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17" name="ph3617"/>
            <p:cNvSpPr/>
            <p:nvPr/>
          </p:nvSpPr>
          <p:spPr>
            <a:xfrm>
              <a:off x="4640645" y="37148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18" name="ph3618"/>
            <p:cNvSpPr/>
            <p:nvPr/>
          </p:nvSpPr>
          <p:spPr>
            <a:xfrm>
              <a:off x="4803305" y="37148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19" name="ph3619"/>
            <p:cNvSpPr/>
            <p:nvPr/>
          </p:nvSpPr>
          <p:spPr>
            <a:xfrm>
              <a:off x="4815817" y="37148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20" name="ph3620"/>
            <p:cNvSpPr/>
            <p:nvPr/>
          </p:nvSpPr>
          <p:spPr>
            <a:xfrm>
              <a:off x="4828330" y="37148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21" name="ph3621"/>
            <p:cNvSpPr/>
            <p:nvPr/>
          </p:nvSpPr>
          <p:spPr>
            <a:xfrm>
              <a:off x="4840843" y="37148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22" name="ph3622"/>
            <p:cNvSpPr/>
            <p:nvPr/>
          </p:nvSpPr>
          <p:spPr>
            <a:xfrm>
              <a:off x="2838865" y="373019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23" name="ph3623"/>
            <p:cNvSpPr/>
            <p:nvPr/>
          </p:nvSpPr>
          <p:spPr>
            <a:xfrm>
              <a:off x="2851378" y="373019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24" name="ph3624"/>
            <p:cNvSpPr/>
            <p:nvPr/>
          </p:nvSpPr>
          <p:spPr>
            <a:xfrm>
              <a:off x="2863889" y="373019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25" name="ph3625"/>
            <p:cNvSpPr/>
            <p:nvPr/>
          </p:nvSpPr>
          <p:spPr>
            <a:xfrm>
              <a:off x="2876401" y="373019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26" name="ph3626"/>
            <p:cNvSpPr/>
            <p:nvPr/>
          </p:nvSpPr>
          <p:spPr>
            <a:xfrm>
              <a:off x="2888914" y="373019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27" name="ph3627"/>
            <p:cNvSpPr/>
            <p:nvPr/>
          </p:nvSpPr>
          <p:spPr>
            <a:xfrm>
              <a:off x="4603108" y="373019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28" name="ph3628"/>
            <p:cNvSpPr/>
            <p:nvPr/>
          </p:nvSpPr>
          <p:spPr>
            <a:xfrm>
              <a:off x="4615621" y="373019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29" name="ph3629"/>
            <p:cNvSpPr/>
            <p:nvPr/>
          </p:nvSpPr>
          <p:spPr>
            <a:xfrm>
              <a:off x="4628132" y="373019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30" name="ph3630"/>
            <p:cNvSpPr/>
            <p:nvPr/>
          </p:nvSpPr>
          <p:spPr>
            <a:xfrm>
              <a:off x="4640645" y="373019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31" name="ph3631"/>
            <p:cNvSpPr/>
            <p:nvPr/>
          </p:nvSpPr>
          <p:spPr>
            <a:xfrm>
              <a:off x="4653157" y="373019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32" name="ph3632"/>
            <p:cNvSpPr/>
            <p:nvPr/>
          </p:nvSpPr>
          <p:spPr>
            <a:xfrm>
              <a:off x="4803305" y="373019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33" name="ph3633"/>
            <p:cNvSpPr/>
            <p:nvPr/>
          </p:nvSpPr>
          <p:spPr>
            <a:xfrm>
              <a:off x="4815817" y="373019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34" name="ph3634"/>
            <p:cNvSpPr/>
            <p:nvPr/>
          </p:nvSpPr>
          <p:spPr>
            <a:xfrm>
              <a:off x="4828330" y="373019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35" name="ph3635"/>
            <p:cNvSpPr/>
            <p:nvPr/>
          </p:nvSpPr>
          <p:spPr>
            <a:xfrm>
              <a:off x="4840843" y="373019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36" name="ph3636"/>
            <p:cNvSpPr/>
            <p:nvPr/>
          </p:nvSpPr>
          <p:spPr>
            <a:xfrm>
              <a:off x="2838865" y="37455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37" name="ph3637"/>
            <p:cNvSpPr/>
            <p:nvPr/>
          </p:nvSpPr>
          <p:spPr>
            <a:xfrm>
              <a:off x="2851378" y="37455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8ABAA">
                <a:alpha val="100000"/>
              </a:srgbClr>
            </a:solidFill>
            <a:ln w="5420" cap="flat">
              <a:solidFill>
                <a:srgbClr val="48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38" name="ph3638"/>
            <p:cNvSpPr/>
            <p:nvPr/>
          </p:nvSpPr>
          <p:spPr>
            <a:xfrm>
              <a:off x="2863889" y="37455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39" name="ph3639"/>
            <p:cNvSpPr/>
            <p:nvPr/>
          </p:nvSpPr>
          <p:spPr>
            <a:xfrm>
              <a:off x="2876401" y="37455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40" name="ph3640"/>
            <p:cNvSpPr/>
            <p:nvPr/>
          </p:nvSpPr>
          <p:spPr>
            <a:xfrm>
              <a:off x="2888914" y="37455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41" name="ph3641"/>
            <p:cNvSpPr/>
            <p:nvPr/>
          </p:nvSpPr>
          <p:spPr>
            <a:xfrm>
              <a:off x="2901427" y="37455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42" name="ph3642"/>
            <p:cNvSpPr/>
            <p:nvPr/>
          </p:nvSpPr>
          <p:spPr>
            <a:xfrm>
              <a:off x="4603108" y="37455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43" name="ph3643"/>
            <p:cNvSpPr/>
            <p:nvPr/>
          </p:nvSpPr>
          <p:spPr>
            <a:xfrm>
              <a:off x="4615621" y="37455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44" name="ph3644"/>
            <p:cNvSpPr/>
            <p:nvPr/>
          </p:nvSpPr>
          <p:spPr>
            <a:xfrm>
              <a:off x="4628132" y="37455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45" name="ph3645"/>
            <p:cNvSpPr/>
            <p:nvPr/>
          </p:nvSpPr>
          <p:spPr>
            <a:xfrm>
              <a:off x="4640645" y="37455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46" name="ph3646"/>
            <p:cNvSpPr/>
            <p:nvPr/>
          </p:nvSpPr>
          <p:spPr>
            <a:xfrm>
              <a:off x="4653157" y="37455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47" name="ph3647"/>
            <p:cNvSpPr/>
            <p:nvPr/>
          </p:nvSpPr>
          <p:spPr>
            <a:xfrm>
              <a:off x="4803305" y="37455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48" name="ph3648"/>
            <p:cNvSpPr/>
            <p:nvPr/>
          </p:nvSpPr>
          <p:spPr>
            <a:xfrm>
              <a:off x="4815817" y="37455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49" name="ph3649"/>
            <p:cNvSpPr/>
            <p:nvPr/>
          </p:nvSpPr>
          <p:spPr>
            <a:xfrm>
              <a:off x="4828330" y="37455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50" name="ph3650"/>
            <p:cNvSpPr/>
            <p:nvPr/>
          </p:nvSpPr>
          <p:spPr>
            <a:xfrm>
              <a:off x="4840843" y="37455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51" name="ph3651"/>
            <p:cNvSpPr/>
            <p:nvPr/>
          </p:nvSpPr>
          <p:spPr>
            <a:xfrm>
              <a:off x="2851378" y="37609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52" name="ph3652"/>
            <p:cNvSpPr/>
            <p:nvPr/>
          </p:nvSpPr>
          <p:spPr>
            <a:xfrm>
              <a:off x="2863889" y="37609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53" name="ph3653"/>
            <p:cNvSpPr/>
            <p:nvPr/>
          </p:nvSpPr>
          <p:spPr>
            <a:xfrm>
              <a:off x="2876401" y="37609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54" name="ph3654"/>
            <p:cNvSpPr/>
            <p:nvPr/>
          </p:nvSpPr>
          <p:spPr>
            <a:xfrm>
              <a:off x="2888914" y="37609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55" name="ph3655"/>
            <p:cNvSpPr/>
            <p:nvPr/>
          </p:nvSpPr>
          <p:spPr>
            <a:xfrm>
              <a:off x="2901427" y="37609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56" name="ph3656"/>
            <p:cNvSpPr/>
            <p:nvPr/>
          </p:nvSpPr>
          <p:spPr>
            <a:xfrm>
              <a:off x="4603108" y="37609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57" name="ph3657"/>
            <p:cNvSpPr/>
            <p:nvPr/>
          </p:nvSpPr>
          <p:spPr>
            <a:xfrm>
              <a:off x="4615621" y="37609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4AA">
                <a:alpha val="100000"/>
              </a:srgbClr>
            </a:solidFill>
            <a:ln w="5420" cap="flat">
              <a:solidFill>
                <a:srgbClr val="42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58" name="ph3658"/>
            <p:cNvSpPr/>
            <p:nvPr/>
          </p:nvSpPr>
          <p:spPr>
            <a:xfrm>
              <a:off x="4628132" y="37609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59" name="ph3659"/>
            <p:cNvSpPr/>
            <p:nvPr/>
          </p:nvSpPr>
          <p:spPr>
            <a:xfrm>
              <a:off x="4640645" y="37609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60" name="ph3660"/>
            <p:cNvSpPr/>
            <p:nvPr/>
          </p:nvSpPr>
          <p:spPr>
            <a:xfrm>
              <a:off x="4653157" y="37609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61" name="ph3661"/>
            <p:cNvSpPr/>
            <p:nvPr/>
          </p:nvSpPr>
          <p:spPr>
            <a:xfrm>
              <a:off x="4665670" y="37609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62" name="ph3662"/>
            <p:cNvSpPr/>
            <p:nvPr/>
          </p:nvSpPr>
          <p:spPr>
            <a:xfrm>
              <a:off x="4678181" y="37609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63" name="ph3663"/>
            <p:cNvSpPr/>
            <p:nvPr/>
          </p:nvSpPr>
          <p:spPr>
            <a:xfrm>
              <a:off x="4690694" y="37609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64" name="ph3664"/>
            <p:cNvSpPr/>
            <p:nvPr/>
          </p:nvSpPr>
          <p:spPr>
            <a:xfrm>
              <a:off x="4803305" y="37609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65" name="ph3665"/>
            <p:cNvSpPr/>
            <p:nvPr/>
          </p:nvSpPr>
          <p:spPr>
            <a:xfrm>
              <a:off x="4815817" y="37609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66" name="ph3666"/>
            <p:cNvSpPr/>
            <p:nvPr/>
          </p:nvSpPr>
          <p:spPr>
            <a:xfrm>
              <a:off x="4828330" y="37609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67" name="ph3667"/>
            <p:cNvSpPr/>
            <p:nvPr/>
          </p:nvSpPr>
          <p:spPr>
            <a:xfrm>
              <a:off x="4840843" y="37609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68" name="ph3668"/>
            <p:cNvSpPr/>
            <p:nvPr/>
          </p:nvSpPr>
          <p:spPr>
            <a:xfrm>
              <a:off x="2863889" y="377632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69" name="ph3669"/>
            <p:cNvSpPr/>
            <p:nvPr/>
          </p:nvSpPr>
          <p:spPr>
            <a:xfrm>
              <a:off x="2876401" y="377632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70" name="ph3670"/>
            <p:cNvSpPr/>
            <p:nvPr/>
          </p:nvSpPr>
          <p:spPr>
            <a:xfrm>
              <a:off x="2888914" y="377632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71" name="ph3671"/>
            <p:cNvSpPr/>
            <p:nvPr/>
          </p:nvSpPr>
          <p:spPr>
            <a:xfrm>
              <a:off x="2901427" y="377632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72" name="ph3672"/>
            <p:cNvSpPr/>
            <p:nvPr/>
          </p:nvSpPr>
          <p:spPr>
            <a:xfrm>
              <a:off x="4615621" y="377632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73" name="ph3673"/>
            <p:cNvSpPr/>
            <p:nvPr/>
          </p:nvSpPr>
          <p:spPr>
            <a:xfrm>
              <a:off x="4628132" y="377632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74" name="ph3674"/>
            <p:cNvSpPr/>
            <p:nvPr/>
          </p:nvSpPr>
          <p:spPr>
            <a:xfrm>
              <a:off x="4640645" y="377632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75" name="ph3675"/>
            <p:cNvSpPr/>
            <p:nvPr/>
          </p:nvSpPr>
          <p:spPr>
            <a:xfrm>
              <a:off x="4653157" y="377632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76" name="ph3676"/>
            <p:cNvSpPr/>
            <p:nvPr/>
          </p:nvSpPr>
          <p:spPr>
            <a:xfrm>
              <a:off x="4665670" y="377632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77" name="ph3677"/>
            <p:cNvSpPr/>
            <p:nvPr/>
          </p:nvSpPr>
          <p:spPr>
            <a:xfrm>
              <a:off x="4678181" y="377632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78" name="ph3678"/>
            <p:cNvSpPr/>
            <p:nvPr/>
          </p:nvSpPr>
          <p:spPr>
            <a:xfrm>
              <a:off x="4690694" y="377632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79" name="ph3679"/>
            <p:cNvSpPr/>
            <p:nvPr/>
          </p:nvSpPr>
          <p:spPr>
            <a:xfrm>
              <a:off x="4703206" y="377632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80" name="ph3680"/>
            <p:cNvSpPr/>
            <p:nvPr/>
          </p:nvSpPr>
          <p:spPr>
            <a:xfrm>
              <a:off x="4790794" y="377632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81" name="ph3681"/>
            <p:cNvSpPr/>
            <p:nvPr/>
          </p:nvSpPr>
          <p:spPr>
            <a:xfrm>
              <a:off x="4803305" y="377632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82" name="ph3682"/>
            <p:cNvSpPr/>
            <p:nvPr/>
          </p:nvSpPr>
          <p:spPr>
            <a:xfrm>
              <a:off x="4815817" y="377632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83" name="ph3683"/>
            <p:cNvSpPr/>
            <p:nvPr/>
          </p:nvSpPr>
          <p:spPr>
            <a:xfrm>
              <a:off x="4828330" y="377632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84" name="ph3684"/>
            <p:cNvSpPr/>
            <p:nvPr/>
          </p:nvSpPr>
          <p:spPr>
            <a:xfrm>
              <a:off x="4840843" y="377632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85" name="ph3685"/>
            <p:cNvSpPr/>
            <p:nvPr/>
          </p:nvSpPr>
          <p:spPr>
            <a:xfrm>
              <a:off x="2863889" y="37917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86" name="ph3686"/>
            <p:cNvSpPr/>
            <p:nvPr/>
          </p:nvSpPr>
          <p:spPr>
            <a:xfrm>
              <a:off x="2876401" y="37917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87" name="ph3687"/>
            <p:cNvSpPr/>
            <p:nvPr/>
          </p:nvSpPr>
          <p:spPr>
            <a:xfrm>
              <a:off x="2888914" y="37917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88" name="ph3688"/>
            <p:cNvSpPr/>
            <p:nvPr/>
          </p:nvSpPr>
          <p:spPr>
            <a:xfrm>
              <a:off x="2901427" y="37917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89" name="ph3689"/>
            <p:cNvSpPr/>
            <p:nvPr/>
          </p:nvSpPr>
          <p:spPr>
            <a:xfrm>
              <a:off x="4628132" y="37917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90" name="ph3690"/>
            <p:cNvSpPr/>
            <p:nvPr/>
          </p:nvSpPr>
          <p:spPr>
            <a:xfrm>
              <a:off x="4640645" y="37917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91" name="ph3691"/>
            <p:cNvSpPr/>
            <p:nvPr/>
          </p:nvSpPr>
          <p:spPr>
            <a:xfrm>
              <a:off x="4653157" y="37917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92" name="ph3692"/>
            <p:cNvSpPr/>
            <p:nvPr/>
          </p:nvSpPr>
          <p:spPr>
            <a:xfrm>
              <a:off x="4665670" y="37917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93" name="ph3693"/>
            <p:cNvSpPr/>
            <p:nvPr/>
          </p:nvSpPr>
          <p:spPr>
            <a:xfrm>
              <a:off x="4678181" y="37917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4AA">
                <a:alpha val="100000"/>
              </a:srgbClr>
            </a:solidFill>
            <a:ln w="5420" cap="flat">
              <a:solidFill>
                <a:srgbClr val="42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94" name="ph3694"/>
            <p:cNvSpPr/>
            <p:nvPr/>
          </p:nvSpPr>
          <p:spPr>
            <a:xfrm>
              <a:off x="4690694" y="37917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95" name="ph3695"/>
            <p:cNvSpPr/>
            <p:nvPr/>
          </p:nvSpPr>
          <p:spPr>
            <a:xfrm>
              <a:off x="4703206" y="37917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96" name="ph3696"/>
            <p:cNvSpPr/>
            <p:nvPr/>
          </p:nvSpPr>
          <p:spPr>
            <a:xfrm>
              <a:off x="4790794" y="37917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97" name="ph3697"/>
            <p:cNvSpPr/>
            <p:nvPr/>
          </p:nvSpPr>
          <p:spPr>
            <a:xfrm>
              <a:off x="4803305" y="37917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98" name="ph3698"/>
            <p:cNvSpPr/>
            <p:nvPr/>
          </p:nvSpPr>
          <p:spPr>
            <a:xfrm>
              <a:off x="4815817" y="37917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99" name="ph3699"/>
            <p:cNvSpPr/>
            <p:nvPr/>
          </p:nvSpPr>
          <p:spPr>
            <a:xfrm>
              <a:off x="4828330" y="37917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00" name="ph3700"/>
            <p:cNvSpPr/>
            <p:nvPr/>
          </p:nvSpPr>
          <p:spPr>
            <a:xfrm>
              <a:off x="4840843" y="37917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01" name="ph3701"/>
            <p:cNvSpPr/>
            <p:nvPr/>
          </p:nvSpPr>
          <p:spPr>
            <a:xfrm>
              <a:off x="2851378" y="380707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02" name="ph3702"/>
            <p:cNvSpPr/>
            <p:nvPr/>
          </p:nvSpPr>
          <p:spPr>
            <a:xfrm>
              <a:off x="2863889" y="380707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03" name="ph3703"/>
            <p:cNvSpPr/>
            <p:nvPr/>
          </p:nvSpPr>
          <p:spPr>
            <a:xfrm>
              <a:off x="2876401" y="380707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04" name="ph3704"/>
            <p:cNvSpPr/>
            <p:nvPr/>
          </p:nvSpPr>
          <p:spPr>
            <a:xfrm>
              <a:off x="2888914" y="380707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05" name="ph3705"/>
            <p:cNvSpPr/>
            <p:nvPr/>
          </p:nvSpPr>
          <p:spPr>
            <a:xfrm>
              <a:off x="2901427" y="380707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06" name="ph3706"/>
            <p:cNvSpPr/>
            <p:nvPr/>
          </p:nvSpPr>
          <p:spPr>
            <a:xfrm>
              <a:off x="4640645" y="380707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07" name="ph3707"/>
            <p:cNvSpPr/>
            <p:nvPr/>
          </p:nvSpPr>
          <p:spPr>
            <a:xfrm>
              <a:off x="4653157" y="380707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08" name="ph3708"/>
            <p:cNvSpPr/>
            <p:nvPr/>
          </p:nvSpPr>
          <p:spPr>
            <a:xfrm>
              <a:off x="4665670" y="380707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09" name="ph3709"/>
            <p:cNvSpPr/>
            <p:nvPr/>
          </p:nvSpPr>
          <p:spPr>
            <a:xfrm>
              <a:off x="4678181" y="380707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10" name="ph3710"/>
            <p:cNvSpPr/>
            <p:nvPr/>
          </p:nvSpPr>
          <p:spPr>
            <a:xfrm>
              <a:off x="4690694" y="380707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11" name="ph3711"/>
            <p:cNvSpPr/>
            <p:nvPr/>
          </p:nvSpPr>
          <p:spPr>
            <a:xfrm>
              <a:off x="4703206" y="380707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12" name="ph3712"/>
            <p:cNvSpPr/>
            <p:nvPr/>
          </p:nvSpPr>
          <p:spPr>
            <a:xfrm>
              <a:off x="4715719" y="380707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13" name="ph3713"/>
            <p:cNvSpPr/>
            <p:nvPr/>
          </p:nvSpPr>
          <p:spPr>
            <a:xfrm>
              <a:off x="4778281" y="380707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14" name="ph3714"/>
            <p:cNvSpPr/>
            <p:nvPr/>
          </p:nvSpPr>
          <p:spPr>
            <a:xfrm>
              <a:off x="4790794" y="380707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15" name="ph3715"/>
            <p:cNvSpPr/>
            <p:nvPr/>
          </p:nvSpPr>
          <p:spPr>
            <a:xfrm>
              <a:off x="4803305" y="380707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16" name="ph3716"/>
            <p:cNvSpPr/>
            <p:nvPr/>
          </p:nvSpPr>
          <p:spPr>
            <a:xfrm>
              <a:off x="4815817" y="380707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17" name="ph3717"/>
            <p:cNvSpPr/>
            <p:nvPr/>
          </p:nvSpPr>
          <p:spPr>
            <a:xfrm>
              <a:off x="4828330" y="380707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18" name="ph3718"/>
            <p:cNvSpPr/>
            <p:nvPr/>
          </p:nvSpPr>
          <p:spPr>
            <a:xfrm>
              <a:off x="4840843" y="380707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19" name="ph3719"/>
            <p:cNvSpPr/>
            <p:nvPr/>
          </p:nvSpPr>
          <p:spPr>
            <a:xfrm>
              <a:off x="2851378" y="382245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20" name="ph3720"/>
            <p:cNvSpPr/>
            <p:nvPr/>
          </p:nvSpPr>
          <p:spPr>
            <a:xfrm>
              <a:off x="2863889" y="382245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21" name="ph3721"/>
            <p:cNvSpPr/>
            <p:nvPr/>
          </p:nvSpPr>
          <p:spPr>
            <a:xfrm>
              <a:off x="2876401" y="382245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22" name="ph3722"/>
            <p:cNvSpPr/>
            <p:nvPr/>
          </p:nvSpPr>
          <p:spPr>
            <a:xfrm>
              <a:off x="2888914" y="382245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23" name="ph3723"/>
            <p:cNvSpPr/>
            <p:nvPr/>
          </p:nvSpPr>
          <p:spPr>
            <a:xfrm>
              <a:off x="2901427" y="382245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24" name="ph3724"/>
            <p:cNvSpPr/>
            <p:nvPr/>
          </p:nvSpPr>
          <p:spPr>
            <a:xfrm>
              <a:off x="4665670" y="382245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25" name="ph3725"/>
            <p:cNvSpPr/>
            <p:nvPr/>
          </p:nvSpPr>
          <p:spPr>
            <a:xfrm>
              <a:off x="4678181" y="382245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26" name="ph3726"/>
            <p:cNvSpPr/>
            <p:nvPr/>
          </p:nvSpPr>
          <p:spPr>
            <a:xfrm>
              <a:off x="4690694" y="382245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27" name="ph3727"/>
            <p:cNvSpPr/>
            <p:nvPr/>
          </p:nvSpPr>
          <p:spPr>
            <a:xfrm>
              <a:off x="4703206" y="382245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28" name="ph3728"/>
            <p:cNvSpPr/>
            <p:nvPr/>
          </p:nvSpPr>
          <p:spPr>
            <a:xfrm>
              <a:off x="4715719" y="382245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29" name="ph3729"/>
            <p:cNvSpPr/>
            <p:nvPr/>
          </p:nvSpPr>
          <p:spPr>
            <a:xfrm>
              <a:off x="4778281" y="382245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30" name="ph3730"/>
            <p:cNvSpPr/>
            <p:nvPr/>
          </p:nvSpPr>
          <p:spPr>
            <a:xfrm>
              <a:off x="4790794" y="382245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31" name="ph3731"/>
            <p:cNvSpPr/>
            <p:nvPr/>
          </p:nvSpPr>
          <p:spPr>
            <a:xfrm>
              <a:off x="4803305" y="382245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32" name="ph3732"/>
            <p:cNvSpPr/>
            <p:nvPr/>
          </p:nvSpPr>
          <p:spPr>
            <a:xfrm>
              <a:off x="4815817" y="382245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33" name="ph3733"/>
            <p:cNvSpPr/>
            <p:nvPr/>
          </p:nvSpPr>
          <p:spPr>
            <a:xfrm>
              <a:off x="4828330" y="382245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34" name="ph3734"/>
            <p:cNvSpPr/>
            <p:nvPr/>
          </p:nvSpPr>
          <p:spPr>
            <a:xfrm>
              <a:off x="2838865" y="38378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35" name="ph3735"/>
            <p:cNvSpPr/>
            <p:nvPr/>
          </p:nvSpPr>
          <p:spPr>
            <a:xfrm>
              <a:off x="2851378" y="38378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36" name="ph3736"/>
            <p:cNvSpPr/>
            <p:nvPr/>
          </p:nvSpPr>
          <p:spPr>
            <a:xfrm>
              <a:off x="2863889" y="38378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37" name="ph3737"/>
            <p:cNvSpPr/>
            <p:nvPr/>
          </p:nvSpPr>
          <p:spPr>
            <a:xfrm>
              <a:off x="2876401" y="38378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38" name="ph3738"/>
            <p:cNvSpPr/>
            <p:nvPr/>
          </p:nvSpPr>
          <p:spPr>
            <a:xfrm>
              <a:off x="2888914" y="38378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39" name="ph3739"/>
            <p:cNvSpPr/>
            <p:nvPr/>
          </p:nvSpPr>
          <p:spPr>
            <a:xfrm>
              <a:off x="4678181" y="38378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40" name="ph3740"/>
            <p:cNvSpPr/>
            <p:nvPr/>
          </p:nvSpPr>
          <p:spPr>
            <a:xfrm>
              <a:off x="4690694" y="38378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41" name="ph3741"/>
            <p:cNvSpPr/>
            <p:nvPr/>
          </p:nvSpPr>
          <p:spPr>
            <a:xfrm>
              <a:off x="4703206" y="38378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42" name="ph3742"/>
            <p:cNvSpPr/>
            <p:nvPr/>
          </p:nvSpPr>
          <p:spPr>
            <a:xfrm>
              <a:off x="4715719" y="38378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43" name="ph3743"/>
            <p:cNvSpPr/>
            <p:nvPr/>
          </p:nvSpPr>
          <p:spPr>
            <a:xfrm>
              <a:off x="4728232" y="38378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44" name="ph3744"/>
            <p:cNvSpPr/>
            <p:nvPr/>
          </p:nvSpPr>
          <p:spPr>
            <a:xfrm>
              <a:off x="4740745" y="38378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45" name="ph3745"/>
            <p:cNvSpPr/>
            <p:nvPr/>
          </p:nvSpPr>
          <p:spPr>
            <a:xfrm>
              <a:off x="4765768" y="38378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46" name="ph3746"/>
            <p:cNvSpPr/>
            <p:nvPr/>
          </p:nvSpPr>
          <p:spPr>
            <a:xfrm>
              <a:off x="4778281" y="38378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47" name="ph3747"/>
            <p:cNvSpPr/>
            <p:nvPr/>
          </p:nvSpPr>
          <p:spPr>
            <a:xfrm>
              <a:off x="4790794" y="38378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48" name="ph3748"/>
            <p:cNvSpPr/>
            <p:nvPr/>
          </p:nvSpPr>
          <p:spPr>
            <a:xfrm>
              <a:off x="4803305" y="38378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49" name="ph3749"/>
            <p:cNvSpPr/>
            <p:nvPr/>
          </p:nvSpPr>
          <p:spPr>
            <a:xfrm>
              <a:off x="4815817" y="38378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50" name="ph3750"/>
            <p:cNvSpPr/>
            <p:nvPr/>
          </p:nvSpPr>
          <p:spPr>
            <a:xfrm>
              <a:off x="2826352" y="38532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51" name="ph3751"/>
            <p:cNvSpPr/>
            <p:nvPr/>
          </p:nvSpPr>
          <p:spPr>
            <a:xfrm>
              <a:off x="2838865" y="38532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52" name="ph3752"/>
            <p:cNvSpPr/>
            <p:nvPr/>
          </p:nvSpPr>
          <p:spPr>
            <a:xfrm>
              <a:off x="2851378" y="38532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53" name="ph3753"/>
            <p:cNvSpPr/>
            <p:nvPr/>
          </p:nvSpPr>
          <p:spPr>
            <a:xfrm>
              <a:off x="2863889" y="38532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54" name="ph3754"/>
            <p:cNvSpPr/>
            <p:nvPr/>
          </p:nvSpPr>
          <p:spPr>
            <a:xfrm>
              <a:off x="2876401" y="38532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55" name="ph3755"/>
            <p:cNvSpPr/>
            <p:nvPr/>
          </p:nvSpPr>
          <p:spPr>
            <a:xfrm>
              <a:off x="2888914" y="38532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56" name="ph3756"/>
            <p:cNvSpPr/>
            <p:nvPr/>
          </p:nvSpPr>
          <p:spPr>
            <a:xfrm>
              <a:off x="4678181" y="38532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57" name="ph3757"/>
            <p:cNvSpPr/>
            <p:nvPr/>
          </p:nvSpPr>
          <p:spPr>
            <a:xfrm>
              <a:off x="4690694" y="38532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58" name="ph3758"/>
            <p:cNvSpPr/>
            <p:nvPr/>
          </p:nvSpPr>
          <p:spPr>
            <a:xfrm>
              <a:off x="4703206" y="38532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59" name="ph3759"/>
            <p:cNvSpPr/>
            <p:nvPr/>
          </p:nvSpPr>
          <p:spPr>
            <a:xfrm>
              <a:off x="4715719" y="38532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60" name="ph3760"/>
            <p:cNvSpPr/>
            <p:nvPr/>
          </p:nvSpPr>
          <p:spPr>
            <a:xfrm>
              <a:off x="4728232" y="38532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61" name="ph3761"/>
            <p:cNvSpPr/>
            <p:nvPr/>
          </p:nvSpPr>
          <p:spPr>
            <a:xfrm>
              <a:off x="4740745" y="38532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62" name="ph3762"/>
            <p:cNvSpPr/>
            <p:nvPr/>
          </p:nvSpPr>
          <p:spPr>
            <a:xfrm>
              <a:off x="4753256" y="38532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63" name="ph3763"/>
            <p:cNvSpPr/>
            <p:nvPr/>
          </p:nvSpPr>
          <p:spPr>
            <a:xfrm>
              <a:off x="4765768" y="38532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64" name="ph3764"/>
            <p:cNvSpPr/>
            <p:nvPr/>
          </p:nvSpPr>
          <p:spPr>
            <a:xfrm>
              <a:off x="4778281" y="38532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65" name="ph3765"/>
            <p:cNvSpPr/>
            <p:nvPr/>
          </p:nvSpPr>
          <p:spPr>
            <a:xfrm>
              <a:off x="4790794" y="38532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66" name="ph3766"/>
            <p:cNvSpPr/>
            <p:nvPr/>
          </p:nvSpPr>
          <p:spPr>
            <a:xfrm>
              <a:off x="4803305" y="38532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67" name="ph3767"/>
            <p:cNvSpPr/>
            <p:nvPr/>
          </p:nvSpPr>
          <p:spPr>
            <a:xfrm>
              <a:off x="4815817" y="38532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68" name="ph3768"/>
            <p:cNvSpPr/>
            <p:nvPr/>
          </p:nvSpPr>
          <p:spPr>
            <a:xfrm>
              <a:off x="2826352" y="386858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69" name="ph3769"/>
            <p:cNvSpPr/>
            <p:nvPr/>
          </p:nvSpPr>
          <p:spPr>
            <a:xfrm>
              <a:off x="2838865" y="386858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70" name="ph3770"/>
            <p:cNvSpPr/>
            <p:nvPr/>
          </p:nvSpPr>
          <p:spPr>
            <a:xfrm>
              <a:off x="2851378" y="386858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71" name="ph3771"/>
            <p:cNvSpPr/>
            <p:nvPr/>
          </p:nvSpPr>
          <p:spPr>
            <a:xfrm>
              <a:off x="2863889" y="386858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72" name="ph3772"/>
            <p:cNvSpPr/>
            <p:nvPr/>
          </p:nvSpPr>
          <p:spPr>
            <a:xfrm>
              <a:off x="2876401" y="386858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73" name="ph3773"/>
            <p:cNvSpPr/>
            <p:nvPr/>
          </p:nvSpPr>
          <p:spPr>
            <a:xfrm>
              <a:off x="4678181" y="386858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6AA">
                <a:alpha val="100000"/>
              </a:srgbClr>
            </a:solidFill>
            <a:ln w="5420" cap="flat">
              <a:solidFill>
                <a:srgbClr val="42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74" name="ph3774"/>
            <p:cNvSpPr/>
            <p:nvPr/>
          </p:nvSpPr>
          <p:spPr>
            <a:xfrm>
              <a:off x="4690694" y="386858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6AA">
                <a:alpha val="100000"/>
              </a:srgbClr>
            </a:solidFill>
            <a:ln w="5420" cap="flat">
              <a:solidFill>
                <a:srgbClr val="42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75" name="ph3775"/>
            <p:cNvSpPr/>
            <p:nvPr/>
          </p:nvSpPr>
          <p:spPr>
            <a:xfrm>
              <a:off x="4703206" y="386858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76" name="ph3776"/>
            <p:cNvSpPr/>
            <p:nvPr/>
          </p:nvSpPr>
          <p:spPr>
            <a:xfrm>
              <a:off x="4715719" y="386858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77" name="ph3777"/>
            <p:cNvSpPr/>
            <p:nvPr/>
          </p:nvSpPr>
          <p:spPr>
            <a:xfrm>
              <a:off x="4728232" y="386858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78" name="ph3778"/>
            <p:cNvSpPr/>
            <p:nvPr/>
          </p:nvSpPr>
          <p:spPr>
            <a:xfrm>
              <a:off x="4740745" y="386858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79" name="ph3779"/>
            <p:cNvSpPr/>
            <p:nvPr/>
          </p:nvSpPr>
          <p:spPr>
            <a:xfrm>
              <a:off x="4753256" y="386858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80" name="ph3780"/>
            <p:cNvSpPr/>
            <p:nvPr/>
          </p:nvSpPr>
          <p:spPr>
            <a:xfrm>
              <a:off x="4765768" y="386858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81" name="ph3781"/>
            <p:cNvSpPr/>
            <p:nvPr/>
          </p:nvSpPr>
          <p:spPr>
            <a:xfrm>
              <a:off x="4778281" y="386858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82" name="ph3782"/>
            <p:cNvSpPr/>
            <p:nvPr/>
          </p:nvSpPr>
          <p:spPr>
            <a:xfrm>
              <a:off x="4790794" y="386858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83" name="ph3783"/>
            <p:cNvSpPr/>
            <p:nvPr/>
          </p:nvSpPr>
          <p:spPr>
            <a:xfrm>
              <a:off x="4803305" y="386858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84" name="ph3784"/>
            <p:cNvSpPr/>
            <p:nvPr/>
          </p:nvSpPr>
          <p:spPr>
            <a:xfrm>
              <a:off x="4815817" y="386858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85" name="ph3785"/>
            <p:cNvSpPr/>
            <p:nvPr/>
          </p:nvSpPr>
          <p:spPr>
            <a:xfrm>
              <a:off x="2826352" y="388395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86" name="ph3786"/>
            <p:cNvSpPr/>
            <p:nvPr/>
          </p:nvSpPr>
          <p:spPr>
            <a:xfrm>
              <a:off x="2838865" y="388395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87" name="ph3787"/>
            <p:cNvSpPr/>
            <p:nvPr/>
          </p:nvSpPr>
          <p:spPr>
            <a:xfrm>
              <a:off x="2851378" y="388395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88" name="ph3788"/>
            <p:cNvSpPr/>
            <p:nvPr/>
          </p:nvSpPr>
          <p:spPr>
            <a:xfrm>
              <a:off x="2863889" y="388395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89" name="ph3789"/>
            <p:cNvSpPr/>
            <p:nvPr/>
          </p:nvSpPr>
          <p:spPr>
            <a:xfrm>
              <a:off x="2876401" y="388395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90" name="ph3790"/>
            <p:cNvSpPr/>
            <p:nvPr/>
          </p:nvSpPr>
          <p:spPr>
            <a:xfrm>
              <a:off x="4678181" y="388395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91" name="ph3791"/>
            <p:cNvSpPr/>
            <p:nvPr/>
          </p:nvSpPr>
          <p:spPr>
            <a:xfrm>
              <a:off x="4690694" y="388395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92" name="ph3792"/>
            <p:cNvSpPr/>
            <p:nvPr/>
          </p:nvSpPr>
          <p:spPr>
            <a:xfrm>
              <a:off x="4703206" y="388395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93" name="ph3793"/>
            <p:cNvSpPr/>
            <p:nvPr/>
          </p:nvSpPr>
          <p:spPr>
            <a:xfrm>
              <a:off x="4715719" y="388395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94" name="ph3794"/>
            <p:cNvSpPr/>
            <p:nvPr/>
          </p:nvSpPr>
          <p:spPr>
            <a:xfrm>
              <a:off x="4728232" y="388395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95" name="ph3795"/>
            <p:cNvSpPr/>
            <p:nvPr/>
          </p:nvSpPr>
          <p:spPr>
            <a:xfrm>
              <a:off x="4740745" y="388395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2A6AA">
                <a:alpha val="100000"/>
              </a:srgbClr>
            </a:solidFill>
            <a:ln w="5420" cap="flat">
              <a:solidFill>
                <a:srgbClr val="42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96" name="ph3796"/>
            <p:cNvSpPr/>
            <p:nvPr/>
          </p:nvSpPr>
          <p:spPr>
            <a:xfrm>
              <a:off x="4753256" y="388395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6AA">
                <a:alpha val="100000"/>
              </a:srgbClr>
            </a:solidFill>
            <a:ln w="5420" cap="flat">
              <a:solidFill>
                <a:srgbClr val="42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97" name="ph3797"/>
            <p:cNvSpPr/>
            <p:nvPr/>
          </p:nvSpPr>
          <p:spPr>
            <a:xfrm>
              <a:off x="4765768" y="388395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98" name="ph3798"/>
            <p:cNvSpPr/>
            <p:nvPr/>
          </p:nvSpPr>
          <p:spPr>
            <a:xfrm>
              <a:off x="4778281" y="388395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99" name="ph3799"/>
            <p:cNvSpPr/>
            <p:nvPr/>
          </p:nvSpPr>
          <p:spPr>
            <a:xfrm>
              <a:off x="4790794" y="388395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00" name="ph3800"/>
            <p:cNvSpPr/>
            <p:nvPr/>
          </p:nvSpPr>
          <p:spPr>
            <a:xfrm>
              <a:off x="4803305" y="388395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01" name="ph3801"/>
            <p:cNvSpPr/>
            <p:nvPr/>
          </p:nvSpPr>
          <p:spPr>
            <a:xfrm>
              <a:off x="2813840" y="38993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02" name="ph3802"/>
            <p:cNvSpPr/>
            <p:nvPr/>
          </p:nvSpPr>
          <p:spPr>
            <a:xfrm>
              <a:off x="2826352" y="38993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03" name="ph3803"/>
            <p:cNvSpPr/>
            <p:nvPr/>
          </p:nvSpPr>
          <p:spPr>
            <a:xfrm>
              <a:off x="2838865" y="38993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04" name="ph3804"/>
            <p:cNvSpPr/>
            <p:nvPr/>
          </p:nvSpPr>
          <p:spPr>
            <a:xfrm>
              <a:off x="2851378" y="38993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05" name="ph3805"/>
            <p:cNvSpPr/>
            <p:nvPr/>
          </p:nvSpPr>
          <p:spPr>
            <a:xfrm>
              <a:off x="2863889" y="38993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06" name="ph3806"/>
            <p:cNvSpPr/>
            <p:nvPr/>
          </p:nvSpPr>
          <p:spPr>
            <a:xfrm>
              <a:off x="4690694" y="38993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07" name="ph3807"/>
            <p:cNvSpPr/>
            <p:nvPr/>
          </p:nvSpPr>
          <p:spPr>
            <a:xfrm>
              <a:off x="4703206" y="38993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08" name="ph3808"/>
            <p:cNvSpPr/>
            <p:nvPr/>
          </p:nvSpPr>
          <p:spPr>
            <a:xfrm>
              <a:off x="4715719" y="38993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09" name="ph3809"/>
            <p:cNvSpPr/>
            <p:nvPr/>
          </p:nvSpPr>
          <p:spPr>
            <a:xfrm>
              <a:off x="4728232" y="38993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10" name="ph3810"/>
            <p:cNvSpPr/>
            <p:nvPr/>
          </p:nvSpPr>
          <p:spPr>
            <a:xfrm>
              <a:off x="4740745" y="38993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11" name="ph3811"/>
            <p:cNvSpPr/>
            <p:nvPr/>
          </p:nvSpPr>
          <p:spPr>
            <a:xfrm>
              <a:off x="4753256" y="38993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12" name="ph3812"/>
            <p:cNvSpPr/>
            <p:nvPr/>
          </p:nvSpPr>
          <p:spPr>
            <a:xfrm>
              <a:off x="4765768" y="38993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13" name="ph3813"/>
            <p:cNvSpPr/>
            <p:nvPr/>
          </p:nvSpPr>
          <p:spPr>
            <a:xfrm>
              <a:off x="4778281" y="38993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14" name="ph3814"/>
            <p:cNvSpPr/>
            <p:nvPr/>
          </p:nvSpPr>
          <p:spPr>
            <a:xfrm>
              <a:off x="4790794" y="38993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6AA">
                <a:alpha val="100000"/>
              </a:srgbClr>
            </a:solidFill>
            <a:ln w="5420" cap="flat">
              <a:solidFill>
                <a:srgbClr val="42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15" name="ph3815"/>
            <p:cNvSpPr/>
            <p:nvPr/>
          </p:nvSpPr>
          <p:spPr>
            <a:xfrm>
              <a:off x="2813840" y="391470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16" name="ph3816"/>
            <p:cNvSpPr/>
            <p:nvPr/>
          </p:nvSpPr>
          <p:spPr>
            <a:xfrm>
              <a:off x="2826352" y="391470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17" name="ph3817"/>
            <p:cNvSpPr/>
            <p:nvPr/>
          </p:nvSpPr>
          <p:spPr>
            <a:xfrm>
              <a:off x="2838865" y="391470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18" name="ph3818"/>
            <p:cNvSpPr/>
            <p:nvPr/>
          </p:nvSpPr>
          <p:spPr>
            <a:xfrm>
              <a:off x="2851378" y="391470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19" name="ph3819"/>
            <p:cNvSpPr/>
            <p:nvPr/>
          </p:nvSpPr>
          <p:spPr>
            <a:xfrm>
              <a:off x="2863889" y="391470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20" name="ph3820"/>
            <p:cNvSpPr/>
            <p:nvPr/>
          </p:nvSpPr>
          <p:spPr>
            <a:xfrm>
              <a:off x="4703206" y="391470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21" name="ph3821"/>
            <p:cNvSpPr/>
            <p:nvPr/>
          </p:nvSpPr>
          <p:spPr>
            <a:xfrm>
              <a:off x="4715719" y="391470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22" name="ph3822"/>
            <p:cNvSpPr/>
            <p:nvPr/>
          </p:nvSpPr>
          <p:spPr>
            <a:xfrm>
              <a:off x="4728232" y="391470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23" name="ph3823"/>
            <p:cNvSpPr/>
            <p:nvPr/>
          </p:nvSpPr>
          <p:spPr>
            <a:xfrm>
              <a:off x="4740745" y="391470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24" name="ph3824"/>
            <p:cNvSpPr/>
            <p:nvPr/>
          </p:nvSpPr>
          <p:spPr>
            <a:xfrm>
              <a:off x="4753256" y="391470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25" name="ph3825"/>
            <p:cNvSpPr/>
            <p:nvPr/>
          </p:nvSpPr>
          <p:spPr>
            <a:xfrm>
              <a:off x="2813840" y="393008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26" name="ph3826"/>
            <p:cNvSpPr/>
            <p:nvPr/>
          </p:nvSpPr>
          <p:spPr>
            <a:xfrm>
              <a:off x="2826352" y="393008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27" name="ph3827"/>
            <p:cNvSpPr/>
            <p:nvPr/>
          </p:nvSpPr>
          <p:spPr>
            <a:xfrm>
              <a:off x="2838865" y="393008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28" name="ph3828"/>
            <p:cNvSpPr/>
            <p:nvPr/>
          </p:nvSpPr>
          <p:spPr>
            <a:xfrm>
              <a:off x="2851378" y="393008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CB0AB">
                <a:alpha val="100000"/>
              </a:srgbClr>
            </a:solidFill>
            <a:ln w="5420" cap="flat">
              <a:solidFill>
                <a:srgbClr val="4C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29" name="ph3829"/>
            <p:cNvSpPr/>
            <p:nvPr/>
          </p:nvSpPr>
          <p:spPr>
            <a:xfrm>
              <a:off x="2863889" y="393008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30" name="ph3830"/>
            <p:cNvSpPr/>
            <p:nvPr/>
          </p:nvSpPr>
          <p:spPr>
            <a:xfrm>
              <a:off x="2813840" y="394545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31" name="ph3831"/>
            <p:cNvSpPr/>
            <p:nvPr/>
          </p:nvSpPr>
          <p:spPr>
            <a:xfrm>
              <a:off x="2826352" y="394545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32" name="ph3832"/>
            <p:cNvSpPr/>
            <p:nvPr/>
          </p:nvSpPr>
          <p:spPr>
            <a:xfrm>
              <a:off x="2838865" y="394545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CB0AB">
                <a:alpha val="100000"/>
              </a:srgbClr>
            </a:solidFill>
            <a:ln w="5420" cap="flat">
              <a:solidFill>
                <a:srgbClr val="4C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33" name="ph3833"/>
            <p:cNvSpPr/>
            <p:nvPr/>
          </p:nvSpPr>
          <p:spPr>
            <a:xfrm>
              <a:off x="2851378" y="394545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34" name="ph3834"/>
            <p:cNvSpPr/>
            <p:nvPr/>
          </p:nvSpPr>
          <p:spPr>
            <a:xfrm>
              <a:off x="2801329" y="396083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CB0AB">
                <a:alpha val="100000"/>
              </a:srgbClr>
            </a:solidFill>
            <a:ln w="5420" cap="flat">
              <a:solidFill>
                <a:srgbClr val="4C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35" name="ph3835"/>
            <p:cNvSpPr/>
            <p:nvPr/>
          </p:nvSpPr>
          <p:spPr>
            <a:xfrm>
              <a:off x="2813840" y="396083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CB0AB">
                <a:alpha val="100000"/>
              </a:srgbClr>
            </a:solidFill>
            <a:ln w="5420" cap="flat">
              <a:solidFill>
                <a:srgbClr val="4C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36" name="ph3836"/>
            <p:cNvSpPr/>
            <p:nvPr/>
          </p:nvSpPr>
          <p:spPr>
            <a:xfrm>
              <a:off x="2826352" y="396083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37" name="ph3837"/>
            <p:cNvSpPr/>
            <p:nvPr/>
          </p:nvSpPr>
          <p:spPr>
            <a:xfrm>
              <a:off x="2838865" y="396083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38" name="ph3838"/>
            <p:cNvSpPr/>
            <p:nvPr/>
          </p:nvSpPr>
          <p:spPr>
            <a:xfrm>
              <a:off x="2851378" y="396083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39" name="ph3839"/>
            <p:cNvSpPr/>
            <p:nvPr/>
          </p:nvSpPr>
          <p:spPr>
            <a:xfrm>
              <a:off x="2801329" y="397621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40" name="ph3840"/>
            <p:cNvSpPr/>
            <p:nvPr/>
          </p:nvSpPr>
          <p:spPr>
            <a:xfrm>
              <a:off x="2813840" y="397621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41" name="ph3841"/>
            <p:cNvSpPr/>
            <p:nvPr/>
          </p:nvSpPr>
          <p:spPr>
            <a:xfrm>
              <a:off x="2826352" y="397621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42" name="ph3842"/>
            <p:cNvSpPr/>
            <p:nvPr/>
          </p:nvSpPr>
          <p:spPr>
            <a:xfrm>
              <a:off x="2838865" y="397621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43" name="ph3843"/>
            <p:cNvSpPr/>
            <p:nvPr/>
          </p:nvSpPr>
          <p:spPr>
            <a:xfrm>
              <a:off x="2851378" y="397621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44" name="ph3844"/>
            <p:cNvSpPr/>
            <p:nvPr/>
          </p:nvSpPr>
          <p:spPr>
            <a:xfrm>
              <a:off x="2801329" y="39915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45" name="ph3845"/>
            <p:cNvSpPr/>
            <p:nvPr/>
          </p:nvSpPr>
          <p:spPr>
            <a:xfrm>
              <a:off x="2813840" y="39915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46" name="ph3846"/>
            <p:cNvSpPr/>
            <p:nvPr/>
          </p:nvSpPr>
          <p:spPr>
            <a:xfrm>
              <a:off x="2826352" y="39915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47" name="ph3847"/>
            <p:cNvSpPr/>
            <p:nvPr/>
          </p:nvSpPr>
          <p:spPr>
            <a:xfrm>
              <a:off x="2838865" y="39915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48" name="ph3848"/>
            <p:cNvSpPr/>
            <p:nvPr/>
          </p:nvSpPr>
          <p:spPr>
            <a:xfrm>
              <a:off x="2851378" y="39915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49" name="ph3849"/>
            <p:cNvSpPr/>
            <p:nvPr/>
          </p:nvSpPr>
          <p:spPr>
            <a:xfrm>
              <a:off x="2801329" y="400696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50" name="ph3850"/>
            <p:cNvSpPr/>
            <p:nvPr/>
          </p:nvSpPr>
          <p:spPr>
            <a:xfrm>
              <a:off x="2813840" y="400696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51" name="ph3851"/>
            <p:cNvSpPr/>
            <p:nvPr/>
          </p:nvSpPr>
          <p:spPr>
            <a:xfrm>
              <a:off x="2826352" y="400696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52" name="ph3852"/>
            <p:cNvSpPr/>
            <p:nvPr/>
          </p:nvSpPr>
          <p:spPr>
            <a:xfrm>
              <a:off x="2838865" y="400696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53" name="ph3853"/>
            <p:cNvSpPr/>
            <p:nvPr/>
          </p:nvSpPr>
          <p:spPr>
            <a:xfrm>
              <a:off x="2801329" y="40223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54" name="ph3854"/>
            <p:cNvSpPr/>
            <p:nvPr/>
          </p:nvSpPr>
          <p:spPr>
            <a:xfrm>
              <a:off x="2813840" y="40223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55" name="ph3855"/>
            <p:cNvSpPr/>
            <p:nvPr/>
          </p:nvSpPr>
          <p:spPr>
            <a:xfrm>
              <a:off x="2826352" y="40223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56" name="ph3856"/>
            <p:cNvSpPr/>
            <p:nvPr/>
          </p:nvSpPr>
          <p:spPr>
            <a:xfrm>
              <a:off x="2838865" y="40223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57" name="ph3857"/>
            <p:cNvSpPr/>
            <p:nvPr/>
          </p:nvSpPr>
          <p:spPr>
            <a:xfrm>
              <a:off x="2801329" y="403771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58" name="ph3858"/>
            <p:cNvSpPr/>
            <p:nvPr/>
          </p:nvSpPr>
          <p:spPr>
            <a:xfrm>
              <a:off x="2813840" y="403771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59" name="ph3859"/>
            <p:cNvSpPr/>
            <p:nvPr/>
          </p:nvSpPr>
          <p:spPr>
            <a:xfrm>
              <a:off x="2826352" y="403771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60" name="ph3860"/>
            <p:cNvSpPr/>
            <p:nvPr/>
          </p:nvSpPr>
          <p:spPr>
            <a:xfrm>
              <a:off x="2838865" y="403771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61" name="ph3861"/>
            <p:cNvSpPr/>
            <p:nvPr/>
          </p:nvSpPr>
          <p:spPr>
            <a:xfrm>
              <a:off x="2801329" y="40530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62" name="ph3862"/>
            <p:cNvSpPr/>
            <p:nvPr/>
          </p:nvSpPr>
          <p:spPr>
            <a:xfrm>
              <a:off x="2813840" y="40530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63" name="ph3863"/>
            <p:cNvSpPr/>
            <p:nvPr/>
          </p:nvSpPr>
          <p:spPr>
            <a:xfrm>
              <a:off x="2826352" y="40530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64" name="ph3864"/>
            <p:cNvSpPr/>
            <p:nvPr/>
          </p:nvSpPr>
          <p:spPr>
            <a:xfrm>
              <a:off x="2838865" y="40530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65" name="ph3865"/>
            <p:cNvSpPr/>
            <p:nvPr/>
          </p:nvSpPr>
          <p:spPr>
            <a:xfrm>
              <a:off x="2801329" y="40684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66" name="ph3866"/>
            <p:cNvSpPr/>
            <p:nvPr/>
          </p:nvSpPr>
          <p:spPr>
            <a:xfrm>
              <a:off x="2813840" y="40684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67" name="ph3867"/>
            <p:cNvSpPr/>
            <p:nvPr/>
          </p:nvSpPr>
          <p:spPr>
            <a:xfrm>
              <a:off x="2826352" y="40684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68" name="ph3868"/>
            <p:cNvSpPr/>
            <p:nvPr/>
          </p:nvSpPr>
          <p:spPr>
            <a:xfrm>
              <a:off x="3554946" y="1114476"/>
              <a:ext cx="3984231" cy="3997815"/>
            </a:xfrm>
            <a:custGeom>
              <a:avLst/>
              <a:gdLst/>
              <a:ahLst/>
              <a:cxnLst/>
              <a:rect l="0" t="0" r="0" b="0"/>
              <a:pathLst>
                <a:path w="2988173" h="2998361">
                  <a:moveTo>
                    <a:pt x="2333048" y="914399"/>
                  </a:moveTo>
                  <a:lnTo>
                    <a:pt x="2352921" y="914369"/>
                  </a:lnTo>
                  <a:lnTo>
                    <a:pt x="2388435" y="914318"/>
                  </a:lnTo>
                  <a:lnTo>
                    <a:pt x="2423948" y="914266"/>
                  </a:lnTo>
                  <a:lnTo>
                    <a:pt x="2459461" y="914220"/>
                  </a:lnTo>
                  <a:lnTo>
                    <a:pt x="2494974" y="914169"/>
                  </a:lnTo>
                  <a:lnTo>
                    <a:pt x="2530491" y="914118"/>
                  </a:lnTo>
                  <a:lnTo>
                    <a:pt x="2566004" y="914067"/>
                  </a:lnTo>
                  <a:lnTo>
                    <a:pt x="2601517" y="914015"/>
                  </a:lnTo>
                  <a:lnTo>
                    <a:pt x="2609922" y="893798"/>
                  </a:lnTo>
                  <a:lnTo>
                    <a:pt x="2617753" y="884386"/>
                  </a:lnTo>
                  <a:lnTo>
                    <a:pt x="2628479" y="887504"/>
                  </a:lnTo>
                  <a:lnTo>
                    <a:pt x="2634192" y="887243"/>
                  </a:lnTo>
                  <a:lnTo>
                    <a:pt x="2640543" y="882389"/>
                  </a:lnTo>
                  <a:lnTo>
                    <a:pt x="2645694" y="879439"/>
                  </a:lnTo>
                  <a:lnTo>
                    <a:pt x="2649086" y="879874"/>
                  </a:lnTo>
                  <a:lnTo>
                    <a:pt x="2651982" y="884319"/>
                  </a:lnTo>
                  <a:lnTo>
                    <a:pt x="2654391" y="887284"/>
                  </a:lnTo>
                  <a:lnTo>
                    <a:pt x="2657204" y="886419"/>
                  </a:lnTo>
                  <a:lnTo>
                    <a:pt x="2659612" y="882225"/>
                  </a:lnTo>
                  <a:lnTo>
                    <a:pt x="2659529" y="876407"/>
                  </a:lnTo>
                  <a:lnTo>
                    <a:pt x="2662825" y="872357"/>
                  </a:lnTo>
                  <a:lnTo>
                    <a:pt x="2666738" y="871737"/>
                  </a:lnTo>
                  <a:lnTo>
                    <a:pt x="2670355" y="871865"/>
                  </a:lnTo>
                  <a:lnTo>
                    <a:pt x="2672160" y="869888"/>
                  </a:lnTo>
                  <a:lnTo>
                    <a:pt x="2671960" y="867052"/>
                  </a:lnTo>
                  <a:lnTo>
                    <a:pt x="2670656" y="862484"/>
                  </a:lnTo>
                  <a:lnTo>
                    <a:pt x="2671097" y="856984"/>
                  </a:lnTo>
                  <a:lnTo>
                    <a:pt x="2680132" y="847269"/>
                  </a:lnTo>
                  <a:lnTo>
                    <a:pt x="2691208" y="840679"/>
                  </a:lnTo>
                  <a:lnTo>
                    <a:pt x="2695092" y="837386"/>
                  </a:lnTo>
                  <a:lnTo>
                    <a:pt x="2696221" y="830708"/>
                  </a:lnTo>
                  <a:lnTo>
                    <a:pt x="2702572" y="823770"/>
                  </a:lnTo>
                  <a:lnTo>
                    <a:pt x="2705748" y="819780"/>
                  </a:lnTo>
                  <a:lnTo>
                    <a:pt x="2706523" y="816313"/>
                  </a:lnTo>
                  <a:lnTo>
                    <a:pt x="2704877" y="812048"/>
                  </a:lnTo>
                  <a:lnTo>
                    <a:pt x="2705043" y="803916"/>
                  </a:lnTo>
                  <a:lnTo>
                    <a:pt x="2707227" y="794201"/>
                  </a:lnTo>
                  <a:lnTo>
                    <a:pt x="2709840" y="783622"/>
                  </a:lnTo>
                  <a:lnTo>
                    <a:pt x="2715695" y="774081"/>
                  </a:lnTo>
                  <a:lnTo>
                    <a:pt x="2725296" y="763676"/>
                  </a:lnTo>
                  <a:lnTo>
                    <a:pt x="2727767" y="750003"/>
                  </a:lnTo>
                  <a:lnTo>
                    <a:pt x="2730372" y="735582"/>
                  </a:lnTo>
                  <a:lnTo>
                    <a:pt x="2741978" y="721530"/>
                  </a:lnTo>
                  <a:lnTo>
                    <a:pt x="2755138" y="705594"/>
                  </a:lnTo>
                  <a:lnTo>
                    <a:pt x="2759911" y="699813"/>
                  </a:lnTo>
                  <a:lnTo>
                    <a:pt x="2918285" y="699813"/>
                  </a:lnTo>
                  <a:lnTo>
                    <a:pt x="2918547" y="711796"/>
                  </a:lnTo>
                  <a:lnTo>
                    <a:pt x="2918759" y="728142"/>
                  </a:lnTo>
                  <a:lnTo>
                    <a:pt x="2918984" y="745368"/>
                  </a:lnTo>
                  <a:lnTo>
                    <a:pt x="2919147" y="757664"/>
                  </a:lnTo>
                  <a:lnTo>
                    <a:pt x="2919426" y="774547"/>
                  </a:lnTo>
                  <a:lnTo>
                    <a:pt x="2919647" y="787979"/>
                  </a:lnTo>
                  <a:lnTo>
                    <a:pt x="2919943" y="805513"/>
                  </a:lnTo>
                  <a:lnTo>
                    <a:pt x="2920097" y="814885"/>
                  </a:lnTo>
                  <a:lnTo>
                    <a:pt x="2921601" y="817589"/>
                  </a:lnTo>
                  <a:lnTo>
                    <a:pt x="2920697" y="821281"/>
                  </a:lnTo>
                  <a:lnTo>
                    <a:pt x="2920301" y="823129"/>
                  </a:lnTo>
                  <a:lnTo>
                    <a:pt x="2920397" y="824599"/>
                  </a:lnTo>
                  <a:lnTo>
                    <a:pt x="2920997" y="826448"/>
                  </a:lnTo>
                  <a:lnTo>
                    <a:pt x="2920897" y="829034"/>
                  </a:lnTo>
                  <a:lnTo>
                    <a:pt x="2919497" y="831374"/>
                  </a:lnTo>
                  <a:lnTo>
                    <a:pt x="2918797" y="834078"/>
                  </a:lnTo>
                  <a:lnTo>
                    <a:pt x="2918597" y="838508"/>
                  </a:lnTo>
                  <a:lnTo>
                    <a:pt x="2920097" y="841216"/>
                  </a:lnTo>
                  <a:lnTo>
                    <a:pt x="2922602" y="842814"/>
                  </a:lnTo>
                  <a:lnTo>
                    <a:pt x="2924706" y="842814"/>
                  </a:lnTo>
                  <a:lnTo>
                    <a:pt x="2927411" y="844417"/>
                  </a:lnTo>
                  <a:lnTo>
                    <a:pt x="2930915" y="847249"/>
                  </a:lnTo>
                  <a:lnTo>
                    <a:pt x="2936220" y="849707"/>
                  </a:lnTo>
                  <a:lnTo>
                    <a:pt x="2941729" y="850567"/>
                  </a:lnTo>
                  <a:lnTo>
                    <a:pt x="2945534" y="849953"/>
                  </a:lnTo>
                  <a:lnTo>
                    <a:pt x="2950139" y="851556"/>
                  </a:lnTo>
                  <a:lnTo>
                    <a:pt x="2951743" y="855494"/>
                  </a:lnTo>
                  <a:lnTo>
                    <a:pt x="2950843" y="859181"/>
                  </a:lnTo>
                  <a:lnTo>
                    <a:pt x="2948238" y="860906"/>
                  </a:lnTo>
                  <a:lnTo>
                    <a:pt x="2945434" y="862263"/>
                  </a:lnTo>
                  <a:lnTo>
                    <a:pt x="2944934" y="865090"/>
                  </a:lnTo>
                  <a:lnTo>
                    <a:pt x="2946334" y="868045"/>
                  </a:lnTo>
                  <a:lnTo>
                    <a:pt x="2948338" y="870631"/>
                  </a:lnTo>
                  <a:lnTo>
                    <a:pt x="2950543" y="875173"/>
                  </a:lnTo>
                  <a:lnTo>
                    <a:pt x="2949639" y="879111"/>
                  </a:lnTo>
                  <a:lnTo>
                    <a:pt x="2947638" y="882435"/>
                  </a:lnTo>
                  <a:lnTo>
                    <a:pt x="2946734" y="885876"/>
                  </a:lnTo>
                  <a:lnTo>
                    <a:pt x="2948438" y="888836"/>
                  </a:lnTo>
                  <a:lnTo>
                    <a:pt x="2952943" y="892769"/>
                  </a:lnTo>
                  <a:lnTo>
                    <a:pt x="2955748" y="896584"/>
                  </a:lnTo>
                  <a:lnTo>
                    <a:pt x="2960157" y="898678"/>
                  </a:lnTo>
                  <a:lnTo>
                    <a:pt x="2962257" y="897198"/>
                  </a:lnTo>
                  <a:lnTo>
                    <a:pt x="2963961" y="895227"/>
                  </a:lnTo>
                  <a:lnTo>
                    <a:pt x="2965762" y="893752"/>
                  </a:lnTo>
                  <a:lnTo>
                    <a:pt x="2968866" y="894617"/>
                  </a:lnTo>
                  <a:lnTo>
                    <a:pt x="2972471" y="895724"/>
                  </a:lnTo>
                  <a:lnTo>
                    <a:pt x="2976409" y="897040"/>
                  </a:lnTo>
                  <a:lnTo>
                    <a:pt x="2975938" y="900230"/>
                  </a:lnTo>
                  <a:lnTo>
                    <a:pt x="2978338" y="905607"/>
                  </a:lnTo>
                  <a:lnTo>
                    <a:pt x="2980197" y="915946"/>
                  </a:lnTo>
                  <a:lnTo>
                    <a:pt x="2977342" y="920642"/>
                  </a:lnTo>
                  <a:lnTo>
                    <a:pt x="2977955" y="926864"/>
                  </a:lnTo>
                  <a:lnTo>
                    <a:pt x="2985868" y="928677"/>
                  </a:lnTo>
                  <a:lnTo>
                    <a:pt x="2987794" y="930582"/>
                  </a:lnTo>
                  <a:lnTo>
                    <a:pt x="2988173" y="932881"/>
                  </a:lnTo>
                  <a:lnTo>
                    <a:pt x="2970741" y="948833"/>
                  </a:lnTo>
                  <a:lnTo>
                    <a:pt x="2955994" y="946600"/>
                  </a:lnTo>
                  <a:lnTo>
                    <a:pt x="2947992" y="950830"/>
                  </a:lnTo>
                  <a:lnTo>
                    <a:pt x="2939612" y="952064"/>
                  </a:lnTo>
                  <a:lnTo>
                    <a:pt x="2935937" y="959192"/>
                  </a:lnTo>
                  <a:lnTo>
                    <a:pt x="2931336" y="960703"/>
                  </a:lnTo>
                  <a:lnTo>
                    <a:pt x="2925035" y="960273"/>
                  </a:lnTo>
                  <a:lnTo>
                    <a:pt x="2919601" y="958260"/>
                  </a:lnTo>
                  <a:lnTo>
                    <a:pt x="2915455" y="959248"/>
                  </a:lnTo>
                  <a:lnTo>
                    <a:pt x="2909654" y="972112"/>
                  </a:lnTo>
                  <a:lnTo>
                    <a:pt x="2904903" y="970991"/>
                  </a:lnTo>
                  <a:lnTo>
                    <a:pt x="2903011" y="975620"/>
                  </a:lnTo>
                  <a:lnTo>
                    <a:pt x="2900528" y="977643"/>
                  </a:lnTo>
                  <a:lnTo>
                    <a:pt x="2896886" y="979379"/>
                  </a:lnTo>
                  <a:lnTo>
                    <a:pt x="2893723" y="973664"/>
                  </a:lnTo>
                  <a:lnTo>
                    <a:pt x="2891710" y="968231"/>
                  </a:lnTo>
                  <a:lnTo>
                    <a:pt x="2888743" y="967037"/>
                  </a:lnTo>
                  <a:lnTo>
                    <a:pt x="2884801" y="965650"/>
                  </a:lnTo>
                  <a:lnTo>
                    <a:pt x="2880746" y="965696"/>
                  </a:lnTo>
                  <a:lnTo>
                    <a:pt x="2878041" y="966474"/>
                  </a:lnTo>
                  <a:lnTo>
                    <a:pt x="2874687" y="969987"/>
                  </a:lnTo>
                  <a:lnTo>
                    <a:pt x="2869824" y="973003"/>
                  </a:lnTo>
                  <a:lnTo>
                    <a:pt x="2866144" y="970489"/>
                  </a:lnTo>
                  <a:lnTo>
                    <a:pt x="2863265" y="966448"/>
                  </a:lnTo>
                  <a:lnTo>
                    <a:pt x="2860802" y="972947"/>
                  </a:lnTo>
                  <a:lnTo>
                    <a:pt x="2857218" y="979809"/>
                  </a:lnTo>
                  <a:lnTo>
                    <a:pt x="2857814" y="987813"/>
                  </a:lnTo>
                  <a:lnTo>
                    <a:pt x="2856272" y="992560"/>
                  </a:lnTo>
                  <a:lnTo>
                    <a:pt x="2852871" y="991280"/>
                  </a:lnTo>
                  <a:lnTo>
                    <a:pt x="2849488" y="987117"/>
                  </a:lnTo>
                  <a:lnTo>
                    <a:pt x="2839991" y="983788"/>
                  </a:lnTo>
                  <a:lnTo>
                    <a:pt x="2832427" y="984095"/>
                  </a:lnTo>
                  <a:lnTo>
                    <a:pt x="2833965" y="979650"/>
                  </a:lnTo>
                  <a:lnTo>
                    <a:pt x="2841116" y="973270"/>
                  </a:lnTo>
                  <a:lnTo>
                    <a:pt x="2838915" y="972020"/>
                  </a:lnTo>
                  <a:lnTo>
                    <a:pt x="2835407" y="972906"/>
                  </a:lnTo>
                  <a:lnTo>
                    <a:pt x="2833877" y="972020"/>
                  </a:lnTo>
                  <a:lnTo>
                    <a:pt x="2836386" y="966223"/>
                  </a:lnTo>
                  <a:lnTo>
                    <a:pt x="2836628" y="959827"/>
                  </a:lnTo>
                  <a:lnTo>
                    <a:pt x="2833427" y="962065"/>
                  </a:lnTo>
                  <a:lnTo>
                    <a:pt x="2829402" y="968814"/>
                  </a:lnTo>
                  <a:lnTo>
                    <a:pt x="2819663" y="974186"/>
                  </a:lnTo>
                  <a:lnTo>
                    <a:pt x="2820117" y="983179"/>
                  </a:lnTo>
                  <a:lnTo>
                    <a:pt x="2810949" y="1001609"/>
                  </a:lnTo>
                  <a:lnTo>
                    <a:pt x="2810541" y="1009454"/>
                  </a:lnTo>
                  <a:lnTo>
                    <a:pt x="2804661" y="1015717"/>
                  </a:lnTo>
                  <a:lnTo>
                    <a:pt x="2797081" y="1021104"/>
                  </a:lnTo>
                  <a:lnTo>
                    <a:pt x="2786971" y="1019588"/>
                  </a:lnTo>
                  <a:lnTo>
                    <a:pt x="2779253" y="1024269"/>
                  </a:lnTo>
                  <a:lnTo>
                    <a:pt x="2775336" y="1029641"/>
                  </a:lnTo>
                  <a:lnTo>
                    <a:pt x="2771932" y="1030450"/>
                  </a:lnTo>
                  <a:lnTo>
                    <a:pt x="2770156" y="1023608"/>
                  </a:lnTo>
                  <a:lnTo>
                    <a:pt x="2768864" y="1021493"/>
                  </a:lnTo>
                  <a:lnTo>
                    <a:pt x="2766022" y="1031581"/>
                  </a:lnTo>
                  <a:lnTo>
                    <a:pt x="2763126" y="1032206"/>
                  </a:lnTo>
                  <a:lnTo>
                    <a:pt x="2762030" y="1025052"/>
                  </a:lnTo>
                  <a:lnTo>
                    <a:pt x="2760655" y="1020326"/>
                  </a:lnTo>
                  <a:lnTo>
                    <a:pt x="2756709" y="1024402"/>
                  </a:lnTo>
                  <a:lnTo>
                    <a:pt x="2754087" y="1035207"/>
                  </a:lnTo>
                  <a:lnTo>
                    <a:pt x="2751341" y="1034296"/>
                  </a:lnTo>
                  <a:lnTo>
                    <a:pt x="2750466" y="1030276"/>
                  </a:lnTo>
                  <a:lnTo>
                    <a:pt x="2748499" y="1029057"/>
                  </a:lnTo>
                  <a:lnTo>
                    <a:pt x="2747824" y="1033650"/>
                  </a:lnTo>
                  <a:lnTo>
                    <a:pt x="2748816" y="1040113"/>
                  </a:lnTo>
                  <a:lnTo>
                    <a:pt x="2747387" y="1043564"/>
                  </a:lnTo>
                  <a:lnTo>
                    <a:pt x="2744657" y="1041721"/>
                  </a:lnTo>
                  <a:lnTo>
                    <a:pt x="2741911" y="1038612"/>
                  </a:lnTo>
                  <a:lnTo>
                    <a:pt x="2737381" y="1040973"/>
                  </a:lnTo>
                  <a:lnTo>
                    <a:pt x="2733222" y="1041931"/>
                  </a:lnTo>
                  <a:lnTo>
                    <a:pt x="2733206" y="1038766"/>
                  </a:lnTo>
                  <a:lnTo>
                    <a:pt x="2733997" y="1034884"/>
                  </a:lnTo>
                  <a:lnTo>
                    <a:pt x="2725709" y="1037030"/>
                  </a:lnTo>
                  <a:lnTo>
                    <a:pt x="2715770" y="1044189"/>
                  </a:lnTo>
                  <a:lnTo>
                    <a:pt x="2708052" y="1054093"/>
                  </a:lnTo>
                  <a:lnTo>
                    <a:pt x="2710728" y="1055742"/>
                  </a:lnTo>
                  <a:lnTo>
                    <a:pt x="2713740" y="1058896"/>
                  </a:lnTo>
                  <a:lnTo>
                    <a:pt x="2700334" y="1074198"/>
                  </a:lnTo>
                  <a:lnTo>
                    <a:pt x="2686591" y="1087978"/>
                  </a:lnTo>
                  <a:lnTo>
                    <a:pt x="2676210" y="1110464"/>
                  </a:lnTo>
                  <a:lnTo>
                    <a:pt x="2672043" y="1113096"/>
                  </a:lnTo>
                  <a:lnTo>
                    <a:pt x="2668464" y="1117218"/>
                  </a:lnTo>
                  <a:lnTo>
                    <a:pt x="2664663" y="1130794"/>
                  </a:lnTo>
                  <a:lnTo>
                    <a:pt x="2660275" y="1142879"/>
                  </a:lnTo>
                  <a:lnTo>
                    <a:pt x="2662729" y="1148261"/>
                  </a:lnTo>
                  <a:lnTo>
                    <a:pt x="2664346" y="1153797"/>
                  </a:lnTo>
                  <a:lnTo>
                    <a:pt x="2668243" y="1159246"/>
                  </a:lnTo>
                  <a:lnTo>
                    <a:pt x="2671556" y="1159737"/>
                  </a:lnTo>
                  <a:lnTo>
                    <a:pt x="2675144" y="1158754"/>
                  </a:lnTo>
                  <a:lnTo>
                    <a:pt x="2677777" y="1158985"/>
                  </a:lnTo>
                  <a:lnTo>
                    <a:pt x="2679469" y="1161299"/>
                  </a:lnTo>
                  <a:lnTo>
                    <a:pt x="2678719" y="1164075"/>
                  </a:lnTo>
                  <a:lnTo>
                    <a:pt x="2674581" y="1164766"/>
                  </a:lnTo>
                  <a:lnTo>
                    <a:pt x="2666863" y="1169621"/>
                  </a:lnTo>
                  <a:lnTo>
                    <a:pt x="2660096" y="1171485"/>
                  </a:lnTo>
                  <a:lnTo>
                    <a:pt x="2656704" y="1177353"/>
                  </a:lnTo>
                  <a:lnTo>
                    <a:pt x="2651620" y="1184134"/>
                  </a:lnTo>
                  <a:lnTo>
                    <a:pt x="2641743" y="1194713"/>
                  </a:lnTo>
                  <a:lnTo>
                    <a:pt x="2645965" y="1197975"/>
                  </a:lnTo>
                  <a:lnTo>
                    <a:pt x="2661221" y="1201652"/>
                  </a:lnTo>
                  <a:lnTo>
                    <a:pt x="2668022" y="1205437"/>
                  </a:lnTo>
                  <a:lnTo>
                    <a:pt x="2678315" y="1225198"/>
                  </a:lnTo>
                  <a:lnTo>
                    <a:pt x="2675965" y="1227175"/>
                  </a:lnTo>
                  <a:lnTo>
                    <a:pt x="2675031" y="1230795"/>
                  </a:lnTo>
                  <a:lnTo>
                    <a:pt x="2684182" y="1235875"/>
                  </a:lnTo>
                  <a:lnTo>
                    <a:pt x="2687104" y="1250065"/>
                  </a:lnTo>
                  <a:lnTo>
                    <a:pt x="2694617" y="1254894"/>
                  </a:lnTo>
                  <a:lnTo>
                    <a:pt x="2705814" y="1257864"/>
                  </a:lnTo>
                  <a:lnTo>
                    <a:pt x="2719508" y="1253573"/>
                  </a:lnTo>
                  <a:lnTo>
                    <a:pt x="2730909" y="1247669"/>
                  </a:lnTo>
                  <a:lnTo>
                    <a:pt x="2730509" y="1242829"/>
                  </a:lnTo>
                  <a:lnTo>
                    <a:pt x="2723346" y="1231569"/>
                  </a:lnTo>
                  <a:lnTo>
                    <a:pt x="2721621" y="1226279"/>
                  </a:lnTo>
                  <a:lnTo>
                    <a:pt x="2716303" y="1222853"/>
                  </a:lnTo>
                  <a:lnTo>
                    <a:pt x="2714282" y="1225756"/>
                  </a:lnTo>
                  <a:lnTo>
                    <a:pt x="2710844" y="1221987"/>
                  </a:lnTo>
                  <a:lnTo>
                    <a:pt x="2710457" y="1219872"/>
                  </a:lnTo>
                  <a:lnTo>
                    <a:pt x="2713661" y="1218843"/>
                  </a:lnTo>
                  <a:lnTo>
                    <a:pt x="2717387" y="1219253"/>
                  </a:lnTo>
                  <a:lnTo>
                    <a:pt x="2721733" y="1221224"/>
                  </a:lnTo>
                  <a:lnTo>
                    <a:pt x="2732918" y="1233499"/>
                  </a:lnTo>
                  <a:lnTo>
                    <a:pt x="2736014" y="1249589"/>
                  </a:lnTo>
                  <a:lnTo>
                    <a:pt x="2736677" y="1259805"/>
                  </a:lnTo>
                  <a:lnTo>
                    <a:pt x="2735414" y="1263298"/>
                  </a:lnTo>
                  <a:lnTo>
                    <a:pt x="2732160" y="1262581"/>
                  </a:lnTo>
                  <a:lnTo>
                    <a:pt x="2725950" y="1263277"/>
                  </a:lnTo>
                  <a:lnTo>
                    <a:pt x="2696492" y="1268567"/>
                  </a:lnTo>
                  <a:lnTo>
                    <a:pt x="2689950" y="1273227"/>
                  </a:lnTo>
                  <a:lnTo>
                    <a:pt x="2674948" y="1278287"/>
                  </a:lnTo>
                  <a:lnTo>
                    <a:pt x="2674014" y="1275762"/>
                  </a:lnTo>
                  <a:lnTo>
                    <a:pt x="2675098" y="1270539"/>
                  </a:lnTo>
                  <a:lnTo>
                    <a:pt x="2674152" y="1259841"/>
                  </a:lnTo>
                  <a:lnTo>
                    <a:pt x="2671193" y="1259344"/>
                  </a:lnTo>
                  <a:lnTo>
                    <a:pt x="2647886" y="1276786"/>
                  </a:lnTo>
                  <a:lnTo>
                    <a:pt x="2638876" y="1277882"/>
                  </a:lnTo>
                  <a:lnTo>
                    <a:pt x="2631300" y="1282988"/>
                  </a:lnTo>
                  <a:lnTo>
                    <a:pt x="2629604" y="1280156"/>
                  </a:lnTo>
                  <a:lnTo>
                    <a:pt x="2628250" y="1267077"/>
                  </a:lnTo>
                  <a:lnTo>
                    <a:pt x="2632992" y="1256108"/>
                  </a:lnTo>
                  <a:lnTo>
                    <a:pt x="2630467" y="1256282"/>
                  </a:lnTo>
                  <a:lnTo>
                    <a:pt x="2622549" y="1262868"/>
                  </a:lnTo>
                  <a:lnTo>
                    <a:pt x="2619165" y="1258817"/>
                  </a:lnTo>
                  <a:lnTo>
                    <a:pt x="2617469" y="1254372"/>
                  </a:lnTo>
                  <a:lnTo>
                    <a:pt x="2615031" y="1251858"/>
                  </a:lnTo>
                  <a:lnTo>
                    <a:pt x="2612389" y="1250905"/>
                  </a:lnTo>
                  <a:lnTo>
                    <a:pt x="2614648" y="1260614"/>
                  </a:lnTo>
                  <a:lnTo>
                    <a:pt x="2609281" y="1267896"/>
                  </a:lnTo>
                  <a:lnTo>
                    <a:pt x="2607810" y="1286731"/>
                  </a:lnTo>
                  <a:lnTo>
                    <a:pt x="2601063" y="1294571"/>
                  </a:lnTo>
                  <a:lnTo>
                    <a:pt x="2580031" y="1299610"/>
                  </a:lnTo>
                  <a:lnTo>
                    <a:pt x="2566321" y="1298545"/>
                  </a:lnTo>
                  <a:lnTo>
                    <a:pt x="2554036" y="1300112"/>
                  </a:lnTo>
                  <a:lnTo>
                    <a:pt x="2537700" y="1303727"/>
                  </a:lnTo>
                  <a:lnTo>
                    <a:pt x="2528674" y="1301577"/>
                  </a:lnTo>
                  <a:lnTo>
                    <a:pt x="2519427" y="1305392"/>
                  </a:lnTo>
                  <a:lnTo>
                    <a:pt x="2488039" y="1306431"/>
                  </a:lnTo>
                  <a:lnTo>
                    <a:pt x="2481422" y="1304408"/>
                  </a:lnTo>
                  <a:lnTo>
                    <a:pt x="2472971" y="1311614"/>
                  </a:lnTo>
                  <a:lnTo>
                    <a:pt x="2459440" y="1315874"/>
                  </a:lnTo>
                  <a:lnTo>
                    <a:pt x="2425239" y="1332020"/>
                  </a:lnTo>
                  <a:lnTo>
                    <a:pt x="2417697" y="1337894"/>
                  </a:lnTo>
                  <a:lnTo>
                    <a:pt x="2408512" y="1347066"/>
                  </a:lnTo>
                  <a:lnTo>
                    <a:pt x="2402345" y="1351997"/>
                  </a:lnTo>
                  <a:lnTo>
                    <a:pt x="2397273" y="1353600"/>
                  </a:lnTo>
                  <a:lnTo>
                    <a:pt x="2394156" y="1357707"/>
                  </a:lnTo>
                  <a:lnTo>
                    <a:pt x="2390752" y="1360390"/>
                  </a:lnTo>
                  <a:lnTo>
                    <a:pt x="2394039" y="1351224"/>
                  </a:lnTo>
                  <a:lnTo>
                    <a:pt x="2397611" y="1343496"/>
                  </a:lnTo>
                  <a:lnTo>
                    <a:pt x="2400578" y="1328528"/>
                  </a:lnTo>
                  <a:lnTo>
                    <a:pt x="2399703" y="1316422"/>
                  </a:lnTo>
                  <a:lnTo>
                    <a:pt x="2396023" y="1311445"/>
                  </a:lnTo>
                  <a:lnTo>
                    <a:pt x="2392218" y="1308126"/>
                  </a:lnTo>
                  <a:lnTo>
                    <a:pt x="2396677" y="1320073"/>
                  </a:lnTo>
                  <a:lnTo>
                    <a:pt x="2397398" y="1334724"/>
                  </a:lnTo>
                  <a:lnTo>
                    <a:pt x="2395865" y="1343307"/>
                  </a:lnTo>
                  <a:lnTo>
                    <a:pt x="2387476" y="1359863"/>
                  </a:lnTo>
                  <a:lnTo>
                    <a:pt x="2383905" y="1363719"/>
                  </a:lnTo>
                  <a:lnTo>
                    <a:pt x="2379729" y="1367109"/>
                  </a:lnTo>
                  <a:lnTo>
                    <a:pt x="2376583" y="1368584"/>
                  </a:lnTo>
                  <a:lnTo>
                    <a:pt x="2373678" y="1371231"/>
                  </a:lnTo>
                  <a:lnTo>
                    <a:pt x="2370303" y="1375425"/>
                  </a:lnTo>
                  <a:lnTo>
                    <a:pt x="2367103" y="1383752"/>
                  </a:lnTo>
                  <a:lnTo>
                    <a:pt x="2369040" y="1391341"/>
                  </a:lnTo>
                  <a:lnTo>
                    <a:pt x="2385397" y="1394112"/>
                  </a:lnTo>
                  <a:lnTo>
                    <a:pt x="2389785" y="1391771"/>
                  </a:lnTo>
                  <a:lnTo>
                    <a:pt x="2392018" y="1397205"/>
                  </a:lnTo>
                  <a:lnTo>
                    <a:pt x="2393269" y="1404753"/>
                  </a:lnTo>
                  <a:lnTo>
                    <a:pt x="2392043" y="1412916"/>
                  </a:lnTo>
                  <a:lnTo>
                    <a:pt x="2389310" y="1421222"/>
                  </a:lnTo>
                  <a:lnTo>
                    <a:pt x="2387234" y="1431535"/>
                  </a:lnTo>
                  <a:lnTo>
                    <a:pt x="2385476" y="1447262"/>
                  </a:lnTo>
                  <a:lnTo>
                    <a:pt x="2382830" y="1461411"/>
                  </a:lnTo>
                  <a:lnTo>
                    <a:pt x="2382484" y="1457114"/>
                  </a:lnTo>
                  <a:lnTo>
                    <a:pt x="2384138" y="1439913"/>
                  </a:lnTo>
                  <a:lnTo>
                    <a:pt x="2381459" y="1441710"/>
                  </a:lnTo>
                  <a:lnTo>
                    <a:pt x="2379613" y="1445679"/>
                  </a:lnTo>
                  <a:lnTo>
                    <a:pt x="2374620" y="1467863"/>
                  </a:lnTo>
                  <a:lnTo>
                    <a:pt x="2367757" y="1479687"/>
                  </a:lnTo>
                  <a:lnTo>
                    <a:pt x="2361435" y="1487865"/>
                  </a:lnTo>
                  <a:lnTo>
                    <a:pt x="2354913" y="1486513"/>
                  </a:lnTo>
                  <a:lnTo>
                    <a:pt x="2356380" y="1493012"/>
                  </a:lnTo>
                  <a:lnTo>
                    <a:pt x="2354588" y="1496397"/>
                  </a:lnTo>
                  <a:lnTo>
                    <a:pt x="2353055" y="1503458"/>
                  </a:lnTo>
                  <a:lnTo>
                    <a:pt x="2349167" y="1508139"/>
                  </a:lnTo>
                  <a:lnTo>
                    <a:pt x="2345512" y="1507688"/>
                  </a:lnTo>
                  <a:lnTo>
                    <a:pt x="2340261" y="1510915"/>
                  </a:lnTo>
                  <a:lnTo>
                    <a:pt x="2338190" y="1513383"/>
                  </a:lnTo>
                  <a:lnTo>
                    <a:pt x="2338036" y="1518109"/>
                  </a:lnTo>
                  <a:lnTo>
                    <a:pt x="2334523" y="1522268"/>
                  </a:lnTo>
                  <a:lnTo>
                    <a:pt x="2321847" y="1543868"/>
                  </a:lnTo>
                  <a:lnTo>
                    <a:pt x="2310841" y="1550243"/>
                  </a:lnTo>
                  <a:lnTo>
                    <a:pt x="2308207" y="1549316"/>
                  </a:lnTo>
                  <a:lnTo>
                    <a:pt x="2311108" y="1539121"/>
                  </a:lnTo>
                  <a:lnTo>
                    <a:pt x="2313095" y="1528812"/>
                  </a:lnTo>
                  <a:lnTo>
                    <a:pt x="2306415" y="1524326"/>
                  </a:lnTo>
                  <a:lnTo>
                    <a:pt x="2300023" y="1521955"/>
                  </a:lnTo>
                  <a:lnTo>
                    <a:pt x="2292688" y="1522268"/>
                  </a:lnTo>
                  <a:lnTo>
                    <a:pt x="2284587" y="1514253"/>
                  </a:lnTo>
                  <a:lnTo>
                    <a:pt x="2274144" y="1508426"/>
                  </a:lnTo>
                  <a:lnTo>
                    <a:pt x="2259567" y="1492658"/>
                  </a:lnTo>
                  <a:lnTo>
                    <a:pt x="2259992" y="1488285"/>
                  </a:lnTo>
                  <a:lnTo>
                    <a:pt x="2259626" y="1480947"/>
                  </a:lnTo>
                  <a:lnTo>
                    <a:pt x="2264055" y="1469353"/>
                  </a:lnTo>
                  <a:lnTo>
                    <a:pt x="2268302" y="1461247"/>
                  </a:lnTo>
                  <a:lnTo>
                    <a:pt x="2274165" y="1457048"/>
                  </a:lnTo>
                  <a:lnTo>
                    <a:pt x="2291180" y="1452772"/>
                  </a:lnTo>
                  <a:lnTo>
                    <a:pt x="2295447" y="1446340"/>
                  </a:lnTo>
                  <a:lnTo>
                    <a:pt x="2297977" y="1440922"/>
                  </a:lnTo>
                  <a:lnTo>
                    <a:pt x="2289546" y="1450227"/>
                  </a:lnTo>
                  <a:lnTo>
                    <a:pt x="2276920" y="1453381"/>
                  </a:lnTo>
                  <a:lnTo>
                    <a:pt x="2270115" y="1456853"/>
                  </a:lnTo>
                  <a:lnTo>
                    <a:pt x="2264672" y="1462163"/>
                  </a:lnTo>
                  <a:lnTo>
                    <a:pt x="2261451" y="1468831"/>
                  </a:lnTo>
                  <a:lnTo>
                    <a:pt x="2254158" y="1476866"/>
                  </a:lnTo>
                  <a:lnTo>
                    <a:pt x="2254671" y="1482248"/>
                  </a:lnTo>
                  <a:lnTo>
                    <a:pt x="2255892" y="1486073"/>
                  </a:lnTo>
                  <a:lnTo>
                    <a:pt x="2255329" y="1494046"/>
                  </a:lnTo>
                  <a:lnTo>
                    <a:pt x="2259942" y="1501820"/>
                  </a:lnTo>
                  <a:lnTo>
                    <a:pt x="2269089" y="1514555"/>
                  </a:lnTo>
                  <a:lnTo>
                    <a:pt x="2270836" y="1534338"/>
                  </a:lnTo>
                  <a:lnTo>
                    <a:pt x="2277816" y="1547575"/>
                  </a:lnTo>
                  <a:lnTo>
                    <a:pt x="2288513" y="1563010"/>
                  </a:lnTo>
                  <a:lnTo>
                    <a:pt x="2296739" y="1567398"/>
                  </a:lnTo>
                  <a:lnTo>
                    <a:pt x="2297139" y="1573139"/>
                  </a:lnTo>
                  <a:lnTo>
                    <a:pt x="2293343" y="1582618"/>
                  </a:lnTo>
                  <a:lnTo>
                    <a:pt x="2288338" y="1586950"/>
                  </a:lnTo>
                  <a:lnTo>
                    <a:pt x="2294847" y="1586084"/>
                  </a:lnTo>
                  <a:lnTo>
                    <a:pt x="2298089" y="1588251"/>
                  </a:lnTo>
                  <a:lnTo>
                    <a:pt x="2301244" y="1596157"/>
                  </a:lnTo>
                  <a:lnTo>
                    <a:pt x="2300998" y="1604228"/>
                  </a:lnTo>
                  <a:lnTo>
                    <a:pt x="2299931" y="1608775"/>
                  </a:lnTo>
                  <a:lnTo>
                    <a:pt x="2297960" y="1610588"/>
                  </a:lnTo>
                  <a:lnTo>
                    <a:pt x="2298043" y="1605943"/>
                  </a:lnTo>
                  <a:lnTo>
                    <a:pt x="2296647" y="1604330"/>
                  </a:lnTo>
                  <a:lnTo>
                    <a:pt x="2294343" y="1606343"/>
                  </a:lnTo>
                  <a:lnTo>
                    <a:pt x="2292851" y="1608637"/>
                  </a:lnTo>
                  <a:lnTo>
                    <a:pt x="2292230" y="1617675"/>
                  </a:lnTo>
                  <a:lnTo>
                    <a:pt x="2290651" y="1622192"/>
                  </a:lnTo>
                  <a:lnTo>
                    <a:pt x="2285067" y="1623534"/>
                  </a:lnTo>
                  <a:lnTo>
                    <a:pt x="2279403" y="1635394"/>
                  </a:lnTo>
                  <a:lnTo>
                    <a:pt x="2274136" y="1642123"/>
                  </a:lnTo>
                  <a:lnTo>
                    <a:pt x="2253408" y="1687622"/>
                  </a:lnTo>
                  <a:lnTo>
                    <a:pt x="2254200" y="1695227"/>
                  </a:lnTo>
                  <a:lnTo>
                    <a:pt x="2250408" y="1697674"/>
                  </a:lnTo>
                  <a:lnTo>
                    <a:pt x="2244665" y="1699666"/>
                  </a:lnTo>
                  <a:lnTo>
                    <a:pt x="2238856" y="1704214"/>
                  </a:lnTo>
                  <a:lnTo>
                    <a:pt x="2235002" y="1709227"/>
                  </a:lnTo>
                  <a:lnTo>
                    <a:pt x="2231422" y="1722710"/>
                  </a:lnTo>
                  <a:lnTo>
                    <a:pt x="2224563" y="1737889"/>
                  </a:lnTo>
                  <a:lnTo>
                    <a:pt x="2220283" y="1731565"/>
                  </a:lnTo>
                  <a:lnTo>
                    <a:pt x="2219187" y="1726152"/>
                  </a:lnTo>
                  <a:lnTo>
                    <a:pt x="2221091" y="1712033"/>
                  </a:lnTo>
                  <a:lnTo>
                    <a:pt x="2228509" y="1688887"/>
                  </a:lnTo>
                  <a:lnTo>
                    <a:pt x="2236681" y="1674497"/>
                  </a:lnTo>
                  <a:lnTo>
                    <a:pt x="2242915" y="1667676"/>
                  </a:lnTo>
                  <a:lnTo>
                    <a:pt x="2248041" y="1653773"/>
                  </a:lnTo>
                  <a:lnTo>
                    <a:pt x="2241565" y="1651699"/>
                  </a:lnTo>
                  <a:lnTo>
                    <a:pt x="2231693" y="1651924"/>
                  </a:lnTo>
                  <a:lnTo>
                    <a:pt x="2233551" y="1645508"/>
                  </a:lnTo>
                  <a:lnTo>
                    <a:pt x="2236431" y="1639854"/>
                  </a:lnTo>
                  <a:lnTo>
                    <a:pt x="2231284" y="1634221"/>
                  </a:lnTo>
                  <a:lnTo>
                    <a:pt x="2228238" y="1633504"/>
                  </a:lnTo>
                  <a:lnTo>
                    <a:pt x="2225100" y="1631195"/>
                  </a:lnTo>
                  <a:lnTo>
                    <a:pt x="2228780" y="1626504"/>
                  </a:lnTo>
                  <a:lnTo>
                    <a:pt x="2230576" y="1621547"/>
                  </a:lnTo>
                  <a:lnTo>
                    <a:pt x="2229480" y="1615514"/>
                  </a:lnTo>
                  <a:lnTo>
                    <a:pt x="2231022" y="1610972"/>
                  </a:lnTo>
                  <a:lnTo>
                    <a:pt x="2228451" y="1611658"/>
                  </a:lnTo>
                  <a:lnTo>
                    <a:pt x="2224317" y="1616467"/>
                  </a:lnTo>
                  <a:lnTo>
                    <a:pt x="2221746" y="1618387"/>
                  </a:lnTo>
                  <a:lnTo>
                    <a:pt x="2220179" y="1614132"/>
                  </a:lnTo>
                  <a:lnTo>
                    <a:pt x="2218391" y="1615094"/>
                  </a:lnTo>
                  <a:lnTo>
                    <a:pt x="2217228" y="1618018"/>
                  </a:lnTo>
                  <a:lnTo>
                    <a:pt x="2214591" y="1619626"/>
                  </a:lnTo>
                  <a:lnTo>
                    <a:pt x="2209019" y="1615627"/>
                  </a:lnTo>
                  <a:lnTo>
                    <a:pt x="2200897" y="1611049"/>
                  </a:lnTo>
                  <a:lnTo>
                    <a:pt x="2196376" y="1603173"/>
                  </a:lnTo>
                  <a:lnTo>
                    <a:pt x="2193796" y="1597069"/>
                  </a:lnTo>
                  <a:lnTo>
                    <a:pt x="2196417" y="1586023"/>
                  </a:lnTo>
                  <a:lnTo>
                    <a:pt x="2202031" y="1584062"/>
                  </a:lnTo>
                  <a:lnTo>
                    <a:pt x="2209323" y="1585854"/>
                  </a:lnTo>
                  <a:lnTo>
                    <a:pt x="2218883" y="1585839"/>
                  </a:lnTo>
                  <a:lnTo>
                    <a:pt x="2217516" y="1583386"/>
                  </a:lnTo>
                  <a:lnTo>
                    <a:pt x="2214103" y="1583790"/>
                  </a:lnTo>
                  <a:lnTo>
                    <a:pt x="2204027" y="1574829"/>
                  </a:lnTo>
                  <a:lnTo>
                    <a:pt x="2200785" y="1569416"/>
                  </a:lnTo>
                  <a:lnTo>
                    <a:pt x="2195209" y="1567931"/>
                  </a:lnTo>
                  <a:lnTo>
                    <a:pt x="2192667" y="1573134"/>
                  </a:lnTo>
                  <a:lnTo>
                    <a:pt x="2189846" y="1574516"/>
                  </a:lnTo>
                  <a:lnTo>
                    <a:pt x="2193329" y="1563132"/>
                  </a:lnTo>
                  <a:lnTo>
                    <a:pt x="2197884" y="1562666"/>
                  </a:lnTo>
                  <a:lnTo>
                    <a:pt x="2204610" y="1559512"/>
                  </a:lnTo>
                  <a:lnTo>
                    <a:pt x="2202656" y="1552921"/>
                  </a:lnTo>
                  <a:lnTo>
                    <a:pt x="2198409" y="1550038"/>
                  </a:lnTo>
                  <a:lnTo>
                    <a:pt x="2190742" y="1553654"/>
                  </a:lnTo>
                  <a:lnTo>
                    <a:pt x="2190833" y="1549019"/>
                  </a:lnTo>
                  <a:lnTo>
                    <a:pt x="2192271" y="1543084"/>
                  </a:lnTo>
                  <a:lnTo>
                    <a:pt x="2198051" y="1543105"/>
                  </a:lnTo>
                  <a:lnTo>
                    <a:pt x="2203114" y="1545040"/>
                  </a:lnTo>
                  <a:lnTo>
                    <a:pt x="2207423" y="1535454"/>
                  </a:lnTo>
                  <a:lnTo>
                    <a:pt x="2207615" y="1531173"/>
                  </a:lnTo>
                  <a:lnTo>
                    <a:pt x="2200455" y="1537395"/>
                  </a:lnTo>
                  <a:lnTo>
                    <a:pt x="2198847" y="1523973"/>
                  </a:lnTo>
                  <a:lnTo>
                    <a:pt x="2205894" y="1511027"/>
                  </a:lnTo>
                  <a:lnTo>
                    <a:pt x="2212615" y="1505384"/>
                  </a:lnTo>
                  <a:lnTo>
                    <a:pt x="2221012" y="1505548"/>
                  </a:lnTo>
                  <a:lnTo>
                    <a:pt x="2229547" y="1504636"/>
                  </a:lnTo>
                  <a:lnTo>
                    <a:pt x="2224192" y="1502265"/>
                  </a:lnTo>
                  <a:lnTo>
                    <a:pt x="2218695" y="1500980"/>
                  </a:lnTo>
                  <a:lnTo>
                    <a:pt x="2222825" y="1495864"/>
                  </a:lnTo>
                  <a:lnTo>
                    <a:pt x="2226346" y="1494947"/>
                  </a:lnTo>
                  <a:lnTo>
                    <a:pt x="2229805" y="1490487"/>
                  </a:lnTo>
                  <a:lnTo>
                    <a:pt x="2221487" y="1491148"/>
                  </a:lnTo>
                  <a:lnTo>
                    <a:pt x="2222467" y="1482708"/>
                  </a:lnTo>
                  <a:lnTo>
                    <a:pt x="2218424" y="1484424"/>
                  </a:lnTo>
                  <a:lnTo>
                    <a:pt x="2213586" y="1485218"/>
                  </a:lnTo>
                  <a:lnTo>
                    <a:pt x="2211703" y="1488797"/>
                  </a:lnTo>
                  <a:lnTo>
                    <a:pt x="2212074" y="1494743"/>
                  </a:lnTo>
                  <a:lnTo>
                    <a:pt x="2210661" y="1498645"/>
                  </a:lnTo>
                  <a:lnTo>
                    <a:pt x="2206898" y="1501779"/>
                  </a:lnTo>
                  <a:lnTo>
                    <a:pt x="2200543" y="1504221"/>
                  </a:lnTo>
                  <a:lnTo>
                    <a:pt x="2199926" y="1499986"/>
                  </a:lnTo>
                  <a:lnTo>
                    <a:pt x="2197826" y="1498066"/>
                  </a:lnTo>
                  <a:lnTo>
                    <a:pt x="2197042" y="1507135"/>
                  </a:lnTo>
                  <a:lnTo>
                    <a:pt x="2195375" y="1510218"/>
                  </a:lnTo>
                  <a:lnTo>
                    <a:pt x="2190729" y="1501707"/>
                  </a:lnTo>
                  <a:lnTo>
                    <a:pt x="2189333" y="1503423"/>
                  </a:lnTo>
                  <a:lnTo>
                    <a:pt x="2189512" y="1505840"/>
                  </a:lnTo>
                  <a:lnTo>
                    <a:pt x="2188325" y="1510018"/>
                  </a:lnTo>
                  <a:lnTo>
                    <a:pt x="2184341" y="1512195"/>
                  </a:lnTo>
                  <a:lnTo>
                    <a:pt x="2184587" y="1517551"/>
                  </a:lnTo>
                  <a:lnTo>
                    <a:pt x="2183041" y="1520470"/>
                  </a:lnTo>
                  <a:lnTo>
                    <a:pt x="2170280" y="1515820"/>
                  </a:lnTo>
                  <a:lnTo>
                    <a:pt x="2169980" y="1517398"/>
                  </a:lnTo>
                  <a:lnTo>
                    <a:pt x="2177198" y="1527424"/>
                  </a:lnTo>
                  <a:lnTo>
                    <a:pt x="2182470" y="1530850"/>
                  </a:lnTo>
                  <a:lnTo>
                    <a:pt x="2183111" y="1536319"/>
                  </a:lnTo>
                  <a:lnTo>
                    <a:pt x="2178586" y="1540856"/>
                  </a:lnTo>
                  <a:lnTo>
                    <a:pt x="2172343" y="1536939"/>
                  </a:lnTo>
                  <a:lnTo>
                    <a:pt x="2171293" y="1537226"/>
                  </a:lnTo>
                  <a:lnTo>
                    <a:pt x="2174685" y="1543944"/>
                  </a:lnTo>
                  <a:lnTo>
                    <a:pt x="2176823" y="1549813"/>
                  </a:lnTo>
                  <a:lnTo>
                    <a:pt x="2174623" y="1554729"/>
                  </a:lnTo>
                  <a:lnTo>
                    <a:pt x="2174964" y="1560782"/>
                  </a:lnTo>
                  <a:lnTo>
                    <a:pt x="2174489" y="1566272"/>
                  </a:lnTo>
                  <a:lnTo>
                    <a:pt x="2173143" y="1571060"/>
                  </a:lnTo>
                  <a:lnTo>
                    <a:pt x="2176177" y="1593131"/>
                  </a:lnTo>
                  <a:lnTo>
                    <a:pt x="2179832" y="1599133"/>
                  </a:lnTo>
                  <a:lnTo>
                    <a:pt x="2183424" y="1604873"/>
                  </a:lnTo>
                  <a:lnTo>
                    <a:pt x="2185328" y="1610245"/>
                  </a:lnTo>
                  <a:lnTo>
                    <a:pt x="2181515" y="1611028"/>
                  </a:lnTo>
                  <a:lnTo>
                    <a:pt x="2175444" y="1606609"/>
                  </a:lnTo>
                  <a:lnTo>
                    <a:pt x="2170110" y="1603239"/>
                  </a:lnTo>
                  <a:lnTo>
                    <a:pt x="2163755" y="1592465"/>
                  </a:lnTo>
                  <a:lnTo>
                    <a:pt x="2162704" y="1588164"/>
                  </a:lnTo>
                  <a:lnTo>
                    <a:pt x="2161154" y="1584763"/>
                  </a:lnTo>
                  <a:lnTo>
                    <a:pt x="2161904" y="1592573"/>
                  </a:lnTo>
                  <a:lnTo>
                    <a:pt x="2164171" y="1601294"/>
                  </a:lnTo>
                  <a:lnTo>
                    <a:pt x="2184074" y="1620809"/>
                  </a:lnTo>
                  <a:lnTo>
                    <a:pt x="2187749" y="1628296"/>
                  </a:lnTo>
                  <a:lnTo>
                    <a:pt x="2190550" y="1634180"/>
                  </a:lnTo>
                  <a:lnTo>
                    <a:pt x="2189846" y="1639818"/>
                  </a:lnTo>
                  <a:lnTo>
                    <a:pt x="2184657" y="1635829"/>
                  </a:lnTo>
                  <a:lnTo>
                    <a:pt x="2180182" y="1630744"/>
                  </a:lnTo>
                  <a:lnTo>
                    <a:pt x="2168301" y="1624998"/>
                  </a:lnTo>
                  <a:lnTo>
                    <a:pt x="2153320" y="1621368"/>
                  </a:lnTo>
                  <a:lnTo>
                    <a:pt x="2144873" y="1608012"/>
                  </a:lnTo>
                  <a:lnTo>
                    <a:pt x="2144902" y="1613584"/>
                  </a:lnTo>
                  <a:lnTo>
                    <a:pt x="2143027" y="1618310"/>
                  </a:lnTo>
                  <a:lnTo>
                    <a:pt x="2137864" y="1612549"/>
                  </a:lnTo>
                  <a:lnTo>
                    <a:pt x="2134609" y="1607633"/>
                  </a:lnTo>
                  <a:lnTo>
                    <a:pt x="2133517" y="1602246"/>
                  </a:lnTo>
                  <a:lnTo>
                    <a:pt x="2127071" y="1602615"/>
                  </a:lnTo>
                  <a:lnTo>
                    <a:pt x="2120311" y="1607295"/>
                  </a:lnTo>
                  <a:lnTo>
                    <a:pt x="2113773" y="1606184"/>
                  </a:lnTo>
                  <a:lnTo>
                    <a:pt x="2112998" y="1597048"/>
                  </a:lnTo>
                  <a:lnTo>
                    <a:pt x="2114765" y="1592209"/>
                  </a:lnTo>
                  <a:lnTo>
                    <a:pt x="2122103" y="1580764"/>
                  </a:lnTo>
                  <a:lnTo>
                    <a:pt x="2129017" y="1574921"/>
                  </a:lnTo>
                  <a:lnTo>
                    <a:pt x="2132067" y="1567378"/>
                  </a:lnTo>
                  <a:lnTo>
                    <a:pt x="2131025" y="1555682"/>
                  </a:lnTo>
                  <a:lnTo>
                    <a:pt x="2129725" y="1567583"/>
                  </a:lnTo>
                  <a:lnTo>
                    <a:pt x="2125775" y="1573482"/>
                  </a:lnTo>
                  <a:lnTo>
                    <a:pt x="2119565" y="1577988"/>
                  </a:lnTo>
                  <a:lnTo>
                    <a:pt x="2111393" y="1586018"/>
                  </a:lnTo>
                  <a:lnTo>
                    <a:pt x="2109397" y="1593443"/>
                  </a:lnTo>
                  <a:lnTo>
                    <a:pt x="2106847" y="1607346"/>
                  </a:lnTo>
                  <a:lnTo>
                    <a:pt x="2110297" y="1612053"/>
                  </a:lnTo>
                  <a:lnTo>
                    <a:pt x="2113823" y="1613282"/>
                  </a:lnTo>
                  <a:lnTo>
                    <a:pt x="2124237" y="1610127"/>
                  </a:lnTo>
                  <a:lnTo>
                    <a:pt x="2129625" y="1611535"/>
                  </a:lnTo>
                  <a:lnTo>
                    <a:pt x="2141610" y="1628276"/>
                  </a:lnTo>
                  <a:lnTo>
                    <a:pt x="2163925" y="1634897"/>
                  </a:lnTo>
                  <a:lnTo>
                    <a:pt x="2172064" y="1639035"/>
                  </a:lnTo>
                  <a:lnTo>
                    <a:pt x="2178698" y="1647771"/>
                  </a:lnTo>
                  <a:lnTo>
                    <a:pt x="2188670" y="1652800"/>
                  </a:lnTo>
                  <a:lnTo>
                    <a:pt x="2196409" y="1660107"/>
                  </a:lnTo>
                  <a:lnTo>
                    <a:pt x="2196617" y="1664875"/>
                  </a:lnTo>
                  <a:lnTo>
                    <a:pt x="2193938" y="1670513"/>
                  </a:lnTo>
                  <a:lnTo>
                    <a:pt x="2192879" y="1678143"/>
                  </a:lnTo>
                  <a:lnTo>
                    <a:pt x="2189591" y="1682957"/>
                  </a:lnTo>
                  <a:lnTo>
                    <a:pt x="2181699" y="1683510"/>
                  </a:lnTo>
                  <a:lnTo>
                    <a:pt x="2176931" y="1682271"/>
                  </a:lnTo>
                  <a:lnTo>
                    <a:pt x="2151303" y="1655447"/>
                  </a:lnTo>
                  <a:lnTo>
                    <a:pt x="2148244" y="1652979"/>
                  </a:lnTo>
                  <a:lnTo>
                    <a:pt x="2138739" y="1638932"/>
                  </a:lnTo>
                  <a:lnTo>
                    <a:pt x="2127587" y="1631410"/>
                  </a:lnTo>
                  <a:lnTo>
                    <a:pt x="2124137" y="1631568"/>
                  </a:lnTo>
                  <a:lnTo>
                    <a:pt x="2140010" y="1645482"/>
                  </a:lnTo>
                  <a:lnTo>
                    <a:pt x="2146490" y="1655212"/>
                  </a:lnTo>
                  <a:lnTo>
                    <a:pt x="2157904" y="1668854"/>
                  </a:lnTo>
                  <a:lnTo>
                    <a:pt x="2166063" y="1674630"/>
                  </a:lnTo>
                  <a:lnTo>
                    <a:pt x="2172068" y="1683643"/>
                  </a:lnTo>
                  <a:lnTo>
                    <a:pt x="2177648" y="1687868"/>
                  </a:lnTo>
                  <a:lnTo>
                    <a:pt x="2192883" y="1693885"/>
                  </a:lnTo>
                  <a:lnTo>
                    <a:pt x="2187587" y="1698207"/>
                  </a:lnTo>
                  <a:lnTo>
                    <a:pt x="2196042" y="1701889"/>
                  </a:lnTo>
                  <a:lnTo>
                    <a:pt x="2197251" y="1708659"/>
                  </a:lnTo>
                  <a:lnTo>
                    <a:pt x="2196476" y="1716376"/>
                  </a:lnTo>
                  <a:lnTo>
                    <a:pt x="2184741" y="1713324"/>
                  </a:lnTo>
                  <a:lnTo>
                    <a:pt x="2184357" y="1719008"/>
                  </a:lnTo>
                  <a:lnTo>
                    <a:pt x="2185407" y="1722362"/>
                  </a:lnTo>
                  <a:lnTo>
                    <a:pt x="2180223" y="1725133"/>
                  </a:lnTo>
                  <a:lnTo>
                    <a:pt x="2173014" y="1721374"/>
                  </a:lnTo>
                  <a:lnTo>
                    <a:pt x="2154295" y="1700813"/>
                  </a:lnTo>
                  <a:lnTo>
                    <a:pt x="2154453" y="1703563"/>
                  </a:lnTo>
                  <a:lnTo>
                    <a:pt x="2155970" y="1706754"/>
                  </a:lnTo>
                  <a:lnTo>
                    <a:pt x="2166826" y="1719991"/>
                  </a:lnTo>
                  <a:lnTo>
                    <a:pt x="2176515" y="1727929"/>
                  </a:lnTo>
                  <a:lnTo>
                    <a:pt x="2184728" y="1731513"/>
                  </a:lnTo>
                  <a:lnTo>
                    <a:pt x="2191058" y="1738165"/>
                  </a:lnTo>
                  <a:lnTo>
                    <a:pt x="2193292" y="1742190"/>
                  </a:lnTo>
                  <a:lnTo>
                    <a:pt x="2194784" y="1748295"/>
                  </a:lnTo>
                  <a:lnTo>
                    <a:pt x="2190091" y="1752443"/>
                  </a:lnTo>
                  <a:lnTo>
                    <a:pt x="2184749" y="1754732"/>
                  </a:lnTo>
                  <a:lnTo>
                    <a:pt x="2179532" y="1750594"/>
                  </a:lnTo>
                  <a:lnTo>
                    <a:pt x="2175706" y="1746236"/>
                  </a:lnTo>
                  <a:lnTo>
                    <a:pt x="2167559" y="1738836"/>
                  </a:lnTo>
                  <a:lnTo>
                    <a:pt x="2165117" y="1730566"/>
                  </a:lnTo>
                  <a:lnTo>
                    <a:pt x="2158921" y="1730991"/>
                  </a:lnTo>
                  <a:lnTo>
                    <a:pt x="2133021" y="1720503"/>
                  </a:lnTo>
                  <a:lnTo>
                    <a:pt x="2112206" y="1719295"/>
                  </a:lnTo>
                  <a:lnTo>
                    <a:pt x="2114240" y="1721405"/>
                  </a:lnTo>
                  <a:lnTo>
                    <a:pt x="2116873" y="1722808"/>
                  </a:lnTo>
                  <a:lnTo>
                    <a:pt x="2133451" y="1725394"/>
                  </a:lnTo>
                  <a:lnTo>
                    <a:pt x="2140001" y="1730223"/>
                  </a:lnTo>
                  <a:lnTo>
                    <a:pt x="2153637" y="1734509"/>
                  </a:lnTo>
                  <a:lnTo>
                    <a:pt x="2161621" y="1735682"/>
                  </a:lnTo>
                  <a:lnTo>
                    <a:pt x="2164859" y="1748848"/>
                  </a:lnTo>
                  <a:lnTo>
                    <a:pt x="2175894" y="1757907"/>
                  </a:lnTo>
                  <a:lnTo>
                    <a:pt x="2177327" y="1764620"/>
                  </a:lnTo>
                  <a:lnTo>
                    <a:pt x="2184862" y="1765373"/>
                  </a:lnTo>
                  <a:lnTo>
                    <a:pt x="2198118" y="1758787"/>
                  </a:lnTo>
                  <a:lnTo>
                    <a:pt x="2206673" y="1761097"/>
                  </a:lnTo>
                  <a:lnTo>
                    <a:pt x="2219012" y="1762981"/>
                  </a:lnTo>
                  <a:lnTo>
                    <a:pt x="2221833" y="1768297"/>
                  </a:lnTo>
                  <a:lnTo>
                    <a:pt x="2223950" y="1778411"/>
                  </a:lnTo>
                  <a:lnTo>
                    <a:pt x="2228313" y="1789789"/>
                  </a:lnTo>
                  <a:lnTo>
                    <a:pt x="2239627" y="1834654"/>
                  </a:lnTo>
                  <a:lnTo>
                    <a:pt x="2256625" y="1871350"/>
                  </a:lnTo>
                  <a:lnTo>
                    <a:pt x="2258717" y="1877669"/>
                  </a:lnTo>
                  <a:lnTo>
                    <a:pt x="2254767" y="1872123"/>
                  </a:lnTo>
                  <a:lnTo>
                    <a:pt x="2242157" y="1847820"/>
                  </a:lnTo>
                  <a:lnTo>
                    <a:pt x="2235197" y="1830270"/>
                  </a:lnTo>
                  <a:lnTo>
                    <a:pt x="2228047" y="1799284"/>
                  </a:lnTo>
                  <a:lnTo>
                    <a:pt x="2225971" y="1792345"/>
                  </a:lnTo>
                  <a:lnTo>
                    <a:pt x="2223529" y="1789574"/>
                  </a:lnTo>
                  <a:lnTo>
                    <a:pt x="2221921" y="1791827"/>
                  </a:lnTo>
                  <a:lnTo>
                    <a:pt x="2221229" y="1795776"/>
                  </a:lnTo>
                  <a:lnTo>
                    <a:pt x="2222396" y="1798807"/>
                  </a:lnTo>
                  <a:lnTo>
                    <a:pt x="2219579" y="1809008"/>
                  </a:lnTo>
                  <a:lnTo>
                    <a:pt x="2220800" y="1813689"/>
                  </a:lnTo>
                  <a:lnTo>
                    <a:pt x="2225375" y="1818528"/>
                  </a:lnTo>
                  <a:lnTo>
                    <a:pt x="2230347" y="1830603"/>
                  </a:lnTo>
                  <a:lnTo>
                    <a:pt x="2234318" y="1846862"/>
                  </a:lnTo>
                  <a:lnTo>
                    <a:pt x="2228947" y="1840271"/>
                  </a:lnTo>
                  <a:lnTo>
                    <a:pt x="2223213" y="1836779"/>
                  </a:lnTo>
                  <a:lnTo>
                    <a:pt x="2214291" y="1834101"/>
                  </a:lnTo>
                  <a:lnTo>
                    <a:pt x="2206344" y="1829405"/>
                  </a:lnTo>
                  <a:lnTo>
                    <a:pt x="2206923" y="1836139"/>
                  </a:lnTo>
                  <a:lnTo>
                    <a:pt x="2206160" y="1843410"/>
                  </a:lnTo>
                  <a:lnTo>
                    <a:pt x="2200034" y="1841193"/>
                  </a:lnTo>
                  <a:lnTo>
                    <a:pt x="2195867" y="1838781"/>
                  </a:lnTo>
                  <a:lnTo>
                    <a:pt x="2199555" y="1846529"/>
                  </a:lnTo>
                  <a:lnTo>
                    <a:pt x="2191550" y="1844204"/>
                  </a:lnTo>
                  <a:lnTo>
                    <a:pt x="2186216" y="1844691"/>
                  </a:lnTo>
                  <a:lnTo>
                    <a:pt x="2182749" y="1851568"/>
                  </a:lnTo>
                  <a:lnTo>
                    <a:pt x="2178098" y="1855742"/>
                  </a:lnTo>
                  <a:lnTo>
                    <a:pt x="2171222" y="1857088"/>
                  </a:lnTo>
                  <a:lnTo>
                    <a:pt x="2161021" y="1850800"/>
                  </a:lnTo>
                  <a:lnTo>
                    <a:pt x="2157716" y="1843165"/>
                  </a:lnTo>
                  <a:lnTo>
                    <a:pt x="2156349" y="1834664"/>
                  </a:lnTo>
                  <a:lnTo>
                    <a:pt x="2155804" y="1844716"/>
                  </a:lnTo>
                  <a:lnTo>
                    <a:pt x="2157620" y="1855183"/>
                  </a:lnTo>
                  <a:lnTo>
                    <a:pt x="2156983" y="1863141"/>
                  </a:lnTo>
                  <a:lnTo>
                    <a:pt x="2166805" y="1864606"/>
                  </a:lnTo>
                  <a:lnTo>
                    <a:pt x="2175990" y="1863305"/>
                  </a:lnTo>
                  <a:lnTo>
                    <a:pt x="2188383" y="1863638"/>
                  </a:lnTo>
                  <a:lnTo>
                    <a:pt x="2196467" y="1862148"/>
                  </a:lnTo>
                  <a:lnTo>
                    <a:pt x="2201335" y="1859618"/>
                  </a:lnTo>
                  <a:lnTo>
                    <a:pt x="2213007" y="1861810"/>
                  </a:lnTo>
                  <a:lnTo>
                    <a:pt x="2213836" y="1871422"/>
                  </a:lnTo>
                  <a:lnTo>
                    <a:pt x="2212503" y="1880977"/>
                  </a:lnTo>
                  <a:lnTo>
                    <a:pt x="2211828" y="1891153"/>
                  </a:lnTo>
                  <a:lnTo>
                    <a:pt x="2215061" y="1891086"/>
                  </a:lnTo>
                  <a:lnTo>
                    <a:pt x="2218862" y="1887834"/>
                  </a:lnTo>
                  <a:lnTo>
                    <a:pt x="2220762" y="1869609"/>
                  </a:lnTo>
                  <a:lnTo>
                    <a:pt x="2231430" y="1862875"/>
                  </a:lnTo>
                  <a:lnTo>
                    <a:pt x="2235006" y="1863336"/>
                  </a:lnTo>
                  <a:lnTo>
                    <a:pt x="2238402" y="1869194"/>
                  </a:lnTo>
                  <a:lnTo>
                    <a:pt x="2239544" y="1875135"/>
                  </a:lnTo>
                  <a:lnTo>
                    <a:pt x="2240748" y="1883292"/>
                  </a:lnTo>
                  <a:lnTo>
                    <a:pt x="2238256" y="1895721"/>
                  </a:lnTo>
                  <a:lnTo>
                    <a:pt x="2221867" y="1910254"/>
                  </a:lnTo>
                  <a:lnTo>
                    <a:pt x="2210127" y="1923691"/>
                  </a:lnTo>
                  <a:lnTo>
                    <a:pt x="2204127" y="1926431"/>
                  </a:lnTo>
                  <a:lnTo>
                    <a:pt x="2195471" y="1924869"/>
                  </a:lnTo>
                  <a:lnTo>
                    <a:pt x="2185658" y="1921489"/>
                  </a:lnTo>
                  <a:lnTo>
                    <a:pt x="2180844" y="1920808"/>
                  </a:lnTo>
                  <a:lnTo>
                    <a:pt x="2177186" y="1921935"/>
                  </a:lnTo>
                  <a:lnTo>
                    <a:pt x="2174956" y="1917797"/>
                  </a:lnTo>
                  <a:lnTo>
                    <a:pt x="2173518" y="1910249"/>
                  </a:lnTo>
                  <a:lnTo>
                    <a:pt x="2169701" y="1907745"/>
                  </a:lnTo>
                  <a:lnTo>
                    <a:pt x="2166813" y="1908021"/>
                  </a:lnTo>
                  <a:lnTo>
                    <a:pt x="2164842" y="1916040"/>
                  </a:lnTo>
                  <a:lnTo>
                    <a:pt x="2155687" y="1918319"/>
                  </a:lnTo>
                  <a:lnTo>
                    <a:pt x="2143239" y="1915006"/>
                  </a:lnTo>
                  <a:lnTo>
                    <a:pt x="2130204" y="1908262"/>
                  </a:lnTo>
                  <a:lnTo>
                    <a:pt x="2135797" y="1915498"/>
                  </a:lnTo>
                  <a:lnTo>
                    <a:pt x="2168143" y="1928996"/>
                  </a:lnTo>
                  <a:lnTo>
                    <a:pt x="2171785" y="1931521"/>
                  </a:lnTo>
                  <a:lnTo>
                    <a:pt x="2175185" y="1935213"/>
                  </a:lnTo>
                  <a:lnTo>
                    <a:pt x="2170660" y="1941005"/>
                  </a:lnTo>
                  <a:lnTo>
                    <a:pt x="2167113" y="1947529"/>
                  </a:lnTo>
                  <a:lnTo>
                    <a:pt x="2166613" y="1952650"/>
                  </a:lnTo>
                  <a:lnTo>
                    <a:pt x="2165363" y="1955881"/>
                  </a:lnTo>
                  <a:lnTo>
                    <a:pt x="2152466" y="1964587"/>
                  </a:lnTo>
                  <a:lnTo>
                    <a:pt x="2145477" y="1963050"/>
                  </a:lnTo>
                  <a:lnTo>
                    <a:pt x="2127621" y="1947355"/>
                  </a:lnTo>
                  <a:lnTo>
                    <a:pt x="2135755" y="1960930"/>
                  </a:lnTo>
                  <a:lnTo>
                    <a:pt x="2142268" y="1966691"/>
                  </a:lnTo>
                  <a:lnTo>
                    <a:pt x="2155383" y="1969764"/>
                  </a:lnTo>
                  <a:lnTo>
                    <a:pt x="2179982" y="1964689"/>
                  </a:lnTo>
                  <a:lnTo>
                    <a:pt x="2188050" y="1970230"/>
                  </a:lnTo>
                  <a:lnTo>
                    <a:pt x="2181428" y="1980047"/>
                  </a:lnTo>
                  <a:lnTo>
                    <a:pt x="2174848" y="1986934"/>
                  </a:lnTo>
                  <a:lnTo>
                    <a:pt x="2166217" y="1987702"/>
                  </a:lnTo>
                  <a:lnTo>
                    <a:pt x="2158616" y="1989567"/>
                  </a:lnTo>
                  <a:lnTo>
                    <a:pt x="2156387" y="1994303"/>
                  </a:lnTo>
                  <a:lnTo>
                    <a:pt x="2150970" y="1994600"/>
                  </a:lnTo>
                  <a:lnTo>
                    <a:pt x="2142502" y="1994882"/>
                  </a:lnTo>
                  <a:lnTo>
                    <a:pt x="2129392" y="1995312"/>
                  </a:lnTo>
                  <a:lnTo>
                    <a:pt x="2122191" y="1994206"/>
                  </a:lnTo>
                  <a:lnTo>
                    <a:pt x="2112131" y="2003885"/>
                  </a:lnTo>
                  <a:lnTo>
                    <a:pt x="2108335" y="2005216"/>
                  </a:lnTo>
                  <a:lnTo>
                    <a:pt x="2103030" y="2003398"/>
                  </a:lnTo>
                  <a:lnTo>
                    <a:pt x="2100805" y="1995625"/>
                  </a:lnTo>
                  <a:lnTo>
                    <a:pt x="2098433" y="1991804"/>
                  </a:lnTo>
                  <a:lnTo>
                    <a:pt x="2098375" y="2006348"/>
                  </a:lnTo>
                  <a:lnTo>
                    <a:pt x="2099304" y="2010265"/>
                  </a:lnTo>
                  <a:lnTo>
                    <a:pt x="2101205" y="2013220"/>
                  </a:lnTo>
                  <a:lnTo>
                    <a:pt x="2089436" y="2021111"/>
                  </a:lnTo>
                  <a:lnTo>
                    <a:pt x="2078172" y="2030954"/>
                  </a:lnTo>
                  <a:lnTo>
                    <a:pt x="2074134" y="2033632"/>
                  </a:lnTo>
                  <a:lnTo>
                    <a:pt x="2069546" y="2038563"/>
                  </a:lnTo>
                  <a:lnTo>
                    <a:pt x="2060149" y="2052805"/>
                  </a:lnTo>
                  <a:lnTo>
                    <a:pt x="2057828" y="2063190"/>
                  </a:lnTo>
                  <a:lnTo>
                    <a:pt x="2054432" y="2074768"/>
                  </a:lnTo>
                  <a:lnTo>
                    <a:pt x="2054002" y="2069555"/>
                  </a:lnTo>
                  <a:lnTo>
                    <a:pt x="2054586" y="2060778"/>
                  </a:lnTo>
                  <a:lnTo>
                    <a:pt x="2052261" y="2050726"/>
                  </a:lnTo>
                  <a:lnTo>
                    <a:pt x="2050785" y="2069140"/>
                  </a:lnTo>
                  <a:lnTo>
                    <a:pt x="2047135" y="2077697"/>
                  </a:lnTo>
                  <a:lnTo>
                    <a:pt x="2013635" y="2077093"/>
                  </a:lnTo>
                  <a:lnTo>
                    <a:pt x="1998970" y="2081743"/>
                  </a:lnTo>
                  <a:lnTo>
                    <a:pt x="1976459" y="2097387"/>
                  </a:lnTo>
                  <a:lnTo>
                    <a:pt x="1969729" y="2104244"/>
                  </a:lnTo>
                  <a:lnTo>
                    <a:pt x="1951135" y="2130755"/>
                  </a:lnTo>
                  <a:lnTo>
                    <a:pt x="1946388" y="2147721"/>
                  </a:lnTo>
                  <a:lnTo>
                    <a:pt x="1942583" y="2140587"/>
                  </a:lnTo>
                  <a:lnTo>
                    <a:pt x="1943525" y="2135236"/>
                  </a:lnTo>
                  <a:lnTo>
                    <a:pt x="1943600" y="2130863"/>
                  </a:lnTo>
                  <a:lnTo>
                    <a:pt x="1938916" y="2140244"/>
                  </a:lnTo>
                  <a:lnTo>
                    <a:pt x="1943363" y="2153907"/>
                  </a:lnTo>
                  <a:lnTo>
                    <a:pt x="1939371" y="2159125"/>
                  </a:lnTo>
                  <a:lnTo>
                    <a:pt x="1927090" y="2168865"/>
                  </a:lnTo>
                  <a:lnTo>
                    <a:pt x="1920368" y="2170463"/>
                  </a:lnTo>
                  <a:lnTo>
                    <a:pt x="1912821" y="2173233"/>
                  </a:lnTo>
                  <a:lnTo>
                    <a:pt x="1910446" y="2182840"/>
                  </a:lnTo>
                  <a:lnTo>
                    <a:pt x="1900199" y="2191699"/>
                  </a:lnTo>
                  <a:lnTo>
                    <a:pt x="1894227" y="2195622"/>
                  </a:lnTo>
                  <a:lnTo>
                    <a:pt x="1883292" y="2193246"/>
                  </a:lnTo>
                  <a:lnTo>
                    <a:pt x="1886659" y="2201777"/>
                  </a:lnTo>
                  <a:lnTo>
                    <a:pt x="1882642" y="2208235"/>
                  </a:lnTo>
                  <a:lnTo>
                    <a:pt x="1875725" y="2213187"/>
                  </a:lnTo>
                  <a:lnTo>
                    <a:pt x="1867123" y="2216418"/>
                  </a:lnTo>
                  <a:lnTo>
                    <a:pt x="1862194" y="2216024"/>
                  </a:lnTo>
                  <a:lnTo>
                    <a:pt x="1857981" y="2217739"/>
                  </a:lnTo>
                  <a:lnTo>
                    <a:pt x="1854680" y="2221846"/>
                  </a:lnTo>
                  <a:lnTo>
                    <a:pt x="1846616" y="2225687"/>
                  </a:lnTo>
                  <a:lnTo>
                    <a:pt x="1838240" y="2223526"/>
                  </a:lnTo>
                  <a:lnTo>
                    <a:pt x="1828747" y="2222230"/>
                  </a:lnTo>
                  <a:lnTo>
                    <a:pt x="1823459" y="2224535"/>
                  </a:lnTo>
                  <a:lnTo>
                    <a:pt x="1832348" y="2228345"/>
                  </a:lnTo>
                  <a:lnTo>
                    <a:pt x="1837107" y="2233865"/>
                  </a:lnTo>
                  <a:lnTo>
                    <a:pt x="1836128" y="2241306"/>
                  </a:lnTo>
                  <a:lnTo>
                    <a:pt x="1833748" y="2244178"/>
                  </a:lnTo>
                  <a:lnTo>
                    <a:pt x="1828139" y="2248070"/>
                  </a:lnTo>
                  <a:lnTo>
                    <a:pt x="1825676" y="2247492"/>
                  </a:lnTo>
                  <a:lnTo>
                    <a:pt x="1824172" y="2243984"/>
                  </a:lnTo>
                  <a:lnTo>
                    <a:pt x="1822347" y="2236676"/>
                  </a:lnTo>
                  <a:lnTo>
                    <a:pt x="1819738" y="2238233"/>
                  </a:lnTo>
                  <a:lnTo>
                    <a:pt x="1819288" y="2241638"/>
                  </a:lnTo>
                  <a:lnTo>
                    <a:pt x="1817046" y="2242852"/>
                  </a:lnTo>
                  <a:lnTo>
                    <a:pt x="1809091" y="2231212"/>
                  </a:lnTo>
                  <a:lnTo>
                    <a:pt x="1809487" y="2240092"/>
                  </a:lnTo>
                  <a:lnTo>
                    <a:pt x="1812266" y="2246913"/>
                  </a:lnTo>
                  <a:lnTo>
                    <a:pt x="1814954" y="2250375"/>
                  </a:lnTo>
                  <a:lnTo>
                    <a:pt x="1817667" y="2252413"/>
                  </a:lnTo>
                  <a:lnTo>
                    <a:pt x="1818334" y="2255578"/>
                  </a:lnTo>
                  <a:lnTo>
                    <a:pt x="1812891" y="2263290"/>
                  </a:lnTo>
                  <a:lnTo>
                    <a:pt x="1810091" y="2265005"/>
                  </a:lnTo>
                  <a:lnTo>
                    <a:pt x="1805107" y="2266255"/>
                  </a:lnTo>
                  <a:lnTo>
                    <a:pt x="1802302" y="2271007"/>
                  </a:lnTo>
                  <a:lnTo>
                    <a:pt x="1803132" y="2275099"/>
                  </a:lnTo>
                  <a:lnTo>
                    <a:pt x="1798773" y="2283978"/>
                  </a:lnTo>
                  <a:lnTo>
                    <a:pt x="1788350" y="2289524"/>
                  </a:lnTo>
                  <a:lnTo>
                    <a:pt x="1785167" y="2289309"/>
                  </a:lnTo>
                  <a:lnTo>
                    <a:pt x="1782570" y="2290932"/>
                  </a:lnTo>
                  <a:lnTo>
                    <a:pt x="1784087" y="2294886"/>
                  </a:lnTo>
                  <a:lnTo>
                    <a:pt x="1786688" y="2297764"/>
                  </a:lnTo>
                  <a:lnTo>
                    <a:pt x="1786596" y="2300437"/>
                  </a:lnTo>
                  <a:lnTo>
                    <a:pt x="1783841" y="2304068"/>
                  </a:lnTo>
                  <a:lnTo>
                    <a:pt x="1778403" y="2305081"/>
                  </a:lnTo>
                  <a:lnTo>
                    <a:pt x="1775349" y="2309224"/>
                  </a:lnTo>
                  <a:lnTo>
                    <a:pt x="1776315" y="2313132"/>
                  </a:lnTo>
                  <a:lnTo>
                    <a:pt x="1778112" y="2315313"/>
                  </a:lnTo>
                  <a:lnTo>
                    <a:pt x="1777736" y="2319072"/>
                  </a:lnTo>
                  <a:lnTo>
                    <a:pt x="1771552" y="2322846"/>
                  </a:lnTo>
                  <a:lnTo>
                    <a:pt x="1770102" y="2326559"/>
                  </a:lnTo>
                  <a:lnTo>
                    <a:pt x="1773173" y="2327654"/>
                  </a:lnTo>
                  <a:lnTo>
                    <a:pt x="1775536" y="2326559"/>
                  </a:lnTo>
                  <a:lnTo>
                    <a:pt x="1777266" y="2327357"/>
                  </a:lnTo>
                  <a:lnTo>
                    <a:pt x="1773557" y="2333564"/>
                  </a:lnTo>
                  <a:lnTo>
                    <a:pt x="1770227" y="2337348"/>
                  </a:lnTo>
                  <a:lnTo>
                    <a:pt x="1767064" y="2344149"/>
                  </a:lnTo>
                  <a:lnTo>
                    <a:pt x="1759726" y="2346028"/>
                  </a:lnTo>
                  <a:lnTo>
                    <a:pt x="1760001" y="2348225"/>
                  </a:lnTo>
                  <a:lnTo>
                    <a:pt x="1764147" y="2350171"/>
                  </a:lnTo>
                  <a:lnTo>
                    <a:pt x="1767618" y="2355400"/>
                  </a:lnTo>
                  <a:lnTo>
                    <a:pt x="1761097" y="2365053"/>
                  </a:lnTo>
                  <a:lnTo>
                    <a:pt x="1757025" y="2364259"/>
                  </a:lnTo>
                  <a:lnTo>
                    <a:pt x="1754538" y="2362134"/>
                  </a:lnTo>
                  <a:lnTo>
                    <a:pt x="1752950" y="2369754"/>
                  </a:lnTo>
                  <a:lnTo>
                    <a:pt x="1753558" y="2373820"/>
                  </a:lnTo>
                  <a:lnTo>
                    <a:pt x="1752008" y="2382131"/>
                  </a:lnTo>
                  <a:lnTo>
                    <a:pt x="1749516" y="2392122"/>
                  </a:lnTo>
                  <a:lnTo>
                    <a:pt x="1747824" y="2396224"/>
                  </a:lnTo>
                  <a:lnTo>
                    <a:pt x="1748183" y="2403864"/>
                  </a:lnTo>
                  <a:lnTo>
                    <a:pt x="1749229" y="2411243"/>
                  </a:lnTo>
                  <a:lnTo>
                    <a:pt x="1753221" y="2420753"/>
                  </a:lnTo>
                  <a:lnTo>
                    <a:pt x="1759317" y="2459641"/>
                  </a:lnTo>
                  <a:lnTo>
                    <a:pt x="1763468" y="2473145"/>
                  </a:lnTo>
                  <a:lnTo>
                    <a:pt x="1770944" y="2509580"/>
                  </a:lnTo>
                  <a:lnTo>
                    <a:pt x="1783316" y="2544904"/>
                  </a:lnTo>
                  <a:lnTo>
                    <a:pt x="1800773" y="2587602"/>
                  </a:lnTo>
                  <a:lnTo>
                    <a:pt x="1829423" y="2639354"/>
                  </a:lnTo>
                  <a:lnTo>
                    <a:pt x="1832852" y="2646729"/>
                  </a:lnTo>
                  <a:lnTo>
                    <a:pt x="1829122" y="2652981"/>
                  </a:lnTo>
                  <a:lnTo>
                    <a:pt x="1827985" y="2659459"/>
                  </a:lnTo>
                  <a:lnTo>
                    <a:pt x="1827660" y="2669225"/>
                  </a:lnTo>
                  <a:lnTo>
                    <a:pt x="1828693" y="2678739"/>
                  </a:lnTo>
                  <a:lnTo>
                    <a:pt x="1832081" y="2690359"/>
                  </a:lnTo>
                  <a:lnTo>
                    <a:pt x="1838590" y="2708123"/>
                  </a:lnTo>
                  <a:lnTo>
                    <a:pt x="1834948" y="2704580"/>
                  </a:lnTo>
                  <a:lnTo>
                    <a:pt x="1825522" y="2679082"/>
                  </a:lnTo>
                  <a:lnTo>
                    <a:pt x="1824426" y="2664109"/>
                  </a:lnTo>
                  <a:lnTo>
                    <a:pt x="1825785" y="2642867"/>
                  </a:lnTo>
                  <a:lnTo>
                    <a:pt x="1823572" y="2643379"/>
                  </a:lnTo>
                  <a:lnTo>
                    <a:pt x="1821776" y="2650282"/>
                  </a:lnTo>
                  <a:lnTo>
                    <a:pt x="1820788" y="2658389"/>
                  </a:lnTo>
                  <a:lnTo>
                    <a:pt x="1818396" y="2661528"/>
                  </a:lnTo>
                  <a:lnTo>
                    <a:pt x="1815133" y="2649161"/>
                  </a:lnTo>
                  <a:lnTo>
                    <a:pt x="1815362" y="2643569"/>
                  </a:lnTo>
                  <a:lnTo>
                    <a:pt x="1818825" y="2637035"/>
                  </a:lnTo>
                  <a:lnTo>
                    <a:pt x="1817821" y="2634684"/>
                  </a:lnTo>
                  <a:lnTo>
                    <a:pt x="1812216" y="2631340"/>
                  </a:lnTo>
                  <a:lnTo>
                    <a:pt x="1811024" y="2626081"/>
                  </a:lnTo>
                  <a:lnTo>
                    <a:pt x="1811783" y="2620888"/>
                  </a:lnTo>
                  <a:lnTo>
                    <a:pt x="1808566" y="2618113"/>
                  </a:lnTo>
                  <a:lnTo>
                    <a:pt x="1806049" y="2618246"/>
                  </a:lnTo>
                  <a:lnTo>
                    <a:pt x="1807736" y="2631048"/>
                  </a:lnTo>
                  <a:lnTo>
                    <a:pt x="1810399" y="2638909"/>
                  </a:lnTo>
                  <a:lnTo>
                    <a:pt x="1813691" y="2657749"/>
                  </a:lnTo>
                  <a:lnTo>
                    <a:pt x="1819004" y="2669163"/>
                  </a:lnTo>
                  <a:lnTo>
                    <a:pt x="1822101" y="2678734"/>
                  </a:lnTo>
                  <a:lnTo>
                    <a:pt x="1858285" y="2780871"/>
                  </a:lnTo>
                  <a:lnTo>
                    <a:pt x="1866848" y="2793878"/>
                  </a:lnTo>
                  <a:lnTo>
                    <a:pt x="1870015" y="2803219"/>
                  </a:lnTo>
                  <a:lnTo>
                    <a:pt x="1873312" y="2822750"/>
                  </a:lnTo>
                  <a:lnTo>
                    <a:pt x="1874058" y="2847827"/>
                  </a:lnTo>
                  <a:lnTo>
                    <a:pt x="1868144" y="2893659"/>
                  </a:lnTo>
                  <a:lnTo>
                    <a:pt x="1866798" y="2924922"/>
                  </a:lnTo>
                  <a:lnTo>
                    <a:pt x="1865952" y="2923965"/>
                  </a:lnTo>
                  <a:lnTo>
                    <a:pt x="1865386" y="2920672"/>
                  </a:lnTo>
                  <a:lnTo>
                    <a:pt x="1864019" y="2920221"/>
                  </a:lnTo>
                  <a:lnTo>
                    <a:pt x="1858885" y="2934544"/>
                  </a:lnTo>
                  <a:lnTo>
                    <a:pt x="1851909" y="2947465"/>
                  </a:lnTo>
                  <a:lnTo>
                    <a:pt x="1849613" y="2967544"/>
                  </a:lnTo>
                  <a:lnTo>
                    <a:pt x="1846266" y="2977596"/>
                  </a:lnTo>
                  <a:lnTo>
                    <a:pt x="1836219" y="2988232"/>
                  </a:lnTo>
                  <a:lnTo>
                    <a:pt x="1829993" y="2987961"/>
                  </a:lnTo>
                  <a:lnTo>
                    <a:pt x="1814725" y="2995939"/>
                  </a:lnTo>
                  <a:lnTo>
                    <a:pt x="1803998" y="2993860"/>
                  </a:lnTo>
                  <a:lnTo>
                    <a:pt x="1791217" y="2998361"/>
                  </a:lnTo>
                  <a:lnTo>
                    <a:pt x="1782808" y="2997859"/>
                  </a:lnTo>
                  <a:lnTo>
                    <a:pt x="1777953" y="2988370"/>
                  </a:lnTo>
                  <a:lnTo>
                    <a:pt x="1778695" y="2984125"/>
                  </a:lnTo>
                  <a:lnTo>
                    <a:pt x="1780629" y="2979859"/>
                  </a:lnTo>
                  <a:lnTo>
                    <a:pt x="1783904" y="2978866"/>
                  </a:lnTo>
                  <a:lnTo>
                    <a:pt x="1795193" y="2988811"/>
                  </a:lnTo>
                  <a:lnTo>
                    <a:pt x="1797322" y="2984627"/>
                  </a:lnTo>
                  <a:lnTo>
                    <a:pt x="1793914" y="2979650"/>
                  </a:lnTo>
                  <a:lnTo>
                    <a:pt x="1787388" y="2976874"/>
                  </a:lnTo>
                  <a:lnTo>
                    <a:pt x="1782566" y="2973822"/>
                  </a:lnTo>
                  <a:lnTo>
                    <a:pt x="1772852" y="2951152"/>
                  </a:lnTo>
                  <a:lnTo>
                    <a:pt x="1762789" y="2935584"/>
                  </a:lnTo>
                  <a:lnTo>
                    <a:pt x="1761093" y="2925178"/>
                  </a:lnTo>
                  <a:lnTo>
                    <a:pt x="1743740" y="2918834"/>
                  </a:lnTo>
                  <a:lnTo>
                    <a:pt x="1731176" y="2909227"/>
                  </a:lnTo>
                  <a:lnTo>
                    <a:pt x="1722983" y="2892138"/>
                  </a:lnTo>
                  <a:lnTo>
                    <a:pt x="1718283" y="2861838"/>
                  </a:lnTo>
                  <a:lnTo>
                    <a:pt x="1712740" y="2858432"/>
                  </a:lnTo>
                  <a:lnTo>
                    <a:pt x="1710398" y="2856077"/>
                  </a:lnTo>
                  <a:lnTo>
                    <a:pt x="1715812" y="2844831"/>
                  </a:lnTo>
                  <a:lnTo>
                    <a:pt x="1721516" y="2835404"/>
                  </a:lnTo>
                  <a:lnTo>
                    <a:pt x="1717003" y="2837749"/>
                  </a:lnTo>
                  <a:lnTo>
                    <a:pt x="1713674" y="2841236"/>
                  </a:lnTo>
                  <a:lnTo>
                    <a:pt x="1709440" y="2849563"/>
                  </a:lnTo>
                  <a:lnTo>
                    <a:pt x="1706348" y="2850843"/>
                  </a:lnTo>
                  <a:lnTo>
                    <a:pt x="1703514" y="2849563"/>
                  </a:lnTo>
                  <a:lnTo>
                    <a:pt x="1700247" y="2833591"/>
                  </a:lnTo>
                  <a:lnTo>
                    <a:pt x="1701180" y="2813957"/>
                  </a:lnTo>
                  <a:lnTo>
                    <a:pt x="1705760" y="2806614"/>
                  </a:lnTo>
                  <a:lnTo>
                    <a:pt x="1698726" y="2806419"/>
                  </a:lnTo>
                  <a:lnTo>
                    <a:pt x="1691437" y="2809215"/>
                  </a:lnTo>
                  <a:lnTo>
                    <a:pt x="1692504" y="2815760"/>
                  </a:lnTo>
                  <a:lnTo>
                    <a:pt x="1691475" y="2819355"/>
                  </a:lnTo>
                  <a:lnTo>
                    <a:pt x="1686166" y="2818433"/>
                  </a:lnTo>
                  <a:lnTo>
                    <a:pt x="1682140" y="2816134"/>
                  </a:lnTo>
                  <a:lnTo>
                    <a:pt x="1676677" y="2809323"/>
                  </a:lnTo>
                  <a:lnTo>
                    <a:pt x="1669226" y="2796326"/>
                  </a:lnTo>
                  <a:lnTo>
                    <a:pt x="1653941" y="2760520"/>
                  </a:lnTo>
                  <a:lnTo>
                    <a:pt x="1650961" y="2755471"/>
                  </a:lnTo>
                  <a:lnTo>
                    <a:pt x="1645906" y="2750186"/>
                  </a:lnTo>
                  <a:lnTo>
                    <a:pt x="1648286" y="2748543"/>
                  </a:lnTo>
                  <a:lnTo>
                    <a:pt x="1652628" y="2747570"/>
                  </a:lnTo>
                  <a:lnTo>
                    <a:pt x="1662442" y="2731449"/>
                  </a:lnTo>
                  <a:lnTo>
                    <a:pt x="1670151" y="2721709"/>
                  </a:lnTo>
                  <a:lnTo>
                    <a:pt x="1672710" y="2714970"/>
                  </a:lnTo>
                  <a:lnTo>
                    <a:pt x="1672264" y="2712087"/>
                  </a:lnTo>
                  <a:lnTo>
                    <a:pt x="1668855" y="2707898"/>
                  </a:lnTo>
                  <a:lnTo>
                    <a:pt x="1664380" y="2711559"/>
                  </a:lnTo>
                  <a:lnTo>
                    <a:pt x="1662463" y="2710515"/>
                  </a:lnTo>
                  <a:lnTo>
                    <a:pt x="1657429" y="2702065"/>
                  </a:lnTo>
                  <a:lnTo>
                    <a:pt x="1652620" y="2699679"/>
                  </a:lnTo>
                  <a:lnTo>
                    <a:pt x="1649269" y="2701507"/>
                  </a:lnTo>
                  <a:lnTo>
                    <a:pt x="1652803" y="2708430"/>
                  </a:lnTo>
                  <a:lnTo>
                    <a:pt x="1655979" y="2711001"/>
                  </a:lnTo>
                  <a:lnTo>
                    <a:pt x="1654749" y="2721069"/>
                  </a:lnTo>
                  <a:lnTo>
                    <a:pt x="1653466" y="2724346"/>
                  </a:lnTo>
                  <a:lnTo>
                    <a:pt x="1650490" y="2727240"/>
                  </a:lnTo>
                  <a:lnTo>
                    <a:pt x="1645844" y="2725698"/>
                  </a:lnTo>
                  <a:lnTo>
                    <a:pt x="1643494" y="2728187"/>
                  </a:lnTo>
                  <a:lnTo>
                    <a:pt x="1640727" y="2725565"/>
                  </a:lnTo>
                  <a:lnTo>
                    <a:pt x="1637972" y="2721141"/>
                  </a:lnTo>
                  <a:lnTo>
                    <a:pt x="1634905" y="2713859"/>
                  </a:lnTo>
                  <a:lnTo>
                    <a:pt x="1643010" y="2672871"/>
                  </a:lnTo>
                  <a:lnTo>
                    <a:pt x="1650511" y="2646754"/>
                  </a:lnTo>
                  <a:lnTo>
                    <a:pt x="1651370" y="2616961"/>
                  </a:lnTo>
                  <a:lnTo>
                    <a:pt x="1651928" y="2612546"/>
                  </a:lnTo>
                  <a:lnTo>
                    <a:pt x="1651295" y="2604629"/>
                  </a:lnTo>
                  <a:lnTo>
                    <a:pt x="1641235" y="2587423"/>
                  </a:lnTo>
                  <a:lnTo>
                    <a:pt x="1596758" y="2545437"/>
                  </a:lnTo>
                  <a:lnTo>
                    <a:pt x="1562287" y="2495718"/>
                  </a:lnTo>
                  <a:lnTo>
                    <a:pt x="1532429" y="2477067"/>
                  </a:lnTo>
                  <a:lnTo>
                    <a:pt x="1509776" y="2481164"/>
                  </a:lnTo>
                  <a:lnTo>
                    <a:pt x="1505854" y="2484913"/>
                  </a:lnTo>
                  <a:lnTo>
                    <a:pt x="1504171" y="2489813"/>
                  </a:lnTo>
                  <a:lnTo>
                    <a:pt x="1505592" y="2495359"/>
                  </a:lnTo>
                  <a:lnTo>
                    <a:pt x="1503533" y="2497669"/>
                  </a:lnTo>
                  <a:lnTo>
                    <a:pt x="1497453" y="2497377"/>
                  </a:lnTo>
                  <a:lnTo>
                    <a:pt x="1489265" y="2498667"/>
                  </a:lnTo>
                  <a:lnTo>
                    <a:pt x="1467883" y="2511757"/>
                  </a:lnTo>
                  <a:lnTo>
                    <a:pt x="1460340" y="2511275"/>
                  </a:lnTo>
                  <a:lnTo>
                    <a:pt x="1453489" y="2514665"/>
                  </a:lnTo>
                  <a:lnTo>
                    <a:pt x="1448359" y="2517205"/>
                  </a:lnTo>
                  <a:lnTo>
                    <a:pt x="1434982" y="2518588"/>
                  </a:lnTo>
                  <a:lnTo>
                    <a:pt x="1423639" y="2521491"/>
                  </a:lnTo>
                  <a:lnTo>
                    <a:pt x="1418739" y="2519919"/>
                  </a:lnTo>
                  <a:lnTo>
                    <a:pt x="1415542" y="2512330"/>
                  </a:lnTo>
                  <a:lnTo>
                    <a:pt x="1415542" y="2504475"/>
                  </a:lnTo>
                  <a:lnTo>
                    <a:pt x="1418134" y="2510497"/>
                  </a:lnTo>
                  <a:lnTo>
                    <a:pt x="1422147" y="2515208"/>
                  </a:lnTo>
                  <a:lnTo>
                    <a:pt x="1423985" y="2513324"/>
                  </a:lnTo>
                  <a:lnTo>
                    <a:pt x="1424673" y="2509155"/>
                  </a:lnTo>
                  <a:lnTo>
                    <a:pt x="1420681" y="2500987"/>
                  </a:lnTo>
                  <a:lnTo>
                    <a:pt x="1407820" y="2490494"/>
                  </a:lnTo>
                  <a:lnTo>
                    <a:pt x="1393185" y="2475168"/>
                  </a:lnTo>
                  <a:lnTo>
                    <a:pt x="1397648" y="2475675"/>
                  </a:lnTo>
                  <a:lnTo>
                    <a:pt x="1398778" y="2472392"/>
                  </a:lnTo>
                  <a:lnTo>
                    <a:pt x="1394240" y="2468085"/>
                  </a:lnTo>
                  <a:lnTo>
                    <a:pt x="1396156" y="2463108"/>
                  </a:lnTo>
                  <a:lnTo>
                    <a:pt x="1399353" y="2457879"/>
                  </a:lnTo>
                  <a:lnTo>
                    <a:pt x="1393177" y="2458663"/>
                  </a:lnTo>
                  <a:lnTo>
                    <a:pt x="1387634" y="2462324"/>
                  </a:lnTo>
                  <a:lnTo>
                    <a:pt x="1387451" y="2466846"/>
                  </a:lnTo>
                  <a:lnTo>
                    <a:pt x="1386355" y="2470441"/>
                  </a:lnTo>
                  <a:lnTo>
                    <a:pt x="1383371" y="2469919"/>
                  </a:lnTo>
                  <a:lnTo>
                    <a:pt x="1377833" y="2465469"/>
                  </a:lnTo>
                  <a:lnTo>
                    <a:pt x="1350567" y="2453081"/>
                  </a:lnTo>
                  <a:lnTo>
                    <a:pt x="1326731" y="2446096"/>
                  </a:lnTo>
                  <a:lnTo>
                    <a:pt x="1345025" y="2442952"/>
                  </a:lnTo>
                  <a:lnTo>
                    <a:pt x="1354947" y="2445395"/>
                  </a:lnTo>
                  <a:lnTo>
                    <a:pt x="1353763" y="2441646"/>
                  </a:lnTo>
                  <a:lnTo>
                    <a:pt x="1351375" y="2439265"/>
                  </a:lnTo>
                  <a:lnTo>
                    <a:pt x="1343549" y="2436249"/>
                  </a:lnTo>
                  <a:lnTo>
                    <a:pt x="1333581" y="2437396"/>
                  </a:lnTo>
                  <a:lnTo>
                    <a:pt x="1327285" y="2435977"/>
                  </a:lnTo>
                  <a:lnTo>
                    <a:pt x="1320846" y="2438968"/>
                  </a:lnTo>
                  <a:lnTo>
                    <a:pt x="1313791" y="2443413"/>
                  </a:lnTo>
                  <a:lnTo>
                    <a:pt x="1307511" y="2445702"/>
                  </a:lnTo>
                  <a:lnTo>
                    <a:pt x="1282933" y="2448902"/>
                  </a:lnTo>
                  <a:lnTo>
                    <a:pt x="1263001" y="2452374"/>
                  </a:lnTo>
                  <a:lnTo>
                    <a:pt x="1266197" y="2448708"/>
                  </a:lnTo>
                  <a:lnTo>
                    <a:pt x="1269606" y="2446352"/>
                  </a:lnTo>
                  <a:lnTo>
                    <a:pt x="1281383" y="2442768"/>
                  </a:lnTo>
                  <a:lnTo>
                    <a:pt x="1283146" y="2435317"/>
                  </a:lnTo>
                  <a:lnTo>
                    <a:pt x="1280379" y="2428142"/>
                  </a:lnTo>
                  <a:lnTo>
                    <a:pt x="1277278" y="2429863"/>
                  </a:lnTo>
                  <a:lnTo>
                    <a:pt x="1274023" y="2435470"/>
                  </a:lnTo>
                  <a:lnTo>
                    <a:pt x="1270031" y="2431430"/>
                  </a:lnTo>
                  <a:lnTo>
                    <a:pt x="1265610" y="2431450"/>
                  </a:lnTo>
                  <a:lnTo>
                    <a:pt x="1264410" y="2440371"/>
                  </a:lnTo>
                  <a:lnTo>
                    <a:pt x="1258742" y="2446352"/>
                  </a:lnTo>
                  <a:lnTo>
                    <a:pt x="1256184" y="2452374"/>
                  </a:lnTo>
                  <a:lnTo>
                    <a:pt x="1239565" y="2457091"/>
                  </a:lnTo>
                  <a:lnTo>
                    <a:pt x="1237435" y="2455519"/>
                  </a:lnTo>
                  <a:lnTo>
                    <a:pt x="1242298" y="2449799"/>
                  </a:lnTo>
                  <a:lnTo>
                    <a:pt x="1241911" y="2446618"/>
                  </a:lnTo>
                  <a:lnTo>
                    <a:pt x="1236364" y="2449348"/>
                  </a:lnTo>
                  <a:lnTo>
                    <a:pt x="1227063" y="2460189"/>
                  </a:lnTo>
                  <a:lnTo>
                    <a:pt x="1194317" y="2463738"/>
                  </a:lnTo>
                  <a:lnTo>
                    <a:pt x="1196105" y="2461275"/>
                  </a:lnTo>
                  <a:lnTo>
                    <a:pt x="1203018" y="2460783"/>
                  </a:lnTo>
                  <a:lnTo>
                    <a:pt x="1212724" y="2457352"/>
                  </a:lnTo>
                  <a:lnTo>
                    <a:pt x="1210761" y="2451576"/>
                  </a:lnTo>
                  <a:lnTo>
                    <a:pt x="1207019" y="2445226"/>
                  </a:lnTo>
                  <a:lnTo>
                    <a:pt x="1203564" y="2444519"/>
                  </a:lnTo>
                  <a:lnTo>
                    <a:pt x="1201285" y="2440796"/>
                  </a:lnTo>
                  <a:lnTo>
                    <a:pt x="1201397" y="2429064"/>
                  </a:lnTo>
                  <a:lnTo>
                    <a:pt x="1199189" y="2422207"/>
                  </a:lnTo>
                  <a:lnTo>
                    <a:pt x="1193859" y="2415150"/>
                  </a:lnTo>
                  <a:lnTo>
                    <a:pt x="1192058" y="2416508"/>
                  </a:lnTo>
                  <a:lnTo>
                    <a:pt x="1188137" y="2428572"/>
                  </a:lnTo>
                  <a:lnTo>
                    <a:pt x="1184878" y="2444396"/>
                  </a:lnTo>
                  <a:lnTo>
                    <a:pt x="1183266" y="2449507"/>
                  </a:lnTo>
                  <a:lnTo>
                    <a:pt x="1173556" y="2449865"/>
                  </a:lnTo>
                  <a:lnTo>
                    <a:pt x="1164963" y="2448785"/>
                  </a:lnTo>
                  <a:lnTo>
                    <a:pt x="1135759" y="2450684"/>
                  </a:lnTo>
                  <a:lnTo>
                    <a:pt x="1124849" y="2445323"/>
                  </a:lnTo>
                  <a:lnTo>
                    <a:pt x="1120324" y="2444294"/>
                  </a:lnTo>
                  <a:lnTo>
                    <a:pt x="1117569" y="2444416"/>
                  </a:lnTo>
                  <a:lnTo>
                    <a:pt x="1104868" y="2449333"/>
                  </a:lnTo>
                  <a:lnTo>
                    <a:pt x="1090395" y="2453096"/>
                  </a:lnTo>
                  <a:lnTo>
                    <a:pt x="1086986" y="2451914"/>
                  </a:lnTo>
                  <a:lnTo>
                    <a:pt x="1082123" y="2451739"/>
                  </a:lnTo>
                  <a:lnTo>
                    <a:pt x="1071630" y="2464552"/>
                  </a:lnTo>
                  <a:lnTo>
                    <a:pt x="1059257" y="2470549"/>
                  </a:lnTo>
                  <a:lnTo>
                    <a:pt x="1028041" y="2459769"/>
                  </a:lnTo>
                  <a:lnTo>
                    <a:pt x="1020277" y="2451099"/>
                  </a:lnTo>
                  <a:lnTo>
                    <a:pt x="1013385" y="2449246"/>
                  </a:lnTo>
                  <a:lnTo>
                    <a:pt x="1004908" y="2448175"/>
                  </a:lnTo>
                  <a:lnTo>
                    <a:pt x="995803" y="2458842"/>
                  </a:lnTo>
                  <a:lnTo>
                    <a:pt x="988885" y="2473237"/>
                  </a:lnTo>
                  <a:lnTo>
                    <a:pt x="999816" y="2481128"/>
                  </a:lnTo>
                  <a:lnTo>
                    <a:pt x="1009172" y="2484902"/>
                  </a:lnTo>
                  <a:lnTo>
                    <a:pt x="1024632" y="2481738"/>
                  </a:lnTo>
                  <a:lnTo>
                    <a:pt x="1033179" y="2474753"/>
                  </a:lnTo>
                  <a:lnTo>
                    <a:pt x="1040159" y="2474983"/>
                  </a:lnTo>
                  <a:lnTo>
                    <a:pt x="1043497" y="2473565"/>
                  </a:lnTo>
                  <a:lnTo>
                    <a:pt x="1046543" y="2469919"/>
                  </a:lnTo>
                  <a:lnTo>
                    <a:pt x="1052511" y="2472797"/>
                  </a:lnTo>
                  <a:lnTo>
                    <a:pt x="1052723" y="2475680"/>
                  </a:lnTo>
                  <a:lnTo>
                    <a:pt x="1048485" y="2479741"/>
                  </a:lnTo>
                  <a:lnTo>
                    <a:pt x="1043147" y="2483161"/>
                  </a:lnTo>
                  <a:lnTo>
                    <a:pt x="1039909" y="2487192"/>
                  </a:lnTo>
                  <a:lnTo>
                    <a:pt x="1046001" y="2495313"/>
                  </a:lnTo>
                  <a:lnTo>
                    <a:pt x="1055569" y="2498043"/>
                  </a:lnTo>
                  <a:lnTo>
                    <a:pt x="1059170" y="2496865"/>
                  </a:lnTo>
                  <a:lnTo>
                    <a:pt x="1061399" y="2487734"/>
                  </a:lnTo>
                  <a:lnTo>
                    <a:pt x="1067283" y="2481856"/>
                  </a:lnTo>
                  <a:lnTo>
                    <a:pt x="1075280" y="2483126"/>
                  </a:lnTo>
                  <a:lnTo>
                    <a:pt x="1074143" y="2486813"/>
                  </a:lnTo>
                  <a:lnTo>
                    <a:pt x="1075264" y="2490295"/>
                  </a:lnTo>
                  <a:lnTo>
                    <a:pt x="1078939" y="2496240"/>
                  </a:lnTo>
                  <a:lnTo>
                    <a:pt x="1078518" y="2504756"/>
                  </a:lnTo>
                  <a:lnTo>
                    <a:pt x="1079231" y="2506810"/>
                  </a:lnTo>
                  <a:lnTo>
                    <a:pt x="1070613" y="2510568"/>
                  </a:lnTo>
                  <a:lnTo>
                    <a:pt x="1064191" y="2511844"/>
                  </a:lnTo>
                  <a:lnTo>
                    <a:pt x="1059053" y="2516765"/>
                  </a:lnTo>
                  <a:lnTo>
                    <a:pt x="1061745" y="2519622"/>
                  </a:lnTo>
                  <a:lnTo>
                    <a:pt x="1056511" y="2522132"/>
                  </a:lnTo>
                  <a:lnTo>
                    <a:pt x="1052973" y="2521128"/>
                  </a:lnTo>
                  <a:lnTo>
                    <a:pt x="1051194" y="2522055"/>
                  </a:lnTo>
                  <a:lnTo>
                    <a:pt x="1050660" y="2525076"/>
                  </a:lnTo>
                  <a:lnTo>
                    <a:pt x="1047956" y="2527882"/>
                  </a:lnTo>
                  <a:lnTo>
                    <a:pt x="1051890" y="2536337"/>
                  </a:lnTo>
                  <a:lnTo>
                    <a:pt x="1059953" y="2541857"/>
                  </a:lnTo>
                  <a:lnTo>
                    <a:pt x="1065642" y="2548776"/>
                  </a:lnTo>
                  <a:lnTo>
                    <a:pt x="1088511" y="2557886"/>
                  </a:lnTo>
                  <a:lnTo>
                    <a:pt x="1094054" y="2557625"/>
                  </a:lnTo>
                  <a:lnTo>
                    <a:pt x="1099509" y="2566796"/>
                  </a:lnTo>
                  <a:lnTo>
                    <a:pt x="1103905" y="2569951"/>
                  </a:lnTo>
                  <a:lnTo>
                    <a:pt x="1108139" y="2571553"/>
                  </a:lnTo>
                  <a:lnTo>
                    <a:pt x="1107655" y="2577862"/>
                  </a:lnTo>
                  <a:lnTo>
                    <a:pt x="1100134" y="2582482"/>
                  </a:lnTo>
                  <a:lnTo>
                    <a:pt x="1098100" y="2587992"/>
                  </a:lnTo>
                  <a:lnTo>
                    <a:pt x="1096208" y="2591090"/>
                  </a:lnTo>
                  <a:lnTo>
                    <a:pt x="1092816" y="2587167"/>
                  </a:lnTo>
                  <a:lnTo>
                    <a:pt x="1089332" y="2584325"/>
                  </a:lnTo>
                  <a:lnTo>
                    <a:pt x="1081269" y="2592969"/>
                  </a:lnTo>
                  <a:lnTo>
                    <a:pt x="1077381" y="2594787"/>
                  </a:lnTo>
                  <a:lnTo>
                    <a:pt x="1079310" y="2585467"/>
                  </a:lnTo>
                  <a:lnTo>
                    <a:pt x="1076264" y="2581816"/>
                  </a:lnTo>
                  <a:lnTo>
                    <a:pt x="1071659" y="2572470"/>
                  </a:lnTo>
                  <a:lnTo>
                    <a:pt x="1064950" y="2566689"/>
                  </a:lnTo>
                  <a:lnTo>
                    <a:pt x="1060224" y="2564773"/>
                  </a:lnTo>
                  <a:lnTo>
                    <a:pt x="1056545" y="2561117"/>
                  </a:lnTo>
                  <a:lnTo>
                    <a:pt x="1052090" y="2559637"/>
                  </a:lnTo>
                  <a:lnTo>
                    <a:pt x="1048289" y="2560016"/>
                  </a:lnTo>
                  <a:lnTo>
                    <a:pt x="1041855" y="2557886"/>
                  </a:lnTo>
                  <a:lnTo>
                    <a:pt x="1041430" y="2552913"/>
                  </a:lnTo>
                  <a:lnTo>
                    <a:pt x="1039646" y="2549190"/>
                  </a:lnTo>
                  <a:lnTo>
                    <a:pt x="1034612" y="2544797"/>
                  </a:lnTo>
                  <a:lnTo>
                    <a:pt x="1010559" y="2536496"/>
                  </a:lnTo>
                  <a:lnTo>
                    <a:pt x="1010413" y="2539932"/>
                  </a:lnTo>
                  <a:lnTo>
                    <a:pt x="1012080" y="2542518"/>
                  </a:lnTo>
                  <a:lnTo>
                    <a:pt x="1015535" y="2544239"/>
                  </a:lnTo>
                  <a:lnTo>
                    <a:pt x="1019669" y="2547588"/>
                  </a:lnTo>
                  <a:lnTo>
                    <a:pt x="1019631" y="2557507"/>
                  </a:lnTo>
                  <a:lnTo>
                    <a:pt x="1017844" y="2561706"/>
                  </a:lnTo>
                  <a:lnTo>
                    <a:pt x="1017077" y="2567687"/>
                  </a:lnTo>
                  <a:lnTo>
                    <a:pt x="1015485" y="2573766"/>
                  </a:lnTo>
                  <a:lnTo>
                    <a:pt x="1012543" y="2578559"/>
                  </a:lnTo>
                  <a:lnTo>
                    <a:pt x="1005975" y="2581826"/>
                  </a:lnTo>
                  <a:lnTo>
                    <a:pt x="1003079" y="2579091"/>
                  </a:lnTo>
                  <a:lnTo>
                    <a:pt x="998395" y="2566002"/>
                  </a:lnTo>
                  <a:lnTo>
                    <a:pt x="991773" y="2561880"/>
                  </a:lnTo>
                  <a:lnTo>
                    <a:pt x="981251" y="2561394"/>
                  </a:lnTo>
                  <a:lnTo>
                    <a:pt x="974104" y="2564353"/>
                  </a:lnTo>
                  <a:lnTo>
                    <a:pt x="966316" y="2577033"/>
                  </a:lnTo>
                  <a:lnTo>
                    <a:pt x="960040" y="2579107"/>
                  </a:lnTo>
                  <a:lnTo>
                    <a:pt x="938558" y="2572537"/>
                  </a:lnTo>
                  <a:lnTo>
                    <a:pt x="914030" y="2562525"/>
                  </a:lnTo>
                  <a:lnTo>
                    <a:pt x="914663" y="2559192"/>
                  </a:lnTo>
                  <a:lnTo>
                    <a:pt x="918522" y="2558121"/>
                  </a:lnTo>
                  <a:lnTo>
                    <a:pt x="925923" y="2559489"/>
                  </a:lnTo>
                  <a:lnTo>
                    <a:pt x="925531" y="2556052"/>
                  </a:lnTo>
                  <a:lnTo>
                    <a:pt x="917968" y="2544868"/>
                  </a:lnTo>
                  <a:lnTo>
                    <a:pt x="916580" y="2539819"/>
                  </a:lnTo>
                  <a:lnTo>
                    <a:pt x="917555" y="2533659"/>
                  </a:lnTo>
                  <a:lnTo>
                    <a:pt x="915088" y="2533797"/>
                  </a:lnTo>
                  <a:lnTo>
                    <a:pt x="910546" y="2538969"/>
                  </a:lnTo>
                  <a:lnTo>
                    <a:pt x="894906" y="2534586"/>
                  </a:lnTo>
                  <a:lnTo>
                    <a:pt x="890589" y="2529347"/>
                  </a:lnTo>
                  <a:lnTo>
                    <a:pt x="881400" y="2514583"/>
                  </a:lnTo>
                  <a:lnTo>
                    <a:pt x="868432" y="2514102"/>
                  </a:lnTo>
                  <a:lnTo>
                    <a:pt x="862564" y="2505151"/>
                  </a:lnTo>
                  <a:lnTo>
                    <a:pt x="851967" y="2508899"/>
                  </a:lnTo>
                  <a:lnTo>
                    <a:pt x="846600" y="2513047"/>
                  </a:lnTo>
                  <a:lnTo>
                    <a:pt x="841883" y="2519474"/>
                  </a:lnTo>
                  <a:lnTo>
                    <a:pt x="843720" y="2522807"/>
                  </a:lnTo>
                  <a:lnTo>
                    <a:pt x="848421" y="2528103"/>
                  </a:lnTo>
                  <a:lnTo>
                    <a:pt x="846275" y="2530658"/>
                  </a:lnTo>
                  <a:lnTo>
                    <a:pt x="831185" y="2534432"/>
                  </a:lnTo>
                  <a:lnTo>
                    <a:pt x="796156" y="2530212"/>
                  </a:lnTo>
                  <a:lnTo>
                    <a:pt x="785913" y="2526269"/>
                  </a:lnTo>
                  <a:lnTo>
                    <a:pt x="772165" y="2517932"/>
                  </a:lnTo>
                  <a:lnTo>
                    <a:pt x="753108" y="2511137"/>
                  </a:lnTo>
                  <a:lnTo>
                    <a:pt x="743932" y="2510041"/>
                  </a:lnTo>
                  <a:lnTo>
                    <a:pt x="734947" y="2511388"/>
                  </a:lnTo>
                  <a:lnTo>
                    <a:pt x="708802" y="2512084"/>
                  </a:lnTo>
                  <a:lnTo>
                    <a:pt x="702735" y="2513892"/>
                  </a:lnTo>
                  <a:lnTo>
                    <a:pt x="697567" y="2516780"/>
                  </a:lnTo>
                  <a:lnTo>
                    <a:pt x="694217" y="2513585"/>
                  </a:lnTo>
                  <a:lnTo>
                    <a:pt x="692667" y="2507880"/>
                  </a:lnTo>
                  <a:lnTo>
                    <a:pt x="695701" y="2506953"/>
                  </a:lnTo>
                  <a:lnTo>
                    <a:pt x="699076" y="2503599"/>
                  </a:lnTo>
                  <a:lnTo>
                    <a:pt x="702122" y="2496967"/>
                  </a:lnTo>
                  <a:lnTo>
                    <a:pt x="702468" y="2492958"/>
                  </a:lnTo>
                  <a:lnTo>
                    <a:pt x="700339" y="2490341"/>
                  </a:lnTo>
                  <a:lnTo>
                    <a:pt x="696288" y="2490080"/>
                  </a:lnTo>
                  <a:lnTo>
                    <a:pt x="687341" y="2507358"/>
                  </a:lnTo>
                  <a:lnTo>
                    <a:pt x="692454" y="2517041"/>
                  </a:lnTo>
                  <a:lnTo>
                    <a:pt x="692104" y="2520534"/>
                  </a:lnTo>
                  <a:lnTo>
                    <a:pt x="674252" y="2522521"/>
                  </a:lnTo>
                  <a:lnTo>
                    <a:pt x="633730" y="2542016"/>
                  </a:lnTo>
                  <a:lnTo>
                    <a:pt x="617928" y="2552529"/>
                  </a:lnTo>
                  <a:lnTo>
                    <a:pt x="618736" y="2548991"/>
                  </a:lnTo>
                  <a:lnTo>
                    <a:pt x="637843" y="2535364"/>
                  </a:lnTo>
                  <a:lnTo>
                    <a:pt x="631096" y="2533280"/>
                  </a:lnTo>
                  <a:lnTo>
                    <a:pt x="620232" y="2536685"/>
                  </a:lnTo>
                  <a:lnTo>
                    <a:pt x="616336" y="2535374"/>
                  </a:lnTo>
                  <a:lnTo>
                    <a:pt x="620936" y="2524108"/>
                  </a:lnTo>
                  <a:lnTo>
                    <a:pt x="619436" y="2514174"/>
                  </a:lnTo>
                  <a:lnTo>
                    <a:pt x="611723" y="2513902"/>
                  </a:lnTo>
                  <a:lnTo>
                    <a:pt x="606810" y="2521835"/>
                  </a:lnTo>
                  <a:lnTo>
                    <a:pt x="603397" y="2521497"/>
                  </a:lnTo>
                  <a:lnTo>
                    <a:pt x="598925" y="2518096"/>
                  </a:lnTo>
                  <a:lnTo>
                    <a:pt x="595462" y="2519172"/>
                  </a:lnTo>
                  <a:lnTo>
                    <a:pt x="598025" y="2537146"/>
                  </a:lnTo>
                  <a:lnTo>
                    <a:pt x="602884" y="2544541"/>
                  </a:lnTo>
                  <a:lnTo>
                    <a:pt x="606947" y="2553968"/>
                  </a:lnTo>
                  <a:lnTo>
                    <a:pt x="595850" y="2565618"/>
                  </a:lnTo>
                  <a:lnTo>
                    <a:pt x="585544" y="2575230"/>
                  </a:lnTo>
                  <a:lnTo>
                    <a:pt x="584427" y="2584520"/>
                  </a:lnTo>
                  <a:lnTo>
                    <a:pt x="574072" y="2596620"/>
                  </a:lnTo>
                  <a:lnTo>
                    <a:pt x="564329" y="2603482"/>
                  </a:lnTo>
                  <a:lnTo>
                    <a:pt x="541438" y="2619613"/>
                  </a:lnTo>
                  <a:lnTo>
                    <a:pt x="534908" y="2623065"/>
                  </a:lnTo>
                  <a:lnTo>
                    <a:pt x="524578" y="2630552"/>
                  </a:lnTo>
                  <a:lnTo>
                    <a:pt x="510326" y="2636164"/>
                  </a:lnTo>
                  <a:lnTo>
                    <a:pt x="496662" y="2645074"/>
                  </a:lnTo>
                  <a:lnTo>
                    <a:pt x="492053" y="2646426"/>
                  </a:lnTo>
                  <a:lnTo>
                    <a:pt x="500779" y="2638883"/>
                  </a:lnTo>
                  <a:lnTo>
                    <a:pt x="511126" y="2631432"/>
                  </a:lnTo>
                  <a:lnTo>
                    <a:pt x="502250" y="2632451"/>
                  </a:lnTo>
                  <a:lnTo>
                    <a:pt x="488569" y="2629000"/>
                  </a:lnTo>
                  <a:lnTo>
                    <a:pt x="480197" y="2628800"/>
                  </a:lnTo>
                  <a:lnTo>
                    <a:pt x="480139" y="2631519"/>
                  </a:lnTo>
                  <a:lnTo>
                    <a:pt x="473771" y="2635360"/>
                  </a:lnTo>
                  <a:lnTo>
                    <a:pt x="467174" y="2629717"/>
                  </a:lnTo>
                  <a:lnTo>
                    <a:pt x="464299" y="2625922"/>
                  </a:lnTo>
                  <a:lnTo>
                    <a:pt x="462936" y="2622645"/>
                  </a:lnTo>
                  <a:lnTo>
                    <a:pt x="460136" y="2621851"/>
                  </a:lnTo>
                  <a:lnTo>
                    <a:pt x="457444" y="2623372"/>
                  </a:lnTo>
                  <a:lnTo>
                    <a:pt x="467291" y="2646452"/>
                  </a:lnTo>
                  <a:lnTo>
                    <a:pt x="471487" y="2647451"/>
                  </a:lnTo>
                  <a:lnTo>
                    <a:pt x="476130" y="2649745"/>
                  </a:lnTo>
                  <a:lnTo>
                    <a:pt x="470350" y="2655122"/>
                  </a:lnTo>
                  <a:lnTo>
                    <a:pt x="464128" y="2659203"/>
                  </a:lnTo>
                  <a:lnTo>
                    <a:pt x="454343" y="2661912"/>
                  </a:lnTo>
                  <a:lnTo>
                    <a:pt x="446051" y="2653488"/>
                  </a:lnTo>
                  <a:lnTo>
                    <a:pt x="444255" y="2664058"/>
                  </a:lnTo>
                  <a:lnTo>
                    <a:pt x="443204" y="2674612"/>
                  </a:lnTo>
                  <a:lnTo>
                    <a:pt x="440421" y="2677321"/>
                  </a:lnTo>
                  <a:lnTo>
                    <a:pt x="435974" y="2681182"/>
                  </a:lnTo>
                  <a:lnTo>
                    <a:pt x="433561" y="2678268"/>
                  </a:lnTo>
                  <a:lnTo>
                    <a:pt x="432415" y="2674187"/>
                  </a:lnTo>
                  <a:lnTo>
                    <a:pt x="429569" y="2677828"/>
                  </a:lnTo>
                  <a:lnTo>
                    <a:pt x="425402" y="2680562"/>
                  </a:lnTo>
                  <a:lnTo>
                    <a:pt x="418526" y="2681110"/>
                  </a:lnTo>
                  <a:lnTo>
                    <a:pt x="413367" y="2682570"/>
                  </a:lnTo>
                  <a:lnTo>
                    <a:pt x="413488" y="2686943"/>
                  </a:lnTo>
                  <a:lnTo>
                    <a:pt x="414667" y="2691337"/>
                  </a:lnTo>
                  <a:lnTo>
                    <a:pt x="423793" y="2687865"/>
                  </a:lnTo>
                  <a:lnTo>
                    <a:pt x="420485" y="2699167"/>
                  </a:lnTo>
                  <a:lnTo>
                    <a:pt x="412092" y="2710335"/>
                  </a:lnTo>
                  <a:lnTo>
                    <a:pt x="405254" y="2712973"/>
                  </a:lnTo>
                  <a:lnTo>
                    <a:pt x="394794" y="2711339"/>
                  </a:lnTo>
                  <a:lnTo>
                    <a:pt x="392210" y="2712461"/>
                  </a:lnTo>
                  <a:lnTo>
                    <a:pt x="389897" y="2714780"/>
                  </a:lnTo>
                  <a:lnTo>
                    <a:pt x="402082" y="2732253"/>
                  </a:lnTo>
                  <a:lnTo>
                    <a:pt x="394252" y="2758605"/>
                  </a:lnTo>
                  <a:lnTo>
                    <a:pt x="389247" y="2768156"/>
                  </a:lnTo>
                  <a:lnTo>
                    <a:pt x="385776" y="2769380"/>
                  </a:lnTo>
                  <a:lnTo>
                    <a:pt x="382013" y="2769656"/>
                  </a:lnTo>
                  <a:lnTo>
                    <a:pt x="368507" y="2761166"/>
                  </a:lnTo>
                  <a:lnTo>
                    <a:pt x="361139" y="2754601"/>
                  </a:lnTo>
                  <a:lnTo>
                    <a:pt x="367632" y="2772467"/>
                  </a:lnTo>
                  <a:lnTo>
                    <a:pt x="385322" y="2777686"/>
                  </a:lnTo>
                  <a:lnTo>
                    <a:pt x="386226" y="2784445"/>
                  </a:lnTo>
                  <a:lnTo>
                    <a:pt x="386126" y="2790222"/>
                  </a:lnTo>
                  <a:lnTo>
                    <a:pt x="382642" y="2797002"/>
                  </a:lnTo>
                  <a:lnTo>
                    <a:pt x="379383" y="2806009"/>
                  </a:lnTo>
                  <a:lnTo>
                    <a:pt x="381788" y="2812283"/>
                  </a:lnTo>
                  <a:lnTo>
                    <a:pt x="384580" y="2827794"/>
                  </a:lnTo>
                  <a:lnTo>
                    <a:pt x="386968" y="2834912"/>
                  </a:lnTo>
                  <a:lnTo>
                    <a:pt x="389593" y="2856507"/>
                  </a:lnTo>
                  <a:lnTo>
                    <a:pt x="392385" y="2865873"/>
                  </a:lnTo>
                  <a:lnTo>
                    <a:pt x="408466" y="2900342"/>
                  </a:lnTo>
                  <a:lnTo>
                    <a:pt x="413888" y="2900608"/>
                  </a:lnTo>
                  <a:lnTo>
                    <a:pt x="414759" y="2904341"/>
                  </a:lnTo>
                  <a:lnTo>
                    <a:pt x="414242" y="2911500"/>
                  </a:lnTo>
                  <a:lnTo>
                    <a:pt x="402674" y="2913585"/>
                  </a:lnTo>
                  <a:lnTo>
                    <a:pt x="397819" y="2916775"/>
                  </a:lnTo>
                  <a:lnTo>
                    <a:pt x="396873" y="2919545"/>
                  </a:lnTo>
                  <a:lnTo>
                    <a:pt x="396156" y="2921041"/>
                  </a:lnTo>
                  <a:lnTo>
                    <a:pt x="394665" y="2920902"/>
                  </a:lnTo>
                  <a:lnTo>
                    <a:pt x="389147" y="2918910"/>
                  </a:lnTo>
                  <a:lnTo>
                    <a:pt x="376604" y="2909119"/>
                  </a:lnTo>
                  <a:lnTo>
                    <a:pt x="358326" y="2903051"/>
                  </a:lnTo>
                  <a:lnTo>
                    <a:pt x="334311" y="2900700"/>
                  </a:lnTo>
                  <a:lnTo>
                    <a:pt x="317904" y="2895800"/>
                  </a:lnTo>
                  <a:lnTo>
                    <a:pt x="309107" y="2888333"/>
                  </a:lnTo>
                  <a:lnTo>
                    <a:pt x="299910" y="2883909"/>
                  </a:lnTo>
                  <a:lnTo>
                    <a:pt x="290317" y="2882516"/>
                  </a:lnTo>
                  <a:lnTo>
                    <a:pt x="282370" y="2878465"/>
                  </a:lnTo>
                  <a:lnTo>
                    <a:pt x="276070" y="2871757"/>
                  </a:lnTo>
                  <a:lnTo>
                    <a:pt x="266856" y="2867476"/>
                  </a:lnTo>
                  <a:lnTo>
                    <a:pt x="254729" y="2865617"/>
                  </a:lnTo>
                  <a:lnTo>
                    <a:pt x="246837" y="2860588"/>
                  </a:lnTo>
                  <a:lnTo>
                    <a:pt x="241348" y="2848293"/>
                  </a:lnTo>
                  <a:lnTo>
                    <a:pt x="241323" y="2848109"/>
                  </a:lnTo>
                  <a:lnTo>
                    <a:pt x="236410" y="2827553"/>
                  </a:lnTo>
                  <a:lnTo>
                    <a:pt x="230222" y="2814674"/>
                  </a:lnTo>
                  <a:lnTo>
                    <a:pt x="218179" y="2798738"/>
                  </a:lnTo>
                  <a:lnTo>
                    <a:pt x="217070" y="2796638"/>
                  </a:lnTo>
                  <a:lnTo>
                    <a:pt x="216970" y="2794016"/>
                  </a:lnTo>
                  <a:lnTo>
                    <a:pt x="218462" y="2784742"/>
                  </a:lnTo>
                  <a:lnTo>
                    <a:pt x="217191" y="2778075"/>
                  </a:lnTo>
                  <a:lnTo>
                    <a:pt x="213378" y="2772642"/>
                  </a:lnTo>
                  <a:lnTo>
                    <a:pt x="212503" y="2766891"/>
                  </a:lnTo>
                  <a:lnTo>
                    <a:pt x="214570" y="2760838"/>
                  </a:lnTo>
                  <a:lnTo>
                    <a:pt x="214703" y="2753566"/>
                  </a:lnTo>
                  <a:lnTo>
                    <a:pt x="212907" y="2745076"/>
                  </a:lnTo>
                  <a:lnTo>
                    <a:pt x="205227" y="2735894"/>
                  </a:lnTo>
                  <a:lnTo>
                    <a:pt x="191663" y="2726031"/>
                  </a:lnTo>
                  <a:lnTo>
                    <a:pt x="180107" y="2711626"/>
                  </a:lnTo>
                  <a:lnTo>
                    <a:pt x="170568" y="2692689"/>
                  </a:lnTo>
                  <a:lnTo>
                    <a:pt x="161133" y="2679569"/>
                  </a:lnTo>
                  <a:lnTo>
                    <a:pt x="151803" y="2672261"/>
                  </a:lnTo>
                  <a:lnTo>
                    <a:pt x="145423" y="2663341"/>
                  </a:lnTo>
                  <a:lnTo>
                    <a:pt x="141989" y="2652807"/>
                  </a:lnTo>
                  <a:lnTo>
                    <a:pt x="140977" y="2646693"/>
                  </a:lnTo>
                  <a:lnTo>
                    <a:pt x="142377" y="2645003"/>
                  </a:lnTo>
                  <a:lnTo>
                    <a:pt x="136643" y="2633291"/>
                  </a:lnTo>
                  <a:lnTo>
                    <a:pt x="123774" y="2611568"/>
                  </a:lnTo>
                  <a:lnTo>
                    <a:pt x="116382" y="2595683"/>
                  </a:lnTo>
                  <a:lnTo>
                    <a:pt x="114477" y="2585641"/>
                  </a:lnTo>
                  <a:lnTo>
                    <a:pt x="106289" y="2573689"/>
                  </a:lnTo>
                  <a:lnTo>
                    <a:pt x="91820" y="2559827"/>
                  </a:lnTo>
                  <a:lnTo>
                    <a:pt x="83952" y="2550809"/>
                  </a:lnTo>
                  <a:lnTo>
                    <a:pt x="82019" y="2544546"/>
                  </a:lnTo>
                  <a:lnTo>
                    <a:pt x="59441" y="2526331"/>
                  </a:lnTo>
                  <a:lnTo>
                    <a:pt x="52882" y="2514952"/>
                  </a:lnTo>
                  <a:lnTo>
                    <a:pt x="47760" y="2511357"/>
                  </a:lnTo>
                  <a:lnTo>
                    <a:pt x="41880" y="2511746"/>
                  </a:lnTo>
                  <a:lnTo>
                    <a:pt x="38863" y="2510656"/>
                  </a:lnTo>
                  <a:lnTo>
                    <a:pt x="38713" y="2508085"/>
                  </a:lnTo>
                  <a:lnTo>
                    <a:pt x="36809" y="2507962"/>
                  </a:lnTo>
                  <a:lnTo>
                    <a:pt x="33146" y="2510297"/>
                  </a:lnTo>
                  <a:lnTo>
                    <a:pt x="21136" y="2510768"/>
                  </a:lnTo>
                  <a:lnTo>
                    <a:pt x="775" y="2509380"/>
                  </a:lnTo>
                  <a:lnTo>
                    <a:pt x="0" y="2509217"/>
                  </a:lnTo>
                  <a:lnTo>
                    <a:pt x="0" y="699813"/>
                  </a:lnTo>
                  <a:lnTo>
                    <a:pt x="1430380" y="699813"/>
                  </a:lnTo>
                  <a:lnTo>
                    <a:pt x="1444880" y="707161"/>
                  </a:lnTo>
                  <a:lnTo>
                    <a:pt x="1461444" y="715554"/>
                  </a:lnTo>
                  <a:lnTo>
                    <a:pt x="1465620" y="729509"/>
                  </a:lnTo>
                  <a:lnTo>
                    <a:pt x="1469687" y="743095"/>
                  </a:lnTo>
                  <a:lnTo>
                    <a:pt x="1479384" y="752958"/>
                  </a:lnTo>
                  <a:lnTo>
                    <a:pt x="1488260" y="761965"/>
                  </a:lnTo>
                  <a:lnTo>
                    <a:pt x="1493399" y="761494"/>
                  </a:lnTo>
                  <a:lnTo>
                    <a:pt x="1498612" y="757689"/>
                  </a:lnTo>
                  <a:lnTo>
                    <a:pt x="1501921" y="755856"/>
                  </a:lnTo>
                  <a:lnTo>
                    <a:pt x="1507467" y="755554"/>
                  </a:lnTo>
                  <a:lnTo>
                    <a:pt x="1519802" y="752297"/>
                  </a:lnTo>
                  <a:lnTo>
                    <a:pt x="1523448" y="753009"/>
                  </a:lnTo>
                  <a:lnTo>
                    <a:pt x="1525520" y="754637"/>
                  </a:lnTo>
                  <a:lnTo>
                    <a:pt x="1525690" y="757187"/>
                  </a:lnTo>
                  <a:lnTo>
                    <a:pt x="1525269" y="759215"/>
                  </a:lnTo>
                  <a:lnTo>
                    <a:pt x="1523361" y="763286"/>
                  </a:lnTo>
                  <a:lnTo>
                    <a:pt x="1526374" y="771045"/>
                  </a:lnTo>
                  <a:lnTo>
                    <a:pt x="1527007" y="779663"/>
                  </a:lnTo>
                  <a:lnTo>
                    <a:pt x="1528662" y="786177"/>
                  </a:lnTo>
                  <a:lnTo>
                    <a:pt x="1533712" y="794514"/>
                  </a:lnTo>
                  <a:lnTo>
                    <a:pt x="1538100" y="801028"/>
                  </a:lnTo>
                  <a:lnTo>
                    <a:pt x="1543626" y="802287"/>
                  </a:lnTo>
                  <a:lnTo>
                    <a:pt x="1556415" y="798493"/>
                  </a:lnTo>
                  <a:lnTo>
                    <a:pt x="1564429" y="797059"/>
                  </a:lnTo>
                  <a:lnTo>
                    <a:pt x="1568979" y="797678"/>
                  </a:lnTo>
                  <a:lnTo>
                    <a:pt x="1576764" y="803777"/>
                  </a:lnTo>
                  <a:lnTo>
                    <a:pt x="1580573" y="807444"/>
                  </a:lnTo>
                  <a:lnTo>
                    <a:pt x="1581481" y="810491"/>
                  </a:lnTo>
                  <a:lnTo>
                    <a:pt x="1570967" y="829111"/>
                  </a:lnTo>
                  <a:lnTo>
                    <a:pt x="1587640" y="838349"/>
                  </a:lnTo>
                  <a:lnTo>
                    <a:pt x="1606247" y="848447"/>
                  </a:lnTo>
                  <a:lnTo>
                    <a:pt x="1628433" y="860486"/>
                  </a:lnTo>
                  <a:lnTo>
                    <a:pt x="1641998" y="867855"/>
                  </a:lnTo>
                  <a:lnTo>
                    <a:pt x="1659862" y="878379"/>
                  </a:lnTo>
                  <a:lnTo>
                    <a:pt x="1662921" y="893373"/>
                  </a:lnTo>
                  <a:lnTo>
                    <a:pt x="1665497" y="906027"/>
                  </a:lnTo>
                  <a:lnTo>
                    <a:pt x="1668780" y="923668"/>
                  </a:lnTo>
                  <a:lnTo>
                    <a:pt x="1672127" y="941663"/>
                  </a:lnTo>
                  <a:lnTo>
                    <a:pt x="1675465" y="959592"/>
                  </a:lnTo>
                  <a:lnTo>
                    <a:pt x="1679002" y="978621"/>
                  </a:lnTo>
                  <a:lnTo>
                    <a:pt x="1682890" y="999524"/>
                  </a:lnTo>
                  <a:lnTo>
                    <a:pt x="1686345" y="1018078"/>
                  </a:lnTo>
                  <a:lnTo>
                    <a:pt x="1690116" y="1038331"/>
                  </a:lnTo>
                  <a:lnTo>
                    <a:pt x="1695130" y="1064688"/>
                  </a:lnTo>
                  <a:lnTo>
                    <a:pt x="1690646" y="1074843"/>
                  </a:lnTo>
                  <a:lnTo>
                    <a:pt x="1680882" y="1096955"/>
                  </a:lnTo>
                  <a:lnTo>
                    <a:pt x="1672056" y="1116942"/>
                  </a:lnTo>
                  <a:lnTo>
                    <a:pt x="1671285" y="1122739"/>
                  </a:lnTo>
                  <a:lnTo>
                    <a:pt x="1665217" y="1151882"/>
                  </a:lnTo>
                  <a:lnTo>
                    <a:pt x="1660354" y="1163921"/>
                  </a:lnTo>
                  <a:lnTo>
                    <a:pt x="1651836" y="1170911"/>
                  </a:lnTo>
                  <a:lnTo>
                    <a:pt x="1643381" y="1177686"/>
                  </a:lnTo>
                  <a:lnTo>
                    <a:pt x="1632834" y="1189039"/>
                  </a:lnTo>
                  <a:lnTo>
                    <a:pt x="1621232" y="1194647"/>
                  </a:lnTo>
                  <a:lnTo>
                    <a:pt x="1615306" y="1197945"/>
                  </a:lnTo>
                  <a:lnTo>
                    <a:pt x="1612202" y="1203147"/>
                  </a:lnTo>
                  <a:lnTo>
                    <a:pt x="1608776" y="1214552"/>
                  </a:lnTo>
                  <a:lnTo>
                    <a:pt x="1609435" y="1231968"/>
                  </a:lnTo>
                  <a:lnTo>
                    <a:pt x="1618990" y="1246957"/>
                  </a:lnTo>
                  <a:lnTo>
                    <a:pt x="1632967" y="1255340"/>
                  </a:lnTo>
                  <a:lnTo>
                    <a:pt x="1648003" y="1263503"/>
                  </a:lnTo>
                  <a:lnTo>
                    <a:pt x="1669422" y="1263538"/>
                  </a:lnTo>
                  <a:lnTo>
                    <a:pt x="1688687" y="1252646"/>
                  </a:lnTo>
                  <a:lnTo>
                    <a:pt x="1709098" y="1241109"/>
                  </a:lnTo>
                  <a:lnTo>
                    <a:pt x="1727296" y="1230821"/>
                  </a:lnTo>
                  <a:lnTo>
                    <a:pt x="1748941" y="1218587"/>
                  </a:lnTo>
                  <a:lnTo>
                    <a:pt x="1768544" y="1207500"/>
                  </a:lnTo>
                  <a:lnTo>
                    <a:pt x="1789830" y="1203516"/>
                  </a:lnTo>
                  <a:lnTo>
                    <a:pt x="1819325" y="1198001"/>
                  </a:lnTo>
                  <a:lnTo>
                    <a:pt x="1856455" y="1191052"/>
                  </a:lnTo>
                  <a:lnTo>
                    <a:pt x="1874533" y="1183140"/>
                  </a:lnTo>
                  <a:lnTo>
                    <a:pt x="1897894" y="1172914"/>
                  </a:lnTo>
                  <a:lnTo>
                    <a:pt x="1924844" y="1161115"/>
                  </a:lnTo>
                  <a:lnTo>
                    <a:pt x="1948101" y="1150935"/>
                  </a:lnTo>
                  <a:lnTo>
                    <a:pt x="1959794" y="1145291"/>
                  </a:lnTo>
                  <a:lnTo>
                    <a:pt x="1968112" y="1138854"/>
                  </a:lnTo>
                  <a:lnTo>
                    <a:pt x="1970175" y="1134092"/>
                  </a:lnTo>
                  <a:lnTo>
                    <a:pt x="1969683" y="1131357"/>
                  </a:lnTo>
                  <a:lnTo>
                    <a:pt x="1967537" y="1128618"/>
                  </a:lnTo>
                  <a:lnTo>
                    <a:pt x="1964570" y="1126595"/>
                  </a:lnTo>
                  <a:lnTo>
                    <a:pt x="1961932" y="1124874"/>
                  </a:lnTo>
                  <a:lnTo>
                    <a:pt x="1960694" y="1122744"/>
                  </a:lnTo>
                  <a:lnTo>
                    <a:pt x="1960448" y="1118084"/>
                  </a:lnTo>
                  <a:lnTo>
                    <a:pt x="1958831" y="1115406"/>
                  </a:lnTo>
                  <a:lnTo>
                    <a:pt x="1957290" y="1113434"/>
                  </a:lnTo>
                  <a:lnTo>
                    <a:pt x="1957873" y="1095398"/>
                  </a:lnTo>
                  <a:lnTo>
                    <a:pt x="1955839" y="1089806"/>
                  </a:lnTo>
                  <a:lnTo>
                    <a:pt x="1948259" y="1075632"/>
                  </a:lnTo>
                  <a:lnTo>
                    <a:pt x="1962715" y="1069276"/>
                  </a:lnTo>
                  <a:lnTo>
                    <a:pt x="1976109" y="1063382"/>
                  </a:lnTo>
                  <a:lnTo>
                    <a:pt x="1986789" y="1059019"/>
                  </a:lnTo>
                  <a:lnTo>
                    <a:pt x="2009163" y="1058333"/>
                  </a:lnTo>
                  <a:lnTo>
                    <a:pt x="2029941" y="1058420"/>
                  </a:lnTo>
                  <a:lnTo>
                    <a:pt x="2058578" y="1058538"/>
                  </a:lnTo>
                  <a:lnTo>
                    <a:pt x="2082706" y="1058635"/>
                  </a:lnTo>
                  <a:lnTo>
                    <a:pt x="2110856" y="1058753"/>
                  </a:lnTo>
                  <a:lnTo>
                    <a:pt x="2127358" y="1058820"/>
                  </a:lnTo>
                  <a:lnTo>
                    <a:pt x="2148982" y="1058615"/>
                  </a:lnTo>
                  <a:lnTo>
                    <a:pt x="2159521" y="1042253"/>
                  </a:lnTo>
                  <a:lnTo>
                    <a:pt x="2168939" y="1027623"/>
                  </a:lnTo>
                  <a:lnTo>
                    <a:pt x="2179311" y="1013643"/>
                  </a:lnTo>
                  <a:lnTo>
                    <a:pt x="2197751" y="997230"/>
                  </a:lnTo>
                  <a:lnTo>
                    <a:pt x="2203106" y="994281"/>
                  </a:lnTo>
                  <a:lnTo>
                    <a:pt x="2206060" y="987808"/>
                  </a:lnTo>
                  <a:lnTo>
                    <a:pt x="2217237" y="981658"/>
                  </a:lnTo>
                  <a:lnTo>
                    <a:pt x="2229551" y="975953"/>
                  </a:lnTo>
                  <a:lnTo>
                    <a:pt x="2234381" y="970602"/>
                  </a:lnTo>
                  <a:lnTo>
                    <a:pt x="2236718" y="967555"/>
                  </a:lnTo>
                  <a:lnTo>
                    <a:pt x="2270060" y="938693"/>
                  </a:lnTo>
                  <a:lnTo>
                    <a:pt x="2288996" y="925363"/>
                  </a:lnTo>
                  <a:lnTo>
                    <a:pt x="2304636" y="917943"/>
                  </a:lnTo>
                  <a:lnTo>
                    <a:pt x="2316542" y="914399"/>
                  </a:lnTo>
                  <a:lnTo>
                    <a:pt x="2324580" y="914906"/>
                  </a:lnTo>
                  <a:lnTo>
                    <a:pt x="2329152" y="91440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69" name="ph3869"/>
            <p:cNvSpPr/>
            <p:nvPr/>
          </p:nvSpPr>
          <p:spPr>
            <a:xfrm>
              <a:off x="5683434" y="1685363"/>
              <a:ext cx="1296309" cy="1268258"/>
            </a:xfrm>
            <a:custGeom>
              <a:avLst/>
              <a:gdLst/>
              <a:ahLst/>
              <a:cxnLst/>
              <a:rect l="0" t="0" r="0" b="0"/>
              <a:pathLst>
                <a:path w="972232" h="951193">
                  <a:moveTo>
                    <a:pt x="914400" y="914400"/>
                  </a:moveTo>
                  <a:lnTo>
                    <a:pt x="919884" y="915086"/>
                  </a:lnTo>
                  <a:lnTo>
                    <a:pt x="924601" y="913094"/>
                  </a:lnTo>
                  <a:lnTo>
                    <a:pt x="929068" y="909069"/>
                  </a:lnTo>
                  <a:lnTo>
                    <a:pt x="939440" y="903625"/>
                  </a:lnTo>
                  <a:lnTo>
                    <a:pt x="948279" y="901244"/>
                  </a:lnTo>
                  <a:lnTo>
                    <a:pt x="951063" y="900752"/>
                  </a:lnTo>
                  <a:lnTo>
                    <a:pt x="955276" y="904572"/>
                  </a:lnTo>
                  <a:lnTo>
                    <a:pt x="963635" y="901505"/>
                  </a:lnTo>
                  <a:lnTo>
                    <a:pt x="972232" y="899784"/>
                  </a:lnTo>
                  <a:lnTo>
                    <a:pt x="935044" y="917252"/>
                  </a:lnTo>
                  <a:lnTo>
                    <a:pt x="927439" y="919218"/>
                  </a:lnTo>
                  <a:lnTo>
                    <a:pt x="916558" y="924421"/>
                  </a:lnTo>
                  <a:lnTo>
                    <a:pt x="906273" y="928108"/>
                  </a:lnTo>
                  <a:lnTo>
                    <a:pt x="898868" y="929450"/>
                  </a:lnTo>
                  <a:lnTo>
                    <a:pt x="862047" y="942416"/>
                  </a:lnTo>
                  <a:lnTo>
                    <a:pt x="859125" y="942698"/>
                  </a:lnTo>
                  <a:lnTo>
                    <a:pt x="855967" y="941433"/>
                  </a:lnTo>
                  <a:lnTo>
                    <a:pt x="825638" y="948110"/>
                  </a:lnTo>
                  <a:lnTo>
                    <a:pt x="813190" y="948863"/>
                  </a:lnTo>
                  <a:lnTo>
                    <a:pt x="801855" y="951193"/>
                  </a:lnTo>
                  <a:lnTo>
                    <a:pt x="810240" y="945816"/>
                  </a:lnTo>
                  <a:lnTo>
                    <a:pt x="810423" y="943804"/>
                  </a:lnTo>
                  <a:lnTo>
                    <a:pt x="808419" y="942232"/>
                  </a:lnTo>
                  <a:lnTo>
                    <a:pt x="803935" y="942687"/>
                  </a:lnTo>
                  <a:lnTo>
                    <a:pt x="799342" y="948223"/>
                  </a:lnTo>
                  <a:lnTo>
                    <a:pt x="792012" y="950072"/>
                  </a:lnTo>
                  <a:lnTo>
                    <a:pt x="790550" y="944044"/>
                  </a:lnTo>
                  <a:lnTo>
                    <a:pt x="792996" y="939379"/>
                  </a:lnTo>
                  <a:lnTo>
                    <a:pt x="796309" y="934955"/>
                  </a:lnTo>
                  <a:lnTo>
                    <a:pt x="803589" y="928001"/>
                  </a:lnTo>
                  <a:lnTo>
                    <a:pt x="814003" y="923592"/>
                  </a:lnTo>
                  <a:lnTo>
                    <a:pt x="819295" y="919782"/>
                  </a:lnTo>
                  <a:lnTo>
                    <a:pt x="822962" y="923136"/>
                  </a:lnTo>
                  <a:lnTo>
                    <a:pt x="823767" y="918604"/>
                  </a:lnTo>
                  <a:lnTo>
                    <a:pt x="826588" y="915987"/>
                  </a:lnTo>
                  <a:lnTo>
                    <a:pt x="829655" y="914579"/>
                  </a:lnTo>
                  <a:lnTo>
                    <a:pt x="837031" y="914543"/>
                  </a:lnTo>
                  <a:lnTo>
                    <a:pt x="841002" y="913831"/>
                  </a:lnTo>
                  <a:lnTo>
                    <a:pt x="843873" y="912326"/>
                  </a:lnTo>
                  <a:lnTo>
                    <a:pt x="846820" y="912044"/>
                  </a:lnTo>
                  <a:lnTo>
                    <a:pt x="854887" y="914097"/>
                  </a:lnTo>
                  <a:lnTo>
                    <a:pt x="862768" y="913508"/>
                  </a:lnTo>
                  <a:lnTo>
                    <a:pt x="869131" y="910671"/>
                  </a:lnTo>
                  <a:lnTo>
                    <a:pt x="875744" y="909719"/>
                  </a:lnTo>
                  <a:lnTo>
                    <a:pt x="893238" y="909079"/>
                  </a:lnTo>
                  <a:lnTo>
                    <a:pt x="910624" y="907005"/>
                  </a:lnTo>
                  <a:lnTo>
                    <a:pt x="917575" y="903318"/>
                  </a:lnTo>
                  <a:lnTo>
                    <a:pt x="932177" y="892984"/>
                  </a:lnTo>
                  <a:lnTo>
                    <a:pt x="940578" y="890101"/>
                  </a:lnTo>
                  <a:lnTo>
                    <a:pt x="927497" y="902109"/>
                  </a:lnTo>
                  <a:lnTo>
                    <a:pt x="920467" y="90761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70" name="ph3870"/>
            <p:cNvSpPr/>
            <p:nvPr/>
          </p:nvSpPr>
          <p:spPr>
            <a:xfrm>
              <a:off x="6176776" y="1211087"/>
              <a:ext cx="1225823" cy="1228049"/>
            </a:xfrm>
            <a:custGeom>
              <a:avLst/>
              <a:gdLst/>
              <a:ahLst/>
              <a:cxnLst/>
              <a:rect l="0" t="0" r="0" b="0"/>
              <a:pathLst>
                <a:path w="919367" h="921036">
                  <a:moveTo>
                    <a:pt x="914400" y="914399"/>
                  </a:moveTo>
                  <a:lnTo>
                    <a:pt x="908953" y="913508"/>
                  </a:lnTo>
                  <a:lnTo>
                    <a:pt x="909065" y="919044"/>
                  </a:lnTo>
                  <a:lnTo>
                    <a:pt x="908457" y="921036"/>
                  </a:lnTo>
                  <a:lnTo>
                    <a:pt x="902423" y="918189"/>
                  </a:lnTo>
                  <a:lnTo>
                    <a:pt x="900210" y="916356"/>
                  </a:lnTo>
                  <a:lnTo>
                    <a:pt x="900402" y="909023"/>
                  </a:lnTo>
                  <a:lnTo>
                    <a:pt x="905732" y="902089"/>
                  </a:lnTo>
                  <a:lnTo>
                    <a:pt x="909795" y="899349"/>
                  </a:lnTo>
                  <a:lnTo>
                    <a:pt x="915033" y="901249"/>
                  </a:lnTo>
                  <a:lnTo>
                    <a:pt x="919054" y="909012"/>
                  </a:lnTo>
                  <a:lnTo>
                    <a:pt x="919367" y="91235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71" name="ph3871"/>
            <p:cNvSpPr/>
            <p:nvPr/>
          </p:nvSpPr>
          <p:spPr>
            <a:xfrm>
              <a:off x="5495108" y="1741667"/>
              <a:ext cx="1238375" cy="1219199"/>
            </a:xfrm>
            <a:custGeom>
              <a:avLst/>
              <a:gdLst/>
              <a:ahLst/>
              <a:cxnLst/>
              <a:rect l="0" t="0" r="0" b="0"/>
              <a:pathLst>
                <a:path w="928781" h="914399">
                  <a:moveTo>
                    <a:pt x="914400" y="914399"/>
                  </a:moveTo>
                  <a:lnTo>
                    <a:pt x="918471" y="904342"/>
                  </a:lnTo>
                  <a:lnTo>
                    <a:pt x="925955" y="899743"/>
                  </a:lnTo>
                  <a:lnTo>
                    <a:pt x="928664" y="900701"/>
                  </a:lnTo>
                  <a:lnTo>
                    <a:pt x="928781" y="904255"/>
                  </a:lnTo>
                  <a:lnTo>
                    <a:pt x="927730" y="907292"/>
                  </a:lnTo>
                  <a:lnTo>
                    <a:pt x="922709" y="911972"/>
                  </a:lnTo>
                  <a:lnTo>
                    <a:pt x="918475" y="91396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72" name="ph3872"/>
            <p:cNvSpPr/>
            <p:nvPr/>
          </p:nvSpPr>
          <p:spPr>
            <a:xfrm>
              <a:off x="5887760" y="1628576"/>
              <a:ext cx="1250537" cy="1219199"/>
            </a:xfrm>
            <a:custGeom>
              <a:avLst/>
              <a:gdLst/>
              <a:ahLst/>
              <a:cxnLst/>
              <a:rect l="0" t="0" r="0" b="0"/>
              <a:pathLst>
                <a:path w="937903" h="914399">
                  <a:moveTo>
                    <a:pt x="914400" y="914399"/>
                  </a:moveTo>
                  <a:lnTo>
                    <a:pt x="910653" y="911091"/>
                  </a:lnTo>
                  <a:lnTo>
                    <a:pt x="916516" y="909560"/>
                  </a:lnTo>
                  <a:lnTo>
                    <a:pt x="923922" y="901700"/>
                  </a:lnTo>
                  <a:lnTo>
                    <a:pt x="928847" y="900788"/>
                  </a:lnTo>
                  <a:lnTo>
                    <a:pt x="936586" y="905238"/>
                  </a:lnTo>
                  <a:lnTo>
                    <a:pt x="937903" y="90927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73" name="ph3873"/>
            <p:cNvSpPr/>
            <p:nvPr/>
          </p:nvSpPr>
          <p:spPr>
            <a:xfrm>
              <a:off x="5830223" y="1609391"/>
              <a:ext cx="1225901" cy="1219200"/>
            </a:xfrm>
            <a:custGeom>
              <a:avLst/>
              <a:gdLst/>
              <a:ahLst/>
              <a:cxnLst/>
              <a:rect l="0" t="0" r="0" b="0"/>
              <a:pathLst>
                <a:path w="919425" h="914400">
                  <a:moveTo>
                    <a:pt x="914400" y="914400"/>
                  </a:moveTo>
                  <a:lnTo>
                    <a:pt x="909678" y="913898"/>
                  </a:lnTo>
                  <a:lnTo>
                    <a:pt x="912074" y="910026"/>
                  </a:lnTo>
                  <a:lnTo>
                    <a:pt x="912987" y="904342"/>
                  </a:lnTo>
                  <a:lnTo>
                    <a:pt x="915316" y="898100"/>
                  </a:lnTo>
                  <a:lnTo>
                    <a:pt x="916658" y="896190"/>
                  </a:lnTo>
                  <a:lnTo>
                    <a:pt x="919425" y="894505"/>
                  </a:lnTo>
                  <a:lnTo>
                    <a:pt x="918625" y="91153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74" name="ph3874"/>
            <p:cNvSpPr/>
            <p:nvPr/>
          </p:nvSpPr>
          <p:spPr>
            <a:xfrm>
              <a:off x="5970850" y="1639480"/>
              <a:ext cx="1227980" cy="1219199"/>
            </a:xfrm>
            <a:custGeom>
              <a:avLst/>
              <a:gdLst/>
              <a:ahLst/>
              <a:cxnLst/>
              <a:rect l="0" t="0" r="0" b="0"/>
              <a:pathLst>
                <a:path w="920984" h="914399">
                  <a:moveTo>
                    <a:pt x="914400" y="914399"/>
                  </a:moveTo>
                  <a:lnTo>
                    <a:pt x="899210" y="910533"/>
                  </a:lnTo>
                  <a:lnTo>
                    <a:pt x="911707" y="907256"/>
                  </a:lnTo>
                  <a:lnTo>
                    <a:pt x="913749" y="906114"/>
                  </a:lnTo>
                  <a:lnTo>
                    <a:pt x="915379" y="901295"/>
                  </a:lnTo>
                  <a:lnTo>
                    <a:pt x="915583" y="898878"/>
                  </a:lnTo>
                  <a:lnTo>
                    <a:pt x="920329" y="909243"/>
                  </a:lnTo>
                  <a:lnTo>
                    <a:pt x="920984" y="91271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75" name="ph3875"/>
            <p:cNvSpPr/>
            <p:nvPr/>
          </p:nvSpPr>
          <p:spPr>
            <a:xfrm>
              <a:off x="5334101" y="2396525"/>
              <a:ext cx="1220916" cy="1219200"/>
            </a:xfrm>
            <a:custGeom>
              <a:avLst/>
              <a:gdLst/>
              <a:ahLst/>
              <a:cxnLst/>
              <a:rect l="0" t="0" r="0" b="0"/>
              <a:pathLst>
                <a:path w="915687" h="914400">
                  <a:moveTo>
                    <a:pt x="914400" y="914400"/>
                  </a:moveTo>
                  <a:lnTo>
                    <a:pt x="908732" y="902806"/>
                  </a:lnTo>
                  <a:lnTo>
                    <a:pt x="914562" y="906554"/>
                  </a:lnTo>
                  <a:lnTo>
                    <a:pt x="915604" y="909673"/>
                  </a:lnTo>
                  <a:lnTo>
                    <a:pt x="915687" y="91226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76" name="ph3876"/>
            <p:cNvSpPr/>
            <p:nvPr/>
          </p:nvSpPr>
          <p:spPr>
            <a:xfrm>
              <a:off x="5330975" y="2483607"/>
              <a:ext cx="1244441" cy="1219200"/>
            </a:xfrm>
            <a:custGeom>
              <a:avLst/>
              <a:gdLst/>
              <a:ahLst/>
              <a:cxnLst/>
              <a:rect l="0" t="0" r="0" b="0"/>
              <a:pathLst>
                <a:path w="933331" h="914400">
                  <a:moveTo>
                    <a:pt x="914400" y="914400"/>
                  </a:moveTo>
                  <a:lnTo>
                    <a:pt x="913391" y="913483"/>
                  </a:lnTo>
                  <a:lnTo>
                    <a:pt x="926509" y="907502"/>
                  </a:lnTo>
                  <a:lnTo>
                    <a:pt x="930647" y="886434"/>
                  </a:lnTo>
                  <a:lnTo>
                    <a:pt x="931214" y="876720"/>
                  </a:lnTo>
                  <a:lnTo>
                    <a:pt x="929247" y="859595"/>
                  </a:lnTo>
                  <a:lnTo>
                    <a:pt x="929314" y="856057"/>
                  </a:lnTo>
                  <a:lnTo>
                    <a:pt x="931448" y="861577"/>
                  </a:lnTo>
                  <a:lnTo>
                    <a:pt x="933331" y="877555"/>
                  </a:lnTo>
                  <a:lnTo>
                    <a:pt x="932623" y="889671"/>
                  </a:lnTo>
                  <a:lnTo>
                    <a:pt x="928818" y="907322"/>
                  </a:lnTo>
                  <a:lnTo>
                    <a:pt x="925847" y="91154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77" name="ph3877"/>
            <p:cNvSpPr/>
            <p:nvPr/>
          </p:nvSpPr>
          <p:spPr>
            <a:xfrm>
              <a:off x="5298494" y="2496752"/>
              <a:ext cx="1239881" cy="1219200"/>
            </a:xfrm>
            <a:custGeom>
              <a:avLst/>
              <a:gdLst/>
              <a:ahLst/>
              <a:cxnLst/>
              <a:rect l="0" t="0" r="0" b="0"/>
              <a:pathLst>
                <a:path w="929910" h="914400">
                  <a:moveTo>
                    <a:pt x="914400" y="914400"/>
                  </a:moveTo>
                  <a:lnTo>
                    <a:pt x="912649" y="913954"/>
                  </a:lnTo>
                  <a:lnTo>
                    <a:pt x="922826" y="908603"/>
                  </a:lnTo>
                  <a:lnTo>
                    <a:pt x="929910" y="90691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78" name="ph3878"/>
            <p:cNvSpPr/>
            <p:nvPr/>
          </p:nvSpPr>
          <p:spPr>
            <a:xfrm>
              <a:off x="5234216" y="2564900"/>
              <a:ext cx="1255748" cy="1219200"/>
            </a:xfrm>
            <a:custGeom>
              <a:avLst/>
              <a:gdLst/>
              <a:ahLst/>
              <a:cxnLst/>
              <a:rect l="0" t="0" r="0" b="0"/>
              <a:pathLst>
                <a:path w="941811" h="914400">
                  <a:moveTo>
                    <a:pt x="914400" y="914400"/>
                  </a:moveTo>
                  <a:lnTo>
                    <a:pt x="922213" y="901305"/>
                  </a:lnTo>
                  <a:lnTo>
                    <a:pt x="937644" y="884698"/>
                  </a:lnTo>
                  <a:lnTo>
                    <a:pt x="941811" y="882158"/>
                  </a:lnTo>
                  <a:lnTo>
                    <a:pt x="928981" y="896343"/>
                  </a:lnTo>
                  <a:lnTo>
                    <a:pt x="916525" y="91319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79" name="ph3879"/>
            <p:cNvSpPr/>
            <p:nvPr/>
          </p:nvSpPr>
          <p:spPr>
            <a:xfrm>
              <a:off x="4603311" y="3712101"/>
              <a:ext cx="1223256" cy="1219200"/>
            </a:xfrm>
            <a:custGeom>
              <a:avLst/>
              <a:gdLst/>
              <a:ahLst/>
              <a:cxnLst/>
              <a:rect l="0" t="0" r="0" b="0"/>
              <a:pathLst>
                <a:path w="917442" h="914400">
                  <a:moveTo>
                    <a:pt x="914400" y="914400"/>
                  </a:moveTo>
                  <a:lnTo>
                    <a:pt x="908245" y="912392"/>
                  </a:lnTo>
                  <a:lnTo>
                    <a:pt x="904882" y="908797"/>
                  </a:lnTo>
                  <a:lnTo>
                    <a:pt x="903431" y="901761"/>
                  </a:lnTo>
                  <a:lnTo>
                    <a:pt x="908790" y="909212"/>
                  </a:lnTo>
                  <a:lnTo>
                    <a:pt x="910712" y="910897"/>
                  </a:lnTo>
                  <a:lnTo>
                    <a:pt x="917442" y="91166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80" name="ph3880"/>
            <p:cNvSpPr/>
            <p:nvPr/>
          </p:nvSpPr>
          <p:spPr>
            <a:xfrm>
              <a:off x="4601906" y="3702868"/>
              <a:ext cx="1219361" cy="1219199"/>
            </a:xfrm>
            <a:custGeom>
              <a:avLst/>
              <a:gdLst/>
              <a:ahLst/>
              <a:cxnLst/>
              <a:rect l="0" t="0" r="0" b="0"/>
              <a:pathLst>
                <a:path w="914520" h="914399">
                  <a:moveTo>
                    <a:pt x="914400" y="914399"/>
                  </a:moveTo>
                  <a:lnTo>
                    <a:pt x="910099" y="904081"/>
                  </a:lnTo>
                  <a:lnTo>
                    <a:pt x="907236" y="892677"/>
                  </a:lnTo>
                  <a:lnTo>
                    <a:pt x="911332" y="896369"/>
                  </a:lnTo>
                  <a:lnTo>
                    <a:pt x="914520" y="90823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81" name="ph3881"/>
            <p:cNvSpPr/>
            <p:nvPr/>
          </p:nvSpPr>
          <p:spPr>
            <a:xfrm>
              <a:off x="4773128" y="3918119"/>
              <a:ext cx="1256009" cy="1219200"/>
            </a:xfrm>
            <a:custGeom>
              <a:avLst/>
              <a:gdLst/>
              <a:ahLst/>
              <a:cxnLst/>
              <a:rect l="0" t="0" r="0" b="0"/>
              <a:pathLst>
                <a:path w="942007" h="914400">
                  <a:moveTo>
                    <a:pt x="914400" y="914400"/>
                  </a:moveTo>
                  <a:lnTo>
                    <a:pt x="916279" y="909463"/>
                  </a:lnTo>
                  <a:lnTo>
                    <a:pt x="922892" y="898909"/>
                  </a:lnTo>
                  <a:lnTo>
                    <a:pt x="925030" y="893941"/>
                  </a:lnTo>
                  <a:lnTo>
                    <a:pt x="929497" y="890792"/>
                  </a:lnTo>
                  <a:lnTo>
                    <a:pt x="933656" y="885098"/>
                  </a:lnTo>
                  <a:lnTo>
                    <a:pt x="933969" y="878456"/>
                  </a:lnTo>
                  <a:lnTo>
                    <a:pt x="940011" y="873811"/>
                  </a:lnTo>
                  <a:lnTo>
                    <a:pt x="942007" y="873145"/>
                  </a:lnTo>
                  <a:lnTo>
                    <a:pt x="931360" y="89467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82" name="ph3882"/>
            <p:cNvSpPr/>
            <p:nvPr/>
          </p:nvSpPr>
          <p:spPr>
            <a:xfrm>
              <a:off x="3492920" y="3284354"/>
              <a:ext cx="1227912" cy="1219200"/>
            </a:xfrm>
            <a:custGeom>
              <a:avLst/>
              <a:gdLst/>
              <a:ahLst/>
              <a:cxnLst/>
              <a:rect l="0" t="0" r="0" b="0"/>
              <a:pathLst>
                <a:path w="920934" h="914400">
                  <a:moveTo>
                    <a:pt x="914400" y="914400"/>
                  </a:moveTo>
                  <a:lnTo>
                    <a:pt x="900285" y="905315"/>
                  </a:lnTo>
                  <a:lnTo>
                    <a:pt x="899398" y="901413"/>
                  </a:lnTo>
                  <a:lnTo>
                    <a:pt x="906361" y="897885"/>
                  </a:lnTo>
                  <a:lnTo>
                    <a:pt x="910611" y="898197"/>
                  </a:lnTo>
                  <a:lnTo>
                    <a:pt x="917333" y="902811"/>
                  </a:lnTo>
                  <a:lnTo>
                    <a:pt x="919792" y="904096"/>
                  </a:lnTo>
                  <a:lnTo>
                    <a:pt x="920934" y="905965"/>
                  </a:lnTo>
                  <a:lnTo>
                    <a:pt x="920284" y="908889"/>
                  </a:lnTo>
                  <a:lnTo>
                    <a:pt x="917571" y="91290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83" name="ph3883"/>
            <p:cNvSpPr/>
            <p:nvPr/>
          </p:nvSpPr>
          <p:spPr>
            <a:xfrm>
              <a:off x="2900608" y="3506320"/>
              <a:ext cx="1241537" cy="1219199"/>
            </a:xfrm>
            <a:custGeom>
              <a:avLst/>
              <a:gdLst/>
              <a:ahLst/>
              <a:cxnLst/>
              <a:rect l="0" t="0" r="0" b="0"/>
              <a:pathLst>
                <a:path w="931152" h="914399">
                  <a:moveTo>
                    <a:pt x="914400" y="914399"/>
                  </a:moveTo>
                  <a:lnTo>
                    <a:pt x="918529" y="905812"/>
                  </a:lnTo>
                  <a:lnTo>
                    <a:pt x="919296" y="902370"/>
                  </a:lnTo>
                  <a:lnTo>
                    <a:pt x="926068" y="891504"/>
                  </a:lnTo>
                  <a:lnTo>
                    <a:pt x="929643" y="889886"/>
                  </a:lnTo>
                  <a:lnTo>
                    <a:pt x="931152" y="894510"/>
                  </a:lnTo>
                  <a:lnTo>
                    <a:pt x="924188" y="902145"/>
                  </a:lnTo>
                  <a:lnTo>
                    <a:pt x="916250" y="91414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84" name="ph3884"/>
            <p:cNvSpPr/>
            <p:nvPr/>
          </p:nvSpPr>
          <p:spPr>
            <a:xfrm>
              <a:off x="2927342" y="3471459"/>
              <a:ext cx="1264439" cy="1219200"/>
            </a:xfrm>
            <a:custGeom>
              <a:avLst/>
              <a:gdLst/>
              <a:ahLst/>
              <a:cxnLst/>
              <a:rect l="0" t="0" r="0" b="0"/>
              <a:pathLst>
                <a:path w="948329" h="914400">
                  <a:moveTo>
                    <a:pt x="914399" y="914400"/>
                  </a:moveTo>
                  <a:lnTo>
                    <a:pt x="918283" y="908736"/>
                  </a:lnTo>
                  <a:lnTo>
                    <a:pt x="924597" y="905878"/>
                  </a:lnTo>
                  <a:lnTo>
                    <a:pt x="938449" y="894996"/>
                  </a:lnTo>
                  <a:lnTo>
                    <a:pt x="944099" y="894249"/>
                  </a:lnTo>
                  <a:lnTo>
                    <a:pt x="947041" y="890500"/>
                  </a:lnTo>
                  <a:lnTo>
                    <a:pt x="948329" y="889947"/>
                  </a:lnTo>
                  <a:lnTo>
                    <a:pt x="947496" y="894541"/>
                  </a:lnTo>
                  <a:lnTo>
                    <a:pt x="936352" y="901065"/>
                  </a:lnTo>
                  <a:lnTo>
                    <a:pt x="917533" y="91396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85" name="ph3885"/>
            <p:cNvSpPr/>
            <p:nvPr/>
          </p:nvSpPr>
          <p:spPr>
            <a:xfrm>
              <a:off x="2860919" y="3598141"/>
              <a:ext cx="1256099" cy="1219199"/>
            </a:xfrm>
            <a:custGeom>
              <a:avLst/>
              <a:gdLst/>
              <a:ahLst/>
              <a:cxnLst/>
              <a:rect l="0" t="0" r="0" b="0"/>
              <a:pathLst>
                <a:path w="942074" h="914399">
                  <a:moveTo>
                    <a:pt x="914399" y="914399"/>
                  </a:moveTo>
                  <a:lnTo>
                    <a:pt x="915133" y="905407"/>
                  </a:lnTo>
                  <a:lnTo>
                    <a:pt x="922063" y="884975"/>
                  </a:lnTo>
                  <a:lnTo>
                    <a:pt x="936144" y="858121"/>
                  </a:lnTo>
                  <a:lnTo>
                    <a:pt x="942074" y="853624"/>
                  </a:lnTo>
                  <a:lnTo>
                    <a:pt x="925830" y="883075"/>
                  </a:lnTo>
                  <a:lnTo>
                    <a:pt x="917062" y="90836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86" name="ph3886"/>
            <p:cNvSpPr/>
            <p:nvPr/>
          </p:nvSpPr>
          <p:spPr>
            <a:xfrm>
              <a:off x="3122093" y="3333323"/>
              <a:ext cx="1255844" cy="1219199"/>
            </a:xfrm>
            <a:custGeom>
              <a:avLst/>
              <a:gdLst/>
              <a:ahLst/>
              <a:cxnLst/>
              <a:rect l="0" t="0" r="0" b="0"/>
              <a:pathLst>
                <a:path w="941882" h="914399">
                  <a:moveTo>
                    <a:pt x="914400" y="914399"/>
                  </a:moveTo>
                  <a:lnTo>
                    <a:pt x="933002" y="898269"/>
                  </a:lnTo>
                  <a:lnTo>
                    <a:pt x="936902" y="892902"/>
                  </a:lnTo>
                  <a:lnTo>
                    <a:pt x="941882" y="893137"/>
                  </a:lnTo>
                  <a:lnTo>
                    <a:pt x="933577" y="902176"/>
                  </a:lnTo>
                  <a:lnTo>
                    <a:pt x="918663" y="91339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87" name="ph3887"/>
            <p:cNvSpPr/>
            <p:nvPr/>
          </p:nvSpPr>
          <p:spPr>
            <a:xfrm>
              <a:off x="2883713" y="3756093"/>
              <a:ext cx="1220772" cy="1219200"/>
            </a:xfrm>
            <a:custGeom>
              <a:avLst/>
              <a:gdLst/>
              <a:ahLst/>
              <a:cxnLst/>
              <a:rect l="0" t="0" r="0" b="0"/>
              <a:pathLst>
                <a:path w="915579" h="914400">
                  <a:moveTo>
                    <a:pt x="914399" y="914400"/>
                  </a:moveTo>
                  <a:lnTo>
                    <a:pt x="907332" y="891658"/>
                  </a:lnTo>
                  <a:lnTo>
                    <a:pt x="895830" y="840192"/>
                  </a:lnTo>
                  <a:lnTo>
                    <a:pt x="895397" y="810860"/>
                  </a:lnTo>
                  <a:lnTo>
                    <a:pt x="897206" y="800761"/>
                  </a:lnTo>
                  <a:lnTo>
                    <a:pt x="900173" y="842189"/>
                  </a:lnTo>
                  <a:lnTo>
                    <a:pt x="912887" y="894802"/>
                  </a:lnTo>
                  <a:lnTo>
                    <a:pt x="915579" y="90953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88" name="ph3888"/>
            <p:cNvSpPr/>
            <p:nvPr/>
          </p:nvSpPr>
          <p:spPr>
            <a:xfrm>
              <a:off x="5818596" y="1609096"/>
              <a:ext cx="1223589" cy="1219199"/>
            </a:xfrm>
            <a:custGeom>
              <a:avLst/>
              <a:gdLst/>
              <a:ahLst/>
              <a:cxnLst/>
              <a:rect l="0" t="0" r="0" b="0"/>
              <a:pathLst>
                <a:path w="917692" h="914399">
                  <a:moveTo>
                    <a:pt x="914400" y="914399"/>
                  </a:moveTo>
                  <a:lnTo>
                    <a:pt x="913516" y="909335"/>
                  </a:lnTo>
                  <a:lnTo>
                    <a:pt x="915175" y="903512"/>
                  </a:lnTo>
                  <a:lnTo>
                    <a:pt x="916854" y="903379"/>
                  </a:lnTo>
                  <a:lnTo>
                    <a:pt x="917692" y="906477"/>
                  </a:lnTo>
                  <a:lnTo>
                    <a:pt x="916766" y="91245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89" name="ph3889"/>
            <p:cNvSpPr/>
            <p:nvPr/>
          </p:nvSpPr>
          <p:spPr>
            <a:xfrm>
              <a:off x="5493443" y="1880001"/>
              <a:ext cx="1235558" cy="1219200"/>
            </a:xfrm>
            <a:custGeom>
              <a:avLst/>
              <a:gdLst/>
              <a:ahLst/>
              <a:cxnLst/>
              <a:rect l="0" t="0" r="0" b="0"/>
              <a:pathLst>
                <a:path w="926668" h="914400">
                  <a:moveTo>
                    <a:pt x="914400" y="914400"/>
                  </a:moveTo>
                  <a:lnTo>
                    <a:pt x="914170" y="911347"/>
                  </a:lnTo>
                  <a:lnTo>
                    <a:pt x="926668" y="891637"/>
                  </a:lnTo>
                  <a:lnTo>
                    <a:pt x="924409" y="89852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90" name="ph3890"/>
            <p:cNvSpPr/>
            <p:nvPr/>
          </p:nvSpPr>
          <p:spPr>
            <a:xfrm>
              <a:off x="5365083" y="2111759"/>
              <a:ext cx="1251132" cy="1219199"/>
            </a:xfrm>
            <a:custGeom>
              <a:avLst/>
              <a:gdLst/>
              <a:ahLst/>
              <a:cxnLst/>
              <a:rect l="0" t="0" r="0" b="0"/>
              <a:pathLst>
                <a:path w="938349" h="914399">
                  <a:moveTo>
                    <a:pt x="914400" y="914399"/>
                  </a:moveTo>
                  <a:lnTo>
                    <a:pt x="927418" y="893399"/>
                  </a:lnTo>
                  <a:lnTo>
                    <a:pt x="934977" y="875803"/>
                  </a:lnTo>
                  <a:lnTo>
                    <a:pt x="938349" y="869720"/>
                  </a:lnTo>
                  <a:lnTo>
                    <a:pt x="935077" y="882051"/>
                  </a:lnTo>
                  <a:lnTo>
                    <a:pt x="929360" y="893388"/>
                  </a:lnTo>
                  <a:lnTo>
                    <a:pt x="918279" y="91269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91" name="ph3891"/>
            <p:cNvSpPr/>
            <p:nvPr/>
          </p:nvSpPr>
          <p:spPr>
            <a:xfrm>
              <a:off x="5229668" y="2561957"/>
              <a:ext cx="1221734" cy="1219200"/>
            </a:xfrm>
            <a:custGeom>
              <a:avLst/>
              <a:gdLst/>
              <a:ahLst/>
              <a:cxnLst/>
              <a:rect l="0" t="0" r="0" b="0"/>
              <a:pathLst>
                <a:path w="916300" h="914400">
                  <a:moveTo>
                    <a:pt x="914400" y="914400"/>
                  </a:moveTo>
                  <a:lnTo>
                    <a:pt x="911045" y="913242"/>
                  </a:lnTo>
                  <a:lnTo>
                    <a:pt x="906423" y="911030"/>
                  </a:lnTo>
                  <a:lnTo>
                    <a:pt x="905402" y="909407"/>
                  </a:lnTo>
                  <a:lnTo>
                    <a:pt x="909811" y="909996"/>
                  </a:lnTo>
                  <a:lnTo>
                    <a:pt x="916300" y="91415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92" name="ph3892"/>
            <p:cNvSpPr/>
            <p:nvPr/>
          </p:nvSpPr>
          <p:spPr>
            <a:xfrm>
              <a:off x="4683884" y="3963470"/>
              <a:ext cx="1224317" cy="1219200"/>
            </a:xfrm>
            <a:custGeom>
              <a:avLst/>
              <a:gdLst/>
              <a:ahLst/>
              <a:cxnLst/>
              <a:rect l="0" t="0" r="0" b="0"/>
              <a:pathLst>
                <a:path w="918238" h="914400">
                  <a:moveTo>
                    <a:pt x="914400" y="914400"/>
                  </a:moveTo>
                  <a:lnTo>
                    <a:pt x="913183" y="913734"/>
                  </a:lnTo>
                  <a:lnTo>
                    <a:pt x="913183" y="910590"/>
                  </a:lnTo>
                  <a:lnTo>
                    <a:pt x="909545" y="903630"/>
                  </a:lnTo>
                  <a:lnTo>
                    <a:pt x="909682" y="901807"/>
                  </a:lnTo>
                  <a:lnTo>
                    <a:pt x="918025" y="908618"/>
                  </a:lnTo>
                  <a:lnTo>
                    <a:pt x="918238" y="910446"/>
                  </a:lnTo>
                  <a:lnTo>
                    <a:pt x="916958" y="91224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93" name="ph3893"/>
            <p:cNvSpPr/>
            <p:nvPr/>
          </p:nvSpPr>
          <p:spPr>
            <a:xfrm>
              <a:off x="4742653" y="3939176"/>
              <a:ext cx="1226384" cy="1219200"/>
            </a:xfrm>
            <a:custGeom>
              <a:avLst/>
              <a:gdLst/>
              <a:ahLst/>
              <a:cxnLst/>
              <a:rect l="0" t="0" r="0" b="0"/>
              <a:pathLst>
                <a:path w="919788" h="914400">
                  <a:moveTo>
                    <a:pt x="914400" y="914400"/>
                  </a:moveTo>
                  <a:lnTo>
                    <a:pt x="915208" y="912909"/>
                  </a:lnTo>
                  <a:lnTo>
                    <a:pt x="918575" y="909929"/>
                  </a:lnTo>
                  <a:lnTo>
                    <a:pt x="919788" y="911086"/>
                  </a:lnTo>
                  <a:lnTo>
                    <a:pt x="919654" y="912576"/>
                  </a:lnTo>
                  <a:lnTo>
                    <a:pt x="916016" y="91440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94" name="ph3894"/>
            <p:cNvSpPr/>
            <p:nvPr/>
          </p:nvSpPr>
          <p:spPr>
            <a:xfrm>
              <a:off x="4763502" y="3925923"/>
              <a:ext cx="1224951" cy="1219200"/>
            </a:xfrm>
            <a:custGeom>
              <a:avLst/>
              <a:gdLst/>
              <a:ahLst/>
              <a:cxnLst/>
              <a:rect l="0" t="0" r="0" b="0"/>
              <a:pathLst>
                <a:path w="918713" h="914400">
                  <a:moveTo>
                    <a:pt x="914399" y="914400"/>
                  </a:moveTo>
                  <a:lnTo>
                    <a:pt x="917767" y="909924"/>
                  </a:lnTo>
                  <a:lnTo>
                    <a:pt x="918713" y="910257"/>
                  </a:lnTo>
                  <a:lnTo>
                    <a:pt x="916691" y="91390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95" name="ph3895"/>
            <p:cNvSpPr/>
            <p:nvPr/>
          </p:nvSpPr>
          <p:spPr>
            <a:xfrm>
              <a:off x="4715155" y="3954635"/>
              <a:ext cx="1237352" cy="1219200"/>
            </a:xfrm>
            <a:custGeom>
              <a:avLst/>
              <a:gdLst/>
              <a:ahLst/>
              <a:cxnLst/>
              <a:rect l="0" t="0" r="0" b="0"/>
              <a:pathLst>
                <a:path w="928014" h="914400">
                  <a:moveTo>
                    <a:pt x="914399" y="914400"/>
                  </a:moveTo>
                  <a:lnTo>
                    <a:pt x="910357" y="912576"/>
                  </a:lnTo>
                  <a:lnTo>
                    <a:pt x="914804" y="910093"/>
                  </a:lnTo>
                  <a:lnTo>
                    <a:pt x="928014" y="907440"/>
                  </a:lnTo>
                  <a:lnTo>
                    <a:pt x="923026" y="910753"/>
                  </a:lnTo>
                  <a:lnTo>
                    <a:pt x="918308" y="91191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96" name="ph3896"/>
            <p:cNvSpPr/>
            <p:nvPr/>
          </p:nvSpPr>
          <p:spPr>
            <a:xfrm>
              <a:off x="4672655" y="3110777"/>
              <a:ext cx="1224261" cy="1219200"/>
            </a:xfrm>
            <a:custGeom>
              <a:avLst/>
              <a:gdLst/>
              <a:ahLst/>
              <a:cxnLst/>
              <a:rect l="0" t="0" r="0" b="0"/>
              <a:pathLst>
                <a:path w="918196" h="914400">
                  <a:moveTo>
                    <a:pt x="914400" y="914400"/>
                  </a:moveTo>
                  <a:lnTo>
                    <a:pt x="912758" y="905351"/>
                  </a:lnTo>
                  <a:lnTo>
                    <a:pt x="912595" y="896563"/>
                  </a:lnTo>
                  <a:lnTo>
                    <a:pt x="915470" y="891366"/>
                  </a:lnTo>
                  <a:lnTo>
                    <a:pt x="918196" y="88884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97" name="ph3897"/>
            <p:cNvSpPr/>
            <p:nvPr/>
          </p:nvSpPr>
          <p:spPr>
            <a:xfrm>
              <a:off x="4653539" y="3969048"/>
              <a:ext cx="1230561" cy="1219200"/>
            </a:xfrm>
            <a:custGeom>
              <a:avLst/>
              <a:gdLst/>
              <a:ahLst/>
              <a:cxnLst/>
              <a:rect l="0" t="0" r="0" b="0"/>
              <a:pathLst>
                <a:path w="922921" h="914400">
                  <a:moveTo>
                    <a:pt x="914400" y="914400"/>
                  </a:moveTo>
                  <a:lnTo>
                    <a:pt x="918858" y="910272"/>
                  </a:lnTo>
                  <a:lnTo>
                    <a:pt x="920304" y="904004"/>
                  </a:lnTo>
                  <a:lnTo>
                    <a:pt x="922921" y="908900"/>
                  </a:lnTo>
                  <a:lnTo>
                    <a:pt x="922871" y="911870"/>
                  </a:lnTo>
                  <a:lnTo>
                    <a:pt x="919929" y="91336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98" name="ph3898"/>
            <p:cNvSpPr/>
            <p:nvPr/>
          </p:nvSpPr>
          <p:spPr>
            <a:xfrm>
              <a:off x="4819784" y="3603416"/>
              <a:ext cx="1219200" cy="1219200"/>
            </a:xfrm>
            <a:custGeom>
              <a:avLst/>
              <a:gdLst/>
              <a:ahLst/>
              <a:cxnLst/>
              <a:rect l="0" t="0" r="0" b="0"/>
              <a:pathLst>
                <a:path w="914400" h="914400">
                  <a:moveTo>
                    <a:pt x="914400" y="914400"/>
                  </a:moveTo>
                  <a:lnTo>
                    <a:pt x="906553" y="896487"/>
                  </a:lnTo>
                  <a:lnTo>
                    <a:pt x="896855" y="868398"/>
                  </a:lnTo>
                  <a:lnTo>
                    <a:pt x="891663" y="846675"/>
                  </a:lnTo>
                  <a:lnTo>
                    <a:pt x="895176" y="852549"/>
                  </a:lnTo>
                  <a:lnTo>
                    <a:pt x="898610" y="864706"/>
                  </a:lnTo>
                  <a:lnTo>
                    <a:pt x="913012" y="90667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99" name="ph3899"/>
            <p:cNvSpPr/>
            <p:nvPr/>
          </p:nvSpPr>
          <p:spPr>
            <a:xfrm>
              <a:off x="4633313" y="3975719"/>
              <a:ext cx="1227228" cy="1219200"/>
            </a:xfrm>
            <a:custGeom>
              <a:avLst/>
              <a:gdLst/>
              <a:ahLst/>
              <a:cxnLst/>
              <a:rect l="0" t="0" r="0" b="0"/>
              <a:pathLst>
                <a:path w="920421" h="914400">
                  <a:moveTo>
                    <a:pt x="914400" y="914400"/>
                  </a:moveTo>
                  <a:lnTo>
                    <a:pt x="914212" y="912776"/>
                  </a:lnTo>
                  <a:lnTo>
                    <a:pt x="917946" y="910794"/>
                  </a:lnTo>
                  <a:lnTo>
                    <a:pt x="920421" y="910928"/>
                  </a:lnTo>
                  <a:lnTo>
                    <a:pt x="920329" y="913124"/>
                  </a:lnTo>
                  <a:lnTo>
                    <a:pt x="916566" y="91416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00" name="ph3900"/>
            <p:cNvSpPr/>
            <p:nvPr/>
          </p:nvSpPr>
          <p:spPr>
            <a:xfrm>
              <a:off x="3821470" y="3260054"/>
              <a:ext cx="1227272" cy="1219200"/>
            </a:xfrm>
            <a:custGeom>
              <a:avLst/>
              <a:gdLst/>
              <a:ahLst/>
              <a:cxnLst/>
              <a:rect l="0" t="0" r="0" b="0"/>
              <a:pathLst>
                <a:path w="920454" h="914400">
                  <a:moveTo>
                    <a:pt x="914400" y="914400"/>
                  </a:moveTo>
                  <a:lnTo>
                    <a:pt x="914612" y="912305"/>
                  </a:lnTo>
                  <a:lnTo>
                    <a:pt x="918021" y="906810"/>
                  </a:lnTo>
                  <a:lnTo>
                    <a:pt x="920454" y="904675"/>
                  </a:lnTo>
                  <a:lnTo>
                    <a:pt x="919033" y="90891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01" name="ph3901"/>
            <p:cNvSpPr/>
            <p:nvPr/>
          </p:nvSpPr>
          <p:spPr>
            <a:xfrm>
              <a:off x="3863909" y="3183914"/>
              <a:ext cx="1220627" cy="1219199"/>
            </a:xfrm>
            <a:custGeom>
              <a:avLst/>
              <a:gdLst/>
              <a:ahLst/>
              <a:cxnLst/>
              <a:rect l="0" t="0" r="0" b="0"/>
              <a:pathLst>
                <a:path w="915470" h="914399">
                  <a:moveTo>
                    <a:pt x="914400" y="914399"/>
                  </a:moveTo>
                  <a:lnTo>
                    <a:pt x="906840" y="912218"/>
                  </a:lnTo>
                  <a:lnTo>
                    <a:pt x="902244" y="910190"/>
                  </a:lnTo>
                  <a:lnTo>
                    <a:pt x="901410" y="908162"/>
                  </a:lnTo>
                  <a:lnTo>
                    <a:pt x="914116" y="911844"/>
                  </a:lnTo>
                  <a:lnTo>
                    <a:pt x="915470" y="91323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02" name="ph3902"/>
            <p:cNvSpPr/>
            <p:nvPr/>
          </p:nvSpPr>
          <p:spPr>
            <a:xfrm>
              <a:off x="3910718" y="3180257"/>
              <a:ext cx="1229213" cy="1219200"/>
            </a:xfrm>
            <a:custGeom>
              <a:avLst/>
              <a:gdLst/>
              <a:ahLst/>
              <a:cxnLst/>
              <a:rect l="0" t="0" r="0" b="0"/>
              <a:pathLst>
                <a:path w="921909" h="914400">
                  <a:moveTo>
                    <a:pt x="914399" y="914400"/>
                  </a:moveTo>
                  <a:lnTo>
                    <a:pt x="903269" y="914190"/>
                  </a:lnTo>
                  <a:lnTo>
                    <a:pt x="901006" y="913401"/>
                  </a:lnTo>
                  <a:lnTo>
                    <a:pt x="905473" y="911900"/>
                  </a:lnTo>
                  <a:lnTo>
                    <a:pt x="918663" y="909908"/>
                  </a:lnTo>
                  <a:lnTo>
                    <a:pt x="921909" y="91215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03" name="ph3903"/>
            <p:cNvSpPr/>
            <p:nvPr/>
          </p:nvSpPr>
          <p:spPr>
            <a:xfrm>
              <a:off x="3789965" y="3207288"/>
              <a:ext cx="1223273" cy="1219200"/>
            </a:xfrm>
            <a:custGeom>
              <a:avLst/>
              <a:gdLst/>
              <a:ahLst/>
              <a:cxnLst/>
              <a:rect l="0" t="0" r="0" b="0"/>
              <a:pathLst>
                <a:path w="917454" h="914400">
                  <a:moveTo>
                    <a:pt x="914400" y="914400"/>
                  </a:moveTo>
                  <a:lnTo>
                    <a:pt x="910220" y="911972"/>
                  </a:lnTo>
                  <a:lnTo>
                    <a:pt x="904027" y="911752"/>
                  </a:lnTo>
                  <a:lnTo>
                    <a:pt x="906753" y="910088"/>
                  </a:lnTo>
                  <a:lnTo>
                    <a:pt x="908665" y="908464"/>
                  </a:lnTo>
                  <a:lnTo>
                    <a:pt x="909620" y="906718"/>
                  </a:lnTo>
                  <a:lnTo>
                    <a:pt x="917454" y="900655"/>
                  </a:lnTo>
                  <a:lnTo>
                    <a:pt x="915233" y="905105"/>
                  </a:lnTo>
                  <a:lnTo>
                    <a:pt x="914099" y="90952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04" name="ph3904"/>
            <p:cNvSpPr/>
            <p:nvPr/>
          </p:nvSpPr>
          <p:spPr>
            <a:xfrm>
              <a:off x="3831479" y="3243885"/>
              <a:ext cx="1224101" cy="1219200"/>
            </a:xfrm>
            <a:custGeom>
              <a:avLst/>
              <a:gdLst/>
              <a:ahLst/>
              <a:cxnLst/>
              <a:rect l="0" t="0" r="0" b="0"/>
              <a:pathLst>
                <a:path w="918075" h="914400">
                  <a:moveTo>
                    <a:pt x="914400" y="914400"/>
                  </a:moveTo>
                  <a:lnTo>
                    <a:pt x="916762" y="898407"/>
                  </a:lnTo>
                  <a:lnTo>
                    <a:pt x="913441" y="884944"/>
                  </a:lnTo>
                  <a:lnTo>
                    <a:pt x="916942" y="890854"/>
                  </a:lnTo>
                  <a:lnTo>
                    <a:pt x="918075" y="897885"/>
                  </a:lnTo>
                  <a:lnTo>
                    <a:pt x="916808" y="91106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05" name="ph3905"/>
            <p:cNvSpPr/>
            <p:nvPr/>
          </p:nvSpPr>
          <p:spPr>
            <a:xfrm>
              <a:off x="4269286" y="3267551"/>
              <a:ext cx="1250048" cy="1219200"/>
            </a:xfrm>
            <a:custGeom>
              <a:avLst/>
              <a:gdLst/>
              <a:ahLst/>
              <a:cxnLst/>
              <a:rect l="0" t="0" r="0" b="0"/>
              <a:pathLst>
                <a:path w="937536" h="914400">
                  <a:moveTo>
                    <a:pt x="914400" y="914400"/>
                  </a:moveTo>
                  <a:lnTo>
                    <a:pt x="905140" y="911655"/>
                  </a:lnTo>
                  <a:lnTo>
                    <a:pt x="910895" y="911132"/>
                  </a:lnTo>
                  <a:lnTo>
                    <a:pt x="915058" y="912244"/>
                  </a:lnTo>
                  <a:lnTo>
                    <a:pt x="925601" y="906846"/>
                  </a:lnTo>
                  <a:lnTo>
                    <a:pt x="931131" y="902760"/>
                  </a:lnTo>
                  <a:lnTo>
                    <a:pt x="937536" y="901208"/>
                  </a:lnTo>
                  <a:lnTo>
                    <a:pt x="922963" y="91062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06" name="ph3906"/>
            <p:cNvSpPr/>
            <p:nvPr/>
          </p:nvSpPr>
          <p:spPr>
            <a:xfrm>
              <a:off x="6129465" y="1230204"/>
              <a:ext cx="1223523" cy="1219200"/>
            </a:xfrm>
            <a:custGeom>
              <a:avLst/>
              <a:gdLst/>
              <a:ahLst/>
              <a:cxnLst/>
              <a:rect l="0" t="0" r="0" b="0"/>
              <a:pathLst>
                <a:path w="917642" h="914400">
                  <a:moveTo>
                    <a:pt x="914400" y="914400"/>
                  </a:moveTo>
                  <a:lnTo>
                    <a:pt x="910941" y="913729"/>
                  </a:lnTo>
                  <a:lnTo>
                    <a:pt x="910828" y="908557"/>
                  </a:lnTo>
                  <a:lnTo>
                    <a:pt x="911874" y="906800"/>
                  </a:lnTo>
                  <a:lnTo>
                    <a:pt x="913070" y="906017"/>
                  </a:lnTo>
                  <a:lnTo>
                    <a:pt x="914845" y="907471"/>
                  </a:lnTo>
                  <a:lnTo>
                    <a:pt x="917642" y="91232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07" name="ph3907"/>
            <p:cNvSpPr/>
            <p:nvPr/>
          </p:nvSpPr>
          <p:spPr>
            <a:xfrm>
              <a:off x="2336781" y="3241115"/>
              <a:ext cx="1770489" cy="2029643"/>
            </a:xfrm>
            <a:custGeom>
              <a:avLst/>
              <a:gdLst/>
              <a:ahLst/>
              <a:cxnLst/>
              <a:rect l="0" t="0" r="0" b="0"/>
              <a:pathLst>
                <a:path w="1327867" h="1522232">
                  <a:moveTo>
                    <a:pt x="914400" y="914400"/>
                  </a:moveTo>
                  <a:lnTo>
                    <a:pt x="934761" y="915787"/>
                  </a:lnTo>
                  <a:lnTo>
                    <a:pt x="946770" y="915316"/>
                  </a:lnTo>
                  <a:lnTo>
                    <a:pt x="950433" y="912981"/>
                  </a:lnTo>
                  <a:lnTo>
                    <a:pt x="952338" y="913104"/>
                  </a:lnTo>
                  <a:lnTo>
                    <a:pt x="952488" y="915675"/>
                  </a:lnTo>
                  <a:lnTo>
                    <a:pt x="955505" y="916765"/>
                  </a:lnTo>
                  <a:lnTo>
                    <a:pt x="961385" y="916376"/>
                  </a:lnTo>
                  <a:lnTo>
                    <a:pt x="966506" y="919971"/>
                  </a:lnTo>
                  <a:lnTo>
                    <a:pt x="973066" y="931350"/>
                  </a:lnTo>
                  <a:lnTo>
                    <a:pt x="995673" y="949575"/>
                  </a:lnTo>
                  <a:lnTo>
                    <a:pt x="997577" y="955828"/>
                  </a:lnTo>
                  <a:lnTo>
                    <a:pt x="1005445" y="964846"/>
                  </a:lnTo>
                  <a:lnTo>
                    <a:pt x="1019914" y="978708"/>
                  </a:lnTo>
                  <a:lnTo>
                    <a:pt x="1028102" y="990660"/>
                  </a:lnTo>
                  <a:lnTo>
                    <a:pt x="1030007" y="1000702"/>
                  </a:lnTo>
                  <a:lnTo>
                    <a:pt x="1037399" y="1016587"/>
                  </a:lnTo>
                  <a:lnTo>
                    <a:pt x="1050268" y="1038310"/>
                  </a:lnTo>
                  <a:lnTo>
                    <a:pt x="1056002" y="1050022"/>
                  </a:lnTo>
                  <a:lnTo>
                    <a:pt x="1054602" y="1051712"/>
                  </a:lnTo>
                  <a:lnTo>
                    <a:pt x="1055614" y="1057826"/>
                  </a:lnTo>
                  <a:lnTo>
                    <a:pt x="1059048" y="1068360"/>
                  </a:lnTo>
                  <a:lnTo>
                    <a:pt x="1065428" y="1077280"/>
                  </a:lnTo>
                  <a:lnTo>
                    <a:pt x="1074758" y="1084588"/>
                  </a:lnTo>
                  <a:lnTo>
                    <a:pt x="1084193" y="1097708"/>
                  </a:lnTo>
                  <a:lnTo>
                    <a:pt x="1093732" y="1116645"/>
                  </a:lnTo>
                  <a:lnTo>
                    <a:pt x="1105287" y="1131050"/>
                  </a:lnTo>
                  <a:lnTo>
                    <a:pt x="1118852" y="1140913"/>
                  </a:lnTo>
                  <a:lnTo>
                    <a:pt x="1126532" y="1150095"/>
                  </a:lnTo>
                  <a:lnTo>
                    <a:pt x="1128328" y="1158585"/>
                  </a:lnTo>
                  <a:lnTo>
                    <a:pt x="1128195" y="1165857"/>
                  </a:lnTo>
                  <a:lnTo>
                    <a:pt x="1126128" y="1171910"/>
                  </a:lnTo>
                  <a:lnTo>
                    <a:pt x="1127003" y="1177661"/>
                  </a:lnTo>
                  <a:lnTo>
                    <a:pt x="1130816" y="1183094"/>
                  </a:lnTo>
                  <a:lnTo>
                    <a:pt x="1132087" y="1189761"/>
                  </a:lnTo>
                  <a:lnTo>
                    <a:pt x="1130595" y="1199035"/>
                  </a:lnTo>
                  <a:lnTo>
                    <a:pt x="1130699" y="1201662"/>
                  </a:lnTo>
                  <a:lnTo>
                    <a:pt x="1131803" y="1203757"/>
                  </a:lnTo>
                  <a:lnTo>
                    <a:pt x="1143847" y="1219693"/>
                  </a:lnTo>
                  <a:lnTo>
                    <a:pt x="1150035" y="1232572"/>
                  </a:lnTo>
                  <a:lnTo>
                    <a:pt x="1154948" y="1253128"/>
                  </a:lnTo>
                  <a:lnTo>
                    <a:pt x="1154973" y="1253312"/>
                  </a:lnTo>
                  <a:lnTo>
                    <a:pt x="1160461" y="1265607"/>
                  </a:lnTo>
                  <a:lnTo>
                    <a:pt x="1168354" y="1270636"/>
                  </a:lnTo>
                  <a:lnTo>
                    <a:pt x="1180481" y="1272495"/>
                  </a:lnTo>
                  <a:lnTo>
                    <a:pt x="1189695" y="1276776"/>
                  </a:lnTo>
                  <a:lnTo>
                    <a:pt x="1195995" y="1283484"/>
                  </a:lnTo>
                  <a:lnTo>
                    <a:pt x="1203942" y="1287535"/>
                  </a:lnTo>
                  <a:lnTo>
                    <a:pt x="1213535" y="1288928"/>
                  </a:lnTo>
                  <a:lnTo>
                    <a:pt x="1222732" y="1293352"/>
                  </a:lnTo>
                  <a:lnTo>
                    <a:pt x="1231529" y="1300819"/>
                  </a:lnTo>
                  <a:lnTo>
                    <a:pt x="1247936" y="1305719"/>
                  </a:lnTo>
                  <a:lnTo>
                    <a:pt x="1271951" y="1308070"/>
                  </a:lnTo>
                  <a:lnTo>
                    <a:pt x="1290229" y="1314138"/>
                  </a:lnTo>
                  <a:lnTo>
                    <a:pt x="1302772" y="1323929"/>
                  </a:lnTo>
                  <a:lnTo>
                    <a:pt x="1308290" y="1325921"/>
                  </a:lnTo>
                  <a:lnTo>
                    <a:pt x="1309781" y="1326060"/>
                  </a:lnTo>
                  <a:lnTo>
                    <a:pt x="1310498" y="1324564"/>
                  </a:lnTo>
                  <a:lnTo>
                    <a:pt x="1311444" y="1321794"/>
                  </a:lnTo>
                  <a:lnTo>
                    <a:pt x="1316299" y="1318604"/>
                  </a:lnTo>
                  <a:lnTo>
                    <a:pt x="1327867" y="1316519"/>
                  </a:lnTo>
                  <a:lnTo>
                    <a:pt x="1326313" y="1338181"/>
                  </a:lnTo>
                  <a:lnTo>
                    <a:pt x="1321154" y="1355956"/>
                  </a:lnTo>
                  <a:lnTo>
                    <a:pt x="1304156" y="1392908"/>
                  </a:lnTo>
                  <a:lnTo>
                    <a:pt x="1297071" y="1415829"/>
                  </a:lnTo>
                  <a:lnTo>
                    <a:pt x="1283365" y="1481331"/>
                  </a:lnTo>
                  <a:lnTo>
                    <a:pt x="1279352" y="1522232"/>
                  </a:lnTo>
                  <a:lnTo>
                    <a:pt x="913624" y="1522232"/>
                  </a:lnTo>
                  <a:lnTo>
                    <a:pt x="913624" y="91423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08" name="ph3908"/>
            <p:cNvSpPr/>
            <p:nvPr/>
          </p:nvSpPr>
          <p:spPr>
            <a:xfrm>
              <a:off x="5462117" y="834418"/>
              <a:ext cx="1633392" cy="1964777"/>
            </a:xfrm>
            <a:custGeom>
              <a:avLst/>
              <a:gdLst/>
              <a:ahLst/>
              <a:cxnLst/>
              <a:rect l="0" t="0" r="0" b="0"/>
              <a:pathLst>
                <a:path w="1225044" h="1473583">
                  <a:moveTo>
                    <a:pt x="1217634" y="914400"/>
                  </a:moveTo>
                  <a:lnTo>
                    <a:pt x="1205437" y="922972"/>
                  </a:lnTo>
                  <a:lnTo>
                    <a:pt x="1192452" y="936501"/>
                  </a:lnTo>
                  <a:lnTo>
                    <a:pt x="1161985" y="946733"/>
                  </a:lnTo>
                  <a:lnTo>
                    <a:pt x="1150675" y="949334"/>
                  </a:lnTo>
                  <a:lnTo>
                    <a:pt x="1140236" y="947947"/>
                  </a:lnTo>
                  <a:lnTo>
                    <a:pt x="1127531" y="956273"/>
                  </a:lnTo>
                  <a:lnTo>
                    <a:pt x="1112495" y="961363"/>
                  </a:lnTo>
                  <a:lnTo>
                    <a:pt x="1108057" y="969106"/>
                  </a:lnTo>
                  <a:lnTo>
                    <a:pt x="1071915" y="989846"/>
                  </a:lnTo>
                  <a:lnTo>
                    <a:pt x="1058042" y="992458"/>
                  </a:lnTo>
                  <a:lnTo>
                    <a:pt x="1046236" y="997983"/>
                  </a:lnTo>
                  <a:lnTo>
                    <a:pt x="1042744" y="1007365"/>
                  </a:lnTo>
                  <a:lnTo>
                    <a:pt x="1032205" y="1013023"/>
                  </a:lnTo>
                  <a:lnTo>
                    <a:pt x="1029280" y="1017356"/>
                  </a:lnTo>
                  <a:lnTo>
                    <a:pt x="1020416" y="1030480"/>
                  </a:lnTo>
                  <a:lnTo>
                    <a:pt x="1003939" y="1047431"/>
                  </a:lnTo>
                  <a:lnTo>
                    <a:pt x="983861" y="1050268"/>
                  </a:lnTo>
                  <a:lnTo>
                    <a:pt x="976523" y="1056167"/>
                  </a:lnTo>
                  <a:lnTo>
                    <a:pt x="968026" y="1065687"/>
                  </a:lnTo>
                  <a:lnTo>
                    <a:pt x="956041" y="1072221"/>
                  </a:lnTo>
                  <a:lnTo>
                    <a:pt x="932380" y="1069159"/>
                  </a:lnTo>
                  <a:lnTo>
                    <a:pt x="938134" y="1073163"/>
                  </a:lnTo>
                  <a:lnTo>
                    <a:pt x="959304" y="1079406"/>
                  </a:lnTo>
                  <a:lnTo>
                    <a:pt x="961504" y="1088659"/>
                  </a:lnTo>
                  <a:lnTo>
                    <a:pt x="950899" y="1090871"/>
                  </a:lnTo>
                  <a:lnTo>
                    <a:pt x="928692" y="1103208"/>
                  </a:lnTo>
                  <a:lnTo>
                    <a:pt x="898771" y="1124449"/>
                  </a:lnTo>
                  <a:lnTo>
                    <a:pt x="894199" y="1124951"/>
                  </a:lnTo>
                  <a:lnTo>
                    <a:pt x="886161" y="1124444"/>
                  </a:lnTo>
                  <a:lnTo>
                    <a:pt x="874255" y="1127988"/>
                  </a:lnTo>
                  <a:lnTo>
                    <a:pt x="858616" y="1135408"/>
                  </a:lnTo>
                  <a:lnTo>
                    <a:pt x="839680" y="1148738"/>
                  </a:lnTo>
                  <a:lnTo>
                    <a:pt x="806338" y="1177599"/>
                  </a:lnTo>
                  <a:lnTo>
                    <a:pt x="804000" y="1180646"/>
                  </a:lnTo>
                  <a:lnTo>
                    <a:pt x="799170" y="1185998"/>
                  </a:lnTo>
                  <a:lnTo>
                    <a:pt x="786856" y="1191702"/>
                  </a:lnTo>
                  <a:lnTo>
                    <a:pt x="775679" y="1197852"/>
                  </a:lnTo>
                  <a:lnTo>
                    <a:pt x="772725" y="1204325"/>
                  </a:lnTo>
                  <a:lnTo>
                    <a:pt x="767370" y="1207275"/>
                  </a:lnTo>
                  <a:lnTo>
                    <a:pt x="748930" y="1223687"/>
                  </a:lnTo>
                  <a:lnTo>
                    <a:pt x="738558" y="1237668"/>
                  </a:lnTo>
                  <a:lnTo>
                    <a:pt x="729140" y="1252298"/>
                  </a:lnTo>
                  <a:lnTo>
                    <a:pt x="718601" y="1268659"/>
                  </a:lnTo>
                  <a:lnTo>
                    <a:pt x="696977" y="1268864"/>
                  </a:lnTo>
                  <a:lnTo>
                    <a:pt x="680475" y="1268798"/>
                  </a:lnTo>
                  <a:lnTo>
                    <a:pt x="652326" y="1268680"/>
                  </a:lnTo>
                  <a:lnTo>
                    <a:pt x="628197" y="1268583"/>
                  </a:lnTo>
                  <a:lnTo>
                    <a:pt x="599560" y="1268465"/>
                  </a:lnTo>
                  <a:lnTo>
                    <a:pt x="578782" y="1268378"/>
                  </a:lnTo>
                  <a:lnTo>
                    <a:pt x="556409" y="1269064"/>
                  </a:lnTo>
                  <a:lnTo>
                    <a:pt x="545728" y="1273427"/>
                  </a:lnTo>
                  <a:lnTo>
                    <a:pt x="532335" y="1279321"/>
                  </a:lnTo>
                  <a:lnTo>
                    <a:pt x="517878" y="1285676"/>
                  </a:lnTo>
                  <a:lnTo>
                    <a:pt x="525459" y="1299851"/>
                  </a:lnTo>
                  <a:lnTo>
                    <a:pt x="527492" y="1305443"/>
                  </a:lnTo>
                  <a:lnTo>
                    <a:pt x="526909" y="1323479"/>
                  </a:lnTo>
                  <a:lnTo>
                    <a:pt x="528451" y="1325450"/>
                  </a:lnTo>
                  <a:lnTo>
                    <a:pt x="530068" y="1328129"/>
                  </a:lnTo>
                  <a:lnTo>
                    <a:pt x="530313" y="1332789"/>
                  </a:lnTo>
                  <a:lnTo>
                    <a:pt x="531551" y="1334919"/>
                  </a:lnTo>
                  <a:lnTo>
                    <a:pt x="534189" y="1336639"/>
                  </a:lnTo>
                  <a:lnTo>
                    <a:pt x="537156" y="1338662"/>
                  </a:lnTo>
                  <a:lnTo>
                    <a:pt x="539302" y="1341402"/>
                  </a:lnTo>
                  <a:lnTo>
                    <a:pt x="539794" y="1344137"/>
                  </a:lnTo>
                  <a:lnTo>
                    <a:pt x="537731" y="1348899"/>
                  </a:lnTo>
                  <a:lnTo>
                    <a:pt x="529413" y="1355336"/>
                  </a:lnTo>
                  <a:lnTo>
                    <a:pt x="517720" y="1360979"/>
                  </a:lnTo>
                  <a:lnTo>
                    <a:pt x="494463" y="1371160"/>
                  </a:lnTo>
                  <a:lnTo>
                    <a:pt x="467513" y="1382958"/>
                  </a:lnTo>
                  <a:lnTo>
                    <a:pt x="444152" y="1393185"/>
                  </a:lnTo>
                  <a:lnTo>
                    <a:pt x="426075" y="1401096"/>
                  </a:lnTo>
                  <a:lnTo>
                    <a:pt x="388945" y="1408046"/>
                  </a:lnTo>
                  <a:lnTo>
                    <a:pt x="359449" y="1413561"/>
                  </a:lnTo>
                  <a:lnTo>
                    <a:pt x="338163" y="1417545"/>
                  </a:lnTo>
                  <a:lnTo>
                    <a:pt x="318560" y="1428632"/>
                  </a:lnTo>
                  <a:lnTo>
                    <a:pt x="296916" y="1440865"/>
                  </a:lnTo>
                  <a:lnTo>
                    <a:pt x="278717" y="1451153"/>
                  </a:lnTo>
                  <a:lnTo>
                    <a:pt x="258306" y="1462691"/>
                  </a:lnTo>
                  <a:lnTo>
                    <a:pt x="239041" y="1473583"/>
                  </a:lnTo>
                  <a:lnTo>
                    <a:pt x="217622" y="1473547"/>
                  </a:lnTo>
                  <a:lnTo>
                    <a:pt x="202586" y="1465384"/>
                  </a:lnTo>
                  <a:lnTo>
                    <a:pt x="188610" y="1457002"/>
                  </a:lnTo>
                  <a:lnTo>
                    <a:pt x="179054" y="1442013"/>
                  </a:lnTo>
                  <a:lnTo>
                    <a:pt x="178396" y="1424596"/>
                  </a:lnTo>
                  <a:lnTo>
                    <a:pt x="181821" y="1413192"/>
                  </a:lnTo>
                  <a:lnTo>
                    <a:pt x="184926" y="1407989"/>
                  </a:lnTo>
                  <a:lnTo>
                    <a:pt x="190851" y="1404691"/>
                  </a:lnTo>
                  <a:lnTo>
                    <a:pt x="202453" y="1399084"/>
                  </a:lnTo>
                  <a:lnTo>
                    <a:pt x="213000" y="1387731"/>
                  </a:lnTo>
                  <a:lnTo>
                    <a:pt x="221456" y="1380956"/>
                  </a:lnTo>
                  <a:lnTo>
                    <a:pt x="229973" y="1373966"/>
                  </a:lnTo>
                  <a:lnTo>
                    <a:pt x="234837" y="1361927"/>
                  </a:lnTo>
                  <a:lnTo>
                    <a:pt x="240904" y="1332783"/>
                  </a:lnTo>
                  <a:lnTo>
                    <a:pt x="241675" y="1326987"/>
                  </a:lnTo>
                  <a:lnTo>
                    <a:pt x="250501" y="1307000"/>
                  </a:lnTo>
                  <a:lnTo>
                    <a:pt x="260265" y="1284888"/>
                  </a:lnTo>
                  <a:lnTo>
                    <a:pt x="264749" y="1274733"/>
                  </a:lnTo>
                  <a:lnTo>
                    <a:pt x="259736" y="1248375"/>
                  </a:lnTo>
                  <a:lnTo>
                    <a:pt x="255964" y="1228122"/>
                  </a:lnTo>
                  <a:lnTo>
                    <a:pt x="252510" y="1209569"/>
                  </a:lnTo>
                  <a:lnTo>
                    <a:pt x="248622" y="1188666"/>
                  </a:lnTo>
                  <a:lnTo>
                    <a:pt x="245084" y="1169636"/>
                  </a:lnTo>
                  <a:lnTo>
                    <a:pt x="241746" y="1151708"/>
                  </a:lnTo>
                  <a:lnTo>
                    <a:pt x="238399" y="1133713"/>
                  </a:lnTo>
                  <a:lnTo>
                    <a:pt x="235116" y="1116071"/>
                  </a:lnTo>
                  <a:lnTo>
                    <a:pt x="232540" y="1103418"/>
                  </a:lnTo>
                  <a:lnTo>
                    <a:pt x="229482" y="1088424"/>
                  </a:lnTo>
                  <a:lnTo>
                    <a:pt x="211617" y="1077900"/>
                  </a:lnTo>
                  <a:lnTo>
                    <a:pt x="198052" y="1070531"/>
                  </a:lnTo>
                  <a:lnTo>
                    <a:pt x="175866" y="1058492"/>
                  </a:lnTo>
                  <a:lnTo>
                    <a:pt x="157260" y="1048393"/>
                  </a:lnTo>
                  <a:lnTo>
                    <a:pt x="140586" y="1039155"/>
                  </a:lnTo>
                  <a:lnTo>
                    <a:pt x="151100" y="1020536"/>
                  </a:lnTo>
                  <a:lnTo>
                    <a:pt x="150192" y="1017489"/>
                  </a:lnTo>
                  <a:lnTo>
                    <a:pt x="146383" y="1013822"/>
                  </a:lnTo>
                  <a:lnTo>
                    <a:pt x="138599" y="1007723"/>
                  </a:lnTo>
                  <a:lnTo>
                    <a:pt x="134048" y="1007103"/>
                  </a:lnTo>
                  <a:lnTo>
                    <a:pt x="126035" y="1008537"/>
                  </a:lnTo>
                  <a:lnTo>
                    <a:pt x="113245" y="1012332"/>
                  </a:lnTo>
                  <a:lnTo>
                    <a:pt x="107720" y="1011072"/>
                  </a:lnTo>
                  <a:lnTo>
                    <a:pt x="103331" y="1004558"/>
                  </a:lnTo>
                  <a:lnTo>
                    <a:pt x="98281" y="996221"/>
                  </a:lnTo>
                  <a:lnTo>
                    <a:pt x="96626" y="989708"/>
                  </a:lnTo>
                  <a:lnTo>
                    <a:pt x="95993" y="981089"/>
                  </a:lnTo>
                  <a:lnTo>
                    <a:pt x="92980" y="973331"/>
                  </a:lnTo>
                  <a:lnTo>
                    <a:pt x="94889" y="969260"/>
                  </a:lnTo>
                  <a:lnTo>
                    <a:pt x="95310" y="967232"/>
                  </a:lnTo>
                  <a:lnTo>
                    <a:pt x="95139" y="964682"/>
                  </a:lnTo>
                  <a:lnTo>
                    <a:pt x="93068" y="963053"/>
                  </a:lnTo>
                  <a:lnTo>
                    <a:pt x="89421" y="962342"/>
                  </a:lnTo>
                  <a:lnTo>
                    <a:pt x="77086" y="965598"/>
                  </a:lnTo>
                  <a:lnTo>
                    <a:pt x="71540" y="965901"/>
                  </a:lnTo>
                  <a:lnTo>
                    <a:pt x="68231" y="967734"/>
                  </a:lnTo>
                  <a:lnTo>
                    <a:pt x="63018" y="971539"/>
                  </a:lnTo>
                  <a:lnTo>
                    <a:pt x="57880" y="972010"/>
                  </a:lnTo>
                  <a:lnTo>
                    <a:pt x="49003" y="963002"/>
                  </a:lnTo>
                  <a:lnTo>
                    <a:pt x="39306" y="953139"/>
                  </a:lnTo>
                  <a:lnTo>
                    <a:pt x="35239" y="939553"/>
                  </a:lnTo>
                  <a:lnTo>
                    <a:pt x="31064" y="925599"/>
                  </a:lnTo>
                  <a:lnTo>
                    <a:pt x="14499" y="917206"/>
                  </a:lnTo>
                  <a:lnTo>
                    <a:pt x="0" y="909857"/>
                  </a:lnTo>
                  <a:lnTo>
                    <a:pt x="1225044" y="90985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09" name="ph3909"/>
            <p:cNvSpPr/>
            <p:nvPr/>
          </p:nvSpPr>
          <p:spPr>
            <a:xfrm>
              <a:off x="6299042" y="1089575"/>
              <a:ext cx="1466244" cy="1235240"/>
            </a:xfrm>
            <a:custGeom>
              <a:avLst/>
              <a:gdLst/>
              <a:ahLst/>
              <a:cxnLst/>
              <a:rect l="0" t="0" r="0" b="0"/>
              <a:pathLst>
                <a:path w="1099683" h="926429">
                  <a:moveTo>
                    <a:pt x="914400" y="914399"/>
                  </a:moveTo>
                  <a:lnTo>
                    <a:pt x="910795" y="913293"/>
                  </a:lnTo>
                  <a:lnTo>
                    <a:pt x="907690" y="912428"/>
                  </a:lnTo>
                  <a:lnTo>
                    <a:pt x="905890" y="913903"/>
                  </a:lnTo>
                  <a:lnTo>
                    <a:pt x="904186" y="915874"/>
                  </a:lnTo>
                  <a:lnTo>
                    <a:pt x="902085" y="917354"/>
                  </a:lnTo>
                  <a:lnTo>
                    <a:pt x="897676" y="915260"/>
                  </a:lnTo>
                  <a:lnTo>
                    <a:pt x="894872" y="911445"/>
                  </a:lnTo>
                  <a:lnTo>
                    <a:pt x="890367" y="907512"/>
                  </a:lnTo>
                  <a:lnTo>
                    <a:pt x="888663" y="904552"/>
                  </a:lnTo>
                  <a:lnTo>
                    <a:pt x="889567" y="901111"/>
                  </a:lnTo>
                  <a:lnTo>
                    <a:pt x="891567" y="897787"/>
                  </a:lnTo>
                  <a:lnTo>
                    <a:pt x="892472" y="893849"/>
                  </a:lnTo>
                  <a:lnTo>
                    <a:pt x="890267" y="889307"/>
                  </a:lnTo>
                  <a:lnTo>
                    <a:pt x="888263" y="886721"/>
                  </a:lnTo>
                  <a:lnTo>
                    <a:pt x="886862" y="883766"/>
                  </a:lnTo>
                  <a:lnTo>
                    <a:pt x="887363" y="880939"/>
                  </a:lnTo>
                  <a:lnTo>
                    <a:pt x="890167" y="879582"/>
                  </a:lnTo>
                  <a:lnTo>
                    <a:pt x="892772" y="877857"/>
                  </a:lnTo>
                  <a:lnTo>
                    <a:pt x="893672" y="874170"/>
                  </a:lnTo>
                  <a:lnTo>
                    <a:pt x="892067" y="870232"/>
                  </a:lnTo>
                  <a:lnTo>
                    <a:pt x="887463" y="868629"/>
                  </a:lnTo>
                  <a:lnTo>
                    <a:pt x="883658" y="869243"/>
                  </a:lnTo>
                  <a:lnTo>
                    <a:pt x="878149" y="868383"/>
                  </a:lnTo>
                  <a:lnTo>
                    <a:pt x="872844" y="865925"/>
                  </a:lnTo>
                  <a:lnTo>
                    <a:pt x="869339" y="863093"/>
                  </a:lnTo>
                  <a:lnTo>
                    <a:pt x="866635" y="861490"/>
                  </a:lnTo>
                  <a:lnTo>
                    <a:pt x="864530" y="861490"/>
                  </a:lnTo>
                  <a:lnTo>
                    <a:pt x="862026" y="859892"/>
                  </a:lnTo>
                  <a:lnTo>
                    <a:pt x="860526" y="857184"/>
                  </a:lnTo>
                  <a:lnTo>
                    <a:pt x="860726" y="852754"/>
                  </a:lnTo>
                  <a:lnTo>
                    <a:pt x="861426" y="850050"/>
                  </a:lnTo>
                  <a:lnTo>
                    <a:pt x="862826" y="847710"/>
                  </a:lnTo>
                  <a:lnTo>
                    <a:pt x="862926" y="845124"/>
                  </a:lnTo>
                  <a:lnTo>
                    <a:pt x="862326" y="843275"/>
                  </a:lnTo>
                  <a:lnTo>
                    <a:pt x="862230" y="841805"/>
                  </a:lnTo>
                  <a:lnTo>
                    <a:pt x="862626" y="839957"/>
                  </a:lnTo>
                  <a:lnTo>
                    <a:pt x="863530" y="836265"/>
                  </a:lnTo>
                  <a:lnTo>
                    <a:pt x="862026" y="833561"/>
                  </a:lnTo>
                  <a:lnTo>
                    <a:pt x="861872" y="824189"/>
                  </a:lnTo>
                  <a:lnTo>
                    <a:pt x="861576" y="806655"/>
                  </a:lnTo>
                  <a:lnTo>
                    <a:pt x="861355" y="793223"/>
                  </a:lnTo>
                  <a:lnTo>
                    <a:pt x="861076" y="776340"/>
                  </a:lnTo>
                  <a:lnTo>
                    <a:pt x="860913" y="764044"/>
                  </a:lnTo>
                  <a:lnTo>
                    <a:pt x="860688" y="746818"/>
                  </a:lnTo>
                  <a:lnTo>
                    <a:pt x="860476" y="730472"/>
                  </a:lnTo>
                  <a:lnTo>
                    <a:pt x="860213" y="718489"/>
                  </a:lnTo>
                  <a:lnTo>
                    <a:pt x="1083159" y="718489"/>
                  </a:lnTo>
                  <a:lnTo>
                    <a:pt x="1083289" y="718535"/>
                  </a:lnTo>
                  <a:lnTo>
                    <a:pt x="1083432" y="718489"/>
                  </a:lnTo>
                  <a:lnTo>
                    <a:pt x="1099683" y="718489"/>
                  </a:lnTo>
                  <a:lnTo>
                    <a:pt x="1099683" y="873327"/>
                  </a:lnTo>
                  <a:lnTo>
                    <a:pt x="1094794" y="876407"/>
                  </a:lnTo>
                  <a:lnTo>
                    <a:pt x="1075588" y="883869"/>
                  </a:lnTo>
                  <a:lnTo>
                    <a:pt x="1053168" y="898110"/>
                  </a:lnTo>
                  <a:lnTo>
                    <a:pt x="1024197" y="910108"/>
                  </a:lnTo>
                  <a:lnTo>
                    <a:pt x="1018126" y="910154"/>
                  </a:lnTo>
                  <a:lnTo>
                    <a:pt x="1004970" y="900281"/>
                  </a:lnTo>
                  <a:lnTo>
                    <a:pt x="1008650" y="895785"/>
                  </a:lnTo>
                  <a:lnTo>
                    <a:pt x="1012071" y="889691"/>
                  </a:lnTo>
                  <a:lnTo>
                    <a:pt x="1008800" y="891448"/>
                  </a:lnTo>
                  <a:lnTo>
                    <a:pt x="1006678" y="894090"/>
                  </a:lnTo>
                  <a:lnTo>
                    <a:pt x="998744" y="898330"/>
                  </a:lnTo>
                  <a:lnTo>
                    <a:pt x="1005178" y="906539"/>
                  </a:lnTo>
                  <a:lnTo>
                    <a:pt x="1002070" y="909617"/>
                  </a:lnTo>
                  <a:lnTo>
                    <a:pt x="992868" y="913662"/>
                  </a:lnTo>
                  <a:lnTo>
                    <a:pt x="984300" y="919515"/>
                  </a:lnTo>
                  <a:lnTo>
                    <a:pt x="976799" y="923428"/>
                  </a:lnTo>
                  <a:lnTo>
                    <a:pt x="970732" y="918450"/>
                  </a:lnTo>
                  <a:lnTo>
                    <a:pt x="953984" y="924739"/>
                  </a:lnTo>
                  <a:lnTo>
                    <a:pt x="939878" y="926429"/>
                  </a:lnTo>
                  <a:lnTo>
                    <a:pt x="936827" y="923243"/>
                  </a:lnTo>
                  <a:lnTo>
                    <a:pt x="935932" y="918215"/>
                  </a:lnTo>
                  <a:lnTo>
                    <a:pt x="930993" y="917001"/>
                  </a:lnTo>
                  <a:lnTo>
                    <a:pt x="921817" y="918389"/>
                  </a:lnTo>
                  <a:lnTo>
                    <a:pt x="918338" y="91571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10" name="ph3910"/>
            <p:cNvSpPr/>
            <p:nvPr/>
          </p:nvSpPr>
          <p:spPr>
            <a:xfrm>
              <a:off x="6009263" y="836065"/>
              <a:ext cx="1225565" cy="1497614"/>
            </a:xfrm>
            <a:custGeom>
              <a:avLst/>
              <a:gdLst/>
              <a:ahLst/>
              <a:cxnLst/>
              <a:rect l="0" t="0" r="0" b="0"/>
              <a:pathLst>
                <a:path w="919173" h="1123210">
                  <a:moveTo>
                    <a:pt x="914400" y="914400"/>
                  </a:moveTo>
                  <a:lnTo>
                    <a:pt x="901239" y="930336"/>
                  </a:lnTo>
                  <a:lnTo>
                    <a:pt x="889634" y="944388"/>
                  </a:lnTo>
                  <a:lnTo>
                    <a:pt x="887029" y="958808"/>
                  </a:lnTo>
                  <a:lnTo>
                    <a:pt x="884558" y="972481"/>
                  </a:lnTo>
                  <a:lnTo>
                    <a:pt x="874957" y="982887"/>
                  </a:lnTo>
                  <a:lnTo>
                    <a:pt x="869102" y="992427"/>
                  </a:lnTo>
                  <a:lnTo>
                    <a:pt x="866489" y="1003007"/>
                  </a:lnTo>
                  <a:lnTo>
                    <a:pt x="864305" y="1012721"/>
                  </a:lnTo>
                  <a:lnTo>
                    <a:pt x="864139" y="1020853"/>
                  </a:lnTo>
                  <a:lnTo>
                    <a:pt x="865785" y="1025119"/>
                  </a:lnTo>
                  <a:lnTo>
                    <a:pt x="865010" y="1028586"/>
                  </a:lnTo>
                  <a:lnTo>
                    <a:pt x="861834" y="1032575"/>
                  </a:lnTo>
                  <a:lnTo>
                    <a:pt x="855483" y="1039514"/>
                  </a:lnTo>
                  <a:lnTo>
                    <a:pt x="854354" y="1046191"/>
                  </a:lnTo>
                  <a:lnTo>
                    <a:pt x="850470" y="1049484"/>
                  </a:lnTo>
                  <a:lnTo>
                    <a:pt x="839394" y="1056075"/>
                  </a:lnTo>
                  <a:lnTo>
                    <a:pt x="830359" y="1065789"/>
                  </a:lnTo>
                  <a:lnTo>
                    <a:pt x="829917" y="1071289"/>
                  </a:lnTo>
                  <a:lnTo>
                    <a:pt x="831222" y="1075857"/>
                  </a:lnTo>
                  <a:lnTo>
                    <a:pt x="831422" y="1078694"/>
                  </a:lnTo>
                  <a:lnTo>
                    <a:pt x="829617" y="1080671"/>
                  </a:lnTo>
                  <a:lnTo>
                    <a:pt x="826000" y="1080542"/>
                  </a:lnTo>
                  <a:lnTo>
                    <a:pt x="822087" y="1081162"/>
                  </a:lnTo>
                  <a:lnTo>
                    <a:pt x="818791" y="1085213"/>
                  </a:lnTo>
                  <a:lnTo>
                    <a:pt x="818874" y="1091030"/>
                  </a:lnTo>
                  <a:lnTo>
                    <a:pt x="816466" y="1095224"/>
                  </a:lnTo>
                  <a:lnTo>
                    <a:pt x="813653" y="1096090"/>
                  </a:lnTo>
                  <a:lnTo>
                    <a:pt x="811244" y="1093125"/>
                  </a:lnTo>
                  <a:lnTo>
                    <a:pt x="808348" y="1088680"/>
                  </a:lnTo>
                  <a:lnTo>
                    <a:pt x="804956" y="1088244"/>
                  </a:lnTo>
                  <a:lnTo>
                    <a:pt x="799805" y="1091194"/>
                  </a:lnTo>
                  <a:lnTo>
                    <a:pt x="793454" y="1096049"/>
                  </a:lnTo>
                  <a:lnTo>
                    <a:pt x="787741" y="1096310"/>
                  </a:lnTo>
                  <a:lnTo>
                    <a:pt x="777015" y="1093191"/>
                  </a:lnTo>
                  <a:lnTo>
                    <a:pt x="769184" y="1102603"/>
                  </a:lnTo>
                  <a:lnTo>
                    <a:pt x="760779" y="1122821"/>
                  </a:lnTo>
                  <a:lnTo>
                    <a:pt x="725266" y="1122872"/>
                  </a:lnTo>
                  <a:lnTo>
                    <a:pt x="689753" y="1122923"/>
                  </a:lnTo>
                  <a:lnTo>
                    <a:pt x="654236" y="1122974"/>
                  </a:lnTo>
                  <a:lnTo>
                    <a:pt x="618723" y="1123026"/>
                  </a:lnTo>
                  <a:lnTo>
                    <a:pt x="583210" y="1123072"/>
                  </a:lnTo>
                  <a:lnTo>
                    <a:pt x="547696" y="1123123"/>
                  </a:lnTo>
                  <a:lnTo>
                    <a:pt x="512183" y="1123174"/>
                  </a:lnTo>
                  <a:lnTo>
                    <a:pt x="492310" y="1123205"/>
                  </a:lnTo>
                  <a:lnTo>
                    <a:pt x="488414" y="1123210"/>
                  </a:lnTo>
                  <a:lnTo>
                    <a:pt x="500582" y="1119251"/>
                  </a:lnTo>
                  <a:lnTo>
                    <a:pt x="525952" y="1103868"/>
                  </a:lnTo>
                  <a:lnTo>
                    <a:pt x="544663" y="1098297"/>
                  </a:lnTo>
                  <a:lnTo>
                    <a:pt x="568999" y="1082140"/>
                  </a:lnTo>
                  <a:lnTo>
                    <a:pt x="586627" y="1079032"/>
                  </a:lnTo>
                  <a:lnTo>
                    <a:pt x="589981" y="1075478"/>
                  </a:lnTo>
                  <a:lnTo>
                    <a:pt x="592936" y="1062076"/>
                  </a:lnTo>
                  <a:lnTo>
                    <a:pt x="594549" y="1057299"/>
                  </a:lnTo>
                  <a:lnTo>
                    <a:pt x="602779" y="1044138"/>
                  </a:lnTo>
                  <a:lnTo>
                    <a:pt x="612663" y="1033036"/>
                  </a:lnTo>
                  <a:lnTo>
                    <a:pt x="620640" y="1017683"/>
                  </a:lnTo>
                  <a:lnTo>
                    <a:pt x="635116" y="1007872"/>
                  </a:lnTo>
                  <a:lnTo>
                    <a:pt x="657007" y="999668"/>
                  </a:lnTo>
                  <a:lnTo>
                    <a:pt x="677255" y="981750"/>
                  </a:lnTo>
                  <a:lnTo>
                    <a:pt x="688353" y="976286"/>
                  </a:lnTo>
                  <a:lnTo>
                    <a:pt x="699108" y="972373"/>
                  </a:lnTo>
                  <a:lnTo>
                    <a:pt x="703626" y="965091"/>
                  </a:lnTo>
                  <a:lnTo>
                    <a:pt x="710276" y="960928"/>
                  </a:lnTo>
                  <a:lnTo>
                    <a:pt x="728058" y="952463"/>
                  </a:lnTo>
                  <a:lnTo>
                    <a:pt x="747656" y="950174"/>
                  </a:lnTo>
                  <a:lnTo>
                    <a:pt x="767463" y="943148"/>
                  </a:lnTo>
                  <a:lnTo>
                    <a:pt x="782657" y="939425"/>
                  </a:lnTo>
                  <a:lnTo>
                    <a:pt x="791975" y="932835"/>
                  </a:lnTo>
                  <a:lnTo>
                    <a:pt x="805522" y="929363"/>
                  </a:lnTo>
                  <a:lnTo>
                    <a:pt x="845957" y="910451"/>
                  </a:lnTo>
                  <a:lnTo>
                    <a:pt x="848279" y="908618"/>
                  </a:lnTo>
                  <a:lnTo>
                    <a:pt x="919173" y="90861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11" name="ph3911"/>
            <p:cNvSpPr/>
            <p:nvPr/>
          </p:nvSpPr>
          <p:spPr>
            <a:xfrm>
              <a:off x="6536207" y="1293002"/>
              <a:ext cx="1229079" cy="1248443"/>
            </a:xfrm>
            <a:custGeom>
              <a:avLst/>
              <a:gdLst/>
              <a:ahLst/>
              <a:cxnLst/>
              <a:rect l="0" t="0" r="0" b="0"/>
              <a:pathLst>
                <a:path w="921809" h="936332">
                  <a:moveTo>
                    <a:pt x="914400" y="914400"/>
                  </a:moveTo>
                  <a:lnTo>
                    <a:pt x="907124" y="913959"/>
                  </a:lnTo>
                  <a:lnTo>
                    <a:pt x="901760" y="914446"/>
                  </a:lnTo>
                  <a:lnTo>
                    <a:pt x="893680" y="920596"/>
                  </a:lnTo>
                  <a:lnTo>
                    <a:pt x="892426" y="933024"/>
                  </a:lnTo>
                  <a:lnTo>
                    <a:pt x="888859" y="931380"/>
                  </a:lnTo>
                  <a:lnTo>
                    <a:pt x="885237" y="931785"/>
                  </a:lnTo>
                  <a:lnTo>
                    <a:pt x="883366" y="935687"/>
                  </a:lnTo>
                  <a:lnTo>
                    <a:pt x="880699" y="936332"/>
                  </a:lnTo>
                  <a:lnTo>
                    <a:pt x="873636" y="932640"/>
                  </a:lnTo>
                  <a:lnTo>
                    <a:pt x="865318" y="934658"/>
                  </a:lnTo>
                  <a:lnTo>
                    <a:pt x="858813" y="931857"/>
                  </a:lnTo>
                  <a:lnTo>
                    <a:pt x="850520" y="913647"/>
                  </a:lnTo>
                  <a:lnTo>
                    <a:pt x="846115" y="907266"/>
                  </a:lnTo>
                  <a:lnTo>
                    <a:pt x="838306" y="905207"/>
                  </a:lnTo>
                  <a:lnTo>
                    <a:pt x="836281" y="909058"/>
                  </a:lnTo>
                  <a:lnTo>
                    <a:pt x="833251" y="912827"/>
                  </a:lnTo>
                  <a:lnTo>
                    <a:pt x="825734" y="905315"/>
                  </a:lnTo>
                  <a:lnTo>
                    <a:pt x="820033" y="877432"/>
                  </a:lnTo>
                  <a:lnTo>
                    <a:pt x="819987" y="870703"/>
                  </a:lnTo>
                  <a:lnTo>
                    <a:pt x="827967" y="847249"/>
                  </a:lnTo>
                  <a:lnTo>
                    <a:pt x="847728" y="826135"/>
                  </a:lnTo>
                  <a:lnTo>
                    <a:pt x="841419" y="825429"/>
                  </a:lnTo>
                  <a:lnTo>
                    <a:pt x="823971" y="840069"/>
                  </a:lnTo>
                  <a:lnTo>
                    <a:pt x="825771" y="836526"/>
                  </a:lnTo>
                  <a:lnTo>
                    <a:pt x="828730" y="832834"/>
                  </a:lnTo>
                  <a:lnTo>
                    <a:pt x="834614" y="826878"/>
                  </a:lnTo>
                  <a:lnTo>
                    <a:pt x="843544" y="821281"/>
                  </a:lnTo>
                  <a:lnTo>
                    <a:pt x="855437" y="818019"/>
                  </a:lnTo>
                  <a:lnTo>
                    <a:pt x="863618" y="817522"/>
                  </a:lnTo>
                  <a:lnTo>
                    <a:pt x="869256" y="814429"/>
                  </a:lnTo>
                  <a:lnTo>
                    <a:pt x="877428" y="808950"/>
                  </a:lnTo>
                  <a:lnTo>
                    <a:pt x="878945" y="806041"/>
                  </a:lnTo>
                  <a:lnTo>
                    <a:pt x="871698" y="809385"/>
                  </a:lnTo>
                  <a:lnTo>
                    <a:pt x="859659" y="812678"/>
                  </a:lnTo>
                  <a:lnTo>
                    <a:pt x="862747" y="808361"/>
                  </a:lnTo>
                  <a:lnTo>
                    <a:pt x="865760" y="806051"/>
                  </a:lnTo>
                  <a:lnTo>
                    <a:pt x="921809" y="773112"/>
                  </a:lnTo>
                  <a:lnTo>
                    <a:pt x="921809" y="90869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12" name="ph3912"/>
            <p:cNvSpPr/>
            <p:nvPr/>
          </p:nvSpPr>
          <p:spPr>
            <a:xfrm>
              <a:off x="6395409" y="1218872"/>
              <a:ext cx="1232145" cy="1219200"/>
            </a:xfrm>
            <a:custGeom>
              <a:avLst/>
              <a:gdLst/>
              <a:ahLst/>
              <a:cxnLst/>
              <a:rect l="0" t="0" r="0" b="0"/>
              <a:pathLst>
                <a:path w="924109" h="914400">
                  <a:moveTo>
                    <a:pt x="914400" y="914400"/>
                  </a:moveTo>
                  <a:lnTo>
                    <a:pt x="915441" y="910805"/>
                  </a:lnTo>
                  <a:lnTo>
                    <a:pt x="920684" y="901638"/>
                  </a:lnTo>
                  <a:lnTo>
                    <a:pt x="924109" y="900271"/>
                  </a:lnTo>
                  <a:lnTo>
                    <a:pt x="918696" y="91073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13" name="ph3913"/>
            <p:cNvSpPr/>
            <p:nvPr/>
          </p:nvSpPr>
          <p:spPr>
            <a:xfrm>
              <a:off x="6330214" y="1166909"/>
              <a:ext cx="1236458" cy="1219200"/>
            </a:xfrm>
            <a:custGeom>
              <a:avLst/>
              <a:gdLst/>
              <a:ahLst/>
              <a:cxnLst/>
              <a:rect l="0" t="0" r="0" b="0"/>
              <a:pathLst>
                <a:path w="927343" h="914400">
                  <a:moveTo>
                    <a:pt x="914400" y="914400"/>
                  </a:moveTo>
                  <a:lnTo>
                    <a:pt x="918867" y="900240"/>
                  </a:lnTo>
                  <a:lnTo>
                    <a:pt x="922501" y="895893"/>
                  </a:lnTo>
                  <a:lnTo>
                    <a:pt x="927343" y="897357"/>
                  </a:lnTo>
                  <a:lnTo>
                    <a:pt x="926664" y="905914"/>
                  </a:lnTo>
                  <a:lnTo>
                    <a:pt x="925884" y="90885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14" name="ph3914"/>
            <p:cNvSpPr/>
            <p:nvPr/>
          </p:nvSpPr>
          <p:spPr>
            <a:xfrm>
              <a:off x="5562511" y="1052219"/>
              <a:ext cx="1238258" cy="1220279"/>
            </a:xfrm>
            <a:custGeom>
              <a:avLst/>
              <a:gdLst/>
              <a:ahLst/>
              <a:cxnLst/>
              <a:rect l="0" t="0" r="0" b="0"/>
              <a:pathLst>
                <a:path w="928693" h="915209">
                  <a:moveTo>
                    <a:pt x="914400" y="914400"/>
                  </a:moveTo>
                  <a:lnTo>
                    <a:pt x="903152" y="912459"/>
                  </a:lnTo>
                  <a:lnTo>
                    <a:pt x="890788" y="915152"/>
                  </a:lnTo>
                  <a:lnTo>
                    <a:pt x="887346" y="915209"/>
                  </a:lnTo>
                  <a:lnTo>
                    <a:pt x="896530" y="907415"/>
                  </a:lnTo>
                  <a:lnTo>
                    <a:pt x="910653" y="902621"/>
                  </a:lnTo>
                  <a:lnTo>
                    <a:pt x="924734" y="887965"/>
                  </a:lnTo>
                  <a:lnTo>
                    <a:pt x="928693" y="887592"/>
                  </a:lnTo>
                  <a:lnTo>
                    <a:pt x="923334" y="904194"/>
                  </a:lnTo>
                  <a:lnTo>
                    <a:pt x="922242" y="910129"/>
                  </a:lnTo>
                  <a:lnTo>
                    <a:pt x="920975" y="91230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15" name="ph3915"/>
            <p:cNvSpPr/>
            <p:nvPr/>
          </p:nvSpPr>
          <p:spPr>
            <a:xfrm>
              <a:off x="5542894" y="1036028"/>
              <a:ext cx="1246916" cy="1219200"/>
            </a:xfrm>
            <a:custGeom>
              <a:avLst/>
              <a:gdLst/>
              <a:ahLst/>
              <a:cxnLst/>
              <a:rect l="0" t="0" r="0" b="0"/>
              <a:pathLst>
                <a:path w="935186" h="914400">
                  <a:moveTo>
                    <a:pt x="914400" y="914400"/>
                  </a:moveTo>
                  <a:lnTo>
                    <a:pt x="910832" y="913488"/>
                  </a:lnTo>
                  <a:lnTo>
                    <a:pt x="922188" y="903185"/>
                  </a:lnTo>
                  <a:lnTo>
                    <a:pt x="935186" y="900809"/>
                  </a:lnTo>
                  <a:lnTo>
                    <a:pt x="924693" y="91223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16" name="ph3916"/>
            <p:cNvSpPr/>
            <p:nvPr/>
          </p:nvSpPr>
          <p:spPr>
            <a:xfrm>
              <a:off x="5850050" y="854247"/>
              <a:ext cx="1252299" cy="1219200"/>
            </a:xfrm>
            <a:custGeom>
              <a:avLst/>
              <a:gdLst/>
              <a:ahLst/>
              <a:cxnLst/>
              <a:rect l="0" t="0" r="0" b="0"/>
              <a:pathLst>
                <a:path w="939224" h="914400">
                  <a:moveTo>
                    <a:pt x="914400" y="914400"/>
                  </a:moveTo>
                  <a:lnTo>
                    <a:pt x="916250" y="910759"/>
                  </a:lnTo>
                  <a:lnTo>
                    <a:pt x="926843" y="904270"/>
                  </a:lnTo>
                  <a:lnTo>
                    <a:pt x="934627" y="900634"/>
                  </a:lnTo>
                  <a:lnTo>
                    <a:pt x="939224" y="900711"/>
                  </a:lnTo>
                  <a:lnTo>
                    <a:pt x="931739" y="908664"/>
                  </a:lnTo>
                  <a:lnTo>
                    <a:pt x="922159" y="91354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17" name="ph3917"/>
            <p:cNvSpPr/>
            <p:nvPr/>
          </p:nvSpPr>
          <p:spPr>
            <a:xfrm>
              <a:off x="5105901" y="4019879"/>
              <a:ext cx="1233045" cy="1250882"/>
            </a:xfrm>
            <a:custGeom>
              <a:avLst/>
              <a:gdLst/>
              <a:ahLst/>
              <a:cxnLst/>
              <a:rect l="0" t="0" r="0" b="0"/>
              <a:pathLst>
                <a:path w="924784" h="938161">
                  <a:moveTo>
                    <a:pt x="914400" y="914400"/>
                  </a:moveTo>
                  <a:lnTo>
                    <a:pt x="905940" y="921016"/>
                  </a:lnTo>
                  <a:lnTo>
                    <a:pt x="912087" y="925737"/>
                  </a:lnTo>
                  <a:lnTo>
                    <a:pt x="917879" y="915470"/>
                  </a:lnTo>
                  <a:lnTo>
                    <a:pt x="922476" y="923812"/>
                  </a:lnTo>
                  <a:lnTo>
                    <a:pt x="924784" y="938161"/>
                  </a:lnTo>
                  <a:lnTo>
                    <a:pt x="898674" y="938161"/>
                  </a:lnTo>
                  <a:lnTo>
                    <a:pt x="897664" y="933926"/>
                  </a:lnTo>
                  <a:lnTo>
                    <a:pt x="892388" y="928625"/>
                  </a:lnTo>
                  <a:lnTo>
                    <a:pt x="885062" y="915106"/>
                  </a:lnTo>
                  <a:lnTo>
                    <a:pt x="889317" y="911619"/>
                  </a:lnTo>
                  <a:lnTo>
                    <a:pt x="894989" y="912781"/>
                  </a:lnTo>
                  <a:lnTo>
                    <a:pt x="897893" y="911153"/>
                  </a:lnTo>
                  <a:lnTo>
                    <a:pt x="905757" y="909852"/>
                  </a:lnTo>
                  <a:lnTo>
                    <a:pt x="910532" y="908003"/>
                  </a:lnTo>
                  <a:lnTo>
                    <a:pt x="914266" y="9119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18" name="ph3918"/>
            <p:cNvSpPr/>
            <p:nvPr/>
          </p:nvSpPr>
          <p:spPr>
            <a:xfrm>
              <a:off x="5152524" y="3786504"/>
              <a:ext cx="1242885" cy="1219200"/>
            </a:xfrm>
            <a:custGeom>
              <a:avLst/>
              <a:gdLst/>
              <a:ahLst/>
              <a:cxnLst/>
              <a:rect l="0" t="0" r="0" b="0"/>
              <a:pathLst>
                <a:path w="932164" h="914400">
                  <a:moveTo>
                    <a:pt x="914400" y="914400"/>
                  </a:moveTo>
                  <a:lnTo>
                    <a:pt x="906990" y="903897"/>
                  </a:lnTo>
                  <a:lnTo>
                    <a:pt x="901023" y="900844"/>
                  </a:lnTo>
                  <a:lnTo>
                    <a:pt x="910345" y="893419"/>
                  </a:lnTo>
                  <a:lnTo>
                    <a:pt x="914370" y="887038"/>
                  </a:lnTo>
                  <a:lnTo>
                    <a:pt x="914287" y="873120"/>
                  </a:lnTo>
                  <a:lnTo>
                    <a:pt x="916562" y="865495"/>
                  </a:lnTo>
                  <a:lnTo>
                    <a:pt x="915791" y="858894"/>
                  </a:lnTo>
                  <a:lnTo>
                    <a:pt x="917846" y="852155"/>
                  </a:lnTo>
                  <a:lnTo>
                    <a:pt x="915066" y="844586"/>
                  </a:lnTo>
                  <a:lnTo>
                    <a:pt x="907274" y="838584"/>
                  </a:lnTo>
                  <a:lnTo>
                    <a:pt x="891855" y="814711"/>
                  </a:lnTo>
                  <a:lnTo>
                    <a:pt x="867497" y="808914"/>
                  </a:lnTo>
                  <a:lnTo>
                    <a:pt x="854887" y="808673"/>
                  </a:lnTo>
                  <a:lnTo>
                    <a:pt x="861817" y="804843"/>
                  </a:lnTo>
                  <a:lnTo>
                    <a:pt x="868218" y="805309"/>
                  </a:lnTo>
                  <a:lnTo>
                    <a:pt x="878070" y="807587"/>
                  </a:lnTo>
                  <a:lnTo>
                    <a:pt x="889867" y="808688"/>
                  </a:lnTo>
                  <a:lnTo>
                    <a:pt x="897076" y="815714"/>
                  </a:lnTo>
                  <a:lnTo>
                    <a:pt x="903961" y="825029"/>
                  </a:lnTo>
                  <a:lnTo>
                    <a:pt x="910178" y="828798"/>
                  </a:lnTo>
                  <a:lnTo>
                    <a:pt x="912737" y="831195"/>
                  </a:lnTo>
                  <a:lnTo>
                    <a:pt x="912449" y="833899"/>
                  </a:lnTo>
                  <a:lnTo>
                    <a:pt x="913483" y="836439"/>
                  </a:lnTo>
                  <a:lnTo>
                    <a:pt x="921596" y="840797"/>
                  </a:lnTo>
                  <a:lnTo>
                    <a:pt x="929768" y="847833"/>
                  </a:lnTo>
                  <a:lnTo>
                    <a:pt x="932164" y="868465"/>
                  </a:lnTo>
                  <a:lnTo>
                    <a:pt x="921155" y="878230"/>
                  </a:lnTo>
                  <a:lnTo>
                    <a:pt x="919129" y="908106"/>
                  </a:lnTo>
                  <a:lnTo>
                    <a:pt x="916175" y="91348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19" name="ph3919"/>
            <p:cNvSpPr/>
            <p:nvPr/>
          </p:nvSpPr>
          <p:spPr>
            <a:xfrm>
              <a:off x="5095676" y="3969570"/>
              <a:ext cx="1220444" cy="1260993"/>
            </a:xfrm>
            <a:custGeom>
              <a:avLst/>
              <a:gdLst/>
              <a:ahLst/>
              <a:cxnLst/>
              <a:rect l="0" t="0" r="0" b="0"/>
              <a:pathLst>
                <a:path w="915333" h="945745">
                  <a:moveTo>
                    <a:pt x="914399" y="914400"/>
                  </a:moveTo>
                  <a:lnTo>
                    <a:pt x="915333" y="923899"/>
                  </a:lnTo>
                  <a:lnTo>
                    <a:pt x="914470" y="927284"/>
                  </a:lnTo>
                  <a:lnTo>
                    <a:pt x="905236" y="933634"/>
                  </a:lnTo>
                  <a:lnTo>
                    <a:pt x="902865" y="937182"/>
                  </a:lnTo>
                  <a:lnTo>
                    <a:pt x="894159" y="940762"/>
                  </a:lnTo>
                  <a:lnTo>
                    <a:pt x="888892" y="945745"/>
                  </a:lnTo>
                  <a:lnTo>
                    <a:pt x="886254" y="937648"/>
                  </a:lnTo>
                  <a:lnTo>
                    <a:pt x="881141" y="932645"/>
                  </a:lnTo>
                  <a:lnTo>
                    <a:pt x="880282" y="924139"/>
                  </a:lnTo>
                  <a:lnTo>
                    <a:pt x="876374" y="927012"/>
                  </a:lnTo>
                  <a:lnTo>
                    <a:pt x="870740" y="925261"/>
                  </a:lnTo>
                  <a:lnTo>
                    <a:pt x="861447" y="918819"/>
                  </a:lnTo>
                  <a:lnTo>
                    <a:pt x="855575" y="910072"/>
                  </a:lnTo>
                  <a:lnTo>
                    <a:pt x="863801" y="908557"/>
                  </a:lnTo>
                  <a:lnTo>
                    <a:pt x="865501" y="913990"/>
                  </a:lnTo>
                  <a:lnTo>
                    <a:pt x="872011" y="907322"/>
                  </a:lnTo>
                  <a:lnTo>
                    <a:pt x="870531" y="903809"/>
                  </a:lnTo>
                  <a:lnTo>
                    <a:pt x="869356" y="903359"/>
                  </a:lnTo>
                  <a:lnTo>
                    <a:pt x="867222" y="896825"/>
                  </a:lnTo>
                  <a:lnTo>
                    <a:pt x="877015" y="879710"/>
                  </a:lnTo>
                  <a:lnTo>
                    <a:pt x="879128" y="868670"/>
                  </a:lnTo>
                  <a:lnTo>
                    <a:pt x="874686" y="850956"/>
                  </a:lnTo>
                  <a:lnTo>
                    <a:pt x="878832" y="849794"/>
                  </a:lnTo>
                  <a:lnTo>
                    <a:pt x="889884" y="856006"/>
                  </a:lnTo>
                  <a:lnTo>
                    <a:pt x="894834" y="862120"/>
                  </a:lnTo>
                  <a:lnTo>
                    <a:pt x="894997" y="870513"/>
                  </a:lnTo>
                  <a:lnTo>
                    <a:pt x="899643" y="877012"/>
                  </a:lnTo>
                  <a:lnTo>
                    <a:pt x="906369" y="892579"/>
                  </a:lnTo>
                  <a:lnTo>
                    <a:pt x="914587" y="90170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20" name="ph3920"/>
            <p:cNvSpPr/>
            <p:nvPr/>
          </p:nvSpPr>
          <p:spPr>
            <a:xfrm>
              <a:off x="5024474" y="3674290"/>
              <a:ext cx="1270323" cy="1246784"/>
            </a:xfrm>
            <a:custGeom>
              <a:avLst/>
              <a:gdLst/>
              <a:ahLst/>
              <a:cxnLst/>
              <a:rect l="0" t="0" r="0" b="0"/>
              <a:pathLst>
                <a:path w="952742" h="935088">
                  <a:moveTo>
                    <a:pt x="914399" y="914400"/>
                  </a:moveTo>
                  <a:lnTo>
                    <a:pt x="919938" y="913954"/>
                  </a:lnTo>
                  <a:lnTo>
                    <a:pt x="923259" y="911808"/>
                  </a:lnTo>
                  <a:lnTo>
                    <a:pt x="938557" y="912684"/>
                  </a:lnTo>
                  <a:lnTo>
                    <a:pt x="950909" y="909545"/>
                  </a:lnTo>
                  <a:lnTo>
                    <a:pt x="952742" y="915116"/>
                  </a:lnTo>
                  <a:lnTo>
                    <a:pt x="952430" y="918025"/>
                  </a:lnTo>
                  <a:lnTo>
                    <a:pt x="926164" y="920755"/>
                  </a:lnTo>
                  <a:lnTo>
                    <a:pt x="902069" y="928933"/>
                  </a:lnTo>
                  <a:lnTo>
                    <a:pt x="888863" y="934473"/>
                  </a:lnTo>
                  <a:lnTo>
                    <a:pt x="882658" y="935088"/>
                  </a:lnTo>
                  <a:lnTo>
                    <a:pt x="877915" y="932174"/>
                  </a:lnTo>
                  <a:lnTo>
                    <a:pt x="862005" y="915285"/>
                  </a:lnTo>
                  <a:lnTo>
                    <a:pt x="866260" y="916970"/>
                  </a:lnTo>
                  <a:lnTo>
                    <a:pt x="878015" y="926516"/>
                  </a:lnTo>
                  <a:lnTo>
                    <a:pt x="885316" y="924774"/>
                  </a:lnTo>
                  <a:lnTo>
                    <a:pt x="892080" y="918466"/>
                  </a:lnTo>
                  <a:lnTo>
                    <a:pt x="893113" y="913698"/>
                  </a:lnTo>
                  <a:lnTo>
                    <a:pt x="892105" y="911440"/>
                  </a:lnTo>
                  <a:lnTo>
                    <a:pt x="895164" y="903912"/>
                  </a:lnTo>
                  <a:lnTo>
                    <a:pt x="904061" y="91113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21" name="ph3921"/>
            <p:cNvSpPr/>
            <p:nvPr/>
          </p:nvSpPr>
          <p:spPr>
            <a:xfrm>
              <a:off x="5128168" y="3912689"/>
              <a:ext cx="1240976" cy="1219199"/>
            </a:xfrm>
            <a:custGeom>
              <a:avLst/>
              <a:gdLst/>
              <a:ahLst/>
              <a:cxnLst/>
              <a:rect l="0" t="0" r="0" b="0"/>
              <a:pathLst>
                <a:path w="930731" h="914399">
                  <a:moveTo>
                    <a:pt x="914400" y="914399"/>
                  </a:moveTo>
                  <a:lnTo>
                    <a:pt x="907511" y="912254"/>
                  </a:lnTo>
                  <a:lnTo>
                    <a:pt x="905744" y="910528"/>
                  </a:lnTo>
                  <a:lnTo>
                    <a:pt x="908695" y="907630"/>
                  </a:lnTo>
                  <a:lnTo>
                    <a:pt x="915187" y="905213"/>
                  </a:lnTo>
                  <a:lnTo>
                    <a:pt x="925613" y="904972"/>
                  </a:lnTo>
                  <a:lnTo>
                    <a:pt x="930181" y="907829"/>
                  </a:lnTo>
                  <a:lnTo>
                    <a:pt x="930731" y="909079"/>
                  </a:lnTo>
                  <a:lnTo>
                    <a:pt x="924038" y="91222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22" name="ph3922"/>
            <p:cNvSpPr/>
            <p:nvPr/>
          </p:nvSpPr>
          <p:spPr>
            <a:xfrm>
              <a:off x="5467412" y="4051561"/>
              <a:ext cx="1224864" cy="1219199"/>
            </a:xfrm>
            <a:custGeom>
              <a:avLst/>
              <a:gdLst/>
              <a:ahLst/>
              <a:cxnLst/>
              <a:rect l="0" t="0" r="0" b="0"/>
              <a:pathLst>
                <a:path w="918648" h="914399">
                  <a:moveTo>
                    <a:pt x="914400" y="914399"/>
                  </a:moveTo>
                  <a:lnTo>
                    <a:pt x="908748" y="914399"/>
                  </a:lnTo>
                  <a:lnTo>
                    <a:pt x="910331" y="903379"/>
                  </a:lnTo>
                  <a:lnTo>
                    <a:pt x="915015" y="901116"/>
                  </a:lnTo>
                  <a:lnTo>
                    <a:pt x="916852" y="901239"/>
                  </a:lnTo>
                  <a:lnTo>
                    <a:pt x="918648" y="90726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23" name="ph3923"/>
            <p:cNvSpPr/>
            <p:nvPr/>
          </p:nvSpPr>
          <p:spPr>
            <a:xfrm>
              <a:off x="5239259" y="3859342"/>
              <a:ext cx="1261221" cy="1320608"/>
            </a:xfrm>
            <a:custGeom>
              <a:avLst/>
              <a:gdLst/>
              <a:ahLst/>
              <a:cxnLst/>
              <a:rect l="0" t="0" r="0" b="0"/>
              <a:pathLst>
                <a:path w="945916" h="990455">
                  <a:moveTo>
                    <a:pt x="914400" y="914400"/>
                  </a:moveTo>
                  <a:lnTo>
                    <a:pt x="926384" y="918865"/>
                  </a:lnTo>
                  <a:lnTo>
                    <a:pt x="939340" y="933675"/>
                  </a:lnTo>
                  <a:lnTo>
                    <a:pt x="944920" y="938949"/>
                  </a:lnTo>
                  <a:lnTo>
                    <a:pt x="945916" y="943753"/>
                  </a:lnTo>
                  <a:lnTo>
                    <a:pt x="943733" y="965680"/>
                  </a:lnTo>
                  <a:lnTo>
                    <a:pt x="940820" y="978882"/>
                  </a:lnTo>
                  <a:lnTo>
                    <a:pt x="941257" y="990455"/>
                  </a:lnTo>
                  <a:lnTo>
                    <a:pt x="938215" y="987029"/>
                  </a:lnTo>
                  <a:lnTo>
                    <a:pt x="935140" y="979450"/>
                  </a:lnTo>
                  <a:lnTo>
                    <a:pt x="930097" y="975093"/>
                  </a:lnTo>
                  <a:lnTo>
                    <a:pt x="928418" y="972809"/>
                  </a:lnTo>
                  <a:lnTo>
                    <a:pt x="937482" y="972307"/>
                  </a:lnTo>
                  <a:lnTo>
                    <a:pt x="938286" y="960375"/>
                  </a:lnTo>
                  <a:lnTo>
                    <a:pt x="942707" y="950963"/>
                  </a:lnTo>
                  <a:lnTo>
                    <a:pt x="942037" y="941172"/>
                  </a:lnTo>
                  <a:lnTo>
                    <a:pt x="931460" y="930392"/>
                  </a:lnTo>
                  <a:lnTo>
                    <a:pt x="924209" y="920903"/>
                  </a:lnTo>
                  <a:lnTo>
                    <a:pt x="913062" y="917866"/>
                  </a:lnTo>
                  <a:lnTo>
                    <a:pt x="902752" y="908418"/>
                  </a:lnTo>
                  <a:lnTo>
                    <a:pt x="896601" y="907256"/>
                  </a:lnTo>
                  <a:lnTo>
                    <a:pt x="889100" y="908920"/>
                  </a:lnTo>
                  <a:lnTo>
                    <a:pt x="891809" y="903287"/>
                  </a:lnTo>
                  <a:lnTo>
                    <a:pt x="893684" y="895836"/>
                  </a:lnTo>
                  <a:lnTo>
                    <a:pt x="895059" y="894443"/>
                  </a:lnTo>
                  <a:lnTo>
                    <a:pt x="900352" y="90257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24" name="ph3924"/>
            <p:cNvSpPr/>
            <p:nvPr/>
          </p:nvSpPr>
          <p:spPr>
            <a:xfrm>
              <a:off x="5373813" y="4030698"/>
              <a:ext cx="1219200" cy="1220613"/>
            </a:xfrm>
            <a:custGeom>
              <a:avLst/>
              <a:gdLst/>
              <a:ahLst/>
              <a:cxnLst/>
              <a:rect l="0" t="0" r="0" b="0"/>
              <a:pathLst>
                <a:path w="914400" h="915460">
                  <a:moveTo>
                    <a:pt x="914400" y="914400"/>
                  </a:moveTo>
                  <a:lnTo>
                    <a:pt x="908682" y="913319"/>
                  </a:lnTo>
                  <a:lnTo>
                    <a:pt x="900243" y="915403"/>
                  </a:lnTo>
                  <a:lnTo>
                    <a:pt x="897206" y="915460"/>
                  </a:lnTo>
                  <a:lnTo>
                    <a:pt x="899097" y="911808"/>
                  </a:lnTo>
                  <a:lnTo>
                    <a:pt x="904957" y="906872"/>
                  </a:lnTo>
                  <a:lnTo>
                    <a:pt x="905252" y="902171"/>
                  </a:lnTo>
                  <a:lnTo>
                    <a:pt x="898001" y="895391"/>
                  </a:lnTo>
                  <a:lnTo>
                    <a:pt x="889563" y="878522"/>
                  </a:lnTo>
                  <a:lnTo>
                    <a:pt x="885612" y="874523"/>
                  </a:lnTo>
                  <a:lnTo>
                    <a:pt x="883737" y="868183"/>
                  </a:lnTo>
                  <a:lnTo>
                    <a:pt x="876657" y="861383"/>
                  </a:lnTo>
                  <a:lnTo>
                    <a:pt x="878136" y="857747"/>
                  </a:lnTo>
                  <a:lnTo>
                    <a:pt x="879591" y="856892"/>
                  </a:lnTo>
                  <a:lnTo>
                    <a:pt x="884379" y="858638"/>
                  </a:lnTo>
                  <a:lnTo>
                    <a:pt x="895222" y="882901"/>
                  </a:lnTo>
                  <a:lnTo>
                    <a:pt x="895930" y="885226"/>
                  </a:lnTo>
                  <a:lnTo>
                    <a:pt x="913833" y="90906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25" name="pt3925"/>
            <p:cNvSpPr/>
            <p:nvPr/>
          </p:nvSpPr>
          <p:spPr>
            <a:xfrm>
              <a:off x="6785977" y="2830949"/>
              <a:ext cx="84269" cy="84269"/>
            </a:xfrm>
            <a:prstGeom prst="ellipse">
              <a:avLst/>
            </a:prstGeom>
            <a:solidFill>
              <a:srgbClr val="3A7CA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26" name="pt3926"/>
            <p:cNvSpPr/>
            <p:nvPr/>
          </p:nvSpPr>
          <p:spPr>
            <a:xfrm>
              <a:off x="4500772" y="4411288"/>
              <a:ext cx="84269" cy="84269"/>
            </a:xfrm>
            <a:prstGeom prst="ellipse">
              <a:avLst/>
            </a:prstGeom>
            <a:solidFill>
              <a:srgbClr val="4DB3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27" name="pt3927"/>
            <p:cNvSpPr/>
            <p:nvPr/>
          </p:nvSpPr>
          <p:spPr>
            <a:xfrm>
              <a:off x="6509669" y="3324542"/>
              <a:ext cx="84269" cy="84269"/>
            </a:xfrm>
            <a:prstGeom prst="ellipse">
              <a:avLst/>
            </a:prstGeom>
            <a:solidFill>
              <a:srgbClr val="5ECB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28" name="pt3928"/>
            <p:cNvSpPr/>
            <p:nvPr/>
          </p:nvSpPr>
          <p:spPr>
            <a:xfrm>
              <a:off x="5069687" y="4337485"/>
              <a:ext cx="84269" cy="84269"/>
            </a:xfrm>
            <a:prstGeom prst="ellipse">
              <a:avLst/>
            </a:prstGeom>
            <a:solidFill>
              <a:srgbClr val="57C0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29" name="pt3929"/>
            <p:cNvSpPr/>
            <p:nvPr/>
          </p:nvSpPr>
          <p:spPr>
            <a:xfrm>
              <a:off x="6595117" y="3120805"/>
              <a:ext cx="84269" cy="84269"/>
            </a:xfrm>
            <a:prstGeom prst="ellipse">
              <a:avLst/>
            </a:prstGeom>
            <a:solidFill>
              <a:srgbClr val="6BD1B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30" name="pt3930"/>
            <p:cNvSpPr/>
            <p:nvPr/>
          </p:nvSpPr>
          <p:spPr>
            <a:xfrm>
              <a:off x="4876148" y="4470209"/>
              <a:ext cx="84269" cy="84269"/>
            </a:xfrm>
            <a:prstGeom prst="ellipse">
              <a:avLst/>
            </a:prstGeom>
            <a:solidFill>
              <a:srgbClr val="58C1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31" name="pt3931"/>
            <p:cNvSpPr/>
            <p:nvPr/>
          </p:nvSpPr>
          <p:spPr>
            <a:xfrm>
              <a:off x="6990563" y="2773262"/>
              <a:ext cx="84269" cy="84269"/>
            </a:xfrm>
            <a:prstGeom prst="ellipse">
              <a:avLst/>
            </a:prstGeom>
            <a:solidFill>
              <a:srgbClr val="395E9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32" name="pt3932"/>
            <p:cNvSpPr/>
            <p:nvPr/>
          </p:nvSpPr>
          <p:spPr>
            <a:xfrm>
              <a:off x="5471264" y="4432166"/>
              <a:ext cx="84269" cy="84269"/>
            </a:xfrm>
            <a:prstGeom prst="ellipse">
              <a:avLst/>
            </a:prstGeom>
            <a:solidFill>
              <a:srgbClr val="3A9D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33" name="pt3933"/>
            <p:cNvSpPr/>
            <p:nvPr/>
          </p:nvSpPr>
          <p:spPr>
            <a:xfrm>
              <a:off x="6250460" y="3836048"/>
              <a:ext cx="84269" cy="84269"/>
            </a:xfrm>
            <a:prstGeom prst="ellipse">
              <a:avLst/>
            </a:prstGeom>
            <a:solidFill>
              <a:srgbClr val="4FB5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34" name="pt3934"/>
            <p:cNvSpPr/>
            <p:nvPr/>
          </p:nvSpPr>
          <p:spPr>
            <a:xfrm>
              <a:off x="5911334" y="4107536"/>
              <a:ext cx="84269" cy="84269"/>
            </a:xfrm>
            <a:prstGeom prst="ellipse">
              <a:avLst/>
            </a:prstGeom>
            <a:solidFill>
              <a:srgbClr val="3A6EA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35" name="pt3935"/>
            <p:cNvSpPr/>
            <p:nvPr/>
          </p:nvSpPr>
          <p:spPr>
            <a:xfrm>
              <a:off x="4320329" y="4452887"/>
              <a:ext cx="84269" cy="84269"/>
            </a:xfrm>
            <a:prstGeom prst="ellipse">
              <a:avLst/>
            </a:prstGeom>
            <a:solidFill>
              <a:srgbClr val="70D2B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36" name="pt3936"/>
            <p:cNvSpPr/>
            <p:nvPr/>
          </p:nvSpPr>
          <p:spPr>
            <a:xfrm>
              <a:off x="6027899" y="4004741"/>
              <a:ext cx="84269" cy="84269"/>
            </a:xfrm>
            <a:prstGeom prst="ellipse">
              <a:avLst/>
            </a:prstGeom>
            <a:solidFill>
              <a:srgbClr val="41A4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37" name="pt3937"/>
            <p:cNvSpPr/>
            <p:nvPr/>
          </p:nvSpPr>
          <p:spPr>
            <a:xfrm>
              <a:off x="6526394" y="3070306"/>
              <a:ext cx="84269" cy="84269"/>
            </a:xfrm>
            <a:prstGeom prst="ellipse">
              <a:avLst/>
            </a:prstGeom>
            <a:solidFill>
              <a:srgbClr val="72D3B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38" name="pt3938"/>
            <p:cNvSpPr/>
            <p:nvPr/>
          </p:nvSpPr>
          <p:spPr>
            <a:xfrm>
              <a:off x="5422172" y="4433086"/>
              <a:ext cx="84269" cy="84269"/>
            </a:xfrm>
            <a:prstGeom prst="ellipse">
              <a:avLst/>
            </a:prstGeom>
            <a:solidFill>
              <a:srgbClr val="3DA0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39" name="pt3939"/>
            <p:cNvSpPr/>
            <p:nvPr/>
          </p:nvSpPr>
          <p:spPr>
            <a:xfrm>
              <a:off x="4935493" y="4439423"/>
              <a:ext cx="84269" cy="84269"/>
            </a:xfrm>
            <a:prstGeom prst="ellipse">
              <a:avLst/>
            </a:prstGeom>
            <a:solidFill>
              <a:srgbClr val="6ED2B1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40" name="pt3940"/>
            <p:cNvSpPr/>
            <p:nvPr/>
          </p:nvSpPr>
          <p:spPr>
            <a:xfrm>
              <a:off x="6360286" y="3223813"/>
              <a:ext cx="84269" cy="84269"/>
            </a:xfrm>
            <a:prstGeom prst="ellipse">
              <a:avLst/>
            </a:prstGeom>
            <a:solidFill>
              <a:srgbClr val="94DDC1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41" name="pt3941"/>
            <p:cNvSpPr/>
            <p:nvPr/>
          </p:nvSpPr>
          <p:spPr>
            <a:xfrm>
              <a:off x="5861135" y="4186361"/>
              <a:ext cx="84269" cy="84269"/>
            </a:xfrm>
            <a:prstGeom prst="ellipse">
              <a:avLst/>
            </a:prstGeom>
            <a:solidFill>
              <a:srgbClr val="3EA0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42" name="pt3942"/>
            <p:cNvSpPr/>
            <p:nvPr/>
          </p:nvSpPr>
          <p:spPr>
            <a:xfrm>
              <a:off x="4684061" y="4470773"/>
              <a:ext cx="84269" cy="84269"/>
            </a:xfrm>
            <a:prstGeom prst="ellipse">
              <a:avLst/>
            </a:prstGeom>
            <a:solidFill>
              <a:srgbClr val="78D5B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43" name="pt3943"/>
            <p:cNvSpPr/>
            <p:nvPr/>
          </p:nvSpPr>
          <p:spPr>
            <a:xfrm>
              <a:off x="6123010" y="3896900"/>
              <a:ext cx="84269" cy="84269"/>
            </a:xfrm>
            <a:prstGeom prst="ellipse">
              <a:avLst/>
            </a:prstGeom>
            <a:solidFill>
              <a:srgbClr val="41A4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44" name="pt3944"/>
            <p:cNvSpPr/>
            <p:nvPr/>
          </p:nvSpPr>
          <p:spPr>
            <a:xfrm>
              <a:off x="7163821" y="2455502"/>
              <a:ext cx="84269" cy="84269"/>
            </a:xfrm>
            <a:prstGeom prst="ellipse">
              <a:avLst/>
            </a:prstGeom>
            <a:solidFill>
              <a:srgbClr val="3A75A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45" name="pt3945"/>
            <p:cNvSpPr/>
            <p:nvPr/>
          </p:nvSpPr>
          <p:spPr>
            <a:xfrm>
              <a:off x="4432477" y="4419677"/>
              <a:ext cx="84269" cy="84269"/>
            </a:xfrm>
            <a:prstGeom prst="ellipse">
              <a:avLst/>
            </a:prstGeom>
            <a:solidFill>
              <a:srgbClr val="4DB2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46" name="pt3946"/>
            <p:cNvSpPr/>
            <p:nvPr/>
          </p:nvSpPr>
          <p:spPr>
            <a:xfrm>
              <a:off x="7619534" y="2458141"/>
              <a:ext cx="84269" cy="84269"/>
            </a:xfrm>
            <a:prstGeom prst="ellipse">
              <a:avLst/>
            </a:prstGeom>
            <a:solidFill>
              <a:srgbClr val="3A7BA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47" name="pt3947"/>
            <p:cNvSpPr/>
            <p:nvPr/>
          </p:nvSpPr>
          <p:spPr>
            <a:xfrm>
              <a:off x="5868805" y="4191358"/>
              <a:ext cx="84269" cy="84269"/>
            </a:xfrm>
            <a:prstGeom prst="ellipse">
              <a:avLst/>
            </a:prstGeom>
            <a:solidFill>
              <a:srgbClr val="3FA1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48" name="pt3948"/>
            <p:cNvSpPr/>
            <p:nvPr/>
          </p:nvSpPr>
          <p:spPr>
            <a:xfrm>
              <a:off x="7058987" y="2606471"/>
              <a:ext cx="84269" cy="84269"/>
            </a:xfrm>
            <a:prstGeom prst="ellipse">
              <a:avLst/>
            </a:prstGeom>
            <a:solidFill>
              <a:srgbClr val="3A669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49" name="pt3949"/>
            <p:cNvSpPr/>
            <p:nvPr/>
          </p:nvSpPr>
          <p:spPr>
            <a:xfrm>
              <a:off x="5899988" y="4111348"/>
              <a:ext cx="84269" cy="84269"/>
            </a:xfrm>
            <a:prstGeom prst="ellipse">
              <a:avLst/>
            </a:prstGeom>
            <a:solidFill>
              <a:srgbClr val="4EB3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50" name="pt3950"/>
            <p:cNvSpPr/>
            <p:nvPr/>
          </p:nvSpPr>
          <p:spPr>
            <a:xfrm>
              <a:off x="4170157" y="4572293"/>
              <a:ext cx="84269" cy="84269"/>
            </a:xfrm>
            <a:prstGeom prst="ellipse">
              <a:avLst/>
            </a:prstGeom>
            <a:solidFill>
              <a:srgbClr val="52B9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51" name="pt3951"/>
            <p:cNvSpPr/>
            <p:nvPr/>
          </p:nvSpPr>
          <p:spPr>
            <a:xfrm>
              <a:off x="6259358" y="3810662"/>
              <a:ext cx="84269" cy="84269"/>
            </a:xfrm>
            <a:prstGeom prst="ellipse">
              <a:avLst/>
            </a:prstGeom>
            <a:solidFill>
              <a:srgbClr val="3A76A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52" name="pt3952"/>
            <p:cNvSpPr/>
            <p:nvPr/>
          </p:nvSpPr>
          <p:spPr>
            <a:xfrm>
              <a:off x="4061974" y="4655858"/>
              <a:ext cx="84269" cy="84269"/>
            </a:xfrm>
            <a:prstGeom prst="ellipse">
              <a:avLst/>
            </a:prstGeom>
            <a:solidFill>
              <a:srgbClr val="378EA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53" name="pt3953"/>
            <p:cNvSpPr/>
            <p:nvPr/>
          </p:nvSpPr>
          <p:spPr>
            <a:xfrm>
              <a:off x="7207436" y="2428492"/>
              <a:ext cx="84269" cy="84269"/>
            </a:xfrm>
            <a:prstGeom prst="ellipse">
              <a:avLst/>
            </a:prstGeom>
            <a:solidFill>
              <a:srgbClr val="271D3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54" name="pt3954"/>
            <p:cNvSpPr/>
            <p:nvPr/>
          </p:nvSpPr>
          <p:spPr>
            <a:xfrm>
              <a:off x="6399106" y="3389948"/>
              <a:ext cx="84269" cy="84269"/>
            </a:xfrm>
            <a:prstGeom prst="ellipse">
              <a:avLst/>
            </a:prstGeom>
            <a:solidFill>
              <a:srgbClr val="D7F3E1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55" name="pt3955"/>
            <p:cNvSpPr/>
            <p:nvPr/>
          </p:nvSpPr>
          <p:spPr>
            <a:xfrm>
              <a:off x="5852804" y="4328081"/>
              <a:ext cx="84269" cy="84269"/>
            </a:xfrm>
            <a:prstGeom prst="ellipse">
              <a:avLst/>
            </a:prstGeom>
            <a:solidFill>
              <a:srgbClr val="3A6CA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56" name="pt3956"/>
            <p:cNvSpPr/>
            <p:nvPr/>
          </p:nvSpPr>
          <p:spPr>
            <a:xfrm>
              <a:off x="4774618" y="4495897"/>
              <a:ext cx="84269" cy="84269"/>
            </a:xfrm>
            <a:prstGeom prst="ellipse">
              <a:avLst/>
            </a:prstGeom>
            <a:solidFill>
              <a:srgbClr val="5FCD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57" name="pt3957"/>
            <p:cNvSpPr/>
            <p:nvPr/>
          </p:nvSpPr>
          <p:spPr>
            <a:xfrm>
              <a:off x="7050457" y="2564240"/>
              <a:ext cx="84269" cy="84269"/>
            </a:xfrm>
            <a:prstGeom prst="ellipse">
              <a:avLst/>
            </a:prstGeom>
            <a:solidFill>
              <a:srgbClr val="3B73A1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58" name="pt3958"/>
            <p:cNvSpPr/>
            <p:nvPr/>
          </p:nvSpPr>
          <p:spPr>
            <a:xfrm>
              <a:off x="4025841" y="4619726"/>
              <a:ext cx="156540" cy="156540"/>
            </a:xfrm>
            <a:prstGeom prst="ellipse">
              <a:avLst/>
            </a:prstGeom>
            <a:solidFill>
              <a:srgbClr val="378EA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59" name="pt3959"/>
            <p:cNvSpPr/>
            <p:nvPr/>
          </p:nvSpPr>
          <p:spPr>
            <a:xfrm>
              <a:off x="7171302" y="2392358"/>
              <a:ext cx="156540" cy="156540"/>
            </a:xfrm>
            <a:prstGeom prst="ellipse">
              <a:avLst/>
            </a:prstGeom>
            <a:solidFill>
              <a:srgbClr val="271D3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60" name="pt3960"/>
            <p:cNvSpPr/>
            <p:nvPr/>
          </p:nvSpPr>
          <p:spPr>
            <a:xfrm>
              <a:off x="5816670" y="4291947"/>
              <a:ext cx="156540" cy="156540"/>
            </a:xfrm>
            <a:prstGeom prst="ellipse">
              <a:avLst/>
            </a:prstGeom>
            <a:solidFill>
              <a:srgbClr val="3A6CA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61" name="pt3961"/>
            <p:cNvSpPr/>
            <p:nvPr/>
          </p:nvSpPr>
          <p:spPr>
            <a:xfrm>
              <a:off x="4738485" y="4459763"/>
              <a:ext cx="156540" cy="156540"/>
            </a:xfrm>
            <a:prstGeom prst="ellipse">
              <a:avLst/>
            </a:prstGeom>
            <a:solidFill>
              <a:srgbClr val="5FCD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62" name="pt3962"/>
            <p:cNvSpPr/>
            <p:nvPr/>
          </p:nvSpPr>
          <p:spPr>
            <a:xfrm>
              <a:off x="7014323" y="2528106"/>
              <a:ext cx="156540" cy="156540"/>
            </a:xfrm>
            <a:prstGeom prst="ellipse">
              <a:avLst/>
            </a:prstGeom>
            <a:solidFill>
              <a:srgbClr val="3B73A1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63" name="pl3963"/>
            <p:cNvSpPr/>
            <p:nvPr/>
          </p:nvSpPr>
          <p:spPr>
            <a:xfrm>
              <a:off x="7128500" y="2341105"/>
              <a:ext cx="108735" cy="116324"/>
            </a:xfrm>
            <a:custGeom>
              <a:avLst/>
              <a:gdLst/>
              <a:ahLst/>
              <a:cxnLst/>
              <a:rect l="0" t="0" r="0" b="0"/>
              <a:pathLst>
                <a:path w="81551" h="87243">
                  <a:moveTo>
                    <a:pt x="0" y="0"/>
                  </a:moveTo>
                  <a:lnTo>
                    <a:pt x="81551" y="87243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64" name="pg3964"/>
            <p:cNvSpPr/>
            <p:nvPr/>
          </p:nvSpPr>
          <p:spPr>
            <a:xfrm>
              <a:off x="3403691" y="4363984"/>
              <a:ext cx="744687" cy="255665"/>
            </a:xfrm>
            <a:custGeom>
              <a:avLst/>
              <a:gdLst/>
              <a:ahLst/>
              <a:cxnLst/>
              <a:rect l="0" t="0" r="0" b="0"/>
              <a:pathLst>
                <a:path w="558515" h="191749">
                  <a:moveTo>
                    <a:pt x="27431" y="191749"/>
                  </a:moveTo>
                  <a:lnTo>
                    <a:pt x="531083" y="191749"/>
                  </a:lnTo>
                  <a:lnTo>
                    <a:pt x="529978" y="191727"/>
                  </a:lnTo>
                  <a:lnTo>
                    <a:pt x="534390" y="191549"/>
                  </a:lnTo>
                  <a:lnTo>
                    <a:pt x="538715" y="190666"/>
                  </a:lnTo>
                  <a:lnTo>
                    <a:pt x="542843" y="189101"/>
                  </a:lnTo>
                  <a:lnTo>
                    <a:pt x="546666" y="186893"/>
                  </a:lnTo>
                  <a:lnTo>
                    <a:pt x="550086" y="184101"/>
                  </a:lnTo>
                  <a:lnTo>
                    <a:pt x="553013" y="180797"/>
                  </a:lnTo>
                  <a:lnTo>
                    <a:pt x="555373" y="177065"/>
                  </a:lnTo>
                  <a:lnTo>
                    <a:pt x="557103" y="173004"/>
                  </a:lnTo>
                  <a:lnTo>
                    <a:pt x="558160" y="168718"/>
                  </a:lnTo>
                  <a:lnTo>
                    <a:pt x="558515" y="164317"/>
                  </a:lnTo>
                  <a:lnTo>
                    <a:pt x="558515" y="27432"/>
                  </a:lnTo>
                  <a:lnTo>
                    <a:pt x="558160" y="23031"/>
                  </a:lnTo>
                  <a:lnTo>
                    <a:pt x="557103" y="18745"/>
                  </a:lnTo>
                  <a:lnTo>
                    <a:pt x="555373" y="14683"/>
                  </a:lnTo>
                  <a:lnTo>
                    <a:pt x="553013" y="10952"/>
                  </a:lnTo>
                  <a:lnTo>
                    <a:pt x="550086" y="7647"/>
                  </a:lnTo>
                  <a:lnTo>
                    <a:pt x="546666" y="4855"/>
                  </a:lnTo>
                  <a:lnTo>
                    <a:pt x="542843" y="2648"/>
                  </a:lnTo>
                  <a:lnTo>
                    <a:pt x="538715" y="1083"/>
                  </a:lnTo>
                  <a:lnTo>
                    <a:pt x="534390" y="200"/>
                  </a:lnTo>
                  <a:lnTo>
                    <a:pt x="531083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5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65" name="tx3965"/>
            <p:cNvSpPr/>
            <p:nvPr/>
          </p:nvSpPr>
          <p:spPr>
            <a:xfrm>
              <a:off x="3464651" y="4424944"/>
              <a:ext cx="622767" cy="13374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325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W1</a:t>
              </a:r>
              <a:r>
                <a:rPr lang="en-US" sz="1325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-</a:t>
              </a:r>
              <a:r>
                <a:rPr sz="1325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TX</a:t>
              </a:r>
            </a:p>
          </p:txBody>
        </p:sp>
        <p:sp>
          <p:nvSpPr>
            <p:cNvPr id="3966" name="pg3966"/>
            <p:cNvSpPr/>
            <p:nvPr/>
          </p:nvSpPr>
          <p:spPr>
            <a:xfrm>
              <a:off x="6680803" y="2085439"/>
              <a:ext cx="786140" cy="255665"/>
            </a:xfrm>
            <a:custGeom>
              <a:avLst/>
              <a:gdLst/>
              <a:ahLst/>
              <a:cxnLst/>
              <a:rect l="0" t="0" r="0" b="0"/>
              <a:pathLst>
                <a:path w="589605" h="191749">
                  <a:moveTo>
                    <a:pt x="27431" y="191749"/>
                  </a:moveTo>
                  <a:lnTo>
                    <a:pt x="562173" y="191749"/>
                  </a:lnTo>
                  <a:lnTo>
                    <a:pt x="561068" y="191727"/>
                  </a:lnTo>
                  <a:lnTo>
                    <a:pt x="565479" y="191549"/>
                  </a:lnTo>
                  <a:lnTo>
                    <a:pt x="569805" y="190666"/>
                  </a:lnTo>
                  <a:lnTo>
                    <a:pt x="573933" y="189101"/>
                  </a:lnTo>
                  <a:lnTo>
                    <a:pt x="577756" y="186893"/>
                  </a:lnTo>
                  <a:lnTo>
                    <a:pt x="581175" y="184101"/>
                  </a:lnTo>
                  <a:lnTo>
                    <a:pt x="584103" y="180797"/>
                  </a:lnTo>
                  <a:lnTo>
                    <a:pt x="586462" y="177065"/>
                  </a:lnTo>
                  <a:lnTo>
                    <a:pt x="588193" y="173004"/>
                  </a:lnTo>
                  <a:lnTo>
                    <a:pt x="589249" y="168718"/>
                  </a:lnTo>
                  <a:lnTo>
                    <a:pt x="589605" y="164317"/>
                  </a:lnTo>
                  <a:lnTo>
                    <a:pt x="589605" y="27432"/>
                  </a:lnTo>
                  <a:lnTo>
                    <a:pt x="589249" y="23031"/>
                  </a:lnTo>
                  <a:lnTo>
                    <a:pt x="588193" y="18745"/>
                  </a:lnTo>
                  <a:lnTo>
                    <a:pt x="586462" y="14683"/>
                  </a:lnTo>
                  <a:lnTo>
                    <a:pt x="584103" y="10952"/>
                  </a:lnTo>
                  <a:lnTo>
                    <a:pt x="581175" y="7647"/>
                  </a:lnTo>
                  <a:lnTo>
                    <a:pt x="577756" y="4855"/>
                  </a:lnTo>
                  <a:lnTo>
                    <a:pt x="573933" y="2648"/>
                  </a:lnTo>
                  <a:lnTo>
                    <a:pt x="569805" y="1083"/>
                  </a:lnTo>
                  <a:lnTo>
                    <a:pt x="565479" y="200"/>
                  </a:lnTo>
                  <a:lnTo>
                    <a:pt x="562173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6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67" name="tx3967"/>
            <p:cNvSpPr/>
            <p:nvPr/>
          </p:nvSpPr>
          <p:spPr>
            <a:xfrm>
              <a:off x="6741763" y="2146399"/>
              <a:ext cx="664220" cy="13374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325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W6</a:t>
              </a:r>
              <a:r>
                <a:rPr lang="en-US" sz="1325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-</a:t>
              </a:r>
              <a:r>
                <a:rPr sz="1325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ME</a:t>
              </a:r>
            </a:p>
          </p:txBody>
        </p:sp>
        <p:sp>
          <p:nvSpPr>
            <p:cNvPr id="3968" name="pg3968"/>
            <p:cNvSpPr/>
            <p:nvPr/>
          </p:nvSpPr>
          <p:spPr>
            <a:xfrm>
              <a:off x="5127008" y="4036478"/>
              <a:ext cx="723960" cy="255665"/>
            </a:xfrm>
            <a:custGeom>
              <a:avLst/>
              <a:gdLst/>
              <a:ahLst/>
              <a:cxnLst/>
              <a:rect l="0" t="0" r="0" b="0"/>
              <a:pathLst>
                <a:path w="542970" h="191749">
                  <a:moveTo>
                    <a:pt x="27432" y="191749"/>
                  </a:moveTo>
                  <a:lnTo>
                    <a:pt x="515538" y="191749"/>
                  </a:lnTo>
                  <a:lnTo>
                    <a:pt x="514434" y="191727"/>
                  </a:lnTo>
                  <a:lnTo>
                    <a:pt x="518845" y="191549"/>
                  </a:lnTo>
                  <a:lnTo>
                    <a:pt x="523170" y="190666"/>
                  </a:lnTo>
                  <a:lnTo>
                    <a:pt x="527298" y="189101"/>
                  </a:lnTo>
                  <a:lnTo>
                    <a:pt x="531121" y="186893"/>
                  </a:lnTo>
                  <a:lnTo>
                    <a:pt x="534541" y="184101"/>
                  </a:lnTo>
                  <a:lnTo>
                    <a:pt x="537469" y="180797"/>
                  </a:lnTo>
                  <a:lnTo>
                    <a:pt x="539828" y="177065"/>
                  </a:lnTo>
                  <a:lnTo>
                    <a:pt x="541558" y="173004"/>
                  </a:lnTo>
                  <a:lnTo>
                    <a:pt x="542615" y="168718"/>
                  </a:lnTo>
                  <a:lnTo>
                    <a:pt x="542970" y="164317"/>
                  </a:lnTo>
                  <a:lnTo>
                    <a:pt x="542970" y="27431"/>
                  </a:lnTo>
                  <a:lnTo>
                    <a:pt x="542615" y="23031"/>
                  </a:lnTo>
                  <a:lnTo>
                    <a:pt x="541558" y="18745"/>
                  </a:lnTo>
                  <a:lnTo>
                    <a:pt x="539828" y="14683"/>
                  </a:lnTo>
                  <a:lnTo>
                    <a:pt x="537469" y="10952"/>
                  </a:lnTo>
                  <a:lnTo>
                    <a:pt x="534541" y="7647"/>
                  </a:lnTo>
                  <a:lnTo>
                    <a:pt x="531121" y="4855"/>
                  </a:lnTo>
                  <a:lnTo>
                    <a:pt x="527298" y="2648"/>
                  </a:lnTo>
                  <a:lnTo>
                    <a:pt x="523170" y="1083"/>
                  </a:lnTo>
                  <a:lnTo>
                    <a:pt x="518845" y="200"/>
                  </a:lnTo>
                  <a:lnTo>
                    <a:pt x="515538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6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69" name="tx3969"/>
            <p:cNvSpPr/>
            <p:nvPr/>
          </p:nvSpPr>
          <p:spPr>
            <a:xfrm>
              <a:off x="5187968" y="4097438"/>
              <a:ext cx="602040" cy="13374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325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W3</a:t>
              </a:r>
              <a:r>
                <a:rPr lang="en-US" sz="1325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-</a:t>
              </a:r>
              <a:r>
                <a:rPr sz="1325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FL</a:t>
              </a:r>
            </a:p>
          </p:txBody>
        </p:sp>
        <p:sp>
          <p:nvSpPr>
            <p:cNvPr id="3970" name="pg3970"/>
            <p:cNvSpPr/>
            <p:nvPr/>
          </p:nvSpPr>
          <p:spPr>
            <a:xfrm>
              <a:off x="4270395" y="4203680"/>
              <a:ext cx="734445" cy="255665"/>
            </a:xfrm>
            <a:custGeom>
              <a:avLst/>
              <a:gdLst/>
              <a:ahLst/>
              <a:cxnLst/>
              <a:rect l="0" t="0" r="0" b="0"/>
              <a:pathLst>
                <a:path w="550834" h="191749">
                  <a:moveTo>
                    <a:pt x="27431" y="191749"/>
                  </a:moveTo>
                  <a:lnTo>
                    <a:pt x="523402" y="191749"/>
                  </a:lnTo>
                  <a:lnTo>
                    <a:pt x="522297" y="191727"/>
                  </a:lnTo>
                  <a:lnTo>
                    <a:pt x="526709" y="191549"/>
                  </a:lnTo>
                  <a:lnTo>
                    <a:pt x="531034" y="190666"/>
                  </a:lnTo>
                  <a:lnTo>
                    <a:pt x="535162" y="189101"/>
                  </a:lnTo>
                  <a:lnTo>
                    <a:pt x="538985" y="186893"/>
                  </a:lnTo>
                  <a:lnTo>
                    <a:pt x="542405" y="184101"/>
                  </a:lnTo>
                  <a:lnTo>
                    <a:pt x="545332" y="180797"/>
                  </a:lnTo>
                  <a:lnTo>
                    <a:pt x="547692" y="177065"/>
                  </a:lnTo>
                  <a:lnTo>
                    <a:pt x="549422" y="173004"/>
                  </a:lnTo>
                  <a:lnTo>
                    <a:pt x="550479" y="168718"/>
                  </a:lnTo>
                  <a:lnTo>
                    <a:pt x="550834" y="164317"/>
                  </a:lnTo>
                  <a:lnTo>
                    <a:pt x="550834" y="27432"/>
                  </a:lnTo>
                  <a:lnTo>
                    <a:pt x="550479" y="23031"/>
                  </a:lnTo>
                  <a:lnTo>
                    <a:pt x="549422" y="18745"/>
                  </a:lnTo>
                  <a:lnTo>
                    <a:pt x="547692" y="14683"/>
                  </a:lnTo>
                  <a:lnTo>
                    <a:pt x="545332" y="10952"/>
                  </a:lnTo>
                  <a:lnTo>
                    <a:pt x="542405" y="7647"/>
                  </a:lnTo>
                  <a:lnTo>
                    <a:pt x="538985" y="4855"/>
                  </a:lnTo>
                  <a:lnTo>
                    <a:pt x="535162" y="2648"/>
                  </a:lnTo>
                  <a:lnTo>
                    <a:pt x="531034" y="1083"/>
                  </a:lnTo>
                  <a:lnTo>
                    <a:pt x="526709" y="200"/>
                  </a:lnTo>
                  <a:lnTo>
                    <a:pt x="523402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5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71" name="tx3971"/>
            <p:cNvSpPr/>
            <p:nvPr/>
          </p:nvSpPr>
          <p:spPr>
            <a:xfrm>
              <a:off x="4331355" y="4264640"/>
              <a:ext cx="612525" cy="13374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325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W2</a:t>
              </a:r>
              <a:r>
                <a:rPr lang="en-US" sz="1325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-</a:t>
              </a:r>
              <a:r>
                <a:rPr sz="1325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LA</a:t>
              </a:r>
            </a:p>
          </p:txBody>
        </p:sp>
        <p:sp>
          <p:nvSpPr>
            <p:cNvPr id="3972" name="pg3972"/>
            <p:cNvSpPr/>
            <p:nvPr/>
          </p:nvSpPr>
          <p:spPr>
            <a:xfrm>
              <a:off x="6199292" y="2462900"/>
              <a:ext cx="775655" cy="255665"/>
            </a:xfrm>
            <a:custGeom>
              <a:avLst/>
              <a:gdLst/>
              <a:ahLst/>
              <a:cxnLst/>
              <a:rect l="0" t="0" r="0" b="0"/>
              <a:pathLst>
                <a:path w="581741" h="191749">
                  <a:moveTo>
                    <a:pt x="27432" y="191749"/>
                  </a:moveTo>
                  <a:lnTo>
                    <a:pt x="554309" y="191749"/>
                  </a:lnTo>
                  <a:lnTo>
                    <a:pt x="553204" y="191727"/>
                  </a:lnTo>
                  <a:lnTo>
                    <a:pt x="557615" y="191549"/>
                  </a:lnTo>
                  <a:lnTo>
                    <a:pt x="561941" y="190666"/>
                  </a:lnTo>
                  <a:lnTo>
                    <a:pt x="566069" y="189101"/>
                  </a:lnTo>
                  <a:lnTo>
                    <a:pt x="569892" y="186893"/>
                  </a:lnTo>
                  <a:lnTo>
                    <a:pt x="573312" y="184101"/>
                  </a:lnTo>
                  <a:lnTo>
                    <a:pt x="576239" y="180797"/>
                  </a:lnTo>
                  <a:lnTo>
                    <a:pt x="578599" y="177065"/>
                  </a:lnTo>
                  <a:lnTo>
                    <a:pt x="580329" y="173004"/>
                  </a:lnTo>
                  <a:lnTo>
                    <a:pt x="581386" y="168718"/>
                  </a:lnTo>
                  <a:lnTo>
                    <a:pt x="581741" y="164317"/>
                  </a:lnTo>
                  <a:lnTo>
                    <a:pt x="581741" y="27431"/>
                  </a:lnTo>
                  <a:lnTo>
                    <a:pt x="581386" y="23031"/>
                  </a:lnTo>
                  <a:lnTo>
                    <a:pt x="580329" y="18745"/>
                  </a:lnTo>
                  <a:lnTo>
                    <a:pt x="578599" y="14683"/>
                  </a:lnTo>
                  <a:lnTo>
                    <a:pt x="576239" y="10952"/>
                  </a:lnTo>
                  <a:lnTo>
                    <a:pt x="573312" y="7647"/>
                  </a:lnTo>
                  <a:lnTo>
                    <a:pt x="569892" y="4855"/>
                  </a:lnTo>
                  <a:lnTo>
                    <a:pt x="566069" y="2648"/>
                  </a:lnTo>
                  <a:lnTo>
                    <a:pt x="561941" y="1083"/>
                  </a:lnTo>
                  <a:lnTo>
                    <a:pt x="557615" y="200"/>
                  </a:lnTo>
                  <a:lnTo>
                    <a:pt x="554309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5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73" name="tx3973"/>
            <p:cNvSpPr/>
            <p:nvPr/>
          </p:nvSpPr>
          <p:spPr>
            <a:xfrm>
              <a:off x="6260252" y="2523860"/>
              <a:ext cx="653735" cy="13374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325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W5</a:t>
              </a:r>
              <a:r>
                <a:rPr lang="en-US" sz="1325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-</a:t>
              </a:r>
              <a:r>
                <a:rPr sz="1325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NH</a:t>
              </a:r>
            </a:p>
          </p:txBody>
        </p:sp>
        <p:sp>
          <p:nvSpPr>
            <p:cNvPr id="3974" name="rc3974"/>
            <p:cNvSpPr/>
            <p:nvPr/>
          </p:nvSpPr>
          <p:spPr>
            <a:xfrm>
              <a:off x="6302311" y="3041906"/>
              <a:ext cx="579626" cy="548097"/>
            </a:xfrm>
            <a:prstGeom prst="rect">
              <a:avLst/>
            </a:prstGeom>
            <a:noFill/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75" name="pl3975"/>
            <p:cNvSpPr/>
            <p:nvPr/>
          </p:nvSpPr>
          <p:spPr>
            <a:xfrm>
              <a:off x="5216325" y="2047556"/>
              <a:ext cx="1085985" cy="994344"/>
            </a:xfrm>
            <a:custGeom>
              <a:avLst/>
              <a:gdLst/>
              <a:ahLst/>
              <a:cxnLst/>
              <a:rect l="0" t="0" r="0" b="0"/>
              <a:pathLst>
                <a:path w="814489" h="745758">
                  <a:moveTo>
                    <a:pt x="0" y="0"/>
                  </a:moveTo>
                  <a:lnTo>
                    <a:pt x="814489" y="745758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76" name="pl3976"/>
            <p:cNvSpPr/>
            <p:nvPr/>
          </p:nvSpPr>
          <p:spPr>
            <a:xfrm>
              <a:off x="5216325" y="3590003"/>
              <a:ext cx="1085985" cy="58668"/>
            </a:xfrm>
            <a:custGeom>
              <a:avLst/>
              <a:gdLst/>
              <a:ahLst/>
              <a:cxnLst/>
              <a:rect l="0" t="0" r="0" b="0"/>
              <a:pathLst>
                <a:path w="814489" h="44001">
                  <a:moveTo>
                    <a:pt x="0" y="44001"/>
                  </a:moveTo>
                  <a:lnTo>
                    <a:pt x="814489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77" name="rc3977"/>
            <p:cNvSpPr/>
            <p:nvPr/>
          </p:nvSpPr>
          <p:spPr>
            <a:xfrm>
              <a:off x="3342731" y="1848080"/>
              <a:ext cx="4668749" cy="3619484"/>
            </a:xfrm>
            <a:prstGeom prst="rect">
              <a:avLst/>
            </a:prstGeom>
            <a:noFill/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78" name="tx3978"/>
            <p:cNvSpPr/>
            <p:nvPr/>
          </p:nvSpPr>
          <p:spPr>
            <a:xfrm>
              <a:off x="2926258" y="5076911"/>
              <a:ext cx="165812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25</a:t>
              </a:r>
            </a:p>
          </p:txBody>
        </p:sp>
        <p:sp>
          <p:nvSpPr>
            <p:cNvPr id="3979" name="tx3979"/>
            <p:cNvSpPr/>
            <p:nvPr/>
          </p:nvSpPr>
          <p:spPr>
            <a:xfrm>
              <a:off x="3092067" y="5052284"/>
              <a:ext cx="59619" cy="13130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0" name="tx3980"/>
            <p:cNvSpPr/>
            <p:nvPr/>
          </p:nvSpPr>
          <p:spPr>
            <a:xfrm>
              <a:off x="3151688" y="5076911"/>
              <a:ext cx="107534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3981" name="tx3981"/>
            <p:cNvSpPr/>
            <p:nvPr/>
          </p:nvSpPr>
          <p:spPr>
            <a:xfrm>
              <a:off x="2926258" y="4377735"/>
              <a:ext cx="165812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3982" name="tx3982"/>
            <p:cNvSpPr/>
            <p:nvPr/>
          </p:nvSpPr>
          <p:spPr>
            <a:xfrm>
              <a:off x="3092067" y="4353108"/>
              <a:ext cx="59619" cy="13130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3" name="tx3983"/>
            <p:cNvSpPr/>
            <p:nvPr/>
          </p:nvSpPr>
          <p:spPr>
            <a:xfrm>
              <a:off x="3151688" y="4377735"/>
              <a:ext cx="107534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3984" name="tx3984"/>
            <p:cNvSpPr/>
            <p:nvPr/>
          </p:nvSpPr>
          <p:spPr>
            <a:xfrm>
              <a:off x="2926258" y="3678560"/>
              <a:ext cx="165812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35</a:t>
              </a:r>
            </a:p>
          </p:txBody>
        </p:sp>
        <p:sp>
          <p:nvSpPr>
            <p:cNvPr id="3985" name="tx3985"/>
            <p:cNvSpPr/>
            <p:nvPr/>
          </p:nvSpPr>
          <p:spPr>
            <a:xfrm>
              <a:off x="3092067" y="3653931"/>
              <a:ext cx="59619" cy="13130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6" name="tx3986"/>
            <p:cNvSpPr/>
            <p:nvPr/>
          </p:nvSpPr>
          <p:spPr>
            <a:xfrm>
              <a:off x="3151688" y="3678560"/>
              <a:ext cx="107534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3987" name="tx3987"/>
            <p:cNvSpPr/>
            <p:nvPr/>
          </p:nvSpPr>
          <p:spPr>
            <a:xfrm>
              <a:off x="2926258" y="2979383"/>
              <a:ext cx="165812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40</a:t>
              </a:r>
            </a:p>
          </p:txBody>
        </p:sp>
        <p:sp>
          <p:nvSpPr>
            <p:cNvPr id="3988" name="tx3988"/>
            <p:cNvSpPr/>
            <p:nvPr/>
          </p:nvSpPr>
          <p:spPr>
            <a:xfrm>
              <a:off x="3092067" y="2954756"/>
              <a:ext cx="59619" cy="13130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9" name="tx3989"/>
            <p:cNvSpPr/>
            <p:nvPr/>
          </p:nvSpPr>
          <p:spPr>
            <a:xfrm>
              <a:off x="3151688" y="2979383"/>
              <a:ext cx="107534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3990" name="tx3990"/>
            <p:cNvSpPr/>
            <p:nvPr/>
          </p:nvSpPr>
          <p:spPr>
            <a:xfrm>
              <a:off x="2926258" y="2279964"/>
              <a:ext cx="165812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45</a:t>
              </a:r>
            </a:p>
          </p:txBody>
        </p:sp>
        <p:sp>
          <p:nvSpPr>
            <p:cNvPr id="3991" name="tx3991"/>
            <p:cNvSpPr/>
            <p:nvPr/>
          </p:nvSpPr>
          <p:spPr>
            <a:xfrm>
              <a:off x="3092067" y="2255337"/>
              <a:ext cx="59619" cy="13130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92" name="tx3992"/>
            <p:cNvSpPr/>
            <p:nvPr/>
          </p:nvSpPr>
          <p:spPr>
            <a:xfrm>
              <a:off x="3151688" y="2279964"/>
              <a:ext cx="107534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3993" name="pl3993"/>
            <p:cNvSpPr/>
            <p:nvPr/>
          </p:nvSpPr>
          <p:spPr>
            <a:xfrm>
              <a:off x="3296333" y="5130921"/>
              <a:ext cx="46392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94" name="pl3994"/>
            <p:cNvSpPr/>
            <p:nvPr/>
          </p:nvSpPr>
          <p:spPr>
            <a:xfrm>
              <a:off x="3296333" y="4431746"/>
              <a:ext cx="46392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95" name="pl3995"/>
            <p:cNvSpPr/>
            <p:nvPr/>
          </p:nvSpPr>
          <p:spPr>
            <a:xfrm>
              <a:off x="3296333" y="3732569"/>
              <a:ext cx="46392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96" name="pl3996"/>
            <p:cNvSpPr/>
            <p:nvPr/>
          </p:nvSpPr>
          <p:spPr>
            <a:xfrm>
              <a:off x="3296333" y="3033393"/>
              <a:ext cx="46392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97" name="pl3997"/>
            <p:cNvSpPr/>
            <p:nvPr/>
          </p:nvSpPr>
          <p:spPr>
            <a:xfrm>
              <a:off x="3296333" y="2334218"/>
              <a:ext cx="46392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98" name="tx3998"/>
            <p:cNvSpPr/>
            <p:nvPr/>
          </p:nvSpPr>
          <p:spPr>
            <a:xfrm rot="16200000">
              <a:off x="2442354" y="3591131"/>
              <a:ext cx="663123" cy="1333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Latitude</a:t>
              </a:r>
            </a:p>
          </p:txBody>
        </p:sp>
        <p:sp>
          <p:nvSpPr>
            <p:cNvPr id="3999" name="pl3999"/>
            <p:cNvSpPr/>
            <p:nvPr/>
          </p:nvSpPr>
          <p:spPr>
            <a:xfrm>
              <a:off x="3782528" y="5467560"/>
              <a:ext cx="0" cy="46392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00" name="pl4000"/>
            <p:cNvSpPr/>
            <p:nvPr/>
          </p:nvSpPr>
          <p:spPr>
            <a:xfrm>
              <a:off x="4351493" y="5467560"/>
              <a:ext cx="0" cy="46392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01" name="pl4001"/>
            <p:cNvSpPr/>
            <p:nvPr/>
          </p:nvSpPr>
          <p:spPr>
            <a:xfrm>
              <a:off x="4920458" y="5467560"/>
              <a:ext cx="0" cy="46392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02" name="pl4002"/>
            <p:cNvSpPr/>
            <p:nvPr/>
          </p:nvSpPr>
          <p:spPr>
            <a:xfrm>
              <a:off x="5489423" y="5467560"/>
              <a:ext cx="0" cy="46392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03" name="pl4003"/>
            <p:cNvSpPr/>
            <p:nvPr/>
          </p:nvSpPr>
          <p:spPr>
            <a:xfrm>
              <a:off x="6058388" y="5467560"/>
              <a:ext cx="0" cy="46392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04" name="pl4004"/>
            <p:cNvSpPr/>
            <p:nvPr/>
          </p:nvSpPr>
          <p:spPr>
            <a:xfrm>
              <a:off x="6627353" y="5467560"/>
              <a:ext cx="0" cy="46392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05" name="pl4005"/>
            <p:cNvSpPr/>
            <p:nvPr/>
          </p:nvSpPr>
          <p:spPr>
            <a:xfrm>
              <a:off x="7196316" y="5467560"/>
              <a:ext cx="0" cy="46392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06" name="pl4006"/>
            <p:cNvSpPr/>
            <p:nvPr/>
          </p:nvSpPr>
          <p:spPr>
            <a:xfrm>
              <a:off x="7765281" y="5467560"/>
              <a:ext cx="0" cy="46392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07" name="tx4007"/>
            <p:cNvSpPr/>
            <p:nvPr/>
          </p:nvSpPr>
          <p:spPr>
            <a:xfrm>
              <a:off x="3558077" y="5551556"/>
              <a:ext cx="248717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100</a:t>
              </a:r>
            </a:p>
          </p:txBody>
        </p:sp>
        <p:sp>
          <p:nvSpPr>
            <p:cNvPr id="4008" name="tx4008"/>
            <p:cNvSpPr/>
            <p:nvPr/>
          </p:nvSpPr>
          <p:spPr>
            <a:xfrm>
              <a:off x="3806792" y="5526927"/>
              <a:ext cx="59619" cy="13130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09" name="tx4009"/>
            <p:cNvSpPr/>
            <p:nvPr/>
          </p:nvSpPr>
          <p:spPr>
            <a:xfrm>
              <a:off x="3866411" y="5551556"/>
              <a:ext cx="140573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W</a:t>
              </a:r>
            </a:p>
          </p:txBody>
        </p:sp>
        <p:sp>
          <p:nvSpPr>
            <p:cNvPr id="4010" name="tx4010"/>
            <p:cNvSpPr/>
            <p:nvPr/>
          </p:nvSpPr>
          <p:spPr>
            <a:xfrm>
              <a:off x="4147764" y="5551556"/>
              <a:ext cx="207264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 95</a:t>
              </a:r>
            </a:p>
          </p:txBody>
        </p:sp>
        <p:sp>
          <p:nvSpPr>
            <p:cNvPr id="4011" name="tx4011"/>
            <p:cNvSpPr/>
            <p:nvPr/>
          </p:nvSpPr>
          <p:spPr>
            <a:xfrm>
              <a:off x="4355028" y="5526927"/>
              <a:ext cx="59619" cy="13130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2" name="tx4012"/>
            <p:cNvSpPr/>
            <p:nvPr/>
          </p:nvSpPr>
          <p:spPr>
            <a:xfrm>
              <a:off x="4414649" y="5551556"/>
              <a:ext cx="140573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W</a:t>
              </a:r>
            </a:p>
          </p:txBody>
        </p:sp>
        <p:sp>
          <p:nvSpPr>
            <p:cNvPr id="4013" name="tx4013"/>
            <p:cNvSpPr/>
            <p:nvPr/>
          </p:nvSpPr>
          <p:spPr>
            <a:xfrm>
              <a:off x="4716729" y="5551556"/>
              <a:ext cx="207264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 90</a:t>
              </a:r>
            </a:p>
          </p:txBody>
        </p:sp>
        <p:sp>
          <p:nvSpPr>
            <p:cNvPr id="4014" name="tx4014"/>
            <p:cNvSpPr/>
            <p:nvPr/>
          </p:nvSpPr>
          <p:spPr>
            <a:xfrm>
              <a:off x="4923993" y="5526927"/>
              <a:ext cx="59619" cy="13130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5" name="tx4015"/>
            <p:cNvSpPr/>
            <p:nvPr/>
          </p:nvSpPr>
          <p:spPr>
            <a:xfrm>
              <a:off x="4983614" y="5551556"/>
              <a:ext cx="140573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W</a:t>
              </a:r>
            </a:p>
          </p:txBody>
        </p:sp>
        <p:sp>
          <p:nvSpPr>
            <p:cNvPr id="4016" name="tx4016"/>
            <p:cNvSpPr/>
            <p:nvPr/>
          </p:nvSpPr>
          <p:spPr>
            <a:xfrm>
              <a:off x="5285696" y="5551556"/>
              <a:ext cx="207264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 85</a:t>
              </a:r>
            </a:p>
          </p:txBody>
        </p:sp>
        <p:sp>
          <p:nvSpPr>
            <p:cNvPr id="4017" name="tx4017"/>
            <p:cNvSpPr/>
            <p:nvPr/>
          </p:nvSpPr>
          <p:spPr>
            <a:xfrm>
              <a:off x="5492960" y="5526927"/>
              <a:ext cx="59619" cy="13130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8" name="tx4018"/>
            <p:cNvSpPr/>
            <p:nvPr/>
          </p:nvSpPr>
          <p:spPr>
            <a:xfrm>
              <a:off x="5552579" y="5551556"/>
              <a:ext cx="140573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W</a:t>
              </a:r>
            </a:p>
          </p:txBody>
        </p:sp>
        <p:sp>
          <p:nvSpPr>
            <p:cNvPr id="4019" name="tx4019"/>
            <p:cNvSpPr/>
            <p:nvPr/>
          </p:nvSpPr>
          <p:spPr>
            <a:xfrm>
              <a:off x="5854659" y="5551556"/>
              <a:ext cx="207264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 80</a:t>
              </a:r>
            </a:p>
          </p:txBody>
        </p:sp>
        <p:sp>
          <p:nvSpPr>
            <p:cNvPr id="4020" name="tx4020"/>
            <p:cNvSpPr/>
            <p:nvPr/>
          </p:nvSpPr>
          <p:spPr>
            <a:xfrm>
              <a:off x="6061923" y="5526927"/>
              <a:ext cx="59619" cy="13130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1" name="tx4021"/>
            <p:cNvSpPr/>
            <p:nvPr/>
          </p:nvSpPr>
          <p:spPr>
            <a:xfrm>
              <a:off x="6121544" y="5551556"/>
              <a:ext cx="140573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W</a:t>
              </a:r>
            </a:p>
          </p:txBody>
        </p:sp>
        <p:sp>
          <p:nvSpPr>
            <p:cNvPr id="4022" name="tx4022"/>
            <p:cNvSpPr/>
            <p:nvPr/>
          </p:nvSpPr>
          <p:spPr>
            <a:xfrm>
              <a:off x="6423624" y="5551067"/>
              <a:ext cx="207264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 75</a:t>
              </a:r>
            </a:p>
          </p:txBody>
        </p:sp>
        <p:sp>
          <p:nvSpPr>
            <p:cNvPr id="4023" name="tx4023"/>
            <p:cNvSpPr/>
            <p:nvPr/>
          </p:nvSpPr>
          <p:spPr>
            <a:xfrm>
              <a:off x="6630888" y="5526441"/>
              <a:ext cx="59619" cy="13130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4" name="tx4024"/>
            <p:cNvSpPr/>
            <p:nvPr/>
          </p:nvSpPr>
          <p:spPr>
            <a:xfrm>
              <a:off x="6690509" y="5551067"/>
              <a:ext cx="140573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W</a:t>
              </a:r>
            </a:p>
          </p:txBody>
        </p:sp>
        <p:sp>
          <p:nvSpPr>
            <p:cNvPr id="4025" name="tx4025"/>
            <p:cNvSpPr/>
            <p:nvPr/>
          </p:nvSpPr>
          <p:spPr>
            <a:xfrm>
              <a:off x="6992588" y="5551556"/>
              <a:ext cx="207264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 70</a:t>
              </a:r>
            </a:p>
          </p:txBody>
        </p:sp>
        <p:sp>
          <p:nvSpPr>
            <p:cNvPr id="4026" name="tx4026"/>
            <p:cNvSpPr/>
            <p:nvPr/>
          </p:nvSpPr>
          <p:spPr>
            <a:xfrm>
              <a:off x="7199853" y="5526927"/>
              <a:ext cx="59619" cy="13130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7" name="tx4027"/>
            <p:cNvSpPr/>
            <p:nvPr/>
          </p:nvSpPr>
          <p:spPr>
            <a:xfrm>
              <a:off x="7259473" y="5551556"/>
              <a:ext cx="140573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W</a:t>
              </a:r>
            </a:p>
          </p:txBody>
        </p:sp>
        <p:sp>
          <p:nvSpPr>
            <p:cNvPr id="4028" name="tx4028"/>
            <p:cNvSpPr/>
            <p:nvPr/>
          </p:nvSpPr>
          <p:spPr>
            <a:xfrm>
              <a:off x="7561553" y="5551556"/>
              <a:ext cx="207264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 65</a:t>
              </a:r>
            </a:p>
          </p:txBody>
        </p:sp>
        <p:sp>
          <p:nvSpPr>
            <p:cNvPr id="4029" name="tx4029"/>
            <p:cNvSpPr/>
            <p:nvPr/>
          </p:nvSpPr>
          <p:spPr>
            <a:xfrm>
              <a:off x="7768818" y="5526927"/>
              <a:ext cx="59619" cy="13130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30" name="tx4030"/>
            <p:cNvSpPr/>
            <p:nvPr/>
          </p:nvSpPr>
          <p:spPr>
            <a:xfrm>
              <a:off x="7828438" y="5551556"/>
              <a:ext cx="140573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W</a:t>
              </a:r>
            </a:p>
          </p:txBody>
        </p:sp>
        <p:sp>
          <p:nvSpPr>
            <p:cNvPr id="4031" name="tx4031"/>
            <p:cNvSpPr/>
            <p:nvPr/>
          </p:nvSpPr>
          <p:spPr>
            <a:xfrm>
              <a:off x="5267817" y="5737793"/>
              <a:ext cx="818571" cy="1333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Longitude</a:t>
              </a:r>
            </a:p>
          </p:txBody>
        </p:sp>
        <p:sp>
          <p:nvSpPr>
            <p:cNvPr id="4032" name="rc4032"/>
            <p:cNvSpPr/>
            <p:nvPr/>
          </p:nvSpPr>
          <p:spPr>
            <a:xfrm>
              <a:off x="8197051" y="2600218"/>
              <a:ext cx="982928" cy="211520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3085"/>
            </a:p>
          </p:txBody>
        </p:sp>
        <p:sp>
          <p:nvSpPr>
            <p:cNvPr id="4033" name="tx4033"/>
            <p:cNvSpPr/>
            <p:nvPr/>
          </p:nvSpPr>
          <p:spPr>
            <a:xfrm>
              <a:off x="8289836" y="2712635"/>
              <a:ext cx="797357" cy="1333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Genomic </a:t>
              </a:r>
            </a:p>
          </p:txBody>
        </p:sp>
        <p:sp>
          <p:nvSpPr>
            <p:cNvPr id="4034" name="tx4034"/>
            <p:cNvSpPr/>
            <p:nvPr/>
          </p:nvSpPr>
          <p:spPr>
            <a:xfrm>
              <a:off x="8289833" y="2913803"/>
              <a:ext cx="493776" cy="1333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Offset</a:t>
              </a:r>
            </a:p>
          </p:txBody>
        </p:sp>
        <p:pic>
          <p:nvPicPr>
            <p:cNvPr id="4035" name="pic403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8289836" y="3159593"/>
              <a:ext cx="292607" cy="1463040"/>
            </a:xfrm>
            <a:prstGeom prst="rect">
              <a:avLst/>
            </a:prstGeom>
          </p:spPr>
        </p:pic>
        <p:sp>
          <p:nvSpPr>
            <p:cNvPr id="4036" name="pl4036"/>
            <p:cNvSpPr/>
            <p:nvPr/>
          </p:nvSpPr>
          <p:spPr>
            <a:xfrm>
              <a:off x="8523923" y="4620197"/>
              <a:ext cx="5852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37" name="pl4037"/>
            <p:cNvSpPr/>
            <p:nvPr/>
          </p:nvSpPr>
          <p:spPr>
            <a:xfrm>
              <a:off x="8523923" y="4377168"/>
              <a:ext cx="5852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38" name="pl4038"/>
            <p:cNvSpPr/>
            <p:nvPr/>
          </p:nvSpPr>
          <p:spPr>
            <a:xfrm>
              <a:off x="8523923" y="4134141"/>
              <a:ext cx="5852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39" name="pl4039"/>
            <p:cNvSpPr/>
            <p:nvPr/>
          </p:nvSpPr>
          <p:spPr>
            <a:xfrm>
              <a:off x="8523923" y="3891113"/>
              <a:ext cx="5852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40" name="pl4040"/>
            <p:cNvSpPr/>
            <p:nvPr/>
          </p:nvSpPr>
          <p:spPr>
            <a:xfrm>
              <a:off x="8523923" y="3648087"/>
              <a:ext cx="5852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41" name="pl4041"/>
            <p:cNvSpPr/>
            <p:nvPr/>
          </p:nvSpPr>
          <p:spPr>
            <a:xfrm>
              <a:off x="8523923" y="3405060"/>
              <a:ext cx="5852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42" name="pl4042"/>
            <p:cNvSpPr/>
            <p:nvPr/>
          </p:nvSpPr>
          <p:spPr>
            <a:xfrm>
              <a:off x="8523923" y="3162032"/>
              <a:ext cx="5852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43" name="pl4043"/>
            <p:cNvSpPr/>
            <p:nvPr/>
          </p:nvSpPr>
          <p:spPr>
            <a:xfrm>
              <a:off x="8289837" y="4620197"/>
              <a:ext cx="5852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44" name="pl4044"/>
            <p:cNvSpPr/>
            <p:nvPr/>
          </p:nvSpPr>
          <p:spPr>
            <a:xfrm>
              <a:off x="8289837" y="4377168"/>
              <a:ext cx="5852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45" name="pl4045"/>
            <p:cNvSpPr/>
            <p:nvPr/>
          </p:nvSpPr>
          <p:spPr>
            <a:xfrm>
              <a:off x="8289837" y="4134141"/>
              <a:ext cx="5852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46" name="pl4046"/>
            <p:cNvSpPr/>
            <p:nvPr/>
          </p:nvSpPr>
          <p:spPr>
            <a:xfrm>
              <a:off x="8289837" y="3891113"/>
              <a:ext cx="5852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47" name="pl4047"/>
            <p:cNvSpPr/>
            <p:nvPr/>
          </p:nvSpPr>
          <p:spPr>
            <a:xfrm>
              <a:off x="8289837" y="3648087"/>
              <a:ext cx="5852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48" name="pl4048"/>
            <p:cNvSpPr/>
            <p:nvPr/>
          </p:nvSpPr>
          <p:spPr>
            <a:xfrm>
              <a:off x="8289837" y="3405060"/>
              <a:ext cx="5852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49" name="pl4049"/>
            <p:cNvSpPr/>
            <p:nvPr/>
          </p:nvSpPr>
          <p:spPr>
            <a:xfrm>
              <a:off x="8289837" y="3162032"/>
              <a:ext cx="5852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50" name="tx4050"/>
            <p:cNvSpPr/>
            <p:nvPr/>
          </p:nvSpPr>
          <p:spPr>
            <a:xfrm>
              <a:off x="8675229" y="4566857"/>
              <a:ext cx="290169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4051" name="tx4051"/>
            <p:cNvSpPr/>
            <p:nvPr/>
          </p:nvSpPr>
          <p:spPr>
            <a:xfrm>
              <a:off x="8675229" y="4323828"/>
              <a:ext cx="290169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0.01</a:t>
              </a:r>
            </a:p>
          </p:txBody>
        </p:sp>
        <p:sp>
          <p:nvSpPr>
            <p:cNvPr id="4052" name="tx4052"/>
            <p:cNvSpPr/>
            <p:nvPr/>
          </p:nvSpPr>
          <p:spPr>
            <a:xfrm>
              <a:off x="8675229" y="4080801"/>
              <a:ext cx="290169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0.02</a:t>
              </a:r>
            </a:p>
          </p:txBody>
        </p:sp>
        <p:sp>
          <p:nvSpPr>
            <p:cNvPr id="4053" name="tx4053"/>
            <p:cNvSpPr/>
            <p:nvPr/>
          </p:nvSpPr>
          <p:spPr>
            <a:xfrm>
              <a:off x="8675229" y="3837773"/>
              <a:ext cx="290169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0.03</a:t>
              </a:r>
            </a:p>
          </p:txBody>
        </p:sp>
        <p:sp>
          <p:nvSpPr>
            <p:cNvPr id="4054" name="tx4054"/>
            <p:cNvSpPr/>
            <p:nvPr/>
          </p:nvSpPr>
          <p:spPr>
            <a:xfrm>
              <a:off x="8675229" y="3594747"/>
              <a:ext cx="290169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0.04</a:t>
              </a:r>
            </a:p>
          </p:txBody>
        </p:sp>
        <p:sp>
          <p:nvSpPr>
            <p:cNvPr id="4055" name="tx4055"/>
            <p:cNvSpPr/>
            <p:nvPr/>
          </p:nvSpPr>
          <p:spPr>
            <a:xfrm>
              <a:off x="8675229" y="3351720"/>
              <a:ext cx="290169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0.05</a:t>
              </a:r>
            </a:p>
          </p:txBody>
        </p:sp>
        <p:sp>
          <p:nvSpPr>
            <p:cNvPr id="4056" name="tx4056"/>
            <p:cNvSpPr/>
            <p:nvPr/>
          </p:nvSpPr>
          <p:spPr>
            <a:xfrm>
              <a:off x="8675229" y="3108692"/>
              <a:ext cx="290169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0.06</a:t>
              </a:r>
            </a:p>
          </p:txBody>
        </p:sp>
        <p:sp>
          <p:nvSpPr>
            <p:cNvPr id="4057" name="tx4057"/>
            <p:cNvSpPr/>
            <p:nvPr/>
          </p:nvSpPr>
          <p:spPr>
            <a:xfrm>
              <a:off x="3342731" y="1408553"/>
              <a:ext cx="1863303" cy="21823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2520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(A) Predicted </a:t>
              </a:r>
            </a:p>
          </p:txBody>
        </p:sp>
        <p:sp>
          <p:nvSpPr>
            <p:cNvPr id="4067" name="tx4067"/>
            <p:cNvSpPr/>
            <p:nvPr/>
          </p:nvSpPr>
          <p:spPr>
            <a:xfrm>
              <a:off x="6546190" y="1410688"/>
              <a:ext cx="1711148" cy="21823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2520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to Lewisetta</a:t>
              </a:r>
            </a:p>
          </p:txBody>
        </p:sp>
        <p:sp>
          <p:nvSpPr>
            <p:cNvPr id="4068" name="rc4068"/>
            <p:cNvSpPr/>
            <p:nvPr/>
          </p:nvSpPr>
          <p:spPr>
            <a:xfrm>
              <a:off x="3558992" y="2029051"/>
              <a:ext cx="1668413" cy="1628768"/>
            </a:xfrm>
            <a:prstGeom prst="rect">
              <a:avLst/>
            </a:prstGeom>
            <a:noFill/>
          </p:spPr>
          <p:txBody>
            <a:bodyPr/>
            <a:lstStyle/>
            <a:p>
              <a:endParaRPr sz="3085"/>
            </a:p>
          </p:txBody>
        </p:sp>
        <p:sp>
          <p:nvSpPr>
            <p:cNvPr id="4069" name="rc4069"/>
            <p:cNvSpPr/>
            <p:nvPr/>
          </p:nvSpPr>
          <p:spPr>
            <a:xfrm>
              <a:off x="3558992" y="2029051"/>
              <a:ext cx="1668413" cy="1628768"/>
            </a:xfrm>
            <a:prstGeom prst="rect">
              <a:avLst/>
            </a:prstGeom>
            <a:solidFill>
              <a:srgbClr val="F0F8FF">
                <a:alpha val="100000"/>
              </a:srgbClr>
            </a:solidFill>
            <a:ln w="3175">
              <a:solidFill>
                <a:schemeClr val="tx1"/>
              </a:solidFill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70" name="pl4070"/>
            <p:cNvSpPr/>
            <p:nvPr/>
          </p:nvSpPr>
          <p:spPr>
            <a:xfrm>
              <a:off x="3592088" y="2029051"/>
              <a:ext cx="0" cy="1628768"/>
            </a:xfrm>
            <a:custGeom>
              <a:avLst/>
              <a:gdLst/>
              <a:ahLst/>
              <a:cxnLst/>
              <a:rect l="0" t="0" r="0" b="0"/>
              <a:pathLst>
                <a:path h="1221576">
                  <a:moveTo>
                    <a:pt x="0" y="1221576"/>
                  </a:moveTo>
                  <a:lnTo>
                    <a:pt x="0" y="1214519"/>
                  </a:lnTo>
                  <a:lnTo>
                    <a:pt x="0" y="1197347"/>
                  </a:lnTo>
                  <a:lnTo>
                    <a:pt x="0" y="1180176"/>
                  </a:lnTo>
                  <a:lnTo>
                    <a:pt x="0" y="1163005"/>
                  </a:lnTo>
                  <a:lnTo>
                    <a:pt x="0" y="1145834"/>
                  </a:lnTo>
                  <a:lnTo>
                    <a:pt x="0" y="1128662"/>
                  </a:lnTo>
                  <a:lnTo>
                    <a:pt x="0" y="1111491"/>
                  </a:lnTo>
                  <a:lnTo>
                    <a:pt x="0" y="1094320"/>
                  </a:lnTo>
                  <a:lnTo>
                    <a:pt x="0" y="1077149"/>
                  </a:lnTo>
                  <a:lnTo>
                    <a:pt x="0" y="1059977"/>
                  </a:lnTo>
                  <a:lnTo>
                    <a:pt x="0" y="1042806"/>
                  </a:lnTo>
                  <a:lnTo>
                    <a:pt x="0" y="1025635"/>
                  </a:lnTo>
                  <a:lnTo>
                    <a:pt x="0" y="1008464"/>
                  </a:lnTo>
                  <a:lnTo>
                    <a:pt x="0" y="991292"/>
                  </a:lnTo>
                  <a:lnTo>
                    <a:pt x="0" y="974121"/>
                  </a:lnTo>
                  <a:lnTo>
                    <a:pt x="0" y="956950"/>
                  </a:lnTo>
                  <a:lnTo>
                    <a:pt x="0" y="939779"/>
                  </a:lnTo>
                  <a:lnTo>
                    <a:pt x="0" y="922608"/>
                  </a:lnTo>
                  <a:lnTo>
                    <a:pt x="0" y="905436"/>
                  </a:lnTo>
                  <a:lnTo>
                    <a:pt x="0" y="888265"/>
                  </a:lnTo>
                  <a:lnTo>
                    <a:pt x="0" y="871094"/>
                  </a:lnTo>
                  <a:lnTo>
                    <a:pt x="0" y="853923"/>
                  </a:lnTo>
                  <a:lnTo>
                    <a:pt x="0" y="836751"/>
                  </a:lnTo>
                  <a:lnTo>
                    <a:pt x="0" y="819580"/>
                  </a:lnTo>
                  <a:lnTo>
                    <a:pt x="0" y="802409"/>
                  </a:lnTo>
                  <a:lnTo>
                    <a:pt x="0" y="785238"/>
                  </a:lnTo>
                  <a:lnTo>
                    <a:pt x="0" y="768066"/>
                  </a:lnTo>
                  <a:lnTo>
                    <a:pt x="0" y="750895"/>
                  </a:lnTo>
                  <a:lnTo>
                    <a:pt x="0" y="733724"/>
                  </a:lnTo>
                  <a:lnTo>
                    <a:pt x="0" y="716553"/>
                  </a:lnTo>
                  <a:lnTo>
                    <a:pt x="0" y="699382"/>
                  </a:lnTo>
                  <a:lnTo>
                    <a:pt x="0" y="682210"/>
                  </a:lnTo>
                  <a:lnTo>
                    <a:pt x="0" y="665039"/>
                  </a:lnTo>
                  <a:lnTo>
                    <a:pt x="0" y="647868"/>
                  </a:lnTo>
                  <a:lnTo>
                    <a:pt x="0" y="630697"/>
                  </a:lnTo>
                  <a:lnTo>
                    <a:pt x="0" y="613525"/>
                  </a:lnTo>
                  <a:lnTo>
                    <a:pt x="0" y="596354"/>
                  </a:lnTo>
                  <a:lnTo>
                    <a:pt x="0" y="579183"/>
                  </a:lnTo>
                  <a:lnTo>
                    <a:pt x="0" y="562012"/>
                  </a:lnTo>
                  <a:lnTo>
                    <a:pt x="0" y="544840"/>
                  </a:lnTo>
                  <a:lnTo>
                    <a:pt x="0" y="527669"/>
                  </a:lnTo>
                  <a:lnTo>
                    <a:pt x="0" y="510498"/>
                  </a:lnTo>
                  <a:lnTo>
                    <a:pt x="0" y="493327"/>
                  </a:lnTo>
                  <a:lnTo>
                    <a:pt x="0" y="476155"/>
                  </a:lnTo>
                  <a:lnTo>
                    <a:pt x="0" y="458984"/>
                  </a:lnTo>
                  <a:lnTo>
                    <a:pt x="0" y="441813"/>
                  </a:lnTo>
                  <a:lnTo>
                    <a:pt x="0" y="424642"/>
                  </a:lnTo>
                  <a:lnTo>
                    <a:pt x="0" y="407471"/>
                  </a:lnTo>
                  <a:lnTo>
                    <a:pt x="0" y="390299"/>
                  </a:lnTo>
                  <a:lnTo>
                    <a:pt x="0" y="373128"/>
                  </a:lnTo>
                  <a:lnTo>
                    <a:pt x="0" y="355957"/>
                  </a:lnTo>
                  <a:lnTo>
                    <a:pt x="0" y="338786"/>
                  </a:lnTo>
                  <a:lnTo>
                    <a:pt x="0" y="321614"/>
                  </a:lnTo>
                  <a:lnTo>
                    <a:pt x="0" y="304443"/>
                  </a:lnTo>
                  <a:lnTo>
                    <a:pt x="0" y="287272"/>
                  </a:lnTo>
                  <a:lnTo>
                    <a:pt x="0" y="270101"/>
                  </a:lnTo>
                  <a:lnTo>
                    <a:pt x="0" y="252929"/>
                  </a:lnTo>
                  <a:lnTo>
                    <a:pt x="0" y="235758"/>
                  </a:lnTo>
                  <a:lnTo>
                    <a:pt x="0" y="218587"/>
                  </a:lnTo>
                  <a:lnTo>
                    <a:pt x="0" y="201416"/>
                  </a:lnTo>
                  <a:lnTo>
                    <a:pt x="0" y="184245"/>
                  </a:lnTo>
                  <a:lnTo>
                    <a:pt x="0" y="167073"/>
                  </a:lnTo>
                  <a:lnTo>
                    <a:pt x="0" y="149902"/>
                  </a:lnTo>
                  <a:lnTo>
                    <a:pt x="0" y="132731"/>
                  </a:lnTo>
                  <a:lnTo>
                    <a:pt x="0" y="115560"/>
                  </a:lnTo>
                  <a:lnTo>
                    <a:pt x="0" y="98388"/>
                  </a:lnTo>
                  <a:lnTo>
                    <a:pt x="0" y="81217"/>
                  </a:lnTo>
                  <a:lnTo>
                    <a:pt x="0" y="64046"/>
                  </a:lnTo>
                  <a:lnTo>
                    <a:pt x="0" y="46875"/>
                  </a:lnTo>
                  <a:lnTo>
                    <a:pt x="0" y="29703"/>
                  </a:lnTo>
                  <a:lnTo>
                    <a:pt x="0" y="1253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9525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71" name="pl4071"/>
            <p:cNvSpPr/>
            <p:nvPr/>
          </p:nvSpPr>
          <p:spPr>
            <a:xfrm>
              <a:off x="3889857" y="2029051"/>
              <a:ext cx="0" cy="1628768"/>
            </a:xfrm>
            <a:custGeom>
              <a:avLst/>
              <a:gdLst/>
              <a:ahLst/>
              <a:cxnLst/>
              <a:rect l="0" t="0" r="0" b="0"/>
              <a:pathLst>
                <a:path h="1221576">
                  <a:moveTo>
                    <a:pt x="0" y="1221576"/>
                  </a:moveTo>
                  <a:lnTo>
                    <a:pt x="0" y="1214519"/>
                  </a:lnTo>
                  <a:lnTo>
                    <a:pt x="0" y="1197347"/>
                  </a:lnTo>
                  <a:lnTo>
                    <a:pt x="0" y="1180176"/>
                  </a:lnTo>
                  <a:lnTo>
                    <a:pt x="0" y="1163005"/>
                  </a:lnTo>
                  <a:lnTo>
                    <a:pt x="0" y="1145834"/>
                  </a:lnTo>
                  <a:lnTo>
                    <a:pt x="0" y="1128662"/>
                  </a:lnTo>
                  <a:lnTo>
                    <a:pt x="0" y="1111491"/>
                  </a:lnTo>
                  <a:lnTo>
                    <a:pt x="0" y="1094320"/>
                  </a:lnTo>
                  <a:lnTo>
                    <a:pt x="0" y="1077149"/>
                  </a:lnTo>
                  <a:lnTo>
                    <a:pt x="0" y="1059977"/>
                  </a:lnTo>
                  <a:lnTo>
                    <a:pt x="0" y="1042806"/>
                  </a:lnTo>
                  <a:lnTo>
                    <a:pt x="0" y="1025635"/>
                  </a:lnTo>
                  <a:lnTo>
                    <a:pt x="0" y="1008464"/>
                  </a:lnTo>
                  <a:lnTo>
                    <a:pt x="0" y="991292"/>
                  </a:lnTo>
                  <a:lnTo>
                    <a:pt x="0" y="974121"/>
                  </a:lnTo>
                  <a:lnTo>
                    <a:pt x="0" y="956950"/>
                  </a:lnTo>
                  <a:lnTo>
                    <a:pt x="0" y="939779"/>
                  </a:lnTo>
                  <a:lnTo>
                    <a:pt x="0" y="922608"/>
                  </a:lnTo>
                  <a:lnTo>
                    <a:pt x="0" y="905436"/>
                  </a:lnTo>
                  <a:lnTo>
                    <a:pt x="0" y="888265"/>
                  </a:lnTo>
                  <a:lnTo>
                    <a:pt x="0" y="871094"/>
                  </a:lnTo>
                  <a:lnTo>
                    <a:pt x="0" y="853923"/>
                  </a:lnTo>
                  <a:lnTo>
                    <a:pt x="0" y="836751"/>
                  </a:lnTo>
                  <a:lnTo>
                    <a:pt x="0" y="819580"/>
                  </a:lnTo>
                  <a:lnTo>
                    <a:pt x="0" y="802409"/>
                  </a:lnTo>
                  <a:lnTo>
                    <a:pt x="0" y="785238"/>
                  </a:lnTo>
                  <a:lnTo>
                    <a:pt x="0" y="768066"/>
                  </a:lnTo>
                  <a:lnTo>
                    <a:pt x="0" y="750895"/>
                  </a:lnTo>
                  <a:lnTo>
                    <a:pt x="0" y="733724"/>
                  </a:lnTo>
                  <a:lnTo>
                    <a:pt x="0" y="716553"/>
                  </a:lnTo>
                  <a:lnTo>
                    <a:pt x="0" y="699382"/>
                  </a:lnTo>
                  <a:lnTo>
                    <a:pt x="0" y="682210"/>
                  </a:lnTo>
                  <a:lnTo>
                    <a:pt x="0" y="665039"/>
                  </a:lnTo>
                  <a:lnTo>
                    <a:pt x="0" y="647868"/>
                  </a:lnTo>
                  <a:lnTo>
                    <a:pt x="0" y="630697"/>
                  </a:lnTo>
                  <a:lnTo>
                    <a:pt x="0" y="613525"/>
                  </a:lnTo>
                  <a:lnTo>
                    <a:pt x="0" y="596354"/>
                  </a:lnTo>
                  <a:lnTo>
                    <a:pt x="0" y="579183"/>
                  </a:lnTo>
                  <a:lnTo>
                    <a:pt x="0" y="562012"/>
                  </a:lnTo>
                  <a:lnTo>
                    <a:pt x="0" y="544840"/>
                  </a:lnTo>
                  <a:lnTo>
                    <a:pt x="0" y="527669"/>
                  </a:lnTo>
                  <a:lnTo>
                    <a:pt x="0" y="510498"/>
                  </a:lnTo>
                  <a:lnTo>
                    <a:pt x="0" y="493327"/>
                  </a:lnTo>
                  <a:lnTo>
                    <a:pt x="0" y="476155"/>
                  </a:lnTo>
                  <a:lnTo>
                    <a:pt x="0" y="458984"/>
                  </a:lnTo>
                  <a:lnTo>
                    <a:pt x="0" y="441813"/>
                  </a:lnTo>
                  <a:lnTo>
                    <a:pt x="0" y="424642"/>
                  </a:lnTo>
                  <a:lnTo>
                    <a:pt x="0" y="407471"/>
                  </a:lnTo>
                  <a:lnTo>
                    <a:pt x="0" y="390299"/>
                  </a:lnTo>
                  <a:lnTo>
                    <a:pt x="0" y="373128"/>
                  </a:lnTo>
                  <a:lnTo>
                    <a:pt x="0" y="355957"/>
                  </a:lnTo>
                  <a:lnTo>
                    <a:pt x="0" y="338786"/>
                  </a:lnTo>
                  <a:lnTo>
                    <a:pt x="0" y="321614"/>
                  </a:lnTo>
                  <a:lnTo>
                    <a:pt x="0" y="304443"/>
                  </a:lnTo>
                  <a:lnTo>
                    <a:pt x="0" y="287272"/>
                  </a:lnTo>
                  <a:lnTo>
                    <a:pt x="0" y="270101"/>
                  </a:lnTo>
                  <a:lnTo>
                    <a:pt x="0" y="252929"/>
                  </a:lnTo>
                  <a:lnTo>
                    <a:pt x="0" y="235758"/>
                  </a:lnTo>
                  <a:lnTo>
                    <a:pt x="0" y="218587"/>
                  </a:lnTo>
                  <a:lnTo>
                    <a:pt x="0" y="201416"/>
                  </a:lnTo>
                  <a:lnTo>
                    <a:pt x="0" y="184245"/>
                  </a:lnTo>
                  <a:lnTo>
                    <a:pt x="0" y="167073"/>
                  </a:lnTo>
                  <a:lnTo>
                    <a:pt x="0" y="149902"/>
                  </a:lnTo>
                  <a:lnTo>
                    <a:pt x="0" y="132731"/>
                  </a:lnTo>
                  <a:lnTo>
                    <a:pt x="0" y="115560"/>
                  </a:lnTo>
                  <a:lnTo>
                    <a:pt x="0" y="98388"/>
                  </a:lnTo>
                  <a:lnTo>
                    <a:pt x="0" y="81217"/>
                  </a:lnTo>
                  <a:lnTo>
                    <a:pt x="0" y="64046"/>
                  </a:lnTo>
                  <a:lnTo>
                    <a:pt x="0" y="46875"/>
                  </a:lnTo>
                  <a:lnTo>
                    <a:pt x="0" y="29703"/>
                  </a:lnTo>
                  <a:lnTo>
                    <a:pt x="0" y="1253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9525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72" name="pl4072"/>
            <p:cNvSpPr/>
            <p:nvPr/>
          </p:nvSpPr>
          <p:spPr>
            <a:xfrm>
              <a:off x="4187625" y="2029051"/>
              <a:ext cx="0" cy="1628768"/>
            </a:xfrm>
            <a:custGeom>
              <a:avLst/>
              <a:gdLst/>
              <a:ahLst/>
              <a:cxnLst/>
              <a:rect l="0" t="0" r="0" b="0"/>
              <a:pathLst>
                <a:path h="1221576">
                  <a:moveTo>
                    <a:pt x="0" y="1221576"/>
                  </a:moveTo>
                  <a:lnTo>
                    <a:pt x="0" y="1214519"/>
                  </a:lnTo>
                  <a:lnTo>
                    <a:pt x="0" y="1197347"/>
                  </a:lnTo>
                  <a:lnTo>
                    <a:pt x="0" y="1180176"/>
                  </a:lnTo>
                  <a:lnTo>
                    <a:pt x="0" y="1163005"/>
                  </a:lnTo>
                  <a:lnTo>
                    <a:pt x="0" y="1145834"/>
                  </a:lnTo>
                  <a:lnTo>
                    <a:pt x="0" y="1128662"/>
                  </a:lnTo>
                  <a:lnTo>
                    <a:pt x="0" y="1111491"/>
                  </a:lnTo>
                  <a:lnTo>
                    <a:pt x="0" y="1094320"/>
                  </a:lnTo>
                  <a:lnTo>
                    <a:pt x="0" y="1077149"/>
                  </a:lnTo>
                  <a:lnTo>
                    <a:pt x="0" y="1059977"/>
                  </a:lnTo>
                  <a:lnTo>
                    <a:pt x="0" y="1042806"/>
                  </a:lnTo>
                  <a:lnTo>
                    <a:pt x="0" y="1025635"/>
                  </a:lnTo>
                  <a:lnTo>
                    <a:pt x="0" y="1008464"/>
                  </a:lnTo>
                  <a:lnTo>
                    <a:pt x="0" y="991292"/>
                  </a:lnTo>
                  <a:lnTo>
                    <a:pt x="0" y="974121"/>
                  </a:lnTo>
                  <a:lnTo>
                    <a:pt x="0" y="956950"/>
                  </a:lnTo>
                  <a:lnTo>
                    <a:pt x="0" y="939779"/>
                  </a:lnTo>
                  <a:lnTo>
                    <a:pt x="0" y="922608"/>
                  </a:lnTo>
                  <a:lnTo>
                    <a:pt x="0" y="905436"/>
                  </a:lnTo>
                  <a:lnTo>
                    <a:pt x="0" y="888265"/>
                  </a:lnTo>
                  <a:lnTo>
                    <a:pt x="0" y="871094"/>
                  </a:lnTo>
                  <a:lnTo>
                    <a:pt x="0" y="853923"/>
                  </a:lnTo>
                  <a:lnTo>
                    <a:pt x="0" y="836751"/>
                  </a:lnTo>
                  <a:lnTo>
                    <a:pt x="0" y="819580"/>
                  </a:lnTo>
                  <a:lnTo>
                    <a:pt x="0" y="802409"/>
                  </a:lnTo>
                  <a:lnTo>
                    <a:pt x="0" y="785238"/>
                  </a:lnTo>
                  <a:lnTo>
                    <a:pt x="0" y="768066"/>
                  </a:lnTo>
                  <a:lnTo>
                    <a:pt x="0" y="750895"/>
                  </a:lnTo>
                  <a:lnTo>
                    <a:pt x="0" y="733724"/>
                  </a:lnTo>
                  <a:lnTo>
                    <a:pt x="0" y="716553"/>
                  </a:lnTo>
                  <a:lnTo>
                    <a:pt x="0" y="699382"/>
                  </a:lnTo>
                  <a:lnTo>
                    <a:pt x="0" y="682210"/>
                  </a:lnTo>
                  <a:lnTo>
                    <a:pt x="0" y="665039"/>
                  </a:lnTo>
                  <a:lnTo>
                    <a:pt x="0" y="647868"/>
                  </a:lnTo>
                  <a:lnTo>
                    <a:pt x="0" y="630697"/>
                  </a:lnTo>
                  <a:lnTo>
                    <a:pt x="0" y="613525"/>
                  </a:lnTo>
                  <a:lnTo>
                    <a:pt x="0" y="596354"/>
                  </a:lnTo>
                  <a:lnTo>
                    <a:pt x="0" y="579183"/>
                  </a:lnTo>
                  <a:lnTo>
                    <a:pt x="0" y="562012"/>
                  </a:lnTo>
                  <a:lnTo>
                    <a:pt x="0" y="544840"/>
                  </a:lnTo>
                  <a:lnTo>
                    <a:pt x="0" y="527669"/>
                  </a:lnTo>
                  <a:lnTo>
                    <a:pt x="0" y="510498"/>
                  </a:lnTo>
                  <a:lnTo>
                    <a:pt x="0" y="493327"/>
                  </a:lnTo>
                  <a:lnTo>
                    <a:pt x="0" y="476155"/>
                  </a:lnTo>
                  <a:lnTo>
                    <a:pt x="0" y="458984"/>
                  </a:lnTo>
                  <a:lnTo>
                    <a:pt x="0" y="441813"/>
                  </a:lnTo>
                  <a:lnTo>
                    <a:pt x="0" y="424642"/>
                  </a:lnTo>
                  <a:lnTo>
                    <a:pt x="0" y="407471"/>
                  </a:lnTo>
                  <a:lnTo>
                    <a:pt x="0" y="390299"/>
                  </a:lnTo>
                  <a:lnTo>
                    <a:pt x="0" y="373128"/>
                  </a:lnTo>
                  <a:lnTo>
                    <a:pt x="0" y="355957"/>
                  </a:lnTo>
                  <a:lnTo>
                    <a:pt x="0" y="338786"/>
                  </a:lnTo>
                  <a:lnTo>
                    <a:pt x="0" y="321614"/>
                  </a:lnTo>
                  <a:lnTo>
                    <a:pt x="0" y="304443"/>
                  </a:lnTo>
                  <a:lnTo>
                    <a:pt x="0" y="287272"/>
                  </a:lnTo>
                  <a:lnTo>
                    <a:pt x="0" y="270101"/>
                  </a:lnTo>
                  <a:lnTo>
                    <a:pt x="0" y="252929"/>
                  </a:lnTo>
                  <a:lnTo>
                    <a:pt x="0" y="235758"/>
                  </a:lnTo>
                  <a:lnTo>
                    <a:pt x="0" y="218587"/>
                  </a:lnTo>
                  <a:lnTo>
                    <a:pt x="0" y="201416"/>
                  </a:lnTo>
                  <a:lnTo>
                    <a:pt x="0" y="184245"/>
                  </a:lnTo>
                  <a:lnTo>
                    <a:pt x="0" y="167073"/>
                  </a:lnTo>
                  <a:lnTo>
                    <a:pt x="0" y="149902"/>
                  </a:lnTo>
                  <a:lnTo>
                    <a:pt x="0" y="132731"/>
                  </a:lnTo>
                  <a:lnTo>
                    <a:pt x="0" y="115560"/>
                  </a:lnTo>
                  <a:lnTo>
                    <a:pt x="0" y="98388"/>
                  </a:lnTo>
                  <a:lnTo>
                    <a:pt x="0" y="81217"/>
                  </a:lnTo>
                  <a:lnTo>
                    <a:pt x="0" y="64046"/>
                  </a:lnTo>
                  <a:lnTo>
                    <a:pt x="0" y="46875"/>
                  </a:lnTo>
                  <a:lnTo>
                    <a:pt x="0" y="29703"/>
                  </a:lnTo>
                  <a:lnTo>
                    <a:pt x="0" y="1253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9525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73" name="pl4073"/>
            <p:cNvSpPr/>
            <p:nvPr/>
          </p:nvSpPr>
          <p:spPr>
            <a:xfrm>
              <a:off x="4485393" y="2029051"/>
              <a:ext cx="0" cy="1628768"/>
            </a:xfrm>
            <a:custGeom>
              <a:avLst/>
              <a:gdLst/>
              <a:ahLst/>
              <a:cxnLst/>
              <a:rect l="0" t="0" r="0" b="0"/>
              <a:pathLst>
                <a:path h="1221576">
                  <a:moveTo>
                    <a:pt x="0" y="1221576"/>
                  </a:moveTo>
                  <a:lnTo>
                    <a:pt x="0" y="1214519"/>
                  </a:lnTo>
                  <a:lnTo>
                    <a:pt x="0" y="1197347"/>
                  </a:lnTo>
                  <a:lnTo>
                    <a:pt x="0" y="1180176"/>
                  </a:lnTo>
                  <a:lnTo>
                    <a:pt x="0" y="1163005"/>
                  </a:lnTo>
                  <a:lnTo>
                    <a:pt x="0" y="1145834"/>
                  </a:lnTo>
                  <a:lnTo>
                    <a:pt x="0" y="1128662"/>
                  </a:lnTo>
                  <a:lnTo>
                    <a:pt x="0" y="1111491"/>
                  </a:lnTo>
                  <a:lnTo>
                    <a:pt x="0" y="1094320"/>
                  </a:lnTo>
                  <a:lnTo>
                    <a:pt x="0" y="1077149"/>
                  </a:lnTo>
                  <a:lnTo>
                    <a:pt x="0" y="1059977"/>
                  </a:lnTo>
                  <a:lnTo>
                    <a:pt x="0" y="1042806"/>
                  </a:lnTo>
                  <a:lnTo>
                    <a:pt x="0" y="1025635"/>
                  </a:lnTo>
                  <a:lnTo>
                    <a:pt x="0" y="1008464"/>
                  </a:lnTo>
                  <a:lnTo>
                    <a:pt x="0" y="991292"/>
                  </a:lnTo>
                  <a:lnTo>
                    <a:pt x="0" y="974121"/>
                  </a:lnTo>
                  <a:lnTo>
                    <a:pt x="0" y="956950"/>
                  </a:lnTo>
                  <a:lnTo>
                    <a:pt x="0" y="939779"/>
                  </a:lnTo>
                  <a:lnTo>
                    <a:pt x="0" y="922608"/>
                  </a:lnTo>
                  <a:lnTo>
                    <a:pt x="0" y="905436"/>
                  </a:lnTo>
                  <a:lnTo>
                    <a:pt x="0" y="888265"/>
                  </a:lnTo>
                  <a:lnTo>
                    <a:pt x="0" y="871094"/>
                  </a:lnTo>
                  <a:lnTo>
                    <a:pt x="0" y="853923"/>
                  </a:lnTo>
                  <a:lnTo>
                    <a:pt x="0" y="836751"/>
                  </a:lnTo>
                  <a:lnTo>
                    <a:pt x="0" y="819580"/>
                  </a:lnTo>
                  <a:lnTo>
                    <a:pt x="0" y="802409"/>
                  </a:lnTo>
                  <a:lnTo>
                    <a:pt x="0" y="785238"/>
                  </a:lnTo>
                  <a:lnTo>
                    <a:pt x="0" y="768066"/>
                  </a:lnTo>
                  <a:lnTo>
                    <a:pt x="0" y="750895"/>
                  </a:lnTo>
                  <a:lnTo>
                    <a:pt x="0" y="733724"/>
                  </a:lnTo>
                  <a:lnTo>
                    <a:pt x="0" y="716553"/>
                  </a:lnTo>
                  <a:lnTo>
                    <a:pt x="0" y="699382"/>
                  </a:lnTo>
                  <a:lnTo>
                    <a:pt x="0" y="682210"/>
                  </a:lnTo>
                  <a:lnTo>
                    <a:pt x="0" y="665039"/>
                  </a:lnTo>
                  <a:lnTo>
                    <a:pt x="0" y="647868"/>
                  </a:lnTo>
                  <a:lnTo>
                    <a:pt x="0" y="630697"/>
                  </a:lnTo>
                  <a:lnTo>
                    <a:pt x="0" y="613525"/>
                  </a:lnTo>
                  <a:lnTo>
                    <a:pt x="0" y="596354"/>
                  </a:lnTo>
                  <a:lnTo>
                    <a:pt x="0" y="579183"/>
                  </a:lnTo>
                  <a:lnTo>
                    <a:pt x="0" y="562012"/>
                  </a:lnTo>
                  <a:lnTo>
                    <a:pt x="0" y="544840"/>
                  </a:lnTo>
                  <a:lnTo>
                    <a:pt x="0" y="527669"/>
                  </a:lnTo>
                  <a:lnTo>
                    <a:pt x="0" y="510498"/>
                  </a:lnTo>
                  <a:lnTo>
                    <a:pt x="0" y="493327"/>
                  </a:lnTo>
                  <a:lnTo>
                    <a:pt x="0" y="476155"/>
                  </a:lnTo>
                  <a:lnTo>
                    <a:pt x="0" y="458984"/>
                  </a:lnTo>
                  <a:lnTo>
                    <a:pt x="0" y="441813"/>
                  </a:lnTo>
                  <a:lnTo>
                    <a:pt x="0" y="424642"/>
                  </a:lnTo>
                  <a:lnTo>
                    <a:pt x="0" y="407471"/>
                  </a:lnTo>
                  <a:lnTo>
                    <a:pt x="0" y="390299"/>
                  </a:lnTo>
                  <a:lnTo>
                    <a:pt x="0" y="373128"/>
                  </a:lnTo>
                  <a:lnTo>
                    <a:pt x="0" y="355957"/>
                  </a:lnTo>
                  <a:lnTo>
                    <a:pt x="0" y="338786"/>
                  </a:lnTo>
                  <a:lnTo>
                    <a:pt x="0" y="321614"/>
                  </a:lnTo>
                  <a:lnTo>
                    <a:pt x="0" y="304443"/>
                  </a:lnTo>
                  <a:lnTo>
                    <a:pt x="0" y="287272"/>
                  </a:lnTo>
                  <a:lnTo>
                    <a:pt x="0" y="270101"/>
                  </a:lnTo>
                  <a:lnTo>
                    <a:pt x="0" y="252929"/>
                  </a:lnTo>
                  <a:lnTo>
                    <a:pt x="0" y="235758"/>
                  </a:lnTo>
                  <a:lnTo>
                    <a:pt x="0" y="218587"/>
                  </a:lnTo>
                  <a:lnTo>
                    <a:pt x="0" y="201416"/>
                  </a:lnTo>
                  <a:lnTo>
                    <a:pt x="0" y="184245"/>
                  </a:lnTo>
                  <a:lnTo>
                    <a:pt x="0" y="167073"/>
                  </a:lnTo>
                  <a:lnTo>
                    <a:pt x="0" y="149902"/>
                  </a:lnTo>
                  <a:lnTo>
                    <a:pt x="0" y="132731"/>
                  </a:lnTo>
                  <a:lnTo>
                    <a:pt x="0" y="115560"/>
                  </a:lnTo>
                  <a:lnTo>
                    <a:pt x="0" y="98388"/>
                  </a:lnTo>
                  <a:lnTo>
                    <a:pt x="0" y="81217"/>
                  </a:lnTo>
                  <a:lnTo>
                    <a:pt x="0" y="64046"/>
                  </a:lnTo>
                  <a:lnTo>
                    <a:pt x="0" y="46875"/>
                  </a:lnTo>
                  <a:lnTo>
                    <a:pt x="0" y="29703"/>
                  </a:lnTo>
                  <a:lnTo>
                    <a:pt x="0" y="1253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9525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74" name="pl4074"/>
            <p:cNvSpPr/>
            <p:nvPr/>
          </p:nvSpPr>
          <p:spPr>
            <a:xfrm>
              <a:off x="4783161" y="2029051"/>
              <a:ext cx="0" cy="1628768"/>
            </a:xfrm>
            <a:custGeom>
              <a:avLst/>
              <a:gdLst/>
              <a:ahLst/>
              <a:cxnLst/>
              <a:rect l="0" t="0" r="0" b="0"/>
              <a:pathLst>
                <a:path h="1221576">
                  <a:moveTo>
                    <a:pt x="0" y="1221576"/>
                  </a:moveTo>
                  <a:lnTo>
                    <a:pt x="0" y="1214519"/>
                  </a:lnTo>
                  <a:lnTo>
                    <a:pt x="0" y="1197347"/>
                  </a:lnTo>
                  <a:lnTo>
                    <a:pt x="0" y="1180176"/>
                  </a:lnTo>
                  <a:lnTo>
                    <a:pt x="0" y="1163005"/>
                  </a:lnTo>
                  <a:lnTo>
                    <a:pt x="0" y="1145834"/>
                  </a:lnTo>
                  <a:lnTo>
                    <a:pt x="0" y="1128662"/>
                  </a:lnTo>
                  <a:lnTo>
                    <a:pt x="0" y="1111491"/>
                  </a:lnTo>
                  <a:lnTo>
                    <a:pt x="0" y="1094320"/>
                  </a:lnTo>
                  <a:lnTo>
                    <a:pt x="0" y="1077149"/>
                  </a:lnTo>
                  <a:lnTo>
                    <a:pt x="0" y="1059977"/>
                  </a:lnTo>
                  <a:lnTo>
                    <a:pt x="0" y="1042806"/>
                  </a:lnTo>
                  <a:lnTo>
                    <a:pt x="0" y="1025635"/>
                  </a:lnTo>
                  <a:lnTo>
                    <a:pt x="0" y="1008464"/>
                  </a:lnTo>
                  <a:lnTo>
                    <a:pt x="0" y="991292"/>
                  </a:lnTo>
                  <a:lnTo>
                    <a:pt x="0" y="974121"/>
                  </a:lnTo>
                  <a:lnTo>
                    <a:pt x="0" y="956950"/>
                  </a:lnTo>
                  <a:lnTo>
                    <a:pt x="0" y="939779"/>
                  </a:lnTo>
                  <a:lnTo>
                    <a:pt x="0" y="922608"/>
                  </a:lnTo>
                  <a:lnTo>
                    <a:pt x="0" y="905436"/>
                  </a:lnTo>
                  <a:lnTo>
                    <a:pt x="0" y="888265"/>
                  </a:lnTo>
                  <a:lnTo>
                    <a:pt x="0" y="871094"/>
                  </a:lnTo>
                  <a:lnTo>
                    <a:pt x="0" y="853923"/>
                  </a:lnTo>
                  <a:lnTo>
                    <a:pt x="0" y="836751"/>
                  </a:lnTo>
                  <a:lnTo>
                    <a:pt x="0" y="819580"/>
                  </a:lnTo>
                  <a:lnTo>
                    <a:pt x="0" y="802409"/>
                  </a:lnTo>
                  <a:lnTo>
                    <a:pt x="0" y="785238"/>
                  </a:lnTo>
                  <a:lnTo>
                    <a:pt x="0" y="768066"/>
                  </a:lnTo>
                  <a:lnTo>
                    <a:pt x="0" y="750895"/>
                  </a:lnTo>
                  <a:lnTo>
                    <a:pt x="0" y="733724"/>
                  </a:lnTo>
                  <a:lnTo>
                    <a:pt x="0" y="716553"/>
                  </a:lnTo>
                  <a:lnTo>
                    <a:pt x="0" y="699382"/>
                  </a:lnTo>
                  <a:lnTo>
                    <a:pt x="0" y="682210"/>
                  </a:lnTo>
                  <a:lnTo>
                    <a:pt x="0" y="665039"/>
                  </a:lnTo>
                  <a:lnTo>
                    <a:pt x="0" y="647868"/>
                  </a:lnTo>
                  <a:lnTo>
                    <a:pt x="0" y="630697"/>
                  </a:lnTo>
                  <a:lnTo>
                    <a:pt x="0" y="613525"/>
                  </a:lnTo>
                  <a:lnTo>
                    <a:pt x="0" y="596354"/>
                  </a:lnTo>
                  <a:lnTo>
                    <a:pt x="0" y="579183"/>
                  </a:lnTo>
                  <a:lnTo>
                    <a:pt x="0" y="562012"/>
                  </a:lnTo>
                  <a:lnTo>
                    <a:pt x="0" y="544840"/>
                  </a:lnTo>
                  <a:lnTo>
                    <a:pt x="0" y="527669"/>
                  </a:lnTo>
                  <a:lnTo>
                    <a:pt x="0" y="510498"/>
                  </a:lnTo>
                  <a:lnTo>
                    <a:pt x="0" y="493327"/>
                  </a:lnTo>
                  <a:lnTo>
                    <a:pt x="0" y="476155"/>
                  </a:lnTo>
                  <a:lnTo>
                    <a:pt x="0" y="458984"/>
                  </a:lnTo>
                  <a:lnTo>
                    <a:pt x="0" y="441813"/>
                  </a:lnTo>
                  <a:lnTo>
                    <a:pt x="0" y="424642"/>
                  </a:lnTo>
                  <a:lnTo>
                    <a:pt x="0" y="407471"/>
                  </a:lnTo>
                  <a:lnTo>
                    <a:pt x="0" y="390299"/>
                  </a:lnTo>
                  <a:lnTo>
                    <a:pt x="0" y="373128"/>
                  </a:lnTo>
                  <a:lnTo>
                    <a:pt x="0" y="355957"/>
                  </a:lnTo>
                  <a:lnTo>
                    <a:pt x="0" y="338786"/>
                  </a:lnTo>
                  <a:lnTo>
                    <a:pt x="0" y="321614"/>
                  </a:lnTo>
                  <a:lnTo>
                    <a:pt x="0" y="304443"/>
                  </a:lnTo>
                  <a:lnTo>
                    <a:pt x="0" y="287272"/>
                  </a:lnTo>
                  <a:lnTo>
                    <a:pt x="0" y="270101"/>
                  </a:lnTo>
                  <a:lnTo>
                    <a:pt x="0" y="252929"/>
                  </a:lnTo>
                  <a:lnTo>
                    <a:pt x="0" y="235758"/>
                  </a:lnTo>
                  <a:lnTo>
                    <a:pt x="0" y="218587"/>
                  </a:lnTo>
                  <a:lnTo>
                    <a:pt x="0" y="201416"/>
                  </a:lnTo>
                  <a:lnTo>
                    <a:pt x="0" y="184245"/>
                  </a:lnTo>
                  <a:lnTo>
                    <a:pt x="0" y="167073"/>
                  </a:lnTo>
                  <a:lnTo>
                    <a:pt x="0" y="149902"/>
                  </a:lnTo>
                  <a:lnTo>
                    <a:pt x="0" y="132731"/>
                  </a:lnTo>
                  <a:lnTo>
                    <a:pt x="0" y="115560"/>
                  </a:lnTo>
                  <a:lnTo>
                    <a:pt x="0" y="98388"/>
                  </a:lnTo>
                  <a:lnTo>
                    <a:pt x="0" y="81217"/>
                  </a:lnTo>
                  <a:lnTo>
                    <a:pt x="0" y="64046"/>
                  </a:lnTo>
                  <a:lnTo>
                    <a:pt x="0" y="46875"/>
                  </a:lnTo>
                  <a:lnTo>
                    <a:pt x="0" y="29703"/>
                  </a:lnTo>
                  <a:lnTo>
                    <a:pt x="0" y="1253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9525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75" name="pl4075"/>
            <p:cNvSpPr/>
            <p:nvPr/>
          </p:nvSpPr>
          <p:spPr>
            <a:xfrm>
              <a:off x="5080931" y="2029051"/>
              <a:ext cx="0" cy="1628768"/>
            </a:xfrm>
            <a:custGeom>
              <a:avLst/>
              <a:gdLst/>
              <a:ahLst/>
              <a:cxnLst/>
              <a:rect l="0" t="0" r="0" b="0"/>
              <a:pathLst>
                <a:path h="1221576">
                  <a:moveTo>
                    <a:pt x="0" y="1221576"/>
                  </a:moveTo>
                  <a:lnTo>
                    <a:pt x="0" y="1214519"/>
                  </a:lnTo>
                  <a:lnTo>
                    <a:pt x="0" y="1197347"/>
                  </a:lnTo>
                  <a:lnTo>
                    <a:pt x="0" y="1180176"/>
                  </a:lnTo>
                  <a:lnTo>
                    <a:pt x="0" y="1163005"/>
                  </a:lnTo>
                  <a:lnTo>
                    <a:pt x="0" y="1145834"/>
                  </a:lnTo>
                  <a:lnTo>
                    <a:pt x="0" y="1128662"/>
                  </a:lnTo>
                  <a:lnTo>
                    <a:pt x="0" y="1111491"/>
                  </a:lnTo>
                  <a:lnTo>
                    <a:pt x="0" y="1094320"/>
                  </a:lnTo>
                  <a:lnTo>
                    <a:pt x="0" y="1077149"/>
                  </a:lnTo>
                  <a:lnTo>
                    <a:pt x="0" y="1059977"/>
                  </a:lnTo>
                  <a:lnTo>
                    <a:pt x="0" y="1042806"/>
                  </a:lnTo>
                  <a:lnTo>
                    <a:pt x="0" y="1025635"/>
                  </a:lnTo>
                  <a:lnTo>
                    <a:pt x="0" y="1008464"/>
                  </a:lnTo>
                  <a:lnTo>
                    <a:pt x="0" y="991292"/>
                  </a:lnTo>
                  <a:lnTo>
                    <a:pt x="0" y="974121"/>
                  </a:lnTo>
                  <a:lnTo>
                    <a:pt x="0" y="956950"/>
                  </a:lnTo>
                  <a:lnTo>
                    <a:pt x="0" y="939779"/>
                  </a:lnTo>
                  <a:lnTo>
                    <a:pt x="0" y="922608"/>
                  </a:lnTo>
                  <a:lnTo>
                    <a:pt x="0" y="905436"/>
                  </a:lnTo>
                  <a:lnTo>
                    <a:pt x="0" y="888265"/>
                  </a:lnTo>
                  <a:lnTo>
                    <a:pt x="0" y="871094"/>
                  </a:lnTo>
                  <a:lnTo>
                    <a:pt x="0" y="853923"/>
                  </a:lnTo>
                  <a:lnTo>
                    <a:pt x="0" y="836751"/>
                  </a:lnTo>
                  <a:lnTo>
                    <a:pt x="0" y="819580"/>
                  </a:lnTo>
                  <a:lnTo>
                    <a:pt x="0" y="802409"/>
                  </a:lnTo>
                  <a:lnTo>
                    <a:pt x="0" y="785238"/>
                  </a:lnTo>
                  <a:lnTo>
                    <a:pt x="0" y="768066"/>
                  </a:lnTo>
                  <a:lnTo>
                    <a:pt x="0" y="750895"/>
                  </a:lnTo>
                  <a:lnTo>
                    <a:pt x="0" y="733724"/>
                  </a:lnTo>
                  <a:lnTo>
                    <a:pt x="0" y="716553"/>
                  </a:lnTo>
                  <a:lnTo>
                    <a:pt x="0" y="699382"/>
                  </a:lnTo>
                  <a:lnTo>
                    <a:pt x="0" y="682210"/>
                  </a:lnTo>
                  <a:lnTo>
                    <a:pt x="0" y="665039"/>
                  </a:lnTo>
                  <a:lnTo>
                    <a:pt x="0" y="647868"/>
                  </a:lnTo>
                  <a:lnTo>
                    <a:pt x="0" y="630697"/>
                  </a:lnTo>
                  <a:lnTo>
                    <a:pt x="0" y="613525"/>
                  </a:lnTo>
                  <a:lnTo>
                    <a:pt x="0" y="596354"/>
                  </a:lnTo>
                  <a:lnTo>
                    <a:pt x="0" y="579183"/>
                  </a:lnTo>
                  <a:lnTo>
                    <a:pt x="0" y="562012"/>
                  </a:lnTo>
                  <a:lnTo>
                    <a:pt x="0" y="544840"/>
                  </a:lnTo>
                  <a:lnTo>
                    <a:pt x="0" y="527669"/>
                  </a:lnTo>
                  <a:lnTo>
                    <a:pt x="0" y="510498"/>
                  </a:lnTo>
                  <a:lnTo>
                    <a:pt x="0" y="493327"/>
                  </a:lnTo>
                  <a:lnTo>
                    <a:pt x="0" y="476155"/>
                  </a:lnTo>
                  <a:lnTo>
                    <a:pt x="0" y="458984"/>
                  </a:lnTo>
                  <a:lnTo>
                    <a:pt x="0" y="441813"/>
                  </a:lnTo>
                  <a:lnTo>
                    <a:pt x="0" y="424642"/>
                  </a:lnTo>
                  <a:lnTo>
                    <a:pt x="0" y="407471"/>
                  </a:lnTo>
                  <a:lnTo>
                    <a:pt x="0" y="390299"/>
                  </a:lnTo>
                  <a:lnTo>
                    <a:pt x="0" y="373128"/>
                  </a:lnTo>
                  <a:lnTo>
                    <a:pt x="0" y="355957"/>
                  </a:lnTo>
                  <a:lnTo>
                    <a:pt x="0" y="338786"/>
                  </a:lnTo>
                  <a:lnTo>
                    <a:pt x="0" y="321614"/>
                  </a:lnTo>
                  <a:lnTo>
                    <a:pt x="0" y="304443"/>
                  </a:lnTo>
                  <a:lnTo>
                    <a:pt x="0" y="287272"/>
                  </a:lnTo>
                  <a:lnTo>
                    <a:pt x="0" y="270101"/>
                  </a:lnTo>
                  <a:lnTo>
                    <a:pt x="0" y="252929"/>
                  </a:lnTo>
                  <a:lnTo>
                    <a:pt x="0" y="235758"/>
                  </a:lnTo>
                  <a:lnTo>
                    <a:pt x="0" y="218587"/>
                  </a:lnTo>
                  <a:lnTo>
                    <a:pt x="0" y="201416"/>
                  </a:lnTo>
                  <a:lnTo>
                    <a:pt x="0" y="184245"/>
                  </a:lnTo>
                  <a:lnTo>
                    <a:pt x="0" y="167073"/>
                  </a:lnTo>
                  <a:lnTo>
                    <a:pt x="0" y="149902"/>
                  </a:lnTo>
                  <a:lnTo>
                    <a:pt x="0" y="132731"/>
                  </a:lnTo>
                  <a:lnTo>
                    <a:pt x="0" y="115560"/>
                  </a:lnTo>
                  <a:lnTo>
                    <a:pt x="0" y="98388"/>
                  </a:lnTo>
                  <a:lnTo>
                    <a:pt x="0" y="81217"/>
                  </a:lnTo>
                  <a:lnTo>
                    <a:pt x="0" y="64046"/>
                  </a:lnTo>
                  <a:lnTo>
                    <a:pt x="0" y="46875"/>
                  </a:lnTo>
                  <a:lnTo>
                    <a:pt x="0" y="29703"/>
                  </a:lnTo>
                  <a:lnTo>
                    <a:pt x="0" y="1253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9525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76" name="pl4076"/>
            <p:cNvSpPr/>
            <p:nvPr/>
          </p:nvSpPr>
          <p:spPr>
            <a:xfrm>
              <a:off x="3558992" y="3591171"/>
              <a:ext cx="1668413" cy="0"/>
            </a:xfrm>
            <a:custGeom>
              <a:avLst/>
              <a:gdLst/>
              <a:ahLst/>
              <a:cxnLst/>
              <a:rect l="0" t="0" r="0" b="0"/>
              <a:pathLst>
                <a:path w="1251309">
                  <a:moveTo>
                    <a:pt x="0" y="0"/>
                  </a:moveTo>
                  <a:lnTo>
                    <a:pt x="6778" y="0"/>
                  </a:lnTo>
                  <a:lnTo>
                    <a:pt x="22569" y="0"/>
                  </a:lnTo>
                  <a:lnTo>
                    <a:pt x="38359" y="0"/>
                  </a:lnTo>
                  <a:lnTo>
                    <a:pt x="54150" y="0"/>
                  </a:lnTo>
                  <a:lnTo>
                    <a:pt x="69941" y="0"/>
                  </a:lnTo>
                  <a:lnTo>
                    <a:pt x="85732" y="0"/>
                  </a:lnTo>
                  <a:lnTo>
                    <a:pt x="101522" y="0"/>
                  </a:lnTo>
                  <a:lnTo>
                    <a:pt x="117313" y="0"/>
                  </a:lnTo>
                  <a:lnTo>
                    <a:pt x="133104" y="0"/>
                  </a:lnTo>
                  <a:lnTo>
                    <a:pt x="148895" y="0"/>
                  </a:lnTo>
                  <a:lnTo>
                    <a:pt x="164685" y="0"/>
                  </a:lnTo>
                  <a:lnTo>
                    <a:pt x="180476" y="0"/>
                  </a:lnTo>
                  <a:lnTo>
                    <a:pt x="196267" y="0"/>
                  </a:lnTo>
                  <a:lnTo>
                    <a:pt x="212058" y="0"/>
                  </a:lnTo>
                  <a:lnTo>
                    <a:pt x="227848" y="0"/>
                  </a:lnTo>
                  <a:lnTo>
                    <a:pt x="243639" y="0"/>
                  </a:lnTo>
                  <a:lnTo>
                    <a:pt x="259430" y="0"/>
                  </a:lnTo>
                  <a:lnTo>
                    <a:pt x="275221" y="0"/>
                  </a:lnTo>
                  <a:lnTo>
                    <a:pt x="291011" y="0"/>
                  </a:lnTo>
                  <a:lnTo>
                    <a:pt x="306802" y="0"/>
                  </a:lnTo>
                  <a:lnTo>
                    <a:pt x="322593" y="0"/>
                  </a:lnTo>
                  <a:lnTo>
                    <a:pt x="338384" y="0"/>
                  </a:lnTo>
                  <a:lnTo>
                    <a:pt x="354174" y="0"/>
                  </a:lnTo>
                  <a:lnTo>
                    <a:pt x="369965" y="0"/>
                  </a:lnTo>
                  <a:lnTo>
                    <a:pt x="385756" y="0"/>
                  </a:lnTo>
                  <a:lnTo>
                    <a:pt x="401547" y="0"/>
                  </a:lnTo>
                  <a:lnTo>
                    <a:pt x="417337" y="0"/>
                  </a:lnTo>
                  <a:lnTo>
                    <a:pt x="433128" y="0"/>
                  </a:lnTo>
                  <a:lnTo>
                    <a:pt x="448919" y="0"/>
                  </a:lnTo>
                  <a:lnTo>
                    <a:pt x="464710" y="0"/>
                  </a:lnTo>
                  <a:lnTo>
                    <a:pt x="480500" y="0"/>
                  </a:lnTo>
                  <a:lnTo>
                    <a:pt x="496291" y="0"/>
                  </a:lnTo>
                  <a:lnTo>
                    <a:pt x="512082" y="0"/>
                  </a:lnTo>
                  <a:lnTo>
                    <a:pt x="527873" y="0"/>
                  </a:lnTo>
                  <a:lnTo>
                    <a:pt x="543663" y="0"/>
                  </a:lnTo>
                  <a:lnTo>
                    <a:pt x="559454" y="0"/>
                  </a:lnTo>
                  <a:lnTo>
                    <a:pt x="575245" y="0"/>
                  </a:lnTo>
                  <a:lnTo>
                    <a:pt x="591036" y="0"/>
                  </a:lnTo>
                  <a:lnTo>
                    <a:pt x="606826" y="0"/>
                  </a:lnTo>
                  <a:lnTo>
                    <a:pt x="622617" y="0"/>
                  </a:lnTo>
                  <a:lnTo>
                    <a:pt x="638408" y="0"/>
                  </a:lnTo>
                  <a:lnTo>
                    <a:pt x="654199" y="0"/>
                  </a:lnTo>
                  <a:lnTo>
                    <a:pt x="669989" y="0"/>
                  </a:lnTo>
                  <a:lnTo>
                    <a:pt x="685780" y="0"/>
                  </a:lnTo>
                  <a:lnTo>
                    <a:pt x="701571" y="0"/>
                  </a:lnTo>
                  <a:lnTo>
                    <a:pt x="717362" y="0"/>
                  </a:lnTo>
                  <a:lnTo>
                    <a:pt x="733152" y="0"/>
                  </a:lnTo>
                  <a:lnTo>
                    <a:pt x="748943" y="0"/>
                  </a:lnTo>
                  <a:lnTo>
                    <a:pt x="764734" y="0"/>
                  </a:lnTo>
                  <a:lnTo>
                    <a:pt x="780524" y="0"/>
                  </a:lnTo>
                  <a:lnTo>
                    <a:pt x="796315" y="0"/>
                  </a:lnTo>
                  <a:lnTo>
                    <a:pt x="812106" y="0"/>
                  </a:lnTo>
                  <a:lnTo>
                    <a:pt x="827897" y="0"/>
                  </a:lnTo>
                  <a:lnTo>
                    <a:pt x="843687" y="0"/>
                  </a:lnTo>
                  <a:lnTo>
                    <a:pt x="859478" y="0"/>
                  </a:lnTo>
                  <a:lnTo>
                    <a:pt x="875269" y="0"/>
                  </a:lnTo>
                  <a:lnTo>
                    <a:pt x="891060" y="0"/>
                  </a:lnTo>
                  <a:lnTo>
                    <a:pt x="906850" y="0"/>
                  </a:lnTo>
                  <a:lnTo>
                    <a:pt x="922641" y="0"/>
                  </a:lnTo>
                  <a:lnTo>
                    <a:pt x="938432" y="0"/>
                  </a:lnTo>
                  <a:lnTo>
                    <a:pt x="954223" y="0"/>
                  </a:lnTo>
                  <a:lnTo>
                    <a:pt x="970013" y="0"/>
                  </a:lnTo>
                  <a:lnTo>
                    <a:pt x="985804" y="0"/>
                  </a:lnTo>
                  <a:lnTo>
                    <a:pt x="1001595" y="0"/>
                  </a:lnTo>
                  <a:lnTo>
                    <a:pt x="1017386" y="0"/>
                  </a:lnTo>
                  <a:lnTo>
                    <a:pt x="1033176" y="0"/>
                  </a:lnTo>
                  <a:lnTo>
                    <a:pt x="1048967" y="0"/>
                  </a:lnTo>
                  <a:lnTo>
                    <a:pt x="1064758" y="0"/>
                  </a:lnTo>
                  <a:lnTo>
                    <a:pt x="1080549" y="0"/>
                  </a:lnTo>
                  <a:lnTo>
                    <a:pt x="1096339" y="0"/>
                  </a:lnTo>
                  <a:lnTo>
                    <a:pt x="1112130" y="0"/>
                  </a:lnTo>
                  <a:lnTo>
                    <a:pt x="1127921" y="0"/>
                  </a:lnTo>
                  <a:lnTo>
                    <a:pt x="1143712" y="0"/>
                  </a:lnTo>
                  <a:lnTo>
                    <a:pt x="1159502" y="0"/>
                  </a:lnTo>
                  <a:lnTo>
                    <a:pt x="1175293" y="0"/>
                  </a:lnTo>
                  <a:lnTo>
                    <a:pt x="1191084" y="0"/>
                  </a:lnTo>
                  <a:lnTo>
                    <a:pt x="1206875" y="0"/>
                  </a:lnTo>
                  <a:lnTo>
                    <a:pt x="1222665" y="0"/>
                  </a:lnTo>
                  <a:lnTo>
                    <a:pt x="1238456" y="0"/>
                  </a:lnTo>
                  <a:lnTo>
                    <a:pt x="1251309" y="0"/>
                  </a:lnTo>
                  <a:lnTo>
                    <a:pt x="1251309" y="0"/>
                  </a:lnTo>
                </a:path>
              </a:pathLst>
            </a:custGeom>
            <a:ln w="9525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77" name="pl4077"/>
            <p:cNvSpPr/>
            <p:nvPr/>
          </p:nvSpPr>
          <p:spPr>
            <a:xfrm>
              <a:off x="3558992" y="3213404"/>
              <a:ext cx="1668413" cy="0"/>
            </a:xfrm>
            <a:custGeom>
              <a:avLst/>
              <a:gdLst/>
              <a:ahLst/>
              <a:cxnLst/>
              <a:rect l="0" t="0" r="0" b="0"/>
              <a:pathLst>
                <a:path w="1251309">
                  <a:moveTo>
                    <a:pt x="0" y="0"/>
                  </a:moveTo>
                  <a:lnTo>
                    <a:pt x="6778" y="0"/>
                  </a:lnTo>
                  <a:lnTo>
                    <a:pt x="22569" y="0"/>
                  </a:lnTo>
                  <a:lnTo>
                    <a:pt x="38359" y="0"/>
                  </a:lnTo>
                  <a:lnTo>
                    <a:pt x="54150" y="0"/>
                  </a:lnTo>
                  <a:lnTo>
                    <a:pt x="69941" y="0"/>
                  </a:lnTo>
                  <a:lnTo>
                    <a:pt x="85732" y="0"/>
                  </a:lnTo>
                  <a:lnTo>
                    <a:pt x="101522" y="0"/>
                  </a:lnTo>
                  <a:lnTo>
                    <a:pt x="117313" y="0"/>
                  </a:lnTo>
                  <a:lnTo>
                    <a:pt x="133104" y="0"/>
                  </a:lnTo>
                  <a:lnTo>
                    <a:pt x="148895" y="0"/>
                  </a:lnTo>
                  <a:lnTo>
                    <a:pt x="164685" y="0"/>
                  </a:lnTo>
                  <a:lnTo>
                    <a:pt x="180476" y="0"/>
                  </a:lnTo>
                  <a:lnTo>
                    <a:pt x="196267" y="0"/>
                  </a:lnTo>
                  <a:lnTo>
                    <a:pt x="212058" y="0"/>
                  </a:lnTo>
                  <a:lnTo>
                    <a:pt x="227848" y="0"/>
                  </a:lnTo>
                  <a:lnTo>
                    <a:pt x="243639" y="0"/>
                  </a:lnTo>
                  <a:lnTo>
                    <a:pt x="259430" y="0"/>
                  </a:lnTo>
                  <a:lnTo>
                    <a:pt x="275221" y="0"/>
                  </a:lnTo>
                  <a:lnTo>
                    <a:pt x="291011" y="0"/>
                  </a:lnTo>
                  <a:lnTo>
                    <a:pt x="306802" y="0"/>
                  </a:lnTo>
                  <a:lnTo>
                    <a:pt x="322593" y="0"/>
                  </a:lnTo>
                  <a:lnTo>
                    <a:pt x="338384" y="0"/>
                  </a:lnTo>
                  <a:lnTo>
                    <a:pt x="354174" y="0"/>
                  </a:lnTo>
                  <a:lnTo>
                    <a:pt x="369965" y="0"/>
                  </a:lnTo>
                  <a:lnTo>
                    <a:pt x="385756" y="0"/>
                  </a:lnTo>
                  <a:lnTo>
                    <a:pt x="401547" y="0"/>
                  </a:lnTo>
                  <a:lnTo>
                    <a:pt x="417337" y="0"/>
                  </a:lnTo>
                  <a:lnTo>
                    <a:pt x="433128" y="0"/>
                  </a:lnTo>
                  <a:lnTo>
                    <a:pt x="448919" y="0"/>
                  </a:lnTo>
                  <a:lnTo>
                    <a:pt x="464710" y="0"/>
                  </a:lnTo>
                  <a:lnTo>
                    <a:pt x="480500" y="0"/>
                  </a:lnTo>
                  <a:lnTo>
                    <a:pt x="496291" y="0"/>
                  </a:lnTo>
                  <a:lnTo>
                    <a:pt x="512082" y="0"/>
                  </a:lnTo>
                  <a:lnTo>
                    <a:pt x="527873" y="0"/>
                  </a:lnTo>
                  <a:lnTo>
                    <a:pt x="543663" y="0"/>
                  </a:lnTo>
                  <a:lnTo>
                    <a:pt x="559454" y="0"/>
                  </a:lnTo>
                  <a:lnTo>
                    <a:pt x="575245" y="0"/>
                  </a:lnTo>
                  <a:lnTo>
                    <a:pt x="591036" y="0"/>
                  </a:lnTo>
                  <a:lnTo>
                    <a:pt x="606826" y="0"/>
                  </a:lnTo>
                  <a:lnTo>
                    <a:pt x="622617" y="0"/>
                  </a:lnTo>
                  <a:lnTo>
                    <a:pt x="638408" y="0"/>
                  </a:lnTo>
                  <a:lnTo>
                    <a:pt x="654199" y="0"/>
                  </a:lnTo>
                  <a:lnTo>
                    <a:pt x="669989" y="0"/>
                  </a:lnTo>
                  <a:lnTo>
                    <a:pt x="685780" y="0"/>
                  </a:lnTo>
                  <a:lnTo>
                    <a:pt x="701571" y="0"/>
                  </a:lnTo>
                  <a:lnTo>
                    <a:pt x="717362" y="0"/>
                  </a:lnTo>
                  <a:lnTo>
                    <a:pt x="733152" y="0"/>
                  </a:lnTo>
                  <a:lnTo>
                    <a:pt x="748943" y="0"/>
                  </a:lnTo>
                  <a:lnTo>
                    <a:pt x="764734" y="0"/>
                  </a:lnTo>
                  <a:lnTo>
                    <a:pt x="780524" y="0"/>
                  </a:lnTo>
                  <a:lnTo>
                    <a:pt x="796315" y="0"/>
                  </a:lnTo>
                  <a:lnTo>
                    <a:pt x="812106" y="0"/>
                  </a:lnTo>
                  <a:lnTo>
                    <a:pt x="827897" y="0"/>
                  </a:lnTo>
                  <a:lnTo>
                    <a:pt x="843687" y="0"/>
                  </a:lnTo>
                  <a:lnTo>
                    <a:pt x="859478" y="0"/>
                  </a:lnTo>
                  <a:lnTo>
                    <a:pt x="875269" y="0"/>
                  </a:lnTo>
                  <a:lnTo>
                    <a:pt x="891060" y="0"/>
                  </a:lnTo>
                  <a:lnTo>
                    <a:pt x="906850" y="0"/>
                  </a:lnTo>
                  <a:lnTo>
                    <a:pt x="922641" y="0"/>
                  </a:lnTo>
                  <a:lnTo>
                    <a:pt x="938432" y="0"/>
                  </a:lnTo>
                  <a:lnTo>
                    <a:pt x="954223" y="0"/>
                  </a:lnTo>
                  <a:lnTo>
                    <a:pt x="970013" y="0"/>
                  </a:lnTo>
                  <a:lnTo>
                    <a:pt x="985804" y="0"/>
                  </a:lnTo>
                  <a:lnTo>
                    <a:pt x="1001595" y="0"/>
                  </a:lnTo>
                  <a:lnTo>
                    <a:pt x="1017386" y="0"/>
                  </a:lnTo>
                  <a:lnTo>
                    <a:pt x="1033176" y="0"/>
                  </a:lnTo>
                  <a:lnTo>
                    <a:pt x="1048967" y="0"/>
                  </a:lnTo>
                  <a:lnTo>
                    <a:pt x="1064758" y="0"/>
                  </a:lnTo>
                  <a:lnTo>
                    <a:pt x="1080549" y="0"/>
                  </a:lnTo>
                  <a:lnTo>
                    <a:pt x="1096339" y="0"/>
                  </a:lnTo>
                  <a:lnTo>
                    <a:pt x="1112130" y="0"/>
                  </a:lnTo>
                  <a:lnTo>
                    <a:pt x="1127921" y="0"/>
                  </a:lnTo>
                  <a:lnTo>
                    <a:pt x="1143712" y="0"/>
                  </a:lnTo>
                  <a:lnTo>
                    <a:pt x="1159502" y="0"/>
                  </a:lnTo>
                  <a:lnTo>
                    <a:pt x="1175293" y="0"/>
                  </a:lnTo>
                  <a:lnTo>
                    <a:pt x="1191084" y="0"/>
                  </a:lnTo>
                  <a:lnTo>
                    <a:pt x="1206875" y="0"/>
                  </a:lnTo>
                  <a:lnTo>
                    <a:pt x="1222665" y="0"/>
                  </a:lnTo>
                  <a:lnTo>
                    <a:pt x="1238456" y="0"/>
                  </a:lnTo>
                  <a:lnTo>
                    <a:pt x="1251309" y="0"/>
                  </a:lnTo>
                  <a:lnTo>
                    <a:pt x="1251309" y="0"/>
                  </a:lnTo>
                </a:path>
              </a:pathLst>
            </a:custGeom>
            <a:ln w="9525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78" name="pl4078"/>
            <p:cNvSpPr/>
            <p:nvPr/>
          </p:nvSpPr>
          <p:spPr>
            <a:xfrm>
              <a:off x="3558992" y="2835638"/>
              <a:ext cx="1668413" cy="0"/>
            </a:xfrm>
            <a:custGeom>
              <a:avLst/>
              <a:gdLst/>
              <a:ahLst/>
              <a:cxnLst/>
              <a:rect l="0" t="0" r="0" b="0"/>
              <a:pathLst>
                <a:path w="1251309">
                  <a:moveTo>
                    <a:pt x="0" y="0"/>
                  </a:moveTo>
                  <a:lnTo>
                    <a:pt x="6778" y="0"/>
                  </a:lnTo>
                  <a:lnTo>
                    <a:pt x="22569" y="0"/>
                  </a:lnTo>
                  <a:lnTo>
                    <a:pt x="38359" y="0"/>
                  </a:lnTo>
                  <a:lnTo>
                    <a:pt x="54150" y="0"/>
                  </a:lnTo>
                  <a:lnTo>
                    <a:pt x="69941" y="0"/>
                  </a:lnTo>
                  <a:lnTo>
                    <a:pt x="85732" y="0"/>
                  </a:lnTo>
                  <a:lnTo>
                    <a:pt x="101522" y="0"/>
                  </a:lnTo>
                  <a:lnTo>
                    <a:pt x="117313" y="0"/>
                  </a:lnTo>
                  <a:lnTo>
                    <a:pt x="133104" y="0"/>
                  </a:lnTo>
                  <a:lnTo>
                    <a:pt x="148895" y="0"/>
                  </a:lnTo>
                  <a:lnTo>
                    <a:pt x="164685" y="0"/>
                  </a:lnTo>
                  <a:lnTo>
                    <a:pt x="180476" y="0"/>
                  </a:lnTo>
                  <a:lnTo>
                    <a:pt x="196267" y="0"/>
                  </a:lnTo>
                  <a:lnTo>
                    <a:pt x="212058" y="0"/>
                  </a:lnTo>
                  <a:lnTo>
                    <a:pt x="227848" y="0"/>
                  </a:lnTo>
                  <a:lnTo>
                    <a:pt x="243639" y="0"/>
                  </a:lnTo>
                  <a:lnTo>
                    <a:pt x="259430" y="0"/>
                  </a:lnTo>
                  <a:lnTo>
                    <a:pt x="275221" y="0"/>
                  </a:lnTo>
                  <a:lnTo>
                    <a:pt x="291011" y="0"/>
                  </a:lnTo>
                  <a:lnTo>
                    <a:pt x="306802" y="0"/>
                  </a:lnTo>
                  <a:lnTo>
                    <a:pt x="322593" y="0"/>
                  </a:lnTo>
                  <a:lnTo>
                    <a:pt x="338384" y="0"/>
                  </a:lnTo>
                  <a:lnTo>
                    <a:pt x="354174" y="0"/>
                  </a:lnTo>
                  <a:lnTo>
                    <a:pt x="369965" y="0"/>
                  </a:lnTo>
                  <a:lnTo>
                    <a:pt x="385756" y="0"/>
                  </a:lnTo>
                  <a:lnTo>
                    <a:pt x="401547" y="0"/>
                  </a:lnTo>
                  <a:lnTo>
                    <a:pt x="417337" y="0"/>
                  </a:lnTo>
                  <a:lnTo>
                    <a:pt x="433128" y="0"/>
                  </a:lnTo>
                  <a:lnTo>
                    <a:pt x="448919" y="0"/>
                  </a:lnTo>
                  <a:lnTo>
                    <a:pt x="464710" y="0"/>
                  </a:lnTo>
                  <a:lnTo>
                    <a:pt x="480500" y="0"/>
                  </a:lnTo>
                  <a:lnTo>
                    <a:pt x="496291" y="0"/>
                  </a:lnTo>
                  <a:lnTo>
                    <a:pt x="512082" y="0"/>
                  </a:lnTo>
                  <a:lnTo>
                    <a:pt x="527873" y="0"/>
                  </a:lnTo>
                  <a:lnTo>
                    <a:pt x="543663" y="0"/>
                  </a:lnTo>
                  <a:lnTo>
                    <a:pt x="559454" y="0"/>
                  </a:lnTo>
                  <a:lnTo>
                    <a:pt x="575245" y="0"/>
                  </a:lnTo>
                  <a:lnTo>
                    <a:pt x="591036" y="0"/>
                  </a:lnTo>
                  <a:lnTo>
                    <a:pt x="606826" y="0"/>
                  </a:lnTo>
                  <a:lnTo>
                    <a:pt x="622617" y="0"/>
                  </a:lnTo>
                  <a:lnTo>
                    <a:pt x="638408" y="0"/>
                  </a:lnTo>
                  <a:lnTo>
                    <a:pt x="654199" y="0"/>
                  </a:lnTo>
                  <a:lnTo>
                    <a:pt x="669989" y="0"/>
                  </a:lnTo>
                  <a:lnTo>
                    <a:pt x="685780" y="0"/>
                  </a:lnTo>
                  <a:lnTo>
                    <a:pt x="701571" y="0"/>
                  </a:lnTo>
                  <a:lnTo>
                    <a:pt x="717362" y="0"/>
                  </a:lnTo>
                  <a:lnTo>
                    <a:pt x="733152" y="0"/>
                  </a:lnTo>
                  <a:lnTo>
                    <a:pt x="748943" y="0"/>
                  </a:lnTo>
                  <a:lnTo>
                    <a:pt x="764734" y="0"/>
                  </a:lnTo>
                  <a:lnTo>
                    <a:pt x="780524" y="0"/>
                  </a:lnTo>
                  <a:lnTo>
                    <a:pt x="796315" y="0"/>
                  </a:lnTo>
                  <a:lnTo>
                    <a:pt x="812106" y="0"/>
                  </a:lnTo>
                  <a:lnTo>
                    <a:pt x="827897" y="0"/>
                  </a:lnTo>
                  <a:lnTo>
                    <a:pt x="843687" y="0"/>
                  </a:lnTo>
                  <a:lnTo>
                    <a:pt x="859478" y="0"/>
                  </a:lnTo>
                  <a:lnTo>
                    <a:pt x="875269" y="0"/>
                  </a:lnTo>
                  <a:lnTo>
                    <a:pt x="891060" y="0"/>
                  </a:lnTo>
                  <a:lnTo>
                    <a:pt x="906850" y="0"/>
                  </a:lnTo>
                  <a:lnTo>
                    <a:pt x="922641" y="0"/>
                  </a:lnTo>
                  <a:lnTo>
                    <a:pt x="938432" y="0"/>
                  </a:lnTo>
                  <a:lnTo>
                    <a:pt x="954223" y="0"/>
                  </a:lnTo>
                  <a:lnTo>
                    <a:pt x="970013" y="0"/>
                  </a:lnTo>
                  <a:lnTo>
                    <a:pt x="985804" y="0"/>
                  </a:lnTo>
                  <a:lnTo>
                    <a:pt x="1001595" y="0"/>
                  </a:lnTo>
                  <a:lnTo>
                    <a:pt x="1017386" y="0"/>
                  </a:lnTo>
                  <a:lnTo>
                    <a:pt x="1033176" y="0"/>
                  </a:lnTo>
                  <a:lnTo>
                    <a:pt x="1048967" y="0"/>
                  </a:lnTo>
                  <a:lnTo>
                    <a:pt x="1064758" y="0"/>
                  </a:lnTo>
                  <a:lnTo>
                    <a:pt x="1080549" y="0"/>
                  </a:lnTo>
                  <a:lnTo>
                    <a:pt x="1096339" y="0"/>
                  </a:lnTo>
                  <a:lnTo>
                    <a:pt x="1112130" y="0"/>
                  </a:lnTo>
                  <a:lnTo>
                    <a:pt x="1127921" y="0"/>
                  </a:lnTo>
                  <a:lnTo>
                    <a:pt x="1143712" y="0"/>
                  </a:lnTo>
                  <a:lnTo>
                    <a:pt x="1159502" y="0"/>
                  </a:lnTo>
                  <a:lnTo>
                    <a:pt x="1175293" y="0"/>
                  </a:lnTo>
                  <a:lnTo>
                    <a:pt x="1191084" y="0"/>
                  </a:lnTo>
                  <a:lnTo>
                    <a:pt x="1206875" y="0"/>
                  </a:lnTo>
                  <a:lnTo>
                    <a:pt x="1222665" y="0"/>
                  </a:lnTo>
                  <a:lnTo>
                    <a:pt x="1238456" y="0"/>
                  </a:lnTo>
                  <a:lnTo>
                    <a:pt x="1251309" y="0"/>
                  </a:lnTo>
                  <a:lnTo>
                    <a:pt x="1251309" y="0"/>
                  </a:lnTo>
                </a:path>
              </a:pathLst>
            </a:custGeom>
            <a:ln w="9525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79" name="pl4079"/>
            <p:cNvSpPr/>
            <p:nvPr/>
          </p:nvSpPr>
          <p:spPr>
            <a:xfrm>
              <a:off x="3558992" y="2457869"/>
              <a:ext cx="1668413" cy="0"/>
            </a:xfrm>
            <a:custGeom>
              <a:avLst/>
              <a:gdLst/>
              <a:ahLst/>
              <a:cxnLst/>
              <a:rect l="0" t="0" r="0" b="0"/>
              <a:pathLst>
                <a:path w="1251309">
                  <a:moveTo>
                    <a:pt x="0" y="0"/>
                  </a:moveTo>
                  <a:lnTo>
                    <a:pt x="6778" y="0"/>
                  </a:lnTo>
                  <a:lnTo>
                    <a:pt x="22569" y="0"/>
                  </a:lnTo>
                  <a:lnTo>
                    <a:pt x="38359" y="0"/>
                  </a:lnTo>
                  <a:lnTo>
                    <a:pt x="54150" y="0"/>
                  </a:lnTo>
                  <a:lnTo>
                    <a:pt x="69941" y="0"/>
                  </a:lnTo>
                  <a:lnTo>
                    <a:pt x="85732" y="0"/>
                  </a:lnTo>
                  <a:lnTo>
                    <a:pt x="101522" y="0"/>
                  </a:lnTo>
                  <a:lnTo>
                    <a:pt x="117313" y="0"/>
                  </a:lnTo>
                  <a:lnTo>
                    <a:pt x="133104" y="0"/>
                  </a:lnTo>
                  <a:lnTo>
                    <a:pt x="148895" y="0"/>
                  </a:lnTo>
                  <a:lnTo>
                    <a:pt x="164685" y="0"/>
                  </a:lnTo>
                  <a:lnTo>
                    <a:pt x="180476" y="0"/>
                  </a:lnTo>
                  <a:lnTo>
                    <a:pt x="196267" y="0"/>
                  </a:lnTo>
                  <a:lnTo>
                    <a:pt x="212058" y="0"/>
                  </a:lnTo>
                  <a:lnTo>
                    <a:pt x="227848" y="0"/>
                  </a:lnTo>
                  <a:lnTo>
                    <a:pt x="243639" y="0"/>
                  </a:lnTo>
                  <a:lnTo>
                    <a:pt x="259430" y="0"/>
                  </a:lnTo>
                  <a:lnTo>
                    <a:pt x="275221" y="0"/>
                  </a:lnTo>
                  <a:lnTo>
                    <a:pt x="291011" y="0"/>
                  </a:lnTo>
                  <a:lnTo>
                    <a:pt x="306802" y="0"/>
                  </a:lnTo>
                  <a:lnTo>
                    <a:pt x="322593" y="0"/>
                  </a:lnTo>
                  <a:lnTo>
                    <a:pt x="338384" y="0"/>
                  </a:lnTo>
                  <a:lnTo>
                    <a:pt x="354174" y="0"/>
                  </a:lnTo>
                  <a:lnTo>
                    <a:pt x="369965" y="0"/>
                  </a:lnTo>
                  <a:lnTo>
                    <a:pt x="385756" y="0"/>
                  </a:lnTo>
                  <a:lnTo>
                    <a:pt x="401547" y="0"/>
                  </a:lnTo>
                  <a:lnTo>
                    <a:pt x="417337" y="0"/>
                  </a:lnTo>
                  <a:lnTo>
                    <a:pt x="433128" y="0"/>
                  </a:lnTo>
                  <a:lnTo>
                    <a:pt x="448919" y="0"/>
                  </a:lnTo>
                  <a:lnTo>
                    <a:pt x="464710" y="0"/>
                  </a:lnTo>
                  <a:lnTo>
                    <a:pt x="480500" y="0"/>
                  </a:lnTo>
                  <a:lnTo>
                    <a:pt x="496291" y="0"/>
                  </a:lnTo>
                  <a:lnTo>
                    <a:pt x="512082" y="0"/>
                  </a:lnTo>
                  <a:lnTo>
                    <a:pt x="527873" y="0"/>
                  </a:lnTo>
                  <a:lnTo>
                    <a:pt x="543663" y="0"/>
                  </a:lnTo>
                  <a:lnTo>
                    <a:pt x="559454" y="0"/>
                  </a:lnTo>
                  <a:lnTo>
                    <a:pt x="575245" y="0"/>
                  </a:lnTo>
                  <a:lnTo>
                    <a:pt x="591036" y="0"/>
                  </a:lnTo>
                  <a:lnTo>
                    <a:pt x="606826" y="0"/>
                  </a:lnTo>
                  <a:lnTo>
                    <a:pt x="622617" y="0"/>
                  </a:lnTo>
                  <a:lnTo>
                    <a:pt x="638408" y="0"/>
                  </a:lnTo>
                  <a:lnTo>
                    <a:pt x="654199" y="0"/>
                  </a:lnTo>
                  <a:lnTo>
                    <a:pt x="669989" y="0"/>
                  </a:lnTo>
                  <a:lnTo>
                    <a:pt x="685780" y="0"/>
                  </a:lnTo>
                  <a:lnTo>
                    <a:pt x="701571" y="0"/>
                  </a:lnTo>
                  <a:lnTo>
                    <a:pt x="717362" y="0"/>
                  </a:lnTo>
                  <a:lnTo>
                    <a:pt x="733152" y="0"/>
                  </a:lnTo>
                  <a:lnTo>
                    <a:pt x="748943" y="0"/>
                  </a:lnTo>
                  <a:lnTo>
                    <a:pt x="764734" y="0"/>
                  </a:lnTo>
                  <a:lnTo>
                    <a:pt x="780524" y="0"/>
                  </a:lnTo>
                  <a:lnTo>
                    <a:pt x="796315" y="0"/>
                  </a:lnTo>
                  <a:lnTo>
                    <a:pt x="812106" y="0"/>
                  </a:lnTo>
                  <a:lnTo>
                    <a:pt x="827897" y="0"/>
                  </a:lnTo>
                  <a:lnTo>
                    <a:pt x="843687" y="0"/>
                  </a:lnTo>
                  <a:lnTo>
                    <a:pt x="859478" y="0"/>
                  </a:lnTo>
                  <a:lnTo>
                    <a:pt x="875269" y="0"/>
                  </a:lnTo>
                  <a:lnTo>
                    <a:pt x="891060" y="0"/>
                  </a:lnTo>
                  <a:lnTo>
                    <a:pt x="906850" y="0"/>
                  </a:lnTo>
                  <a:lnTo>
                    <a:pt x="922641" y="0"/>
                  </a:lnTo>
                  <a:lnTo>
                    <a:pt x="938432" y="0"/>
                  </a:lnTo>
                  <a:lnTo>
                    <a:pt x="954223" y="0"/>
                  </a:lnTo>
                  <a:lnTo>
                    <a:pt x="970013" y="0"/>
                  </a:lnTo>
                  <a:lnTo>
                    <a:pt x="985804" y="0"/>
                  </a:lnTo>
                  <a:lnTo>
                    <a:pt x="1001595" y="0"/>
                  </a:lnTo>
                  <a:lnTo>
                    <a:pt x="1017386" y="0"/>
                  </a:lnTo>
                  <a:lnTo>
                    <a:pt x="1033176" y="0"/>
                  </a:lnTo>
                  <a:lnTo>
                    <a:pt x="1048967" y="0"/>
                  </a:lnTo>
                  <a:lnTo>
                    <a:pt x="1064758" y="0"/>
                  </a:lnTo>
                  <a:lnTo>
                    <a:pt x="1080549" y="0"/>
                  </a:lnTo>
                  <a:lnTo>
                    <a:pt x="1096339" y="0"/>
                  </a:lnTo>
                  <a:lnTo>
                    <a:pt x="1112130" y="0"/>
                  </a:lnTo>
                  <a:lnTo>
                    <a:pt x="1127921" y="0"/>
                  </a:lnTo>
                  <a:lnTo>
                    <a:pt x="1143712" y="0"/>
                  </a:lnTo>
                  <a:lnTo>
                    <a:pt x="1159502" y="0"/>
                  </a:lnTo>
                  <a:lnTo>
                    <a:pt x="1175293" y="0"/>
                  </a:lnTo>
                  <a:lnTo>
                    <a:pt x="1191084" y="0"/>
                  </a:lnTo>
                  <a:lnTo>
                    <a:pt x="1206875" y="0"/>
                  </a:lnTo>
                  <a:lnTo>
                    <a:pt x="1222665" y="0"/>
                  </a:lnTo>
                  <a:lnTo>
                    <a:pt x="1238456" y="0"/>
                  </a:lnTo>
                  <a:lnTo>
                    <a:pt x="1251309" y="0"/>
                  </a:lnTo>
                  <a:lnTo>
                    <a:pt x="1251309" y="0"/>
                  </a:lnTo>
                </a:path>
              </a:pathLst>
            </a:custGeom>
            <a:ln w="9525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80" name="pl4080"/>
            <p:cNvSpPr/>
            <p:nvPr/>
          </p:nvSpPr>
          <p:spPr>
            <a:xfrm>
              <a:off x="3558992" y="2080103"/>
              <a:ext cx="1668413" cy="0"/>
            </a:xfrm>
            <a:custGeom>
              <a:avLst/>
              <a:gdLst/>
              <a:ahLst/>
              <a:cxnLst/>
              <a:rect l="0" t="0" r="0" b="0"/>
              <a:pathLst>
                <a:path w="1251309">
                  <a:moveTo>
                    <a:pt x="0" y="0"/>
                  </a:moveTo>
                  <a:lnTo>
                    <a:pt x="6778" y="0"/>
                  </a:lnTo>
                  <a:lnTo>
                    <a:pt x="22569" y="0"/>
                  </a:lnTo>
                  <a:lnTo>
                    <a:pt x="38359" y="0"/>
                  </a:lnTo>
                  <a:lnTo>
                    <a:pt x="54150" y="0"/>
                  </a:lnTo>
                  <a:lnTo>
                    <a:pt x="69941" y="0"/>
                  </a:lnTo>
                  <a:lnTo>
                    <a:pt x="85732" y="0"/>
                  </a:lnTo>
                  <a:lnTo>
                    <a:pt x="101522" y="0"/>
                  </a:lnTo>
                  <a:lnTo>
                    <a:pt x="117313" y="0"/>
                  </a:lnTo>
                  <a:lnTo>
                    <a:pt x="133104" y="0"/>
                  </a:lnTo>
                  <a:lnTo>
                    <a:pt x="148895" y="0"/>
                  </a:lnTo>
                  <a:lnTo>
                    <a:pt x="164685" y="0"/>
                  </a:lnTo>
                  <a:lnTo>
                    <a:pt x="180476" y="0"/>
                  </a:lnTo>
                  <a:lnTo>
                    <a:pt x="196267" y="0"/>
                  </a:lnTo>
                  <a:lnTo>
                    <a:pt x="212058" y="0"/>
                  </a:lnTo>
                  <a:lnTo>
                    <a:pt x="227848" y="0"/>
                  </a:lnTo>
                  <a:lnTo>
                    <a:pt x="243639" y="0"/>
                  </a:lnTo>
                  <a:lnTo>
                    <a:pt x="259430" y="0"/>
                  </a:lnTo>
                  <a:lnTo>
                    <a:pt x="275221" y="0"/>
                  </a:lnTo>
                  <a:lnTo>
                    <a:pt x="291011" y="0"/>
                  </a:lnTo>
                  <a:lnTo>
                    <a:pt x="306802" y="0"/>
                  </a:lnTo>
                  <a:lnTo>
                    <a:pt x="322593" y="0"/>
                  </a:lnTo>
                  <a:lnTo>
                    <a:pt x="338384" y="0"/>
                  </a:lnTo>
                  <a:lnTo>
                    <a:pt x="354174" y="0"/>
                  </a:lnTo>
                  <a:lnTo>
                    <a:pt x="369965" y="0"/>
                  </a:lnTo>
                  <a:lnTo>
                    <a:pt x="385756" y="0"/>
                  </a:lnTo>
                  <a:lnTo>
                    <a:pt x="401547" y="0"/>
                  </a:lnTo>
                  <a:lnTo>
                    <a:pt x="417337" y="0"/>
                  </a:lnTo>
                  <a:lnTo>
                    <a:pt x="433128" y="0"/>
                  </a:lnTo>
                  <a:lnTo>
                    <a:pt x="448919" y="0"/>
                  </a:lnTo>
                  <a:lnTo>
                    <a:pt x="464710" y="0"/>
                  </a:lnTo>
                  <a:lnTo>
                    <a:pt x="480500" y="0"/>
                  </a:lnTo>
                  <a:lnTo>
                    <a:pt x="496291" y="0"/>
                  </a:lnTo>
                  <a:lnTo>
                    <a:pt x="512082" y="0"/>
                  </a:lnTo>
                  <a:lnTo>
                    <a:pt x="527873" y="0"/>
                  </a:lnTo>
                  <a:lnTo>
                    <a:pt x="543663" y="0"/>
                  </a:lnTo>
                  <a:lnTo>
                    <a:pt x="559454" y="0"/>
                  </a:lnTo>
                  <a:lnTo>
                    <a:pt x="575245" y="0"/>
                  </a:lnTo>
                  <a:lnTo>
                    <a:pt x="591036" y="0"/>
                  </a:lnTo>
                  <a:lnTo>
                    <a:pt x="606826" y="0"/>
                  </a:lnTo>
                  <a:lnTo>
                    <a:pt x="622617" y="0"/>
                  </a:lnTo>
                  <a:lnTo>
                    <a:pt x="638408" y="0"/>
                  </a:lnTo>
                  <a:lnTo>
                    <a:pt x="654199" y="0"/>
                  </a:lnTo>
                  <a:lnTo>
                    <a:pt x="669989" y="0"/>
                  </a:lnTo>
                  <a:lnTo>
                    <a:pt x="685780" y="0"/>
                  </a:lnTo>
                  <a:lnTo>
                    <a:pt x="701571" y="0"/>
                  </a:lnTo>
                  <a:lnTo>
                    <a:pt x="717362" y="0"/>
                  </a:lnTo>
                  <a:lnTo>
                    <a:pt x="733152" y="0"/>
                  </a:lnTo>
                  <a:lnTo>
                    <a:pt x="748943" y="0"/>
                  </a:lnTo>
                  <a:lnTo>
                    <a:pt x="764734" y="0"/>
                  </a:lnTo>
                  <a:lnTo>
                    <a:pt x="780524" y="0"/>
                  </a:lnTo>
                  <a:lnTo>
                    <a:pt x="796315" y="0"/>
                  </a:lnTo>
                  <a:lnTo>
                    <a:pt x="812106" y="0"/>
                  </a:lnTo>
                  <a:lnTo>
                    <a:pt x="827897" y="0"/>
                  </a:lnTo>
                  <a:lnTo>
                    <a:pt x="843687" y="0"/>
                  </a:lnTo>
                  <a:lnTo>
                    <a:pt x="859478" y="0"/>
                  </a:lnTo>
                  <a:lnTo>
                    <a:pt x="875269" y="0"/>
                  </a:lnTo>
                  <a:lnTo>
                    <a:pt x="891060" y="0"/>
                  </a:lnTo>
                  <a:lnTo>
                    <a:pt x="906850" y="0"/>
                  </a:lnTo>
                  <a:lnTo>
                    <a:pt x="922641" y="0"/>
                  </a:lnTo>
                  <a:lnTo>
                    <a:pt x="938432" y="0"/>
                  </a:lnTo>
                  <a:lnTo>
                    <a:pt x="954223" y="0"/>
                  </a:lnTo>
                  <a:lnTo>
                    <a:pt x="970013" y="0"/>
                  </a:lnTo>
                  <a:lnTo>
                    <a:pt x="985804" y="0"/>
                  </a:lnTo>
                  <a:lnTo>
                    <a:pt x="1001595" y="0"/>
                  </a:lnTo>
                  <a:lnTo>
                    <a:pt x="1017386" y="0"/>
                  </a:lnTo>
                  <a:lnTo>
                    <a:pt x="1033176" y="0"/>
                  </a:lnTo>
                  <a:lnTo>
                    <a:pt x="1048967" y="0"/>
                  </a:lnTo>
                  <a:lnTo>
                    <a:pt x="1064758" y="0"/>
                  </a:lnTo>
                  <a:lnTo>
                    <a:pt x="1080549" y="0"/>
                  </a:lnTo>
                  <a:lnTo>
                    <a:pt x="1096339" y="0"/>
                  </a:lnTo>
                  <a:lnTo>
                    <a:pt x="1112130" y="0"/>
                  </a:lnTo>
                  <a:lnTo>
                    <a:pt x="1127921" y="0"/>
                  </a:lnTo>
                  <a:lnTo>
                    <a:pt x="1143712" y="0"/>
                  </a:lnTo>
                  <a:lnTo>
                    <a:pt x="1159502" y="0"/>
                  </a:lnTo>
                  <a:lnTo>
                    <a:pt x="1175293" y="0"/>
                  </a:lnTo>
                  <a:lnTo>
                    <a:pt x="1191084" y="0"/>
                  </a:lnTo>
                  <a:lnTo>
                    <a:pt x="1206875" y="0"/>
                  </a:lnTo>
                  <a:lnTo>
                    <a:pt x="1222665" y="0"/>
                  </a:lnTo>
                  <a:lnTo>
                    <a:pt x="1238456" y="0"/>
                  </a:lnTo>
                  <a:lnTo>
                    <a:pt x="1251309" y="0"/>
                  </a:lnTo>
                  <a:lnTo>
                    <a:pt x="1251309" y="0"/>
                  </a:lnTo>
                </a:path>
              </a:pathLst>
            </a:custGeom>
            <a:ln w="9525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81" name="ph4081"/>
            <p:cNvSpPr/>
            <p:nvPr/>
          </p:nvSpPr>
          <p:spPr>
            <a:xfrm>
              <a:off x="3091354" y="844733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82" name="ph4082"/>
            <p:cNvSpPr/>
            <p:nvPr/>
          </p:nvSpPr>
          <p:spPr>
            <a:xfrm>
              <a:off x="3124096" y="844733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83" name="ph4083"/>
            <p:cNvSpPr/>
            <p:nvPr/>
          </p:nvSpPr>
          <p:spPr>
            <a:xfrm>
              <a:off x="3156838" y="844733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84" name="ph4084"/>
            <p:cNvSpPr/>
            <p:nvPr/>
          </p:nvSpPr>
          <p:spPr>
            <a:xfrm>
              <a:off x="3189580" y="844733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85" name="ph4085"/>
            <p:cNvSpPr/>
            <p:nvPr/>
          </p:nvSpPr>
          <p:spPr>
            <a:xfrm>
              <a:off x="3222322" y="844733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86" name="ph4086"/>
            <p:cNvSpPr/>
            <p:nvPr/>
          </p:nvSpPr>
          <p:spPr>
            <a:xfrm>
              <a:off x="3255064" y="844733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87" name="ph4087"/>
            <p:cNvSpPr/>
            <p:nvPr/>
          </p:nvSpPr>
          <p:spPr>
            <a:xfrm>
              <a:off x="3287804" y="844733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88" name="ph4088"/>
            <p:cNvSpPr/>
            <p:nvPr/>
          </p:nvSpPr>
          <p:spPr>
            <a:xfrm>
              <a:off x="3451514" y="844733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89" name="ph4089"/>
            <p:cNvSpPr/>
            <p:nvPr/>
          </p:nvSpPr>
          <p:spPr>
            <a:xfrm>
              <a:off x="3484256" y="844733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90" name="ph4090"/>
            <p:cNvSpPr/>
            <p:nvPr/>
          </p:nvSpPr>
          <p:spPr>
            <a:xfrm>
              <a:off x="3516998" y="844733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91" name="ph4091"/>
            <p:cNvSpPr/>
            <p:nvPr/>
          </p:nvSpPr>
          <p:spPr>
            <a:xfrm>
              <a:off x="3549740" y="844733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92" name="ph4092"/>
            <p:cNvSpPr/>
            <p:nvPr/>
          </p:nvSpPr>
          <p:spPr>
            <a:xfrm>
              <a:off x="3582481" y="844733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93" name="ph4093"/>
            <p:cNvSpPr/>
            <p:nvPr/>
          </p:nvSpPr>
          <p:spPr>
            <a:xfrm>
              <a:off x="3058613" y="886271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94" name="ph4094"/>
            <p:cNvSpPr/>
            <p:nvPr/>
          </p:nvSpPr>
          <p:spPr>
            <a:xfrm>
              <a:off x="3091354" y="886271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95" name="ph4095"/>
            <p:cNvSpPr/>
            <p:nvPr/>
          </p:nvSpPr>
          <p:spPr>
            <a:xfrm>
              <a:off x="3124096" y="886271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96" name="ph4096"/>
            <p:cNvSpPr/>
            <p:nvPr/>
          </p:nvSpPr>
          <p:spPr>
            <a:xfrm>
              <a:off x="3156838" y="886271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97" name="ph4097"/>
            <p:cNvSpPr/>
            <p:nvPr/>
          </p:nvSpPr>
          <p:spPr>
            <a:xfrm>
              <a:off x="3189580" y="886271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98" name="ph4098"/>
            <p:cNvSpPr/>
            <p:nvPr/>
          </p:nvSpPr>
          <p:spPr>
            <a:xfrm>
              <a:off x="3222322" y="886271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99" name="ph4099"/>
            <p:cNvSpPr/>
            <p:nvPr/>
          </p:nvSpPr>
          <p:spPr>
            <a:xfrm>
              <a:off x="3255064" y="886271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00" name="ph4100"/>
            <p:cNvSpPr/>
            <p:nvPr/>
          </p:nvSpPr>
          <p:spPr>
            <a:xfrm>
              <a:off x="3287804" y="886271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7BD6B6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01" name="ph4101"/>
            <p:cNvSpPr/>
            <p:nvPr/>
          </p:nvSpPr>
          <p:spPr>
            <a:xfrm>
              <a:off x="3451514" y="886271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02" name="ph4102"/>
            <p:cNvSpPr/>
            <p:nvPr/>
          </p:nvSpPr>
          <p:spPr>
            <a:xfrm>
              <a:off x="3484256" y="886271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03" name="ph4103"/>
            <p:cNvSpPr/>
            <p:nvPr/>
          </p:nvSpPr>
          <p:spPr>
            <a:xfrm>
              <a:off x="3516998" y="886271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04" name="ph4104"/>
            <p:cNvSpPr/>
            <p:nvPr/>
          </p:nvSpPr>
          <p:spPr>
            <a:xfrm>
              <a:off x="3549740" y="886271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05" name="ph4105"/>
            <p:cNvSpPr/>
            <p:nvPr/>
          </p:nvSpPr>
          <p:spPr>
            <a:xfrm>
              <a:off x="3582481" y="886271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06" name="ph4106"/>
            <p:cNvSpPr/>
            <p:nvPr/>
          </p:nvSpPr>
          <p:spPr>
            <a:xfrm>
              <a:off x="2894903" y="927809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07" name="ph4107"/>
            <p:cNvSpPr/>
            <p:nvPr/>
          </p:nvSpPr>
          <p:spPr>
            <a:xfrm>
              <a:off x="2927645" y="927809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08" name="ph4108"/>
            <p:cNvSpPr/>
            <p:nvPr/>
          </p:nvSpPr>
          <p:spPr>
            <a:xfrm>
              <a:off x="2960387" y="927809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09" name="ph4109"/>
            <p:cNvSpPr/>
            <p:nvPr/>
          </p:nvSpPr>
          <p:spPr>
            <a:xfrm>
              <a:off x="2993129" y="927809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10" name="ph4110"/>
            <p:cNvSpPr/>
            <p:nvPr/>
          </p:nvSpPr>
          <p:spPr>
            <a:xfrm>
              <a:off x="3025870" y="927809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11" name="ph4111"/>
            <p:cNvSpPr/>
            <p:nvPr/>
          </p:nvSpPr>
          <p:spPr>
            <a:xfrm>
              <a:off x="3058613" y="927809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ADABC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12" name="ph4112"/>
            <p:cNvSpPr/>
            <p:nvPr/>
          </p:nvSpPr>
          <p:spPr>
            <a:xfrm>
              <a:off x="3091354" y="927809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ADABC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13" name="ph4113"/>
            <p:cNvSpPr/>
            <p:nvPr/>
          </p:nvSpPr>
          <p:spPr>
            <a:xfrm>
              <a:off x="3124096" y="927809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14" name="ph4114"/>
            <p:cNvSpPr/>
            <p:nvPr/>
          </p:nvSpPr>
          <p:spPr>
            <a:xfrm>
              <a:off x="3156838" y="927809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15" name="ph4115"/>
            <p:cNvSpPr/>
            <p:nvPr/>
          </p:nvSpPr>
          <p:spPr>
            <a:xfrm>
              <a:off x="3189580" y="927809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16" name="ph4116"/>
            <p:cNvSpPr/>
            <p:nvPr/>
          </p:nvSpPr>
          <p:spPr>
            <a:xfrm>
              <a:off x="3222322" y="927809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17" name="ph4117"/>
            <p:cNvSpPr/>
            <p:nvPr/>
          </p:nvSpPr>
          <p:spPr>
            <a:xfrm>
              <a:off x="3255064" y="927809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18" name="ph4118"/>
            <p:cNvSpPr/>
            <p:nvPr/>
          </p:nvSpPr>
          <p:spPr>
            <a:xfrm>
              <a:off x="3418772" y="927809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19" name="ph4119"/>
            <p:cNvSpPr/>
            <p:nvPr/>
          </p:nvSpPr>
          <p:spPr>
            <a:xfrm>
              <a:off x="3451514" y="927809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20" name="ph4120"/>
            <p:cNvSpPr/>
            <p:nvPr/>
          </p:nvSpPr>
          <p:spPr>
            <a:xfrm>
              <a:off x="3484256" y="927809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21" name="ph4121"/>
            <p:cNvSpPr/>
            <p:nvPr/>
          </p:nvSpPr>
          <p:spPr>
            <a:xfrm>
              <a:off x="3516998" y="927809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22" name="ph4122"/>
            <p:cNvSpPr/>
            <p:nvPr/>
          </p:nvSpPr>
          <p:spPr>
            <a:xfrm>
              <a:off x="3549740" y="927809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23" name="ph4123"/>
            <p:cNvSpPr/>
            <p:nvPr/>
          </p:nvSpPr>
          <p:spPr>
            <a:xfrm>
              <a:off x="3582481" y="927809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24" name="ph4124"/>
            <p:cNvSpPr/>
            <p:nvPr/>
          </p:nvSpPr>
          <p:spPr>
            <a:xfrm>
              <a:off x="2862161" y="969347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25" name="ph4125"/>
            <p:cNvSpPr/>
            <p:nvPr/>
          </p:nvSpPr>
          <p:spPr>
            <a:xfrm>
              <a:off x="2894903" y="969347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26" name="ph4126"/>
            <p:cNvSpPr/>
            <p:nvPr/>
          </p:nvSpPr>
          <p:spPr>
            <a:xfrm>
              <a:off x="2927645" y="969347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27" name="ph4127"/>
            <p:cNvSpPr/>
            <p:nvPr/>
          </p:nvSpPr>
          <p:spPr>
            <a:xfrm>
              <a:off x="2960387" y="969347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28" name="ph4128"/>
            <p:cNvSpPr/>
            <p:nvPr/>
          </p:nvSpPr>
          <p:spPr>
            <a:xfrm>
              <a:off x="2993129" y="969347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29" name="ph4129"/>
            <p:cNvSpPr/>
            <p:nvPr/>
          </p:nvSpPr>
          <p:spPr>
            <a:xfrm>
              <a:off x="3025870" y="969347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CDABD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30" name="ph4130"/>
            <p:cNvSpPr/>
            <p:nvPr/>
          </p:nvSpPr>
          <p:spPr>
            <a:xfrm>
              <a:off x="3058613" y="969347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CDBBD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31" name="ph4131"/>
            <p:cNvSpPr/>
            <p:nvPr/>
          </p:nvSpPr>
          <p:spPr>
            <a:xfrm>
              <a:off x="3091354" y="969347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CDBBE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32" name="ph4132"/>
            <p:cNvSpPr/>
            <p:nvPr/>
          </p:nvSpPr>
          <p:spPr>
            <a:xfrm>
              <a:off x="3124096" y="969347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CDBBD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33" name="ph4133"/>
            <p:cNvSpPr/>
            <p:nvPr/>
          </p:nvSpPr>
          <p:spPr>
            <a:xfrm>
              <a:off x="3156838" y="969347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6AD1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34" name="ph4134"/>
            <p:cNvSpPr/>
            <p:nvPr/>
          </p:nvSpPr>
          <p:spPr>
            <a:xfrm>
              <a:off x="3189580" y="969347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35" name="ph4135"/>
            <p:cNvSpPr/>
            <p:nvPr/>
          </p:nvSpPr>
          <p:spPr>
            <a:xfrm>
              <a:off x="3222322" y="969347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64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36" name="ph4136"/>
            <p:cNvSpPr/>
            <p:nvPr/>
          </p:nvSpPr>
          <p:spPr>
            <a:xfrm>
              <a:off x="3386030" y="969347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7BD6B6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37" name="ph4137"/>
            <p:cNvSpPr/>
            <p:nvPr/>
          </p:nvSpPr>
          <p:spPr>
            <a:xfrm>
              <a:off x="3418772" y="969347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38" name="ph4138"/>
            <p:cNvSpPr/>
            <p:nvPr/>
          </p:nvSpPr>
          <p:spPr>
            <a:xfrm>
              <a:off x="3451514" y="969347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39" name="ph4139"/>
            <p:cNvSpPr/>
            <p:nvPr/>
          </p:nvSpPr>
          <p:spPr>
            <a:xfrm>
              <a:off x="3484256" y="969347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40" name="ph4140"/>
            <p:cNvSpPr/>
            <p:nvPr/>
          </p:nvSpPr>
          <p:spPr>
            <a:xfrm>
              <a:off x="3516998" y="969347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69D1AF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41" name="ph4141"/>
            <p:cNvSpPr/>
            <p:nvPr/>
          </p:nvSpPr>
          <p:spPr>
            <a:xfrm>
              <a:off x="3549740" y="969347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42" name="ph4142"/>
            <p:cNvSpPr/>
            <p:nvPr/>
          </p:nvSpPr>
          <p:spPr>
            <a:xfrm>
              <a:off x="3582481" y="969347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43" name="ph4143"/>
            <p:cNvSpPr/>
            <p:nvPr/>
          </p:nvSpPr>
          <p:spPr>
            <a:xfrm>
              <a:off x="2796677" y="1010887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44" name="ph4144"/>
            <p:cNvSpPr/>
            <p:nvPr/>
          </p:nvSpPr>
          <p:spPr>
            <a:xfrm>
              <a:off x="2829419" y="1010887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45" name="ph4145"/>
            <p:cNvSpPr/>
            <p:nvPr/>
          </p:nvSpPr>
          <p:spPr>
            <a:xfrm>
              <a:off x="2862161" y="1010887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46" name="ph4146"/>
            <p:cNvSpPr/>
            <p:nvPr/>
          </p:nvSpPr>
          <p:spPr>
            <a:xfrm>
              <a:off x="2894903" y="1010887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47" name="ph4147"/>
            <p:cNvSpPr/>
            <p:nvPr/>
          </p:nvSpPr>
          <p:spPr>
            <a:xfrm>
              <a:off x="2927645" y="1010887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48" name="ph4148"/>
            <p:cNvSpPr/>
            <p:nvPr/>
          </p:nvSpPr>
          <p:spPr>
            <a:xfrm>
              <a:off x="2960387" y="1010887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49" name="ph4149"/>
            <p:cNvSpPr/>
            <p:nvPr/>
          </p:nvSpPr>
          <p:spPr>
            <a:xfrm>
              <a:off x="2993129" y="1010887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50" name="ph4150"/>
            <p:cNvSpPr/>
            <p:nvPr/>
          </p:nvSpPr>
          <p:spPr>
            <a:xfrm>
              <a:off x="3025870" y="1010887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51" name="ph4151"/>
            <p:cNvSpPr/>
            <p:nvPr/>
          </p:nvSpPr>
          <p:spPr>
            <a:xfrm>
              <a:off x="3058613" y="1010887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71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52" name="ph4152"/>
            <p:cNvSpPr/>
            <p:nvPr/>
          </p:nvSpPr>
          <p:spPr>
            <a:xfrm>
              <a:off x="3091354" y="1010887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53" name="ph4153"/>
            <p:cNvSpPr/>
            <p:nvPr/>
          </p:nvSpPr>
          <p:spPr>
            <a:xfrm>
              <a:off x="3124096" y="1010887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54" name="ph4154"/>
            <p:cNvSpPr/>
            <p:nvPr/>
          </p:nvSpPr>
          <p:spPr>
            <a:xfrm>
              <a:off x="3156838" y="1010887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55" name="ph4155"/>
            <p:cNvSpPr/>
            <p:nvPr/>
          </p:nvSpPr>
          <p:spPr>
            <a:xfrm>
              <a:off x="3353288" y="1010887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56" name="ph4156"/>
            <p:cNvSpPr/>
            <p:nvPr/>
          </p:nvSpPr>
          <p:spPr>
            <a:xfrm>
              <a:off x="3386030" y="1010887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57" name="ph4157"/>
            <p:cNvSpPr/>
            <p:nvPr/>
          </p:nvSpPr>
          <p:spPr>
            <a:xfrm>
              <a:off x="3418772" y="1010887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58" name="ph4158"/>
            <p:cNvSpPr/>
            <p:nvPr/>
          </p:nvSpPr>
          <p:spPr>
            <a:xfrm>
              <a:off x="3451514" y="1010887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59" name="ph4159"/>
            <p:cNvSpPr/>
            <p:nvPr/>
          </p:nvSpPr>
          <p:spPr>
            <a:xfrm>
              <a:off x="3484256" y="1010887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60" name="ph4160"/>
            <p:cNvSpPr/>
            <p:nvPr/>
          </p:nvSpPr>
          <p:spPr>
            <a:xfrm>
              <a:off x="3516998" y="1010887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61" name="ph4161"/>
            <p:cNvSpPr/>
            <p:nvPr/>
          </p:nvSpPr>
          <p:spPr>
            <a:xfrm>
              <a:off x="2731193" y="1052423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2DDC0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62" name="ph4162"/>
            <p:cNvSpPr/>
            <p:nvPr/>
          </p:nvSpPr>
          <p:spPr>
            <a:xfrm>
              <a:off x="2763937" y="1052423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63" name="ph4163"/>
            <p:cNvSpPr/>
            <p:nvPr/>
          </p:nvSpPr>
          <p:spPr>
            <a:xfrm>
              <a:off x="2796677" y="1052423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74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64" name="ph4164"/>
            <p:cNvSpPr/>
            <p:nvPr/>
          </p:nvSpPr>
          <p:spPr>
            <a:xfrm>
              <a:off x="2829419" y="1052423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65" name="ph4165"/>
            <p:cNvSpPr/>
            <p:nvPr/>
          </p:nvSpPr>
          <p:spPr>
            <a:xfrm>
              <a:off x="2862161" y="1052423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FDCBF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66" name="ph4166"/>
            <p:cNvSpPr/>
            <p:nvPr/>
          </p:nvSpPr>
          <p:spPr>
            <a:xfrm>
              <a:off x="2894903" y="1052423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67" name="ph4167"/>
            <p:cNvSpPr/>
            <p:nvPr/>
          </p:nvSpPr>
          <p:spPr>
            <a:xfrm>
              <a:off x="2927645" y="1052423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EDBBF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68" name="ph4168"/>
            <p:cNvSpPr/>
            <p:nvPr/>
          </p:nvSpPr>
          <p:spPr>
            <a:xfrm>
              <a:off x="2960387" y="1052423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69" name="ph4169"/>
            <p:cNvSpPr/>
            <p:nvPr/>
          </p:nvSpPr>
          <p:spPr>
            <a:xfrm>
              <a:off x="2993129" y="1052423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70" name="ph4170"/>
            <p:cNvSpPr/>
            <p:nvPr/>
          </p:nvSpPr>
          <p:spPr>
            <a:xfrm>
              <a:off x="3025870" y="1052423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EDBBF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71" name="ph4171"/>
            <p:cNvSpPr/>
            <p:nvPr/>
          </p:nvSpPr>
          <p:spPr>
            <a:xfrm>
              <a:off x="3058613" y="1052423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72" name="ph4172"/>
            <p:cNvSpPr/>
            <p:nvPr/>
          </p:nvSpPr>
          <p:spPr>
            <a:xfrm>
              <a:off x="3091354" y="1052423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FDCBF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73" name="ph4173"/>
            <p:cNvSpPr/>
            <p:nvPr/>
          </p:nvSpPr>
          <p:spPr>
            <a:xfrm>
              <a:off x="3124096" y="1052423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FDCBF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74" name="ph4174"/>
            <p:cNvSpPr/>
            <p:nvPr/>
          </p:nvSpPr>
          <p:spPr>
            <a:xfrm>
              <a:off x="3156838" y="1052423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75" name="ph4175"/>
            <p:cNvSpPr/>
            <p:nvPr/>
          </p:nvSpPr>
          <p:spPr>
            <a:xfrm>
              <a:off x="3189580" y="1052423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CDBBD">
                <a:alpha val="100000"/>
              </a:srgbClr>
            </a:solidFill>
            <a:ln w="5420" cap="flat">
              <a:solidFill>
                <a:srgbClr val="6C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76" name="ph4176"/>
            <p:cNvSpPr/>
            <p:nvPr/>
          </p:nvSpPr>
          <p:spPr>
            <a:xfrm>
              <a:off x="3222322" y="1052423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77" name="ph4177"/>
            <p:cNvSpPr/>
            <p:nvPr/>
          </p:nvSpPr>
          <p:spPr>
            <a:xfrm>
              <a:off x="3255064" y="1052423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78" name="ph4178"/>
            <p:cNvSpPr/>
            <p:nvPr/>
          </p:nvSpPr>
          <p:spPr>
            <a:xfrm>
              <a:off x="3320548" y="1052423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66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79" name="ph4179"/>
            <p:cNvSpPr/>
            <p:nvPr/>
          </p:nvSpPr>
          <p:spPr>
            <a:xfrm>
              <a:off x="3353288" y="1052423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80" name="ph4180"/>
            <p:cNvSpPr/>
            <p:nvPr/>
          </p:nvSpPr>
          <p:spPr>
            <a:xfrm>
              <a:off x="3386030" y="1052423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81" name="ph4181"/>
            <p:cNvSpPr/>
            <p:nvPr/>
          </p:nvSpPr>
          <p:spPr>
            <a:xfrm>
              <a:off x="3418772" y="1052423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82" name="ph4182"/>
            <p:cNvSpPr/>
            <p:nvPr/>
          </p:nvSpPr>
          <p:spPr>
            <a:xfrm>
              <a:off x="3451514" y="1052423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83" name="ph4183"/>
            <p:cNvSpPr/>
            <p:nvPr/>
          </p:nvSpPr>
          <p:spPr>
            <a:xfrm>
              <a:off x="3484256" y="1052423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84" name="ph4184"/>
            <p:cNvSpPr/>
            <p:nvPr/>
          </p:nvSpPr>
          <p:spPr>
            <a:xfrm>
              <a:off x="3516998" y="1052423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85" name="ph4185"/>
            <p:cNvSpPr/>
            <p:nvPr/>
          </p:nvSpPr>
          <p:spPr>
            <a:xfrm>
              <a:off x="2731193" y="1093963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5DDC1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86" name="ph4186"/>
            <p:cNvSpPr/>
            <p:nvPr/>
          </p:nvSpPr>
          <p:spPr>
            <a:xfrm>
              <a:off x="2763937" y="1093963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87" name="ph4187"/>
            <p:cNvSpPr/>
            <p:nvPr/>
          </p:nvSpPr>
          <p:spPr>
            <a:xfrm>
              <a:off x="2796677" y="1093963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88" name="ph4188"/>
            <p:cNvSpPr/>
            <p:nvPr/>
          </p:nvSpPr>
          <p:spPr>
            <a:xfrm>
              <a:off x="2829419" y="1093963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89" name="ph4189"/>
            <p:cNvSpPr/>
            <p:nvPr/>
          </p:nvSpPr>
          <p:spPr>
            <a:xfrm>
              <a:off x="2862161" y="1093963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74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90" name="ph4190"/>
            <p:cNvSpPr/>
            <p:nvPr/>
          </p:nvSpPr>
          <p:spPr>
            <a:xfrm>
              <a:off x="2894903" y="1093963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91" name="ph4191"/>
            <p:cNvSpPr/>
            <p:nvPr/>
          </p:nvSpPr>
          <p:spPr>
            <a:xfrm>
              <a:off x="2927645" y="1093963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92" name="ph4192"/>
            <p:cNvSpPr/>
            <p:nvPr/>
          </p:nvSpPr>
          <p:spPr>
            <a:xfrm>
              <a:off x="2960387" y="1093963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93" name="ph4193"/>
            <p:cNvSpPr/>
            <p:nvPr/>
          </p:nvSpPr>
          <p:spPr>
            <a:xfrm>
              <a:off x="2993129" y="1093963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94" name="ph4194"/>
            <p:cNvSpPr/>
            <p:nvPr/>
          </p:nvSpPr>
          <p:spPr>
            <a:xfrm>
              <a:off x="3025870" y="1093963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71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95" name="ph4195"/>
            <p:cNvSpPr/>
            <p:nvPr/>
          </p:nvSpPr>
          <p:spPr>
            <a:xfrm>
              <a:off x="3058613" y="1093963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96" name="ph4196"/>
            <p:cNvSpPr/>
            <p:nvPr/>
          </p:nvSpPr>
          <p:spPr>
            <a:xfrm>
              <a:off x="3091354" y="1093963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97" name="ph4197"/>
            <p:cNvSpPr/>
            <p:nvPr/>
          </p:nvSpPr>
          <p:spPr>
            <a:xfrm>
              <a:off x="3124096" y="1093963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71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98" name="ph4198"/>
            <p:cNvSpPr/>
            <p:nvPr/>
          </p:nvSpPr>
          <p:spPr>
            <a:xfrm>
              <a:off x="3156838" y="1093963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99" name="ph4199"/>
            <p:cNvSpPr/>
            <p:nvPr/>
          </p:nvSpPr>
          <p:spPr>
            <a:xfrm>
              <a:off x="3189580" y="1093963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CDABD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00" name="ph4200"/>
            <p:cNvSpPr/>
            <p:nvPr/>
          </p:nvSpPr>
          <p:spPr>
            <a:xfrm>
              <a:off x="3222322" y="1093963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01" name="ph4201"/>
            <p:cNvSpPr/>
            <p:nvPr/>
          </p:nvSpPr>
          <p:spPr>
            <a:xfrm>
              <a:off x="3255064" y="1093963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02" name="ph4202"/>
            <p:cNvSpPr/>
            <p:nvPr/>
          </p:nvSpPr>
          <p:spPr>
            <a:xfrm>
              <a:off x="3287804" y="1093963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ADABC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03" name="ph4203"/>
            <p:cNvSpPr/>
            <p:nvPr/>
          </p:nvSpPr>
          <p:spPr>
            <a:xfrm>
              <a:off x="3320548" y="1093963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04" name="ph4204"/>
            <p:cNvSpPr/>
            <p:nvPr/>
          </p:nvSpPr>
          <p:spPr>
            <a:xfrm>
              <a:off x="3353288" y="1093963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05" name="ph4205"/>
            <p:cNvSpPr/>
            <p:nvPr/>
          </p:nvSpPr>
          <p:spPr>
            <a:xfrm>
              <a:off x="3386030" y="1093963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06" name="ph4206"/>
            <p:cNvSpPr/>
            <p:nvPr/>
          </p:nvSpPr>
          <p:spPr>
            <a:xfrm>
              <a:off x="3418772" y="1093963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07" name="ph4207"/>
            <p:cNvSpPr/>
            <p:nvPr/>
          </p:nvSpPr>
          <p:spPr>
            <a:xfrm>
              <a:off x="3451514" y="1093963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08" name="ph4208"/>
            <p:cNvSpPr/>
            <p:nvPr/>
          </p:nvSpPr>
          <p:spPr>
            <a:xfrm>
              <a:off x="3484256" y="1093963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09" name="ph4209"/>
            <p:cNvSpPr/>
            <p:nvPr/>
          </p:nvSpPr>
          <p:spPr>
            <a:xfrm>
              <a:off x="2731193" y="1135502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10" name="ph4210"/>
            <p:cNvSpPr/>
            <p:nvPr/>
          </p:nvSpPr>
          <p:spPr>
            <a:xfrm>
              <a:off x="2763937" y="1135502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7DEC3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11" name="ph4211"/>
            <p:cNvSpPr/>
            <p:nvPr/>
          </p:nvSpPr>
          <p:spPr>
            <a:xfrm>
              <a:off x="2796677" y="1135502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12" name="ph4212"/>
            <p:cNvSpPr/>
            <p:nvPr/>
          </p:nvSpPr>
          <p:spPr>
            <a:xfrm>
              <a:off x="2829419" y="1135502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13" name="ph4213"/>
            <p:cNvSpPr/>
            <p:nvPr/>
          </p:nvSpPr>
          <p:spPr>
            <a:xfrm>
              <a:off x="2862161" y="1135502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78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14" name="ph4214"/>
            <p:cNvSpPr/>
            <p:nvPr/>
          </p:nvSpPr>
          <p:spPr>
            <a:xfrm>
              <a:off x="2894903" y="1135502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15" name="ph4215"/>
            <p:cNvSpPr/>
            <p:nvPr/>
          </p:nvSpPr>
          <p:spPr>
            <a:xfrm>
              <a:off x="2927645" y="1135502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74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16" name="ph4216"/>
            <p:cNvSpPr/>
            <p:nvPr/>
          </p:nvSpPr>
          <p:spPr>
            <a:xfrm>
              <a:off x="2960387" y="1135502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17" name="ph4217"/>
            <p:cNvSpPr/>
            <p:nvPr/>
          </p:nvSpPr>
          <p:spPr>
            <a:xfrm>
              <a:off x="2993129" y="1135502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FDCBF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18" name="ph4218"/>
            <p:cNvSpPr/>
            <p:nvPr/>
          </p:nvSpPr>
          <p:spPr>
            <a:xfrm>
              <a:off x="3025870" y="1135502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19" name="ph4219"/>
            <p:cNvSpPr/>
            <p:nvPr/>
          </p:nvSpPr>
          <p:spPr>
            <a:xfrm>
              <a:off x="3058613" y="1135502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20" name="ph4220"/>
            <p:cNvSpPr/>
            <p:nvPr/>
          </p:nvSpPr>
          <p:spPr>
            <a:xfrm>
              <a:off x="3091354" y="1135502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21" name="ph4221"/>
            <p:cNvSpPr/>
            <p:nvPr/>
          </p:nvSpPr>
          <p:spPr>
            <a:xfrm>
              <a:off x="3124096" y="1135502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22" name="ph4222"/>
            <p:cNvSpPr/>
            <p:nvPr/>
          </p:nvSpPr>
          <p:spPr>
            <a:xfrm>
              <a:off x="3156838" y="1135502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CDBBE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23" name="ph4223"/>
            <p:cNvSpPr/>
            <p:nvPr/>
          </p:nvSpPr>
          <p:spPr>
            <a:xfrm>
              <a:off x="3189580" y="1135502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24" name="ph4224"/>
            <p:cNvSpPr/>
            <p:nvPr/>
          </p:nvSpPr>
          <p:spPr>
            <a:xfrm>
              <a:off x="3222322" y="1135502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25" name="ph4225"/>
            <p:cNvSpPr/>
            <p:nvPr/>
          </p:nvSpPr>
          <p:spPr>
            <a:xfrm>
              <a:off x="3255064" y="1135502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26" name="ph4226"/>
            <p:cNvSpPr/>
            <p:nvPr/>
          </p:nvSpPr>
          <p:spPr>
            <a:xfrm>
              <a:off x="3287804" y="1135502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27" name="ph4227"/>
            <p:cNvSpPr/>
            <p:nvPr/>
          </p:nvSpPr>
          <p:spPr>
            <a:xfrm>
              <a:off x="3320548" y="1135502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28" name="ph4228"/>
            <p:cNvSpPr/>
            <p:nvPr/>
          </p:nvSpPr>
          <p:spPr>
            <a:xfrm>
              <a:off x="3353288" y="1135502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29" name="ph4229"/>
            <p:cNvSpPr/>
            <p:nvPr/>
          </p:nvSpPr>
          <p:spPr>
            <a:xfrm>
              <a:off x="3386030" y="1135502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30" name="ph4230"/>
            <p:cNvSpPr/>
            <p:nvPr/>
          </p:nvSpPr>
          <p:spPr>
            <a:xfrm>
              <a:off x="3418772" y="1135502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31" name="ph4231"/>
            <p:cNvSpPr/>
            <p:nvPr/>
          </p:nvSpPr>
          <p:spPr>
            <a:xfrm>
              <a:off x="3451514" y="1135502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32" name="ph4232"/>
            <p:cNvSpPr/>
            <p:nvPr/>
          </p:nvSpPr>
          <p:spPr>
            <a:xfrm>
              <a:off x="2632969" y="1177039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33" name="ph4233"/>
            <p:cNvSpPr/>
            <p:nvPr/>
          </p:nvSpPr>
          <p:spPr>
            <a:xfrm>
              <a:off x="2665712" y="1177039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34" name="ph4234"/>
            <p:cNvSpPr/>
            <p:nvPr/>
          </p:nvSpPr>
          <p:spPr>
            <a:xfrm>
              <a:off x="2731193" y="1177039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35" name="ph4235"/>
            <p:cNvSpPr/>
            <p:nvPr/>
          </p:nvSpPr>
          <p:spPr>
            <a:xfrm>
              <a:off x="2763937" y="1177039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36" name="ph4236"/>
            <p:cNvSpPr/>
            <p:nvPr/>
          </p:nvSpPr>
          <p:spPr>
            <a:xfrm>
              <a:off x="2796677" y="1177039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37" name="ph4237"/>
            <p:cNvSpPr/>
            <p:nvPr/>
          </p:nvSpPr>
          <p:spPr>
            <a:xfrm>
              <a:off x="2829419" y="1177039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97DEC3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38" name="ph4238"/>
            <p:cNvSpPr/>
            <p:nvPr/>
          </p:nvSpPr>
          <p:spPr>
            <a:xfrm>
              <a:off x="2862161" y="1177039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39" name="ph4239"/>
            <p:cNvSpPr/>
            <p:nvPr/>
          </p:nvSpPr>
          <p:spPr>
            <a:xfrm>
              <a:off x="2894903" y="1177039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5DDC1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40" name="ph4240"/>
            <p:cNvSpPr/>
            <p:nvPr/>
          </p:nvSpPr>
          <p:spPr>
            <a:xfrm>
              <a:off x="2927645" y="1177039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41" name="ph4241"/>
            <p:cNvSpPr/>
            <p:nvPr/>
          </p:nvSpPr>
          <p:spPr>
            <a:xfrm>
              <a:off x="2960387" y="1177039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42" name="ph4242"/>
            <p:cNvSpPr/>
            <p:nvPr/>
          </p:nvSpPr>
          <p:spPr>
            <a:xfrm>
              <a:off x="3058613" y="1177039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43" name="ph4243"/>
            <p:cNvSpPr/>
            <p:nvPr/>
          </p:nvSpPr>
          <p:spPr>
            <a:xfrm>
              <a:off x="3091354" y="1177039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44" name="ph4244"/>
            <p:cNvSpPr/>
            <p:nvPr/>
          </p:nvSpPr>
          <p:spPr>
            <a:xfrm>
              <a:off x="3124096" y="1177039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45" name="ph4245"/>
            <p:cNvSpPr/>
            <p:nvPr/>
          </p:nvSpPr>
          <p:spPr>
            <a:xfrm>
              <a:off x="3156838" y="1177039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CDABD">
                <a:alpha val="100000"/>
              </a:srgbClr>
            </a:solidFill>
            <a:ln w="5420" cap="flat">
              <a:solidFill>
                <a:srgbClr val="6C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46" name="ph4246"/>
            <p:cNvSpPr/>
            <p:nvPr/>
          </p:nvSpPr>
          <p:spPr>
            <a:xfrm>
              <a:off x="3189580" y="1177039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47" name="ph4247"/>
            <p:cNvSpPr/>
            <p:nvPr/>
          </p:nvSpPr>
          <p:spPr>
            <a:xfrm>
              <a:off x="3222322" y="1177039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48" name="ph4248"/>
            <p:cNvSpPr/>
            <p:nvPr/>
          </p:nvSpPr>
          <p:spPr>
            <a:xfrm>
              <a:off x="3255064" y="1177039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49" name="ph4249"/>
            <p:cNvSpPr/>
            <p:nvPr/>
          </p:nvSpPr>
          <p:spPr>
            <a:xfrm>
              <a:off x="3287804" y="1177039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50" name="ph4250"/>
            <p:cNvSpPr/>
            <p:nvPr/>
          </p:nvSpPr>
          <p:spPr>
            <a:xfrm>
              <a:off x="3320548" y="1177039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51" name="ph4251"/>
            <p:cNvSpPr/>
            <p:nvPr/>
          </p:nvSpPr>
          <p:spPr>
            <a:xfrm>
              <a:off x="3353288" y="1177039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ADABC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52" name="ph4252"/>
            <p:cNvSpPr/>
            <p:nvPr/>
          </p:nvSpPr>
          <p:spPr>
            <a:xfrm>
              <a:off x="3386030" y="1177039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53" name="ph4253"/>
            <p:cNvSpPr/>
            <p:nvPr/>
          </p:nvSpPr>
          <p:spPr>
            <a:xfrm>
              <a:off x="3418772" y="1177039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54" name="ph4254"/>
            <p:cNvSpPr/>
            <p:nvPr/>
          </p:nvSpPr>
          <p:spPr>
            <a:xfrm>
              <a:off x="2600228" y="1218578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55" name="ph4255"/>
            <p:cNvSpPr/>
            <p:nvPr/>
          </p:nvSpPr>
          <p:spPr>
            <a:xfrm>
              <a:off x="2632969" y="1218578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9FE1C6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56" name="ph4256"/>
            <p:cNvSpPr/>
            <p:nvPr/>
          </p:nvSpPr>
          <p:spPr>
            <a:xfrm>
              <a:off x="2665712" y="1218578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FE1C6">
                <a:alpha val="100000"/>
              </a:srgbClr>
            </a:solidFill>
            <a:ln w="5420" cap="flat">
              <a:solidFill>
                <a:srgbClr val="89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57" name="ph4257"/>
            <p:cNvSpPr/>
            <p:nvPr/>
          </p:nvSpPr>
          <p:spPr>
            <a:xfrm>
              <a:off x="2698453" y="1218578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58" name="ph4258"/>
            <p:cNvSpPr/>
            <p:nvPr/>
          </p:nvSpPr>
          <p:spPr>
            <a:xfrm>
              <a:off x="2731193" y="1218578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59" name="ph4259"/>
            <p:cNvSpPr/>
            <p:nvPr/>
          </p:nvSpPr>
          <p:spPr>
            <a:xfrm>
              <a:off x="2763937" y="1218578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60" name="ph4260"/>
            <p:cNvSpPr/>
            <p:nvPr/>
          </p:nvSpPr>
          <p:spPr>
            <a:xfrm>
              <a:off x="2796677" y="1218578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61" name="ph4261"/>
            <p:cNvSpPr/>
            <p:nvPr/>
          </p:nvSpPr>
          <p:spPr>
            <a:xfrm>
              <a:off x="2829419" y="1218578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62" name="ph4262"/>
            <p:cNvSpPr/>
            <p:nvPr/>
          </p:nvSpPr>
          <p:spPr>
            <a:xfrm>
              <a:off x="2862161" y="1218578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63" name="ph4263"/>
            <p:cNvSpPr/>
            <p:nvPr/>
          </p:nvSpPr>
          <p:spPr>
            <a:xfrm>
              <a:off x="2894903" y="1218578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7DEC3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64" name="ph4264"/>
            <p:cNvSpPr/>
            <p:nvPr/>
          </p:nvSpPr>
          <p:spPr>
            <a:xfrm>
              <a:off x="2927645" y="1218578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65" name="ph4265"/>
            <p:cNvSpPr/>
            <p:nvPr/>
          </p:nvSpPr>
          <p:spPr>
            <a:xfrm>
              <a:off x="2960387" y="1218578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66" name="ph4266"/>
            <p:cNvSpPr/>
            <p:nvPr/>
          </p:nvSpPr>
          <p:spPr>
            <a:xfrm>
              <a:off x="3091354" y="1218578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67" name="ph4267"/>
            <p:cNvSpPr/>
            <p:nvPr/>
          </p:nvSpPr>
          <p:spPr>
            <a:xfrm>
              <a:off x="3124096" y="1218578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68" name="ph4268"/>
            <p:cNvSpPr/>
            <p:nvPr/>
          </p:nvSpPr>
          <p:spPr>
            <a:xfrm>
              <a:off x="3156838" y="1218578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CDBBD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69" name="ph4269"/>
            <p:cNvSpPr/>
            <p:nvPr/>
          </p:nvSpPr>
          <p:spPr>
            <a:xfrm>
              <a:off x="3189580" y="1218578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70" name="ph4270"/>
            <p:cNvSpPr/>
            <p:nvPr/>
          </p:nvSpPr>
          <p:spPr>
            <a:xfrm>
              <a:off x="3222322" y="1218578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71" name="ph4271"/>
            <p:cNvSpPr/>
            <p:nvPr/>
          </p:nvSpPr>
          <p:spPr>
            <a:xfrm>
              <a:off x="3255064" y="1218578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72" name="ph4272"/>
            <p:cNvSpPr/>
            <p:nvPr/>
          </p:nvSpPr>
          <p:spPr>
            <a:xfrm>
              <a:off x="3287804" y="1218578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73" name="ph4273"/>
            <p:cNvSpPr/>
            <p:nvPr/>
          </p:nvSpPr>
          <p:spPr>
            <a:xfrm>
              <a:off x="3320548" y="1218578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74" name="ph4274"/>
            <p:cNvSpPr/>
            <p:nvPr/>
          </p:nvSpPr>
          <p:spPr>
            <a:xfrm>
              <a:off x="3353288" y="1218578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ADABC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75" name="ph4275"/>
            <p:cNvSpPr/>
            <p:nvPr/>
          </p:nvSpPr>
          <p:spPr>
            <a:xfrm>
              <a:off x="3386030" y="1218578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76" name="ph4276"/>
            <p:cNvSpPr/>
            <p:nvPr/>
          </p:nvSpPr>
          <p:spPr>
            <a:xfrm>
              <a:off x="2567486" y="1260116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8C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77" name="ph4277"/>
            <p:cNvSpPr/>
            <p:nvPr/>
          </p:nvSpPr>
          <p:spPr>
            <a:xfrm>
              <a:off x="2600228" y="1260116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78" name="ph4278"/>
            <p:cNvSpPr/>
            <p:nvPr/>
          </p:nvSpPr>
          <p:spPr>
            <a:xfrm>
              <a:off x="2632969" y="1260116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79" name="ph4279"/>
            <p:cNvSpPr/>
            <p:nvPr/>
          </p:nvSpPr>
          <p:spPr>
            <a:xfrm>
              <a:off x="2665712" y="1260116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2E1C8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80" name="ph4280"/>
            <p:cNvSpPr/>
            <p:nvPr/>
          </p:nvSpPr>
          <p:spPr>
            <a:xfrm>
              <a:off x="2698453" y="1260116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81" name="ph4281"/>
            <p:cNvSpPr/>
            <p:nvPr/>
          </p:nvSpPr>
          <p:spPr>
            <a:xfrm>
              <a:off x="2731193" y="1260116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82" name="ph4282"/>
            <p:cNvSpPr/>
            <p:nvPr/>
          </p:nvSpPr>
          <p:spPr>
            <a:xfrm>
              <a:off x="2763937" y="1260116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8C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83" name="ph4283"/>
            <p:cNvSpPr/>
            <p:nvPr/>
          </p:nvSpPr>
          <p:spPr>
            <a:xfrm>
              <a:off x="2796677" y="1260116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84" name="ph4284"/>
            <p:cNvSpPr/>
            <p:nvPr/>
          </p:nvSpPr>
          <p:spPr>
            <a:xfrm>
              <a:off x="2829419" y="1260116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85" name="ph4285"/>
            <p:cNvSpPr/>
            <p:nvPr/>
          </p:nvSpPr>
          <p:spPr>
            <a:xfrm>
              <a:off x="2862161" y="1260116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86" name="ph4286"/>
            <p:cNvSpPr/>
            <p:nvPr/>
          </p:nvSpPr>
          <p:spPr>
            <a:xfrm>
              <a:off x="2894903" y="1260116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87" name="ph4287"/>
            <p:cNvSpPr/>
            <p:nvPr/>
          </p:nvSpPr>
          <p:spPr>
            <a:xfrm>
              <a:off x="2927645" y="1260116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88" name="ph4288"/>
            <p:cNvSpPr/>
            <p:nvPr/>
          </p:nvSpPr>
          <p:spPr>
            <a:xfrm>
              <a:off x="2960387" y="1260116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89" name="ph4289"/>
            <p:cNvSpPr/>
            <p:nvPr/>
          </p:nvSpPr>
          <p:spPr>
            <a:xfrm>
              <a:off x="3091354" y="1260116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90" name="ph4290"/>
            <p:cNvSpPr/>
            <p:nvPr/>
          </p:nvSpPr>
          <p:spPr>
            <a:xfrm>
              <a:off x="3124096" y="1260116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91" name="ph4291"/>
            <p:cNvSpPr/>
            <p:nvPr/>
          </p:nvSpPr>
          <p:spPr>
            <a:xfrm>
              <a:off x="3156838" y="1260116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CDBBE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92" name="ph4292"/>
            <p:cNvSpPr/>
            <p:nvPr/>
          </p:nvSpPr>
          <p:spPr>
            <a:xfrm>
              <a:off x="3189580" y="1260116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CDABD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93" name="ph4293"/>
            <p:cNvSpPr/>
            <p:nvPr/>
          </p:nvSpPr>
          <p:spPr>
            <a:xfrm>
              <a:off x="3222322" y="1260116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94" name="ph4294"/>
            <p:cNvSpPr/>
            <p:nvPr/>
          </p:nvSpPr>
          <p:spPr>
            <a:xfrm>
              <a:off x="3255064" y="1260116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95" name="ph4295"/>
            <p:cNvSpPr/>
            <p:nvPr/>
          </p:nvSpPr>
          <p:spPr>
            <a:xfrm>
              <a:off x="3287804" y="1260116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96" name="ph4296"/>
            <p:cNvSpPr/>
            <p:nvPr/>
          </p:nvSpPr>
          <p:spPr>
            <a:xfrm>
              <a:off x="3320548" y="1260116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97" name="ph4297"/>
            <p:cNvSpPr/>
            <p:nvPr/>
          </p:nvSpPr>
          <p:spPr>
            <a:xfrm>
              <a:off x="3353288" y="1260116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98" name="ph4298"/>
            <p:cNvSpPr/>
            <p:nvPr/>
          </p:nvSpPr>
          <p:spPr>
            <a:xfrm>
              <a:off x="2534744" y="1301654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99" name="ph4299"/>
            <p:cNvSpPr/>
            <p:nvPr/>
          </p:nvSpPr>
          <p:spPr>
            <a:xfrm>
              <a:off x="2567486" y="1301654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00" name="ph4300"/>
            <p:cNvSpPr/>
            <p:nvPr/>
          </p:nvSpPr>
          <p:spPr>
            <a:xfrm>
              <a:off x="2600228" y="1301654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01" name="ph4301"/>
            <p:cNvSpPr/>
            <p:nvPr/>
          </p:nvSpPr>
          <p:spPr>
            <a:xfrm>
              <a:off x="2632969" y="1301654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02" name="ph4302"/>
            <p:cNvSpPr/>
            <p:nvPr/>
          </p:nvSpPr>
          <p:spPr>
            <a:xfrm>
              <a:off x="2665712" y="1301654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03" name="ph4303"/>
            <p:cNvSpPr/>
            <p:nvPr/>
          </p:nvSpPr>
          <p:spPr>
            <a:xfrm>
              <a:off x="2698453" y="1301654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04" name="ph4304"/>
            <p:cNvSpPr/>
            <p:nvPr/>
          </p:nvSpPr>
          <p:spPr>
            <a:xfrm>
              <a:off x="2731193" y="1301654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05" name="ph4305"/>
            <p:cNvSpPr/>
            <p:nvPr/>
          </p:nvSpPr>
          <p:spPr>
            <a:xfrm>
              <a:off x="2763937" y="1301654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06" name="ph4306"/>
            <p:cNvSpPr/>
            <p:nvPr/>
          </p:nvSpPr>
          <p:spPr>
            <a:xfrm>
              <a:off x="2796677" y="1301654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07" name="ph4307"/>
            <p:cNvSpPr/>
            <p:nvPr/>
          </p:nvSpPr>
          <p:spPr>
            <a:xfrm>
              <a:off x="2829419" y="1301654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08" name="ph4308"/>
            <p:cNvSpPr/>
            <p:nvPr/>
          </p:nvSpPr>
          <p:spPr>
            <a:xfrm>
              <a:off x="2862161" y="1301654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0E1C7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09" name="ph4309"/>
            <p:cNvSpPr/>
            <p:nvPr/>
          </p:nvSpPr>
          <p:spPr>
            <a:xfrm>
              <a:off x="2894903" y="1301654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10" name="ph4310"/>
            <p:cNvSpPr/>
            <p:nvPr/>
          </p:nvSpPr>
          <p:spPr>
            <a:xfrm>
              <a:off x="2927645" y="1301654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11" name="ph4311"/>
            <p:cNvSpPr/>
            <p:nvPr/>
          </p:nvSpPr>
          <p:spPr>
            <a:xfrm>
              <a:off x="2960387" y="1301654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12" name="ph4312"/>
            <p:cNvSpPr/>
            <p:nvPr/>
          </p:nvSpPr>
          <p:spPr>
            <a:xfrm>
              <a:off x="2993129" y="1301654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9DEC3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13" name="ph4313"/>
            <p:cNvSpPr/>
            <p:nvPr/>
          </p:nvSpPr>
          <p:spPr>
            <a:xfrm>
              <a:off x="3124096" y="1301654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14" name="ph4314"/>
            <p:cNvSpPr/>
            <p:nvPr/>
          </p:nvSpPr>
          <p:spPr>
            <a:xfrm>
              <a:off x="3156838" y="1301654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15" name="ph4315"/>
            <p:cNvSpPr/>
            <p:nvPr/>
          </p:nvSpPr>
          <p:spPr>
            <a:xfrm>
              <a:off x="3189580" y="1301654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CDBBE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16" name="ph4316"/>
            <p:cNvSpPr/>
            <p:nvPr/>
          </p:nvSpPr>
          <p:spPr>
            <a:xfrm>
              <a:off x="3222322" y="1301654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CDABD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17" name="ph4317"/>
            <p:cNvSpPr/>
            <p:nvPr/>
          </p:nvSpPr>
          <p:spPr>
            <a:xfrm>
              <a:off x="3255064" y="1301654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18" name="ph4318"/>
            <p:cNvSpPr/>
            <p:nvPr/>
          </p:nvSpPr>
          <p:spPr>
            <a:xfrm>
              <a:off x="3287804" y="1301654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19" name="ph4319"/>
            <p:cNvSpPr/>
            <p:nvPr/>
          </p:nvSpPr>
          <p:spPr>
            <a:xfrm>
              <a:off x="3320548" y="1301654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20" name="ph4320"/>
            <p:cNvSpPr/>
            <p:nvPr/>
          </p:nvSpPr>
          <p:spPr>
            <a:xfrm>
              <a:off x="2534744" y="1343192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21" name="ph4321"/>
            <p:cNvSpPr/>
            <p:nvPr/>
          </p:nvSpPr>
          <p:spPr>
            <a:xfrm>
              <a:off x="2567486" y="1343192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22" name="ph4322"/>
            <p:cNvSpPr/>
            <p:nvPr/>
          </p:nvSpPr>
          <p:spPr>
            <a:xfrm>
              <a:off x="2600228" y="1343192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93DD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23" name="ph4323"/>
            <p:cNvSpPr/>
            <p:nvPr/>
          </p:nvSpPr>
          <p:spPr>
            <a:xfrm>
              <a:off x="2632969" y="1343192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93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24" name="ph4324"/>
            <p:cNvSpPr/>
            <p:nvPr/>
          </p:nvSpPr>
          <p:spPr>
            <a:xfrm>
              <a:off x="2665712" y="1343192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25" name="ph4325"/>
            <p:cNvSpPr/>
            <p:nvPr/>
          </p:nvSpPr>
          <p:spPr>
            <a:xfrm>
              <a:off x="2698453" y="1343192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26" name="ph4326"/>
            <p:cNvSpPr/>
            <p:nvPr/>
          </p:nvSpPr>
          <p:spPr>
            <a:xfrm>
              <a:off x="2731193" y="1343192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95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27" name="ph4327"/>
            <p:cNvSpPr/>
            <p:nvPr/>
          </p:nvSpPr>
          <p:spPr>
            <a:xfrm>
              <a:off x="2763937" y="1343192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95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28" name="ph4328"/>
            <p:cNvSpPr/>
            <p:nvPr/>
          </p:nvSpPr>
          <p:spPr>
            <a:xfrm>
              <a:off x="2796677" y="1343192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29" name="ph4329"/>
            <p:cNvSpPr/>
            <p:nvPr/>
          </p:nvSpPr>
          <p:spPr>
            <a:xfrm>
              <a:off x="2829419" y="1343192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30" name="ph4330"/>
            <p:cNvSpPr/>
            <p:nvPr/>
          </p:nvSpPr>
          <p:spPr>
            <a:xfrm>
              <a:off x="2862161" y="1343192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31" name="ph4331"/>
            <p:cNvSpPr/>
            <p:nvPr/>
          </p:nvSpPr>
          <p:spPr>
            <a:xfrm>
              <a:off x="2894903" y="1343192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32" name="ph4332"/>
            <p:cNvSpPr/>
            <p:nvPr/>
          </p:nvSpPr>
          <p:spPr>
            <a:xfrm>
              <a:off x="2927645" y="1343192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0E1C7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33" name="ph4333"/>
            <p:cNvSpPr/>
            <p:nvPr/>
          </p:nvSpPr>
          <p:spPr>
            <a:xfrm>
              <a:off x="2960387" y="1343192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34" name="ph4334"/>
            <p:cNvSpPr/>
            <p:nvPr/>
          </p:nvSpPr>
          <p:spPr>
            <a:xfrm>
              <a:off x="2993129" y="1343192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CDFC4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35" name="ph4335"/>
            <p:cNvSpPr/>
            <p:nvPr/>
          </p:nvSpPr>
          <p:spPr>
            <a:xfrm>
              <a:off x="3124096" y="1343192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36" name="ph4336"/>
            <p:cNvSpPr/>
            <p:nvPr/>
          </p:nvSpPr>
          <p:spPr>
            <a:xfrm>
              <a:off x="3156838" y="1343192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37" name="ph4337"/>
            <p:cNvSpPr/>
            <p:nvPr/>
          </p:nvSpPr>
          <p:spPr>
            <a:xfrm>
              <a:off x="3189580" y="1343192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38" name="ph4338"/>
            <p:cNvSpPr/>
            <p:nvPr/>
          </p:nvSpPr>
          <p:spPr>
            <a:xfrm>
              <a:off x="3222322" y="1343192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39" name="ph4339"/>
            <p:cNvSpPr/>
            <p:nvPr/>
          </p:nvSpPr>
          <p:spPr>
            <a:xfrm>
              <a:off x="3255064" y="1343192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CDABD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40" name="ph4340"/>
            <p:cNvSpPr/>
            <p:nvPr/>
          </p:nvSpPr>
          <p:spPr>
            <a:xfrm>
              <a:off x="3287804" y="1343192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41" name="ph4341"/>
            <p:cNvSpPr/>
            <p:nvPr/>
          </p:nvSpPr>
          <p:spPr>
            <a:xfrm>
              <a:off x="2502002" y="1384730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42" name="ph4342"/>
            <p:cNvSpPr/>
            <p:nvPr/>
          </p:nvSpPr>
          <p:spPr>
            <a:xfrm>
              <a:off x="2534744" y="1384730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6E3CA">
                <a:alpha val="100000"/>
              </a:srgbClr>
            </a:solidFill>
            <a:ln w="5420" cap="flat">
              <a:solidFill>
                <a:srgbClr val="93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43" name="ph4343"/>
            <p:cNvSpPr/>
            <p:nvPr/>
          </p:nvSpPr>
          <p:spPr>
            <a:xfrm>
              <a:off x="2567486" y="1384730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44" name="ph4344"/>
            <p:cNvSpPr/>
            <p:nvPr/>
          </p:nvSpPr>
          <p:spPr>
            <a:xfrm>
              <a:off x="2600228" y="1384730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95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45" name="ph4345"/>
            <p:cNvSpPr/>
            <p:nvPr/>
          </p:nvSpPr>
          <p:spPr>
            <a:xfrm>
              <a:off x="2632969" y="1384730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95DD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46" name="ph4346"/>
            <p:cNvSpPr/>
            <p:nvPr/>
          </p:nvSpPr>
          <p:spPr>
            <a:xfrm>
              <a:off x="2665712" y="1384730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8E4CA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47" name="ph4347"/>
            <p:cNvSpPr/>
            <p:nvPr/>
          </p:nvSpPr>
          <p:spPr>
            <a:xfrm>
              <a:off x="2698453" y="1384730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48" name="ph4348"/>
            <p:cNvSpPr/>
            <p:nvPr/>
          </p:nvSpPr>
          <p:spPr>
            <a:xfrm>
              <a:off x="2731193" y="1384730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97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49" name="ph4349"/>
            <p:cNvSpPr/>
            <p:nvPr/>
          </p:nvSpPr>
          <p:spPr>
            <a:xfrm>
              <a:off x="2763937" y="1384730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50" name="ph4350"/>
            <p:cNvSpPr/>
            <p:nvPr/>
          </p:nvSpPr>
          <p:spPr>
            <a:xfrm>
              <a:off x="2796677" y="1384730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51" name="ph4351"/>
            <p:cNvSpPr/>
            <p:nvPr/>
          </p:nvSpPr>
          <p:spPr>
            <a:xfrm>
              <a:off x="2829419" y="1384730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52" name="ph4352"/>
            <p:cNvSpPr/>
            <p:nvPr/>
          </p:nvSpPr>
          <p:spPr>
            <a:xfrm>
              <a:off x="2862161" y="1384730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53" name="ph4353"/>
            <p:cNvSpPr/>
            <p:nvPr/>
          </p:nvSpPr>
          <p:spPr>
            <a:xfrm>
              <a:off x="2894903" y="1384730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54" name="ph4354"/>
            <p:cNvSpPr/>
            <p:nvPr/>
          </p:nvSpPr>
          <p:spPr>
            <a:xfrm>
              <a:off x="2927645" y="1384730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91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55" name="ph4355"/>
            <p:cNvSpPr/>
            <p:nvPr/>
          </p:nvSpPr>
          <p:spPr>
            <a:xfrm>
              <a:off x="2960387" y="1384730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56" name="ph4356"/>
            <p:cNvSpPr/>
            <p:nvPr/>
          </p:nvSpPr>
          <p:spPr>
            <a:xfrm>
              <a:off x="2993129" y="1384730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FE1C6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57" name="ph4357"/>
            <p:cNvSpPr/>
            <p:nvPr/>
          </p:nvSpPr>
          <p:spPr>
            <a:xfrm>
              <a:off x="3025870" y="1384730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85D8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58" name="ph4358"/>
            <p:cNvSpPr/>
            <p:nvPr/>
          </p:nvSpPr>
          <p:spPr>
            <a:xfrm>
              <a:off x="3124096" y="1384730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59" name="ph4359"/>
            <p:cNvSpPr/>
            <p:nvPr/>
          </p:nvSpPr>
          <p:spPr>
            <a:xfrm>
              <a:off x="3156838" y="1384730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60" name="ph4360"/>
            <p:cNvSpPr/>
            <p:nvPr/>
          </p:nvSpPr>
          <p:spPr>
            <a:xfrm>
              <a:off x="3189580" y="1384730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FDCBF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61" name="ph4361"/>
            <p:cNvSpPr/>
            <p:nvPr/>
          </p:nvSpPr>
          <p:spPr>
            <a:xfrm>
              <a:off x="3222322" y="1384730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62" name="ph4362"/>
            <p:cNvSpPr/>
            <p:nvPr/>
          </p:nvSpPr>
          <p:spPr>
            <a:xfrm>
              <a:off x="3255064" y="1384730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63" name="ph4363"/>
            <p:cNvSpPr/>
            <p:nvPr/>
          </p:nvSpPr>
          <p:spPr>
            <a:xfrm>
              <a:off x="3287804" y="1384730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CDABD">
                <a:alpha val="100000"/>
              </a:srgbClr>
            </a:solidFill>
            <a:ln w="5420" cap="flat">
              <a:solidFill>
                <a:srgbClr val="6C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64" name="ph4364"/>
            <p:cNvSpPr/>
            <p:nvPr/>
          </p:nvSpPr>
          <p:spPr>
            <a:xfrm>
              <a:off x="2502002" y="1426268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95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65" name="ph4365"/>
            <p:cNvSpPr/>
            <p:nvPr/>
          </p:nvSpPr>
          <p:spPr>
            <a:xfrm>
              <a:off x="2534744" y="1426268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66" name="ph4366"/>
            <p:cNvSpPr/>
            <p:nvPr/>
          </p:nvSpPr>
          <p:spPr>
            <a:xfrm>
              <a:off x="2567486" y="1426268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67" name="ph4367"/>
            <p:cNvSpPr/>
            <p:nvPr/>
          </p:nvSpPr>
          <p:spPr>
            <a:xfrm>
              <a:off x="2600228" y="1426268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68" name="ph4368"/>
            <p:cNvSpPr/>
            <p:nvPr/>
          </p:nvSpPr>
          <p:spPr>
            <a:xfrm>
              <a:off x="2632969" y="1426268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95DD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69" name="ph4369"/>
            <p:cNvSpPr/>
            <p:nvPr/>
          </p:nvSpPr>
          <p:spPr>
            <a:xfrm>
              <a:off x="2665712" y="1426268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95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70" name="ph4370"/>
            <p:cNvSpPr/>
            <p:nvPr/>
          </p:nvSpPr>
          <p:spPr>
            <a:xfrm>
              <a:off x="2698453" y="1426268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71" name="ph4371"/>
            <p:cNvSpPr/>
            <p:nvPr/>
          </p:nvSpPr>
          <p:spPr>
            <a:xfrm>
              <a:off x="2731193" y="1426268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72" name="ph4372"/>
            <p:cNvSpPr/>
            <p:nvPr/>
          </p:nvSpPr>
          <p:spPr>
            <a:xfrm>
              <a:off x="2763937" y="1426268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73" name="ph4373"/>
            <p:cNvSpPr/>
            <p:nvPr/>
          </p:nvSpPr>
          <p:spPr>
            <a:xfrm>
              <a:off x="2796677" y="1426268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74" name="ph4374"/>
            <p:cNvSpPr/>
            <p:nvPr/>
          </p:nvSpPr>
          <p:spPr>
            <a:xfrm>
              <a:off x="2829419" y="1426268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B5E8D1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75" name="ph4375"/>
            <p:cNvSpPr/>
            <p:nvPr/>
          </p:nvSpPr>
          <p:spPr>
            <a:xfrm>
              <a:off x="2862161" y="1426268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76" name="ph4376"/>
            <p:cNvSpPr/>
            <p:nvPr/>
          </p:nvSpPr>
          <p:spPr>
            <a:xfrm>
              <a:off x="2894903" y="1426268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77" name="ph4377"/>
            <p:cNvSpPr/>
            <p:nvPr/>
          </p:nvSpPr>
          <p:spPr>
            <a:xfrm>
              <a:off x="2927645" y="1426268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E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78" name="ph4378"/>
            <p:cNvSpPr/>
            <p:nvPr/>
          </p:nvSpPr>
          <p:spPr>
            <a:xfrm>
              <a:off x="2960387" y="1426268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79" name="ph4379"/>
            <p:cNvSpPr/>
            <p:nvPr/>
          </p:nvSpPr>
          <p:spPr>
            <a:xfrm>
              <a:off x="2993129" y="1426268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93DD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80" name="ph4380"/>
            <p:cNvSpPr/>
            <p:nvPr/>
          </p:nvSpPr>
          <p:spPr>
            <a:xfrm>
              <a:off x="3025870" y="1426268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2E2C8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81" name="ph4381"/>
            <p:cNvSpPr/>
            <p:nvPr/>
          </p:nvSpPr>
          <p:spPr>
            <a:xfrm>
              <a:off x="3058613" y="1426268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82" name="ph4382"/>
            <p:cNvSpPr/>
            <p:nvPr/>
          </p:nvSpPr>
          <p:spPr>
            <a:xfrm>
              <a:off x="3156838" y="1426268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83" name="ph4383"/>
            <p:cNvSpPr/>
            <p:nvPr/>
          </p:nvSpPr>
          <p:spPr>
            <a:xfrm>
              <a:off x="3189580" y="1426268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2DDC0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84" name="ph4384"/>
            <p:cNvSpPr/>
            <p:nvPr/>
          </p:nvSpPr>
          <p:spPr>
            <a:xfrm>
              <a:off x="3222322" y="1426268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85" name="ph4385"/>
            <p:cNvSpPr/>
            <p:nvPr/>
          </p:nvSpPr>
          <p:spPr>
            <a:xfrm>
              <a:off x="3255064" y="1426268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FDCBF">
                <a:alpha val="100000"/>
              </a:srgbClr>
            </a:solidFill>
            <a:ln w="5420" cap="flat">
              <a:solidFill>
                <a:srgbClr val="72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86" name="ph4386"/>
            <p:cNvSpPr/>
            <p:nvPr/>
          </p:nvSpPr>
          <p:spPr>
            <a:xfrm>
              <a:off x="3287804" y="1426268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87" name="ph4387"/>
            <p:cNvSpPr/>
            <p:nvPr/>
          </p:nvSpPr>
          <p:spPr>
            <a:xfrm>
              <a:off x="2502002" y="1467806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88" name="ph4388"/>
            <p:cNvSpPr/>
            <p:nvPr/>
          </p:nvSpPr>
          <p:spPr>
            <a:xfrm>
              <a:off x="2534744" y="1467806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89" name="ph4389"/>
            <p:cNvSpPr/>
            <p:nvPr/>
          </p:nvSpPr>
          <p:spPr>
            <a:xfrm>
              <a:off x="2567486" y="1467806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90" name="ph4390"/>
            <p:cNvSpPr/>
            <p:nvPr/>
          </p:nvSpPr>
          <p:spPr>
            <a:xfrm>
              <a:off x="2600228" y="1467806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91" name="ph4391"/>
            <p:cNvSpPr/>
            <p:nvPr/>
          </p:nvSpPr>
          <p:spPr>
            <a:xfrm>
              <a:off x="2632969" y="1467806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95DD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92" name="ph4392"/>
            <p:cNvSpPr/>
            <p:nvPr/>
          </p:nvSpPr>
          <p:spPr>
            <a:xfrm>
              <a:off x="2665712" y="1467806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95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93" name="ph4393"/>
            <p:cNvSpPr/>
            <p:nvPr/>
          </p:nvSpPr>
          <p:spPr>
            <a:xfrm>
              <a:off x="2698453" y="1467806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94" name="ph4394"/>
            <p:cNvSpPr/>
            <p:nvPr/>
          </p:nvSpPr>
          <p:spPr>
            <a:xfrm>
              <a:off x="2731193" y="1467806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95" name="ph4395"/>
            <p:cNvSpPr/>
            <p:nvPr/>
          </p:nvSpPr>
          <p:spPr>
            <a:xfrm>
              <a:off x="2763937" y="1467806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96" name="ph4396"/>
            <p:cNvSpPr/>
            <p:nvPr/>
          </p:nvSpPr>
          <p:spPr>
            <a:xfrm>
              <a:off x="2796677" y="1467806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B9E9D3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97" name="ph4397"/>
            <p:cNvSpPr/>
            <p:nvPr/>
          </p:nvSpPr>
          <p:spPr>
            <a:xfrm>
              <a:off x="2829419" y="1467806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BEEAD5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98" name="ph4398"/>
            <p:cNvSpPr/>
            <p:nvPr/>
          </p:nvSpPr>
          <p:spPr>
            <a:xfrm>
              <a:off x="2862161" y="1467806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99" name="ph4399"/>
            <p:cNvSpPr/>
            <p:nvPr/>
          </p:nvSpPr>
          <p:spPr>
            <a:xfrm>
              <a:off x="2894903" y="1467806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B8E9D2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00" name="ph4400"/>
            <p:cNvSpPr/>
            <p:nvPr/>
          </p:nvSpPr>
          <p:spPr>
            <a:xfrm>
              <a:off x="2927645" y="1467806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4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01" name="ph4401"/>
            <p:cNvSpPr/>
            <p:nvPr/>
          </p:nvSpPr>
          <p:spPr>
            <a:xfrm>
              <a:off x="2960387" y="1467806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02" name="ph4402"/>
            <p:cNvSpPr/>
            <p:nvPr/>
          </p:nvSpPr>
          <p:spPr>
            <a:xfrm>
              <a:off x="2993129" y="1467806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03" name="ph4403"/>
            <p:cNvSpPr/>
            <p:nvPr/>
          </p:nvSpPr>
          <p:spPr>
            <a:xfrm>
              <a:off x="3025870" y="1467806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4E2C9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04" name="ph4404"/>
            <p:cNvSpPr/>
            <p:nvPr/>
          </p:nvSpPr>
          <p:spPr>
            <a:xfrm>
              <a:off x="3058613" y="1467806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0E1C7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05" name="ph4405"/>
            <p:cNvSpPr/>
            <p:nvPr/>
          </p:nvSpPr>
          <p:spPr>
            <a:xfrm>
              <a:off x="3124096" y="1467806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06" name="ph4406"/>
            <p:cNvSpPr/>
            <p:nvPr/>
          </p:nvSpPr>
          <p:spPr>
            <a:xfrm>
              <a:off x="3156838" y="1467806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07" name="ph4407"/>
            <p:cNvSpPr/>
            <p:nvPr/>
          </p:nvSpPr>
          <p:spPr>
            <a:xfrm>
              <a:off x="3189580" y="1467806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08" name="ph4408"/>
            <p:cNvSpPr/>
            <p:nvPr/>
          </p:nvSpPr>
          <p:spPr>
            <a:xfrm>
              <a:off x="3222322" y="1467806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09" name="ph4409"/>
            <p:cNvSpPr/>
            <p:nvPr/>
          </p:nvSpPr>
          <p:spPr>
            <a:xfrm>
              <a:off x="3255064" y="1467806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10" name="ph4410"/>
            <p:cNvSpPr/>
            <p:nvPr/>
          </p:nvSpPr>
          <p:spPr>
            <a:xfrm>
              <a:off x="3287804" y="1467806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11" name="ph4411"/>
            <p:cNvSpPr/>
            <p:nvPr/>
          </p:nvSpPr>
          <p:spPr>
            <a:xfrm>
              <a:off x="2534744" y="1509346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12" name="ph4412"/>
            <p:cNvSpPr/>
            <p:nvPr/>
          </p:nvSpPr>
          <p:spPr>
            <a:xfrm>
              <a:off x="2567486" y="1509346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13" name="ph4413"/>
            <p:cNvSpPr/>
            <p:nvPr/>
          </p:nvSpPr>
          <p:spPr>
            <a:xfrm>
              <a:off x="2600228" y="1509346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14" name="ph4414"/>
            <p:cNvSpPr/>
            <p:nvPr/>
          </p:nvSpPr>
          <p:spPr>
            <a:xfrm>
              <a:off x="2632969" y="1509346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ABE4CB">
                <a:alpha val="100000"/>
              </a:srgbClr>
            </a:solidFill>
            <a:ln w="5420" cap="flat">
              <a:solidFill>
                <a:srgbClr val="99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15" name="ph4415"/>
            <p:cNvSpPr/>
            <p:nvPr/>
          </p:nvSpPr>
          <p:spPr>
            <a:xfrm>
              <a:off x="2665712" y="1509346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16" name="ph4416"/>
            <p:cNvSpPr/>
            <p:nvPr/>
          </p:nvSpPr>
          <p:spPr>
            <a:xfrm>
              <a:off x="2698453" y="1509346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17" name="ph4417"/>
            <p:cNvSpPr/>
            <p:nvPr/>
          </p:nvSpPr>
          <p:spPr>
            <a:xfrm>
              <a:off x="2731193" y="1509346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18" name="ph4418"/>
            <p:cNvSpPr/>
            <p:nvPr/>
          </p:nvSpPr>
          <p:spPr>
            <a:xfrm>
              <a:off x="2763937" y="1509346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BDEAD4">
                <a:alpha val="100000"/>
              </a:srgbClr>
            </a:solidFill>
            <a:ln w="5420" cap="flat">
              <a:solidFill>
                <a:srgbClr val="B1E6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19" name="ph4419"/>
            <p:cNvSpPr/>
            <p:nvPr/>
          </p:nvSpPr>
          <p:spPr>
            <a:xfrm>
              <a:off x="2796677" y="1509346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C4EDD8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20" name="ph4420"/>
            <p:cNvSpPr/>
            <p:nvPr/>
          </p:nvSpPr>
          <p:spPr>
            <a:xfrm>
              <a:off x="2829419" y="1509346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C8EEDA">
                <a:alpha val="100000"/>
              </a:srgbClr>
            </a:solidFill>
            <a:ln w="5420" cap="flat">
              <a:solidFill>
                <a:srgbClr val="C0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21" name="ph4421"/>
            <p:cNvSpPr/>
            <p:nvPr/>
          </p:nvSpPr>
          <p:spPr>
            <a:xfrm>
              <a:off x="2862161" y="1509346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C4EDD8">
                <a:alpha val="100000"/>
              </a:srgbClr>
            </a:solidFill>
            <a:ln w="5420" cap="flat">
              <a:solidFill>
                <a:srgbClr val="BB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22" name="ph4422"/>
            <p:cNvSpPr/>
            <p:nvPr/>
          </p:nvSpPr>
          <p:spPr>
            <a:xfrm>
              <a:off x="2894903" y="1509346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BEEBD5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23" name="ph4423"/>
            <p:cNvSpPr/>
            <p:nvPr/>
          </p:nvSpPr>
          <p:spPr>
            <a:xfrm>
              <a:off x="2927645" y="1509346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B8E8D2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24" name="ph4424"/>
            <p:cNvSpPr/>
            <p:nvPr/>
          </p:nvSpPr>
          <p:spPr>
            <a:xfrm>
              <a:off x="2960387" y="1509346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25" name="ph4425"/>
            <p:cNvSpPr/>
            <p:nvPr/>
          </p:nvSpPr>
          <p:spPr>
            <a:xfrm>
              <a:off x="2993129" y="1509346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99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26" name="ph4426"/>
            <p:cNvSpPr/>
            <p:nvPr/>
          </p:nvSpPr>
          <p:spPr>
            <a:xfrm>
              <a:off x="3025870" y="1509346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27" name="ph4427"/>
            <p:cNvSpPr/>
            <p:nvPr/>
          </p:nvSpPr>
          <p:spPr>
            <a:xfrm>
              <a:off x="3058613" y="1509346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28" name="ph4428"/>
            <p:cNvSpPr/>
            <p:nvPr/>
          </p:nvSpPr>
          <p:spPr>
            <a:xfrm>
              <a:off x="3091354" y="1509346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85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29" name="ph4429"/>
            <p:cNvSpPr/>
            <p:nvPr/>
          </p:nvSpPr>
          <p:spPr>
            <a:xfrm>
              <a:off x="3124096" y="1509346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30" name="ph4430"/>
            <p:cNvSpPr/>
            <p:nvPr/>
          </p:nvSpPr>
          <p:spPr>
            <a:xfrm>
              <a:off x="3156838" y="1509346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31" name="ph4431"/>
            <p:cNvSpPr/>
            <p:nvPr/>
          </p:nvSpPr>
          <p:spPr>
            <a:xfrm>
              <a:off x="3189580" y="1509346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32" name="ph4432"/>
            <p:cNvSpPr/>
            <p:nvPr/>
          </p:nvSpPr>
          <p:spPr>
            <a:xfrm>
              <a:off x="3222322" y="1509346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2DDC0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33" name="ph4433"/>
            <p:cNvSpPr/>
            <p:nvPr/>
          </p:nvSpPr>
          <p:spPr>
            <a:xfrm>
              <a:off x="3255064" y="1509346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74D3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34" name="ph4434"/>
            <p:cNvSpPr/>
            <p:nvPr/>
          </p:nvSpPr>
          <p:spPr>
            <a:xfrm>
              <a:off x="3287804" y="1509346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35" name="ph4435"/>
            <p:cNvSpPr/>
            <p:nvPr/>
          </p:nvSpPr>
          <p:spPr>
            <a:xfrm>
              <a:off x="2567486" y="1550882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36" name="ph4436"/>
            <p:cNvSpPr/>
            <p:nvPr/>
          </p:nvSpPr>
          <p:spPr>
            <a:xfrm>
              <a:off x="2600228" y="1550882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37" name="ph4437"/>
            <p:cNvSpPr/>
            <p:nvPr/>
          </p:nvSpPr>
          <p:spPr>
            <a:xfrm>
              <a:off x="2632969" y="1550882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38" name="ph4438"/>
            <p:cNvSpPr/>
            <p:nvPr/>
          </p:nvSpPr>
          <p:spPr>
            <a:xfrm>
              <a:off x="2665712" y="1550882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39" name="ph4439"/>
            <p:cNvSpPr/>
            <p:nvPr/>
          </p:nvSpPr>
          <p:spPr>
            <a:xfrm>
              <a:off x="2698453" y="1550882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40" name="ph4440"/>
            <p:cNvSpPr/>
            <p:nvPr/>
          </p:nvSpPr>
          <p:spPr>
            <a:xfrm>
              <a:off x="2731193" y="1550882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BEEAD5">
                <a:alpha val="100000"/>
              </a:srgbClr>
            </a:solidFill>
            <a:ln w="5420" cap="flat">
              <a:solidFill>
                <a:srgbClr val="B3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41" name="ph4441"/>
            <p:cNvSpPr/>
            <p:nvPr/>
          </p:nvSpPr>
          <p:spPr>
            <a:xfrm>
              <a:off x="2763937" y="1550882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C8EEDA">
                <a:alpha val="100000"/>
              </a:srgbClr>
            </a:solidFill>
            <a:ln w="5420" cap="flat">
              <a:solidFill>
                <a:srgbClr val="C0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42" name="ph4442"/>
            <p:cNvSpPr/>
            <p:nvPr/>
          </p:nvSpPr>
          <p:spPr>
            <a:xfrm>
              <a:off x="2796677" y="1550882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D0F1DE">
                <a:alpha val="100000"/>
              </a:srgbClr>
            </a:solidFill>
            <a:ln w="5420" cap="flat">
              <a:solidFill>
                <a:srgbClr val="CCEFD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43" name="ph4443"/>
            <p:cNvSpPr/>
            <p:nvPr/>
          </p:nvSpPr>
          <p:spPr>
            <a:xfrm>
              <a:off x="2829419" y="1550882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D2F1DF">
                <a:alpha val="100000"/>
              </a:srgbClr>
            </a:solidFill>
            <a:ln w="5420" cap="flat">
              <a:solidFill>
                <a:srgbClr val="CEF0D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44" name="ph4444"/>
            <p:cNvSpPr/>
            <p:nvPr/>
          </p:nvSpPr>
          <p:spPr>
            <a:xfrm>
              <a:off x="2862161" y="1550882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CCEFDC">
                <a:alpha val="100000"/>
              </a:srgbClr>
            </a:solidFill>
            <a:ln w="5420" cap="flat">
              <a:solidFill>
                <a:srgbClr val="C6ED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45" name="ph4445"/>
            <p:cNvSpPr/>
            <p:nvPr/>
          </p:nvSpPr>
          <p:spPr>
            <a:xfrm>
              <a:off x="2894903" y="1550882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C4ECD8">
                <a:alpha val="100000"/>
              </a:srgbClr>
            </a:solidFill>
            <a:ln w="5420" cap="flat">
              <a:solidFill>
                <a:srgbClr val="BB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46" name="ph4446"/>
            <p:cNvSpPr/>
            <p:nvPr/>
          </p:nvSpPr>
          <p:spPr>
            <a:xfrm>
              <a:off x="2927645" y="1550882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BBE9D3">
                <a:alpha val="100000"/>
              </a:srgbClr>
            </a:solidFill>
            <a:ln w="5420" cap="flat">
              <a:solidFill>
                <a:srgbClr val="AF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47" name="ph4447"/>
            <p:cNvSpPr/>
            <p:nvPr/>
          </p:nvSpPr>
          <p:spPr>
            <a:xfrm>
              <a:off x="2960387" y="1550882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48" name="ph4448"/>
            <p:cNvSpPr/>
            <p:nvPr/>
          </p:nvSpPr>
          <p:spPr>
            <a:xfrm>
              <a:off x="2993129" y="1550882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49" name="ph4449"/>
            <p:cNvSpPr/>
            <p:nvPr/>
          </p:nvSpPr>
          <p:spPr>
            <a:xfrm>
              <a:off x="3025870" y="1550882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8F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50" name="ph4450"/>
            <p:cNvSpPr/>
            <p:nvPr/>
          </p:nvSpPr>
          <p:spPr>
            <a:xfrm>
              <a:off x="3058613" y="1550882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51" name="ph4451"/>
            <p:cNvSpPr/>
            <p:nvPr/>
          </p:nvSpPr>
          <p:spPr>
            <a:xfrm>
              <a:off x="3091354" y="1550882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52" name="ph4452"/>
            <p:cNvSpPr/>
            <p:nvPr/>
          </p:nvSpPr>
          <p:spPr>
            <a:xfrm>
              <a:off x="3124096" y="1550882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9DEC3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53" name="ph4453"/>
            <p:cNvSpPr/>
            <p:nvPr/>
          </p:nvSpPr>
          <p:spPr>
            <a:xfrm>
              <a:off x="3156838" y="1550882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54" name="ph4454"/>
            <p:cNvSpPr/>
            <p:nvPr/>
          </p:nvSpPr>
          <p:spPr>
            <a:xfrm>
              <a:off x="3189580" y="1550882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55" name="ph4455"/>
            <p:cNvSpPr/>
            <p:nvPr/>
          </p:nvSpPr>
          <p:spPr>
            <a:xfrm>
              <a:off x="3222322" y="1550882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3DDC0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56" name="ph4456"/>
            <p:cNvSpPr/>
            <p:nvPr/>
          </p:nvSpPr>
          <p:spPr>
            <a:xfrm>
              <a:off x="3255064" y="1550882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57" name="ph4457"/>
            <p:cNvSpPr/>
            <p:nvPr/>
          </p:nvSpPr>
          <p:spPr>
            <a:xfrm>
              <a:off x="2567486" y="1592422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58" name="ph4458"/>
            <p:cNvSpPr/>
            <p:nvPr/>
          </p:nvSpPr>
          <p:spPr>
            <a:xfrm>
              <a:off x="2600228" y="1592422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59" name="ph4459"/>
            <p:cNvSpPr/>
            <p:nvPr/>
          </p:nvSpPr>
          <p:spPr>
            <a:xfrm>
              <a:off x="2632969" y="1592422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60" name="ph4460"/>
            <p:cNvSpPr/>
            <p:nvPr/>
          </p:nvSpPr>
          <p:spPr>
            <a:xfrm>
              <a:off x="2665712" y="1592422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61" name="ph4461"/>
            <p:cNvSpPr/>
            <p:nvPr/>
          </p:nvSpPr>
          <p:spPr>
            <a:xfrm>
              <a:off x="2698453" y="1592422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BDEAD4">
                <a:alpha val="100000"/>
              </a:srgbClr>
            </a:solidFill>
            <a:ln w="5420" cap="flat">
              <a:solidFill>
                <a:srgbClr val="B1E6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62" name="ph4462"/>
            <p:cNvSpPr/>
            <p:nvPr/>
          </p:nvSpPr>
          <p:spPr>
            <a:xfrm>
              <a:off x="2731193" y="1592422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C5EDD8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63" name="ph4463"/>
            <p:cNvSpPr/>
            <p:nvPr/>
          </p:nvSpPr>
          <p:spPr>
            <a:xfrm>
              <a:off x="2763937" y="1592422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CFF0DD">
                <a:alpha val="100000"/>
              </a:srgbClr>
            </a:solidFill>
            <a:ln w="5420" cap="flat">
              <a:solidFill>
                <a:srgbClr val="C9EE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64" name="ph4464"/>
            <p:cNvSpPr/>
            <p:nvPr/>
          </p:nvSpPr>
          <p:spPr>
            <a:xfrm>
              <a:off x="2796677" y="1592422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D7F3E2">
                <a:alpha val="100000"/>
              </a:srgbClr>
            </a:solidFill>
            <a:ln w="5420" cap="flat">
              <a:solidFill>
                <a:srgbClr val="D5F2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65" name="ph4465"/>
            <p:cNvSpPr/>
            <p:nvPr/>
          </p:nvSpPr>
          <p:spPr>
            <a:xfrm>
              <a:off x="2829419" y="1592422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D8F3E2">
                <a:alpha val="100000"/>
              </a:srgbClr>
            </a:solidFill>
            <a:ln w="5420" cap="flat">
              <a:solidFill>
                <a:srgbClr val="D6F2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66" name="ph4466"/>
            <p:cNvSpPr/>
            <p:nvPr/>
          </p:nvSpPr>
          <p:spPr>
            <a:xfrm>
              <a:off x="2862161" y="1592422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D0F1DE">
                <a:alpha val="100000"/>
              </a:srgbClr>
            </a:solidFill>
            <a:ln w="5420" cap="flat">
              <a:solidFill>
                <a:srgbClr val="CCEFD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67" name="ph4467"/>
            <p:cNvSpPr/>
            <p:nvPr/>
          </p:nvSpPr>
          <p:spPr>
            <a:xfrm>
              <a:off x="2894903" y="1592422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C6EDD9">
                <a:alpha val="100000"/>
              </a:srgbClr>
            </a:solidFill>
            <a:ln w="5420" cap="flat">
              <a:solidFill>
                <a:srgbClr val="BEEA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68" name="ph4468"/>
            <p:cNvSpPr/>
            <p:nvPr/>
          </p:nvSpPr>
          <p:spPr>
            <a:xfrm>
              <a:off x="2927645" y="1592422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BBE9D3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69" name="ph4469"/>
            <p:cNvSpPr/>
            <p:nvPr/>
          </p:nvSpPr>
          <p:spPr>
            <a:xfrm>
              <a:off x="2960387" y="1592422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70" name="ph4470"/>
            <p:cNvSpPr/>
            <p:nvPr/>
          </p:nvSpPr>
          <p:spPr>
            <a:xfrm>
              <a:off x="2993129" y="1592422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93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71" name="ph4471"/>
            <p:cNvSpPr/>
            <p:nvPr/>
          </p:nvSpPr>
          <p:spPr>
            <a:xfrm>
              <a:off x="3025870" y="1592422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0E1C6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72" name="ph4472"/>
            <p:cNvSpPr/>
            <p:nvPr/>
          </p:nvSpPr>
          <p:spPr>
            <a:xfrm>
              <a:off x="3058613" y="1592422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73" name="ph4473"/>
            <p:cNvSpPr/>
            <p:nvPr/>
          </p:nvSpPr>
          <p:spPr>
            <a:xfrm>
              <a:off x="3091354" y="1592422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74" name="ph4474"/>
            <p:cNvSpPr/>
            <p:nvPr/>
          </p:nvSpPr>
          <p:spPr>
            <a:xfrm>
              <a:off x="3124096" y="1592422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75" name="ph4475"/>
            <p:cNvSpPr/>
            <p:nvPr/>
          </p:nvSpPr>
          <p:spPr>
            <a:xfrm>
              <a:off x="3156838" y="1592422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76" name="ph4476"/>
            <p:cNvSpPr/>
            <p:nvPr/>
          </p:nvSpPr>
          <p:spPr>
            <a:xfrm>
              <a:off x="3189580" y="1592422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77" name="ph4477"/>
            <p:cNvSpPr/>
            <p:nvPr/>
          </p:nvSpPr>
          <p:spPr>
            <a:xfrm>
              <a:off x="3222322" y="1592422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2DDC0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78" name="ph4478"/>
            <p:cNvSpPr/>
            <p:nvPr/>
          </p:nvSpPr>
          <p:spPr>
            <a:xfrm>
              <a:off x="2632969" y="1633960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79" name="ph4479"/>
            <p:cNvSpPr/>
            <p:nvPr/>
          </p:nvSpPr>
          <p:spPr>
            <a:xfrm>
              <a:off x="2665712" y="1633960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BBE9D3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80" name="ph4480"/>
            <p:cNvSpPr/>
            <p:nvPr/>
          </p:nvSpPr>
          <p:spPr>
            <a:xfrm>
              <a:off x="2698453" y="1633960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B5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81" name="ph4481"/>
            <p:cNvSpPr/>
            <p:nvPr/>
          </p:nvSpPr>
          <p:spPr>
            <a:xfrm>
              <a:off x="2731193" y="1633960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C6EDD9">
                <a:alpha val="100000"/>
              </a:srgbClr>
            </a:solidFill>
            <a:ln w="5420" cap="flat">
              <a:solidFill>
                <a:srgbClr val="BE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82" name="ph4482"/>
            <p:cNvSpPr/>
            <p:nvPr/>
          </p:nvSpPr>
          <p:spPr>
            <a:xfrm>
              <a:off x="2763937" y="1633960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CEF0DD">
                <a:alpha val="100000"/>
              </a:srgbClr>
            </a:solidFill>
            <a:ln w="5420" cap="flat">
              <a:solidFill>
                <a:srgbClr val="C9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83" name="ph4483"/>
            <p:cNvSpPr/>
            <p:nvPr/>
          </p:nvSpPr>
          <p:spPr>
            <a:xfrm>
              <a:off x="2796677" y="1633960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D5F2E0">
                <a:alpha val="100000"/>
              </a:srgbClr>
            </a:solidFill>
            <a:ln w="5420" cap="flat">
              <a:solidFill>
                <a:srgbClr val="D2F1D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84" name="ph4484"/>
            <p:cNvSpPr/>
            <p:nvPr/>
          </p:nvSpPr>
          <p:spPr>
            <a:xfrm>
              <a:off x="2829419" y="1633960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D5F2E0">
                <a:alpha val="100000"/>
              </a:srgbClr>
            </a:solidFill>
            <a:ln w="5420" cap="flat">
              <a:solidFill>
                <a:srgbClr val="D2F1D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85" name="ph4485"/>
            <p:cNvSpPr/>
            <p:nvPr/>
          </p:nvSpPr>
          <p:spPr>
            <a:xfrm>
              <a:off x="2862161" y="1633960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CDF0DD">
                <a:alpha val="100000"/>
              </a:srgbClr>
            </a:solidFill>
            <a:ln w="5420" cap="flat">
              <a:solidFill>
                <a:srgbClr val="C8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86" name="ph4486"/>
            <p:cNvSpPr/>
            <p:nvPr/>
          </p:nvSpPr>
          <p:spPr>
            <a:xfrm>
              <a:off x="2894903" y="1633960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B9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87" name="ph4487"/>
            <p:cNvSpPr/>
            <p:nvPr/>
          </p:nvSpPr>
          <p:spPr>
            <a:xfrm>
              <a:off x="2927645" y="1633960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88" name="ph4488"/>
            <p:cNvSpPr/>
            <p:nvPr/>
          </p:nvSpPr>
          <p:spPr>
            <a:xfrm>
              <a:off x="2960387" y="1633960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89" name="ph4489"/>
            <p:cNvSpPr/>
            <p:nvPr/>
          </p:nvSpPr>
          <p:spPr>
            <a:xfrm>
              <a:off x="2993129" y="1633960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0E1C6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90" name="ph4490"/>
            <p:cNvSpPr/>
            <p:nvPr/>
          </p:nvSpPr>
          <p:spPr>
            <a:xfrm>
              <a:off x="3025870" y="1633960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91" name="ph4491"/>
            <p:cNvSpPr/>
            <p:nvPr/>
          </p:nvSpPr>
          <p:spPr>
            <a:xfrm>
              <a:off x="3058613" y="1633960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92" name="ph4492"/>
            <p:cNvSpPr/>
            <p:nvPr/>
          </p:nvSpPr>
          <p:spPr>
            <a:xfrm>
              <a:off x="3091354" y="1633960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74D3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93" name="ph4493"/>
            <p:cNvSpPr/>
            <p:nvPr/>
          </p:nvSpPr>
          <p:spPr>
            <a:xfrm>
              <a:off x="3124096" y="1633960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94" name="ph4494"/>
            <p:cNvSpPr/>
            <p:nvPr/>
          </p:nvSpPr>
          <p:spPr>
            <a:xfrm>
              <a:off x="3156838" y="1633960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95" name="ph4495"/>
            <p:cNvSpPr/>
            <p:nvPr/>
          </p:nvSpPr>
          <p:spPr>
            <a:xfrm>
              <a:off x="3189580" y="1633960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96" name="ph4496"/>
            <p:cNvSpPr/>
            <p:nvPr/>
          </p:nvSpPr>
          <p:spPr>
            <a:xfrm>
              <a:off x="2665712" y="1675498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97" name="ph4497"/>
            <p:cNvSpPr/>
            <p:nvPr/>
          </p:nvSpPr>
          <p:spPr>
            <a:xfrm>
              <a:off x="2698453" y="1675498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B5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98" name="ph4498"/>
            <p:cNvSpPr/>
            <p:nvPr/>
          </p:nvSpPr>
          <p:spPr>
            <a:xfrm>
              <a:off x="2731193" y="1675498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C4ECD8">
                <a:alpha val="100000"/>
              </a:srgbClr>
            </a:solidFill>
            <a:ln w="5420" cap="flat">
              <a:solidFill>
                <a:srgbClr val="BB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99" name="ph4499"/>
            <p:cNvSpPr/>
            <p:nvPr/>
          </p:nvSpPr>
          <p:spPr>
            <a:xfrm>
              <a:off x="2763937" y="1675498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C9EEDA">
                <a:alpha val="100000"/>
              </a:srgbClr>
            </a:solidFill>
            <a:ln w="5420" cap="flat">
              <a:solidFill>
                <a:srgbClr val="C2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00" name="ph4500"/>
            <p:cNvSpPr/>
            <p:nvPr/>
          </p:nvSpPr>
          <p:spPr>
            <a:xfrm>
              <a:off x="2796677" y="1675498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CDEFDC">
                <a:alpha val="100000"/>
              </a:srgbClr>
            </a:solidFill>
            <a:ln w="5420" cap="flat">
              <a:solidFill>
                <a:srgbClr val="C7ED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01" name="ph4501"/>
            <p:cNvSpPr/>
            <p:nvPr/>
          </p:nvSpPr>
          <p:spPr>
            <a:xfrm>
              <a:off x="2829419" y="1675498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CBEFDC">
                <a:alpha val="100000"/>
              </a:srgbClr>
            </a:solidFill>
            <a:ln w="5420" cap="flat">
              <a:solidFill>
                <a:srgbClr val="C5ED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02" name="ph4502"/>
            <p:cNvSpPr/>
            <p:nvPr/>
          </p:nvSpPr>
          <p:spPr>
            <a:xfrm>
              <a:off x="2862161" y="1675498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C5EDD8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03" name="ph4503"/>
            <p:cNvSpPr/>
            <p:nvPr/>
          </p:nvSpPr>
          <p:spPr>
            <a:xfrm>
              <a:off x="2894903" y="1675498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BBEAD3">
                <a:alpha val="100000"/>
              </a:srgbClr>
            </a:solidFill>
            <a:ln w="5420" cap="flat">
              <a:solidFill>
                <a:srgbClr val="AF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04" name="ph4504"/>
            <p:cNvSpPr/>
            <p:nvPr/>
          </p:nvSpPr>
          <p:spPr>
            <a:xfrm>
              <a:off x="2927645" y="1675498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05" name="ph4505"/>
            <p:cNvSpPr/>
            <p:nvPr/>
          </p:nvSpPr>
          <p:spPr>
            <a:xfrm>
              <a:off x="2960387" y="1675498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06" name="ph4506"/>
            <p:cNvSpPr/>
            <p:nvPr/>
          </p:nvSpPr>
          <p:spPr>
            <a:xfrm>
              <a:off x="2993129" y="1675498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07" name="ph4507"/>
            <p:cNvSpPr/>
            <p:nvPr/>
          </p:nvSpPr>
          <p:spPr>
            <a:xfrm>
              <a:off x="3025870" y="1675498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08" name="ph4508"/>
            <p:cNvSpPr/>
            <p:nvPr/>
          </p:nvSpPr>
          <p:spPr>
            <a:xfrm>
              <a:off x="3058613" y="1675498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6AD1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09" name="ph4509"/>
            <p:cNvSpPr/>
            <p:nvPr/>
          </p:nvSpPr>
          <p:spPr>
            <a:xfrm>
              <a:off x="3091354" y="1675498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10" name="ph4510"/>
            <p:cNvSpPr/>
            <p:nvPr/>
          </p:nvSpPr>
          <p:spPr>
            <a:xfrm>
              <a:off x="3124096" y="1675498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11" name="ph4511"/>
            <p:cNvSpPr/>
            <p:nvPr/>
          </p:nvSpPr>
          <p:spPr>
            <a:xfrm>
              <a:off x="3156838" y="1675498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12" name="ph4512"/>
            <p:cNvSpPr/>
            <p:nvPr/>
          </p:nvSpPr>
          <p:spPr>
            <a:xfrm>
              <a:off x="2698453" y="1717036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13" name="ph4513"/>
            <p:cNvSpPr/>
            <p:nvPr/>
          </p:nvSpPr>
          <p:spPr>
            <a:xfrm>
              <a:off x="2731193" y="1717036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C1ECD6">
                <a:alpha val="100000"/>
              </a:srgbClr>
            </a:solidFill>
            <a:ln w="5420" cap="flat">
              <a:solidFill>
                <a:srgbClr val="B7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14" name="ph4514"/>
            <p:cNvSpPr/>
            <p:nvPr/>
          </p:nvSpPr>
          <p:spPr>
            <a:xfrm>
              <a:off x="2763937" y="1717036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C3ECD8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15" name="ph4515"/>
            <p:cNvSpPr/>
            <p:nvPr/>
          </p:nvSpPr>
          <p:spPr>
            <a:xfrm>
              <a:off x="2796677" y="1717036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C5EDD8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16" name="ph4516"/>
            <p:cNvSpPr/>
            <p:nvPr/>
          </p:nvSpPr>
          <p:spPr>
            <a:xfrm>
              <a:off x="2829419" y="1717036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B8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17" name="ph4517"/>
            <p:cNvSpPr/>
            <p:nvPr/>
          </p:nvSpPr>
          <p:spPr>
            <a:xfrm>
              <a:off x="2862161" y="1717036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1E6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18" name="ph4518"/>
            <p:cNvSpPr/>
            <p:nvPr/>
          </p:nvSpPr>
          <p:spPr>
            <a:xfrm>
              <a:off x="2894903" y="1717036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19" name="ph4519"/>
            <p:cNvSpPr/>
            <p:nvPr/>
          </p:nvSpPr>
          <p:spPr>
            <a:xfrm>
              <a:off x="2927645" y="1717036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20" name="ph4520"/>
            <p:cNvSpPr/>
            <p:nvPr/>
          </p:nvSpPr>
          <p:spPr>
            <a:xfrm>
              <a:off x="2960387" y="1717036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CDFC5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21" name="ph4521"/>
            <p:cNvSpPr/>
            <p:nvPr/>
          </p:nvSpPr>
          <p:spPr>
            <a:xfrm>
              <a:off x="2993129" y="1717036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22" name="ph4522"/>
            <p:cNvSpPr/>
            <p:nvPr/>
          </p:nvSpPr>
          <p:spPr>
            <a:xfrm>
              <a:off x="3025870" y="1717036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23" name="ph4523"/>
            <p:cNvSpPr/>
            <p:nvPr/>
          </p:nvSpPr>
          <p:spPr>
            <a:xfrm>
              <a:off x="3058613" y="1717036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24" name="ph4524"/>
            <p:cNvSpPr/>
            <p:nvPr/>
          </p:nvSpPr>
          <p:spPr>
            <a:xfrm>
              <a:off x="3091354" y="1717036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25" name="ph4525"/>
            <p:cNvSpPr/>
            <p:nvPr/>
          </p:nvSpPr>
          <p:spPr>
            <a:xfrm>
              <a:off x="3124096" y="1717036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26" name="ph4526"/>
            <p:cNvSpPr/>
            <p:nvPr/>
          </p:nvSpPr>
          <p:spPr>
            <a:xfrm>
              <a:off x="3156838" y="1717036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CDBBE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27" name="ph4527"/>
            <p:cNvSpPr/>
            <p:nvPr/>
          </p:nvSpPr>
          <p:spPr>
            <a:xfrm>
              <a:off x="2567486" y="1758575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B7E8D2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28" name="ph4528"/>
            <p:cNvSpPr/>
            <p:nvPr/>
          </p:nvSpPr>
          <p:spPr>
            <a:xfrm>
              <a:off x="2600228" y="1758575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B9E9D3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29" name="ph4529"/>
            <p:cNvSpPr/>
            <p:nvPr/>
          </p:nvSpPr>
          <p:spPr>
            <a:xfrm>
              <a:off x="2632969" y="1758575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30" name="ph4530"/>
            <p:cNvSpPr/>
            <p:nvPr/>
          </p:nvSpPr>
          <p:spPr>
            <a:xfrm>
              <a:off x="2665712" y="1758575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BDEAD5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31" name="ph4531"/>
            <p:cNvSpPr/>
            <p:nvPr/>
          </p:nvSpPr>
          <p:spPr>
            <a:xfrm>
              <a:off x="2698453" y="1758575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32" name="ph4532"/>
            <p:cNvSpPr/>
            <p:nvPr/>
          </p:nvSpPr>
          <p:spPr>
            <a:xfrm>
              <a:off x="2731193" y="1758575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33" name="ph4533"/>
            <p:cNvSpPr/>
            <p:nvPr/>
          </p:nvSpPr>
          <p:spPr>
            <a:xfrm>
              <a:off x="2763937" y="1758575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C1EBD6">
                <a:alpha val="100000"/>
              </a:srgbClr>
            </a:solidFill>
            <a:ln w="5420" cap="flat">
              <a:solidFill>
                <a:srgbClr val="B7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34" name="ph4534"/>
            <p:cNvSpPr/>
            <p:nvPr/>
          </p:nvSpPr>
          <p:spPr>
            <a:xfrm>
              <a:off x="2796677" y="1758575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35" name="ph4535"/>
            <p:cNvSpPr/>
            <p:nvPr/>
          </p:nvSpPr>
          <p:spPr>
            <a:xfrm>
              <a:off x="2829419" y="1758575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BDEAD4">
                <a:alpha val="100000"/>
              </a:srgbClr>
            </a:solidFill>
            <a:ln w="5420" cap="flat">
              <a:solidFill>
                <a:srgbClr val="B1E6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36" name="ph4536"/>
            <p:cNvSpPr/>
            <p:nvPr/>
          </p:nvSpPr>
          <p:spPr>
            <a:xfrm>
              <a:off x="2862161" y="1758575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B8E9D2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37" name="ph4537"/>
            <p:cNvSpPr/>
            <p:nvPr/>
          </p:nvSpPr>
          <p:spPr>
            <a:xfrm>
              <a:off x="2894903" y="1758575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B1E6CE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38" name="ph4538"/>
            <p:cNvSpPr/>
            <p:nvPr/>
          </p:nvSpPr>
          <p:spPr>
            <a:xfrm>
              <a:off x="2927645" y="1758575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93DD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39" name="ph4539"/>
            <p:cNvSpPr/>
            <p:nvPr/>
          </p:nvSpPr>
          <p:spPr>
            <a:xfrm>
              <a:off x="2960387" y="1758575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40" name="ph4540"/>
            <p:cNvSpPr/>
            <p:nvPr/>
          </p:nvSpPr>
          <p:spPr>
            <a:xfrm>
              <a:off x="2993129" y="1758575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CDBBE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41" name="ph4541"/>
            <p:cNvSpPr/>
            <p:nvPr/>
          </p:nvSpPr>
          <p:spPr>
            <a:xfrm>
              <a:off x="3025870" y="1758575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42" name="ph4542"/>
            <p:cNvSpPr/>
            <p:nvPr/>
          </p:nvSpPr>
          <p:spPr>
            <a:xfrm>
              <a:off x="3058613" y="1758575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43" name="ph4543"/>
            <p:cNvSpPr/>
            <p:nvPr/>
          </p:nvSpPr>
          <p:spPr>
            <a:xfrm>
              <a:off x="3091354" y="1758575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44" name="ph4544"/>
            <p:cNvSpPr/>
            <p:nvPr/>
          </p:nvSpPr>
          <p:spPr>
            <a:xfrm>
              <a:off x="3124096" y="1758575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45" name="ph4545"/>
            <p:cNvSpPr/>
            <p:nvPr/>
          </p:nvSpPr>
          <p:spPr>
            <a:xfrm>
              <a:off x="2534744" y="1800113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B5E8D1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46" name="ph4546"/>
            <p:cNvSpPr/>
            <p:nvPr/>
          </p:nvSpPr>
          <p:spPr>
            <a:xfrm>
              <a:off x="2567486" y="1800113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B8E9D2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47" name="ph4547"/>
            <p:cNvSpPr/>
            <p:nvPr/>
          </p:nvSpPr>
          <p:spPr>
            <a:xfrm>
              <a:off x="2600228" y="1800113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48" name="ph4548"/>
            <p:cNvSpPr/>
            <p:nvPr/>
          </p:nvSpPr>
          <p:spPr>
            <a:xfrm>
              <a:off x="2632969" y="1800113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BDEAD4">
                <a:alpha val="100000"/>
              </a:srgbClr>
            </a:solidFill>
            <a:ln w="5420" cap="flat">
              <a:solidFill>
                <a:srgbClr val="B2E6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49" name="ph4549"/>
            <p:cNvSpPr/>
            <p:nvPr/>
          </p:nvSpPr>
          <p:spPr>
            <a:xfrm>
              <a:off x="2665712" y="1800113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50" name="ph4550"/>
            <p:cNvSpPr/>
            <p:nvPr/>
          </p:nvSpPr>
          <p:spPr>
            <a:xfrm>
              <a:off x="2698453" y="1800113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51" name="ph4551"/>
            <p:cNvSpPr/>
            <p:nvPr/>
          </p:nvSpPr>
          <p:spPr>
            <a:xfrm>
              <a:off x="2731193" y="1800113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C1ECD6">
                <a:alpha val="100000"/>
              </a:srgbClr>
            </a:solidFill>
            <a:ln w="5420" cap="flat">
              <a:solidFill>
                <a:srgbClr val="B7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52" name="ph4552"/>
            <p:cNvSpPr/>
            <p:nvPr/>
          </p:nvSpPr>
          <p:spPr>
            <a:xfrm>
              <a:off x="2763937" y="1800113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C1EBD6">
                <a:alpha val="100000"/>
              </a:srgbClr>
            </a:solidFill>
            <a:ln w="5420" cap="flat">
              <a:solidFill>
                <a:srgbClr val="B7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53" name="ph4553"/>
            <p:cNvSpPr/>
            <p:nvPr/>
          </p:nvSpPr>
          <p:spPr>
            <a:xfrm>
              <a:off x="2796677" y="1800113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54" name="ph4554"/>
            <p:cNvSpPr/>
            <p:nvPr/>
          </p:nvSpPr>
          <p:spPr>
            <a:xfrm>
              <a:off x="2829419" y="1800113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1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55" name="ph4555"/>
            <p:cNvSpPr/>
            <p:nvPr/>
          </p:nvSpPr>
          <p:spPr>
            <a:xfrm>
              <a:off x="2862161" y="1800113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B8E9D2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56" name="ph4556"/>
            <p:cNvSpPr/>
            <p:nvPr/>
          </p:nvSpPr>
          <p:spPr>
            <a:xfrm>
              <a:off x="2894903" y="1800113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B2E6CF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57" name="ph4557"/>
            <p:cNvSpPr/>
            <p:nvPr/>
          </p:nvSpPr>
          <p:spPr>
            <a:xfrm>
              <a:off x="2927645" y="1800113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95DD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58" name="ph4558"/>
            <p:cNvSpPr/>
            <p:nvPr/>
          </p:nvSpPr>
          <p:spPr>
            <a:xfrm>
              <a:off x="2960387" y="1800113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59" name="ph4559"/>
            <p:cNvSpPr/>
            <p:nvPr/>
          </p:nvSpPr>
          <p:spPr>
            <a:xfrm>
              <a:off x="2993129" y="1800113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60" name="ph4560"/>
            <p:cNvSpPr/>
            <p:nvPr/>
          </p:nvSpPr>
          <p:spPr>
            <a:xfrm>
              <a:off x="3025870" y="1800113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61" name="ph4561"/>
            <p:cNvSpPr/>
            <p:nvPr/>
          </p:nvSpPr>
          <p:spPr>
            <a:xfrm>
              <a:off x="3058613" y="1800113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62" name="ph4562"/>
            <p:cNvSpPr/>
            <p:nvPr/>
          </p:nvSpPr>
          <p:spPr>
            <a:xfrm>
              <a:off x="3091354" y="1800113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63" name="ph4563"/>
            <p:cNvSpPr/>
            <p:nvPr/>
          </p:nvSpPr>
          <p:spPr>
            <a:xfrm>
              <a:off x="3124096" y="1800113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64" name="ph4564"/>
            <p:cNvSpPr/>
            <p:nvPr/>
          </p:nvSpPr>
          <p:spPr>
            <a:xfrm>
              <a:off x="2534744" y="1841651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B7E8D2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65" name="ph4565"/>
            <p:cNvSpPr/>
            <p:nvPr/>
          </p:nvSpPr>
          <p:spPr>
            <a:xfrm>
              <a:off x="2567486" y="1841651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66" name="ph4566"/>
            <p:cNvSpPr/>
            <p:nvPr/>
          </p:nvSpPr>
          <p:spPr>
            <a:xfrm>
              <a:off x="2600228" y="1841651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BEEAD5">
                <a:alpha val="100000"/>
              </a:srgbClr>
            </a:solidFill>
            <a:ln w="5420" cap="flat">
              <a:solidFill>
                <a:srgbClr val="B3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67" name="ph4567"/>
            <p:cNvSpPr/>
            <p:nvPr/>
          </p:nvSpPr>
          <p:spPr>
            <a:xfrm>
              <a:off x="2632969" y="1841651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C1ECD7">
                <a:alpha val="100000"/>
              </a:srgbClr>
            </a:solidFill>
            <a:ln w="5420" cap="flat">
              <a:solidFill>
                <a:srgbClr val="B8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68" name="ph4568"/>
            <p:cNvSpPr/>
            <p:nvPr/>
          </p:nvSpPr>
          <p:spPr>
            <a:xfrm>
              <a:off x="2665712" y="1841651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C5EDD8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69" name="ph4569"/>
            <p:cNvSpPr/>
            <p:nvPr/>
          </p:nvSpPr>
          <p:spPr>
            <a:xfrm>
              <a:off x="2698453" y="1841651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C7EEDA">
                <a:alpha val="100000"/>
              </a:srgbClr>
            </a:solidFill>
            <a:ln w="5420" cap="flat">
              <a:solidFill>
                <a:srgbClr val="C0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70" name="ph4570"/>
            <p:cNvSpPr/>
            <p:nvPr/>
          </p:nvSpPr>
          <p:spPr>
            <a:xfrm>
              <a:off x="2731193" y="1841651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C9EEDA">
                <a:alpha val="100000"/>
              </a:srgbClr>
            </a:solidFill>
            <a:ln w="5420" cap="flat">
              <a:solidFill>
                <a:srgbClr val="C2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71" name="ph4571"/>
            <p:cNvSpPr/>
            <p:nvPr/>
          </p:nvSpPr>
          <p:spPr>
            <a:xfrm>
              <a:off x="2763937" y="1841651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C8EEDA">
                <a:alpha val="100000"/>
              </a:srgbClr>
            </a:solidFill>
            <a:ln w="5420" cap="flat">
              <a:solidFill>
                <a:srgbClr val="C0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72" name="ph4572"/>
            <p:cNvSpPr/>
            <p:nvPr/>
          </p:nvSpPr>
          <p:spPr>
            <a:xfrm>
              <a:off x="2796677" y="1841651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C1ECD6">
                <a:alpha val="100000"/>
              </a:srgbClr>
            </a:solidFill>
            <a:ln w="5420" cap="flat">
              <a:solidFill>
                <a:srgbClr val="B7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73" name="ph4573"/>
            <p:cNvSpPr/>
            <p:nvPr/>
          </p:nvSpPr>
          <p:spPr>
            <a:xfrm>
              <a:off x="2829419" y="1841651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BEEBD5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74" name="ph4574"/>
            <p:cNvSpPr/>
            <p:nvPr/>
          </p:nvSpPr>
          <p:spPr>
            <a:xfrm>
              <a:off x="2862161" y="1841651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BDEAD4">
                <a:alpha val="100000"/>
              </a:srgbClr>
            </a:solidFill>
            <a:ln w="5420" cap="flat">
              <a:solidFill>
                <a:srgbClr val="B1E6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75" name="ph4575"/>
            <p:cNvSpPr/>
            <p:nvPr/>
          </p:nvSpPr>
          <p:spPr>
            <a:xfrm>
              <a:off x="2894903" y="1841651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B8E9D2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76" name="ph4576"/>
            <p:cNvSpPr/>
            <p:nvPr/>
          </p:nvSpPr>
          <p:spPr>
            <a:xfrm>
              <a:off x="2927645" y="1841651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77" name="ph4577"/>
            <p:cNvSpPr/>
            <p:nvPr/>
          </p:nvSpPr>
          <p:spPr>
            <a:xfrm>
              <a:off x="2960387" y="1841651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78" name="ph4578"/>
            <p:cNvSpPr/>
            <p:nvPr/>
          </p:nvSpPr>
          <p:spPr>
            <a:xfrm>
              <a:off x="2993129" y="1841651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8C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79" name="ph4579"/>
            <p:cNvSpPr/>
            <p:nvPr/>
          </p:nvSpPr>
          <p:spPr>
            <a:xfrm>
              <a:off x="3025870" y="1841651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80" name="ph4580"/>
            <p:cNvSpPr/>
            <p:nvPr/>
          </p:nvSpPr>
          <p:spPr>
            <a:xfrm>
              <a:off x="3058613" y="1841651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81" name="ph4581"/>
            <p:cNvSpPr/>
            <p:nvPr/>
          </p:nvSpPr>
          <p:spPr>
            <a:xfrm>
              <a:off x="3091354" y="1841651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3DDC0">
                <a:alpha val="100000"/>
              </a:srgbClr>
            </a:solidFill>
            <a:ln w="5420" cap="flat">
              <a:solidFill>
                <a:srgbClr val="77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82" name="ph4582"/>
            <p:cNvSpPr/>
            <p:nvPr/>
          </p:nvSpPr>
          <p:spPr>
            <a:xfrm>
              <a:off x="2534744" y="1883189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B7E8D2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83" name="ph4583"/>
            <p:cNvSpPr/>
            <p:nvPr/>
          </p:nvSpPr>
          <p:spPr>
            <a:xfrm>
              <a:off x="2567486" y="1883189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BBEAD3">
                <a:alpha val="100000"/>
              </a:srgbClr>
            </a:solidFill>
            <a:ln w="5420" cap="flat">
              <a:solidFill>
                <a:srgbClr val="AF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84" name="ph4584"/>
            <p:cNvSpPr/>
            <p:nvPr/>
          </p:nvSpPr>
          <p:spPr>
            <a:xfrm>
              <a:off x="2600228" y="1883189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85" name="ph4585"/>
            <p:cNvSpPr/>
            <p:nvPr/>
          </p:nvSpPr>
          <p:spPr>
            <a:xfrm>
              <a:off x="2632969" y="1883189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C3ECD7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86" name="ph4586"/>
            <p:cNvSpPr/>
            <p:nvPr/>
          </p:nvSpPr>
          <p:spPr>
            <a:xfrm>
              <a:off x="2665712" y="1883189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C7EDD9">
                <a:alpha val="100000"/>
              </a:srgbClr>
            </a:solidFill>
            <a:ln w="5420" cap="flat">
              <a:solidFill>
                <a:srgbClr val="BF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87" name="ph4587"/>
            <p:cNvSpPr/>
            <p:nvPr/>
          </p:nvSpPr>
          <p:spPr>
            <a:xfrm>
              <a:off x="2698453" y="1883189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CBEFDC">
                <a:alpha val="100000"/>
              </a:srgbClr>
            </a:solidFill>
            <a:ln w="5420" cap="flat">
              <a:solidFill>
                <a:srgbClr val="C5ED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88" name="ph4588"/>
            <p:cNvSpPr/>
            <p:nvPr/>
          </p:nvSpPr>
          <p:spPr>
            <a:xfrm>
              <a:off x="2731193" y="1883189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D0F0DE">
                <a:alpha val="100000"/>
              </a:srgbClr>
            </a:solidFill>
            <a:ln w="5420" cap="flat">
              <a:solidFill>
                <a:srgbClr val="CBEF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89" name="ph4589"/>
            <p:cNvSpPr/>
            <p:nvPr/>
          </p:nvSpPr>
          <p:spPr>
            <a:xfrm>
              <a:off x="2763937" y="1883189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D3F1DF">
                <a:alpha val="100000"/>
              </a:srgbClr>
            </a:solidFill>
            <a:ln w="5420" cap="flat">
              <a:solidFill>
                <a:srgbClr val="D0F0D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90" name="ph4590"/>
            <p:cNvSpPr/>
            <p:nvPr/>
          </p:nvSpPr>
          <p:spPr>
            <a:xfrm>
              <a:off x="2796677" y="1883189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CAEEDB">
                <a:alpha val="100000"/>
              </a:srgbClr>
            </a:solidFill>
            <a:ln w="5420" cap="flat">
              <a:solidFill>
                <a:srgbClr val="C3EC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91" name="ph4591"/>
            <p:cNvSpPr/>
            <p:nvPr/>
          </p:nvSpPr>
          <p:spPr>
            <a:xfrm>
              <a:off x="2829419" y="1883189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92" name="ph4592"/>
            <p:cNvSpPr/>
            <p:nvPr/>
          </p:nvSpPr>
          <p:spPr>
            <a:xfrm>
              <a:off x="2862161" y="1883189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93" name="ph4593"/>
            <p:cNvSpPr/>
            <p:nvPr/>
          </p:nvSpPr>
          <p:spPr>
            <a:xfrm>
              <a:off x="2894903" y="1883189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BBE9D3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94" name="ph4594"/>
            <p:cNvSpPr/>
            <p:nvPr/>
          </p:nvSpPr>
          <p:spPr>
            <a:xfrm>
              <a:off x="2927645" y="1883189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B5E7D0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95" name="ph4595"/>
            <p:cNvSpPr/>
            <p:nvPr/>
          </p:nvSpPr>
          <p:spPr>
            <a:xfrm>
              <a:off x="2960387" y="1883189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96" name="ph4596"/>
            <p:cNvSpPr/>
            <p:nvPr/>
          </p:nvSpPr>
          <p:spPr>
            <a:xfrm>
              <a:off x="2993129" y="1883189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97" name="ph4597"/>
            <p:cNvSpPr/>
            <p:nvPr/>
          </p:nvSpPr>
          <p:spPr>
            <a:xfrm>
              <a:off x="3025870" y="1883189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8C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98" name="ph4598"/>
            <p:cNvSpPr/>
            <p:nvPr/>
          </p:nvSpPr>
          <p:spPr>
            <a:xfrm>
              <a:off x="3058613" y="1883189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85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99" name="ph4599"/>
            <p:cNvSpPr/>
            <p:nvPr/>
          </p:nvSpPr>
          <p:spPr>
            <a:xfrm>
              <a:off x="2567486" y="1924727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BBE9D3">
                <a:alpha val="100000"/>
              </a:srgbClr>
            </a:solidFill>
            <a:ln w="5420" cap="flat">
              <a:solidFill>
                <a:srgbClr val="AF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00" name="ph4600"/>
            <p:cNvSpPr/>
            <p:nvPr/>
          </p:nvSpPr>
          <p:spPr>
            <a:xfrm>
              <a:off x="2600228" y="1924727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01" name="ph4601"/>
            <p:cNvSpPr/>
            <p:nvPr/>
          </p:nvSpPr>
          <p:spPr>
            <a:xfrm>
              <a:off x="2632969" y="1924727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C3ECD7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02" name="ph4602"/>
            <p:cNvSpPr/>
            <p:nvPr/>
          </p:nvSpPr>
          <p:spPr>
            <a:xfrm>
              <a:off x="2665712" y="1924727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C7EEDA">
                <a:alpha val="100000"/>
              </a:srgbClr>
            </a:solidFill>
            <a:ln w="5420" cap="flat">
              <a:solidFill>
                <a:srgbClr val="C0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03" name="ph4603"/>
            <p:cNvSpPr/>
            <p:nvPr/>
          </p:nvSpPr>
          <p:spPr>
            <a:xfrm>
              <a:off x="2698453" y="1924727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CCEFDC">
                <a:alpha val="100000"/>
              </a:srgbClr>
            </a:solidFill>
            <a:ln w="5420" cap="flat">
              <a:solidFill>
                <a:srgbClr val="C6ED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04" name="ph4604"/>
            <p:cNvSpPr/>
            <p:nvPr/>
          </p:nvSpPr>
          <p:spPr>
            <a:xfrm>
              <a:off x="2731193" y="1924727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D1F1DF">
                <a:alpha val="100000"/>
              </a:srgbClr>
            </a:solidFill>
            <a:ln w="5420" cap="flat">
              <a:solidFill>
                <a:srgbClr val="CDEFD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05" name="ph4605"/>
            <p:cNvSpPr/>
            <p:nvPr/>
          </p:nvSpPr>
          <p:spPr>
            <a:xfrm>
              <a:off x="2763937" y="1924727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D5F2E1">
                <a:alpha val="100000"/>
              </a:srgbClr>
            </a:solidFill>
            <a:ln w="5420" cap="flat">
              <a:solidFill>
                <a:srgbClr val="D3F1D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06" name="ph4606"/>
            <p:cNvSpPr/>
            <p:nvPr/>
          </p:nvSpPr>
          <p:spPr>
            <a:xfrm>
              <a:off x="2796677" y="1924727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D2F1DF">
                <a:alpha val="100000"/>
              </a:srgbClr>
            </a:solidFill>
            <a:ln w="5420" cap="flat">
              <a:solidFill>
                <a:srgbClr val="CEF0D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07" name="ph4607"/>
            <p:cNvSpPr/>
            <p:nvPr/>
          </p:nvSpPr>
          <p:spPr>
            <a:xfrm>
              <a:off x="2829419" y="1924727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C4ECD8">
                <a:alpha val="100000"/>
              </a:srgbClr>
            </a:solidFill>
            <a:ln w="5420" cap="flat">
              <a:solidFill>
                <a:srgbClr val="BB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08" name="ph4608"/>
            <p:cNvSpPr/>
            <p:nvPr/>
          </p:nvSpPr>
          <p:spPr>
            <a:xfrm>
              <a:off x="2862161" y="1924727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09" name="ph4609"/>
            <p:cNvSpPr/>
            <p:nvPr/>
          </p:nvSpPr>
          <p:spPr>
            <a:xfrm>
              <a:off x="2894903" y="1924727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10" name="ph4610"/>
            <p:cNvSpPr/>
            <p:nvPr/>
          </p:nvSpPr>
          <p:spPr>
            <a:xfrm>
              <a:off x="2927645" y="1924727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11" name="ph4611"/>
            <p:cNvSpPr/>
            <p:nvPr/>
          </p:nvSpPr>
          <p:spPr>
            <a:xfrm>
              <a:off x="2960387" y="1924727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B1E6CE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12" name="ph4612"/>
            <p:cNvSpPr/>
            <p:nvPr/>
          </p:nvSpPr>
          <p:spPr>
            <a:xfrm>
              <a:off x="2993129" y="1924727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13" name="ph4613"/>
            <p:cNvSpPr/>
            <p:nvPr/>
          </p:nvSpPr>
          <p:spPr>
            <a:xfrm>
              <a:off x="3025870" y="1924727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14" name="ph4614"/>
            <p:cNvSpPr/>
            <p:nvPr/>
          </p:nvSpPr>
          <p:spPr>
            <a:xfrm>
              <a:off x="2665712" y="1966265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C6EDD9">
                <a:alpha val="100000"/>
              </a:srgbClr>
            </a:solidFill>
            <a:ln w="5420" cap="flat">
              <a:solidFill>
                <a:srgbClr val="BE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15" name="ph4615"/>
            <p:cNvSpPr/>
            <p:nvPr/>
          </p:nvSpPr>
          <p:spPr>
            <a:xfrm>
              <a:off x="2698453" y="1966265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CAEEDB">
                <a:alpha val="100000"/>
              </a:srgbClr>
            </a:solidFill>
            <a:ln w="5420" cap="flat">
              <a:solidFill>
                <a:srgbClr val="C3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16" name="ph4616"/>
            <p:cNvSpPr/>
            <p:nvPr/>
          </p:nvSpPr>
          <p:spPr>
            <a:xfrm>
              <a:off x="2731193" y="1966265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CDEFDC">
                <a:alpha val="100000"/>
              </a:srgbClr>
            </a:solidFill>
            <a:ln w="5420" cap="flat">
              <a:solidFill>
                <a:srgbClr val="C7EE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17" name="ph4617"/>
            <p:cNvSpPr/>
            <p:nvPr/>
          </p:nvSpPr>
          <p:spPr>
            <a:xfrm>
              <a:off x="2763937" y="1966265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CFF0DD">
                <a:alpha val="100000"/>
              </a:srgbClr>
            </a:solidFill>
            <a:ln w="5420" cap="flat">
              <a:solidFill>
                <a:srgbClr val="C9EE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18" name="ph4618"/>
            <p:cNvSpPr/>
            <p:nvPr/>
          </p:nvSpPr>
          <p:spPr>
            <a:xfrm>
              <a:off x="2796677" y="1966265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CDEFDC">
                <a:alpha val="100000"/>
              </a:srgbClr>
            </a:solidFill>
            <a:ln w="5420" cap="flat">
              <a:solidFill>
                <a:srgbClr val="C7EE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19" name="ph4619"/>
            <p:cNvSpPr/>
            <p:nvPr/>
          </p:nvSpPr>
          <p:spPr>
            <a:xfrm>
              <a:off x="2829419" y="1966265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C4ECD8">
                <a:alpha val="100000"/>
              </a:srgbClr>
            </a:solidFill>
            <a:ln w="5420" cap="flat">
              <a:solidFill>
                <a:srgbClr val="BB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20" name="ph4620"/>
            <p:cNvSpPr/>
            <p:nvPr/>
          </p:nvSpPr>
          <p:spPr>
            <a:xfrm>
              <a:off x="2862161" y="1966265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B5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21" name="ph4621"/>
            <p:cNvSpPr/>
            <p:nvPr/>
          </p:nvSpPr>
          <p:spPr>
            <a:xfrm>
              <a:off x="2894903" y="1966265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BBEAD4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22" name="ph4622"/>
            <p:cNvSpPr/>
            <p:nvPr/>
          </p:nvSpPr>
          <p:spPr>
            <a:xfrm>
              <a:off x="2927645" y="1966265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23" name="ph4623"/>
            <p:cNvSpPr/>
            <p:nvPr/>
          </p:nvSpPr>
          <p:spPr>
            <a:xfrm>
              <a:off x="2960387" y="1966265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B2E6CF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24" name="ph4624"/>
            <p:cNvSpPr/>
            <p:nvPr/>
          </p:nvSpPr>
          <p:spPr>
            <a:xfrm>
              <a:off x="2993129" y="1966265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DE5CC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25" name="ph4625"/>
            <p:cNvSpPr/>
            <p:nvPr/>
          </p:nvSpPr>
          <p:spPr>
            <a:xfrm>
              <a:off x="3025870" y="1966265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95DD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26" name="ph4626"/>
            <p:cNvSpPr/>
            <p:nvPr/>
          </p:nvSpPr>
          <p:spPr>
            <a:xfrm>
              <a:off x="2731193" y="2007803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C8EEDA">
                <a:alpha val="100000"/>
              </a:srgbClr>
            </a:solidFill>
            <a:ln w="5420" cap="flat">
              <a:solidFill>
                <a:srgbClr val="C0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27" name="ph4627"/>
            <p:cNvSpPr/>
            <p:nvPr/>
          </p:nvSpPr>
          <p:spPr>
            <a:xfrm>
              <a:off x="2763937" y="2007803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C8EEDA">
                <a:alpha val="100000"/>
              </a:srgbClr>
            </a:solidFill>
            <a:ln w="5420" cap="flat">
              <a:solidFill>
                <a:srgbClr val="C1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28" name="ph4628"/>
            <p:cNvSpPr/>
            <p:nvPr/>
          </p:nvSpPr>
          <p:spPr>
            <a:xfrm>
              <a:off x="2796677" y="2007803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C7EED9">
                <a:alpha val="100000"/>
              </a:srgbClr>
            </a:solidFill>
            <a:ln w="5420" cap="flat">
              <a:solidFill>
                <a:srgbClr val="C0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29" name="ph4629"/>
            <p:cNvSpPr/>
            <p:nvPr/>
          </p:nvSpPr>
          <p:spPr>
            <a:xfrm>
              <a:off x="2829419" y="2007803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C1ECD7">
                <a:alpha val="100000"/>
              </a:srgbClr>
            </a:solidFill>
            <a:ln w="5420" cap="flat">
              <a:solidFill>
                <a:srgbClr val="B8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30" name="ph4630"/>
            <p:cNvSpPr/>
            <p:nvPr/>
          </p:nvSpPr>
          <p:spPr>
            <a:xfrm>
              <a:off x="2862161" y="2007803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BEEAD5">
                <a:alpha val="100000"/>
              </a:srgbClr>
            </a:solidFill>
            <a:ln w="5420" cap="flat">
              <a:solidFill>
                <a:srgbClr val="B3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31" name="ph4631"/>
            <p:cNvSpPr/>
            <p:nvPr/>
          </p:nvSpPr>
          <p:spPr>
            <a:xfrm>
              <a:off x="2894903" y="2007803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32" name="ph4632"/>
            <p:cNvSpPr/>
            <p:nvPr/>
          </p:nvSpPr>
          <p:spPr>
            <a:xfrm>
              <a:off x="2927645" y="2007803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33" name="ph4633"/>
            <p:cNvSpPr/>
            <p:nvPr/>
          </p:nvSpPr>
          <p:spPr>
            <a:xfrm>
              <a:off x="2960387" y="2007803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34" name="ph4634"/>
            <p:cNvSpPr/>
            <p:nvPr/>
          </p:nvSpPr>
          <p:spPr>
            <a:xfrm>
              <a:off x="2993129" y="2007803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9CDF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35" name="ph4635"/>
            <p:cNvSpPr/>
            <p:nvPr/>
          </p:nvSpPr>
          <p:spPr>
            <a:xfrm>
              <a:off x="3025870" y="2007803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36" name="ph4636"/>
            <p:cNvSpPr/>
            <p:nvPr/>
          </p:nvSpPr>
          <p:spPr>
            <a:xfrm>
              <a:off x="2763937" y="2049343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B9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37" name="ph4637"/>
            <p:cNvSpPr/>
            <p:nvPr/>
          </p:nvSpPr>
          <p:spPr>
            <a:xfrm>
              <a:off x="2796677" y="2049343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B8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38" name="ph4638"/>
            <p:cNvSpPr/>
            <p:nvPr/>
          </p:nvSpPr>
          <p:spPr>
            <a:xfrm>
              <a:off x="2829419" y="2049343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BDEAD5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39" name="ph4639"/>
            <p:cNvSpPr/>
            <p:nvPr/>
          </p:nvSpPr>
          <p:spPr>
            <a:xfrm>
              <a:off x="2862161" y="2049343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40" name="ph4640"/>
            <p:cNvSpPr/>
            <p:nvPr/>
          </p:nvSpPr>
          <p:spPr>
            <a:xfrm>
              <a:off x="2894903" y="2049343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B7E8D2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41" name="ph4641"/>
            <p:cNvSpPr/>
            <p:nvPr/>
          </p:nvSpPr>
          <p:spPr>
            <a:xfrm>
              <a:off x="2927645" y="2049343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42" name="ph4642"/>
            <p:cNvSpPr/>
            <p:nvPr/>
          </p:nvSpPr>
          <p:spPr>
            <a:xfrm>
              <a:off x="2960387" y="2049343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43" name="ph4643"/>
            <p:cNvSpPr/>
            <p:nvPr/>
          </p:nvSpPr>
          <p:spPr>
            <a:xfrm>
              <a:off x="2993129" y="2049343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44" name="ph4644"/>
            <p:cNvSpPr/>
            <p:nvPr/>
          </p:nvSpPr>
          <p:spPr>
            <a:xfrm>
              <a:off x="3025870" y="2049343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8E4CA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45" name="ph4645"/>
            <p:cNvSpPr/>
            <p:nvPr/>
          </p:nvSpPr>
          <p:spPr>
            <a:xfrm>
              <a:off x="2796677" y="2090879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1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46" name="ph4646"/>
            <p:cNvSpPr/>
            <p:nvPr/>
          </p:nvSpPr>
          <p:spPr>
            <a:xfrm>
              <a:off x="2829419" y="2090879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B9E9D2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47" name="ph4647"/>
            <p:cNvSpPr/>
            <p:nvPr/>
          </p:nvSpPr>
          <p:spPr>
            <a:xfrm>
              <a:off x="2862161" y="2090879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B7E8D2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48" name="ph4648"/>
            <p:cNvSpPr/>
            <p:nvPr/>
          </p:nvSpPr>
          <p:spPr>
            <a:xfrm>
              <a:off x="2894903" y="2090879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49" name="ph4649"/>
            <p:cNvSpPr/>
            <p:nvPr/>
          </p:nvSpPr>
          <p:spPr>
            <a:xfrm>
              <a:off x="2927645" y="2090879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B1E6CE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50" name="ph4650"/>
            <p:cNvSpPr/>
            <p:nvPr/>
          </p:nvSpPr>
          <p:spPr>
            <a:xfrm>
              <a:off x="2960387" y="2090879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51" name="ph4651"/>
            <p:cNvSpPr/>
            <p:nvPr/>
          </p:nvSpPr>
          <p:spPr>
            <a:xfrm>
              <a:off x="2993129" y="2090879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52" name="ph4652"/>
            <p:cNvSpPr/>
            <p:nvPr/>
          </p:nvSpPr>
          <p:spPr>
            <a:xfrm>
              <a:off x="3025870" y="2090879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53" name="ph4653"/>
            <p:cNvSpPr/>
            <p:nvPr/>
          </p:nvSpPr>
          <p:spPr>
            <a:xfrm>
              <a:off x="3058613" y="2090879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4E2C9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54" name="ph4654"/>
            <p:cNvSpPr/>
            <p:nvPr/>
          </p:nvSpPr>
          <p:spPr>
            <a:xfrm>
              <a:off x="2894903" y="2132419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55" name="ph4655"/>
            <p:cNvSpPr/>
            <p:nvPr/>
          </p:nvSpPr>
          <p:spPr>
            <a:xfrm>
              <a:off x="2927645" y="2132419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56" name="ph4656"/>
            <p:cNvSpPr/>
            <p:nvPr/>
          </p:nvSpPr>
          <p:spPr>
            <a:xfrm>
              <a:off x="2960387" y="2132419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99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57" name="ph4657"/>
            <p:cNvSpPr/>
            <p:nvPr/>
          </p:nvSpPr>
          <p:spPr>
            <a:xfrm>
              <a:off x="2993129" y="2132419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95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58" name="ph4658"/>
            <p:cNvSpPr/>
            <p:nvPr/>
          </p:nvSpPr>
          <p:spPr>
            <a:xfrm>
              <a:off x="3025870" y="2132419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59" name="ph4659"/>
            <p:cNvSpPr/>
            <p:nvPr/>
          </p:nvSpPr>
          <p:spPr>
            <a:xfrm>
              <a:off x="3058613" y="2132419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2E2C8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60" name="ph4660"/>
            <p:cNvSpPr/>
            <p:nvPr/>
          </p:nvSpPr>
          <p:spPr>
            <a:xfrm>
              <a:off x="2731193" y="2173958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61" name="ph4661"/>
            <p:cNvSpPr/>
            <p:nvPr/>
          </p:nvSpPr>
          <p:spPr>
            <a:xfrm>
              <a:off x="2862161" y="2173958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62" name="ph4662"/>
            <p:cNvSpPr/>
            <p:nvPr/>
          </p:nvSpPr>
          <p:spPr>
            <a:xfrm>
              <a:off x="2894903" y="2173958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63" name="ph4663"/>
            <p:cNvSpPr/>
            <p:nvPr/>
          </p:nvSpPr>
          <p:spPr>
            <a:xfrm>
              <a:off x="2927645" y="2173958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64" name="ph4664"/>
            <p:cNvSpPr/>
            <p:nvPr/>
          </p:nvSpPr>
          <p:spPr>
            <a:xfrm>
              <a:off x="2960387" y="2173958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65" name="ph4665"/>
            <p:cNvSpPr/>
            <p:nvPr/>
          </p:nvSpPr>
          <p:spPr>
            <a:xfrm>
              <a:off x="2993129" y="2173958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66" name="ph4666"/>
            <p:cNvSpPr/>
            <p:nvPr/>
          </p:nvSpPr>
          <p:spPr>
            <a:xfrm>
              <a:off x="3025870" y="2173958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67" name="ph4667"/>
            <p:cNvSpPr/>
            <p:nvPr/>
          </p:nvSpPr>
          <p:spPr>
            <a:xfrm>
              <a:off x="3058613" y="2173958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0E1C7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68" name="ph4668"/>
            <p:cNvSpPr/>
            <p:nvPr/>
          </p:nvSpPr>
          <p:spPr>
            <a:xfrm>
              <a:off x="2698453" y="2215495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69" name="ph4669"/>
            <p:cNvSpPr/>
            <p:nvPr/>
          </p:nvSpPr>
          <p:spPr>
            <a:xfrm>
              <a:off x="2731193" y="2215495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70" name="ph4670"/>
            <p:cNvSpPr/>
            <p:nvPr/>
          </p:nvSpPr>
          <p:spPr>
            <a:xfrm>
              <a:off x="2763937" y="2215495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99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71" name="ph4671"/>
            <p:cNvSpPr/>
            <p:nvPr/>
          </p:nvSpPr>
          <p:spPr>
            <a:xfrm>
              <a:off x="2796677" y="2215495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72" name="ph4672"/>
            <p:cNvSpPr/>
            <p:nvPr/>
          </p:nvSpPr>
          <p:spPr>
            <a:xfrm>
              <a:off x="2829419" y="2215495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73" name="ph4673"/>
            <p:cNvSpPr/>
            <p:nvPr/>
          </p:nvSpPr>
          <p:spPr>
            <a:xfrm>
              <a:off x="2862161" y="2215495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8E4CA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74" name="ph4674"/>
            <p:cNvSpPr/>
            <p:nvPr/>
          </p:nvSpPr>
          <p:spPr>
            <a:xfrm>
              <a:off x="2894903" y="2215495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75" name="ph4675"/>
            <p:cNvSpPr/>
            <p:nvPr/>
          </p:nvSpPr>
          <p:spPr>
            <a:xfrm>
              <a:off x="2927645" y="2215495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5E3C9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76" name="ph4676"/>
            <p:cNvSpPr/>
            <p:nvPr/>
          </p:nvSpPr>
          <p:spPr>
            <a:xfrm>
              <a:off x="2960387" y="2215495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77" name="ph4677"/>
            <p:cNvSpPr/>
            <p:nvPr/>
          </p:nvSpPr>
          <p:spPr>
            <a:xfrm>
              <a:off x="2993129" y="2215495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8CDB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78" name="ph4678"/>
            <p:cNvSpPr/>
            <p:nvPr/>
          </p:nvSpPr>
          <p:spPr>
            <a:xfrm>
              <a:off x="3025870" y="2215495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FE1C6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79" name="ph4679"/>
            <p:cNvSpPr/>
            <p:nvPr/>
          </p:nvSpPr>
          <p:spPr>
            <a:xfrm>
              <a:off x="3058613" y="2215495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80" name="ph4680"/>
            <p:cNvSpPr/>
            <p:nvPr/>
          </p:nvSpPr>
          <p:spPr>
            <a:xfrm>
              <a:off x="2665712" y="2257034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81" name="ph4681"/>
            <p:cNvSpPr/>
            <p:nvPr/>
          </p:nvSpPr>
          <p:spPr>
            <a:xfrm>
              <a:off x="2698453" y="2257034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85D8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82" name="ph4682"/>
            <p:cNvSpPr/>
            <p:nvPr/>
          </p:nvSpPr>
          <p:spPr>
            <a:xfrm>
              <a:off x="2731193" y="2257034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EE0C5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83" name="ph4683"/>
            <p:cNvSpPr/>
            <p:nvPr/>
          </p:nvSpPr>
          <p:spPr>
            <a:xfrm>
              <a:off x="2763937" y="2257034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84" name="ph4684"/>
            <p:cNvSpPr/>
            <p:nvPr/>
          </p:nvSpPr>
          <p:spPr>
            <a:xfrm>
              <a:off x="2796677" y="2257034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85" name="ph4685"/>
            <p:cNvSpPr/>
            <p:nvPr/>
          </p:nvSpPr>
          <p:spPr>
            <a:xfrm>
              <a:off x="2829419" y="2257034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86" name="ph4686"/>
            <p:cNvSpPr/>
            <p:nvPr/>
          </p:nvSpPr>
          <p:spPr>
            <a:xfrm>
              <a:off x="2862161" y="2257034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87" name="ph4687"/>
            <p:cNvSpPr/>
            <p:nvPr/>
          </p:nvSpPr>
          <p:spPr>
            <a:xfrm>
              <a:off x="2894903" y="2257034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88" name="ph4688"/>
            <p:cNvSpPr/>
            <p:nvPr/>
          </p:nvSpPr>
          <p:spPr>
            <a:xfrm>
              <a:off x="2927645" y="2257034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89" name="ph4689"/>
            <p:cNvSpPr/>
            <p:nvPr/>
          </p:nvSpPr>
          <p:spPr>
            <a:xfrm>
              <a:off x="2960387" y="2257034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90" name="ph4690"/>
            <p:cNvSpPr/>
            <p:nvPr/>
          </p:nvSpPr>
          <p:spPr>
            <a:xfrm>
              <a:off x="2993129" y="2257034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91" name="ph4691"/>
            <p:cNvSpPr/>
            <p:nvPr/>
          </p:nvSpPr>
          <p:spPr>
            <a:xfrm>
              <a:off x="3025870" y="2257034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92" name="ph4692"/>
            <p:cNvSpPr/>
            <p:nvPr/>
          </p:nvSpPr>
          <p:spPr>
            <a:xfrm>
              <a:off x="3058613" y="2257034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93" name="ph4693"/>
            <p:cNvSpPr/>
            <p:nvPr/>
          </p:nvSpPr>
          <p:spPr>
            <a:xfrm>
              <a:off x="3091354" y="2257034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94" name="ph4694"/>
            <p:cNvSpPr/>
            <p:nvPr/>
          </p:nvSpPr>
          <p:spPr>
            <a:xfrm>
              <a:off x="2665712" y="2298572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95" name="ph4695"/>
            <p:cNvSpPr/>
            <p:nvPr/>
          </p:nvSpPr>
          <p:spPr>
            <a:xfrm>
              <a:off x="2698453" y="2298572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96" name="ph4696"/>
            <p:cNvSpPr/>
            <p:nvPr/>
          </p:nvSpPr>
          <p:spPr>
            <a:xfrm>
              <a:off x="2731193" y="2298572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7DEC3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97" name="ph4697"/>
            <p:cNvSpPr/>
            <p:nvPr/>
          </p:nvSpPr>
          <p:spPr>
            <a:xfrm>
              <a:off x="2763937" y="2298572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98" name="ph4698"/>
            <p:cNvSpPr/>
            <p:nvPr/>
          </p:nvSpPr>
          <p:spPr>
            <a:xfrm>
              <a:off x="2796677" y="2298572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99" name="ph4699"/>
            <p:cNvSpPr/>
            <p:nvPr/>
          </p:nvSpPr>
          <p:spPr>
            <a:xfrm>
              <a:off x="2829419" y="2298572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00" name="ph4700"/>
            <p:cNvSpPr/>
            <p:nvPr/>
          </p:nvSpPr>
          <p:spPr>
            <a:xfrm>
              <a:off x="2862161" y="2298572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9DEC3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01" name="ph4701"/>
            <p:cNvSpPr/>
            <p:nvPr/>
          </p:nvSpPr>
          <p:spPr>
            <a:xfrm>
              <a:off x="2894903" y="2298572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02" name="ph4702"/>
            <p:cNvSpPr/>
            <p:nvPr/>
          </p:nvSpPr>
          <p:spPr>
            <a:xfrm>
              <a:off x="2927645" y="2298572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7DEC3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03" name="ph4703"/>
            <p:cNvSpPr/>
            <p:nvPr/>
          </p:nvSpPr>
          <p:spPr>
            <a:xfrm>
              <a:off x="2960387" y="2298572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04" name="ph4704"/>
            <p:cNvSpPr/>
            <p:nvPr/>
          </p:nvSpPr>
          <p:spPr>
            <a:xfrm>
              <a:off x="2993129" y="2298572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05" name="ph4705"/>
            <p:cNvSpPr/>
            <p:nvPr/>
          </p:nvSpPr>
          <p:spPr>
            <a:xfrm>
              <a:off x="3025870" y="2298572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06" name="ph4706"/>
            <p:cNvSpPr/>
            <p:nvPr/>
          </p:nvSpPr>
          <p:spPr>
            <a:xfrm>
              <a:off x="3058613" y="2298572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07" name="ph4707"/>
            <p:cNvSpPr/>
            <p:nvPr/>
          </p:nvSpPr>
          <p:spPr>
            <a:xfrm>
              <a:off x="3091354" y="2298572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08" name="ph4708"/>
            <p:cNvSpPr/>
            <p:nvPr/>
          </p:nvSpPr>
          <p:spPr>
            <a:xfrm>
              <a:off x="3124096" y="2298572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09" name="ph4709"/>
            <p:cNvSpPr/>
            <p:nvPr/>
          </p:nvSpPr>
          <p:spPr>
            <a:xfrm>
              <a:off x="2665712" y="2340110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71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10" name="ph4710"/>
            <p:cNvSpPr/>
            <p:nvPr/>
          </p:nvSpPr>
          <p:spPr>
            <a:xfrm>
              <a:off x="2698453" y="2340110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11" name="ph4711"/>
            <p:cNvSpPr/>
            <p:nvPr/>
          </p:nvSpPr>
          <p:spPr>
            <a:xfrm>
              <a:off x="2731193" y="2340110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12" name="ph4712"/>
            <p:cNvSpPr/>
            <p:nvPr/>
          </p:nvSpPr>
          <p:spPr>
            <a:xfrm>
              <a:off x="2763937" y="2340110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13" name="ph4713"/>
            <p:cNvSpPr/>
            <p:nvPr/>
          </p:nvSpPr>
          <p:spPr>
            <a:xfrm>
              <a:off x="2796677" y="2340110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93DDC0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14" name="ph4714"/>
            <p:cNvSpPr/>
            <p:nvPr/>
          </p:nvSpPr>
          <p:spPr>
            <a:xfrm>
              <a:off x="2829419" y="2340110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15" name="ph4715"/>
            <p:cNvSpPr/>
            <p:nvPr/>
          </p:nvSpPr>
          <p:spPr>
            <a:xfrm>
              <a:off x="2862161" y="2340110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16" name="ph4716"/>
            <p:cNvSpPr/>
            <p:nvPr/>
          </p:nvSpPr>
          <p:spPr>
            <a:xfrm>
              <a:off x="2894903" y="2340110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17" name="ph4717"/>
            <p:cNvSpPr/>
            <p:nvPr/>
          </p:nvSpPr>
          <p:spPr>
            <a:xfrm>
              <a:off x="2927645" y="2340110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2DDC0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18" name="ph4718"/>
            <p:cNvSpPr/>
            <p:nvPr/>
          </p:nvSpPr>
          <p:spPr>
            <a:xfrm>
              <a:off x="2960387" y="2340110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19" name="ph4719"/>
            <p:cNvSpPr/>
            <p:nvPr/>
          </p:nvSpPr>
          <p:spPr>
            <a:xfrm>
              <a:off x="2993129" y="2340110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74D3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20" name="ph4720"/>
            <p:cNvSpPr/>
            <p:nvPr/>
          </p:nvSpPr>
          <p:spPr>
            <a:xfrm>
              <a:off x="3025870" y="2340110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21" name="ph4721"/>
            <p:cNvSpPr/>
            <p:nvPr/>
          </p:nvSpPr>
          <p:spPr>
            <a:xfrm>
              <a:off x="3058613" y="2340110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22" name="ph4722"/>
            <p:cNvSpPr/>
            <p:nvPr/>
          </p:nvSpPr>
          <p:spPr>
            <a:xfrm>
              <a:off x="3091354" y="2340110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23" name="ph4723"/>
            <p:cNvSpPr/>
            <p:nvPr/>
          </p:nvSpPr>
          <p:spPr>
            <a:xfrm>
              <a:off x="3124096" y="2340110"/>
              <a:ext cx="1251941" cy="1260737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24" name="ph4724"/>
            <p:cNvSpPr/>
            <p:nvPr/>
          </p:nvSpPr>
          <p:spPr>
            <a:xfrm>
              <a:off x="3549395" y="889975"/>
              <a:ext cx="1219859" cy="1270166"/>
            </a:xfrm>
            <a:custGeom>
              <a:avLst/>
              <a:gdLst/>
              <a:ahLst/>
              <a:cxnLst/>
              <a:rect l="0" t="0" r="0" b="0"/>
              <a:pathLst>
                <a:path w="914894" h="952624">
                  <a:moveTo>
                    <a:pt x="914400" y="914400"/>
                  </a:moveTo>
                  <a:lnTo>
                    <a:pt x="907475" y="952624"/>
                  </a:lnTo>
                  <a:lnTo>
                    <a:pt x="906570" y="941017"/>
                  </a:lnTo>
                  <a:lnTo>
                    <a:pt x="909475" y="909833"/>
                  </a:lnTo>
                  <a:lnTo>
                    <a:pt x="914894" y="90983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000000">
                  <a:alpha val="6509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25" name="ph4725"/>
            <p:cNvSpPr/>
            <p:nvPr/>
          </p:nvSpPr>
          <p:spPr>
            <a:xfrm>
              <a:off x="3528940" y="884277"/>
              <a:ext cx="1219376" cy="1595841"/>
            </a:xfrm>
            <a:custGeom>
              <a:avLst/>
              <a:gdLst/>
              <a:ahLst/>
              <a:cxnLst/>
              <a:rect l="0" t="0" r="0" b="0"/>
              <a:pathLst>
                <a:path w="914531" h="1196881">
                  <a:moveTo>
                    <a:pt x="914400" y="914400"/>
                  </a:moveTo>
                  <a:lnTo>
                    <a:pt x="901336" y="974329"/>
                  </a:lnTo>
                  <a:lnTo>
                    <a:pt x="883376" y="1006273"/>
                  </a:lnTo>
                  <a:lnTo>
                    <a:pt x="866834" y="1028366"/>
                  </a:lnTo>
                  <a:lnTo>
                    <a:pt x="849768" y="1024714"/>
                  </a:lnTo>
                  <a:lnTo>
                    <a:pt x="853606" y="1042269"/>
                  </a:lnTo>
                  <a:lnTo>
                    <a:pt x="848917" y="1051414"/>
                  </a:lnTo>
                  <a:lnTo>
                    <a:pt x="844904" y="1070491"/>
                  </a:lnTo>
                  <a:lnTo>
                    <a:pt x="834730" y="1083136"/>
                  </a:lnTo>
                  <a:lnTo>
                    <a:pt x="825167" y="1081918"/>
                  </a:lnTo>
                  <a:lnTo>
                    <a:pt x="811427" y="1090634"/>
                  </a:lnTo>
                  <a:lnTo>
                    <a:pt x="806008" y="1097302"/>
                  </a:lnTo>
                  <a:lnTo>
                    <a:pt x="805604" y="1110071"/>
                  </a:lnTo>
                  <a:lnTo>
                    <a:pt x="796412" y="1121304"/>
                  </a:lnTo>
                  <a:lnTo>
                    <a:pt x="763240" y="1179657"/>
                  </a:lnTo>
                  <a:lnTo>
                    <a:pt x="734441" y="1196881"/>
                  </a:lnTo>
                  <a:lnTo>
                    <a:pt x="727549" y="1194377"/>
                  </a:lnTo>
                  <a:lnTo>
                    <a:pt x="735139" y="1166833"/>
                  </a:lnTo>
                  <a:lnTo>
                    <a:pt x="740340" y="1138985"/>
                  </a:lnTo>
                  <a:lnTo>
                    <a:pt x="722860" y="1126866"/>
                  </a:lnTo>
                  <a:lnTo>
                    <a:pt x="706133" y="1120461"/>
                  </a:lnTo>
                  <a:lnTo>
                    <a:pt x="686940" y="1121304"/>
                  </a:lnTo>
                  <a:lnTo>
                    <a:pt x="665742" y="1099654"/>
                  </a:lnTo>
                  <a:lnTo>
                    <a:pt x="638415" y="1083911"/>
                  </a:lnTo>
                  <a:lnTo>
                    <a:pt x="600271" y="1041315"/>
                  </a:lnTo>
                  <a:lnTo>
                    <a:pt x="601383" y="1029500"/>
                  </a:lnTo>
                  <a:lnTo>
                    <a:pt x="600423" y="1009676"/>
                  </a:lnTo>
                  <a:lnTo>
                    <a:pt x="612015" y="978355"/>
                  </a:lnTo>
                  <a:lnTo>
                    <a:pt x="623127" y="956456"/>
                  </a:lnTo>
                  <a:lnTo>
                    <a:pt x="638469" y="945112"/>
                  </a:lnTo>
                  <a:lnTo>
                    <a:pt x="682993" y="933560"/>
                  </a:lnTo>
                  <a:lnTo>
                    <a:pt x="694159" y="916184"/>
                  </a:lnTo>
                  <a:lnTo>
                    <a:pt x="695098" y="914108"/>
                  </a:lnTo>
                  <a:lnTo>
                    <a:pt x="914531" y="91410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000000">
                  <a:alpha val="6509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26" name="ph4726"/>
            <p:cNvSpPr/>
            <p:nvPr/>
          </p:nvSpPr>
          <p:spPr>
            <a:xfrm>
              <a:off x="3214698" y="900658"/>
              <a:ext cx="1260012" cy="2683130"/>
            </a:xfrm>
            <a:custGeom>
              <a:avLst/>
              <a:gdLst/>
              <a:ahLst/>
              <a:cxnLst/>
              <a:rect l="0" t="0" r="0" b="0"/>
              <a:pathLst>
                <a:path w="945009" h="2012347">
                  <a:moveTo>
                    <a:pt x="914400" y="914400"/>
                  </a:moveTo>
                  <a:lnTo>
                    <a:pt x="881359" y="922921"/>
                  </a:lnTo>
                  <a:lnTo>
                    <a:pt x="863551" y="932301"/>
                  </a:lnTo>
                  <a:lnTo>
                    <a:pt x="849310" y="946647"/>
                  </a:lnTo>
                  <a:lnTo>
                    <a:pt x="840881" y="964659"/>
                  </a:lnTo>
                  <a:lnTo>
                    <a:pt x="821798" y="986365"/>
                  </a:lnTo>
                  <a:lnTo>
                    <a:pt x="823139" y="1000905"/>
                  </a:lnTo>
                  <a:lnTo>
                    <a:pt x="826334" y="1011239"/>
                  </a:lnTo>
                  <a:lnTo>
                    <a:pt x="824862" y="1032779"/>
                  </a:lnTo>
                  <a:lnTo>
                    <a:pt x="836933" y="1053780"/>
                  </a:lnTo>
                  <a:lnTo>
                    <a:pt x="860869" y="1088185"/>
                  </a:lnTo>
                  <a:lnTo>
                    <a:pt x="865438" y="1141627"/>
                  </a:lnTo>
                  <a:lnTo>
                    <a:pt x="883703" y="1177389"/>
                  </a:lnTo>
                  <a:lnTo>
                    <a:pt x="911695" y="1219085"/>
                  </a:lnTo>
                  <a:lnTo>
                    <a:pt x="933221" y="1230941"/>
                  </a:lnTo>
                  <a:lnTo>
                    <a:pt x="934268" y="1246449"/>
                  </a:lnTo>
                  <a:lnTo>
                    <a:pt x="924334" y="1272056"/>
                  </a:lnTo>
                  <a:lnTo>
                    <a:pt x="911237" y="1283760"/>
                  </a:lnTo>
                  <a:lnTo>
                    <a:pt x="928270" y="1281422"/>
                  </a:lnTo>
                  <a:lnTo>
                    <a:pt x="936754" y="1287274"/>
                  </a:lnTo>
                  <a:lnTo>
                    <a:pt x="945009" y="1308634"/>
                  </a:lnTo>
                  <a:lnTo>
                    <a:pt x="944365" y="1330437"/>
                  </a:lnTo>
                  <a:lnTo>
                    <a:pt x="941574" y="1342722"/>
                  </a:lnTo>
                  <a:lnTo>
                    <a:pt x="936416" y="1347619"/>
                  </a:lnTo>
                  <a:lnTo>
                    <a:pt x="936634" y="1335071"/>
                  </a:lnTo>
                  <a:lnTo>
                    <a:pt x="932981" y="1330713"/>
                  </a:lnTo>
                  <a:lnTo>
                    <a:pt x="926951" y="1336150"/>
                  </a:lnTo>
                  <a:lnTo>
                    <a:pt x="923047" y="1342348"/>
                  </a:lnTo>
                  <a:lnTo>
                    <a:pt x="921422" y="1366766"/>
                  </a:lnTo>
                  <a:lnTo>
                    <a:pt x="917289" y="1378967"/>
                  </a:lnTo>
                  <a:lnTo>
                    <a:pt x="902677" y="1382592"/>
                  </a:lnTo>
                  <a:lnTo>
                    <a:pt x="887858" y="1414632"/>
                  </a:lnTo>
                  <a:lnTo>
                    <a:pt x="874074" y="1432810"/>
                  </a:lnTo>
                  <a:lnTo>
                    <a:pt x="819835" y="1555727"/>
                  </a:lnTo>
                  <a:lnTo>
                    <a:pt x="821907" y="1576271"/>
                  </a:lnTo>
                  <a:lnTo>
                    <a:pt x="811983" y="1582884"/>
                  </a:lnTo>
                  <a:lnTo>
                    <a:pt x="796957" y="1588266"/>
                  </a:lnTo>
                  <a:lnTo>
                    <a:pt x="781756" y="1600550"/>
                  </a:lnTo>
                  <a:lnTo>
                    <a:pt x="771669" y="1614094"/>
                  </a:lnTo>
                  <a:lnTo>
                    <a:pt x="762302" y="1650520"/>
                  </a:lnTo>
                  <a:lnTo>
                    <a:pt x="744353" y="1691524"/>
                  </a:lnTo>
                  <a:lnTo>
                    <a:pt x="733154" y="1674439"/>
                  </a:lnTo>
                  <a:lnTo>
                    <a:pt x="730286" y="1659816"/>
                  </a:lnTo>
                  <a:lnTo>
                    <a:pt x="735270" y="1621675"/>
                  </a:lnTo>
                  <a:lnTo>
                    <a:pt x="754680" y="1559145"/>
                  </a:lnTo>
                  <a:lnTo>
                    <a:pt x="776064" y="1520270"/>
                  </a:lnTo>
                  <a:lnTo>
                    <a:pt x="792377" y="1501843"/>
                  </a:lnTo>
                  <a:lnTo>
                    <a:pt x="805790" y="1464283"/>
                  </a:lnTo>
                  <a:lnTo>
                    <a:pt x="788844" y="1458680"/>
                  </a:lnTo>
                  <a:lnTo>
                    <a:pt x="763011" y="1459289"/>
                  </a:lnTo>
                  <a:lnTo>
                    <a:pt x="767874" y="1441955"/>
                  </a:lnTo>
                  <a:lnTo>
                    <a:pt x="775409" y="1426682"/>
                  </a:lnTo>
                  <a:lnTo>
                    <a:pt x="761942" y="1411464"/>
                  </a:lnTo>
                  <a:lnTo>
                    <a:pt x="753971" y="1409527"/>
                  </a:lnTo>
                  <a:lnTo>
                    <a:pt x="745760" y="1403288"/>
                  </a:lnTo>
                  <a:lnTo>
                    <a:pt x="755389" y="1390616"/>
                  </a:lnTo>
                  <a:lnTo>
                    <a:pt x="760088" y="1377224"/>
                  </a:lnTo>
                  <a:lnTo>
                    <a:pt x="757221" y="1360927"/>
                  </a:lnTo>
                  <a:lnTo>
                    <a:pt x="761255" y="1348656"/>
                  </a:lnTo>
                  <a:lnTo>
                    <a:pt x="754527" y="1350510"/>
                  </a:lnTo>
                  <a:lnTo>
                    <a:pt x="743710" y="1363501"/>
                  </a:lnTo>
                  <a:lnTo>
                    <a:pt x="736982" y="1368688"/>
                  </a:lnTo>
                  <a:lnTo>
                    <a:pt x="732881" y="1357192"/>
                  </a:lnTo>
                  <a:lnTo>
                    <a:pt x="728203" y="1359793"/>
                  </a:lnTo>
                  <a:lnTo>
                    <a:pt x="725161" y="1367692"/>
                  </a:lnTo>
                  <a:lnTo>
                    <a:pt x="718258" y="1372036"/>
                  </a:lnTo>
                  <a:lnTo>
                    <a:pt x="703679" y="1361232"/>
                  </a:lnTo>
                  <a:lnTo>
                    <a:pt x="682426" y="1348864"/>
                  </a:lnTo>
                  <a:lnTo>
                    <a:pt x="670594" y="1327587"/>
                  </a:lnTo>
                  <a:lnTo>
                    <a:pt x="663844" y="1311097"/>
                  </a:lnTo>
                  <a:lnTo>
                    <a:pt x="670703" y="1281256"/>
                  </a:lnTo>
                  <a:lnTo>
                    <a:pt x="685392" y="1275958"/>
                  </a:lnTo>
                  <a:lnTo>
                    <a:pt x="704475" y="1280800"/>
                  </a:lnTo>
                  <a:lnTo>
                    <a:pt x="729490" y="1280758"/>
                  </a:lnTo>
                  <a:lnTo>
                    <a:pt x="725913" y="1274131"/>
                  </a:lnTo>
                  <a:lnTo>
                    <a:pt x="716983" y="1275224"/>
                  </a:lnTo>
                  <a:lnTo>
                    <a:pt x="690615" y="1251014"/>
                  </a:lnTo>
                  <a:lnTo>
                    <a:pt x="682131" y="1236392"/>
                  </a:lnTo>
                  <a:lnTo>
                    <a:pt x="667541" y="1232380"/>
                  </a:lnTo>
                  <a:lnTo>
                    <a:pt x="660889" y="1246435"/>
                  </a:lnTo>
                  <a:lnTo>
                    <a:pt x="653507" y="1250170"/>
                  </a:lnTo>
                  <a:lnTo>
                    <a:pt x="662623" y="1219417"/>
                  </a:lnTo>
                  <a:lnTo>
                    <a:pt x="674542" y="1218158"/>
                  </a:lnTo>
                  <a:lnTo>
                    <a:pt x="692142" y="1209636"/>
                  </a:lnTo>
                  <a:lnTo>
                    <a:pt x="687028" y="1191831"/>
                  </a:lnTo>
                  <a:lnTo>
                    <a:pt x="675916" y="1184043"/>
                  </a:lnTo>
                  <a:lnTo>
                    <a:pt x="655851" y="1193810"/>
                  </a:lnTo>
                  <a:lnTo>
                    <a:pt x="656091" y="1181290"/>
                  </a:lnTo>
                  <a:lnTo>
                    <a:pt x="659853" y="1165256"/>
                  </a:lnTo>
                  <a:lnTo>
                    <a:pt x="674978" y="1165311"/>
                  </a:lnTo>
                  <a:lnTo>
                    <a:pt x="688227" y="1170541"/>
                  </a:lnTo>
                  <a:lnTo>
                    <a:pt x="699503" y="1144643"/>
                  </a:lnTo>
                  <a:lnTo>
                    <a:pt x="700004" y="1133077"/>
                  </a:lnTo>
                  <a:lnTo>
                    <a:pt x="681270" y="1149886"/>
                  </a:lnTo>
                  <a:lnTo>
                    <a:pt x="677061" y="1113626"/>
                  </a:lnTo>
                  <a:lnTo>
                    <a:pt x="695501" y="1078654"/>
                  </a:lnTo>
                  <a:lnTo>
                    <a:pt x="713090" y="1063408"/>
                  </a:lnTo>
                  <a:lnTo>
                    <a:pt x="735062" y="1063851"/>
                  </a:lnTo>
                  <a:lnTo>
                    <a:pt x="757395" y="1061388"/>
                  </a:lnTo>
                  <a:lnTo>
                    <a:pt x="743383" y="1054983"/>
                  </a:lnTo>
                  <a:lnTo>
                    <a:pt x="728999" y="1051511"/>
                  </a:lnTo>
                  <a:lnTo>
                    <a:pt x="739806" y="1037690"/>
                  </a:lnTo>
                  <a:lnTo>
                    <a:pt x="749020" y="1035214"/>
                  </a:lnTo>
                  <a:lnTo>
                    <a:pt x="758071" y="1023164"/>
                  </a:lnTo>
                  <a:lnTo>
                    <a:pt x="736306" y="1024949"/>
                  </a:lnTo>
                  <a:lnTo>
                    <a:pt x="738868" y="1002150"/>
                  </a:lnTo>
                  <a:lnTo>
                    <a:pt x="728291" y="1006785"/>
                  </a:lnTo>
                  <a:lnTo>
                    <a:pt x="715630" y="1008929"/>
                  </a:lnTo>
                  <a:lnTo>
                    <a:pt x="710702" y="1018599"/>
                  </a:lnTo>
                  <a:lnTo>
                    <a:pt x="711672" y="1034661"/>
                  </a:lnTo>
                  <a:lnTo>
                    <a:pt x="707975" y="1045202"/>
                  </a:lnTo>
                  <a:lnTo>
                    <a:pt x="698129" y="1053669"/>
                  </a:lnTo>
                  <a:lnTo>
                    <a:pt x="681499" y="1060268"/>
                  </a:lnTo>
                  <a:lnTo>
                    <a:pt x="679885" y="1048827"/>
                  </a:lnTo>
                  <a:lnTo>
                    <a:pt x="674389" y="1043639"/>
                  </a:lnTo>
                  <a:lnTo>
                    <a:pt x="672339" y="1068139"/>
                  </a:lnTo>
                  <a:lnTo>
                    <a:pt x="667977" y="1076468"/>
                  </a:lnTo>
                  <a:lnTo>
                    <a:pt x="655819" y="1053475"/>
                  </a:lnTo>
                  <a:lnTo>
                    <a:pt x="652166" y="1058110"/>
                  </a:lnTo>
                  <a:lnTo>
                    <a:pt x="652635" y="1064639"/>
                  </a:lnTo>
                  <a:lnTo>
                    <a:pt x="649527" y="1075928"/>
                  </a:lnTo>
                  <a:lnTo>
                    <a:pt x="639102" y="1081808"/>
                  </a:lnTo>
                  <a:lnTo>
                    <a:pt x="639745" y="1096278"/>
                  </a:lnTo>
                  <a:lnTo>
                    <a:pt x="635700" y="1104164"/>
                  </a:lnTo>
                  <a:lnTo>
                    <a:pt x="602310" y="1091602"/>
                  </a:lnTo>
                  <a:lnTo>
                    <a:pt x="601525" y="1095863"/>
                  </a:lnTo>
                  <a:lnTo>
                    <a:pt x="620411" y="1122951"/>
                  </a:lnTo>
                  <a:lnTo>
                    <a:pt x="634206" y="1132206"/>
                  </a:lnTo>
                  <a:lnTo>
                    <a:pt x="635885" y="1146981"/>
                  </a:lnTo>
                  <a:lnTo>
                    <a:pt x="624043" y="1159238"/>
                  </a:lnTo>
                  <a:lnTo>
                    <a:pt x="607708" y="1148655"/>
                  </a:lnTo>
                  <a:lnTo>
                    <a:pt x="604960" y="1149430"/>
                  </a:lnTo>
                  <a:lnTo>
                    <a:pt x="613836" y="1167580"/>
                  </a:lnTo>
                  <a:lnTo>
                    <a:pt x="619430" y="1183434"/>
                  </a:lnTo>
                  <a:lnTo>
                    <a:pt x="613672" y="1196715"/>
                  </a:lnTo>
                  <a:lnTo>
                    <a:pt x="614567" y="1213067"/>
                  </a:lnTo>
                  <a:lnTo>
                    <a:pt x="613323" y="1227897"/>
                  </a:lnTo>
                  <a:lnTo>
                    <a:pt x="609801" y="1240832"/>
                  </a:lnTo>
                  <a:lnTo>
                    <a:pt x="617740" y="1300458"/>
                  </a:lnTo>
                  <a:lnTo>
                    <a:pt x="627303" y="1316672"/>
                  </a:lnTo>
                  <a:lnTo>
                    <a:pt x="636703" y="1332180"/>
                  </a:lnTo>
                  <a:lnTo>
                    <a:pt x="641686" y="1346692"/>
                  </a:lnTo>
                  <a:lnTo>
                    <a:pt x="631709" y="1348809"/>
                  </a:lnTo>
                  <a:lnTo>
                    <a:pt x="615821" y="1336870"/>
                  </a:lnTo>
                  <a:lnTo>
                    <a:pt x="601863" y="1327767"/>
                  </a:lnTo>
                  <a:lnTo>
                    <a:pt x="585233" y="1298660"/>
                  </a:lnTo>
                  <a:lnTo>
                    <a:pt x="582485" y="1287039"/>
                  </a:lnTo>
                  <a:lnTo>
                    <a:pt x="578429" y="1277853"/>
                  </a:lnTo>
                  <a:lnTo>
                    <a:pt x="580392" y="1298950"/>
                  </a:lnTo>
                  <a:lnTo>
                    <a:pt x="586324" y="1322510"/>
                  </a:lnTo>
                  <a:lnTo>
                    <a:pt x="638404" y="1375232"/>
                  </a:lnTo>
                  <a:lnTo>
                    <a:pt x="648022" y="1395458"/>
                  </a:lnTo>
                  <a:lnTo>
                    <a:pt x="655350" y="1411353"/>
                  </a:lnTo>
                  <a:lnTo>
                    <a:pt x="653507" y="1426585"/>
                  </a:lnTo>
                  <a:lnTo>
                    <a:pt x="639931" y="1415808"/>
                  </a:lnTo>
                  <a:lnTo>
                    <a:pt x="628219" y="1402071"/>
                  </a:lnTo>
                  <a:lnTo>
                    <a:pt x="597130" y="1386548"/>
                  </a:lnTo>
                  <a:lnTo>
                    <a:pt x="557928" y="1376740"/>
                  </a:lnTo>
                  <a:lnTo>
                    <a:pt x="535824" y="1340660"/>
                  </a:lnTo>
                  <a:lnTo>
                    <a:pt x="535901" y="1355712"/>
                  </a:lnTo>
                  <a:lnTo>
                    <a:pt x="530994" y="1368481"/>
                  </a:lnTo>
                  <a:lnTo>
                    <a:pt x="517483" y="1352917"/>
                  </a:lnTo>
                  <a:lnTo>
                    <a:pt x="508966" y="1339637"/>
                  </a:lnTo>
                  <a:lnTo>
                    <a:pt x="506109" y="1325083"/>
                  </a:lnTo>
                  <a:lnTo>
                    <a:pt x="489240" y="1326079"/>
                  </a:lnTo>
                  <a:lnTo>
                    <a:pt x="471553" y="1338723"/>
                  </a:lnTo>
                  <a:lnTo>
                    <a:pt x="454443" y="1335721"/>
                  </a:lnTo>
                  <a:lnTo>
                    <a:pt x="452415" y="1311041"/>
                  </a:lnTo>
                  <a:lnTo>
                    <a:pt x="457039" y="1297968"/>
                  </a:lnTo>
                  <a:lnTo>
                    <a:pt x="476242" y="1267048"/>
                  </a:lnTo>
                  <a:lnTo>
                    <a:pt x="494332" y="1251263"/>
                  </a:lnTo>
                  <a:lnTo>
                    <a:pt x="502315" y="1230886"/>
                  </a:lnTo>
                  <a:lnTo>
                    <a:pt x="499588" y="1199288"/>
                  </a:lnTo>
                  <a:lnTo>
                    <a:pt x="496186" y="1231439"/>
                  </a:lnTo>
                  <a:lnTo>
                    <a:pt x="485849" y="1247376"/>
                  </a:lnTo>
                  <a:lnTo>
                    <a:pt x="469601" y="1259550"/>
                  </a:lnTo>
                  <a:lnTo>
                    <a:pt x="448217" y="1281242"/>
                  </a:lnTo>
                  <a:lnTo>
                    <a:pt x="442994" y="1301302"/>
                  </a:lnTo>
                  <a:lnTo>
                    <a:pt x="436320" y="1338862"/>
                  </a:lnTo>
                  <a:lnTo>
                    <a:pt x="445349" y="1351576"/>
                  </a:lnTo>
                  <a:lnTo>
                    <a:pt x="454574" y="1354896"/>
                  </a:lnTo>
                  <a:lnTo>
                    <a:pt x="481825" y="1346374"/>
                  </a:lnTo>
                  <a:lnTo>
                    <a:pt x="495924" y="1350178"/>
                  </a:lnTo>
                  <a:lnTo>
                    <a:pt x="527286" y="1395402"/>
                  </a:lnTo>
                  <a:lnTo>
                    <a:pt x="585680" y="1413290"/>
                  </a:lnTo>
                  <a:lnTo>
                    <a:pt x="606977" y="1424468"/>
                  </a:lnTo>
                  <a:lnTo>
                    <a:pt x="624337" y="1448069"/>
                  </a:lnTo>
                  <a:lnTo>
                    <a:pt x="650432" y="1461655"/>
                  </a:lnTo>
                  <a:lnTo>
                    <a:pt x="670682" y="1481396"/>
                  </a:lnTo>
                  <a:lnTo>
                    <a:pt x="671227" y="1494276"/>
                  </a:lnTo>
                  <a:lnTo>
                    <a:pt x="664215" y="1509507"/>
                  </a:lnTo>
                  <a:lnTo>
                    <a:pt x="661445" y="1530120"/>
                  </a:lnTo>
                  <a:lnTo>
                    <a:pt x="652842" y="1543124"/>
                  </a:lnTo>
                  <a:lnTo>
                    <a:pt x="632188" y="1544619"/>
                  </a:lnTo>
                  <a:lnTo>
                    <a:pt x="619714" y="1541271"/>
                  </a:lnTo>
                  <a:lnTo>
                    <a:pt x="552650" y="1468807"/>
                  </a:lnTo>
                  <a:lnTo>
                    <a:pt x="544646" y="1462139"/>
                  </a:lnTo>
                  <a:lnTo>
                    <a:pt x="519773" y="1424191"/>
                  </a:lnTo>
                  <a:lnTo>
                    <a:pt x="490592" y="1403869"/>
                  </a:lnTo>
                  <a:lnTo>
                    <a:pt x="481563" y="1404298"/>
                  </a:lnTo>
                  <a:lnTo>
                    <a:pt x="523099" y="1441885"/>
                  </a:lnTo>
                  <a:lnTo>
                    <a:pt x="540055" y="1468171"/>
                  </a:lnTo>
                  <a:lnTo>
                    <a:pt x="569923" y="1505025"/>
                  </a:lnTo>
                  <a:lnTo>
                    <a:pt x="591274" y="1520630"/>
                  </a:lnTo>
                  <a:lnTo>
                    <a:pt x="606988" y="1544978"/>
                  </a:lnTo>
                  <a:lnTo>
                    <a:pt x="621589" y="1556392"/>
                  </a:lnTo>
                  <a:lnTo>
                    <a:pt x="661456" y="1572647"/>
                  </a:lnTo>
                  <a:lnTo>
                    <a:pt x="647597" y="1584323"/>
                  </a:lnTo>
                  <a:lnTo>
                    <a:pt x="669722" y="1594270"/>
                  </a:lnTo>
                  <a:lnTo>
                    <a:pt x="672884" y="1612559"/>
                  </a:lnTo>
                  <a:lnTo>
                    <a:pt x="670856" y="1633407"/>
                  </a:lnTo>
                  <a:lnTo>
                    <a:pt x="640149" y="1625162"/>
                  </a:lnTo>
                  <a:lnTo>
                    <a:pt x="639146" y="1640518"/>
                  </a:lnTo>
                  <a:lnTo>
                    <a:pt x="641893" y="1649579"/>
                  </a:lnTo>
                  <a:lnTo>
                    <a:pt x="628328" y="1657063"/>
                  </a:lnTo>
                  <a:lnTo>
                    <a:pt x="609463" y="1646909"/>
                  </a:lnTo>
                  <a:lnTo>
                    <a:pt x="560480" y="1591364"/>
                  </a:lnTo>
                  <a:lnTo>
                    <a:pt x="560894" y="1598793"/>
                  </a:lnTo>
                  <a:lnTo>
                    <a:pt x="564863" y="1607412"/>
                  </a:lnTo>
                  <a:lnTo>
                    <a:pt x="593270" y="1643174"/>
                  </a:lnTo>
                  <a:lnTo>
                    <a:pt x="618623" y="1664617"/>
                  </a:lnTo>
                  <a:lnTo>
                    <a:pt x="640116" y="1674301"/>
                  </a:lnTo>
                  <a:lnTo>
                    <a:pt x="656680" y="1692271"/>
                  </a:lnTo>
                  <a:lnTo>
                    <a:pt x="662525" y="1703145"/>
                  </a:lnTo>
                  <a:lnTo>
                    <a:pt x="666429" y="1719636"/>
                  </a:lnTo>
                  <a:lnTo>
                    <a:pt x="654150" y="1730841"/>
                  </a:lnTo>
                  <a:lnTo>
                    <a:pt x="640171" y="1737025"/>
                  </a:lnTo>
                  <a:lnTo>
                    <a:pt x="626518" y="1725847"/>
                  </a:lnTo>
                  <a:lnTo>
                    <a:pt x="616508" y="1714074"/>
                  </a:lnTo>
                  <a:lnTo>
                    <a:pt x="595189" y="1694084"/>
                  </a:lnTo>
                  <a:lnTo>
                    <a:pt x="588799" y="1671741"/>
                  </a:lnTo>
                  <a:lnTo>
                    <a:pt x="572584" y="1672890"/>
                  </a:lnTo>
                  <a:lnTo>
                    <a:pt x="504812" y="1644557"/>
                  </a:lnTo>
                  <a:lnTo>
                    <a:pt x="450343" y="1641292"/>
                  </a:lnTo>
                  <a:lnTo>
                    <a:pt x="455665" y="1646992"/>
                  </a:lnTo>
                  <a:lnTo>
                    <a:pt x="462556" y="1650783"/>
                  </a:lnTo>
                  <a:lnTo>
                    <a:pt x="505935" y="1657769"/>
                  </a:lnTo>
                  <a:lnTo>
                    <a:pt x="523077" y="1670815"/>
                  </a:lnTo>
                  <a:lnTo>
                    <a:pt x="558757" y="1682394"/>
                  </a:lnTo>
                  <a:lnTo>
                    <a:pt x="579650" y="1685562"/>
                  </a:lnTo>
                  <a:lnTo>
                    <a:pt x="588123" y="1721130"/>
                  </a:lnTo>
                  <a:lnTo>
                    <a:pt x="616998" y="1745602"/>
                  </a:lnTo>
                  <a:lnTo>
                    <a:pt x="620749" y="1763739"/>
                  </a:lnTo>
                  <a:lnTo>
                    <a:pt x="640465" y="1765773"/>
                  </a:lnTo>
                  <a:lnTo>
                    <a:pt x="675153" y="1747982"/>
                  </a:lnTo>
                  <a:lnTo>
                    <a:pt x="697540" y="1754221"/>
                  </a:lnTo>
                  <a:lnTo>
                    <a:pt x="729828" y="1759312"/>
                  </a:lnTo>
                  <a:lnTo>
                    <a:pt x="737211" y="1773672"/>
                  </a:lnTo>
                  <a:lnTo>
                    <a:pt x="742750" y="1800995"/>
                  </a:lnTo>
                  <a:lnTo>
                    <a:pt x="754167" y="1831735"/>
                  </a:lnTo>
                  <a:lnTo>
                    <a:pt x="783773" y="1952936"/>
                  </a:lnTo>
                  <a:lnTo>
                    <a:pt x="810429" y="2012347"/>
                  </a:lnTo>
                  <a:lnTo>
                    <a:pt x="802375" y="2012347"/>
                  </a:lnTo>
                  <a:lnTo>
                    <a:pt x="790392" y="1988504"/>
                  </a:lnTo>
                  <a:lnTo>
                    <a:pt x="772182" y="1941094"/>
                  </a:lnTo>
                  <a:lnTo>
                    <a:pt x="753469" y="1857383"/>
                  </a:lnTo>
                  <a:lnTo>
                    <a:pt x="748039" y="1838638"/>
                  </a:lnTo>
                  <a:lnTo>
                    <a:pt x="741649" y="1831153"/>
                  </a:lnTo>
                  <a:lnTo>
                    <a:pt x="737440" y="1837241"/>
                  </a:lnTo>
                  <a:lnTo>
                    <a:pt x="735629" y="1847907"/>
                  </a:lnTo>
                  <a:lnTo>
                    <a:pt x="738683" y="1856097"/>
                  </a:lnTo>
                  <a:lnTo>
                    <a:pt x="731311" y="1883654"/>
                  </a:lnTo>
                  <a:lnTo>
                    <a:pt x="734506" y="1896299"/>
                  </a:lnTo>
                  <a:lnTo>
                    <a:pt x="746480" y="1909372"/>
                  </a:lnTo>
                  <a:lnTo>
                    <a:pt x="759489" y="1941993"/>
                  </a:lnTo>
                  <a:lnTo>
                    <a:pt x="769881" y="1985917"/>
                  </a:lnTo>
                  <a:lnTo>
                    <a:pt x="755825" y="1968113"/>
                  </a:lnTo>
                  <a:lnTo>
                    <a:pt x="740820" y="1958678"/>
                  </a:lnTo>
                  <a:lnTo>
                    <a:pt x="717473" y="1951442"/>
                  </a:lnTo>
                  <a:lnTo>
                    <a:pt x="696678" y="1938756"/>
                  </a:lnTo>
                  <a:lnTo>
                    <a:pt x="698194" y="1956948"/>
                  </a:lnTo>
                  <a:lnTo>
                    <a:pt x="696198" y="1976593"/>
                  </a:lnTo>
                  <a:lnTo>
                    <a:pt x="680169" y="1970603"/>
                  </a:lnTo>
                  <a:lnTo>
                    <a:pt x="669264" y="1964087"/>
                  </a:lnTo>
                  <a:lnTo>
                    <a:pt x="678915" y="1985018"/>
                  </a:lnTo>
                  <a:lnTo>
                    <a:pt x="657967" y="1978737"/>
                  </a:lnTo>
                  <a:lnTo>
                    <a:pt x="644009" y="1980051"/>
                  </a:lnTo>
                  <a:lnTo>
                    <a:pt x="634936" y="1998631"/>
                  </a:lnTo>
                  <a:lnTo>
                    <a:pt x="622767" y="2009906"/>
                  </a:lnTo>
                  <a:lnTo>
                    <a:pt x="610694" y="2012347"/>
                  </a:lnTo>
                  <a:lnTo>
                    <a:pt x="602893" y="2012347"/>
                  </a:lnTo>
                  <a:lnTo>
                    <a:pt x="578080" y="1996556"/>
                  </a:lnTo>
                  <a:lnTo>
                    <a:pt x="569432" y="1975929"/>
                  </a:lnTo>
                  <a:lnTo>
                    <a:pt x="565856" y="1952964"/>
                  </a:lnTo>
                  <a:lnTo>
                    <a:pt x="564427" y="1980121"/>
                  </a:lnTo>
                  <a:lnTo>
                    <a:pt x="569182" y="2008398"/>
                  </a:lnTo>
                  <a:lnTo>
                    <a:pt x="568875" y="2012347"/>
                  </a:lnTo>
                  <a:lnTo>
                    <a:pt x="315098" y="2012347"/>
                  </a:lnTo>
                  <a:lnTo>
                    <a:pt x="315098" y="901823"/>
                  </a:lnTo>
                  <a:lnTo>
                    <a:pt x="925436" y="90182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000000">
                  <a:alpha val="6509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27" name="ph4727"/>
            <p:cNvSpPr/>
            <p:nvPr/>
          </p:nvSpPr>
          <p:spPr>
            <a:xfrm>
              <a:off x="3489378" y="1038681"/>
              <a:ext cx="1262004" cy="1219200"/>
            </a:xfrm>
            <a:custGeom>
              <a:avLst/>
              <a:gdLst/>
              <a:ahLst/>
              <a:cxnLst/>
              <a:rect l="0" t="0" r="0" b="0"/>
              <a:pathLst>
                <a:path w="946503" h="914400">
                  <a:moveTo>
                    <a:pt x="914400" y="914400"/>
                  </a:moveTo>
                  <a:lnTo>
                    <a:pt x="913800" y="906154"/>
                  </a:lnTo>
                  <a:lnTo>
                    <a:pt x="946503" y="852906"/>
                  </a:lnTo>
                  <a:lnTo>
                    <a:pt x="940592" y="87151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000000">
                  <a:alpha val="6509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28" name="ph4728"/>
            <p:cNvSpPr/>
            <p:nvPr/>
          </p:nvSpPr>
          <p:spPr>
            <a:xfrm>
              <a:off x="3153485" y="1664765"/>
              <a:ext cx="1302758" cy="1219200"/>
            </a:xfrm>
            <a:custGeom>
              <a:avLst/>
              <a:gdLst/>
              <a:ahLst/>
              <a:cxnLst/>
              <a:rect l="0" t="0" r="0" b="0"/>
              <a:pathLst>
                <a:path w="977068" h="914400">
                  <a:moveTo>
                    <a:pt x="914400" y="914400"/>
                  </a:moveTo>
                  <a:lnTo>
                    <a:pt x="948465" y="857665"/>
                  </a:lnTo>
                  <a:lnTo>
                    <a:pt x="968246" y="810131"/>
                  </a:lnTo>
                  <a:lnTo>
                    <a:pt x="977068" y="793696"/>
                  </a:lnTo>
                  <a:lnTo>
                    <a:pt x="968508" y="827009"/>
                  </a:lnTo>
                  <a:lnTo>
                    <a:pt x="953547" y="857638"/>
                  </a:lnTo>
                  <a:lnTo>
                    <a:pt x="924552" y="90980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000000">
                  <a:alpha val="6509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29" name="pt4729"/>
            <p:cNvSpPr/>
            <p:nvPr/>
          </p:nvSpPr>
          <p:spPr>
            <a:xfrm>
              <a:off x="4245562" y="2938333"/>
              <a:ext cx="84269" cy="84269"/>
            </a:xfrm>
            <a:prstGeom prst="ellipse">
              <a:avLst/>
            </a:prstGeom>
            <a:solidFill>
              <a:srgbClr val="7FD7B8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30" name="pt4730"/>
            <p:cNvSpPr/>
            <p:nvPr/>
          </p:nvSpPr>
          <p:spPr>
            <a:xfrm>
              <a:off x="4469161" y="2387936"/>
              <a:ext cx="84269" cy="84269"/>
            </a:xfrm>
            <a:prstGeom prst="ellipse">
              <a:avLst/>
            </a:prstGeom>
            <a:solidFill>
              <a:srgbClr val="8BDAB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31" name="pt4731"/>
            <p:cNvSpPr/>
            <p:nvPr/>
          </p:nvSpPr>
          <p:spPr>
            <a:xfrm>
              <a:off x="4289332" y="2251513"/>
              <a:ext cx="84269" cy="84269"/>
            </a:xfrm>
            <a:prstGeom prst="ellipse">
              <a:avLst/>
            </a:prstGeom>
            <a:solidFill>
              <a:srgbClr val="8FDCB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32" name="pt4732"/>
            <p:cNvSpPr/>
            <p:nvPr/>
          </p:nvSpPr>
          <p:spPr>
            <a:xfrm>
              <a:off x="3854665" y="2666212"/>
              <a:ext cx="84269" cy="84269"/>
            </a:xfrm>
            <a:prstGeom prst="ellipse">
              <a:avLst/>
            </a:prstGeom>
            <a:solidFill>
              <a:srgbClr val="A7E3C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33" name="pt4733"/>
            <p:cNvSpPr/>
            <p:nvPr/>
          </p:nvSpPr>
          <p:spPr>
            <a:xfrm>
              <a:off x="3956249" y="3115028"/>
              <a:ext cx="84269" cy="84269"/>
            </a:xfrm>
            <a:prstGeom prst="ellipse">
              <a:avLst/>
            </a:prstGeom>
            <a:solidFill>
              <a:srgbClr val="D9F3E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34" name="pt4734"/>
            <p:cNvSpPr/>
            <p:nvPr/>
          </p:nvSpPr>
          <p:spPr>
            <a:xfrm>
              <a:off x="3920115" y="3078896"/>
              <a:ext cx="156540" cy="156540"/>
            </a:xfrm>
            <a:prstGeom prst="ellipse">
              <a:avLst/>
            </a:prstGeom>
            <a:solidFill>
              <a:srgbClr val="D9F3E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35" name="pt4735"/>
            <p:cNvSpPr/>
            <p:nvPr/>
          </p:nvSpPr>
          <p:spPr>
            <a:xfrm>
              <a:off x="3971819" y="2764814"/>
              <a:ext cx="156540" cy="156540"/>
            </a:xfrm>
            <a:prstGeom prst="ellipse">
              <a:avLst/>
            </a:prstGeom>
            <a:solidFill>
              <a:srgbClr val="DCF4E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36" name="pt4736"/>
            <p:cNvSpPr/>
            <p:nvPr/>
          </p:nvSpPr>
          <p:spPr>
            <a:xfrm>
              <a:off x="3960662" y="3041723"/>
              <a:ext cx="156540" cy="156540"/>
            </a:xfrm>
            <a:prstGeom prst="ellipse">
              <a:avLst/>
            </a:prstGeom>
            <a:solidFill>
              <a:srgbClr val="BCEAD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37" name="pg4737"/>
            <p:cNvSpPr/>
            <p:nvPr/>
          </p:nvSpPr>
          <p:spPr>
            <a:xfrm>
              <a:off x="3885124" y="2721362"/>
              <a:ext cx="210824" cy="182579"/>
            </a:xfrm>
            <a:custGeom>
              <a:avLst/>
              <a:gdLst/>
              <a:ahLst/>
              <a:cxnLst/>
              <a:rect l="0" t="0" r="0" b="0"/>
              <a:pathLst>
                <a:path w="158117" h="136934">
                  <a:moveTo>
                    <a:pt x="79058" y="0"/>
                  </a:moveTo>
                  <a:lnTo>
                    <a:pt x="158117" y="136934"/>
                  </a:lnTo>
                  <a:lnTo>
                    <a:pt x="0" y="136934"/>
                  </a:lnTo>
                  <a:close/>
                </a:path>
              </a:pathLst>
            </a:custGeom>
            <a:solidFill>
              <a:srgbClr val="FF149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38" name="pl4738"/>
            <p:cNvSpPr/>
            <p:nvPr/>
          </p:nvSpPr>
          <p:spPr>
            <a:xfrm flipV="1">
              <a:off x="3972671" y="3138731"/>
              <a:ext cx="538145" cy="60959"/>
            </a:xfrm>
            <a:custGeom>
              <a:avLst/>
              <a:gdLst/>
              <a:ahLst/>
              <a:cxnLst/>
              <a:rect l="0" t="0" r="0" b="0"/>
              <a:pathLst>
                <a:path w="292528" h="91649">
                  <a:moveTo>
                    <a:pt x="292528" y="91649"/>
                  </a:moveTo>
                  <a:lnTo>
                    <a:pt x="0" y="0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39" name="pl4739"/>
            <p:cNvSpPr/>
            <p:nvPr/>
          </p:nvSpPr>
          <p:spPr>
            <a:xfrm>
              <a:off x="4090366" y="2651796"/>
              <a:ext cx="261128" cy="153093"/>
            </a:xfrm>
            <a:custGeom>
              <a:avLst/>
              <a:gdLst/>
              <a:ahLst/>
              <a:cxnLst/>
              <a:rect l="0" t="0" r="0" b="0"/>
              <a:pathLst>
                <a:path w="112384" h="193555">
                  <a:moveTo>
                    <a:pt x="112384" y="0"/>
                  </a:moveTo>
                  <a:lnTo>
                    <a:pt x="0" y="193555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46" name="rc4746"/>
            <p:cNvSpPr/>
            <p:nvPr/>
          </p:nvSpPr>
          <p:spPr>
            <a:xfrm>
              <a:off x="3558992" y="2029051"/>
              <a:ext cx="1668413" cy="1628768"/>
            </a:xfrm>
            <a:prstGeom prst="rect">
              <a:avLst/>
            </a:prstGeom>
            <a:noFill/>
            <a:ln w="127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44" name="pg4744"/>
            <p:cNvSpPr/>
            <p:nvPr/>
          </p:nvSpPr>
          <p:spPr>
            <a:xfrm>
              <a:off x="4444616" y="2784632"/>
              <a:ext cx="899993" cy="259811"/>
            </a:xfrm>
            <a:custGeom>
              <a:avLst/>
              <a:gdLst/>
              <a:ahLst/>
              <a:cxnLst/>
              <a:rect l="0" t="0" r="0" b="0"/>
              <a:pathLst>
                <a:path w="742035" h="194858">
                  <a:moveTo>
                    <a:pt x="27431" y="194858"/>
                  </a:moveTo>
                  <a:lnTo>
                    <a:pt x="714603" y="194858"/>
                  </a:lnTo>
                  <a:lnTo>
                    <a:pt x="713499" y="194836"/>
                  </a:lnTo>
                  <a:lnTo>
                    <a:pt x="717910" y="194658"/>
                  </a:lnTo>
                  <a:lnTo>
                    <a:pt x="722235" y="193775"/>
                  </a:lnTo>
                  <a:lnTo>
                    <a:pt x="726363" y="192210"/>
                  </a:lnTo>
                  <a:lnTo>
                    <a:pt x="730186" y="190002"/>
                  </a:lnTo>
                  <a:lnTo>
                    <a:pt x="733606" y="187210"/>
                  </a:lnTo>
                  <a:lnTo>
                    <a:pt x="736533" y="183906"/>
                  </a:lnTo>
                  <a:lnTo>
                    <a:pt x="738893" y="180174"/>
                  </a:lnTo>
                  <a:lnTo>
                    <a:pt x="740623" y="176113"/>
                  </a:lnTo>
                  <a:lnTo>
                    <a:pt x="741680" y="171827"/>
                  </a:lnTo>
                  <a:lnTo>
                    <a:pt x="742035" y="167426"/>
                  </a:lnTo>
                  <a:lnTo>
                    <a:pt x="742035" y="27431"/>
                  </a:lnTo>
                  <a:lnTo>
                    <a:pt x="741680" y="23031"/>
                  </a:lnTo>
                  <a:lnTo>
                    <a:pt x="740623" y="18745"/>
                  </a:lnTo>
                  <a:lnTo>
                    <a:pt x="738893" y="14683"/>
                  </a:lnTo>
                  <a:lnTo>
                    <a:pt x="736533" y="10952"/>
                  </a:lnTo>
                  <a:lnTo>
                    <a:pt x="733606" y="7647"/>
                  </a:lnTo>
                  <a:lnTo>
                    <a:pt x="730186" y="4855"/>
                  </a:lnTo>
                  <a:lnTo>
                    <a:pt x="726363" y="2648"/>
                  </a:lnTo>
                  <a:lnTo>
                    <a:pt x="722235" y="1083"/>
                  </a:lnTo>
                  <a:lnTo>
                    <a:pt x="717910" y="200"/>
                  </a:lnTo>
                  <a:lnTo>
                    <a:pt x="714603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7426"/>
                  </a:lnTo>
                  <a:lnTo>
                    <a:pt x="88" y="165219"/>
                  </a:lnTo>
                  <a:lnTo>
                    <a:pt x="88" y="169633"/>
                  </a:lnTo>
                  <a:lnTo>
                    <a:pt x="797" y="173991"/>
                  </a:lnTo>
                  <a:lnTo>
                    <a:pt x="2195" y="178179"/>
                  </a:lnTo>
                  <a:lnTo>
                    <a:pt x="4246" y="182088"/>
                  </a:lnTo>
                  <a:lnTo>
                    <a:pt x="6898" y="185617"/>
                  </a:lnTo>
                  <a:lnTo>
                    <a:pt x="10082" y="188675"/>
                  </a:lnTo>
                  <a:lnTo>
                    <a:pt x="13715" y="191183"/>
                  </a:lnTo>
                  <a:lnTo>
                    <a:pt x="17704" y="193076"/>
                  </a:lnTo>
                  <a:lnTo>
                    <a:pt x="21944" y="194304"/>
                  </a:lnTo>
                  <a:lnTo>
                    <a:pt x="26327" y="1948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45" name="tx4745"/>
            <p:cNvSpPr/>
            <p:nvPr/>
          </p:nvSpPr>
          <p:spPr>
            <a:xfrm>
              <a:off x="4452172" y="2849113"/>
              <a:ext cx="867461" cy="1378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365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S2</a:t>
              </a:r>
              <a:r>
                <a:rPr lang="en-US" sz="1365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-</a:t>
              </a:r>
              <a:r>
                <a:rPr sz="1365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DEBY</a:t>
              </a:r>
            </a:p>
          </p:txBody>
        </p:sp>
        <p:sp>
          <p:nvSpPr>
            <p:cNvPr id="4747" name="pl4739">
              <a:extLst>
                <a:ext uri="{FF2B5EF4-FFF2-40B4-BE49-F238E27FC236}">
                  <a16:creationId xmlns:a16="http://schemas.microsoft.com/office/drawing/2014/main" id="{D8DF576A-DB39-2C74-2C02-02413B7A8ED0}"/>
                </a:ext>
              </a:extLst>
            </p:cNvPr>
            <p:cNvSpPr/>
            <p:nvPr/>
          </p:nvSpPr>
          <p:spPr>
            <a:xfrm>
              <a:off x="4055986" y="2939821"/>
              <a:ext cx="392852" cy="195014"/>
            </a:xfrm>
            <a:custGeom>
              <a:avLst/>
              <a:gdLst/>
              <a:ahLst/>
              <a:cxnLst/>
              <a:rect l="0" t="0" r="0" b="0"/>
              <a:pathLst>
                <a:path w="112384" h="193555">
                  <a:moveTo>
                    <a:pt x="112384" y="0"/>
                  </a:moveTo>
                  <a:lnTo>
                    <a:pt x="0" y="193555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48" name="pl4739">
              <a:extLst>
                <a:ext uri="{FF2B5EF4-FFF2-40B4-BE49-F238E27FC236}">
                  <a16:creationId xmlns:a16="http://schemas.microsoft.com/office/drawing/2014/main" id="{6AD6C933-AC6E-F27D-9C71-5471F7FC9556}"/>
                </a:ext>
              </a:extLst>
            </p:cNvPr>
            <p:cNvSpPr/>
            <p:nvPr/>
          </p:nvSpPr>
          <p:spPr>
            <a:xfrm flipH="1" flipV="1">
              <a:off x="3811040" y="2823419"/>
              <a:ext cx="166643" cy="500433"/>
            </a:xfrm>
            <a:custGeom>
              <a:avLst/>
              <a:gdLst/>
              <a:ahLst/>
              <a:cxnLst/>
              <a:rect l="0" t="0" r="0" b="0"/>
              <a:pathLst>
                <a:path w="112384" h="193555">
                  <a:moveTo>
                    <a:pt x="112384" y="0"/>
                  </a:moveTo>
                  <a:lnTo>
                    <a:pt x="0" y="193555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40" name="pg4740"/>
            <p:cNvSpPr/>
            <p:nvPr/>
          </p:nvSpPr>
          <p:spPr>
            <a:xfrm>
              <a:off x="4524322" y="3086561"/>
              <a:ext cx="760781" cy="259811"/>
            </a:xfrm>
            <a:custGeom>
              <a:avLst/>
              <a:gdLst/>
              <a:ahLst/>
              <a:cxnLst/>
              <a:rect l="0" t="0" r="0" b="0"/>
              <a:pathLst>
                <a:path w="570585" h="194858">
                  <a:moveTo>
                    <a:pt x="27432" y="194858"/>
                  </a:moveTo>
                  <a:lnTo>
                    <a:pt x="543153" y="194858"/>
                  </a:lnTo>
                  <a:lnTo>
                    <a:pt x="542049" y="194836"/>
                  </a:lnTo>
                  <a:lnTo>
                    <a:pt x="546460" y="194658"/>
                  </a:lnTo>
                  <a:lnTo>
                    <a:pt x="550785" y="193775"/>
                  </a:lnTo>
                  <a:lnTo>
                    <a:pt x="554913" y="192210"/>
                  </a:lnTo>
                  <a:lnTo>
                    <a:pt x="558736" y="190002"/>
                  </a:lnTo>
                  <a:lnTo>
                    <a:pt x="562156" y="187210"/>
                  </a:lnTo>
                  <a:lnTo>
                    <a:pt x="565083" y="183906"/>
                  </a:lnTo>
                  <a:lnTo>
                    <a:pt x="567443" y="180174"/>
                  </a:lnTo>
                  <a:lnTo>
                    <a:pt x="569173" y="176113"/>
                  </a:lnTo>
                  <a:lnTo>
                    <a:pt x="570230" y="171827"/>
                  </a:lnTo>
                  <a:lnTo>
                    <a:pt x="570585" y="167426"/>
                  </a:lnTo>
                  <a:lnTo>
                    <a:pt x="570585" y="27431"/>
                  </a:lnTo>
                  <a:lnTo>
                    <a:pt x="570230" y="23031"/>
                  </a:lnTo>
                  <a:lnTo>
                    <a:pt x="569173" y="18745"/>
                  </a:lnTo>
                  <a:lnTo>
                    <a:pt x="567443" y="14683"/>
                  </a:lnTo>
                  <a:lnTo>
                    <a:pt x="565083" y="10952"/>
                  </a:lnTo>
                  <a:lnTo>
                    <a:pt x="562156" y="7647"/>
                  </a:lnTo>
                  <a:lnTo>
                    <a:pt x="558736" y="4855"/>
                  </a:lnTo>
                  <a:lnTo>
                    <a:pt x="554913" y="2648"/>
                  </a:lnTo>
                  <a:lnTo>
                    <a:pt x="550785" y="1083"/>
                  </a:lnTo>
                  <a:lnTo>
                    <a:pt x="546460" y="200"/>
                  </a:lnTo>
                  <a:lnTo>
                    <a:pt x="543153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7426"/>
                  </a:lnTo>
                  <a:lnTo>
                    <a:pt x="88" y="165219"/>
                  </a:lnTo>
                  <a:lnTo>
                    <a:pt x="88" y="169633"/>
                  </a:lnTo>
                  <a:lnTo>
                    <a:pt x="797" y="173991"/>
                  </a:lnTo>
                  <a:lnTo>
                    <a:pt x="2195" y="178179"/>
                  </a:lnTo>
                  <a:lnTo>
                    <a:pt x="4246" y="182088"/>
                  </a:lnTo>
                  <a:lnTo>
                    <a:pt x="6898" y="185617"/>
                  </a:lnTo>
                  <a:lnTo>
                    <a:pt x="10082" y="188675"/>
                  </a:lnTo>
                  <a:lnTo>
                    <a:pt x="13716" y="191183"/>
                  </a:lnTo>
                  <a:lnTo>
                    <a:pt x="17704" y="193076"/>
                  </a:lnTo>
                  <a:lnTo>
                    <a:pt x="21944" y="194304"/>
                  </a:lnTo>
                  <a:lnTo>
                    <a:pt x="26327" y="1948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41" name="tx4741"/>
            <p:cNvSpPr/>
            <p:nvPr/>
          </p:nvSpPr>
          <p:spPr>
            <a:xfrm>
              <a:off x="4598258" y="3162014"/>
              <a:ext cx="638861" cy="1378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365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W4</a:t>
              </a:r>
              <a:r>
                <a:rPr lang="en-US" sz="1365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-</a:t>
              </a:r>
              <a:r>
                <a:rPr sz="1365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VA</a:t>
              </a:r>
            </a:p>
          </p:txBody>
        </p:sp>
        <p:sp>
          <p:nvSpPr>
            <p:cNvPr id="4742" name="pg4742"/>
            <p:cNvSpPr/>
            <p:nvPr/>
          </p:nvSpPr>
          <p:spPr>
            <a:xfrm>
              <a:off x="4361542" y="2472142"/>
              <a:ext cx="896621" cy="259811"/>
            </a:xfrm>
            <a:custGeom>
              <a:avLst/>
              <a:gdLst/>
              <a:ahLst/>
              <a:cxnLst/>
              <a:rect l="0" t="0" r="0" b="0"/>
              <a:pathLst>
                <a:path w="718078" h="194858">
                  <a:moveTo>
                    <a:pt x="27432" y="194858"/>
                  </a:moveTo>
                  <a:lnTo>
                    <a:pt x="690646" y="194858"/>
                  </a:lnTo>
                  <a:lnTo>
                    <a:pt x="689541" y="194836"/>
                  </a:lnTo>
                  <a:lnTo>
                    <a:pt x="693952" y="194658"/>
                  </a:lnTo>
                  <a:lnTo>
                    <a:pt x="698278" y="193775"/>
                  </a:lnTo>
                  <a:lnTo>
                    <a:pt x="702406" y="192210"/>
                  </a:lnTo>
                  <a:lnTo>
                    <a:pt x="706229" y="190002"/>
                  </a:lnTo>
                  <a:lnTo>
                    <a:pt x="709649" y="187210"/>
                  </a:lnTo>
                  <a:lnTo>
                    <a:pt x="712576" y="183906"/>
                  </a:lnTo>
                  <a:lnTo>
                    <a:pt x="714936" y="180174"/>
                  </a:lnTo>
                  <a:lnTo>
                    <a:pt x="716666" y="176113"/>
                  </a:lnTo>
                  <a:lnTo>
                    <a:pt x="717723" y="171827"/>
                  </a:lnTo>
                  <a:lnTo>
                    <a:pt x="718078" y="167426"/>
                  </a:lnTo>
                  <a:lnTo>
                    <a:pt x="718078" y="27431"/>
                  </a:lnTo>
                  <a:lnTo>
                    <a:pt x="717723" y="23031"/>
                  </a:lnTo>
                  <a:lnTo>
                    <a:pt x="716666" y="18745"/>
                  </a:lnTo>
                  <a:lnTo>
                    <a:pt x="714936" y="14683"/>
                  </a:lnTo>
                  <a:lnTo>
                    <a:pt x="712576" y="10952"/>
                  </a:lnTo>
                  <a:lnTo>
                    <a:pt x="709649" y="7647"/>
                  </a:lnTo>
                  <a:lnTo>
                    <a:pt x="706229" y="4855"/>
                  </a:lnTo>
                  <a:lnTo>
                    <a:pt x="702406" y="2648"/>
                  </a:lnTo>
                  <a:lnTo>
                    <a:pt x="698278" y="1083"/>
                  </a:lnTo>
                  <a:lnTo>
                    <a:pt x="693952" y="200"/>
                  </a:lnTo>
                  <a:lnTo>
                    <a:pt x="690646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7426"/>
                  </a:lnTo>
                  <a:lnTo>
                    <a:pt x="88" y="165219"/>
                  </a:lnTo>
                  <a:lnTo>
                    <a:pt x="88" y="169633"/>
                  </a:lnTo>
                  <a:lnTo>
                    <a:pt x="797" y="173991"/>
                  </a:lnTo>
                  <a:lnTo>
                    <a:pt x="2195" y="178179"/>
                  </a:lnTo>
                  <a:lnTo>
                    <a:pt x="4246" y="182088"/>
                  </a:lnTo>
                  <a:lnTo>
                    <a:pt x="6898" y="185617"/>
                  </a:lnTo>
                  <a:lnTo>
                    <a:pt x="10082" y="188675"/>
                  </a:lnTo>
                  <a:lnTo>
                    <a:pt x="13716" y="191183"/>
                  </a:lnTo>
                  <a:lnTo>
                    <a:pt x="17704" y="193076"/>
                  </a:lnTo>
                  <a:lnTo>
                    <a:pt x="21944" y="194304"/>
                  </a:lnTo>
                  <a:lnTo>
                    <a:pt x="26327" y="194836"/>
                  </a:lnTo>
                  <a:close/>
                </a:path>
              </a:pathLst>
            </a:custGeom>
            <a:solidFill>
              <a:schemeClr val="bg1"/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43" name="tx4743"/>
            <p:cNvSpPr/>
            <p:nvPr/>
          </p:nvSpPr>
          <p:spPr>
            <a:xfrm>
              <a:off x="4380080" y="2533102"/>
              <a:ext cx="835517" cy="1378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365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S1</a:t>
              </a:r>
              <a:r>
                <a:rPr lang="en-US" sz="1365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-</a:t>
              </a:r>
              <a:r>
                <a:rPr sz="1365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LOLA</a:t>
              </a:r>
            </a:p>
          </p:txBody>
        </p:sp>
        <p:sp>
          <p:nvSpPr>
            <p:cNvPr id="4749" name="pg4742">
              <a:extLst>
                <a:ext uri="{FF2B5EF4-FFF2-40B4-BE49-F238E27FC236}">
                  <a16:creationId xmlns:a16="http://schemas.microsoft.com/office/drawing/2014/main" id="{B7D8E3A8-A970-4FF3-DBD3-AE449D503FFD}"/>
                </a:ext>
              </a:extLst>
            </p:cNvPr>
            <p:cNvSpPr/>
            <p:nvPr/>
          </p:nvSpPr>
          <p:spPr>
            <a:xfrm>
              <a:off x="3404692" y="3275234"/>
              <a:ext cx="896621" cy="259811"/>
            </a:xfrm>
            <a:custGeom>
              <a:avLst/>
              <a:gdLst/>
              <a:ahLst/>
              <a:cxnLst/>
              <a:rect l="0" t="0" r="0" b="0"/>
              <a:pathLst>
                <a:path w="718078" h="194858">
                  <a:moveTo>
                    <a:pt x="27432" y="194858"/>
                  </a:moveTo>
                  <a:lnTo>
                    <a:pt x="690646" y="194858"/>
                  </a:lnTo>
                  <a:lnTo>
                    <a:pt x="689541" y="194836"/>
                  </a:lnTo>
                  <a:lnTo>
                    <a:pt x="693952" y="194658"/>
                  </a:lnTo>
                  <a:lnTo>
                    <a:pt x="698278" y="193775"/>
                  </a:lnTo>
                  <a:lnTo>
                    <a:pt x="702406" y="192210"/>
                  </a:lnTo>
                  <a:lnTo>
                    <a:pt x="706229" y="190002"/>
                  </a:lnTo>
                  <a:lnTo>
                    <a:pt x="709649" y="187210"/>
                  </a:lnTo>
                  <a:lnTo>
                    <a:pt x="712576" y="183906"/>
                  </a:lnTo>
                  <a:lnTo>
                    <a:pt x="714936" y="180174"/>
                  </a:lnTo>
                  <a:lnTo>
                    <a:pt x="716666" y="176113"/>
                  </a:lnTo>
                  <a:lnTo>
                    <a:pt x="717723" y="171827"/>
                  </a:lnTo>
                  <a:lnTo>
                    <a:pt x="718078" y="167426"/>
                  </a:lnTo>
                  <a:lnTo>
                    <a:pt x="718078" y="27431"/>
                  </a:lnTo>
                  <a:lnTo>
                    <a:pt x="717723" y="23031"/>
                  </a:lnTo>
                  <a:lnTo>
                    <a:pt x="716666" y="18745"/>
                  </a:lnTo>
                  <a:lnTo>
                    <a:pt x="714936" y="14683"/>
                  </a:lnTo>
                  <a:lnTo>
                    <a:pt x="712576" y="10952"/>
                  </a:lnTo>
                  <a:lnTo>
                    <a:pt x="709649" y="7647"/>
                  </a:lnTo>
                  <a:lnTo>
                    <a:pt x="706229" y="4855"/>
                  </a:lnTo>
                  <a:lnTo>
                    <a:pt x="702406" y="2648"/>
                  </a:lnTo>
                  <a:lnTo>
                    <a:pt x="698278" y="1083"/>
                  </a:lnTo>
                  <a:lnTo>
                    <a:pt x="693952" y="200"/>
                  </a:lnTo>
                  <a:lnTo>
                    <a:pt x="690646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7426"/>
                  </a:lnTo>
                  <a:lnTo>
                    <a:pt x="88" y="165219"/>
                  </a:lnTo>
                  <a:lnTo>
                    <a:pt x="88" y="169633"/>
                  </a:lnTo>
                  <a:lnTo>
                    <a:pt x="797" y="173991"/>
                  </a:lnTo>
                  <a:lnTo>
                    <a:pt x="2195" y="178179"/>
                  </a:lnTo>
                  <a:lnTo>
                    <a:pt x="4246" y="182088"/>
                  </a:lnTo>
                  <a:lnTo>
                    <a:pt x="6898" y="185617"/>
                  </a:lnTo>
                  <a:lnTo>
                    <a:pt x="10082" y="188675"/>
                  </a:lnTo>
                  <a:lnTo>
                    <a:pt x="13716" y="191183"/>
                  </a:lnTo>
                  <a:lnTo>
                    <a:pt x="17704" y="193076"/>
                  </a:lnTo>
                  <a:lnTo>
                    <a:pt x="21944" y="194304"/>
                  </a:lnTo>
                  <a:lnTo>
                    <a:pt x="26327" y="194836"/>
                  </a:lnTo>
                  <a:close/>
                </a:path>
              </a:pathLst>
            </a:custGeom>
            <a:solidFill>
              <a:schemeClr val="bg1"/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 dirty="0"/>
            </a:p>
          </p:txBody>
        </p:sp>
        <p:sp>
          <p:nvSpPr>
            <p:cNvPr id="4750" name="tx4741">
              <a:extLst>
                <a:ext uri="{FF2B5EF4-FFF2-40B4-BE49-F238E27FC236}">
                  <a16:creationId xmlns:a16="http://schemas.microsoft.com/office/drawing/2014/main" id="{23DD97C1-A448-1776-C5B3-0731078D5344}"/>
                </a:ext>
              </a:extLst>
            </p:cNvPr>
            <p:cNvSpPr/>
            <p:nvPr/>
          </p:nvSpPr>
          <p:spPr>
            <a:xfrm>
              <a:off x="3543245" y="3326635"/>
              <a:ext cx="638861" cy="1378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lang="en-US" sz="1365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Lewisetta</a:t>
              </a:r>
              <a:endParaRPr sz="1365" dirty="0">
                <a:solidFill>
                  <a:srgbClr val="000000">
                    <a:alpha val="100000"/>
                  </a:srgbClr>
                </a:solidFill>
                <a:latin typeface="Arial"/>
                <a:cs typeface="Arial"/>
              </a:endParaRPr>
            </a:p>
          </p:txBody>
        </p:sp>
        <p:grpSp>
          <p:nvGrpSpPr>
            <p:cNvPr id="4753" name="Group 4752">
              <a:extLst>
                <a:ext uri="{FF2B5EF4-FFF2-40B4-BE49-F238E27FC236}">
                  <a16:creationId xmlns:a16="http://schemas.microsoft.com/office/drawing/2014/main" id="{A6C2DC4E-B34E-7E3C-A0A3-D013B8BD1E8C}"/>
                </a:ext>
              </a:extLst>
            </p:cNvPr>
            <p:cNvGrpSpPr/>
            <p:nvPr/>
          </p:nvGrpSpPr>
          <p:grpSpPr>
            <a:xfrm>
              <a:off x="5236059" y="1275372"/>
              <a:ext cx="1215864" cy="458745"/>
              <a:chOff x="5087815" y="898769"/>
              <a:chExt cx="1215864" cy="458745"/>
            </a:xfrm>
          </p:grpSpPr>
          <p:sp>
            <p:nvSpPr>
              <p:cNvPr id="4058" name="tx4058"/>
              <p:cNvSpPr/>
              <p:nvPr/>
            </p:nvSpPr>
            <p:spPr>
              <a:xfrm>
                <a:off x="5206034" y="1043608"/>
                <a:ext cx="169469" cy="218237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2520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L</a:t>
                </a:r>
              </a:p>
            </p:txBody>
          </p:sp>
          <p:sp>
            <p:nvSpPr>
              <p:cNvPr id="4059" name="tx4059"/>
              <p:cNvSpPr/>
              <p:nvPr/>
            </p:nvSpPr>
            <p:spPr>
              <a:xfrm>
                <a:off x="5375500" y="1043608"/>
                <a:ext cx="203240" cy="218237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2520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E</a:t>
                </a:r>
              </a:p>
            </p:txBody>
          </p:sp>
          <p:sp>
            <p:nvSpPr>
              <p:cNvPr id="4060" name="tx4060"/>
              <p:cNvSpPr/>
              <p:nvPr/>
            </p:nvSpPr>
            <p:spPr>
              <a:xfrm>
                <a:off x="5578741" y="1043608"/>
                <a:ext cx="203240" cy="218237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2520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A</a:t>
                </a:r>
              </a:p>
            </p:txBody>
          </p:sp>
          <p:sp>
            <p:nvSpPr>
              <p:cNvPr id="4061" name="tx4061"/>
              <p:cNvSpPr/>
              <p:nvPr/>
            </p:nvSpPr>
            <p:spPr>
              <a:xfrm>
                <a:off x="5781985" y="1164544"/>
                <a:ext cx="118628" cy="152643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512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o</a:t>
                </a:r>
              </a:p>
            </p:txBody>
          </p:sp>
          <p:sp>
            <p:nvSpPr>
              <p:cNvPr id="4062" name="tx4062"/>
              <p:cNvSpPr/>
              <p:nvPr/>
            </p:nvSpPr>
            <p:spPr>
              <a:xfrm>
                <a:off x="5900612" y="1164544"/>
                <a:ext cx="59252" cy="152643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512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f</a:t>
                </a:r>
              </a:p>
            </p:txBody>
          </p:sp>
          <p:sp>
            <p:nvSpPr>
              <p:cNvPr id="4063" name="tx4063"/>
              <p:cNvSpPr/>
              <p:nvPr/>
            </p:nvSpPr>
            <p:spPr>
              <a:xfrm>
                <a:off x="5959867" y="1164544"/>
                <a:ext cx="59252" cy="152643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512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f</a:t>
                </a:r>
              </a:p>
            </p:txBody>
          </p:sp>
          <p:sp>
            <p:nvSpPr>
              <p:cNvPr id="4064" name="tx4064"/>
              <p:cNvSpPr/>
              <p:nvPr/>
            </p:nvSpPr>
            <p:spPr>
              <a:xfrm>
                <a:off x="6019115" y="1164544"/>
                <a:ext cx="106680" cy="152643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512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s</a:t>
                </a:r>
              </a:p>
            </p:txBody>
          </p:sp>
          <p:sp>
            <p:nvSpPr>
              <p:cNvPr id="4065" name="tx4065"/>
              <p:cNvSpPr/>
              <p:nvPr/>
            </p:nvSpPr>
            <p:spPr>
              <a:xfrm>
                <a:off x="6125800" y="1164544"/>
                <a:ext cx="118628" cy="152643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512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e</a:t>
                </a:r>
              </a:p>
            </p:txBody>
          </p:sp>
          <p:sp>
            <p:nvSpPr>
              <p:cNvPr id="4066" name="tx4066"/>
              <p:cNvSpPr/>
              <p:nvPr/>
            </p:nvSpPr>
            <p:spPr>
              <a:xfrm>
                <a:off x="6244427" y="1164544"/>
                <a:ext cx="59252" cy="152643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512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t</a:t>
                </a:r>
              </a:p>
            </p:txBody>
          </p:sp>
          <p:sp>
            <p:nvSpPr>
              <p:cNvPr id="4752" name="TextBox 4751">
                <a:extLst>
                  <a:ext uri="{FF2B5EF4-FFF2-40B4-BE49-F238E27FC236}">
                    <a16:creationId xmlns:a16="http://schemas.microsoft.com/office/drawing/2014/main" id="{0503A11E-C53B-BA52-3762-9189EBE49E39}"/>
                  </a:ext>
                </a:extLst>
              </p:cNvPr>
              <p:cNvSpPr txBox="1"/>
              <p:nvPr/>
            </p:nvSpPr>
            <p:spPr>
              <a:xfrm>
                <a:off x="5087815" y="898769"/>
                <a:ext cx="205257" cy="45874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endParaRPr lang="en-US" sz="2083" dirty="0"/>
              </a:p>
            </p:txBody>
          </p:sp>
        </p:grp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64" name="Group 4763">
            <a:extLst>
              <a:ext uri="{FF2B5EF4-FFF2-40B4-BE49-F238E27FC236}">
                <a16:creationId xmlns:a16="http://schemas.microsoft.com/office/drawing/2014/main" id="{40B10F68-B360-B787-4498-DCB87366B42A}"/>
              </a:ext>
            </a:extLst>
          </p:cNvPr>
          <p:cNvGrpSpPr/>
          <p:nvPr/>
        </p:nvGrpSpPr>
        <p:grpSpPr>
          <a:xfrm>
            <a:off x="2103099" y="714059"/>
            <a:ext cx="6158877" cy="4569996"/>
            <a:chOff x="2336776" y="793399"/>
            <a:chExt cx="6843197" cy="5077773"/>
          </a:xfrm>
        </p:grpSpPr>
        <p:grpSp>
          <p:nvGrpSpPr>
            <p:cNvPr id="2" name="Group 1"/>
            <p:cNvGrpSpPr/>
            <p:nvPr/>
          </p:nvGrpSpPr>
          <p:grpSpPr>
            <a:xfrm>
              <a:off x="2336776" y="793399"/>
              <a:ext cx="6843197" cy="5077773"/>
              <a:chOff x="1181082" y="595048"/>
              <a:chExt cx="5132398" cy="3808329"/>
            </a:xfrm>
          </p:grpSpPr>
          <p:sp>
            <p:nvSpPr>
              <p:cNvPr id="6" name="rc6"/>
              <p:cNvSpPr/>
              <p:nvPr/>
            </p:nvSpPr>
            <p:spPr>
              <a:xfrm>
                <a:off x="1935545" y="1386057"/>
                <a:ext cx="3501561" cy="2714613"/>
              </a:xfrm>
              <a:prstGeom prst="rect">
                <a:avLst/>
              </a:prstGeom>
              <a:solidFill>
                <a:srgbClr val="F0F8FF">
                  <a:alpha val="100000"/>
                </a:srgbClr>
              </a:solidFill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" name="pl7"/>
              <p:cNvSpPr/>
              <p:nvPr/>
            </p:nvSpPr>
            <p:spPr>
              <a:xfrm>
                <a:off x="2265396" y="1386057"/>
                <a:ext cx="0" cy="2714613"/>
              </a:xfrm>
              <a:custGeom>
                <a:avLst/>
                <a:gdLst/>
                <a:ahLst/>
                <a:cxnLst/>
                <a:rect l="0" t="0" r="0" b="0"/>
                <a:pathLst>
                  <a:path h="2714613">
                    <a:moveTo>
                      <a:pt x="0" y="2714613"/>
                    </a:moveTo>
                    <a:lnTo>
                      <a:pt x="0" y="2700489"/>
                    </a:lnTo>
                    <a:lnTo>
                      <a:pt x="0" y="2668708"/>
                    </a:lnTo>
                    <a:lnTo>
                      <a:pt x="0" y="2636927"/>
                    </a:lnTo>
                    <a:lnTo>
                      <a:pt x="0" y="2605147"/>
                    </a:lnTo>
                    <a:lnTo>
                      <a:pt x="0" y="2573366"/>
                    </a:lnTo>
                    <a:lnTo>
                      <a:pt x="0" y="2541585"/>
                    </a:lnTo>
                    <a:lnTo>
                      <a:pt x="0" y="2509805"/>
                    </a:lnTo>
                    <a:lnTo>
                      <a:pt x="0" y="2478024"/>
                    </a:lnTo>
                    <a:lnTo>
                      <a:pt x="0" y="2446243"/>
                    </a:lnTo>
                    <a:lnTo>
                      <a:pt x="0" y="2414462"/>
                    </a:lnTo>
                    <a:lnTo>
                      <a:pt x="0" y="2382682"/>
                    </a:lnTo>
                    <a:lnTo>
                      <a:pt x="0" y="2350901"/>
                    </a:lnTo>
                    <a:lnTo>
                      <a:pt x="0" y="2319120"/>
                    </a:lnTo>
                    <a:lnTo>
                      <a:pt x="0" y="2287340"/>
                    </a:lnTo>
                    <a:lnTo>
                      <a:pt x="0" y="2255559"/>
                    </a:lnTo>
                    <a:lnTo>
                      <a:pt x="0" y="2223778"/>
                    </a:lnTo>
                    <a:lnTo>
                      <a:pt x="0" y="2191997"/>
                    </a:lnTo>
                    <a:lnTo>
                      <a:pt x="0" y="2160217"/>
                    </a:lnTo>
                    <a:lnTo>
                      <a:pt x="0" y="2128436"/>
                    </a:lnTo>
                    <a:lnTo>
                      <a:pt x="0" y="2096655"/>
                    </a:lnTo>
                    <a:lnTo>
                      <a:pt x="0" y="2064875"/>
                    </a:lnTo>
                    <a:lnTo>
                      <a:pt x="0" y="2033094"/>
                    </a:lnTo>
                    <a:lnTo>
                      <a:pt x="0" y="2001313"/>
                    </a:lnTo>
                    <a:lnTo>
                      <a:pt x="0" y="1969532"/>
                    </a:lnTo>
                    <a:lnTo>
                      <a:pt x="0" y="1937752"/>
                    </a:lnTo>
                    <a:lnTo>
                      <a:pt x="0" y="1905971"/>
                    </a:lnTo>
                    <a:lnTo>
                      <a:pt x="0" y="1874190"/>
                    </a:lnTo>
                    <a:lnTo>
                      <a:pt x="0" y="1842410"/>
                    </a:lnTo>
                    <a:lnTo>
                      <a:pt x="0" y="1810629"/>
                    </a:lnTo>
                    <a:lnTo>
                      <a:pt x="0" y="1778848"/>
                    </a:lnTo>
                    <a:lnTo>
                      <a:pt x="0" y="1747067"/>
                    </a:lnTo>
                    <a:lnTo>
                      <a:pt x="0" y="1715287"/>
                    </a:lnTo>
                    <a:lnTo>
                      <a:pt x="0" y="1683506"/>
                    </a:lnTo>
                    <a:lnTo>
                      <a:pt x="0" y="1651725"/>
                    </a:lnTo>
                    <a:lnTo>
                      <a:pt x="0" y="1619945"/>
                    </a:lnTo>
                    <a:lnTo>
                      <a:pt x="0" y="1588164"/>
                    </a:lnTo>
                    <a:lnTo>
                      <a:pt x="0" y="1556383"/>
                    </a:lnTo>
                    <a:lnTo>
                      <a:pt x="0" y="1524602"/>
                    </a:lnTo>
                    <a:lnTo>
                      <a:pt x="0" y="1492822"/>
                    </a:lnTo>
                    <a:lnTo>
                      <a:pt x="0" y="1461041"/>
                    </a:lnTo>
                    <a:lnTo>
                      <a:pt x="0" y="1429260"/>
                    </a:lnTo>
                    <a:lnTo>
                      <a:pt x="0" y="1397480"/>
                    </a:lnTo>
                    <a:lnTo>
                      <a:pt x="0" y="1365699"/>
                    </a:lnTo>
                    <a:lnTo>
                      <a:pt x="0" y="1333918"/>
                    </a:lnTo>
                    <a:lnTo>
                      <a:pt x="0" y="1302137"/>
                    </a:lnTo>
                    <a:lnTo>
                      <a:pt x="0" y="1270357"/>
                    </a:lnTo>
                    <a:lnTo>
                      <a:pt x="0" y="1238576"/>
                    </a:lnTo>
                    <a:lnTo>
                      <a:pt x="0" y="1206795"/>
                    </a:lnTo>
                    <a:lnTo>
                      <a:pt x="0" y="1175015"/>
                    </a:lnTo>
                    <a:lnTo>
                      <a:pt x="0" y="1143234"/>
                    </a:lnTo>
                    <a:lnTo>
                      <a:pt x="0" y="1111453"/>
                    </a:lnTo>
                    <a:lnTo>
                      <a:pt x="0" y="1079672"/>
                    </a:lnTo>
                    <a:lnTo>
                      <a:pt x="0" y="1047892"/>
                    </a:lnTo>
                    <a:lnTo>
                      <a:pt x="0" y="1016111"/>
                    </a:lnTo>
                    <a:lnTo>
                      <a:pt x="0" y="984330"/>
                    </a:lnTo>
                    <a:lnTo>
                      <a:pt x="0" y="952550"/>
                    </a:lnTo>
                    <a:lnTo>
                      <a:pt x="0" y="920769"/>
                    </a:lnTo>
                    <a:lnTo>
                      <a:pt x="0" y="888988"/>
                    </a:lnTo>
                    <a:lnTo>
                      <a:pt x="0" y="857207"/>
                    </a:lnTo>
                    <a:lnTo>
                      <a:pt x="0" y="825427"/>
                    </a:lnTo>
                    <a:lnTo>
                      <a:pt x="0" y="793646"/>
                    </a:lnTo>
                    <a:lnTo>
                      <a:pt x="0" y="761865"/>
                    </a:lnTo>
                    <a:lnTo>
                      <a:pt x="0" y="730085"/>
                    </a:lnTo>
                    <a:lnTo>
                      <a:pt x="0" y="698304"/>
                    </a:lnTo>
                    <a:lnTo>
                      <a:pt x="0" y="666523"/>
                    </a:lnTo>
                    <a:lnTo>
                      <a:pt x="0" y="634742"/>
                    </a:lnTo>
                    <a:lnTo>
                      <a:pt x="0" y="602962"/>
                    </a:lnTo>
                    <a:lnTo>
                      <a:pt x="0" y="571181"/>
                    </a:lnTo>
                    <a:lnTo>
                      <a:pt x="0" y="539400"/>
                    </a:lnTo>
                    <a:lnTo>
                      <a:pt x="0" y="507620"/>
                    </a:lnTo>
                    <a:lnTo>
                      <a:pt x="0" y="475839"/>
                    </a:lnTo>
                    <a:lnTo>
                      <a:pt x="0" y="444058"/>
                    </a:lnTo>
                    <a:lnTo>
                      <a:pt x="0" y="412277"/>
                    </a:lnTo>
                    <a:lnTo>
                      <a:pt x="0" y="380497"/>
                    </a:lnTo>
                    <a:lnTo>
                      <a:pt x="0" y="348716"/>
                    </a:lnTo>
                    <a:lnTo>
                      <a:pt x="0" y="316935"/>
                    </a:lnTo>
                    <a:lnTo>
                      <a:pt x="0" y="285155"/>
                    </a:lnTo>
                    <a:lnTo>
                      <a:pt x="0" y="253374"/>
                    </a:lnTo>
                    <a:lnTo>
                      <a:pt x="0" y="221593"/>
                    </a:lnTo>
                    <a:lnTo>
                      <a:pt x="0" y="189812"/>
                    </a:lnTo>
                    <a:lnTo>
                      <a:pt x="0" y="158032"/>
                    </a:lnTo>
                    <a:lnTo>
                      <a:pt x="0" y="126251"/>
                    </a:lnTo>
                    <a:lnTo>
                      <a:pt x="0" y="94470"/>
                    </a:lnTo>
                    <a:lnTo>
                      <a:pt x="0" y="62690"/>
                    </a:lnTo>
                    <a:lnTo>
                      <a:pt x="0" y="30909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" name="pl8"/>
              <p:cNvSpPr/>
              <p:nvPr/>
            </p:nvSpPr>
            <p:spPr>
              <a:xfrm>
                <a:off x="2692120" y="1386057"/>
                <a:ext cx="0" cy="2714613"/>
              </a:xfrm>
              <a:custGeom>
                <a:avLst/>
                <a:gdLst/>
                <a:ahLst/>
                <a:cxnLst/>
                <a:rect l="0" t="0" r="0" b="0"/>
                <a:pathLst>
                  <a:path h="2714613">
                    <a:moveTo>
                      <a:pt x="0" y="2714613"/>
                    </a:moveTo>
                    <a:lnTo>
                      <a:pt x="0" y="2700489"/>
                    </a:lnTo>
                    <a:lnTo>
                      <a:pt x="0" y="2668708"/>
                    </a:lnTo>
                    <a:lnTo>
                      <a:pt x="0" y="2636927"/>
                    </a:lnTo>
                    <a:lnTo>
                      <a:pt x="0" y="2605147"/>
                    </a:lnTo>
                    <a:lnTo>
                      <a:pt x="0" y="2573366"/>
                    </a:lnTo>
                    <a:lnTo>
                      <a:pt x="0" y="2541585"/>
                    </a:lnTo>
                    <a:lnTo>
                      <a:pt x="0" y="2509805"/>
                    </a:lnTo>
                    <a:lnTo>
                      <a:pt x="0" y="2478024"/>
                    </a:lnTo>
                    <a:lnTo>
                      <a:pt x="0" y="2446243"/>
                    </a:lnTo>
                    <a:lnTo>
                      <a:pt x="0" y="2414462"/>
                    </a:lnTo>
                    <a:lnTo>
                      <a:pt x="0" y="2382682"/>
                    </a:lnTo>
                    <a:lnTo>
                      <a:pt x="0" y="2350901"/>
                    </a:lnTo>
                    <a:lnTo>
                      <a:pt x="0" y="2319120"/>
                    </a:lnTo>
                    <a:lnTo>
                      <a:pt x="0" y="2287340"/>
                    </a:lnTo>
                    <a:lnTo>
                      <a:pt x="0" y="2255559"/>
                    </a:lnTo>
                    <a:lnTo>
                      <a:pt x="0" y="2223778"/>
                    </a:lnTo>
                    <a:lnTo>
                      <a:pt x="0" y="2191997"/>
                    </a:lnTo>
                    <a:lnTo>
                      <a:pt x="0" y="2160217"/>
                    </a:lnTo>
                    <a:lnTo>
                      <a:pt x="0" y="2128436"/>
                    </a:lnTo>
                    <a:lnTo>
                      <a:pt x="0" y="2096655"/>
                    </a:lnTo>
                    <a:lnTo>
                      <a:pt x="0" y="2064875"/>
                    </a:lnTo>
                    <a:lnTo>
                      <a:pt x="0" y="2033094"/>
                    </a:lnTo>
                    <a:lnTo>
                      <a:pt x="0" y="2001313"/>
                    </a:lnTo>
                    <a:lnTo>
                      <a:pt x="0" y="1969532"/>
                    </a:lnTo>
                    <a:lnTo>
                      <a:pt x="0" y="1937752"/>
                    </a:lnTo>
                    <a:lnTo>
                      <a:pt x="0" y="1905971"/>
                    </a:lnTo>
                    <a:lnTo>
                      <a:pt x="0" y="1874190"/>
                    </a:lnTo>
                    <a:lnTo>
                      <a:pt x="0" y="1842410"/>
                    </a:lnTo>
                    <a:lnTo>
                      <a:pt x="0" y="1810629"/>
                    </a:lnTo>
                    <a:lnTo>
                      <a:pt x="0" y="1778848"/>
                    </a:lnTo>
                    <a:lnTo>
                      <a:pt x="0" y="1747067"/>
                    </a:lnTo>
                    <a:lnTo>
                      <a:pt x="0" y="1715287"/>
                    </a:lnTo>
                    <a:lnTo>
                      <a:pt x="0" y="1683506"/>
                    </a:lnTo>
                    <a:lnTo>
                      <a:pt x="0" y="1651725"/>
                    </a:lnTo>
                    <a:lnTo>
                      <a:pt x="0" y="1619945"/>
                    </a:lnTo>
                    <a:lnTo>
                      <a:pt x="0" y="1588164"/>
                    </a:lnTo>
                    <a:lnTo>
                      <a:pt x="0" y="1556383"/>
                    </a:lnTo>
                    <a:lnTo>
                      <a:pt x="0" y="1524602"/>
                    </a:lnTo>
                    <a:lnTo>
                      <a:pt x="0" y="1492822"/>
                    </a:lnTo>
                    <a:lnTo>
                      <a:pt x="0" y="1461041"/>
                    </a:lnTo>
                    <a:lnTo>
                      <a:pt x="0" y="1429260"/>
                    </a:lnTo>
                    <a:lnTo>
                      <a:pt x="0" y="1397480"/>
                    </a:lnTo>
                    <a:lnTo>
                      <a:pt x="0" y="1365699"/>
                    </a:lnTo>
                    <a:lnTo>
                      <a:pt x="0" y="1333918"/>
                    </a:lnTo>
                    <a:lnTo>
                      <a:pt x="0" y="1302137"/>
                    </a:lnTo>
                    <a:lnTo>
                      <a:pt x="0" y="1270357"/>
                    </a:lnTo>
                    <a:lnTo>
                      <a:pt x="0" y="1238576"/>
                    </a:lnTo>
                    <a:lnTo>
                      <a:pt x="0" y="1206795"/>
                    </a:lnTo>
                    <a:lnTo>
                      <a:pt x="0" y="1175015"/>
                    </a:lnTo>
                    <a:lnTo>
                      <a:pt x="0" y="1143234"/>
                    </a:lnTo>
                    <a:lnTo>
                      <a:pt x="0" y="1111453"/>
                    </a:lnTo>
                    <a:lnTo>
                      <a:pt x="0" y="1079672"/>
                    </a:lnTo>
                    <a:lnTo>
                      <a:pt x="0" y="1047892"/>
                    </a:lnTo>
                    <a:lnTo>
                      <a:pt x="0" y="1016111"/>
                    </a:lnTo>
                    <a:lnTo>
                      <a:pt x="0" y="984330"/>
                    </a:lnTo>
                    <a:lnTo>
                      <a:pt x="0" y="952550"/>
                    </a:lnTo>
                    <a:lnTo>
                      <a:pt x="0" y="920769"/>
                    </a:lnTo>
                    <a:lnTo>
                      <a:pt x="0" y="888988"/>
                    </a:lnTo>
                    <a:lnTo>
                      <a:pt x="0" y="857207"/>
                    </a:lnTo>
                    <a:lnTo>
                      <a:pt x="0" y="825427"/>
                    </a:lnTo>
                    <a:lnTo>
                      <a:pt x="0" y="793646"/>
                    </a:lnTo>
                    <a:lnTo>
                      <a:pt x="0" y="761865"/>
                    </a:lnTo>
                    <a:lnTo>
                      <a:pt x="0" y="730085"/>
                    </a:lnTo>
                    <a:lnTo>
                      <a:pt x="0" y="698304"/>
                    </a:lnTo>
                    <a:lnTo>
                      <a:pt x="0" y="666523"/>
                    </a:lnTo>
                    <a:lnTo>
                      <a:pt x="0" y="634742"/>
                    </a:lnTo>
                    <a:lnTo>
                      <a:pt x="0" y="602962"/>
                    </a:lnTo>
                    <a:lnTo>
                      <a:pt x="0" y="571181"/>
                    </a:lnTo>
                    <a:lnTo>
                      <a:pt x="0" y="539400"/>
                    </a:lnTo>
                    <a:lnTo>
                      <a:pt x="0" y="507620"/>
                    </a:lnTo>
                    <a:lnTo>
                      <a:pt x="0" y="475839"/>
                    </a:lnTo>
                    <a:lnTo>
                      <a:pt x="0" y="444058"/>
                    </a:lnTo>
                    <a:lnTo>
                      <a:pt x="0" y="412277"/>
                    </a:lnTo>
                    <a:lnTo>
                      <a:pt x="0" y="380497"/>
                    </a:lnTo>
                    <a:lnTo>
                      <a:pt x="0" y="348716"/>
                    </a:lnTo>
                    <a:lnTo>
                      <a:pt x="0" y="316935"/>
                    </a:lnTo>
                    <a:lnTo>
                      <a:pt x="0" y="285155"/>
                    </a:lnTo>
                    <a:lnTo>
                      <a:pt x="0" y="253374"/>
                    </a:lnTo>
                    <a:lnTo>
                      <a:pt x="0" y="221593"/>
                    </a:lnTo>
                    <a:lnTo>
                      <a:pt x="0" y="189812"/>
                    </a:lnTo>
                    <a:lnTo>
                      <a:pt x="0" y="158032"/>
                    </a:lnTo>
                    <a:lnTo>
                      <a:pt x="0" y="126251"/>
                    </a:lnTo>
                    <a:lnTo>
                      <a:pt x="0" y="94470"/>
                    </a:lnTo>
                    <a:lnTo>
                      <a:pt x="0" y="62690"/>
                    </a:lnTo>
                    <a:lnTo>
                      <a:pt x="0" y="30909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" name="pl9"/>
              <p:cNvSpPr/>
              <p:nvPr/>
            </p:nvSpPr>
            <p:spPr>
              <a:xfrm>
                <a:off x="3118843" y="1386057"/>
                <a:ext cx="0" cy="2714613"/>
              </a:xfrm>
              <a:custGeom>
                <a:avLst/>
                <a:gdLst/>
                <a:ahLst/>
                <a:cxnLst/>
                <a:rect l="0" t="0" r="0" b="0"/>
                <a:pathLst>
                  <a:path h="2714613">
                    <a:moveTo>
                      <a:pt x="0" y="2714613"/>
                    </a:moveTo>
                    <a:lnTo>
                      <a:pt x="0" y="2700489"/>
                    </a:lnTo>
                    <a:lnTo>
                      <a:pt x="0" y="2668708"/>
                    </a:lnTo>
                    <a:lnTo>
                      <a:pt x="0" y="2636927"/>
                    </a:lnTo>
                    <a:lnTo>
                      <a:pt x="0" y="2605147"/>
                    </a:lnTo>
                    <a:lnTo>
                      <a:pt x="0" y="2573366"/>
                    </a:lnTo>
                    <a:lnTo>
                      <a:pt x="0" y="2541585"/>
                    </a:lnTo>
                    <a:lnTo>
                      <a:pt x="0" y="2509805"/>
                    </a:lnTo>
                    <a:lnTo>
                      <a:pt x="0" y="2478024"/>
                    </a:lnTo>
                    <a:lnTo>
                      <a:pt x="0" y="2446243"/>
                    </a:lnTo>
                    <a:lnTo>
                      <a:pt x="0" y="2414462"/>
                    </a:lnTo>
                    <a:lnTo>
                      <a:pt x="0" y="2382682"/>
                    </a:lnTo>
                    <a:lnTo>
                      <a:pt x="0" y="2350901"/>
                    </a:lnTo>
                    <a:lnTo>
                      <a:pt x="0" y="2319120"/>
                    </a:lnTo>
                    <a:lnTo>
                      <a:pt x="0" y="2287340"/>
                    </a:lnTo>
                    <a:lnTo>
                      <a:pt x="0" y="2255559"/>
                    </a:lnTo>
                    <a:lnTo>
                      <a:pt x="0" y="2223778"/>
                    </a:lnTo>
                    <a:lnTo>
                      <a:pt x="0" y="2191997"/>
                    </a:lnTo>
                    <a:lnTo>
                      <a:pt x="0" y="2160217"/>
                    </a:lnTo>
                    <a:lnTo>
                      <a:pt x="0" y="2128436"/>
                    </a:lnTo>
                    <a:lnTo>
                      <a:pt x="0" y="2096655"/>
                    </a:lnTo>
                    <a:lnTo>
                      <a:pt x="0" y="2064875"/>
                    </a:lnTo>
                    <a:lnTo>
                      <a:pt x="0" y="2033094"/>
                    </a:lnTo>
                    <a:lnTo>
                      <a:pt x="0" y="2001313"/>
                    </a:lnTo>
                    <a:lnTo>
                      <a:pt x="0" y="1969532"/>
                    </a:lnTo>
                    <a:lnTo>
                      <a:pt x="0" y="1937752"/>
                    </a:lnTo>
                    <a:lnTo>
                      <a:pt x="0" y="1905971"/>
                    </a:lnTo>
                    <a:lnTo>
                      <a:pt x="0" y="1874190"/>
                    </a:lnTo>
                    <a:lnTo>
                      <a:pt x="0" y="1842410"/>
                    </a:lnTo>
                    <a:lnTo>
                      <a:pt x="0" y="1810629"/>
                    </a:lnTo>
                    <a:lnTo>
                      <a:pt x="0" y="1778848"/>
                    </a:lnTo>
                    <a:lnTo>
                      <a:pt x="0" y="1747067"/>
                    </a:lnTo>
                    <a:lnTo>
                      <a:pt x="0" y="1715287"/>
                    </a:lnTo>
                    <a:lnTo>
                      <a:pt x="0" y="1683506"/>
                    </a:lnTo>
                    <a:lnTo>
                      <a:pt x="0" y="1651725"/>
                    </a:lnTo>
                    <a:lnTo>
                      <a:pt x="0" y="1619945"/>
                    </a:lnTo>
                    <a:lnTo>
                      <a:pt x="0" y="1588164"/>
                    </a:lnTo>
                    <a:lnTo>
                      <a:pt x="0" y="1556383"/>
                    </a:lnTo>
                    <a:lnTo>
                      <a:pt x="0" y="1524602"/>
                    </a:lnTo>
                    <a:lnTo>
                      <a:pt x="0" y="1492822"/>
                    </a:lnTo>
                    <a:lnTo>
                      <a:pt x="0" y="1461041"/>
                    </a:lnTo>
                    <a:lnTo>
                      <a:pt x="0" y="1429260"/>
                    </a:lnTo>
                    <a:lnTo>
                      <a:pt x="0" y="1397480"/>
                    </a:lnTo>
                    <a:lnTo>
                      <a:pt x="0" y="1365699"/>
                    </a:lnTo>
                    <a:lnTo>
                      <a:pt x="0" y="1333918"/>
                    </a:lnTo>
                    <a:lnTo>
                      <a:pt x="0" y="1302137"/>
                    </a:lnTo>
                    <a:lnTo>
                      <a:pt x="0" y="1270357"/>
                    </a:lnTo>
                    <a:lnTo>
                      <a:pt x="0" y="1238576"/>
                    </a:lnTo>
                    <a:lnTo>
                      <a:pt x="0" y="1206795"/>
                    </a:lnTo>
                    <a:lnTo>
                      <a:pt x="0" y="1175015"/>
                    </a:lnTo>
                    <a:lnTo>
                      <a:pt x="0" y="1143234"/>
                    </a:lnTo>
                    <a:lnTo>
                      <a:pt x="0" y="1111453"/>
                    </a:lnTo>
                    <a:lnTo>
                      <a:pt x="0" y="1079672"/>
                    </a:lnTo>
                    <a:lnTo>
                      <a:pt x="0" y="1047892"/>
                    </a:lnTo>
                    <a:lnTo>
                      <a:pt x="0" y="1016111"/>
                    </a:lnTo>
                    <a:lnTo>
                      <a:pt x="0" y="984330"/>
                    </a:lnTo>
                    <a:lnTo>
                      <a:pt x="0" y="952550"/>
                    </a:lnTo>
                    <a:lnTo>
                      <a:pt x="0" y="920769"/>
                    </a:lnTo>
                    <a:lnTo>
                      <a:pt x="0" y="888988"/>
                    </a:lnTo>
                    <a:lnTo>
                      <a:pt x="0" y="857207"/>
                    </a:lnTo>
                    <a:lnTo>
                      <a:pt x="0" y="825427"/>
                    </a:lnTo>
                    <a:lnTo>
                      <a:pt x="0" y="793646"/>
                    </a:lnTo>
                    <a:lnTo>
                      <a:pt x="0" y="761865"/>
                    </a:lnTo>
                    <a:lnTo>
                      <a:pt x="0" y="730085"/>
                    </a:lnTo>
                    <a:lnTo>
                      <a:pt x="0" y="698304"/>
                    </a:lnTo>
                    <a:lnTo>
                      <a:pt x="0" y="666523"/>
                    </a:lnTo>
                    <a:lnTo>
                      <a:pt x="0" y="634742"/>
                    </a:lnTo>
                    <a:lnTo>
                      <a:pt x="0" y="602962"/>
                    </a:lnTo>
                    <a:lnTo>
                      <a:pt x="0" y="571181"/>
                    </a:lnTo>
                    <a:lnTo>
                      <a:pt x="0" y="539400"/>
                    </a:lnTo>
                    <a:lnTo>
                      <a:pt x="0" y="507620"/>
                    </a:lnTo>
                    <a:lnTo>
                      <a:pt x="0" y="475839"/>
                    </a:lnTo>
                    <a:lnTo>
                      <a:pt x="0" y="444058"/>
                    </a:lnTo>
                    <a:lnTo>
                      <a:pt x="0" y="412277"/>
                    </a:lnTo>
                    <a:lnTo>
                      <a:pt x="0" y="380497"/>
                    </a:lnTo>
                    <a:lnTo>
                      <a:pt x="0" y="348716"/>
                    </a:lnTo>
                    <a:lnTo>
                      <a:pt x="0" y="316935"/>
                    </a:lnTo>
                    <a:lnTo>
                      <a:pt x="0" y="285155"/>
                    </a:lnTo>
                    <a:lnTo>
                      <a:pt x="0" y="253374"/>
                    </a:lnTo>
                    <a:lnTo>
                      <a:pt x="0" y="221593"/>
                    </a:lnTo>
                    <a:lnTo>
                      <a:pt x="0" y="189812"/>
                    </a:lnTo>
                    <a:lnTo>
                      <a:pt x="0" y="158032"/>
                    </a:lnTo>
                    <a:lnTo>
                      <a:pt x="0" y="126251"/>
                    </a:lnTo>
                    <a:lnTo>
                      <a:pt x="0" y="94470"/>
                    </a:lnTo>
                    <a:lnTo>
                      <a:pt x="0" y="62690"/>
                    </a:lnTo>
                    <a:lnTo>
                      <a:pt x="0" y="30909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" name="pl10"/>
              <p:cNvSpPr/>
              <p:nvPr/>
            </p:nvSpPr>
            <p:spPr>
              <a:xfrm>
                <a:off x="3545567" y="1386057"/>
                <a:ext cx="0" cy="2714613"/>
              </a:xfrm>
              <a:custGeom>
                <a:avLst/>
                <a:gdLst/>
                <a:ahLst/>
                <a:cxnLst/>
                <a:rect l="0" t="0" r="0" b="0"/>
                <a:pathLst>
                  <a:path h="2714613">
                    <a:moveTo>
                      <a:pt x="0" y="2714613"/>
                    </a:moveTo>
                    <a:lnTo>
                      <a:pt x="0" y="2700489"/>
                    </a:lnTo>
                    <a:lnTo>
                      <a:pt x="0" y="2668708"/>
                    </a:lnTo>
                    <a:lnTo>
                      <a:pt x="0" y="2636927"/>
                    </a:lnTo>
                    <a:lnTo>
                      <a:pt x="0" y="2605147"/>
                    </a:lnTo>
                    <a:lnTo>
                      <a:pt x="0" y="2573366"/>
                    </a:lnTo>
                    <a:lnTo>
                      <a:pt x="0" y="2541585"/>
                    </a:lnTo>
                    <a:lnTo>
                      <a:pt x="0" y="2509805"/>
                    </a:lnTo>
                    <a:lnTo>
                      <a:pt x="0" y="2478024"/>
                    </a:lnTo>
                    <a:lnTo>
                      <a:pt x="0" y="2446243"/>
                    </a:lnTo>
                    <a:lnTo>
                      <a:pt x="0" y="2414462"/>
                    </a:lnTo>
                    <a:lnTo>
                      <a:pt x="0" y="2382682"/>
                    </a:lnTo>
                    <a:lnTo>
                      <a:pt x="0" y="2350901"/>
                    </a:lnTo>
                    <a:lnTo>
                      <a:pt x="0" y="2319120"/>
                    </a:lnTo>
                    <a:lnTo>
                      <a:pt x="0" y="2287340"/>
                    </a:lnTo>
                    <a:lnTo>
                      <a:pt x="0" y="2255559"/>
                    </a:lnTo>
                    <a:lnTo>
                      <a:pt x="0" y="2223778"/>
                    </a:lnTo>
                    <a:lnTo>
                      <a:pt x="0" y="2191997"/>
                    </a:lnTo>
                    <a:lnTo>
                      <a:pt x="0" y="2160217"/>
                    </a:lnTo>
                    <a:lnTo>
                      <a:pt x="0" y="2128436"/>
                    </a:lnTo>
                    <a:lnTo>
                      <a:pt x="0" y="2096655"/>
                    </a:lnTo>
                    <a:lnTo>
                      <a:pt x="0" y="2064875"/>
                    </a:lnTo>
                    <a:lnTo>
                      <a:pt x="0" y="2033094"/>
                    </a:lnTo>
                    <a:lnTo>
                      <a:pt x="0" y="2001313"/>
                    </a:lnTo>
                    <a:lnTo>
                      <a:pt x="0" y="1969532"/>
                    </a:lnTo>
                    <a:lnTo>
                      <a:pt x="0" y="1937752"/>
                    </a:lnTo>
                    <a:lnTo>
                      <a:pt x="0" y="1905971"/>
                    </a:lnTo>
                    <a:lnTo>
                      <a:pt x="0" y="1874190"/>
                    </a:lnTo>
                    <a:lnTo>
                      <a:pt x="0" y="1842410"/>
                    </a:lnTo>
                    <a:lnTo>
                      <a:pt x="0" y="1810629"/>
                    </a:lnTo>
                    <a:lnTo>
                      <a:pt x="0" y="1778848"/>
                    </a:lnTo>
                    <a:lnTo>
                      <a:pt x="0" y="1747067"/>
                    </a:lnTo>
                    <a:lnTo>
                      <a:pt x="0" y="1715287"/>
                    </a:lnTo>
                    <a:lnTo>
                      <a:pt x="0" y="1683506"/>
                    </a:lnTo>
                    <a:lnTo>
                      <a:pt x="0" y="1651725"/>
                    </a:lnTo>
                    <a:lnTo>
                      <a:pt x="0" y="1619945"/>
                    </a:lnTo>
                    <a:lnTo>
                      <a:pt x="0" y="1588164"/>
                    </a:lnTo>
                    <a:lnTo>
                      <a:pt x="0" y="1556383"/>
                    </a:lnTo>
                    <a:lnTo>
                      <a:pt x="0" y="1524602"/>
                    </a:lnTo>
                    <a:lnTo>
                      <a:pt x="0" y="1492822"/>
                    </a:lnTo>
                    <a:lnTo>
                      <a:pt x="0" y="1461041"/>
                    </a:lnTo>
                    <a:lnTo>
                      <a:pt x="0" y="1429260"/>
                    </a:lnTo>
                    <a:lnTo>
                      <a:pt x="0" y="1397480"/>
                    </a:lnTo>
                    <a:lnTo>
                      <a:pt x="0" y="1365699"/>
                    </a:lnTo>
                    <a:lnTo>
                      <a:pt x="0" y="1333918"/>
                    </a:lnTo>
                    <a:lnTo>
                      <a:pt x="0" y="1302137"/>
                    </a:lnTo>
                    <a:lnTo>
                      <a:pt x="0" y="1270357"/>
                    </a:lnTo>
                    <a:lnTo>
                      <a:pt x="0" y="1238576"/>
                    </a:lnTo>
                    <a:lnTo>
                      <a:pt x="0" y="1206795"/>
                    </a:lnTo>
                    <a:lnTo>
                      <a:pt x="0" y="1175015"/>
                    </a:lnTo>
                    <a:lnTo>
                      <a:pt x="0" y="1143234"/>
                    </a:lnTo>
                    <a:lnTo>
                      <a:pt x="0" y="1111453"/>
                    </a:lnTo>
                    <a:lnTo>
                      <a:pt x="0" y="1079672"/>
                    </a:lnTo>
                    <a:lnTo>
                      <a:pt x="0" y="1047892"/>
                    </a:lnTo>
                    <a:lnTo>
                      <a:pt x="0" y="1016111"/>
                    </a:lnTo>
                    <a:lnTo>
                      <a:pt x="0" y="984330"/>
                    </a:lnTo>
                    <a:lnTo>
                      <a:pt x="0" y="952550"/>
                    </a:lnTo>
                    <a:lnTo>
                      <a:pt x="0" y="920769"/>
                    </a:lnTo>
                    <a:lnTo>
                      <a:pt x="0" y="888988"/>
                    </a:lnTo>
                    <a:lnTo>
                      <a:pt x="0" y="857207"/>
                    </a:lnTo>
                    <a:lnTo>
                      <a:pt x="0" y="825427"/>
                    </a:lnTo>
                    <a:lnTo>
                      <a:pt x="0" y="793646"/>
                    </a:lnTo>
                    <a:lnTo>
                      <a:pt x="0" y="761865"/>
                    </a:lnTo>
                    <a:lnTo>
                      <a:pt x="0" y="730085"/>
                    </a:lnTo>
                    <a:lnTo>
                      <a:pt x="0" y="698304"/>
                    </a:lnTo>
                    <a:lnTo>
                      <a:pt x="0" y="666523"/>
                    </a:lnTo>
                    <a:lnTo>
                      <a:pt x="0" y="634742"/>
                    </a:lnTo>
                    <a:lnTo>
                      <a:pt x="0" y="602962"/>
                    </a:lnTo>
                    <a:lnTo>
                      <a:pt x="0" y="571181"/>
                    </a:lnTo>
                    <a:lnTo>
                      <a:pt x="0" y="539400"/>
                    </a:lnTo>
                    <a:lnTo>
                      <a:pt x="0" y="507620"/>
                    </a:lnTo>
                    <a:lnTo>
                      <a:pt x="0" y="475839"/>
                    </a:lnTo>
                    <a:lnTo>
                      <a:pt x="0" y="444058"/>
                    </a:lnTo>
                    <a:lnTo>
                      <a:pt x="0" y="412277"/>
                    </a:lnTo>
                    <a:lnTo>
                      <a:pt x="0" y="380497"/>
                    </a:lnTo>
                    <a:lnTo>
                      <a:pt x="0" y="348716"/>
                    </a:lnTo>
                    <a:lnTo>
                      <a:pt x="0" y="316935"/>
                    </a:lnTo>
                    <a:lnTo>
                      <a:pt x="0" y="285155"/>
                    </a:lnTo>
                    <a:lnTo>
                      <a:pt x="0" y="253374"/>
                    </a:lnTo>
                    <a:lnTo>
                      <a:pt x="0" y="221593"/>
                    </a:lnTo>
                    <a:lnTo>
                      <a:pt x="0" y="189812"/>
                    </a:lnTo>
                    <a:lnTo>
                      <a:pt x="0" y="158032"/>
                    </a:lnTo>
                    <a:lnTo>
                      <a:pt x="0" y="126251"/>
                    </a:lnTo>
                    <a:lnTo>
                      <a:pt x="0" y="94470"/>
                    </a:lnTo>
                    <a:lnTo>
                      <a:pt x="0" y="62690"/>
                    </a:lnTo>
                    <a:lnTo>
                      <a:pt x="0" y="30909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" name="pl11"/>
              <p:cNvSpPr/>
              <p:nvPr/>
            </p:nvSpPr>
            <p:spPr>
              <a:xfrm>
                <a:off x="3972290" y="1386057"/>
                <a:ext cx="0" cy="2714613"/>
              </a:xfrm>
              <a:custGeom>
                <a:avLst/>
                <a:gdLst/>
                <a:ahLst/>
                <a:cxnLst/>
                <a:rect l="0" t="0" r="0" b="0"/>
                <a:pathLst>
                  <a:path h="2714613">
                    <a:moveTo>
                      <a:pt x="0" y="2714613"/>
                    </a:moveTo>
                    <a:lnTo>
                      <a:pt x="0" y="2700489"/>
                    </a:lnTo>
                    <a:lnTo>
                      <a:pt x="0" y="2668708"/>
                    </a:lnTo>
                    <a:lnTo>
                      <a:pt x="0" y="2636927"/>
                    </a:lnTo>
                    <a:lnTo>
                      <a:pt x="0" y="2605147"/>
                    </a:lnTo>
                    <a:lnTo>
                      <a:pt x="0" y="2573366"/>
                    </a:lnTo>
                    <a:lnTo>
                      <a:pt x="0" y="2541585"/>
                    </a:lnTo>
                    <a:lnTo>
                      <a:pt x="0" y="2509805"/>
                    </a:lnTo>
                    <a:lnTo>
                      <a:pt x="0" y="2478024"/>
                    </a:lnTo>
                    <a:lnTo>
                      <a:pt x="0" y="2446243"/>
                    </a:lnTo>
                    <a:lnTo>
                      <a:pt x="0" y="2414462"/>
                    </a:lnTo>
                    <a:lnTo>
                      <a:pt x="0" y="2382682"/>
                    </a:lnTo>
                    <a:lnTo>
                      <a:pt x="0" y="2350901"/>
                    </a:lnTo>
                    <a:lnTo>
                      <a:pt x="0" y="2319120"/>
                    </a:lnTo>
                    <a:lnTo>
                      <a:pt x="0" y="2287340"/>
                    </a:lnTo>
                    <a:lnTo>
                      <a:pt x="0" y="2255559"/>
                    </a:lnTo>
                    <a:lnTo>
                      <a:pt x="0" y="2223778"/>
                    </a:lnTo>
                    <a:lnTo>
                      <a:pt x="0" y="2191997"/>
                    </a:lnTo>
                    <a:lnTo>
                      <a:pt x="0" y="2160217"/>
                    </a:lnTo>
                    <a:lnTo>
                      <a:pt x="0" y="2128436"/>
                    </a:lnTo>
                    <a:lnTo>
                      <a:pt x="0" y="2096655"/>
                    </a:lnTo>
                    <a:lnTo>
                      <a:pt x="0" y="2064875"/>
                    </a:lnTo>
                    <a:lnTo>
                      <a:pt x="0" y="2033094"/>
                    </a:lnTo>
                    <a:lnTo>
                      <a:pt x="0" y="2001313"/>
                    </a:lnTo>
                    <a:lnTo>
                      <a:pt x="0" y="1969532"/>
                    </a:lnTo>
                    <a:lnTo>
                      <a:pt x="0" y="1937752"/>
                    </a:lnTo>
                    <a:lnTo>
                      <a:pt x="0" y="1905971"/>
                    </a:lnTo>
                    <a:lnTo>
                      <a:pt x="0" y="1874190"/>
                    </a:lnTo>
                    <a:lnTo>
                      <a:pt x="0" y="1842410"/>
                    </a:lnTo>
                    <a:lnTo>
                      <a:pt x="0" y="1810629"/>
                    </a:lnTo>
                    <a:lnTo>
                      <a:pt x="0" y="1778848"/>
                    </a:lnTo>
                    <a:lnTo>
                      <a:pt x="0" y="1747067"/>
                    </a:lnTo>
                    <a:lnTo>
                      <a:pt x="0" y="1715287"/>
                    </a:lnTo>
                    <a:lnTo>
                      <a:pt x="0" y="1683506"/>
                    </a:lnTo>
                    <a:lnTo>
                      <a:pt x="0" y="1651725"/>
                    </a:lnTo>
                    <a:lnTo>
                      <a:pt x="0" y="1619945"/>
                    </a:lnTo>
                    <a:lnTo>
                      <a:pt x="0" y="1588164"/>
                    </a:lnTo>
                    <a:lnTo>
                      <a:pt x="0" y="1556383"/>
                    </a:lnTo>
                    <a:lnTo>
                      <a:pt x="0" y="1524602"/>
                    </a:lnTo>
                    <a:lnTo>
                      <a:pt x="0" y="1492822"/>
                    </a:lnTo>
                    <a:lnTo>
                      <a:pt x="0" y="1461041"/>
                    </a:lnTo>
                    <a:lnTo>
                      <a:pt x="0" y="1429260"/>
                    </a:lnTo>
                    <a:lnTo>
                      <a:pt x="0" y="1397480"/>
                    </a:lnTo>
                    <a:lnTo>
                      <a:pt x="0" y="1365699"/>
                    </a:lnTo>
                    <a:lnTo>
                      <a:pt x="0" y="1333918"/>
                    </a:lnTo>
                    <a:lnTo>
                      <a:pt x="0" y="1302137"/>
                    </a:lnTo>
                    <a:lnTo>
                      <a:pt x="0" y="1270357"/>
                    </a:lnTo>
                    <a:lnTo>
                      <a:pt x="0" y="1238576"/>
                    </a:lnTo>
                    <a:lnTo>
                      <a:pt x="0" y="1206795"/>
                    </a:lnTo>
                    <a:lnTo>
                      <a:pt x="0" y="1175015"/>
                    </a:lnTo>
                    <a:lnTo>
                      <a:pt x="0" y="1143234"/>
                    </a:lnTo>
                    <a:lnTo>
                      <a:pt x="0" y="1111453"/>
                    </a:lnTo>
                    <a:lnTo>
                      <a:pt x="0" y="1079672"/>
                    </a:lnTo>
                    <a:lnTo>
                      <a:pt x="0" y="1047892"/>
                    </a:lnTo>
                    <a:lnTo>
                      <a:pt x="0" y="1016111"/>
                    </a:lnTo>
                    <a:lnTo>
                      <a:pt x="0" y="984330"/>
                    </a:lnTo>
                    <a:lnTo>
                      <a:pt x="0" y="952550"/>
                    </a:lnTo>
                    <a:lnTo>
                      <a:pt x="0" y="920769"/>
                    </a:lnTo>
                    <a:lnTo>
                      <a:pt x="0" y="888988"/>
                    </a:lnTo>
                    <a:lnTo>
                      <a:pt x="0" y="857207"/>
                    </a:lnTo>
                    <a:lnTo>
                      <a:pt x="0" y="825427"/>
                    </a:lnTo>
                    <a:lnTo>
                      <a:pt x="0" y="793646"/>
                    </a:lnTo>
                    <a:lnTo>
                      <a:pt x="0" y="761865"/>
                    </a:lnTo>
                    <a:lnTo>
                      <a:pt x="0" y="730085"/>
                    </a:lnTo>
                    <a:lnTo>
                      <a:pt x="0" y="698304"/>
                    </a:lnTo>
                    <a:lnTo>
                      <a:pt x="0" y="666523"/>
                    </a:lnTo>
                    <a:lnTo>
                      <a:pt x="0" y="634742"/>
                    </a:lnTo>
                    <a:lnTo>
                      <a:pt x="0" y="602962"/>
                    </a:lnTo>
                    <a:lnTo>
                      <a:pt x="0" y="571181"/>
                    </a:lnTo>
                    <a:lnTo>
                      <a:pt x="0" y="539400"/>
                    </a:lnTo>
                    <a:lnTo>
                      <a:pt x="0" y="507620"/>
                    </a:lnTo>
                    <a:lnTo>
                      <a:pt x="0" y="475839"/>
                    </a:lnTo>
                    <a:lnTo>
                      <a:pt x="0" y="444058"/>
                    </a:lnTo>
                    <a:lnTo>
                      <a:pt x="0" y="412277"/>
                    </a:lnTo>
                    <a:lnTo>
                      <a:pt x="0" y="380497"/>
                    </a:lnTo>
                    <a:lnTo>
                      <a:pt x="0" y="348716"/>
                    </a:lnTo>
                    <a:lnTo>
                      <a:pt x="0" y="316935"/>
                    </a:lnTo>
                    <a:lnTo>
                      <a:pt x="0" y="285155"/>
                    </a:lnTo>
                    <a:lnTo>
                      <a:pt x="0" y="253374"/>
                    </a:lnTo>
                    <a:lnTo>
                      <a:pt x="0" y="221593"/>
                    </a:lnTo>
                    <a:lnTo>
                      <a:pt x="0" y="189812"/>
                    </a:lnTo>
                    <a:lnTo>
                      <a:pt x="0" y="158032"/>
                    </a:lnTo>
                    <a:lnTo>
                      <a:pt x="0" y="126251"/>
                    </a:lnTo>
                    <a:lnTo>
                      <a:pt x="0" y="94470"/>
                    </a:lnTo>
                    <a:lnTo>
                      <a:pt x="0" y="62690"/>
                    </a:lnTo>
                    <a:lnTo>
                      <a:pt x="0" y="30909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" name="pl12"/>
              <p:cNvSpPr/>
              <p:nvPr/>
            </p:nvSpPr>
            <p:spPr>
              <a:xfrm>
                <a:off x="4399014" y="1386057"/>
                <a:ext cx="0" cy="2714613"/>
              </a:xfrm>
              <a:custGeom>
                <a:avLst/>
                <a:gdLst/>
                <a:ahLst/>
                <a:cxnLst/>
                <a:rect l="0" t="0" r="0" b="0"/>
                <a:pathLst>
                  <a:path h="2714613">
                    <a:moveTo>
                      <a:pt x="0" y="2714613"/>
                    </a:moveTo>
                    <a:lnTo>
                      <a:pt x="0" y="2700489"/>
                    </a:lnTo>
                    <a:lnTo>
                      <a:pt x="0" y="2668708"/>
                    </a:lnTo>
                    <a:lnTo>
                      <a:pt x="0" y="2636927"/>
                    </a:lnTo>
                    <a:lnTo>
                      <a:pt x="0" y="2605147"/>
                    </a:lnTo>
                    <a:lnTo>
                      <a:pt x="0" y="2573366"/>
                    </a:lnTo>
                    <a:lnTo>
                      <a:pt x="0" y="2541585"/>
                    </a:lnTo>
                    <a:lnTo>
                      <a:pt x="0" y="2509805"/>
                    </a:lnTo>
                    <a:lnTo>
                      <a:pt x="0" y="2478024"/>
                    </a:lnTo>
                    <a:lnTo>
                      <a:pt x="0" y="2446243"/>
                    </a:lnTo>
                    <a:lnTo>
                      <a:pt x="0" y="2414462"/>
                    </a:lnTo>
                    <a:lnTo>
                      <a:pt x="0" y="2382682"/>
                    </a:lnTo>
                    <a:lnTo>
                      <a:pt x="0" y="2350901"/>
                    </a:lnTo>
                    <a:lnTo>
                      <a:pt x="0" y="2319120"/>
                    </a:lnTo>
                    <a:lnTo>
                      <a:pt x="0" y="2287340"/>
                    </a:lnTo>
                    <a:lnTo>
                      <a:pt x="0" y="2255559"/>
                    </a:lnTo>
                    <a:lnTo>
                      <a:pt x="0" y="2223778"/>
                    </a:lnTo>
                    <a:lnTo>
                      <a:pt x="0" y="2191997"/>
                    </a:lnTo>
                    <a:lnTo>
                      <a:pt x="0" y="2160217"/>
                    </a:lnTo>
                    <a:lnTo>
                      <a:pt x="0" y="2128436"/>
                    </a:lnTo>
                    <a:lnTo>
                      <a:pt x="0" y="2096655"/>
                    </a:lnTo>
                    <a:lnTo>
                      <a:pt x="0" y="2064875"/>
                    </a:lnTo>
                    <a:lnTo>
                      <a:pt x="0" y="2033094"/>
                    </a:lnTo>
                    <a:lnTo>
                      <a:pt x="0" y="2001313"/>
                    </a:lnTo>
                    <a:lnTo>
                      <a:pt x="0" y="1969532"/>
                    </a:lnTo>
                    <a:lnTo>
                      <a:pt x="0" y="1937752"/>
                    </a:lnTo>
                    <a:lnTo>
                      <a:pt x="0" y="1905971"/>
                    </a:lnTo>
                    <a:lnTo>
                      <a:pt x="0" y="1874190"/>
                    </a:lnTo>
                    <a:lnTo>
                      <a:pt x="0" y="1842410"/>
                    </a:lnTo>
                    <a:lnTo>
                      <a:pt x="0" y="1810629"/>
                    </a:lnTo>
                    <a:lnTo>
                      <a:pt x="0" y="1778848"/>
                    </a:lnTo>
                    <a:lnTo>
                      <a:pt x="0" y="1747067"/>
                    </a:lnTo>
                    <a:lnTo>
                      <a:pt x="0" y="1715287"/>
                    </a:lnTo>
                    <a:lnTo>
                      <a:pt x="0" y="1683506"/>
                    </a:lnTo>
                    <a:lnTo>
                      <a:pt x="0" y="1651725"/>
                    </a:lnTo>
                    <a:lnTo>
                      <a:pt x="0" y="1619945"/>
                    </a:lnTo>
                    <a:lnTo>
                      <a:pt x="0" y="1588164"/>
                    </a:lnTo>
                    <a:lnTo>
                      <a:pt x="0" y="1556383"/>
                    </a:lnTo>
                    <a:lnTo>
                      <a:pt x="0" y="1524602"/>
                    </a:lnTo>
                    <a:lnTo>
                      <a:pt x="0" y="1492822"/>
                    </a:lnTo>
                    <a:lnTo>
                      <a:pt x="0" y="1461041"/>
                    </a:lnTo>
                    <a:lnTo>
                      <a:pt x="0" y="1429260"/>
                    </a:lnTo>
                    <a:lnTo>
                      <a:pt x="0" y="1397480"/>
                    </a:lnTo>
                    <a:lnTo>
                      <a:pt x="0" y="1365699"/>
                    </a:lnTo>
                    <a:lnTo>
                      <a:pt x="0" y="1333918"/>
                    </a:lnTo>
                    <a:lnTo>
                      <a:pt x="0" y="1302137"/>
                    </a:lnTo>
                    <a:lnTo>
                      <a:pt x="0" y="1270357"/>
                    </a:lnTo>
                    <a:lnTo>
                      <a:pt x="0" y="1238576"/>
                    </a:lnTo>
                    <a:lnTo>
                      <a:pt x="0" y="1206795"/>
                    </a:lnTo>
                    <a:lnTo>
                      <a:pt x="0" y="1175015"/>
                    </a:lnTo>
                    <a:lnTo>
                      <a:pt x="0" y="1143234"/>
                    </a:lnTo>
                    <a:lnTo>
                      <a:pt x="0" y="1111453"/>
                    </a:lnTo>
                    <a:lnTo>
                      <a:pt x="0" y="1079672"/>
                    </a:lnTo>
                    <a:lnTo>
                      <a:pt x="0" y="1047892"/>
                    </a:lnTo>
                    <a:lnTo>
                      <a:pt x="0" y="1016111"/>
                    </a:lnTo>
                    <a:lnTo>
                      <a:pt x="0" y="984330"/>
                    </a:lnTo>
                    <a:lnTo>
                      <a:pt x="0" y="952550"/>
                    </a:lnTo>
                    <a:lnTo>
                      <a:pt x="0" y="920769"/>
                    </a:lnTo>
                    <a:lnTo>
                      <a:pt x="0" y="888988"/>
                    </a:lnTo>
                    <a:lnTo>
                      <a:pt x="0" y="857207"/>
                    </a:lnTo>
                    <a:lnTo>
                      <a:pt x="0" y="825427"/>
                    </a:lnTo>
                    <a:lnTo>
                      <a:pt x="0" y="793646"/>
                    </a:lnTo>
                    <a:lnTo>
                      <a:pt x="0" y="761865"/>
                    </a:lnTo>
                    <a:lnTo>
                      <a:pt x="0" y="730085"/>
                    </a:lnTo>
                    <a:lnTo>
                      <a:pt x="0" y="698304"/>
                    </a:lnTo>
                    <a:lnTo>
                      <a:pt x="0" y="666523"/>
                    </a:lnTo>
                    <a:lnTo>
                      <a:pt x="0" y="634742"/>
                    </a:lnTo>
                    <a:lnTo>
                      <a:pt x="0" y="602962"/>
                    </a:lnTo>
                    <a:lnTo>
                      <a:pt x="0" y="571181"/>
                    </a:lnTo>
                    <a:lnTo>
                      <a:pt x="0" y="539400"/>
                    </a:lnTo>
                    <a:lnTo>
                      <a:pt x="0" y="507620"/>
                    </a:lnTo>
                    <a:lnTo>
                      <a:pt x="0" y="475839"/>
                    </a:lnTo>
                    <a:lnTo>
                      <a:pt x="0" y="444058"/>
                    </a:lnTo>
                    <a:lnTo>
                      <a:pt x="0" y="412277"/>
                    </a:lnTo>
                    <a:lnTo>
                      <a:pt x="0" y="380497"/>
                    </a:lnTo>
                    <a:lnTo>
                      <a:pt x="0" y="348716"/>
                    </a:lnTo>
                    <a:lnTo>
                      <a:pt x="0" y="316935"/>
                    </a:lnTo>
                    <a:lnTo>
                      <a:pt x="0" y="285155"/>
                    </a:lnTo>
                    <a:lnTo>
                      <a:pt x="0" y="253374"/>
                    </a:lnTo>
                    <a:lnTo>
                      <a:pt x="0" y="221593"/>
                    </a:lnTo>
                    <a:lnTo>
                      <a:pt x="0" y="189812"/>
                    </a:lnTo>
                    <a:lnTo>
                      <a:pt x="0" y="158032"/>
                    </a:lnTo>
                    <a:lnTo>
                      <a:pt x="0" y="126251"/>
                    </a:lnTo>
                    <a:lnTo>
                      <a:pt x="0" y="94470"/>
                    </a:lnTo>
                    <a:lnTo>
                      <a:pt x="0" y="62690"/>
                    </a:lnTo>
                    <a:lnTo>
                      <a:pt x="0" y="30909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" name="pl13"/>
              <p:cNvSpPr/>
              <p:nvPr/>
            </p:nvSpPr>
            <p:spPr>
              <a:xfrm>
                <a:off x="4825737" y="1386057"/>
                <a:ext cx="0" cy="2714613"/>
              </a:xfrm>
              <a:custGeom>
                <a:avLst/>
                <a:gdLst/>
                <a:ahLst/>
                <a:cxnLst/>
                <a:rect l="0" t="0" r="0" b="0"/>
                <a:pathLst>
                  <a:path h="2714613">
                    <a:moveTo>
                      <a:pt x="0" y="2714613"/>
                    </a:moveTo>
                    <a:lnTo>
                      <a:pt x="0" y="2700489"/>
                    </a:lnTo>
                    <a:lnTo>
                      <a:pt x="0" y="2668708"/>
                    </a:lnTo>
                    <a:lnTo>
                      <a:pt x="0" y="2636927"/>
                    </a:lnTo>
                    <a:lnTo>
                      <a:pt x="0" y="2605147"/>
                    </a:lnTo>
                    <a:lnTo>
                      <a:pt x="0" y="2573366"/>
                    </a:lnTo>
                    <a:lnTo>
                      <a:pt x="0" y="2541585"/>
                    </a:lnTo>
                    <a:lnTo>
                      <a:pt x="0" y="2509805"/>
                    </a:lnTo>
                    <a:lnTo>
                      <a:pt x="0" y="2478024"/>
                    </a:lnTo>
                    <a:lnTo>
                      <a:pt x="0" y="2446243"/>
                    </a:lnTo>
                    <a:lnTo>
                      <a:pt x="0" y="2414462"/>
                    </a:lnTo>
                    <a:lnTo>
                      <a:pt x="0" y="2382682"/>
                    </a:lnTo>
                    <a:lnTo>
                      <a:pt x="0" y="2350901"/>
                    </a:lnTo>
                    <a:lnTo>
                      <a:pt x="0" y="2319120"/>
                    </a:lnTo>
                    <a:lnTo>
                      <a:pt x="0" y="2287340"/>
                    </a:lnTo>
                    <a:lnTo>
                      <a:pt x="0" y="2255559"/>
                    </a:lnTo>
                    <a:lnTo>
                      <a:pt x="0" y="2223778"/>
                    </a:lnTo>
                    <a:lnTo>
                      <a:pt x="0" y="2191997"/>
                    </a:lnTo>
                    <a:lnTo>
                      <a:pt x="0" y="2160217"/>
                    </a:lnTo>
                    <a:lnTo>
                      <a:pt x="0" y="2128436"/>
                    </a:lnTo>
                    <a:lnTo>
                      <a:pt x="0" y="2096655"/>
                    </a:lnTo>
                    <a:lnTo>
                      <a:pt x="0" y="2064875"/>
                    </a:lnTo>
                    <a:lnTo>
                      <a:pt x="0" y="2033094"/>
                    </a:lnTo>
                    <a:lnTo>
                      <a:pt x="0" y="2001313"/>
                    </a:lnTo>
                    <a:lnTo>
                      <a:pt x="0" y="1969532"/>
                    </a:lnTo>
                    <a:lnTo>
                      <a:pt x="0" y="1937752"/>
                    </a:lnTo>
                    <a:lnTo>
                      <a:pt x="0" y="1905971"/>
                    </a:lnTo>
                    <a:lnTo>
                      <a:pt x="0" y="1874190"/>
                    </a:lnTo>
                    <a:lnTo>
                      <a:pt x="0" y="1842410"/>
                    </a:lnTo>
                    <a:lnTo>
                      <a:pt x="0" y="1810629"/>
                    </a:lnTo>
                    <a:lnTo>
                      <a:pt x="0" y="1778848"/>
                    </a:lnTo>
                    <a:lnTo>
                      <a:pt x="0" y="1747067"/>
                    </a:lnTo>
                    <a:lnTo>
                      <a:pt x="0" y="1715287"/>
                    </a:lnTo>
                    <a:lnTo>
                      <a:pt x="0" y="1683506"/>
                    </a:lnTo>
                    <a:lnTo>
                      <a:pt x="0" y="1651725"/>
                    </a:lnTo>
                    <a:lnTo>
                      <a:pt x="0" y="1619945"/>
                    </a:lnTo>
                    <a:lnTo>
                      <a:pt x="0" y="1588164"/>
                    </a:lnTo>
                    <a:lnTo>
                      <a:pt x="0" y="1556383"/>
                    </a:lnTo>
                    <a:lnTo>
                      <a:pt x="0" y="1524602"/>
                    </a:lnTo>
                    <a:lnTo>
                      <a:pt x="0" y="1492822"/>
                    </a:lnTo>
                    <a:lnTo>
                      <a:pt x="0" y="1461041"/>
                    </a:lnTo>
                    <a:lnTo>
                      <a:pt x="0" y="1429260"/>
                    </a:lnTo>
                    <a:lnTo>
                      <a:pt x="0" y="1397480"/>
                    </a:lnTo>
                    <a:lnTo>
                      <a:pt x="0" y="1365699"/>
                    </a:lnTo>
                    <a:lnTo>
                      <a:pt x="0" y="1333918"/>
                    </a:lnTo>
                    <a:lnTo>
                      <a:pt x="0" y="1302137"/>
                    </a:lnTo>
                    <a:lnTo>
                      <a:pt x="0" y="1270357"/>
                    </a:lnTo>
                    <a:lnTo>
                      <a:pt x="0" y="1238576"/>
                    </a:lnTo>
                    <a:lnTo>
                      <a:pt x="0" y="1206795"/>
                    </a:lnTo>
                    <a:lnTo>
                      <a:pt x="0" y="1175015"/>
                    </a:lnTo>
                    <a:lnTo>
                      <a:pt x="0" y="1143234"/>
                    </a:lnTo>
                    <a:lnTo>
                      <a:pt x="0" y="1111453"/>
                    </a:lnTo>
                    <a:lnTo>
                      <a:pt x="0" y="1079672"/>
                    </a:lnTo>
                    <a:lnTo>
                      <a:pt x="0" y="1047892"/>
                    </a:lnTo>
                    <a:lnTo>
                      <a:pt x="0" y="1016111"/>
                    </a:lnTo>
                    <a:lnTo>
                      <a:pt x="0" y="984330"/>
                    </a:lnTo>
                    <a:lnTo>
                      <a:pt x="0" y="952550"/>
                    </a:lnTo>
                    <a:lnTo>
                      <a:pt x="0" y="920769"/>
                    </a:lnTo>
                    <a:lnTo>
                      <a:pt x="0" y="888988"/>
                    </a:lnTo>
                    <a:lnTo>
                      <a:pt x="0" y="857207"/>
                    </a:lnTo>
                    <a:lnTo>
                      <a:pt x="0" y="825427"/>
                    </a:lnTo>
                    <a:lnTo>
                      <a:pt x="0" y="793646"/>
                    </a:lnTo>
                    <a:lnTo>
                      <a:pt x="0" y="761865"/>
                    </a:lnTo>
                    <a:lnTo>
                      <a:pt x="0" y="730085"/>
                    </a:lnTo>
                    <a:lnTo>
                      <a:pt x="0" y="698304"/>
                    </a:lnTo>
                    <a:lnTo>
                      <a:pt x="0" y="666523"/>
                    </a:lnTo>
                    <a:lnTo>
                      <a:pt x="0" y="634742"/>
                    </a:lnTo>
                    <a:lnTo>
                      <a:pt x="0" y="602962"/>
                    </a:lnTo>
                    <a:lnTo>
                      <a:pt x="0" y="571181"/>
                    </a:lnTo>
                    <a:lnTo>
                      <a:pt x="0" y="539400"/>
                    </a:lnTo>
                    <a:lnTo>
                      <a:pt x="0" y="507620"/>
                    </a:lnTo>
                    <a:lnTo>
                      <a:pt x="0" y="475839"/>
                    </a:lnTo>
                    <a:lnTo>
                      <a:pt x="0" y="444058"/>
                    </a:lnTo>
                    <a:lnTo>
                      <a:pt x="0" y="412277"/>
                    </a:lnTo>
                    <a:lnTo>
                      <a:pt x="0" y="380497"/>
                    </a:lnTo>
                    <a:lnTo>
                      <a:pt x="0" y="348716"/>
                    </a:lnTo>
                    <a:lnTo>
                      <a:pt x="0" y="316935"/>
                    </a:lnTo>
                    <a:lnTo>
                      <a:pt x="0" y="285155"/>
                    </a:lnTo>
                    <a:lnTo>
                      <a:pt x="0" y="253374"/>
                    </a:lnTo>
                    <a:lnTo>
                      <a:pt x="0" y="221593"/>
                    </a:lnTo>
                    <a:lnTo>
                      <a:pt x="0" y="189812"/>
                    </a:lnTo>
                    <a:lnTo>
                      <a:pt x="0" y="158032"/>
                    </a:lnTo>
                    <a:lnTo>
                      <a:pt x="0" y="126251"/>
                    </a:lnTo>
                    <a:lnTo>
                      <a:pt x="0" y="94470"/>
                    </a:lnTo>
                    <a:lnTo>
                      <a:pt x="0" y="62690"/>
                    </a:lnTo>
                    <a:lnTo>
                      <a:pt x="0" y="30909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" name="pl14"/>
              <p:cNvSpPr/>
              <p:nvPr/>
            </p:nvSpPr>
            <p:spPr>
              <a:xfrm>
                <a:off x="5252461" y="1386057"/>
                <a:ext cx="0" cy="2714613"/>
              </a:xfrm>
              <a:custGeom>
                <a:avLst/>
                <a:gdLst/>
                <a:ahLst/>
                <a:cxnLst/>
                <a:rect l="0" t="0" r="0" b="0"/>
                <a:pathLst>
                  <a:path h="2714613">
                    <a:moveTo>
                      <a:pt x="0" y="2714613"/>
                    </a:moveTo>
                    <a:lnTo>
                      <a:pt x="0" y="2700489"/>
                    </a:lnTo>
                    <a:lnTo>
                      <a:pt x="0" y="2668708"/>
                    </a:lnTo>
                    <a:lnTo>
                      <a:pt x="0" y="2636927"/>
                    </a:lnTo>
                    <a:lnTo>
                      <a:pt x="0" y="2605147"/>
                    </a:lnTo>
                    <a:lnTo>
                      <a:pt x="0" y="2573366"/>
                    </a:lnTo>
                    <a:lnTo>
                      <a:pt x="0" y="2541585"/>
                    </a:lnTo>
                    <a:lnTo>
                      <a:pt x="0" y="2509805"/>
                    </a:lnTo>
                    <a:lnTo>
                      <a:pt x="0" y="2478024"/>
                    </a:lnTo>
                    <a:lnTo>
                      <a:pt x="0" y="2446243"/>
                    </a:lnTo>
                    <a:lnTo>
                      <a:pt x="0" y="2414462"/>
                    </a:lnTo>
                    <a:lnTo>
                      <a:pt x="0" y="2382682"/>
                    </a:lnTo>
                    <a:lnTo>
                      <a:pt x="0" y="2350901"/>
                    </a:lnTo>
                    <a:lnTo>
                      <a:pt x="0" y="2319120"/>
                    </a:lnTo>
                    <a:lnTo>
                      <a:pt x="0" y="2287340"/>
                    </a:lnTo>
                    <a:lnTo>
                      <a:pt x="0" y="2255559"/>
                    </a:lnTo>
                    <a:lnTo>
                      <a:pt x="0" y="2223778"/>
                    </a:lnTo>
                    <a:lnTo>
                      <a:pt x="0" y="2191997"/>
                    </a:lnTo>
                    <a:lnTo>
                      <a:pt x="0" y="2160217"/>
                    </a:lnTo>
                    <a:lnTo>
                      <a:pt x="0" y="2128436"/>
                    </a:lnTo>
                    <a:lnTo>
                      <a:pt x="0" y="2096655"/>
                    </a:lnTo>
                    <a:lnTo>
                      <a:pt x="0" y="2064875"/>
                    </a:lnTo>
                    <a:lnTo>
                      <a:pt x="0" y="2033094"/>
                    </a:lnTo>
                    <a:lnTo>
                      <a:pt x="0" y="2001313"/>
                    </a:lnTo>
                    <a:lnTo>
                      <a:pt x="0" y="1969532"/>
                    </a:lnTo>
                    <a:lnTo>
                      <a:pt x="0" y="1937752"/>
                    </a:lnTo>
                    <a:lnTo>
                      <a:pt x="0" y="1905971"/>
                    </a:lnTo>
                    <a:lnTo>
                      <a:pt x="0" y="1874190"/>
                    </a:lnTo>
                    <a:lnTo>
                      <a:pt x="0" y="1842410"/>
                    </a:lnTo>
                    <a:lnTo>
                      <a:pt x="0" y="1810629"/>
                    </a:lnTo>
                    <a:lnTo>
                      <a:pt x="0" y="1778848"/>
                    </a:lnTo>
                    <a:lnTo>
                      <a:pt x="0" y="1747067"/>
                    </a:lnTo>
                    <a:lnTo>
                      <a:pt x="0" y="1715287"/>
                    </a:lnTo>
                    <a:lnTo>
                      <a:pt x="0" y="1683506"/>
                    </a:lnTo>
                    <a:lnTo>
                      <a:pt x="0" y="1651725"/>
                    </a:lnTo>
                    <a:lnTo>
                      <a:pt x="0" y="1619945"/>
                    </a:lnTo>
                    <a:lnTo>
                      <a:pt x="0" y="1588164"/>
                    </a:lnTo>
                    <a:lnTo>
                      <a:pt x="0" y="1556383"/>
                    </a:lnTo>
                    <a:lnTo>
                      <a:pt x="0" y="1524602"/>
                    </a:lnTo>
                    <a:lnTo>
                      <a:pt x="0" y="1492822"/>
                    </a:lnTo>
                    <a:lnTo>
                      <a:pt x="0" y="1461041"/>
                    </a:lnTo>
                    <a:lnTo>
                      <a:pt x="0" y="1429260"/>
                    </a:lnTo>
                    <a:lnTo>
                      <a:pt x="0" y="1397480"/>
                    </a:lnTo>
                    <a:lnTo>
                      <a:pt x="0" y="1365699"/>
                    </a:lnTo>
                    <a:lnTo>
                      <a:pt x="0" y="1333918"/>
                    </a:lnTo>
                    <a:lnTo>
                      <a:pt x="0" y="1302137"/>
                    </a:lnTo>
                    <a:lnTo>
                      <a:pt x="0" y="1270357"/>
                    </a:lnTo>
                    <a:lnTo>
                      <a:pt x="0" y="1238576"/>
                    </a:lnTo>
                    <a:lnTo>
                      <a:pt x="0" y="1206795"/>
                    </a:lnTo>
                    <a:lnTo>
                      <a:pt x="0" y="1175015"/>
                    </a:lnTo>
                    <a:lnTo>
                      <a:pt x="0" y="1143234"/>
                    </a:lnTo>
                    <a:lnTo>
                      <a:pt x="0" y="1111453"/>
                    </a:lnTo>
                    <a:lnTo>
                      <a:pt x="0" y="1079672"/>
                    </a:lnTo>
                    <a:lnTo>
                      <a:pt x="0" y="1047892"/>
                    </a:lnTo>
                    <a:lnTo>
                      <a:pt x="0" y="1016111"/>
                    </a:lnTo>
                    <a:lnTo>
                      <a:pt x="0" y="984330"/>
                    </a:lnTo>
                    <a:lnTo>
                      <a:pt x="0" y="952550"/>
                    </a:lnTo>
                    <a:lnTo>
                      <a:pt x="0" y="920769"/>
                    </a:lnTo>
                    <a:lnTo>
                      <a:pt x="0" y="888988"/>
                    </a:lnTo>
                    <a:lnTo>
                      <a:pt x="0" y="857207"/>
                    </a:lnTo>
                    <a:lnTo>
                      <a:pt x="0" y="825427"/>
                    </a:lnTo>
                    <a:lnTo>
                      <a:pt x="0" y="793646"/>
                    </a:lnTo>
                    <a:lnTo>
                      <a:pt x="0" y="761865"/>
                    </a:lnTo>
                    <a:lnTo>
                      <a:pt x="0" y="730085"/>
                    </a:lnTo>
                    <a:lnTo>
                      <a:pt x="0" y="698304"/>
                    </a:lnTo>
                    <a:lnTo>
                      <a:pt x="0" y="666523"/>
                    </a:lnTo>
                    <a:lnTo>
                      <a:pt x="0" y="634742"/>
                    </a:lnTo>
                    <a:lnTo>
                      <a:pt x="0" y="602962"/>
                    </a:lnTo>
                    <a:lnTo>
                      <a:pt x="0" y="571181"/>
                    </a:lnTo>
                    <a:lnTo>
                      <a:pt x="0" y="539400"/>
                    </a:lnTo>
                    <a:lnTo>
                      <a:pt x="0" y="507620"/>
                    </a:lnTo>
                    <a:lnTo>
                      <a:pt x="0" y="475839"/>
                    </a:lnTo>
                    <a:lnTo>
                      <a:pt x="0" y="444058"/>
                    </a:lnTo>
                    <a:lnTo>
                      <a:pt x="0" y="412277"/>
                    </a:lnTo>
                    <a:lnTo>
                      <a:pt x="0" y="380497"/>
                    </a:lnTo>
                    <a:lnTo>
                      <a:pt x="0" y="348716"/>
                    </a:lnTo>
                    <a:lnTo>
                      <a:pt x="0" y="316935"/>
                    </a:lnTo>
                    <a:lnTo>
                      <a:pt x="0" y="285155"/>
                    </a:lnTo>
                    <a:lnTo>
                      <a:pt x="0" y="253374"/>
                    </a:lnTo>
                    <a:lnTo>
                      <a:pt x="0" y="221593"/>
                    </a:lnTo>
                    <a:lnTo>
                      <a:pt x="0" y="189812"/>
                    </a:lnTo>
                    <a:lnTo>
                      <a:pt x="0" y="158032"/>
                    </a:lnTo>
                    <a:lnTo>
                      <a:pt x="0" y="126251"/>
                    </a:lnTo>
                    <a:lnTo>
                      <a:pt x="0" y="94470"/>
                    </a:lnTo>
                    <a:lnTo>
                      <a:pt x="0" y="62690"/>
                    </a:lnTo>
                    <a:lnTo>
                      <a:pt x="0" y="30909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" name="pl15"/>
              <p:cNvSpPr/>
              <p:nvPr/>
            </p:nvSpPr>
            <p:spPr>
              <a:xfrm>
                <a:off x="1935545" y="3848191"/>
                <a:ext cx="3501561" cy="0"/>
              </a:xfrm>
              <a:custGeom>
                <a:avLst/>
                <a:gdLst/>
                <a:ahLst/>
                <a:cxnLst/>
                <a:rect l="0" t="0" r="0" b="0"/>
                <a:pathLst>
                  <a:path w="3501561">
                    <a:moveTo>
                      <a:pt x="0" y="0"/>
                    </a:moveTo>
                    <a:lnTo>
                      <a:pt x="19506" y="0"/>
                    </a:lnTo>
                    <a:lnTo>
                      <a:pt x="58299" y="0"/>
                    </a:lnTo>
                    <a:lnTo>
                      <a:pt x="97093" y="0"/>
                    </a:lnTo>
                    <a:lnTo>
                      <a:pt x="135886" y="0"/>
                    </a:lnTo>
                    <a:lnTo>
                      <a:pt x="174679" y="0"/>
                    </a:lnTo>
                    <a:lnTo>
                      <a:pt x="213472" y="0"/>
                    </a:lnTo>
                    <a:lnTo>
                      <a:pt x="252265" y="0"/>
                    </a:lnTo>
                    <a:lnTo>
                      <a:pt x="291058" y="0"/>
                    </a:lnTo>
                    <a:lnTo>
                      <a:pt x="329851" y="0"/>
                    </a:lnTo>
                    <a:lnTo>
                      <a:pt x="368644" y="0"/>
                    </a:lnTo>
                    <a:lnTo>
                      <a:pt x="407437" y="0"/>
                    </a:lnTo>
                    <a:lnTo>
                      <a:pt x="446230" y="0"/>
                    </a:lnTo>
                    <a:lnTo>
                      <a:pt x="485023" y="0"/>
                    </a:lnTo>
                    <a:lnTo>
                      <a:pt x="523816" y="0"/>
                    </a:lnTo>
                    <a:lnTo>
                      <a:pt x="562609" y="0"/>
                    </a:lnTo>
                    <a:lnTo>
                      <a:pt x="601402" y="0"/>
                    </a:lnTo>
                    <a:lnTo>
                      <a:pt x="640195" y="0"/>
                    </a:lnTo>
                    <a:lnTo>
                      <a:pt x="678988" y="0"/>
                    </a:lnTo>
                    <a:lnTo>
                      <a:pt x="717781" y="0"/>
                    </a:lnTo>
                    <a:lnTo>
                      <a:pt x="756574" y="0"/>
                    </a:lnTo>
                    <a:lnTo>
                      <a:pt x="795367" y="0"/>
                    </a:lnTo>
                    <a:lnTo>
                      <a:pt x="834160" y="0"/>
                    </a:lnTo>
                    <a:lnTo>
                      <a:pt x="872954" y="0"/>
                    </a:lnTo>
                    <a:lnTo>
                      <a:pt x="911747" y="0"/>
                    </a:lnTo>
                    <a:lnTo>
                      <a:pt x="950540" y="0"/>
                    </a:lnTo>
                    <a:lnTo>
                      <a:pt x="989333" y="0"/>
                    </a:lnTo>
                    <a:lnTo>
                      <a:pt x="1028126" y="0"/>
                    </a:lnTo>
                    <a:lnTo>
                      <a:pt x="1066919" y="0"/>
                    </a:lnTo>
                    <a:lnTo>
                      <a:pt x="1105712" y="0"/>
                    </a:lnTo>
                    <a:lnTo>
                      <a:pt x="1144505" y="0"/>
                    </a:lnTo>
                    <a:lnTo>
                      <a:pt x="1183298" y="0"/>
                    </a:lnTo>
                    <a:lnTo>
                      <a:pt x="1222091" y="0"/>
                    </a:lnTo>
                    <a:lnTo>
                      <a:pt x="1260884" y="0"/>
                    </a:lnTo>
                    <a:lnTo>
                      <a:pt x="1299677" y="0"/>
                    </a:lnTo>
                    <a:lnTo>
                      <a:pt x="1338470" y="0"/>
                    </a:lnTo>
                    <a:lnTo>
                      <a:pt x="1377263" y="0"/>
                    </a:lnTo>
                    <a:lnTo>
                      <a:pt x="1416056" y="0"/>
                    </a:lnTo>
                    <a:lnTo>
                      <a:pt x="1454849" y="0"/>
                    </a:lnTo>
                    <a:lnTo>
                      <a:pt x="1493642" y="0"/>
                    </a:lnTo>
                    <a:lnTo>
                      <a:pt x="1532435" y="0"/>
                    </a:lnTo>
                    <a:lnTo>
                      <a:pt x="1571228" y="0"/>
                    </a:lnTo>
                    <a:lnTo>
                      <a:pt x="1610021" y="0"/>
                    </a:lnTo>
                    <a:lnTo>
                      <a:pt x="1648815" y="0"/>
                    </a:lnTo>
                    <a:lnTo>
                      <a:pt x="1687608" y="0"/>
                    </a:lnTo>
                    <a:lnTo>
                      <a:pt x="1726401" y="0"/>
                    </a:lnTo>
                    <a:lnTo>
                      <a:pt x="1765194" y="0"/>
                    </a:lnTo>
                    <a:lnTo>
                      <a:pt x="1803987" y="0"/>
                    </a:lnTo>
                    <a:lnTo>
                      <a:pt x="1842780" y="0"/>
                    </a:lnTo>
                    <a:lnTo>
                      <a:pt x="1881573" y="0"/>
                    </a:lnTo>
                    <a:lnTo>
                      <a:pt x="1920366" y="0"/>
                    </a:lnTo>
                    <a:lnTo>
                      <a:pt x="1959159" y="0"/>
                    </a:lnTo>
                    <a:lnTo>
                      <a:pt x="1997952" y="0"/>
                    </a:lnTo>
                    <a:lnTo>
                      <a:pt x="2036745" y="0"/>
                    </a:lnTo>
                    <a:lnTo>
                      <a:pt x="2075538" y="0"/>
                    </a:lnTo>
                    <a:lnTo>
                      <a:pt x="2114331" y="0"/>
                    </a:lnTo>
                    <a:lnTo>
                      <a:pt x="2153124" y="0"/>
                    </a:lnTo>
                    <a:lnTo>
                      <a:pt x="2191917" y="0"/>
                    </a:lnTo>
                    <a:lnTo>
                      <a:pt x="2230710" y="0"/>
                    </a:lnTo>
                    <a:lnTo>
                      <a:pt x="2269503" y="0"/>
                    </a:lnTo>
                    <a:lnTo>
                      <a:pt x="2308296" y="0"/>
                    </a:lnTo>
                    <a:lnTo>
                      <a:pt x="2347089" y="0"/>
                    </a:lnTo>
                    <a:lnTo>
                      <a:pt x="2385882" y="0"/>
                    </a:lnTo>
                    <a:lnTo>
                      <a:pt x="2424676" y="0"/>
                    </a:lnTo>
                    <a:lnTo>
                      <a:pt x="2463469" y="0"/>
                    </a:lnTo>
                    <a:lnTo>
                      <a:pt x="2502262" y="0"/>
                    </a:lnTo>
                    <a:lnTo>
                      <a:pt x="2541055" y="0"/>
                    </a:lnTo>
                    <a:lnTo>
                      <a:pt x="2579848" y="0"/>
                    </a:lnTo>
                    <a:lnTo>
                      <a:pt x="2618641" y="0"/>
                    </a:lnTo>
                    <a:lnTo>
                      <a:pt x="2657434" y="0"/>
                    </a:lnTo>
                    <a:lnTo>
                      <a:pt x="2696227" y="0"/>
                    </a:lnTo>
                    <a:lnTo>
                      <a:pt x="2735020" y="0"/>
                    </a:lnTo>
                    <a:lnTo>
                      <a:pt x="2773813" y="0"/>
                    </a:lnTo>
                    <a:lnTo>
                      <a:pt x="2812606" y="0"/>
                    </a:lnTo>
                    <a:lnTo>
                      <a:pt x="2851399" y="0"/>
                    </a:lnTo>
                    <a:lnTo>
                      <a:pt x="2890192" y="0"/>
                    </a:lnTo>
                    <a:lnTo>
                      <a:pt x="2928985" y="0"/>
                    </a:lnTo>
                    <a:lnTo>
                      <a:pt x="2967778" y="0"/>
                    </a:lnTo>
                    <a:lnTo>
                      <a:pt x="3006571" y="0"/>
                    </a:lnTo>
                    <a:lnTo>
                      <a:pt x="3045364" y="0"/>
                    </a:lnTo>
                    <a:lnTo>
                      <a:pt x="3084157" y="0"/>
                    </a:lnTo>
                    <a:lnTo>
                      <a:pt x="3122950" y="0"/>
                    </a:lnTo>
                    <a:lnTo>
                      <a:pt x="3161743" y="0"/>
                    </a:lnTo>
                    <a:lnTo>
                      <a:pt x="3200537" y="0"/>
                    </a:lnTo>
                    <a:lnTo>
                      <a:pt x="3239330" y="0"/>
                    </a:lnTo>
                    <a:lnTo>
                      <a:pt x="3278123" y="0"/>
                    </a:lnTo>
                    <a:lnTo>
                      <a:pt x="3316916" y="0"/>
                    </a:lnTo>
                    <a:lnTo>
                      <a:pt x="3355709" y="0"/>
                    </a:lnTo>
                    <a:lnTo>
                      <a:pt x="3394502" y="0"/>
                    </a:lnTo>
                    <a:lnTo>
                      <a:pt x="3433295" y="0"/>
                    </a:lnTo>
                    <a:lnTo>
                      <a:pt x="3472088" y="0"/>
                    </a:lnTo>
                    <a:lnTo>
                      <a:pt x="3501561" y="0"/>
                    </a:lnTo>
                    <a:lnTo>
                      <a:pt x="3501561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" name="pl16"/>
              <p:cNvSpPr/>
              <p:nvPr/>
            </p:nvSpPr>
            <p:spPr>
              <a:xfrm>
                <a:off x="1935545" y="3323809"/>
                <a:ext cx="3501561" cy="0"/>
              </a:xfrm>
              <a:custGeom>
                <a:avLst/>
                <a:gdLst/>
                <a:ahLst/>
                <a:cxnLst/>
                <a:rect l="0" t="0" r="0" b="0"/>
                <a:pathLst>
                  <a:path w="3501561">
                    <a:moveTo>
                      <a:pt x="0" y="0"/>
                    </a:moveTo>
                    <a:lnTo>
                      <a:pt x="19506" y="0"/>
                    </a:lnTo>
                    <a:lnTo>
                      <a:pt x="58299" y="0"/>
                    </a:lnTo>
                    <a:lnTo>
                      <a:pt x="97093" y="0"/>
                    </a:lnTo>
                    <a:lnTo>
                      <a:pt x="135886" y="0"/>
                    </a:lnTo>
                    <a:lnTo>
                      <a:pt x="174679" y="0"/>
                    </a:lnTo>
                    <a:lnTo>
                      <a:pt x="213472" y="0"/>
                    </a:lnTo>
                    <a:lnTo>
                      <a:pt x="252265" y="0"/>
                    </a:lnTo>
                    <a:lnTo>
                      <a:pt x="291058" y="0"/>
                    </a:lnTo>
                    <a:lnTo>
                      <a:pt x="329851" y="0"/>
                    </a:lnTo>
                    <a:lnTo>
                      <a:pt x="368644" y="0"/>
                    </a:lnTo>
                    <a:lnTo>
                      <a:pt x="407437" y="0"/>
                    </a:lnTo>
                    <a:lnTo>
                      <a:pt x="446230" y="0"/>
                    </a:lnTo>
                    <a:lnTo>
                      <a:pt x="485023" y="0"/>
                    </a:lnTo>
                    <a:lnTo>
                      <a:pt x="523816" y="0"/>
                    </a:lnTo>
                    <a:lnTo>
                      <a:pt x="562609" y="0"/>
                    </a:lnTo>
                    <a:lnTo>
                      <a:pt x="601402" y="0"/>
                    </a:lnTo>
                    <a:lnTo>
                      <a:pt x="640195" y="0"/>
                    </a:lnTo>
                    <a:lnTo>
                      <a:pt x="678988" y="0"/>
                    </a:lnTo>
                    <a:lnTo>
                      <a:pt x="717781" y="0"/>
                    </a:lnTo>
                    <a:lnTo>
                      <a:pt x="756574" y="0"/>
                    </a:lnTo>
                    <a:lnTo>
                      <a:pt x="795367" y="0"/>
                    </a:lnTo>
                    <a:lnTo>
                      <a:pt x="834160" y="0"/>
                    </a:lnTo>
                    <a:lnTo>
                      <a:pt x="872954" y="0"/>
                    </a:lnTo>
                    <a:lnTo>
                      <a:pt x="911747" y="0"/>
                    </a:lnTo>
                    <a:lnTo>
                      <a:pt x="950540" y="0"/>
                    </a:lnTo>
                    <a:lnTo>
                      <a:pt x="989333" y="0"/>
                    </a:lnTo>
                    <a:lnTo>
                      <a:pt x="1028126" y="0"/>
                    </a:lnTo>
                    <a:lnTo>
                      <a:pt x="1066919" y="0"/>
                    </a:lnTo>
                    <a:lnTo>
                      <a:pt x="1105712" y="0"/>
                    </a:lnTo>
                    <a:lnTo>
                      <a:pt x="1144505" y="0"/>
                    </a:lnTo>
                    <a:lnTo>
                      <a:pt x="1183298" y="0"/>
                    </a:lnTo>
                    <a:lnTo>
                      <a:pt x="1222091" y="0"/>
                    </a:lnTo>
                    <a:lnTo>
                      <a:pt x="1260884" y="0"/>
                    </a:lnTo>
                    <a:lnTo>
                      <a:pt x="1299677" y="0"/>
                    </a:lnTo>
                    <a:lnTo>
                      <a:pt x="1338470" y="0"/>
                    </a:lnTo>
                    <a:lnTo>
                      <a:pt x="1377263" y="0"/>
                    </a:lnTo>
                    <a:lnTo>
                      <a:pt x="1416056" y="0"/>
                    </a:lnTo>
                    <a:lnTo>
                      <a:pt x="1454849" y="0"/>
                    </a:lnTo>
                    <a:lnTo>
                      <a:pt x="1493642" y="0"/>
                    </a:lnTo>
                    <a:lnTo>
                      <a:pt x="1532435" y="0"/>
                    </a:lnTo>
                    <a:lnTo>
                      <a:pt x="1571228" y="0"/>
                    </a:lnTo>
                    <a:lnTo>
                      <a:pt x="1610021" y="0"/>
                    </a:lnTo>
                    <a:lnTo>
                      <a:pt x="1648815" y="0"/>
                    </a:lnTo>
                    <a:lnTo>
                      <a:pt x="1687608" y="0"/>
                    </a:lnTo>
                    <a:lnTo>
                      <a:pt x="1726401" y="0"/>
                    </a:lnTo>
                    <a:lnTo>
                      <a:pt x="1765194" y="0"/>
                    </a:lnTo>
                    <a:lnTo>
                      <a:pt x="1803987" y="0"/>
                    </a:lnTo>
                    <a:lnTo>
                      <a:pt x="1842780" y="0"/>
                    </a:lnTo>
                    <a:lnTo>
                      <a:pt x="1881573" y="0"/>
                    </a:lnTo>
                    <a:lnTo>
                      <a:pt x="1920366" y="0"/>
                    </a:lnTo>
                    <a:lnTo>
                      <a:pt x="1959159" y="0"/>
                    </a:lnTo>
                    <a:lnTo>
                      <a:pt x="1997952" y="0"/>
                    </a:lnTo>
                    <a:lnTo>
                      <a:pt x="2036745" y="0"/>
                    </a:lnTo>
                    <a:lnTo>
                      <a:pt x="2075538" y="0"/>
                    </a:lnTo>
                    <a:lnTo>
                      <a:pt x="2114331" y="0"/>
                    </a:lnTo>
                    <a:lnTo>
                      <a:pt x="2153124" y="0"/>
                    </a:lnTo>
                    <a:lnTo>
                      <a:pt x="2191917" y="0"/>
                    </a:lnTo>
                    <a:lnTo>
                      <a:pt x="2230710" y="0"/>
                    </a:lnTo>
                    <a:lnTo>
                      <a:pt x="2269503" y="0"/>
                    </a:lnTo>
                    <a:lnTo>
                      <a:pt x="2308296" y="0"/>
                    </a:lnTo>
                    <a:lnTo>
                      <a:pt x="2347089" y="0"/>
                    </a:lnTo>
                    <a:lnTo>
                      <a:pt x="2385882" y="0"/>
                    </a:lnTo>
                    <a:lnTo>
                      <a:pt x="2424676" y="0"/>
                    </a:lnTo>
                    <a:lnTo>
                      <a:pt x="2463469" y="0"/>
                    </a:lnTo>
                    <a:lnTo>
                      <a:pt x="2502262" y="0"/>
                    </a:lnTo>
                    <a:lnTo>
                      <a:pt x="2541055" y="0"/>
                    </a:lnTo>
                    <a:lnTo>
                      <a:pt x="2579848" y="0"/>
                    </a:lnTo>
                    <a:lnTo>
                      <a:pt x="2618641" y="0"/>
                    </a:lnTo>
                    <a:lnTo>
                      <a:pt x="2657434" y="0"/>
                    </a:lnTo>
                    <a:lnTo>
                      <a:pt x="2696227" y="0"/>
                    </a:lnTo>
                    <a:lnTo>
                      <a:pt x="2735020" y="0"/>
                    </a:lnTo>
                    <a:lnTo>
                      <a:pt x="2773813" y="0"/>
                    </a:lnTo>
                    <a:lnTo>
                      <a:pt x="2812606" y="0"/>
                    </a:lnTo>
                    <a:lnTo>
                      <a:pt x="2851399" y="0"/>
                    </a:lnTo>
                    <a:lnTo>
                      <a:pt x="2890192" y="0"/>
                    </a:lnTo>
                    <a:lnTo>
                      <a:pt x="2928985" y="0"/>
                    </a:lnTo>
                    <a:lnTo>
                      <a:pt x="2967778" y="0"/>
                    </a:lnTo>
                    <a:lnTo>
                      <a:pt x="3006571" y="0"/>
                    </a:lnTo>
                    <a:lnTo>
                      <a:pt x="3045364" y="0"/>
                    </a:lnTo>
                    <a:lnTo>
                      <a:pt x="3084157" y="0"/>
                    </a:lnTo>
                    <a:lnTo>
                      <a:pt x="3122950" y="0"/>
                    </a:lnTo>
                    <a:lnTo>
                      <a:pt x="3161743" y="0"/>
                    </a:lnTo>
                    <a:lnTo>
                      <a:pt x="3200537" y="0"/>
                    </a:lnTo>
                    <a:lnTo>
                      <a:pt x="3239330" y="0"/>
                    </a:lnTo>
                    <a:lnTo>
                      <a:pt x="3278123" y="0"/>
                    </a:lnTo>
                    <a:lnTo>
                      <a:pt x="3316916" y="0"/>
                    </a:lnTo>
                    <a:lnTo>
                      <a:pt x="3355709" y="0"/>
                    </a:lnTo>
                    <a:lnTo>
                      <a:pt x="3394502" y="0"/>
                    </a:lnTo>
                    <a:lnTo>
                      <a:pt x="3433295" y="0"/>
                    </a:lnTo>
                    <a:lnTo>
                      <a:pt x="3472088" y="0"/>
                    </a:lnTo>
                    <a:lnTo>
                      <a:pt x="3501561" y="0"/>
                    </a:lnTo>
                    <a:lnTo>
                      <a:pt x="3501561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" name="pl17"/>
              <p:cNvSpPr/>
              <p:nvPr/>
            </p:nvSpPr>
            <p:spPr>
              <a:xfrm>
                <a:off x="1935545" y="2799427"/>
                <a:ext cx="3501561" cy="0"/>
              </a:xfrm>
              <a:custGeom>
                <a:avLst/>
                <a:gdLst/>
                <a:ahLst/>
                <a:cxnLst/>
                <a:rect l="0" t="0" r="0" b="0"/>
                <a:pathLst>
                  <a:path w="3501561">
                    <a:moveTo>
                      <a:pt x="0" y="0"/>
                    </a:moveTo>
                    <a:lnTo>
                      <a:pt x="19506" y="0"/>
                    </a:lnTo>
                    <a:lnTo>
                      <a:pt x="58299" y="0"/>
                    </a:lnTo>
                    <a:lnTo>
                      <a:pt x="97093" y="0"/>
                    </a:lnTo>
                    <a:lnTo>
                      <a:pt x="135886" y="0"/>
                    </a:lnTo>
                    <a:lnTo>
                      <a:pt x="174679" y="0"/>
                    </a:lnTo>
                    <a:lnTo>
                      <a:pt x="213472" y="0"/>
                    </a:lnTo>
                    <a:lnTo>
                      <a:pt x="252265" y="0"/>
                    </a:lnTo>
                    <a:lnTo>
                      <a:pt x="291058" y="0"/>
                    </a:lnTo>
                    <a:lnTo>
                      <a:pt x="329851" y="0"/>
                    </a:lnTo>
                    <a:lnTo>
                      <a:pt x="368644" y="0"/>
                    </a:lnTo>
                    <a:lnTo>
                      <a:pt x="407437" y="0"/>
                    </a:lnTo>
                    <a:lnTo>
                      <a:pt x="446230" y="0"/>
                    </a:lnTo>
                    <a:lnTo>
                      <a:pt x="485023" y="0"/>
                    </a:lnTo>
                    <a:lnTo>
                      <a:pt x="523816" y="0"/>
                    </a:lnTo>
                    <a:lnTo>
                      <a:pt x="562609" y="0"/>
                    </a:lnTo>
                    <a:lnTo>
                      <a:pt x="601402" y="0"/>
                    </a:lnTo>
                    <a:lnTo>
                      <a:pt x="640195" y="0"/>
                    </a:lnTo>
                    <a:lnTo>
                      <a:pt x="678988" y="0"/>
                    </a:lnTo>
                    <a:lnTo>
                      <a:pt x="717781" y="0"/>
                    </a:lnTo>
                    <a:lnTo>
                      <a:pt x="756574" y="0"/>
                    </a:lnTo>
                    <a:lnTo>
                      <a:pt x="795367" y="0"/>
                    </a:lnTo>
                    <a:lnTo>
                      <a:pt x="834160" y="0"/>
                    </a:lnTo>
                    <a:lnTo>
                      <a:pt x="872954" y="0"/>
                    </a:lnTo>
                    <a:lnTo>
                      <a:pt x="911747" y="0"/>
                    </a:lnTo>
                    <a:lnTo>
                      <a:pt x="950540" y="0"/>
                    </a:lnTo>
                    <a:lnTo>
                      <a:pt x="989333" y="0"/>
                    </a:lnTo>
                    <a:lnTo>
                      <a:pt x="1028126" y="0"/>
                    </a:lnTo>
                    <a:lnTo>
                      <a:pt x="1066919" y="0"/>
                    </a:lnTo>
                    <a:lnTo>
                      <a:pt x="1105712" y="0"/>
                    </a:lnTo>
                    <a:lnTo>
                      <a:pt x="1144505" y="0"/>
                    </a:lnTo>
                    <a:lnTo>
                      <a:pt x="1183298" y="0"/>
                    </a:lnTo>
                    <a:lnTo>
                      <a:pt x="1222091" y="0"/>
                    </a:lnTo>
                    <a:lnTo>
                      <a:pt x="1260884" y="0"/>
                    </a:lnTo>
                    <a:lnTo>
                      <a:pt x="1299677" y="0"/>
                    </a:lnTo>
                    <a:lnTo>
                      <a:pt x="1338470" y="0"/>
                    </a:lnTo>
                    <a:lnTo>
                      <a:pt x="1377263" y="0"/>
                    </a:lnTo>
                    <a:lnTo>
                      <a:pt x="1416056" y="0"/>
                    </a:lnTo>
                    <a:lnTo>
                      <a:pt x="1454849" y="0"/>
                    </a:lnTo>
                    <a:lnTo>
                      <a:pt x="1493642" y="0"/>
                    </a:lnTo>
                    <a:lnTo>
                      <a:pt x="1532435" y="0"/>
                    </a:lnTo>
                    <a:lnTo>
                      <a:pt x="1571228" y="0"/>
                    </a:lnTo>
                    <a:lnTo>
                      <a:pt x="1610021" y="0"/>
                    </a:lnTo>
                    <a:lnTo>
                      <a:pt x="1648815" y="0"/>
                    </a:lnTo>
                    <a:lnTo>
                      <a:pt x="1687608" y="0"/>
                    </a:lnTo>
                    <a:lnTo>
                      <a:pt x="1726401" y="0"/>
                    </a:lnTo>
                    <a:lnTo>
                      <a:pt x="1765194" y="0"/>
                    </a:lnTo>
                    <a:lnTo>
                      <a:pt x="1803987" y="0"/>
                    </a:lnTo>
                    <a:lnTo>
                      <a:pt x="1842780" y="0"/>
                    </a:lnTo>
                    <a:lnTo>
                      <a:pt x="1881573" y="0"/>
                    </a:lnTo>
                    <a:lnTo>
                      <a:pt x="1920366" y="0"/>
                    </a:lnTo>
                    <a:lnTo>
                      <a:pt x="1959159" y="0"/>
                    </a:lnTo>
                    <a:lnTo>
                      <a:pt x="1997952" y="0"/>
                    </a:lnTo>
                    <a:lnTo>
                      <a:pt x="2036745" y="0"/>
                    </a:lnTo>
                    <a:lnTo>
                      <a:pt x="2075538" y="0"/>
                    </a:lnTo>
                    <a:lnTo>
                      <a:pt x="2114331" y="0"/>
                    </a:lnTo>
                    <a:lnTo>
                      <a:pt x="2153124" y="0"/>
                    </a:lnTo>
                    <a:lnTo>
                      <a:pt x="2191917" y="0"/>
                    </a:lnTo>
                    <a:lnTo>
                      <a:pt x="2230710" y="0"/>
                    </a:lnTo>
                    <a:lnTo>
                      <a:pt x="2269503" y="0"/>
                    </a:lnTo>
                    <a:lnTo>
                      <a:pt x="2308296" y="0"/>
                    </a:lnTo>
                    <a:lnTo>
                      <a:pt x="2347089" y="0"/>
                    </a:lnTo>
                    <a:lnTo>
                      <a:pt x="2385882" y="0"/>
                    </a:lnTo>
                    <a:lnTo>
                      <a:pt x="2424676" y="0"/>
                    </a:lnTo>
                    <a:lnTo>
                      <a:pt x="2463469" y="0"/>
                    </a:lnTo>
                    <a:lnTo>
                      <a:pt x="2502262" y="0"/>
                    </a:lnTo>
                    <a:lnTo>
                      <a:pt x="2541055" y="0"/>
                    </a:lnTo>
                    <a:lnTo>
                      <a:pt x="2579848" y="0"/>
                    </a:lnTo>
                    <a:lnTo>
                      <a:pt x="2618641" y="0"/>
                    </a:lnTo>
                    <a:lnTo>
                      <a:pt x="2657434" y="0"/>
                    </a:lnTo>
                    <a:lnTo>
                      <a:pt x="2696227" y="0"/>
                    </a:lnTo>
                    <a:lnTo>
                      <a:pt x="2735020" y="0"/>
                    </a:lnTo>
                    <a:lnTo>
                      <a:pt x="2773813" y="0"/>
                    </a:lnTo>
                    <a:lnTo>
                      <a:pt x="2812606" y="0"/>
                    </a:lnTo>
                    <a:lnTo>
                      <a:pt x="2851399" y="0"/>
                    </a:lnTo>
                    <a:lnTo>
                      <a:pt x="2890192" y="0"/>
                    </a:lnTo>
                    <a:lnTo>
                      <a:pt x="2928985" y="0"/>
                    </a:lnTo>
                    <a:lnTo>
                      <a:pt x="2967778" y="0"/>
                    </a:lnTo>
                    <a:lnTo>
                      <a:pt x="3006571" y="0"/>
                    </a:lnTo>
                    <a:lnTo>
                      <a:pt x="3045364" y="0"/>
                    </a:lnTo>
                    <a:lnTo>
                      <a:pt x="3084157" y="0"/>
                    </a:lnTo>
                    <a:lnTo>
                      <a:pt x="3122950" y="0"/>
                    </a:lnTo>
                    <a:lnTo>
                      <a:pt x="3161743" y="0"/>
                    </a:lnTo>
                    <a:lnTo>
                      <a:pt x="3200537" y="0"/>
                    </a:lnTo>
                    <a:lnTo>
                      <a:pt x="3239330" y="0"/>
                    </a:lnTo>
                    <a:lnTo>
                      <a:pt x="3278123" y="0"/>
                    </a:lnTo>
                    <a:lnTo>
                      <a:pt x="3316916" y="0"/>
                    </a:lnTo>
                    <a:lnTo>
                      <a:pt x="3355709" y="0"/>
                    </a:lnTo>
                    <a:lnTo>
                      <a:pt x="3394502" y="0"/>
                    </a:lnTo>
                    <a:lnTo>
                      <a:pt x="3433295" y="0"/>
                    </a:lnTo>
                    <a:lnTo>
                      <a:pt x="3472088" y="0"/>
                    </a:lnTo>
                    <a:lnTo>
                      <a:pt x="3501561" y="0"/>
                    </a:lnTo>
                    <a:lnTo>
                      <a:pt x="3501561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" name="pl18"/>
              <p:cNvSpPr/>
              <p:nvPr/>
            </p:nvSpPr>
            <p:spPr>
              <a:xfrm>
                <a:off x="1935545" y="2275045"/>
                <a:ext cx="3501561" cy="0"/>
              </a:xfrm>
              <a:custGeom>
                <a:avLst/>
                <a:gdLst/>
                <a:ahLst/>
                <a:cxnLst/>
                <a:rect l="0" t="0" r="0" b="0"/>
                <a:pathLst>
                  <a:path w="3501561">
                    <a:moveTo>
                      <a:pt x="0" y="0"/>
                    </a:moveTo>
                    <a:lnTo>
                      <a:pt x="19506" y="0"/>
                    </a:lnTo>
                    <a:lnTo>
                      <a:pt x="58299" y="0"/>
                    </a:lnTo>
                    <a:lnTo>
                      <a:pt x="97093" y="0"/>
                    </a:lnTo>
                    <a:lnTo>
                      <a:pt x="135886" y="0"/>
                    </a:lnTo>
                    <a:lnTo>
                      <a:pt x="174679" y="0"/>
                    </a:lnTo>
                    <a:lnTo>
                      <a:pt x="213472" y="0"/>
                    </a:lnTo>
                    <a:lnTo>
                      <a:pt x="252265" y="0"/>
                    </a:lnTo>
                    <a:lnTo>
                      <a:pt x="291058" y="0"/>
                    </a:lnTo>
                    <a:lnTo>
                      <a:pt x="329851" y="0"/>
                    </a:lnTo>
                    <a:lnTo>
                      <a:pt x="368644" y="0"/>
                    </a:lnTo>
                    <a:lnTo>
                      <a:pt x="407437" y="0"/>
                    </a:lnTo>
                    <a:lnTo>
                      <a:pt x="446230" y="0"/>
                    </a:lnTo>
                    <a:lnTo>
                      <a:pt x="485023" y="0"/>
                    </a:lnTo>
                    <a:lnTo>
                      <a:pt x="523816" y="0"/>
                    </a:lnTo>
                    <a:lnTo>
                      <a:pt x="562609" y="0"/>
                    </a:lnTo>
                    <a:lnTo>
                      <a:pt x="601402" y="0"/>
                    </a:lnTo>
                    <a:lnTo>
                      <a:pt x="640195" y="0"/>
                    </a:lnTo>
                    <a:lnTo>
                      <a:pt x="678988" y="0"/>
                    </a:lnTo>
                    <a:lnTo>
                      <a:pt x="717781" y="0"/>
                    </a:lnTo>
                    <a:lnTo>
                      <a:pt x="756574" y="0"/>
                    </a:lnTo>
                    <a:lnTo>
                      <a:pt x="795367" y="0"/>
                    </a:lnTo>
                    <a:lnTo>
                      <a:pt x="834160" y="0"/>
                    </a:lnTo>
                    <a:lnTo>
                      <a:pt x="872954" y="0"/>
                    </a:lnTo>
                    <a:lnTo>
                      <a:pt x="911747" y="0"/>
                    </a:lnTo>
                    <a:lnTo>
                      <a:pt x="950540" y="0"/>
                    </a:lnTo>
                    <a:lnTo>
                      <a:pt x="989333" y="0"/>
                    </a:lnTo>
                    <a:lnTo>
                      <a:pt x="1028126" y="0"/>
                    </a:lnTo>
                    <a:lnTo>
                      <a:pt x="1066919" y="0"/>
                    </a:lnTo>
                    <a:lnTo>
                      <a:pt x="1105712" y="0"/>
                    </a:lnTo>
                    <a:lnTo>
                      <a:pt x="1144505" y="0"/>
                    </a:lnTo>
                    <a:lnTo>
                      <a:pt x="1183298" y="0"/>
                    </a:lnTo>
                    <a:lnTo>
                      <a:pt x="1222091" y="0"/>
                    </a:lnTo>
                    <a:lnTo>
                      <a:pt x="1260884" y="0"/>
                    </a:lnTo>
                    <a:lnTo>
                      <a:pt x="1299677" y="0"/>
                    </a:lnTo>
                    <a:lnTo>
                      <a:pt x="1338470" y="0"/>
                    </a:lnTo>
                    <a:lnTo>
                      <a:pt x="1377263" y="0"/>
                    </a:lnTo>
                    <a:lnTo>
                      <a:pt x="1416056" y="0"/>
                    </a:lnTo>
                    <a:lnTo>
                      <a:pt x="1454849" y="0"/>
                    </a:lnTo>
                    <a:lnTo>
                      <a:pt x="1493642" y="0"/>
                    </a:lnTo>
                    <a:lnTo>
                      <a:pt x="1532435" y="0"/>
                    </a:lnTo>
                    <a:lnTo>
                      <a:pt x="1571228" y="0"/>
                    </a:lnTo>
                    <a:lnTo>
                      <a:pt x="1610021" y="0"/>
                    </a:lnTo>
                    <a:lnTo>
                      <a:pt x="1648815" y="0"/>
                    </a:lnTo>
                    <a:lnTo>
                      <a:pt x="1687608" y="0"/>
                    </a:lnTo>
                    <a:lnTo>
                      <a:pt x="1726401" y="0"/>
                    </a:lnTo>
                    <a:lnTo>
                      <a:pt x="1765194" y="0"/>
                    </a:lnTo>
                    <a:lnTo>
                      <a:pt x="1803987" y="0"/>
                    </a:lnTo>
                    <a:lnTo>
                      <a:pt x="1842780" y="0"/>
                    </a:lnTo>
                    <a:lnTo>
                      <a:pt x="1881573" y="0"/>
                    </a:lnTo>
                    <a:lnTo>
                      <a:pt x="1920366" y="0"/>
                    </a:lnTo>
                    <a:lnTo>
                      <a:pt x="1959159" y="0"/>
                    </a:lnTo>
                    <a:lnTo>
                      <a:pt x="1997952" y="0"/>
                    </a:lnTo>
                    <a:lnTo>
                      <a:pt x="2036745" y="0"/>
                    </a:lnTo>
                    <a:lnTo>
                      <a:pt x="2075538" y="0"/>
                    </a:lnTo>
                    <a:lnTo>
                      <a:pt x="2114331" y="0"/>
                    </a:lnTo>
                    <a:lnTo>
                      <a:pt x="2153124" y="0"/>
                    </a:lnTo>
                    <a:lnTo>
                      <a:pt x="2191917" y="0"/>
                    </a:lnTo>
                    <a:lnTo>
                      <a:pt x="2230710" y="0"/>
                    </a:lnTo>
                    <a:lnTo>
                      <a:pt x="2269503" y="0"/>
                    </a:lnTo>
                    <a:lnTo>
                      <a:pt x="2308296" y="0"/>
                    </a:lnTo>
                    <a:lnTo>
                      <a:pt x="2347089" y="0"/>
                    </a:lnTo>
                    <a:lnTo>
                      <a:pt x="2385882" y="0"/>
                    </a:lnTo>
                    <a:lnTo>
                      <a:pt x="2424676" y="0"/>
                    </a:lnTo>
                    <a:lnTo>
                      <a:pt x="2463469" y="0"/>
                    </a:lnTo>
                    <a:lnTo>
                      <a:pt x="2502262" y="0"/>
                    </a:lnTo>
                    <a:lnTo>
                      <a:pt x="2541055" y="0"/>
                    </a:lnTo>
                    <a:lnTo>
                      <a:pt x="2579848" y="0"/>
                    </a:lnTo>
                    <a:lnTo>
                      <a:pt x="2618641" y="0"/>
                    </a:lnTo>
                    <a:lnTo>
                      <a:pt x="2657434" y="0"/>
                    </a:lnTo>
                    <a:lnTo>
                      <a:pt x="2696227" y="0"/>
                    </a:lnTo>
                    <a:lnTo>
                      <a:pt x="2735020" y="0"/>
                    </a:lnTo>
                    <a:lnTo>
                      <a:pt x="2773813" y="0"/>
                    </a:lnTo>
                    <a:lnTo>
                      <a:pt x="2812606" y="0"/>
                    </a:lnTo>
                    <a:lnTo>
                      <a:pt x="2851399" y="0"/>
                    </a:lnTo>
                    <a:lnTo>
                      <a:pt x="2890192" y="0"/>
                    </a:lnTo>
                    <a:lnTo>
                      <a:pt x="2928985" y="0"/>
                    </a:lnTo>
                    <a:lnTo>
                      <a:pt x="2967778" y="0"/>
                    </a:lnTo>
                    <a:lnTo>
                      <a:pt x="3006571" y="0"/>
                    </a:lnTo>
                    <a:lnTo>
                      <a:pt x="3045364" y="0"/>
                    </a:lnTo>
                    <a:lnTo>
                      <a:pt x="3084157" y="0"/>
                    </a:lnTo>
                    <a:lnTo>
                      <a:pt x="3122950" y="0"/>
                    </a:lnTo>
                    <a:lnTo>
                      <a:pt x="3161743" y="0"/>
                    </a:lnTo>
                    <a:lnTo>
                      <a:pt x="3200537" y="0"/>
                    </a:lnTo>
                    <a:lnTo>
                      <a:pt x="3239330" y="0"/>
                    </a:lnTo>
                    <a:lnTo>
                      <a:pt x="3278123" y="0"/>
                    </a:lnTo>
                    <a:lnTo>
                      <a:pt x="3316916" y="0"/>
                    </a:lnTo>
                    <a:lnTo>
                      <a:pt x="3355709" y="0"/>
                    </a:lnTo>
                    <a:lnTo>
                      <a:pt x="3394502" y="0"/>
                    </a:lnTo>
                    <a:lnTo>
                      <a:pt x="3433295" y="0"/>
                    </a:lnTo>
                    <a:lnTo>
                      <a:pt x="3472088" y="0"/>
                    </a:lnTo>
                    <a:lnTo>
                      <a:pt x="3501561" y="0"/>
                    </a:lnTo>
                    <a:lnTo>
                      <a:pt x="3501561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" name="pl19"/>
              <p:cNvSpPr/>
              <p:nvPr/>
            </p:nvSpPr>
            <p:spPr>
              <a:xfrm>
                <a:off x="1935545" y="1750663"/>
                <a:ext cx="3501561" cy="0"/>
              </a:xfrm>
              <a:custGeom>
                <a:avLst/>
                <a:gdLst/>
                <a:ahLst/>
                <a:cxnLst/>
                <a:rect l="0" t="0" r="0" b="0"/>
                <a:pathLst>
                  <a:path w="3501561">
                    <a:moveTo>
                      <a:pt x="0" y="0"/>
                    </a:moveTo>
                    <a:lnTo>
                      <a:pt x="19506" y="0"/>
                    </a:lnTo>
                    <a:lnTo>
                      <a:pt x="58299" y="0"/>
                    </a:lnTo>
                    <a:lnTo>
                      <a:pt x="97093" y="0"/>
                    </a:lnTo>
                    <a:lnTo>
                      <a:pt x="135886" y="0"/>
                    </a:lnTo>
                    <a:lnTo>
                      <a:pt x="174679" y="0"/>
                    </a:lnTo>
                    <a:lnTo>
                      <a:pt x="213472" y="0"/>
                    </a:lnTo>
                    <a:lnTo>
                      <a:pt x="252265" y="0"/>
                    </a:lnTo>
                    <a:lnTo>
                      <a:pt x="291058" y="0"/>
                    </a:lnTo>
                    <a:lnTo>
                      <a:pt x="329851" y="0"/>
                    </a:lnTo>
                    <a:lnTo>
                      <a:pt x="368644" y="0"/>
                    </a:lnTo>
                    <a:lnTo>
                      <a:pt x="407437" y="0"/>
                    </a:lnTo>
                    <a:lnTo>
                      <a:pt x="446230" y="0"/>
                    </a:lnTo>
                    <a:lnTo>
                      <a:pt x="485023" y="0"/>
                    </a:lnTo>
                    <a:lnTo>
                      <a:pt x="523816" y="0"/>
                    </a:lnTo>
                    <a:lnTo>
                      <a:pt x="562609" y="0"/>
                    </a:lnTo>
                    <a:lnTo>
                      <a:pt x="601402" y="0"/>
                    </a:lnTo>
                    <a:lnTo>
                      <a:pt x="640195" y="0"/>
                    </a:lnTo>
                    <a:lnTo>
                      <a:pt x="678988" y="0"/>
                    </a:lnTo>
                    <a:lnTo>
                      <a:pt x="717781" y="0"/>
                    </a:lnTo>
                    <a:lnTo>
                      <a:pt x="756574" y="0"/>
                    </a:lnTo>
                    <a:lnTo>
                      <a:pt x="795367" y="0"/>
                    </a:lnTo>
                    <a:lnTo>
                      <a:pt x="834160" y="0"/>
                    </a:lnTo>
                    <a:lnTo>
                      <a:pt x="872954" y="0"/>
                    </a:lnTo>
                    <a:lnTo>
                      <a:pt x="911747" y="0"/>
                    </a:lnTo>
                    <a:lnTo>
                      <a:pt x="950540" y="0"/>
                    </a:lnTo>
                    <a:lnTo>
                      <a:pt x="989333" y="0"/>
                    </a:lnTo>
                    <a:lnTo>
                      <a:pt x="1028126" y="0"/>
                    </a:lnTo>
                    <a:lnTo>
                      <a:pt x="1066919" y="0"/>
                    </a:lnTo>
                    <a:lnTo>
                      <a:pt x="1105712" y="0"/>
                    </a:lnTo>
                    <a:lnTo>
                      <a:pt x="1144505" y="0"/>
                    </a:lnTo>
                    <a:lnTo>
                      <a:pt x="1183298" y="0"/>
                    </a:lnTo>
                    <a:lnTo>
                      <a:pt x="1222091" y="0"/>
                    </a:lnTo>
                    <a:lnTo>
                      <a:pt x="1260884" y="0"/>
                    </a:lnTo>
                    <a:lnTo>
                      <a:pt x="1299677" y="0"/>
                    </a:lnTo>
                    <a:lnTo>
                      <a:pt x="1338470" y="0"/>
                    </a:lnTo>
                    <a:lnTo>
                      <a:pt x="1377263" y="0"/>
                    </a:lnTo>
                    <a:lnTo>
                      <a:pt x="1416056" y="0"/>
                    </a:lnTo>
                    <a:lnTo>
                      <a:pt x="1454849" y="0"/>
                    </a:lnTo>
                    <a:lnTo>
                      <a:pt x="1493642" y="0"/>
                    </a:lnTo>
                    <a:lnTo>
                      <a:pt x="1532435" y="0"/>
                    </a:lnTo>
                    <a:lnTo>
                      <a:pt x="1571228" y="0"/>
                    </a:lnTo>
                    <a:lnTo>
                      <a:pt x="1610021" y="0"/>
                    </a:lnTo>
                    <a:lnTo>
                      <a:pt x="1648815" y="0"/>
                    </a:lnTo>
                    <a:lnTo>
                      <a:pt x="1687608" y="0"/>
                    </a:lnTo>
                    <a:lnTo>
                      <a:pt x="1726401" y="0"/>
                    </a:lnTo>
                    <a:lnTo>
                      <a:pt x="1765194" y="0"/>
                    </a:lnTo>
                    <a:lnTo>
                      <a:pt x="1803987" y="0"/>
                    </a:lnTo>
                    <a:lnTo>
                      <a:pt x="1842780" y="0"/>
                    </a:lnTo>
                    <a:lnTo>
                      <a:pt x="1881573" y="0"/>
                    </a:lnTo>
                    <a:lnTo>
                      <a:pt x="1920366" y="0"/>
                    </a:lnTo>
                    <a:lnTo>
                      <a:pt x="1959159" y="0"/>
                    </a:lnTo>
                    <a:lnTo>
                      <a:pt x="1997952" y="0"/>
                    </a:lnTo>
                    <a:lnTo>
                      <a:pt x="2036745" y="0"/>
                    </a:lnTo>
                    <a:lnTo>
                      <a:pt x="2075538" y="0"/>
                    </a:lnTo>
                    <a:lnTo>
                      <a:pt x="2114331" y="0"/>
                    </a:lnTo>
                    <a:lnTo>
                      <a:pt x="2153124" y="0"/>
                    </a:lnTo>
                    <a:lnTo>
                      <a:pt x="2191917" y="0"/>
                    </a:lnTo>
                    <a:lnTo>
                      <a:pt x="2230710" y="0"/>
                    </a:lnTo>
                    <a:lnTo>
                      <a:pt x="2269503" y="0"/>
                    </a:lnTo>
                    <a:lnTo>
                      <a:pt x="2308296" y="0"/>
                    </a:lnTo>
                    <a:lnTo>
                      <a:pt x="2347089" y="0"/>
                    </a:lnTo>
                    <a:lnTo>
                      <a:pt x="2385882" y="0"/>
                    </a:lnTo>
                    <a:lnTo>
                      <a:pt x="2424676" y="0"/>
                    </a:lnTo>
                    <a:lnTo>
                      <a:pt x="2463469" y="0"/>
                    </a:lnTo>
                    <a:lnTo>
                      <a:pt x="2502262" y="0"/>
                    </a:lnTo>
                    <a:lnTo>
                      <a:pt x="2541055" y="0"/>
                    </a:lnTo>
                    <a:lnTo>
                      <a:pt x="2579848" y="0"/>
                    </a:lnTo>
                    <a:lnTo>
                      <a:pt x="2618641" y="0"/>
                    </a:lnTo>
                    <a:lnTo>
                      <a:pt x="2657434" y="0"/>
                    </a:lnTo>
                    <a:lnTo>
                      <a:pt x="2696227" y="0"/>
                    </a:lnTo>
                    <a:lnTo>
                      <a:pt x="2735020" y="0"/>
                    </a:lnTo>
                    <a:lnTo>
                      <a:pt x="2773813" y="0"/>
                    </a:lnTo>
                    <a:lnTo>
                      <a:pt x="2812606" y="0"/>
                    </a:lnTo>
                    <a:lnTo>
                      <a:pt x="2851399" y="0"/>
                    </a:lnTo>
                    <a:lnTo>
                      <a:pt x="2890192" y="0"/>
                    </a:lnTo>
                    <a:lnTo>
                      <a:pt x="2928985" y="0"/>
                    </a:lnTo>
                    <a:lnTo>
                      <a:pt x="2967778" y="0"/>
                    </a:lnTo>
                    <a:lnTo>
                      <a:pt x="3006571" y="0"/>
                    </a:lnTo>
                    <a:lnTo>
                      <a:pt x="3045364" y="0"/>
                    </a:lnTo>
                    <a:lnTo>
                      <a:pt x="3084157" y="0"/>
                    </a:lnTo>
                    <a:lnTo>
                      <a:pt x="3122950" y="0"/>
                    </a:lnTo>
                    <a:lnTo>
                      <a:pt x="3161743" y="0"/>
                    </a:lnTo>
                    <a:lnTo>
                      <a:pt x="3200537" y="0"/>
                    </a:lnTo>
                    <a:lnTo>
                      <a:pt x="3239330" y="0"/>
                    </a:lnTo>
                    <a:lnTo>
                      <a:pt x="3278123" y="0"/>
                    </a:lnTo>
                    <a:lnTo>
                      <a:pt x="3316916" y="0"/>
                    </a:lnTo>
                    <a:lnTo>
                      <a:pt x="3355709" y="0"/>
                    </a:lnTo>
                    <a:lnTo>
                      <a:pt x="3394502" y="0"/>
                    </a:lnTo>
                    <a:lnTo>
                      <a:pt x="3433295" y="0"/>
                    </a:lnTo>
                    <a:lnTo>
                      <a:pt x="3472088" y="0"/>
                    </a:lnTo>
                    <a:lnTo>
                      <a:pt x="3501561" y="0"/>
                    </a:lnTo>
                    <a:lnTo>
                      <a:pt x="3501561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" name="ph20"/>
              <p:cNvSpPr/>
              <p:nvPr/>
            </p:nvSpPr>
            <p:spPr>
              <a:xfrm>
                <a:off x="3819257" y="59504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" name="ph21"/>
              <p:cNvSpPr/>
              <p:nvPr/>
            </p:nvSpPr>
            <p:spPr>
              <a:xfrm>
                <a:off x="3828641" y="59504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" name="ph22"/>
              <p:cNvSpPr/>
              <p:nvPr/>
            </p:nvSpPr>
            <p:spPr>
              <a:xfrm>
                <a:off x="3838026" y="59504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" name="ph23"/>
              <p:cNvSpPr/>
              <p:nvPr/>
            </p:nvSpPr>
            <p:spPr>
              <a:xfrm>
                <a:off x="3856794" y="59504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" name="ph24"/>
              <p:cNvSpPr/>
              <p:nvPr/>
            </p:nvSpPr>
            <p:spPr>
              <a:xfrm>
                <a:off x="3866178" y="59504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8ADAB">
                  <a:alpha val="100000"/>
                </a:srgbClr>
              </a:solidFill>
              <a:ln w="5420" cap="flat">
                <a:solidFill>
                  <a:srgbClr val="48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" name="ph25"/>
              <p:cNvSpPr/>
              <p:nvPr/>
            </p:nvSpPr>
            <p:spPr>
              <a:xfrm>
                <a:off x="3875563" y="59504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8ACAB">
                  <a:alpha val="100000"/>
                </a:srgbClr>
              </a:solidFill>
              <a:ln w="5420" cap="flat">
                <a:solidFill>
                  <a:srgbClr val="48A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" name="ph26"/>
              <p:cNvSpPr/>
              <p:nvPr/>
            </p:nvSpPr>
            <p:spPr>
              <a:xfrm>
                <a:off x="4307239" y="59504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" name="ph27"/>
              <p:cNvSpPr/>
              <p:nvPr/>
            </p:nvSpPr>
            <p:spPr>
              <a:xfrm>
                <a:off x="4316623" y="59504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" name="ph28"/>
              <p:cNvSpPr/>
              <p:nvPr/>
            </p:nvSpPr>
            <p:spPr>
              <a:xfrm>
                <a:off x="4326008" y="59504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" name="ph29"/>
              <p:cNvSpPr/>
              <p:nvPr/>
            </p:nvSpPr>
            <p:spPr>
              <a:xfrm>
                <a:off x="3800488" y="60658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" name="ph30"/>
              <p:cNvSpPr/>
              <p:nvPr/>
            </p:nvSpPr>
            <p:spPr>
              <a:xfrm>
                <a:off x="3809873" y="60658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" name="ph31"/>
              <p:cNvSpPr/>
              <p:nvPr/>
            </p:nvSpPr>
            <p:spPr>
              <a:xfrm>
                <a:off x="3819257" y="60658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" name="ph32"/>
              <p:cNvSpPr/>
              <p:nvPr/>
            </p:nvSpPr>
            <p:spPr>
              <a:xfrm>
                <a:off x="3828641" y="60658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" name="ph33"/>
              <p:cNvSpPr/>
              <p:nvPr/>
            </p:nvSpPr>
            <p:spPr>
              <a:xfrm>
                <a:off x="3838026" y="60658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" name="ph34"/>
              <p:cNvSpPr/>
              <p:nvPr/>
            </p:nvSpPr>
            <p:spPr>
              <a:xfrm>
                <a:off x="3847410" y="60658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8ADAB">
                  <a:alpha val="100000"/>
                </a:srgbClr>
              </a:solidFill>
              <a:ln w="5420" cap="flat">
                <a:solidFill>
                  <a:srgbClr val="48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" name="ph35"/>
              <p:cNvSpPr/>
              <p:nvPr/>
            </p:nvSpPr>
            <p:spPr>
              <a:xfrm>
                <a:off x="3856794" y="60658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" name="ph36"/>
              <p:cNvSpPr/>
              <p:nvPr/>
            </p:nvSpPr>
            <p:spPr>
              <a:xfrm>
                <a:off x="3866178" y="60658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" name="ph37"/>
              <p:cNvSpPr/>
              <p:nvPr/>
            </p:nvSpPr>
            <p:spPr>
              <a:xfrm>
                <a:off x="3875563" y="60658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" name="ph38"/>
              <p:cNvSpPr/>
              <p:nvPr/>
            </p:nvSpPr>
            <p:spPr>
              <a:xfrm>
                <a:off x="4297855" y="60658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" name="ph39"/>
              <p:cNvSpPr/>
              <p:nvPr/>
            </p:nvSpPr>
            <p:spPr>
              <a:xfrm>
                <a:off x="4307239" y="60658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" name="ph40"/>
              <p:cNvSpPr/>
              <p:nvPr/>
            </p:nvSpPr>
            <p:spPr>
              <a:xfrm>
                <a:off x="4316623" y="60658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" name="ph41"/>
              <p:cNvSpPr/>
              <p:nvPr/>
            </p:nvSpPr>
            <p:spPr>
              <a:xfrm>
                <a:off x="4326008" y="60658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" name="ph42"/>
              <p:cNvSpPr/>
              <p:nvPr/>
            </p:nvSpPr>
            <p:spPr>
              <a:xfrm>
                <a:off x="4335392" y="60658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" name="ph43"/>
              <p:cNvSpPr/>
              <p:nvPr/>
            </p:nvSpPr>
            <p:spPr>
              <a:xfrm>
                <a:off x="3791104" y="61811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" name="ph44"/>
              <p:cNvSpPr/>
              <p:nvPr/>
            </p:nvSpPr>
            <p:spPr>
              <a:xfrm>
                <a:off x="3800488" y="61811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" name="ph45"/>
              <p:cNvSpPr/>
              <p:nvPr/>
            </p:nvSpPr>
            <p:spPr>
              <a:xfrm>
                <a:off x="3809873" y="61811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" name="ph46"/>
              <p:cNvSpPr/>
              <p:nvPr/>
            </p:nvSpPr>
            <p:spPr>
              <a:xfrm>
                <a:off x="3819257" y="61811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" name="ph47"/>
              <p:cNvSpPr/>
              <p:nvPr/>
            </p:nvSpPr>
            <p:spPr>
              <a:xfrm>
                <a:off x="3828641" y="61811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8ADAB">
                  <a:alpha val="100000"/>
                </a:srgbClr>
              </a:solidFill>
              <a:ln w="5420" cap="flat">
                <a:solidFill>
                  <a:srgbClr val="48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8" name="ph48"/>
              <p:cNvSpPr/>
              <p:nvPr/>
            </p:nvSpPr>
            <p:spPr>
              <a:xfrm>
                <a:off x="3838026" y="61811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9" name="ph49"/>
              <p:cNvSpPr/>
              <p:nvPr/>
            </p:nvSpPr>
            <p:spPr>
              <a:xfrm>
                <a:off x="3847410" y="61811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0" name="ph50"/>
              <p:cNvSpPr/>
              <p:nvPr/>
            </p:nvSpPr>
            <p:spPr>
              <a:xfrm>
                <a:off x="3856794" y="61811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1" name="ph51"/>
              <p:cNvSpPr/>
              <p:nvPr/>
            </p:nvSpPr>
            <p:spPr>
              <a:xfrm>
                <a:off x="3866178" y="61811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8ABAA">
                  <a:alpha val="100000"/>
                </a:srgbClr>
              </a:solidFill>
              <a:ln w="5420" cap="flat">
                <a:solidFill>
                  <a:srgbClr val="48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2" name="ph52"/>
              <p:cNvSpPr/>
              <p:nvPr/>
            </p:nvSpPr>
            <p:spPr>
              <a:xfrm>
                <a:off x="3875563" y="61811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3" name="ph53"/>
              <p:cNvSpPr/>
              <p:nvPr/>
            </p:nvSpPr>
            <p:spPr>
              <a:xfrm>
                <a:off x="3884947" y="61811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4" name="ph54"/>
              <p:cNvSpPr/>
              <p:nvPr/>
            </p:nvSpPr>
            <p:spPr>
              <a:xfrm>
                <a:off x="4297855" y="61811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5" name="ph55"/>
              <p:cNvSpPr/>
              <p:nvPr/>
            </p:nvSpPr>
            <p:spPr>
              <a:xfrm>
                <a:off x="4307239" y="61811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6" name="ph56"/>
              <p:cNvSpPr/>
              <p:nvPr/>
            </p:nvSpPr>
            <p:spPr>
              <a:xfrm>
                <a:off x="4316623" y="61811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7AAAA">
                  <a:alpha val="100000"/>
                </a:srgbClr>
              </a:solidFill>
              <a:ln w="5420" cap="flat">
                <a:solidFill>
                  <a:srgbClr val="47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7" name="ph57"/>
              <p:cNvSpPr/>
              <p:nvPr/>
            </p:nvSpPr>
            <p:spPr>
              <a:xfrm>
                <a:off x="4326008" y="61811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7AAAA">
                  <a:alpha val="100000"/>
                </a:srgbClr>
              </a:solidFill>
              <a:ln w="5420" cap="flat">
                <a:solidFill>
                  <a:srgbClr val="47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8" name="ph58"/>
              <p:cNvSpPr/>
              <p:nvPr/>
            </p:nvSpPr>
            <p:spPr>
              <a:xfrm>
                <a:off x="4335392" y="61811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9" name="ph59"/>
              <p:cNvSpPr/>
              <p:nvPr/>
            </p:nvSpPr>
            <p:spPr>
              <a:xfrm>
                <a:off x="3744183" y="62964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0" name="ph60"/>
              <p:cNvSpPr/>
              <p:nvPr/>
            </p:nvSpPr>
            <p:spPr>
              <a:xfrm>
                <a:off x="3753567" y="62964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1" name="ph61"/>
              <p:cNvSpPr/>
              <p:nvPr/>
            </p:nvSpPr>
            <p:spPr>
              <a:xfrm>
                <a:off x="3762951" y="62964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2" name="ph62"/>
              <p:cNvSpPr/>
              <p:nvPr/>
            </p:nvSpPr>
            <p:spPr>
              <a:xfrm>
                <a:off x="3772336" y="62964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3" name="ph63"/>
              <p:cNvSpPr/>
              <p:nvPr/>
            </p:nvSpPr>
            <p:spPr>
              <a:xfrm>
                <a:off x="3781720" y="62964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4" name="ph64"/>
              <p:cNvSpPr/>
              <p:nvPr/>
            </p:nvSpPr>
            <p:spPr>
              <a:xfrm>
                <a:off x="3791104" y="62964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5" name="ph65"/>
              <p:cNvSpPr/>
              <p:nvPr/>
            </p:nvSpPr>
            <p:spPr>
              <a:xfrm>
                <a:off x="3800488" y="62964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6" name="ph66"/>
              <p:cNvSpPr/>
              <p:nvPr/>
            </p:nvSpPr>
            <p:spPr>
              <a:xfrm>
                <a:off x="3809873" y="62964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7" name="ph67"/>
              <p:cNvSpPr/>
              <p:nvPr/>
            </p:nvSpPr>
            <p:spPr>
              <a:xfrm>
                <a:off x="3819257" y="62964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8" name="ph68"/>
              <p:cNvSpPr/>
              <p:nvPr/>
            </p:nvSpPr>
            <p:spPr>
              <a:xfrm>
                <a:off x="3828641" y="62964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9" name="ph69"/>
              <p:cNvSpPr/>
              <p:nvPr/>
            </p:nvSpPr>
            <p:spPr>
              <a:xfrm>
                <a:off x="3838026" y="62964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0" name="ph70"/>
              <p:cNvSpPr/>
              <p:nvPr/>
            </p:nvSpPr>
            <p:spPr>
              <a:xfrm>
                <a:off x="3847410" y="62964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8ABAA">
                  <a:alpha val="100000"/>
                </a:srgbClr>
              </a:solidFill>
              <a:ln w="5420" cap="flat">
                <a:solidFill>
                  <a:srgbClr val="48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1" name="ph71"/>
              <p:cNvSpPr/>
              <p:nvPr/>
            </p:nvSpPr>
            <p:spPr>
              <a:xfrm>
                <a:off x="3856794" y="62964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2" name="ph72"/>
              <p:cNvSpPr/>
              <p:nvPr/>
            </p:nvSpPr>
            <p:spPr>
              <a:xfrm>
                <a:off x="3866178" y="62964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3" name="ph73"/>
              <p:cNvSpPr/>
              <p:nvPr/>
            </p:nvSpPr>
            <p:spPr>
              <a:xfrm>
                <a:off x="3875563" y="62964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4" name="ph74"/>
              <p:cNvSpPr/>
              <p:nvPr/>
            </p:nvSpPr>
            <p:spPr>
              <a:xfrm>
                <a:off x="4307239" y="62964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5" name="ph75"/>
              <p:cNvSpPr/>
              <p:nvPr/>
            </p:nvSpPr>
            <p:spPr>
              <a:xfrm>
                <a:off x="4316623" y="62964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6" name="ph76"/>
              <p:cNvSpPr/>
              <p:nvPr/>
            </p:nvSpPr>
            <p:spPr>
              <a:xfrm>
                <a:off x="4326008" y="62964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7" name="ph77"/>
              <p:cNvSpPr/>
              <p:nvPr/>
            </p:nvSpPr>
            <p:spPr>
              <a:xfrm>
                <a:off x="3716030" y="64117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8" name="ph78"/>
              <p:cNvSpPr/>
              <p:nvPr/>
            </p:nvSpPr>
            <p:spPr>
              <a:xfrm>
                <a:off x="3725414" y="64117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9" name="ph79"/>
              <p:cNvSpPr/>
              <p:nvPr/>
            </p:nvSpPr>
            <p:spPr>
              <a:xfrm>
                <a:off x="3734799" y="64117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0" name="ph80"/>
              <p:cNvSpPr/>
              <p:nvPr/>
            </p:nvSpPr>
            <p:spPr>
              <a:xfrm>
                <a:off x="3744183" y="64117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1" name="ph81"/>
              <p:cNvSpPr/>
              <p:nvPr/>
            </p:nvSpPr>
            <p:spPr>
              <a:xfrm>
                <a:off x="3753567" y="64117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2" name="ph82"/>
              <p:cNvSpPr/>
              <p:nvPr/>
            </p:nvSpPr>
            <p:spPr>
              <a:xfrm>
                <a:off x="3762951" y="64117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3" name="ph83"/>
              <p:cNvSpPr/>
              <p:nvPr/>
            </p:nvSpPr>
            <p:spPr>
              <a:xfrm>
                <a:off x="3772336" y="64117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4" name="ph84"/>
              <p:cNvSpPr/>
              <p:nvPr/>
            </p:nvSpPr>
            <p:spPr>
              <a:xfrm>
                <a:off x="3781720" y="64117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5" name="ph85"/>
              <p:cNvSpPr/>
              <p:nvPr/>
            </p:nvSpPr>
            <p:spPr>
              <a:xfrm>
                <a:off x="3791104" y="64117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6" name="ph86"/>
              <p:cNvSpPr/>
              <p:nvPr/>
            </p:nvSpPr>
            <p:spPr>
              <a:xfrm>
                <a:off x="3800488" y="64117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7" name="ph87"/>
              <p:cNvSpPr/>
              <p:nvPr/>
            </p:nvSpPr>
            <p:spPr>
              <a:xfrm>
                <a:off x="3809873" y="64117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8ADAB">
                  <a:alpha val="100000"/>
                </a:srgbClr>
              </a:solidFill>
              <a:ln w="5420" cap="flat">
                <a:solidFill>
                  <a:srgbClr val="48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8" name="ph88"/>
              <p:cNvSpPr/>
              <p:nvPr/>
            </p:nvSpPr>
            <p:spPr>
              <a:xfrm>
                <a:off x="3819257" y="64117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9" name="ph89"/>
              <p:cNvSpPr/>
              <p:nvPr/>
            </p:nvSpPr>
            <p:spPr>
              <a:xfrm>
                <a:off x="3828641" y="64117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0" name="ph90"/>
              <p:cNvSpPr/>
              <p:nvPr/>
            </p:nvSpPr>
            <p:spPr>
              <a:xfrm>
                <a:off x="3838026" y="64117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1" name="ph91"/>
              <p:cNvSpPr/>
              <p:nvPr/>
            </p:nvSpPr>
            <p:spPr>
              <a:xfrm>
                <a:off x="3847410" y="64117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2" name="ph92"/>
              <p:cNvSpPr/>
              <p:nvPr/>
            </p:nvSpPr>
            <p:spPr>
              <a:xfrm>
                <a:off x="3856794" y="64117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3" name="ph93"/>
              <p:cNvSpPr/>
              <p:nvPr/>
            </p:nvSpPr>
            <p:spPr>
              <a:xfrm>
                <a:off x="3866178" y="64117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7AAAA">
                  <a:alpha val="100000"/>
                </a:srgbClr>
              </a:solidFill>
              <a:ln w="5420" cap="flat">
                <a:solidFill>
                  <a:srgbClr val="47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4" name="ph94"/>
              <p:cNvSpPr/>
              <p:nvPr/>
            </p:nvSpPr>
            <p:spPr>
              <a:xfrm>
                <a:off x="4316623" y="64117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5" name="ph95"/>
              <p:cNvSpPr/>
              <p:nvPr/>
            </p:nvSpPr>
            <p:spPr>
              <a:xfrm>
                <a:off x="3706646" y="652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6" name="ph96"/>
              <p:cNvSpPr/>
              <p:nvPr/>
            </p:nvSpPr>
            <p:spPr>
              <a:xfrm>
                <a:off x="3716030" y="652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7" name="ph97"/>
              <p:cNvSpPr/>
              <p:nvPr/>
            </p:nvSpPr>
            <p:spPr>
              <a:xfrm>
                <a:off x="3725414" y="652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8" name="ph98"/>
              <p:cNvSpPr/>
              <p:nvPr/>
            </p:nvSpPr>
            <p:spPr>
              <a:xfrm>
                <a:off x="3734799" y="652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9" name="ph99"/>
              <p:cNvSpPr/>
              <p:nvPr/>
            </p:nvSpPr>
            <p:spPr>
              <a:xfrm>
                <a:off x="3744183" y="652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0" name="ph100"/>
              <p:cNvSpPr/>
              <p:nvPr/>
            </p:nvSpPr>
            <p:spPr>
              <a:xfrm>
                <a:off x="3753567" y="652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1" name="ph101"/>
              <p:cNvSpPr/>
              <p:nvPr/>
            </p:nvSpPr>
            <p:spPr>
              <a:xfrm>
                <a:off x="3762951" y="652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2" name="ph102"/>
              <p:cNvSpPr/>
              <p:nvPr/>
            </p:nvSpPr>
            <p:spPr>
              <a:xfrm>
                <a:off x="3772336" y="652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3" name="ph103"/>
              <p:cNvSpPr/>
              <p:nvPr/>
            </p:nvSpPr>
            <p:spPr>
              <a:xfrm>
                <a:off x="3781720" y="652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4" name="ph104"/>
              <p:cNvSpPr/>
              <p:nvPr/>
            </p:nvSpPr>
            <p:spPr>
              <a:xfrm>
                <a:off x="3791104" y="652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5" name="ph105"/>
              <p:cNvSpPr/>
              <p:nvPr/>
            </p:nvSpPr>
            <p:spPr>
              <a:xfrm>
                <a:off x="3800488" y="652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8ACAB">
                  <a:alpha val="100000"/>
                </a:srgbClr>
              </a:solidFill>
              <a:ln w="5420" cap="flat">
                <a:solidFill>
                  <a:srgbClr val="48A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6" name="ph106"/>
              <p:cNvSpPr/>
              <p:nvPr/>
            </p:nvSpPr>
            <p:spPr>
              <a:xfrm>
                <a:off x="3809873" y="652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7" name="ph107"/>
              <p:cNvSpPr/>
              <p:nvPr/>
            </p:nvSpPr>
            <p:spPr>
              <a:xfrm>
                <a:off x="3819257" y="652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8" name="ph108"/>
              <p:cNvSpPr/>
              <p:nvPr/>
            </p:nvSpPr>
            <p:spPr>
              <a:xfrm>
                <a:off x="3828641" y="652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9" name="ph109"/>
              <p:cNvSpPr/>
              <p:nvPr/>
            </p:nvSpPr>
            <p:spPr>
              <a:xfrm>
                <a:off x="3838026" y="652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0" name="ph110"/>
              <p:cNvSpPr/>
              <p:nvPr/>
            </p:nvSpPr>
            <p:spPr>
              <a:xfrm>
                <a:off x="3687877" y="664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1" name="ph111"/>
              <p:cNvSpPr/>
              <p:nvPr/>
            </p:nvSpPr>
            <p:spPr>
              <a:xfrm>
                <a:off x="3697262" y="664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2" name="ph112"/>
              <p:cNvSpPr/>
              <p:nvPr/>
            </p:nvSpPr>
            <p:spPr>
              <a:xfrm>
                <a:off x="3706646" y="664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CB0AB">
                  <a:alpha val="100000"/>
                </a:srgbClr>
              </a:solidFill>
              <a:ln w="5420" cap="flat">
                <a:solidFill>
                  <a:srgbClr val="4C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3" name="ph113"/>
              <p:cNvSpPr/>
              <p:nvPr/>
            </p:nvSpPr>
            <p:spPr>
              <a:xfrm>
                <a:off x="3716030" y="664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4" name="ph114"/>
              <p:cNvSpPr/>
              <p:nvPr/>
            </p:nvSpPr>
            <p:spPr>
              <a:xfrm>
                <a:off x="3725414" y="664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5" name="ph115"/>
              <p:cNvSpPr/>
              <p:nvPr/>
            </p:nvSpPr>
            <p:spPr>
              <a:xfrm>
                <a:off x="3734799" y="664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6" name="ph116"/>
              <p:cNvSpPr/>
              <p:nvPr/>
            </p:nvSpPr>
            <p:spPr>
              <a:xfrm>
                <a:off x="3744183" y="664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7" name="ph117"/>
              <p:cNvSpPr/>
              <p:nvPr/>
            </p:nvSpPr>
            <p:spPr>
              <a:xfrm>
                <a:off x="3753567" y="664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8" name="ph118"/>
              <p:cNvSpPr/>
              <p:nvPr/>
            </p:nvSpPr>
            <p:spPr>
              <a:xfrm>
                <a:off x="3762951" y="664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9" name="ph119"/>
              <p:cNvSpPr/>
              <p:nvPr/>
            </p:nvSpPr>
            <p:spPr>
              <a:xfrm>
                <a:off x="3772336" y="664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0" name="ph120"/>
              <p:cNvSpPr/>
              <p:nvPr/>
            </p:nvSpPr>
            <p:spPr>
              <a:xfrm>
                <a:off x="3781720" y="664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1" name="ph121"/>
              <p:cNvSpPr/>
              <p:nvPr/>
            </p:nvSpPr>
            <p:spPr>
              <a:xfrm>
                <a:off x="3791104" y="664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2" name="ph122"/>
              <p:cNvSpPr/>
              <p:nvPr/>
            </p:nvSpPr>
            <p:spPr>
              <a:xfrm>
                <a:off x="3800488" y="664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3" name="ph123"/>
              <p:cNvSpPr/>
              <p:nvPr/>
            </p:nvSpPr>
            <p:spPr>
              <a:xfrm>
                <a:off x="3809873" y="664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4" name="ph124"/>
              <p:cNvSpPr/>
              <p:nvPr/>
            </p:nvSpPr>
            <p:spPr>
              <a:xfrm>
                <a:off x="3659724" y="675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5" name="ph125"/>
              <p:cNvSpPr/>
              <p:nvPr/>
            </p:nvSpPr>
            <p:spPr>
              <a:xfrm>
                <a:off x="3669109" y="675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6" name="ph126"/>
              <p:cNvSpPr/>
              <p:nvPr/>
            </p:nvSpPr>
            <p:spPr>
              <a:xfrm>
                <a:off x="3678493" y="675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7" name="ph127"/>
              <p:cNvSpPr/>
              <p:nvPr/>
            </p:nvSpPr>
            <p:spPr>
              <a:xfrm>
                <a:off x="3687877" y="675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8" name="ph128"/>
              <p:cNvSpPr/>
              <p:nvPr/>
            </p:nvSpPr>
            <p:spPr>
              <a:xfrm>
                <a:off x="3697262" y="675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9" name="ph129"/>
              <p:cNvSpPr/>
              <p:nvPr/>
            </p:nvSpPr>
            <p:spPr>
              <a:xfrm>
                <a:off x="3706646" y="675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0" name="ph130"/>
              <p:cNvSpPr/>
              <p:nvPr/>
            </p:nvSpPr>
            <p:spPr>
              <a:xfrm>
                <a:off x="3716030" y="675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1" name="ph131"/>
              <p:cNvSpPr/>
              <p:nvPr/>
            </p:nvSpPr>
            <p:spPr>
              <a:xfrm>
                <a:off x="3725414" y="675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2" name="ph132"/>
              <p:cNvSpPr/>
              <p:nvPr/>
            </p:nvSpPr>
            <p:spPr>
              <a:xfrm>
                <a:off x="3734799" y="675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3" name="ph133"/>
              <p:cNvSpPr/>
              <p:nvPr/>
            </p:nvSpPr>
            <p:spPr>
              <a:xfrm>
                <a:off x="3744183" y="675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4" name="ph134"/>
              <p:cNvSpPr/>
              <p:nvPr/>
            </p:nvSpPr>
            <p:spPr>
              <a:xfrm>
                <a:off x="3753567" y="675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5" name="ph135"/>
              <p:cNvSpPr/>
              <p:nvPr/>
            </p:nvSpPr>
            <p:spPr>
              <a:xfrm>
                <a:off x="3762951" y="675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6" name="ph136"/>
              <p:cNvSpPr/>
              <p:nvPr/>
            </p:nvSpPr>
            <p:spPr>
              <a:xfrm>
                <a:off x="3772336" y="675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7" name="ph137"/>
              <p:cNvSpPr/>
              <p:nvPr/>
            </p:nvSpPr>
            <p:spPr>
              <a:xfrm>
                <a:off x="3781720" y="675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8" name="ph138"/>
              <p:cNvSpPr/>
              <p:nvPr/>
            </p:nvSpPr>
            <p:spPr>
              <a:xfrm>
                <a:off x="3640956" y="687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9" name="ph139"/>
              <p:cNvSpPr/>
              <p:nvPr/>
            </p:nvSpPr>
            <p:spPr>
              <a:xfrm>
                <a:off x="3650340" y="687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0" name="ph140"/>
              <p:cNvSpPr/>
              <p:nvPr/>
            </p:nvSpPr>
            <p:spPr>
              <a:xfrm>
                <a:off x="3659724" y="687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1" name="ph141"/>
              <p:cNvSpPr/>
              <p:nvPr/>
            </p:nvSpPr>
            <p:spPr>
              <a:xfrm>
                <a:off x="3669109" y="687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CB2AB">
                  <a:alpha val="100000"/>
                </a:srgbClr>
              </a:solidFill>
              <a:ln w="5420" cap="flat">
                <a:solidFill>
                  <a:srgbClr val="4C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2" name="ph142"/>
              <p:cNvSpPr/>
              <p:nvPr/>
            </p:nvSpPr>
            <p:spPr>
              <a:xfrm>
                <a:off x="3678493" y="687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3" name="ph143"/>
              <p:cNvSpPr/>
              <p:nvPr/>
            </p:nvSpPr>
            <p:spPr>
              <a:xfrm>
                <a:off x="3687877" y="687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4" name="ph144"/>
              <p:cNvSpPr/>
              <p:nvPr/>
            </p:nvSpPr>
            <p:spPr>
              <a:xfrm>
                <a:off x="3697262" y="687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5" name="ph145"/>
              <p:cNvSpPr/>
              <p:nvPr/>
            </p:nvSpPr>
            <p:spPr>
              <a:xfrm>
                <a:off x="3706646" y="687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6" name="ph146"/>
              <p:cNvSpPr/>
              <p:nvPr/>
            </p:nvSpPr>
            <p:spPr>
              <a:xfrm>
                <a:off x="3716030" y="687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7" name="ph147"/>
              <p:cNvSpPr/>
              <p:nvPr/>
            </p:nvSpPr>
            <p:spPr>
              <a:xfrm>
                <a:off x="3725414" y="687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8" name="ph148"/>
              <p:cNvSpPr/>
              <p:nvPr/>
            </p:nvSpPr>
            <p:spPr>
              <a:xfrm>
                <a:off x="3734799" y="687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9" name="ph149"/>
              <p:cNvSpPr/>
              <p:nvPr/>
            </p:nvSpPr>
            <p:spPr>
              <a:xfrm>
                <a:off x="3744183" y="687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0" name="ph150"/>
              <p:cNvSpPr/>
              <p:nvPr/>
            </p:nvSpPr>
            <p:spPr>
              <a:xfrm>
                <a:off x="3631572" y="69883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1" name="ph151"/>
              <p:cNvSpPr/>
              <p:nvPr/>
            </p:nvSpPr>
            <p:spPr>
              <a:xfrm>
                <a:off x="3640956" y="69883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2" name="ph152"/>
              <p:cNvSpPr/>
              <p:nvPr/>
            </p:nvSpPr>
            <p:spPr>
              <a:xfrm>
                <a:off x="3650340" y="69883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3" name="ph153"/>
              <p:cNvSpPr/>
              <p:nvPr/>
            </p:nvSpPr>
            <p:spPr>
              <a:xfrm>
                <a:off x="3659724" y="69883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4" name="ph154"/>
              <p:cNvSpPr/>
              <p:nvPr/>
            </p:nvSpPr>
            <p:spPr>
              <a:xfrm>
                <a:off x="3669109" y="69883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5" name="ph155"/>
              <p:cNvSpPr/>
              <p:nvPr/>
            </p:nvSpPr>
            <p:spPr>
              <a:xfrm>
                <a:off x="3678493" y="69883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6" name="ph156"/>
              <p:cNvSpPr/>
              <p:nvPr/>
            </p:nvSpPr>
            <p:spPr>
              <a:xfrm>
                <a:off x="3687877" y="69883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7" name="ph157"/>
              <p:cNvSpPr/>
              <p:nvPr/>
            </p:nvSpPr>
            <p:spPr>
              <a:xfrm>
                <a:off x="3697262" y="69883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8" name="ph158"/>
              <p:cNvSpPr/>
              <p:nvPr/>
            </p:nvSpPr>
            <p:spPr>
              <a:xfrm>
                <a:off x="3706646" y="69883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9" name="ph159"/>
              <p:cNvSpPr/>
              <p:nvPr/>
            </p:nvSpPr>
            <p:spPr>
              <a:xfrm>
                <a:off x="3716030" y="69883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0" name="ph160"/>
              <p:cNvSpPr/>
              <p:nvPr/>
            </p:nvSpPr>
            <p:spPr>
              <a:xfrm>
                <a:off x="3725414" y="69883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1" name="ph161"/>
              <p:cNvSpPr/>
              <p:nvPr/>
            </p:nvSpPr>
            <p:spPr>
              <a:xfrm>
                <a:off x="3622187" y="71036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2" name="ph162"/>
              <p:cNvSpPr/>
              <p:nvPr/>
            </p:nvSpPr>
            <p:spPr>
              <a:xfrm>
                <a:off x="3631572" y="71036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3" name="ph163"/>
              <p:cNvSpPr/>
              <p:nvPr/>
            </p:nvSpPr>
            <p:spPr>
              <a:xfrm>
                <a:off x="3640956" y="71036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4" name="ph164"/>
              <p:cNvSpPr/>
              <p:nvPr/>
            </p:nvSpPr>
            <p:spPr>
              <a:xfrm>
                <a:off x="3650340" y="71036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5" name="ph165"/>
              <p:cNvSpPr/>
              <p:nvPr/>
            </p:nvSpPr>
            <p:spPr>
              <a:xfrm>
                <a:off x="3659724" y="71036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6" name="ph166"/>
              <p:cNvSpPr/>
              <p:nvPr/>
            </p:nvSpPr>
            <p:spPr>
              <a:xfrm>
                <a:off x="3669109" y="71036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7" name="ph167"/>
              <p:cNvSpPr/>
              <p:nvPr/>
            </p:nvSpPr>
            <p:spPr>
              <a:xfrm>
                <a:off x="3678493" y="71036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8" name="ph168"/>
              <p:cNvSpPr/>
              <p:nvPr/>
            </p:nvSpPr>
            <p:spPr>
              <a:xfrm>
                <a:off x="3687877" y="71036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9" name="ph169"/>
              <p:cNvSpPr/>
              <p:nvPr/>
            </p:nvSpPr>
            <p:spPr>
              <a:xfrm>
                <a:off x="3697262" y="71036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0" name="ph170"/>
              <p:cNvSpPr/>
              <p:nvPr/>
            </p:nvSpPr>
            <p:spPr>
              <a:xfrm>
                <a:off x="3706646" y="71036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1" name="ph171"/>
              <p:cNvSpPr/>
              <p:nvPr/>
            </p:nvSpPr>
            <p:spPr>
              <a:xfrm>
                <a:off x="3612803" y="72189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2" name="ph172"/>
              <p:cNvSpPr/>
              <p:nvPr/>
            </p:nvSpPr>
            <p:spPr>
              <a:xfrm>
                <a:off x="3622187" y="72189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3" name="ph173"/>
              <p:cNvSpPr/>
              <p:nvPr/>
            </p:nvSpPr>
            <p:spPr>
              <a:xfrm>
                <a:off x="3631572" y="72189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4" name="ph174"/>
              <p:cNvSpPr/>
              <p:nvPr/>
            </p:nvSpPr>
            <p:spPr>
              <a:xfrm>
                <a:off x="3640956" y="72189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5" name="ph175"/>
              <p:cNvSpPr/>
              <p:nvPr/>
            </p:nvSpPr>
            <p:spPr>
              <a:xfrm>
                <a:off x="3650340" y="72189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6" name="ph176"/>
              <p:cNvSpPr/>
              <p:nvPr/>
            </p:nvSpPr>
            <p:spPr>
              <a:xfrm>
                <a:off x="3659724" y="72189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7" name="ph177"/>
              <p:cNvSpPr/>
              <p:nvPr/>
            </p:nvSpPr>
            <p:spPr>
              <a:xfrm>
                <a:off x="3669109" y="72189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8" name="ph178"/>
              <p:cNvSpPr/>
              <p:nvPr/>
            </p:nvSpPr>
            <p:spPr>
              <a:xfrm>
                <a:off x="3678493" y="72189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9" name="ph179"/>
              <p:cNvSpPr/>
              <p:nvPr/>
            </p:nvSpPr>
            <p:spPr>
              <a:xfrm>
                <a:off x="3687877" y="72189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0" name="ph180"/>
              <p:cNvSpPr/>
              <p:nvPr/>
            </p:nvSpPr>
            <p:spPr>
              <a:xfrm>
                <a:off x="3584650" y="73343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6AB">
                  <a:alpha val="100000"/>
                </a:srgbClr>
              </a:solidFill>
              <a:ln w="5420" cap="flat">
                <a:solidFill>
                  <a:srgbClr val="4F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1" name="ph181"/>
              <p:cNvSpPr/>
              <p:nvPr/>
            </p:nvSpPr>
            <p:spPr>
              <a:xfrm>
                <a:off x="3594035" y="73343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2" name="ph182"/>
              <p:cNvSpPr/>
              <p:nvPr/>
            </p:nvSpPr>
            <p:spPr>
              <a:xfrm>
                <a:off x="3603419" y="73343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3" name="ph183"/>
              <p:cNvSpPr/>
              <p:nvPr/>
            </p:nvSpPr>
            <p:spPr>
              <a:xfrm>
                <a:off x="3612803" y="73343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4" name="ph184"/>
              <p:cNvSpPr/>
              <p:nvPr/>
            </p:nvSpPr>
            <p:spPr>
              <a:xfrm>
                <a:off x="3622187" y="73343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5" name="ph185"/>
              <p:cNvSpPr/>
              <p:nvPr/>
            </p:nvSpPr>
            <p:spPr>
              <a:xfrm>
                <a:off x="3631572" y="73343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6" name="ph186"/>
              <p:cNvSpPr/>
              <p:nvPr/>
            </p:nvSpPr>
            <p:spPr>
              <a:xfrm>
                <a:off x="3640956" y="73343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7" name="ph187"/>
              <p:cNvSpPr/>
              <p:nvPr/>
            </p:nvSpPr>
            <p:spPr>
              <a:xfrm>
                <a:off x="3650340" y="73343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CB2AB">
                  <a:alpha val="100000"/>
                </a:srgbClr>
              </a:solidFill>
              <a:ln w="5420" cap="flat">
                <a:solidFill>
                  <a:srgbClr val="4C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8" name="ph188"/>
              <p:cNvSpPr/>
              <p:nvPr/>
            </p:nvSpPr>
            <p:spPr>
              <a:xfrm>
                <a:off x="3659724" y="73343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9" name="ph189"/>
              <p:cNvSpPr/>
              <p:nvPr/>
            </p:nvSpPr>
            <p:spPr>
              <a:xfrm>
                <a:off x="3669109" y="73343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0" name="ph190"/>
              <p:cNvSpPr/>
              <p:nvPr/>
            </p:nvSpPr>
            <p:spPr>
              <a:xfrm>
                <a:off x="3575266" y="74496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1" name="ph191"/>
              <p:cNvSpPr/>
              <p:nvPr/>
            </p:nvSpPr>
            <p:spPr>
              <a:xfrm>
                <a:off x="3584650" y="74496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2" name="ph192"/>
              <p:cNvSpPr/>
              <p:nvPr/>
            </p:nvSpPr>
            <p:spPr>
              <a:xfrm>
                <a:off x="3594035" y="74496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3" name="ph193"/>
              <p:cNvSpPr/>
              <p:nvPr/>
            </p:nvSpPr>
            <p:spPr>
              <a:xfrm>
                <a:off x="3603419" y="74496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4" name="ph194"/>
              <p:cNvSpPr/>
              <p:nvPr/>
            </p:nvSpPr>
            <p:spPr>
              <a:xfrm>
                <a:off x="3612803" y="74496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5" name="ph195"/>
              <p:cNvSpPr/>
              <p:nvPr/>
            </p:nvSpPr>
            <p:spPr>
              <a:xfrm>
                <a:off x="3622187" y="74496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6" name="ph196"/>
              <p:cNvSpPr/>
              <p:nvPr/>
            </p:nvSpPr>
            <p:spPr>
              <a:xfrm>
                <a:off x="3631572" y="74496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7" name="ph197"/>
              <p:cNvSpPr/>
              <p:nvPr/>
            </p:nvSpPr>
            <p:spPr>
              <a:xfrm>
                <a:off x="3640956" y="74496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8" name="ph198"/>
              <p:cNvSpPr/>
              <p:nvPr/>
            </p:nvSpPr>
            <p:spPr>
              <a:xfrm>
                <a:off x="3650340" y="74496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CB2AB">
                  <a:alpha val="100000"/>
                </a:srgbClr>
              </a:solidFill>
              <a:ln w="5420" cap="flat">
                <a:solidFill>
                  <a:srgbClr val="4C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9" name="ph199"/>
              <p:cNvSpPr/>
              <p:nvPr/>
            </p:nvSpPr>
            <p:spPr>
              <a:xfrm>
                <a:off x="4335392" y="74496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0" name="ph200"/>
              <p:cNvSpPr/>
              <p:nvPr/>
            </p:nvSpPr>
            <p:spPr>
              <a:xfrm>
                <a:off x="3528345" y="75649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1" name="ph201"/>
              <p:cNvSpPr/>
              <p:nvPr/>
            </p:nvSpPr>
            <p:spPr>
              <a:xfrm>
                <a:off x="3537729" y="75649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2" name="ph202"/>
              <p:cNvSpPr/>
              <p:nvPr/>
            </p:nvSpPr>
            <p:spPr>
              <a:xfrm>
                <a:off x="3547113" y="75649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3" name="ph203"/>
              <p:cNvSpPr/>
              <p:nvPr/>
            </p:nvSpPr>
            <p:spPr>
              <a:xfrm>
                <a:off x="3556497" y="75649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4" name="ph204"/>
              <p:cNvSpPr/>
              <p:nvPr/>
            </p:nvSpPr>
            <p:spPr>
              <a:xfrm>
                <a:off x="3565882" y="75649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5" name="ph205"/>
              <p:cNvSpPr/>
              <p:nvPr/>
            </p:nvSpPr>
            <p:spPr>
              <a:xfrm>
                <a:off x="3575266" y="75649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6" name="ph206"/>
              <p:cNvSpPr/>
              <p:nvPr/>
            </p:nvSpPr>
            <p:spPr>
              <a:xfrm>
                <a:off x="3584650" y="75649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7" name="ph207"/>
              <p:cNvSpPr/>
              <p:nvPr/>
            </p:nvSpPr>
            <p:spPr>
              <a:xfrm>
                <a:off x="3594035" y="75649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8" name="ph208"/>
              <p:cNvSpPr/>
              <p:nvPr/>
            </p:nvSpPr>
            <p:spPr>
              <a:xfrm>
                <a:off x="3603419" y="75649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4AB">
                  <a:alpha val="100000"/>
                </a:srgbClr>
              </a:solidFill>
              <a:ln w="5420" cap="flat">
                <a:solidFill>
                  <a:srgbClr val="4F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9" name="ph209"/>
              <p:cNvSpPr/>
              <p:nvPr/>
            </p:nvSpPr>
            <p:spPr>
              <a:xfrm>
                <a:off x="3612803" y="75649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0" name="ph210"/>
              <p:cNvSpPr/>
              <p:nvPr/>
            </p:nvSpPr>
            <p:spPr>
              <a:xfrm>
                <a:off x="3622187" y="75649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1" name="ph211"/>
              <p:cNvSpPr/>
              <p:nvPr/>
            </p:nvSpPr>
            <p:spPr>
              <a:xfrm>
                <a:off x="3631572" y="75649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2" name="ph212"/>
              <p:cNvSpPr/>
              <p:nvPr/>
            </p:nvSpPr>
            <p:spPr>
              <a:xfrm>
                <a:off x="3640956" y="75649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3" name="ph213"/>
              <p:cNvSpPr/>
              <p:nvPr/>
            </p:nvSpPr>
            <p:spPr>
              <a:xfrm>
                <a:off x="4307239" y="75649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4" name="ph214"/>
              <p:cNvSpPr/>
              <p:nvPr/>
            </p:nvSpPr>
            <p:spPr>
              <a:xfrm>
                <a:off x="4316623" y="75649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5" name="ph215"/>
              <p:cNvSpPr/>
              <p:nvPr/>
            </p:nvSpPr>
            <p:spPr>
              <a:xfrm>
                <a:off x="4326008" y="75649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6" name="ph216"/>
              <p:cNvSpPr/>
              <p:nvPr/>
            </p:nvSpPr>
            <p:spPr>
              <a:xfrm>
                <a:off x="4335392" y="75649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7" name="ph217"/>
              <p:cNvSpPr/>
              <p:nvPr/>
            </p:nvSpPr>
            <p:spPr>
              <a:xfrm>
                <a:off x="4344776" y="75649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8" name="ph218"/>
              <p:cNvSpPr/>
              <p:nvPr/>
            </p:nvSpPr>
            <p:spPr>
              <a:xfrm>
                <a:off x="3518960" y="768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9" name="ph219"/>
              <p:cNvSpPr/>
              <p:nvPr/>
            </p:nvSpPr>
            <p:spPr>
              <a:xfrm>
                <a:off x="3528345" y="768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0" name="ph220"/>
              <p:cNvSpPr/>
              <p:nvPr/>
            </p:nvSpPr>
            <p:spPr>
              <a:xfrm>
                <a:off x="3537729" y="768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1" name="ph221"/>
              <p:cNvSpPr/>
              <p:nvPr/>
            </p:nvSpPr>
            <p:spPr>
              <a:xfrm>
                <a:off x="3547113" y="768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2" name="ph222"/>
              <p:cNvSpPr/>
              <p:nvPr/>
            </p:nvSpPr>
            <p:spPr>
              <a:xfrm>
                <a:off x="3556497" y="768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3" name="ph223"/>
              <p:cNvSpPr/>
              <p:nvPr/>
            </p:nvSpPr>
            <p:spPr>
              <a:xfrm>
                <a:off x="3565882" y="768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4" name="ph224"/>
              <p:cNvSpPr/>
              <p:nvPr/>
            </p:nvSpPr>
            <p:spPr>
              <a:xfrm>
                <a:off x="3575266" y="768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5" name="ph225"/>
              <p:cNvSpPr/>
              <p:nvPr/>
            </p:nvSpPr>
            <p:spPr>
              <a:xfrm>
                <a:off x="3584650" y="768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6" name="ph226"/>
              <p:cNvSpPr/>
              <p:nvPr/>
            </p:nvSpPr>
            <p:spPr>
              <a:xfrm>
                <a:off x="3594035" y="768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7" name="ph227"/>
              <p:cNvSpPr/>
              <p:nvPr/>
            </p:nvSpPr>
            <p:spPr>
              <a:xfrm>
                <a:off x="3603419" y="768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4AB">
                  <a:alpha val="100000"/>
                </a:srgbClr>
              </a:solidFill>
              <a:ln w="5420" cap="flat">
                <a:solidFill>
                  <a:srgbClr val="4F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8" name="ph228"/>
              <p:cNvSpPr/>
              <p:nvPr/>
            </p:nvSpPr>
            <p:spPr>
              <a:xfrm>
                <a:off x="3612803" y="768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9" name="ph229"/>
              <p:cNvSpPr/>
              <p:nvPr/>
            </p:nvSpPr>
            <p:spPr>
              <a:xfrm>
                <a:off x="3622187" y="768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0" name="ph230"/>
              <p:cNvSpPr/>
              <p:nvPr/>
            </p:nvSpPr>
            <p:spPr>
              <a:xfrm>
                <a:off x="3631572" y="768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1" name="ph231"/>
              <p:cNvSpPr/>
              <p:nvPr/>
            </p:nvSpPr>
            <p:spPr>
              <a:xfrm>
                <a:off x="4232165" y="768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2" name="ph232"/>
              <p:cNvSpPr/>
              <p:nvPr/>
            </p:nvSpPr>
            <p:spPr>
              <a:xfrm>
                <a:off x="4241549" y="768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3" name="ph233"/>
              <p:cNvSpPr/>
              <p:nvPr/>
            </p:nvSpPr>
            <p:spPr>
              <a:xfrm>
                <a:off x="4250934" y="768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4" name="ph234"/>
              <p:cNvSpPr/>
              <p:nvPr/>
            </p:nvSpPr>
            <p:spPr>
              <a:xfrm>
                <a:off x="4260318" y="768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5" name="ph235"/>
              <p:cNvSpPr/>
              <p:nvPr/>
            </p:nvSpPr>
            <p:spPr>
              <a:xfrm>
                <a:off x="4288471" y="768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6" name="ph236"/>
              <p:cNvSpPr/>
              <p:nvPr/>
            </p:nvSpPr>
            <p:spPr>
              <a:xfrm>
                <a:off x="4297855" y="768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7" name="ph237"/>
              <p:cNvSpPr/>
              <p:nvPr/>
            </p:nvSpPr>
            <p:spPr>
              <a:xfrm>
                <a:off x="4307239" y="768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8" name="ph238"/>
              <p:cNvSpPr/>
              <p:nvPr/>
            </p:nvSpPr>
            <p:spPr>
              <a:xfrm>
                <a:off x="4316623" y="768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9" name="ph239"/>
              <p:cNvSpPr/>
              <p:nvPr/>
            </p:nvSpPr>
            <p:spPr>
              <a:xfrm>
                <a:off x="4326008" y="768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0" name="ph240"/>
              <p:cNvSpPr/>
              <p:nvPr/>
            </p:nvSpPr>
            <p:spPr>
              <a:xfrm>
                <a:off x="4335392" y="768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1" name="ph241"/>
              <p:cNvSpPr/>
              <p:nvPr/>
            </p:nvSpPr>
            <p:spPr>
              <a:xfrm>
                <a:off x="4344776" y="768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2" name="ph242"/>
              <p:cNvSpPr/>
              <p:nvPr/>
            </p:nvSpPr>
            <p:spPr>
              <a:xfrm>
                <a:off x="4354161" y="768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3" name="ph243"/>
              <p:cNvSpPr/>
              <p:nvPr/>
            </p:nvSpPr>
            <p:spPr>
              <a:xfrm>
                <a:off x="3518960" y="779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4" name="ph244"/>
              <p:cNvSpPr/>
              <p:nvPr/>
            </p:nvSpPr>
            <p:spPr>
              <a:xfrm>
                <a:off x="3528345" y="779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5" name="ph245"/>
              <p:cNvSpPr/>
              <p:nvPr/>
            </p:nvSpPr>
            <p:spPr>
              <a:xfrm>
                <a:off x="3537729" y="779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6" name="ph246"/>
              <p:cNvSpPr/>
              <p:nvPr/>
            </p:nvSpPr>
            <p:spPr>
              <a:xfrm>
                <a:off x="3547113" y="779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7" name="ph247"/>
              <p:cNvSpPr/>
              <p:nvPr/>
            </p:nvSpPr>
            <p:spPr>
              <a:xfrm>
                <a:off x="3556497" y="779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8" name="ph248"/>
              <p:cNvSpPr/>
              <p:nvPr/>
            </p:nvSpPr>
            <p:spPr>
              <a:xfrm>
                <a:off x="3565882" y="779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9" name="ph249"/>
              <p:cNvSpPr/>
              <p:nvPr/>
            </p:nvSpPr>
            <p:spPr>
              <a:xfrm>
                <a:off x="3575266" y="779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0" name="ph250"/>
              <p:cNvSpPr/>
              <p:nvPr/>
            </p:nvSpPr>
            <p:spPr>
              <a:xfrm>
                <a:off x="3584650" y="779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1" name="ph251"/>
              <p:cNvSpPr/>
              <p:nvPr/>
            </p:nvSpPr>
            <p:spPr>
              <a:xfrm>
                <a:off x="3594035" y="779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2" name="ph252"/>
              <p:cNvSpPr/>
              <p:nvPr/>
            </p:nvSpPr>
            <p:spPr>
              <a:xfrm>
                <a:off x="3603419" y="779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4AB">
                  <a:alpha val="100000"/>
                </a:srgbClr>
              </a:solidFill>
              <a:ln w="5420" cap="flat">
                <a:solidFill>
                  <a:srgbClr val="4F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3" name="ph253"/>
              <p:cNvSpPr/>
              <p:nvPr/>
            </p:nvSpPr>
            <p:spPr>
              <a:xfrm>
                <a:off x="3612803" y="779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4" name="ph254"/>
              <p:cNvSpPr/>
              <p:nvPr/>
            </p:nvSpPr>
            <p:spPr>
              <a:xfrm>
                <a:off x="3622187" y="779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5" name="ph255"/>
              <p:cNvSpPr/>
              <p:nvPr/>
            </p:nvSpPr>
            <p:spPr>
              <a:xfrm>
                <a:off x="4222781" y="779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6" name="ph256"/>
              <p:cNvSpPr/>
              <p:nvPr/>
            </p:nvSpPr>
            <p:spPr>
              <a:xfrm>
                <a:off x="4232165" y="779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7" name="ph257"/>
              <p:cNvSpPr/>
              <p:nvPr/>
            </p:nvSpPr>
            <p:spPr>
              <a:xfrm>
                <a:off x="4241549" y="779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8" name="ph258"/>
              <p:cNvSpPr/>
              <p:nvPr/>
            </p:nvSpPr>
            <p:spPr>
              <a:xfrm>
                <a:off x="4250934" y="779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9" name="ph259"/>
              <p:cNvSpPr/>
              <p:nvPr/>
            </p:nvSpPr>
            <p:spPr>
              <a:xfrm>
                <a:off x="4260318" y="779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0" name="ph260"/>
              <p:cNvSpPr/>
              <p:nvPr/>
            </p:nvSpPr>
            <p:spPr>
              <a:xfrm>
                <a:off x="4269702" y="779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1" name="ph261"/>
              <p:cNvSpPr/>
              <p:nvPr/>
            </p:nvSpPr>
            <p:spPr>
              <a:xfrm>
                <a:off x="4279086" y="779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2" name="ph262"/>
              <p:cNvSpPr/>
              <p:nvPr/>
            </p:nvSpPr>
            <p:spPr>
              <a:xfrm>
                <a:off x="4288471" y="779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3" name="ph263"/>
              <p:cNvSpPr/>
              <p:nvPr/>
            </p:nvSpPr>
            <p:spPr>
              <a:xfrm>
                <a:off x="4297855" y="779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4" name="ph264"/>
              <p:cNvSpPr/>
              <p:nvPr/>
            </p:nvSpPr>
            <p:spPr>
              <a:xfrm>
                <a:off x="4307239" y="779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5" name="ph265"/>
              <p:cNvSpPr/>
              <p:nvPr/>
            </p:nvSpPr>
            <p:spPr>
              <a:xfrm>
                <a:off x="4316623" y="779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6" name="ph266"/>
              <p:cNvSpPr/>
              <p:nvPr/>
            </p:nvSpPr>
            <p:spPr>
              <a:xfrm>
                <a:off x="4326008" y="779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7" name="ph267"/>
              <p:cNvSpPr/>
              <p:nvPr/>
            </p:nvSpPr>
            <p:spPr>
              <a:xfrm>
                <a:off x="4335392" y="779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8" name="ph268"/>
              <p:cNvSpPr/>
              <p:nvPr/>
            </p:nvSpPr>
            <p:spPr>
              <a:xfrm>
                <a:off x="4344776" y="779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9" name="ph269"/>
              <p:cNvSpPr/>
              <p:nvPr/>
            </p:nvSpPr>
            <p:spPr>
              <a:xfrm>
                <a:off x="3518960" y="791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0" name="ph270"/>
              <p:cNvSpPr/>
              <p:nvPr/>
            </p:nvSpPr>
            <p:spPr>
              <a:xfrm>
                <a:off x="3528345" y="791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1" name="ph271"/>
              <p:cNvSpPr/>
              <p:nvPr/>
            </p:nvSpPr>
            <p:spPr>
              <a:xfrm>
                <a:off x="3537729" y="791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2" name="ph272"/>
              <p:cNvSpPr/>
              <p:nvPr/>
            </p:nvSpPr>
            <p:spPr>
              <a:xfrm>
                <a:off x="3547113" y="791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3" name="ph273"/>
              <p:cNvSpPr/>
              <p:nvPr/>
            </p:nvSpPr>
            <p:spPr>
              <a:xfrm>
                <a:off x="3556497" y="791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4" name="ph274"/>
              <p:cNvSpPr/>
              <p:nvPr/>
            </p:nvSpPr>
            <p:spPr>
              <a:xfrm>
                <a:off x="3565882" y="791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5" name="ph275"/>
              <p:cNvSpPr/>
              <p:nvPr/>
            </p:nvSpPr>
            <p:spPr>
              <a:xfrm>
                <a:off x="3575266" y="791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6" name="ph276"/>
              <p:cNvSpPr/>
              <p:nvPr/>
            </p:nvSpPr>
            <p:spPr>
              <a:xfrm>
                <a:off x="3584650" y="791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7" name="ph277"/>
              <p:cNvSpPr/>
              <p:nvPr/>
            </p:nvSpPr>
            <p:spPr>
              <a:xfrm>
                <a:off x="3594035" y="791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8" name="ph278"/>
              <p:cNvSpPr/>
              <p:nvPr/>
            </p:nvSpPr>
            <p:spPr>
              <a:xfrm>
                <a:off x="3603419" y="791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4AB">
                  <a:alpha val="100000"/>
                </a:srgbClr>
              </a:solidFill>
              <a:ln w="5420" cap="flat">
                <a:solidFill>
                  <a:srgbClr val="4F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9" name="ph279"/>
              <p:cNvSpPr/>
              <p:nvPr/>
            </p:nvSpPr>
            <p:spPr>
              <a:xfrm>
                <a:off x="3612803" y="791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0" name="ph280"/>
              <p:cNvSpPr/>
              <p:nvPr/>
            </p:nvSpPr>
            <p:spPr>
              <a:xfrm>
                <a:off x="3622187" y="791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1" name="ph281"/>
              <p:cNvSpPr/>
              <p:nvPr/>
            </p:nvSpPr>
            <p:spPr>
              <a:xfrm>
                <a:off x="4147707" y="791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2" name="ph282"/>
              <p:cNvSpPr/>
              <p:nvPr/>
            </p:nvSpPr>
            <p:spPr>
              <a:xfrm>
                <a:off x="4157091" y="791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3" name="ph283"/>
              <p:cNvSpPr/>
              <p:nvPr/>
            </p:nvSpPr>
            <p:spPr>
              <a:xfrm>
                <a:off x="4166475" y="791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4" name="ph284"/>
              <p:cNvSpPr/>
              <p:nvPr/>
            </p:nvSpPr>
            <p:spPr>
              <a:xfrm>
                <a:off x="4175859" y="791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5" name="ph285"/>
              <p:cNvSpPr/>
              <p:nvPr/>
            </p:nvSpPr>
            <p:spPr>
              <a:xfrm>
                <a:off x="4204012" y="791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6" name="ph286"/>
              <p:cNvSpPr/>
              <p:nvPr/>
            </p:nvSpPr>
            <p:spPr>
              <a:xfrm>
                <a:off x="4213396" y="791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7" name="ph287"/>
              <p:cNvSpPr/>
              <p:nvPr/>
            </p:nvSpPr>
            <p:spPr>
              <a:xfrm>
                <a:off x="4222781" y="791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8" name="ph288"/>
              <p:cNvSpPr/>
              <p:nvPr/>
            </p:nvSpPr>
            <p:spPr>
              <a:xfrm>
                <a:off x="4232165" y="791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9" name="ph289"/>
              <p:cNvSpPr/>
              <p:nvPr/>
            </p:nvSpPr>
            <p:spPr>
              <a:xfrm>
                <a:off x="4241549" y="791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0" name="ph290"/>
              <p:cNvSpPr/>
              <p:nvPr/>
            </p:nvSpPr>
            <p:spPr>
              <a:xfrm>
                <a:off x="4250934" y="791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1" name="ph291"/>
              <p:cNvSpPr/>
              <p:nvPr/>
            </p:nvSpPr>
            <p:spPr>
              <a:xfrm>
                <a:off x="4260318" y="791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2" name="ph292"/>
              <p:cNvSpPr/>
              <p:nvPr/>
            </p:nvSpPr>
            <p:spPr>
              <a:xfrm>
                <a:off x="4269702" y="791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3" name="ph293"/>
              <p:cNvSpPr/>
              <p:nvPr/>
            </p:nvSpPr>
            <p:spPr>
              <a:xfrm>
                <a:off x="4279086" y="791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4" name="ph294"/>
              <p:cNvSpPr/>
              <p:nvPr/>
            </p:nvSpPr>
            <p:spPr>
              <a:xfrm>
                <a:off x="4288471" y="791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5" name="ph295"/>
              <p:cNvSpPr/>
              <p:nvPr/>
            </p:nvSpPr>
            <p:spPr>
              <a:xfrm>
                <a:off x="4297855" y="791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6" name="ph296"/>
              <p:cNvSpPr/>
              <p:nvPr/>
            </p:nvSpPr>
            <p:spPr>
              <a:xfrm>
                <a:off x="4307239" y="791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7" name="ph297"/>
              <p:cNvSpPr/>
              <p:nvPr/>
            </p:nvSpPr>
            <p:spPr>
              <a:xfrm>
                <a:off x="4316623" y="791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8" name="ph298"/>
              <p:cNvSpPr/>
              <p:nvPr/>
            </p:nvSpPr>
            <p:spPr>
              <a:xfrm>
                <a:off x="4326008" y="791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9" name="ph299"/>
              <p:cNvSpPr/>
              <p:nvPr/>
            </p:nvSpPr>
            <p:spPr>
              <a:xfrm>
                <a:off x="4335392" y="791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0" name="ph300"/>
              <p:cNvSpPr/>
              <p:nvPr/>
            </p:nvSpPr>
            <p:spPr>
              <a:xfrm>
                <a:off x="4344776" y="791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1" name="ph301"/>
              <p:cNvSpPr/>
              <p:nvPr/>
            </p:nvSpPr>
            <p:spPr>
              <a:xfrm>
                <a:off x="3509576" y="802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2" name="ph302"/>
              <p:cNvSpPr/>
              <p:nvPr/>
            </p:nvSpPr>
            <p:spPr>
              <a:xfrm>
                <a:off x="3518960" y="802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3" name="ph303"/>
              <p:cNvSpPr/>
              <p:nvPr/>
            </p:nvSpPr>
            <p:spPr>
              <a:xfrm>
                <a:off x="3528345" y="802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4" name="ph304"/>
              <p:cNvSpPr/>
              <p:nvPr/>
            </p:nvSpPr>
            <p:spPr>
              <a:xfrm>
                <a:off x="3537729" y="802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2B8AB">
                  <a:alpha val="100000"/>
                </a:srgbClr>
              </a:solidFill>
              <a:ln w="5420" cap="flat">
                <a:solidFill>
                  <a:srgbClr val="52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5" name="ph305"/>
              <p:cNvSpPr/>
              <p:nvPr/>
            </p:nvSpPr>
            <p:spPr>
              <a:xfrm>
                <a:off x="3547113" y="802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6" name="ph306"/>
              <p:cNvSpPr/>
              <p:nvPr/>
            </p:nvSpPr>
            <p:spPr>
              <a:xfrm>
                <a:off x="3556497" y="802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7" name="ph307"/>
              <p:cNvSpPr/>
              <p:nvPr/>
            </p:nvSpPr>
            <p:spPr>
              <a:xfrm>
                <a:off x="3565882" y="802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8" name="ph308"/>
              <p:cNvSpPr/>
              <p:nvPr/>
            </p:nvSpPr>
            <p:spPr>
              <a:xfrm>
                <a:off x="3575266" y="802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9" name="ph309"/>
              <p:cNvSpPr/>
              <p:nvPr/>
            </p:nvSpPr>
            <p:spPr>
              <a:xfrm>
                <a:off x="3584650" y="802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0" name="ph310"/>
              <p:cNvSpPr/>
              <p:nvPr/>
            </p:nvSpPr>
            <p:spPr>
              <a:xfrm>
                <a:off x="3594035" y="802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1" name="ph311"/>
              <p:cNvSpPr/>
              <p:nvPr/>
            </p:nvSpPr>
            <p:spPr>
              <a:xfrm>
                <a:off x="3603419" y="802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4AB">
                  <a:alpha val="100000"/>
                </a:srgbClr>
              </a:solidFill>
              <a:ln w="5420" cap="flat">
                <a:solidFill>
                  <a:srgbClr val="4F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2" name="ph312"/>
              <p:cNvSpPr/>
              <p:nvPr/>
            </p:nvSpPr>
            <p:spPr>
              <a:xfrm>
                <a:off x="3612803" y="802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3" name="ph313"/>
              <p:cNvSpPr/>
              <p:nvPr/>
            </p:nvSpPr>
            <p:spPr>
              <a:xfrm>
                <a:off x="4138322" y="802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9DA9">
                  <a:alpha val="100000"/>
                </a:srgbClr>
              </a:solidFill>
              <a:ln w="5420" cap="flat">
                <a:solidFill>
                  <a:srgbClr val="3B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4" name="ph314"/>
              <p:cNvSpPr/>
              <p:nvPr/>
            </p:nvSpPr>
            <p:spPr>
              <a:xfrm>
                <a:off x="4147707" y="802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5" name="ph315"/>
              <p:cNvSpPr/>
              <p:nvPr/>
            </p:nvSpPr>
            <p:spPr>
              <a:xfrm>
                <a:off x="4157091" y="802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6" name="ph316"/>
              <p:cNvSpPr/>
              <p:nvPr/>
            </p:nvSpPr>
            <p:spPr>
              <a:xfrm>
                <a:off x="4166475" y="802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7" name="ph317"/>
              <p:cNvSpPr/>
              <p:nvPr/>
            </p:nvSpPr>
            <p:spPr>
              <a:xfrm>
                <a:off x="4175859" y="802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8" name="ph318"/>
              <p:cNvSpPr/>
              <p:nvPr/>
            </p:nvSpPr>
            <p:spPr>
              <a:xfrm>
                <a:off x="4185244" y="802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9" name="ph319"/>
              <p:cNvSpPr/>
              <p:nvPr/>
            </p:nvSpPr>
            <p:spPr>
              <a:xfrm>
                <a:off x="4194628" y="802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0" name="ph320"/>
              <p:cNvSpPr/>
              <p:nvPr/>
            </p:nvSpPr>
            <p:spPr>
              <a:xfrm>
                <a:off x="4204012" y="802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1" name="ph321"/>
              <p:cNvSpPr/>
              <p:nvPr/>
            </p:nvSpPr>
            <p:spPr>
              <a:xfrm>
                <a:off x="4213396" y="802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2" name="ph322"/>
              <p:cNvSpPr/>
              <p:nvPr/>
            </p:nvSpPr>
            <p:spPr>
              <a:xfrm>
                <a:off x="4222781" y="802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3" name="ph323"/>
              <p:cNvSpPr/>
              <p:nvPr/>
            </p:nvSpPr>
            <p:spPr>
              <a:xfrm>
                <a:off x="4232165" y="802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4" name="ph324"/>
              <p:cNvSpPr/>
              <p:nvPr/>
            </p:nvSpPr>
            <p:spPr>
              <a:xfrm>
                <a:off x="4241549" y="802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5" name="ph325"/>
              <p:cNvSpPr/>
              <p:nvPr/>
            </p:nvSpPr>
            <p:spPr>
              <a:xfrm>
                <a:off x="4250934" y="802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6" name="ph326"/>
              <p:cNvSpPr/>
              <p:nvPr/>
            </p:nvSpPr>
            <p:spPr>
              <a:xfrm>
                <a:off x="4260318" y="802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7" name="ph327"/>
              <p:cNvSpPr/>
              <p:nvPr/>
            </p:nvSpPr>
            <p:spPr>
              <a:xfrm>
                <a:off x="4269702" y="802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8" name="ph328"/>
              <p:cNvSpPr/>
              <p:nvPr/>
            </p:nvSpPr>
            <p:spPr>
              <a:xfrm>
                <a:off x="4279086" y="802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9" name="ph329"/>
              <p:cNvSpPr/>
              <p:nvPr/>
            </p:nvSpPr>
            <p:spPr>
              <a:xfrm>
                <a:off x="4288471" y="802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0" name="ph330"/>
              <p:cNvSpPr/>
              <p:nvPr/>
            </p:nvSpPr>
            <p:spPr>
              <a:xfrm>
                <a:off x="4297855" y="802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1" name="ph331"/>
              <p:cNvSpPr/>
              <p:nvPr/>
            </p:nvSpPr>
            <p:spPr>
              <a:xfrm>
                <a:off x="4307239" y="802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2" name="ph332"/>
              <p:cNvSpPr/>
              <p:nvPr/>
            </p:nvSpPr>
            <p:spPr>
              <a:xfrm>
                <a:off x="4316623" y="802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3" name="ph333"/>
              <p:cNvSpPr/>
              <p:nvPr/>
            </p:nvSpPr>
            <p:spPr>
              <a:xfrm>
                <a:off x="4326008" y="802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4" name="ph334"/>
              <p:cNvSpPr/>
              <p:nvPr/>
            </p:nvSpPr>
            <p:spPr>
              <a:xfrm>
                <a:off x="4335392" y="802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5" name="ph335"/>
              <p:cNvSpPr/>
              <p:nvPr/>
            </p:nvSpPr>
            <p:spPr>
              <a:xfrm>
                <a:off x="4344776" y="802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6" name="ph336"/>
              <p:cNvSpPr/>
              <p:nvPr/>
            </p:nvSpPr>
            <p:spPr>
              <a:xfrm>
                <a:off x="3490808" y="814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7" name="ph337"/>
              <p:cNvSpPr/>
              <p:nvPr/>
            </p:nvSpPr>
            <p:spPr>
              <a:xfrm>
                <a:off x="3500192" y="814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8" name="ph338"/>
              <p:cNvSpPr/>
              <p:nvPr/>
            </p:nvSpPr>
            <p:spPr>
              <a:xfrm>
                <a:off x="3509576" y="814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9" name="ph339"/>
              <p:cNvSpPr/>
              <p:nvPr/>
            </p:nvSpPr>
            <p:spPr>
              <a:xfrm>
                <a:off x="3518960" y="814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0" name="ph340"/>
              <p:cNvSpPr/>
              <p:nvPr/>
            </p:nvSpPr>
            <p:spPr>
              <a:xfrm>
                <a:off x="3528345" y="814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1" name="ph341"/>
              <p:cNvSpPr/>
              <p:nvPr/>
            </p:nvSpPr>
            <p:spPr>
              <a:xfrm>
                <a:off x="3537729" y="814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2B8AB">
                  <a:alpha val="100000"/>
                </a:srgbClr>
              </a:solidFill>
              <a:ln w="5420" cap="flat">
                <a:solidFill>
                  <a:srgbClr val="52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2" name="ph342"/>
              <p:cNvSpPr/>
              <p:nvPr/>
            </p:nvSpPr>
            <p:spPr>
              <a:xfrm>
                <a:off x="3547113" y="814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3" name="ph343"/>
              <p:cNvSpPr/>
              <p:nvPr/>
            </p:nvSpPr>
            <p:spPr>
              <a:xfrm>
                <a:off x="3556497" y="814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4" name="ph344"/>
              <p:cNvSpPr/>
              <p:nvPr/>
            </p:nvSpPr>
            <p:spPr>
              <a:xfrm>
                <a:off x="3565882" y="814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5" name="ph345"/>
              <p:cNvSpPr/>
              <p:nvPr/>
            </p:nvSpPr>
            <p:spPr>
              <a:xfrm>
                <a:off x="3575266" y="814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6" name="ph346"/>
              <p:cNvSpPr/>
              <p:nvPr/>
            </p:nvSpPr>
            <p:spPr>
              <a:xfrm>
                <a:off x="3584650" y="814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7" name="ph347"/>
              <p:cNvSpPr/>
              <p:nvPr/>
            </p:nvSpPr>
            <p:spPr>
              <a:xfrm>
                <a:off x="4138322" y="814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8" name="ph348"/>
              <p:cNvSpPr/>
              <p:nvPr/>
            </p:nvSpPr>
            <p:spPr>
              <a:xfrm>
                <a:off x="4147707" y="814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9" name="ph349"/>
              <p:cNvSpPr/>
              <p:nvPr/>
            </p:nvSpPr>
            <p:spPr>
              <a:xfrm>
                <a:off x="4157091" y="814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0" name="ph350"/>
              <p:cNvSpPr/>
              <p:nvPr/>
            </p:nvSpPr>
            <p:spPr>
              <a:xfrm>
                <a:off x="4166475" y="814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9DA9">
                  <a:alpha val="100000"/>
                </a:srgbClr>
              </a:solidFill>
              <a:ln w="5420" cap="flat">
                <a:solidFill>
                  <a:srgbClr val="3B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1" name="ph351"/>
              <p:cNvSpPr/>
              <p:nvPr/>
            </p:nvSpPr>
            <p:spPr>
              <a:xfrm>
                <a:off x="4175859" y="814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9DA9">
                  <a:alpha val="100000"/>
                </a:srgbClr>
              </a:solidFill>
              <a:ln w="5420" cap="flat">
                <a:solidFill>
                  <a:srgbClr val="3B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2" name="ph352"/>
              <p:cNvSpPr/>
              <p:nvPr/>
            </p:nvSpPr>
            <p:spPr>
              <a:xfrm>
                <a:off x="4185244" y="814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9DA9">
                  <a:alpha val="100000"/>
                </a:srgbClr>
              </a:solidFill>
              <a:ln w="5420" cap="flat">
                <a:solidFill>
                  <a:srgbClr val="3B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3" name="ph353"/>
              <p:cNvSpPr/>
              <p:nvPr/>
            </p:nvSpPr>
            <p:spPr>
              <a:xfrm>
                <a:off x="4194628" y="814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4" name="ph354"/>
              <p:cNvSpPr/>
              <p:nvPr/>
            </p:nvSpPr>
            <p:spPr>
              <a:xfrm>
                <a:off x="4204012" y="814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5" name="ph355"/>
              <p:cNvSpPr/>
              <p:nvPr/>
            </p:nvSpPr>
            <p:spPr>
              <a:xfrm>
                <a:off x="4213396" y="814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6" name="ph356"/>
              <p:cNvSpPr/>
              <p:nvPr/>
            </p:nvSpPr>
            <p:spPr>
              <a:xfrm>
                <a:off x="4222781" y="814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7" name="ph357"/>
              <p:cNvSpPr/>
              <p:nvPr/>
            </p:nvSpPr>
            <p:spPr>
              <a:xfrm>
                <a:off x="4232165" y="814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8" name="ph358"/>
              <p:cNvSpPr/>
              <p:nvPr/>
            </p:nvSpPr>
            <p:spPr>
              <a:xfrm>
                <a:off x="4241549" y="814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9" name="ph359"/>
              <p:cNvSpPr/>
              <p:nvPr/>
            </p:nvSpPr>
            <p:spPr>
              <a:xfrm>
                <a:off x="4250934" y="814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0" name="ph360"/>
              <p:cNvSpPr/>
              <p:nvPr/>
            </p:nvSpPr>
            <p:spPr>
              <a:xfrm>
                <a:off x="4260318" y="814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1" name="ph361"/>
              <p:cNvSpPr/>
              <p:nvPr/>
            </p:nvSpPr>
            <p:spPr>
              <a:xfrm>
                <a:off x="4269702" y="814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2" name="ph362"/>
              <p:cNvSpPr/>
              <p:nvPr/>
            </p:nvSpPr>
            <p:spPr>
              <a:xfrm>
                <a:off x="4279086" y="814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3" name="ph363"/>
              <p:cNvSpPr/>
              <p:nvPr/>
            </p:nvSpPr>
            <p:spPr>
              <a:xfrm>
                <a:off x="4288471" y="814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4" name="ph364"/>
              <p:cNvSpPr/>
              <p:nvPr/>
            </p:nvSpPr>
            <p:spPr>
              <a:xfrm>
                <a:off x="4297855" y="814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5" name="ph365"/>
              <p:cNvSpPr/>
              <p:nvPr/>
            </p:nvSpPr>
            <p:spPr>
              <a:xfrm>
                <a:off x="4307239" y="814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6" name="ph366"/>
              <p:cNvSpPr/>
              <p:nvPr/>
            </p:nvSpPr>
            <p:spPr>
              <a:xfrm>
                <a:off x="4316623" y="814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7" name="ph367"/>
              <p:cNvSpPr/>
              <p:nvPr/>
            </p:nvSpPr>
            <p:spPr>
              <a:xfrm>
                <a:off x="4326008" y="814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8" name="ph368"/>
              <p:cNvSpPr/>
              <p:nvPr/>
            </p:nvSpPr>
            <p:spPr>
              <a:xfrm>
                <a:off x="4335392" y="814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9" name="ph369"/>
              <p:cNvSpPr/>
              <p:nvPr/>
            </p:nvSpPr>
            <p:spPr>
              <a:xfrm>
                <a:off x="4344776" y="814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0" name="ph370"/>
              <p:cNvSpPr/>
              <p:nvPr/>
            </p:nvSpPr>
            <p:spPr>
              <a:xfrm>
                <a:off x="3490808" y="825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1" name="ph371"/>
              <p:cNvSpPr/>
              <p:nvPr/>
            </p:nvSpPr>
            <p:spPr>
              <a:xfrm>
                <a:off x="3500192" y="825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2" name="ph372"/>
              <p:cNvSpPr/>
              <p:nvPr/>
            </p:nvSpPr>
            <p:spPr>
              <a:xfrm>
                <a:off x="3509576" y="825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3" name="ph373"/>
              <p:cNvSpPr/>
              <p:nvPr/>
            </p:nvSpPr>
            <p:spPr>
              <a:xfrm>
                <a:off x="3518960" y="825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2BAAB">
                  <a:alpha val="100000"/>
                </a:srgbClr>
              </a:solidFill>
              <a:ln w="5420" cap="flat">
                <a:solidFill>
                  <a:srgbClr val="52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4" name="ph374"/>
              <p:cNvSpPr/>
              <p:nvPr/>
            </p:nvSpPr>
            <p:spPr>
              <a:xfrm>
                <a:off x="3528345" y="825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5" name="ph375"/>
              <p:cNvSpPr/>
              <p:nvPr/>
            </p:nvSpPr>
            <p:spPr>
              <a:xfrm>
                <a:off x="3537729" y="825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6" name="ph376"/>
              <p:cNvSpPr/>
              <p:nvPr/>
            </p:nvSpPr>
            <p:spPr>
              <a:xfrm>
                <a:off x="3547113" y="825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7" name="ph377"/>
              <p:cNvSpPr/>
              <p:nvPr/>
            </p:nvSpPr>
            <p:spPr>
              <a:xfrm>
                <a:off x="3556497" y="825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8" name="ph378"/>
              <p:cNvSpPr/>
              <p:nvPr/>
            </p:nvSpPr>
            <p:spPr>
              <a:xfrm>
                <a:off x="3565882" y="825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9" name="ph379"/>
              <p:cNvSpPr/>
              <p:nvPr/>
            </p:nvSpPr>
            <p:spPr>
              <a:xfrm>
                <a:off x="4138322" y="825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0" name="ph380"/>
              <p:cNvSpPr/>
              <p:nvPr/>
            </p:nvSpPr>
            <p:spPr>
              <a:xfrm>
                <a:off x="4147707" y="825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1" name="ph381"/>
              <p:cNvSpPr/>
              <p:nvPr/>
            </p:nvSpPr>
            <p:spPr>
              <a:xfrm>
                <a:off x="4157091" y="825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2" name="ph382"/>
              <p:cNvSpPr/>
              <p:nvPr/>
            </p:nvSpPr>
            <p:spPr>
              <a:xfrm>
                <a:off x="4166475" y="825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3" name="ph383"/>
              <p:cNvSpPr/>
              <p:nvPr/>
            </p:nvSpPr>
            <p:spPr>
              <a:xfrm>
                <a:off x="4175859" y="825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4" name="ph384"/>
              <p:cNvSpPr/>
              <p:nvPr/>
            </p:nvSpPr>
            <p:spPr>
              <a:xfrm>
                <a:off x="4185244" y="825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5" name="ph385"/>
              <p:cNvSpPr/>
              <p:nvPr/>
            </p:nvSpPr>
            <p:spPr>
              <a:xfrm>
                <a:off x="4194628" y="825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6" name="ph386"/>
              <p:cNvSpPr/>
              <p:nvPr/>
            </p:nvSpPr>
            <p:spPr>
              <a:xfrm>
                <a:off x="4204012" y="825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7" name="ph387"/>
              <p:cNvSpPr/>
              <p:nvPr/>
            </p:nvSpPr>
            <p:spPr>
              <a:xfrm>
                <a:off x="4213396" y="825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8" name="ph388"/>
              <p:cNvSpPr/>
              <p:nvPr/>
            </p:nvSpPr>
            <p:spPr>
              <a:xfrm>
                <a:off x="4222781" y="825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9" name="ph389"/>
              <p:cNvSpPr/>
              <p:nvPr/>
            </p:nvSpPr>
            <p:spPr>
              <a:xfrm>
                <a:off x="4232165" y="825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0" name="ph390"/>
              <p:cNvSpPr/>
              <p:nvPr/>
            </p:nvSpPr>
            <p:spPr>
              <a:xfrm>
                <a:off x="4241549" y="825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1" name="ph391"/>
              <p:cNvSpPr/>
              <p:nvPr/>
            </p:nvSpPr>
            <p:spPr>
              <a:xfrm>
                <a:off x="4250934" y="825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2" name="ph392"/>
              <p:cNvSpPr/>
              <p:nvPr/>
            </p:nvSpPr>
            <p:spPr>
              <a:xfrm>
                <a:off x="4260318" y="825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3" name="ph393"/>
              <p:cNvSpPr/>
              <p:nvPr/>
            </p:nvSpPr>
            <p:spPr>
              <a:xfrm>
                <a:off x="4269702" y="825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4" name="ph394"/>
              <p:cNvSpPr/>
              <p:nvPr/>
            </p:nvSpPr>
            <p:spPr>
              <a:xfrm>
                <a:off x="4279086" y="825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5" name="ph395"/>
              <p:cNvSpPr/>
              <p:nvPr/>
            </p:nvSpPr>
            <p:spPr>
              <a:xfrm>
                <a:off x="4288471" y="825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6" name="ph396"/>
              <p:cNvSpPr/>
              <p:nvPr/>
            </p:nvSpPr>
            <p:spPr>
              <a:xfrm>
                <a:off x="4297855" y="825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9DA9">
                  <a:alpha val="100000"/>
                </a:srgbClr>
              </a:solidFill>
              <a:ln w="5420" cap="flat">
                <a:solidFill>
                  <a:srgbClr val="3B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7" name="ph397"/>
              <p:cNvSpPr/>
              <p:nvPr/>
            </p:nvSpPr>
            <p:spPr>
              <a:xfrm>
                <a:off x="4307239" y="825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9DA9">
                  <a:alpha val="100000"/>
                </a:srgbClr>
              </a:solidFill>
              <a:ln w="5420" cap="flat">
                <a:solidFill>
                  <a:srgbClr val="3B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8" name="ph398"/>
              <p:cNvSpPr/>
              <p:nvPr/>
            </p:nvSpPr>
            <p:spPr>
              <a:xfrm>
                <a:off x="4316623" y="825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9" name="ph399"/>
              <p:cNvSpPr/>
              <p:nvPr/>
            </p:nvSpPr>
            <p:spPr>
              <a:xfrm>
                <a:off x="4326008" y="825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0" name="ph400"/>
              <p:cNvSpPr/>
              <p:nvPr/>
            </p:nvSpPr>
            <p:spPr>
              <a:xfrm>
                <a:off x="4335392" y="825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1" name="ph401"/>
              <p:cNvSpPr/>
              <p:nvPr/>
            </p:nvSpPr>
            <p:spPr>
              <a:xfrm>
                <a:off x="4344776" y="825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2" name="ph402"/>
              <p:cNvSpPr/>
              <p:nvPr/>
            </p:nvSpPr>
            <p:spPr>
              <a:xfrm>
                <a:off x="4354161" y="825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3" name="ph403"/>
              <p:cNvSpPr/>
              <p:nvPr/>
            </p:nvSpPr>
            <p:spPr>
              <a:xfrm>
                <a:off x="3490808" y="83721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4" name="ph404"/>
              <p:cNvSpPr/>
              <p:nvPr/>
            </p:nvSpPr>
            <p:spPr>
              <a:xfrm>
                <a:off x="3500192" y="83721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5" name="ph405"/>
              <p:cNvSpPr/>
              <p:nvPr/>
            </p:nvSpPr>
            <p:spPr>
              <a:xfrm>
                <a:off x="3509576" y="83721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6" name="ph406"/>
              <p:cNvSpPr/>
              <p:nvPr/>
            </p:nvSpPr>
            <p:spPr>
              <a:xfrm>
                <a:off x="3518960" y="83721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2BAAB">
                  <a:alpha val="100000"/>
                </a:srgbClr>
              </a:solidFill>
              <a:ln w="5420" cap="flat">
                <a:solidFill>
                  <a:srgbClr val="52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7" name="ph407"/>
              <p:cNvSpPr/>
              <p:nvPr/>
            </p:nvSpPr>
            <p:spPr>
              <a:xfrm>
                <a:off x="3528345" y="83721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8" name="ph408"/>
              <p:cNvSpPr/>
              <p:nvPr/>
            </p:nvSpPr>
            <p:spPr>
              <a:xfrm>
                <a:off x="3537729" y="83721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9" name="ph409"/>
              <p:cNvSpPr/>
              <p:nvPr/>
            </p:nvSpPr>
            <p:spPr>
              <a:xfrm>
                <a:off x="4128938" y="83721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0" name="ph410"/>
              <p:cNvSpPr/>
              <p:nvPr/>
            </p:nvSpPr>
            <p:spPr>
              <a:xfrm>
                <a:off x="4138322" y="83721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1" name="ph411"/>
              <p:cNvSpPr/>
              <p:nvPr/>
            </p:nvSpPr>
            <p:spPr>
              <a:xfrm>
                <a:off x="4147707" y="83721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2" name="ph412"/>
              <p:cNvSpPr/>
              <p:nvPr/>
            </p:nvSpPr>
            <p:spPr>
              <a:xfrm>
                <a:off x="4157091" y="83721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3" name="ph413"/>
              <p:cNvSpPr/>
              <p:nvPr/>
            </p:nvSpPr>
            <p:spPr>
              <a:xfrm>
                <a:off x="4166475" y="83721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4" name="ph414"/>
              <p:cNvSpPr/>
              <p:nvPr/>
            </p:nvSpPr>
            <p:spPr>
              <a:xfrm>
                <a:off x="4175859" y="83721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5" name="ph415"/>
              <p:cNvSpPr/>
              <p:nvPr/>
            </p:nvSpPr>
            <p:spPr>
              <a:xfrm>
                <a:off x="4185244" y="83721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6" name="ph416"/>
              <p:cNvSpPr/>
              <p:nvPr/>
            </p:nvSpPr>
            <p:spPr>
              <a:xfrm>
                <a:off x="4194628" y="83721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7" name="ph417"/>
              <p:cNvSpPr/>
              <p:nvPr/>
            </p:nvSpPr>
            <p:spPr>
              <a:xfrm>
                <a:off x="4204012" y="83721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8" name="ph418"/>
              <p:cNvSpPr/>
              <p:nvPr/>
            </p:nvSpPr>
            <p:spPr>
              <a:xfrm>
                <a:off x="4213396" y="83721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9" name="ph419"/>
              <p:cNvSpPr/>
              <p:nvPr/>
            </p:nvSpPr>
            <p:spPr>
              <a:xfrm>
                <a:off x="4222781" y="83721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0" name="ph420"/>
              <p:cNvSpPr/>
              <p:nvPr/>
            </p:nvSpPr>
            <p:spPr>
              <a:xfrm>
                <a:off x="4269702" y="83721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1" name="ph421"/>
              <p:cNvSpPr/>
              <p:nvPr/>
            </p:nvSpPr>
            <p:spPr>
              <a:xfrm>
                <a:off x="4279086" y="83721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2" name="ph422"/>
              <p:cNvSpPr/>
              <p:nvPr/>
            </p:nvSpPr>
            <p:spPr>
              <a:xfrm>
                <a:off x="4288471" y="83721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3" name="ph423"/>
              <p:cNvSpPr/>
              <p:nvPr/>
            </p:nvSpPr>
            <p:spPr>
              <a:xfrm>
                <a:off x="4297855" y="83721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4" name="ph424"/>
              <p:cNvSpPr/>
              <p:nvPr/>
            </p:nvSpPr>
            <p:spPr>
              <a:xfrm>
                <a:off x="4307239" y="83721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5" name="ph425"/>
              <p:cNvSpPr/>
              <p:nvPr/>
            </p:nvSpPr>
            <p:spPr>
              <a:xfrm>
                <a:off x="4316623" y="83721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6" name="ph426"/>
              <p:cNvSpPr/>
              <p:nvPr/>
            </p:nvSpPr>
            <p:spPr>
              <a:xfrm>
                <a:off x="4326008" y="83721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9DA9">
                  <a:alpha val="100000"/>
                </a:srgbClr>
              </a:solidFill>
              <a:ln w="5420" cap="flat">
                <a:solidFill>
                  <a:srgbClr val="3B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7" name="ph427"/>
              <p:cNvSpPr/>
              <p:nvPr/>
            </p:nvSpPr>
            <p:spPr>
              <a:xfrm>
                <a:off x="4335392" y="83721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8" name="ph428"/>
              <p:cNvSpPr/>
              <p:nvPr/>
            </p:nvSpPr>
            <p:spPr>
              <a:xfrm>
                <a:off x="4344776" y="83721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9" name="ph429"/>
              <p:cNvSpPr/>
              <p:nvPr/>
            </p:nvSpPr>
            <p:spPr>
              <a:xfrm>
                <a:off x="3490808" y="84875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0" name="ph430"/>
              <p:cNvSpPr/>
              <p:nvPr/>
            </p:nvSpPr>
            <p:spPr>
              <a:xfrm>
                <a:off x="3500192" y="84875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1" name="ph431"/>
              <p:cNvSpPr/>
              <p:nvPr/>
            </p:nvSpPr>
            <p:spPr>
              <a:xfrm>
                <a:off x="3509576" y="84875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2" name="ph432"/>
              <p:cNvSpPr/>
              <p:nvPr/>
            </p:nvSpPr>
            <p:spPr>
              <a:xfrm>
                <a:off x="3518960" y="84875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3" name="ph433"/>
              <p:cNvSpPr/>
              <p:nvPr/>
            </p:nvSpPr>
            <p:spPr>
              <a:xfrm>
                <a:off x="4091401" y="84875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4" name="ph434"/>
              <p:cNvSpPr/>
              <p:nvPr/>
            </p:nvSpPr>
            <p:spPr>
              <a:xfrm>
                <a:off x="4100785" y="84875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5" name="ph435"/>
              <p:cNvSpPr/>
              <p:nvPr/>
            </p:nvSpPr>
            <p:spPr>
              <a:xfrm>
                <a:off x="4110169" y="84875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799A9">
                  <a:alpha val="100000"/>
                </a:srgbClr>
              </a:solidFill>
              <a:ln w="5420" cap="flat">
                <a:solidFill>
                  <a:srgbClr val="37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6" name="ph436"/>
              <p:cNvSpPr/>
              <p:nvPr/>
            </p:nvSpPr>
            <p:spPr>
              <a:xfrm>
                <a:off x="4119554" y="84875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7" name="ph437"/>
              <p:cNvSpPr/>
              <p:nvPr/>
            </p:nvSpPr>
            <p:spPr>
              <a:xfrm>
                <a:off x="4128938" y="84875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8" name="ph438"/>
              <p:cNvSpPr/>
              <p:nvPr/>
            </p:nvSpPr>
            <p:spPr>
              <a:xfrm>
                <a:off x="4138322" y="84875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9" name="ph439"/>
              <p:cNvSpPr/>
              <p:nvPr/>
            </p:nvSpPr>
            <p:spPr>
              <a:xfrm>
                <a:off x="4147707" y="84875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0" name="ph440"/>
              <p:cNvSpPr/>
              <p:nvPr/>
            </p:nvSpPr>
            <p:spPr>
              <a:xfrm>
                <a:off x="4157091" y="84875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1" name="ph441"/>
              <p:cNvSpPr/>
              <p:nvPr/>
            </p:nvSpPr>
            <p:spPr>
              <a:xfrm>
                <a:off x="4166475" y="84875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2" name="ph442"/>
              <p:cNvSpPr/>
              <p:nvPr/>
            </p:nvSpPr>
            <p:spPr>
              <a:xfrm>
                <a:off x="4175859" y="84875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3" name="ph443"/>
              <p:cNvSpPr/>
              <p:nvPr/>
            </p:nvSpPr>
            <p:spPr>
              <a:xfrm>
                <a:off x="4250934" y="84875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4" name="ph444"/>
              <p:cNvSpPr/>
              <p:nvPr/>
            </p:nvSpPr>
            <p:spPr>
              <a:xfrm>
                <a:off x="4260318" y="84875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5" name="ph445"/>
              <p:cNvSpPr/>
              <p:nvPr/>
            </p:nvSpPr>
            <p:spPr>
              <a:xfrm>
                <a:off x="4269702" y="84875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6" name="ph446"/>
              <p:cNvSpPr/>
              <p:nvPr/>
            </p:nvSpPr>
            <p:spPr>
              <a:xfrm>
                <a:off x="4279086" y="84875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7" name="ph447"/>
              <p:cNvSpPr/>
              <p:nvPr/>
            </p:nvSpPr>
            <p:spPr>
              <a:xfrm>
                <a:off x="4288471" y="84875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8" name="ph448"/>
              <p:cNvSpPr/>
              <p:nvPr/>
            </p:nvSpPr>
            <p:spPr>
              <a:xfrm>
                <a:off x="4297855" y="84875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9" name="ph449"/>
              <p:cNvSpPr/>
              <p:nvPr/>
            </p:nvSpPr>
            <p:spPr>
              <a:xfrm>
                <a:off x="4307239" y="84875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0" name="ph450"/>
              <p:cNvSpPr/>
              <p:nvPr/>
            </p:nvSpPr>
            <p:spPr>
              <a:xfrm>
                <a:off x="4316623" y="84875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1" name="ph451"/>
              <p:cNvSpPr/>
              <p:nvPr/>
            </p:nvSpPr>
            <p:spPr>
              <a:xfrm>
                <a:off x="4326008" y="84875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2" name="ph452"/>
              <p:cNvSpPr/>
              <p:nvPr/>
            </p:nvSpPr>
            <p:spPr>
              <a:xfrm>
                <a:off x="4335392" y="84875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3" name="ph453"/>
              <p:cNvSpPr/>
              <p:nvPr/>
            </p:nvSpPr>
            <p:spPr>
              <a:xfrm>
                <a:off x="3997558" y="86028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4" name="ph454"/>
              <p:cNvSpPr/>
              <p:nvPr/>
            </p:nvSpPr>
            <p:spPr>
              <a:xfrm>
                <a:off x="4006942" y="86028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5" name="ph455"/>
              <p:cNvSpPr/>
              <p:nvPr/>
            </p:nvSpPr>
            <p:spPr>
              <a:xfrm>
                <a:off x="4016327" y="86028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6" name="ph456"/>
              <p:cNvSpPr/>
              <p:nvPr/>
            </p:nvSpPr>
            <p:spPr>
              <a:xfrm>
                <a:off x="4025711" y="86028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7" name="ph457"/>
              <p:cNvSpPr/>
              <p:nvPr/>
            </p:nvSpPr>
            <p:spPr>
              <a:xfrm>
                <a:off x="4035095" y="86028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690A7">
                  <a:alpha val="100000"/>
                </a:srgbClr>
              </a:solidFill>
              <a:ln w="5420" cap="flat">
                <a:solidFill>
                  <a:srgbClr val="3690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8" name="ph458"/>
              <p:cNvSpPr/>
              <p:nvPr/>
            </p:nvSpPr>
            <p:spPr>
              <a:xfrm>
                <a:off x="4044480" y="86028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9" name="ph459"/>
              <p:cNvSpPr/>
              <p:nvPr/>
            </p:nvSpPr>
            <p:spPr>
              <a:xfrm>
                <a:off x="4053864" y="86028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0" name="ph460"/>
              <p:cNvSpPr/>
              <p:nvPr/>
            </p:nvSpPr>
            <p:spPr>
              <a:xfrm>
                <a:off x="4063248" y="86028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1" name="ph461"/>
              <p:cNvSpPr/>
              <p:nvPr/>
            </p:nvSpPr>
            <p:spPr>
              <a:xfrm>
                <a:off x="4072632" y="86028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2" name="ph462"/>
              <p:cNvSpPr/>
              <p:nvPr/>
            </p:nvSpPr>
            <p:spPr>
              <a:xfrm>
                <a:off x="4082017" y="86028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3" name="ph463"/>
              <p:cNvSpPr/>
              <p:nvPr/>
            </p:nvSpPr>
            <p:spPr>
              <a:xfrm>
                <a:off x="4091401" y="86028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4" name="ph464"/>
              <p:cNvSpPr/>
              <p:nvPr/>
            </p:nvSpPr>
            <p:spPr>
              <a:xfrm>
                <a:off x="4100785" y="86028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5" name="ph465"/>
              <p:cNvSpPr/>
              <p:nvPr/>
            </p:nvSpPr>
            <p:spPr>
              <a:xfrm>
                <a:off x="4110169" y="86028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6" name="ph466"/>
              <p:cNvSpPr/>
              <p:nvPr/>
            </p:nvSpPr>
            <p:spPr>
              <a:xfrm>
                <a:off x="4119554" y="86028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799A9">
                  <a:alpha val="100000"/>
                </a:srgbClr>
              </a:solidFill>
              <a:ln w="5420" cap="flat">
                <a:solidFill>
                  <a:srgbClr val="37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7" name="ph467"/>
              <p:cNvSpPr/>
              <p:nvPr/>
            </p:nvSpPr>
            <p:spPr>
              <a:xfrm>
                <a:off x="4128938" y="86028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8" name="ph468"/>
              <p:cNvSpPr/>
              <p:nvPr/>
            </p:nvSpPr>
            <p:spPr>
              <a:xfrm>
                <a:off x="4138322" y="86028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9" name="ph469"/>
              <p:cNvSpPr/>
              <p:nvPr/>
            </p:nvSpPr>
            <p:spPr>
              <a:xfrm>
                <a:off x="4147707" y="86028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0" name="ph470"/>
              <p:cNvSpPr/>
              <p:nvPr/>
            </p:nvSpPr>
            <p:spPr>
              <a:xfrm>
                <a:off x="4157091" y="86028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1" name="ph471"/>
              <p:cNvSpPr/>
              <p:nvPr/>
            </p:nvSpPr>
            <p:spPr>
              <a:xfrm>
                <a:off x="4166475" y="86028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2" name="ph472"/>
              <p:cNvSpPr/>
              <p:nvPr/>
            </p:nvSpPr>
            <p:spPr>
              <a:xfrm>
                <a:off x="4175859" y="86028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3" name="ph473"/>
              <p:cNvSpPr/>
              <p:nvPr/>
            </p:nvSpPr>
            <p:spPr>
              <a:xfrm>
                <a:off x="4232165" y="86028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4" name="ph474"/>
              <p:cNvSpPr/>
              <p:nvPr/>
            </p:nvSpPr>
            <p:spPr>
              <a:xfrm>
                <a:off x="4241549" y="86028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799A9">
                  <a:alpha val="100000"/>
                </a:srgbClr>
              </a:solidFill>
              <a:ln w="5420" cap="flat">
                <a:solidFill>
                  <a:srgbClr val="37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5" name="ph475"/>
              <p:cNvSpPr/>
              <p:nvPr/>
            </p:nvSpPr>
            <p:spPr>
              <a:xfrm>
                <a:off x="4250934" y="86028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799A9">
                  <a:alpha val="100000"/>
                </a:srgbClr>
              </a:solidFill>
              <a:ln w="5420" cap="flat">
                <a:solidFill>
                  <a:srgbClr val="37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6" name="ph476"/>
              <p:cNvSpPr/>
              <p:nvPr/>
            </p:nvSpPr>
            <p:spPr>
              <a:xfrm>
                <a:off x="4260318" y="86028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799A9">
                  <a:alpha val="100000"/>
                </a:srgbClr>
              </a:solidFill>
              <a:ln w="5420" cap="flat">
                <a:solidFill>
                  <a:srgbClr val="37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7" name="ph477"/>
              <p:cNvSpPr/>
              <p:nvPr/>
            </p:nvSpPr>
            <p:spPr>
              <a:xfrm>
                <a:off x="4269702" y="86028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8" name="ph478"/>
              <p:cNvSpPr/>
              <p:nvPr/>
            </p:nvSpPr>
            <p:spPr>
              <a:xfrm>
                <a:off x="4279086" y="86028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9" name="ph479"/>
              <p:cNvSpPr/>
              <p:nvPr/>
            </p:nvSpPr>
            <p:spPr>
              <a:xfrm>
                <a:off x="4288471" y="86028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80" name="ph480"/>
              <p:cNvSpPr/>
              <p:nvPr/>
            </p:nvSpPr>
            <p:spPr>
              <a:xfrm>
                <a:off x="4297855" y="86028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81" name="ph481"/>
              <p:cNvSpPr/>
              <p:nvPr/>
            </p:nvSpPr>
            <p:spPr>
              <a:xfrm>
                <a:off x="4307239" y="86028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82" name="ph482"/>
              <p:cNvSpPr/>
              <p:nvPr/>
            </p:nvSpPr>
            <p:spPr>
              <a:xfrm>
                <a:off x="4316623" y="86028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83" name="ph483"/>
              <p:cNvSpPr/>
              <p:nvPr/>
            </p:nvSpPr>
            <p:spPr>
              <a:xfrm>
                <a:off x="3988174" y="87181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84" name="ph484"/>
              <p:cNvSpPr/>
              <p:nvPr/>
            </p:nvSpPr>
            <p:spPr>
              <a:xfrm>
                <a:off x="3997558" y="87181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85" name="ph485"/>
              <p:cNvSpPr/>
              <p:nvPr/>
            </p:nvSpPr>
            <p:spPr>
              <a:xfrm>
                <a:off x="4006942" y="87181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887A6">
                  <a:alpha val="100000"/>
                </a:srgbClr>
              </a:solidFill>
              <a:ln w="5420" cap="flat">
                <a:solidFill>
                  <a:srgbClr val="38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86" name="ph486"/>
              <p:cNvSpPr/>
              <p:nvPr/>
            </p:nvSpPr>
            <p:spPr>
              <a:xfrm>
                <a:off x="4016327" y="87181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88BA6">
                  <a:alpha val="100000"/>
                </a:srgbClr>
              </a:solidFill>
              <a:ln w="5420" cap="flat">
                <a:solidFill>
                  <a:srgbClr val="388B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87" name="ph487"/>
              <p:cNvSpPr/>
              <p:nvPr/>
            </p:nvSpPr>
            <p:spPr>
              <a:xfrm>
                <a:off x="4025711" y="87181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88" name="ph488"/>
              <p:cNvSpPr/>
              <p:nvPr/>
            </p:nvSpPr>
            <p:spPr>
              <a:xfrm>
                <a:off x="4035095" y="87181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89" name="ph489"/>
              <p:cNvSpPr/>
              <p:nvPr/>
            </p:nvSpPr>
            <p:spPr>
              <a:xfrm>
                <a:off x="4044480" y="87181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690A7">
                  <a:alpha val="100000"/>
                </a:srgbClr>
              </a:solidFill>
              <a:ln w="5420" cap="flat">
                <a:solidFill>
                  <a:srgbClr val="3690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90" name="ph490"/>
              <p:cNvSpPr/>
              <p:nvPr/>
            </p:nvSpPr>
            <p:spPr>
              <a:xfrm>
                <a:off x="4053864" y="87181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91" name="ph491"/>
              <p:cNvSpPr/>
              <p:nvPr/>
            </p:nvSpPr>
            <p:spPr>
              <a:xfrm>
                <a:off x="4063248" y="87181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92" name="ph492"/>
              <p:cNvSpPr/>
              <p:nvPr/>
            </p:nvSpPr>
            <p:spPr>
              <a:xfrm>
                <a:off x="4072632" y="87181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93" name="ph493"/>
              <p:cNvSpPr/>
              <p:nvPr/>
            </p:nvSpPr>
            <p:spPr>
              <a:xfrm>
                <a:off x="4082017" y="87181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94" name="ph494"/>
              <p:cNvSpPr/>
              <p:nvPr/>
            </p:nvSpPr>
            <p:spPr>
              <a:xfrm>
                <a:off x="4091401" y="87181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95" name="ph495"/>
              <p:cNvSpPr/>
              <p:nvPr/>
            </p:nvSpPr>
            <p:spPr>
              <a:xfrm>
                <a:off x="4100785" y="87181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96" name="ph496"/>
              <p:cNvSpPr/>
              <p:nvPr/>
            </p:nvSpPr>
            <p:spPr>
              <a:xfrm>
                <a:off x="4110169" y="87181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698A9">
                  <a:alpha val="100000"/>
                </a:srgbClr>
              </a:solidFill>
              <a:ln w="5420" cap="flat">
                <a:solidFill>
                  <a:srgbClr val="36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97" name="ph497"/>
              <p:cNvSpPr/>
              <p:nvPr/>
            </p:nvSpPr>
            <p:spPr>
              <a:xfrm>
                <a:off x="4119554" y="87181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98" name="ph498"/>
              <p:cNvSpPr/>
              <p:nvPr/>
            </p:nvSpPr>
            <p:spPr>
              <a:xfrm>
                <a:off x="4128938" y="87181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799A9">
                  <a:alpha val="100000"/>
                </a:srgbClr>
              </a:solidFill>
              <a:ln w="5420" cap="flat">
                <a:solidFill>
                  <a:srgbClr val="37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99" name="ph499"/>
              <p:cNvSpPr/>
              <p:nvPr/>
            </p:nvSpPr>
            <p:spPr>
              <a:xfrm>
                <a:off x="4138322" y="87181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00" name="ph500"/>
              <p:cNvSpPr/>
              <p:nvPr/>
            </p:nvSpPr>
            <p:spPr>
              <a:xfrm>
                <a:off x="4147707" y="87181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01" name="ph501"/>
              <p:cNvSpPr/>
              <p:nvPr/>
            </p:nvSpPr>
            <p:spPr>
              <a:xfrm>
                <a:off x="4157091" y="87181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02" name="ph502"/>
              <p:cNvSpPr/>
              <p:nvPr/>
            </p:nvSpPr>
            <p:spPr>
              <a:xfrm>
                <a:off x="4166475" y="87181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03" name="ph503"/>
              <p:cNvSpPr/>
              <p:nvPr/>
            </p:nvSpPr>
            <p:spPr>
              <a:xfrm>
                <a:off x="4222781" y="87181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04" name="ph504"/>
              <p:cNvSpPr/>
              <p:nvPr/>
            </p:nvSpPr>
            <p:spPr>
              <a:xfrm>
                <a:off x="4232165" y="87181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05" name="ph505"/>
              <p:cNvSpPr/>
              <p:nvPr/>
            </p:nvSpPr>
            <p:spPr>
              <a:xfrm>
                <a:off x="4241549" y="87181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698A9">
                  <a:alpha val="100000"/>
                </a:srgbClr>
              </a:solidFill>
              <a:ln w="5420" cap="flat">
                <a:solidFill>
                  <a:srgbClr val="36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06" name="ph506"/>
              <p:cNvSpPr/>
              <p:nvPr/>
            </p:nvSpPr>
            <p:spPr>
              <a:xfrm>
                <a:off x="4250934" y="87181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698A9">
                  <a:alpha val="100000"/>
                </a:srgbClr>
              </a:solidFill>
              <a:ln w="5420" cap="flat">
                <a:solidFill>
                  <a:srgbClr val="36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07" name="ph507"/>
              <p:cNvSpPr/>
              <p:nvPr/>
            </p:nvSpPr>
            <p:spPr>
              <a:xfrm>
                <a:off x="4260318" y="87181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698A9">
                  <a:alpha val="100000"/>
                </a:srgbClr>
              </a:solidFill>
              <a:ln w="5420" cap="flat">
                <a:solidFill>
                  <a:srgbClr val="36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08" name="ph508"/>
              <p:cNvSpPr/>
              <p:nvPr/>
            </p:nvSpPr>
            <p:spPr>
              <a:xfrm>
                <a:off x="4269702" y="87181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09" name="ph509"/>
              <p:cNvSpPr/>
              <p:nvPr/>
            </p:nvSpPr>
            <p:spPr>
              <a:xfrm>
                <a:off x="4279086" y="87181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10" name="ph510"/>
              <p:cNvSpPr/>
              <p:nvPr/>
            </p:nvSpPr>
            <p:spPr>
              <a:xfrm>
                <a:off x="4288471" y="87181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11" name="ph511"/>
              <p:cNvSpPr/>
              <p:nvPr/>
            </p:nvSpPr>
            <p:spPr>
              <a:xfrm>
                <a:off x="4297855" y="87181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799A9">
                  <a:alpha val="100000"/>
                </a:srgbClr>
              </a:solidFill>
              <a:ln w="5420" cap="flat">
                <a:solidFill>
                  <a:srgbClr val="37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12" name="ph512"/>
              <p:cNvSpPr/>
              <p:nvPr/>
            </p:nvSpPr>
            <p:spPr>
              <a:xfrm>
                <a:off x="4307239" y="87181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13" name="ph513"/>
              <p:cNvSpPr/>
              <p:nvPr/>
            </p:nvSpPr>
            <p:spPr>
              <a:xfrm>
                <a:off x="3978790" y="88334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14" name="ph514"/>
              <p:cNvSpPr/>
              <p:nvPr/>
            </p:nvSpPr>
            <p:spPr>
              <a:xfrm>
                <a:off x="3988174" y="88334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15" name="ph515"/>
              <p:cNvSpPr/>
              <p:nvPr/>
            </p:nvSpPr>
            <p:spPr>
              <a:xfrm>
                <a:off x="3997558" y="88334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16" name="ph516"/>
              <p:cNvSpPr/>
              <p:nvPr/>
            </p:nvSpPr>
            <p:spPr>
              <a:xfrm>
                <a:off x="4006942" y="88334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17" name="ph517"/>
              <p:cNvSpPr/>
              <p:nvPr/>
            </p:nvSpPr>
            <p:spPr>
              <a:xfrm>
                <a:off x="4016327" y="88334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18" name="ph518"/>
              <p:cNvSpPr/>
              <p:nvPr/>
            </p:nvSpPr>
            <p:spPr>
              <a:xfrm>
                <a:off x="4025711" y="88334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19" name="ph519"/>
              <p:cNvSpPr/>
              <p:nvPr/>
            </p:nvSpPr>
            <p:spPr>
              <a:xfrm>
                <a:off x="4035095" y="88334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20" name="ph520"/>
              <p:cNvSpPr/>
              <p:nvPr/>
            </p:nvSpPr>
            <p:spPr>
              <a:xfrm>
                <a:off x="4044480" y="88334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21" name="ph521"/>
              <p:cNvSpPr/>
              <p:nvPr/>
            </p:nvSpPr>
            <p:spPr>
              <a:xfrm>
                <a:off x="4053864" y="88334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22" name="ph522"/>
              <p:cNvSpPr/>
              <p:nvPr/>
            </p:nvSpPr>
            <p:spPr>
              <a:xfrm>
                <a:off x="4063248" y="88334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23" name="ph523"/>
              <p:cNvSpPr/>
              <p:nvPr/>
            </p:nvSpPr>
            <p:spPr>
              <a:xfrm>
                <a:off x="4072632" y="88334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24" name="ph524"/>
              <p:cNvSpPr/>
              <p:nvPr/>
            </p:nvSpPr>
            <p:spPr>
              <a:xfrm>
                <a:off x="4082017" y="88334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25" name="ph525"/>
              <p:cNvSpPr/>
              <p:nvPr/>
            </p:nvSpPr>
            <p:spPr>
              <a:xfrm>
                <a:off x="4091401" y="88334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6A9">
                  <a:alpha val="100000"/>
                </a:srgbClr>
              </a:solidFill>
              <a:ln w="5420" cap="flat">
                <a:solidFill>
                  <a:srgbClr val="35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26" name="ph526"/>
              <p:cNvSpPr/>
              <p:nvPr/>
            </p:nvSpPr>
            <p:spPr>
              <a:xfrm>
                <a:off x="4100785" y="88334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27" name="ph527"/>
              <p:cNvSpPr/>
              <p:nvPr/>
            </p:nvSpPr>
            <p:spPr>
              <a:xfrm>
                <a:off x="4110169" y="88334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28" name="ph528"/>
              <p:cNvSpPr/>
              <p:nvPr/>
            </p:nvSpPr>
            <p:spPr>
              <a:xfrm>
                <a:off x="4119554" y="88334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29" name="ph529"/>
              <p:cNvSpPr/>
              <p:nvPr/>
            </p:nvSpPr>
            <p:spPr>
              <a:xfrm>
                <a:off x="4128938" y="88334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30" name="ph530"/>
              <p:cNvSpPr/>
              <p:nvPr/>
            </p:nvSpPr>
            <p:spPr>
              <a:xfrm>
                <a:off x="4138322" y="88334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799A9">
                  <a:alpha val="100000"/>
                </a:srgbClr>
              </a:solidFill>
              <a:ln w="5420" cap="flat">
                <a:solidFill>
                  <a:srgbClr val="37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31" name="ph531"/>
              <p:cNvSpPr/>
              <p:nvPr/>
            </p:nvSpPr>
            <p:spPr>
              <a:xfrm>
                <a:off x="4147707" y="88334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799A9">
                  <a:alpha val="100000"/>
                </a:srgbClr>
              </a:solidFill>
              <a:ln w="5420" cap="flat">
                <a:solidFill>
                  <a:srgbClr val="37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32" name="ph532"/>
              <p:cNvSpPr/>
              <p:nvPr/>
            </p:nvSpPr>
            <p:spPr>
              <a:xfrm>
                <a:off x="4157091" y="88334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33" name="ph533"/>
              <p:cNvSpPr/>
              <p:nvPr/>
            </p:nvSpPr>
            <p:spPr>
              <a:xfrm>
                <a:off x="4222781" y="88334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34" name="ph534"/>
              <p:cNvSpPr/>
              <p:nvPr/>
            </p:nvSpPr>
            <p:spPr>
              <a:xfrm>
                <a:off x="4232165" y="88334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35" name="ph535"/>
              <p:cNvSpPr/>
              <p:nvPr/>
            </p:nvSpPr>
            <p:spPr>
              <a:xfrm>
                <a:off x="4241549" y="88334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7A9">
                  <a:alpha val="100000"/>
                </a:srgbClr>
              </a:solidFill>
              <a:ln w="5420" cap="flat">
                <a:solidFill>
                  <a:srgbClr val="35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36" name="ph536"/>
              <p:cNvSpPr/>
              <p:nvPr/>
            </p:nvSpPr>
            <p:spPr>
              <a:xfrm>
                <a:off x="4250934" y="88334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37" name="ph537"/>
              <p:cNvSpPr/>
              <p:nvPr/>
            </p:nvSpPr>
            <p:spPr>
              <a:xfrm>
                <a:off x="4260318" y="88334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38" name="ph538"/>
              <p:cNvSpPr/>
              <p:nvPr/>
            </p:nvSpPr>
            <p:spPr>
              <a:xfrm>
                <a:off x="4269702" y="88334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7A9">
                  <a:alpha val="100000"/>
                </a:srgbClr>
              </a:solidFill>
              <a:ln w="5420" cap="flat">
                <a:solidFill>
                  <a:srgbClr val="35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39" name="ph539"/>
              <p:cNvSpPr/>
              <p:nvPr/>
            </p:nvSpPr>
            <p:spPr>
              <a:xfrm>
                <a:off x="4279086" y="88334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40" name="ph540"/>
              <p:cNvSpPr/>
              <p:nvPr/>
            </p:nvSpPr>
            <p:spPr>
              <a:xfrm>
                <a:off x="4288471" y="88334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41" name="ph541"/>
              <p:cNvSpPr/>
              <p:nvPr/>
            </p:nvSpPr>
            <p:spPr>
              <a:xfrm>
                <a:off x="3978790" y="89487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42" name="ph542"/>
              <p:cNvSpPr/>
              <p:nvPr/>
            </p:nvSpPr>
            <p:spPr>
              <a:xfrm>
                <a:off x="3988174" y="89487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43" name="ph543"/>
              <p:cNvSpPr/>
              <p:nvPr/>
            </p:nvSpPr>
            <p:spPr>
              <a:xfrm>
                <a:off x="3997558" y="89487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44" name="ph544"/>
              <p:cNvSpPr/>
              <p:nvPr/>
            </p:nvSpPr>
            <p:spPr>
              <a:xfrm>
                <a:off x="4006942" y="89487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45" name="ph545"/>
              <p:cNvSpPr/>
              <p:nvPr/>
            </p:nvSpPr>
            <p:spPr>
              <a:xfrm>
                <a:off x="4016327" y="89487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87A6">
                  <a:alpha val="100000"/>
                </a:srgbClr>
              </a:solidFill>
              <a:ln w="5420" cap="flat">
                <a:solidFill>
                  <a:srgbClr val="39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46" name="ph546"/>
              <p:cNvSpPr/>
              <p:nvPr/>
            </p:nvSpPr>
            <p:spPr>
              <a:xfrm>
                <a:off x="4025711" y="89487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47" name="ph547"/>
              <p:cNvSpPr/>
              <p:nvPr/>
            </p:nvSpPr>
            <p:spPr>
              <a:xfrm>
                <a:off x="4035095" y="89487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48" name="ph548"/>
              <p:cNvSpPr/>
              <p:nvPr/>
            </p:nvSpPr>
            <p:spPr>
              <a:xfrm>
                <a:off x="4044480" y="89487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49" name="ph549"/>
              <p:cNvSpPr/>
              <p:nvPr/>
            </p:nvSpPr>
            <p:spPr>
              <a:xfrm>
                <a:off x="4053864" y="89487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50" name="ph550"/>
              <p:cNvSpPr/>
              <p:nvPr/>
            </p:nvSpPr>
            <p:spPr>
              <a:xfrm>
                <a:off x="4063248" y="89487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51" name="ph551"/>
              <p:cNvSpPr/>
              <p:nvPr/>
            </p:nvSpPr>
            <p:spPr>
              <a:xfrm>
                <a:off x="4072632" y="89487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693A8">
                  <a:alpha val="100000"/>
                </a:srgbClr>
              </a:solidFill>
              <a:ln w="5420" cap="flat">
                <a:solidFill>
                  <a:srgbClr val="36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52" name="ph552"/>
              <p:cNvSpPr/>
              <p:nvPr/>
            </p:nvSpPr>
            <p:spPr>
              <a:xfrm>
                <a:off x="4082017" y="89487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53" name="ph553"/>
              <p:cNvSpPr/>
              <p:nvPr/>
            </p:nvSpPr>
            <p:spPr>
              <a:xfrm>
                <a:off x="4091401" y="89487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54" name="ph554"/>
              <p:cNvSpPr/>
              <p:nvPr/>
            </p:nvSpPr>
            <p:spPr>
              <a:xfrm>
                <a:off x="4100785" y="89487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55" name="ph555"/>
              <p:cNvSpPr/>
              <p:nvPr/>
            </p:nvSpPr>
            <p:spPr>
              <a:xfrm>
                <a:off x="4110169" y="89487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56" name="ph556"/>
              <p:cNvSpPr/>
              <p:nvPr/>
            </p:nvSpPr>
            <p:spPr>
              <a:xfrm>
                <a:off x="4119554" y="89487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698A9">
                  <a:alpha val="100000"/>
                </a:srgbClr>
              </a:solidFill>
              <a:ln w="5420" cap="flat">
                <a:solidFill>
                  <a:srgbClr val="36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57" name="ph557"/>
              <p:cNvSpPr/>
              <p:nvPr/>
            </p:nvSpPr>
            <p:spPr>
              <a:xfrm>
                <a:off x="4222781" y="89487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58" name="ph558"/>
              <p:cNvSpPr/>
              <p:nvPr/>
            </p:nvSpPr>
            <p:spPr>
              <a:xfrm>
                <a:off x="4232165" y="89487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59" name="ph559"/>
              <p:cNvSpPr/>
              <p:nvPr/>
            </p:nvSpPr>
            <p:spPr>
              <a:xfrm>
                <a:off x="4241549" y="89487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60" name="ph560"/>
              <p:cNvSpPr/>
              <p:nvPr/>
            </p:nvSpPr>
            <p:spPr>
              <a:xfrm>
                <a:off x="4250934" y="89487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61" name="ph561"/>
              <p:cNvSpPr/>
              <p:nvPr/>
            </p:nvSpPr>
            <p:spPr>
              <a:xfrm>
                <a:off x="4260318" y="89487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62" name="ph562"/>
              <p:cNvSpPr/>
              <p:nvPr/>
            </p:nvSpPr>
            <p:spPr>
              <a:xfrm>
                <a:off x="4269702" y="89487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63" name="ph563"/>
              <p:cNvSpPr/>
              <p:nvPr/>
            </p:nvSpPr>
            <p:spPr>
              <a:xfrm>
                <a:off x="3969405" y="906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64" name="ph564"/>
              <p:cNvSpPr/>
              <p:nvPr/>
            </p:nvSpPr>
            <p:spPr>
              <a:xfrm>
                <a:off x="3978790" y="906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65" name="ph565"/>
              <p:cNvSpPr/>
              <p:nvPr/>
            </p:nvSpPr>
            <p:spPr>
              <a:xfrm>
                <a:off x="3988174" y="906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66" name="ph566"/>
              <p:cNvSpPr/>
              <p:nvPr/>
            </p:nvSpPr>
            <p:spPr>
              <a:xfrm>
                <a:off x="3997558" y="906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67" name="ph567"/>
              <p:cNvSpPr/>
              <p:nvPr/>
            </p:nvSpPr>
            <p:spPr>
              <a:xfrm>
                <a:off x="4006942" y="906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68" name="ph568"/>
              <p:cNvSpPr/>
              <p:nvPr/>
            </p:nvSpPr>
            <p:spPr>
              <a:xfrm>
                <a:off x="4016327" y="906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69" name="ph569"/>
              <p:cNvSpPr/>
              <p:nvPr/>
            </p:nvSpPr>
            <p:spPr>
              <a:xfrm>
                <a:off x="4025711" y="906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70" name="ph570"/>
              <p:cNvSpPr/>
              <p:nvPr/>
            </p:nvSpPr>
            <p:spPr>
              <a:xfrm>
                <a:off x="4035095" y="906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71" name="ph571"/>
              <p:cNvSpPr/>
              <p:nvPr/>
            </p:nvSpPr>
            <p:spPr>
              <a:xfrm>
                <a:off x="4044480" y="906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72" name="ph572"/>
              <p:cNvSpPr/>
              <p:nvPr/>
            </p:nvSpPr>
            <p:spPr>
              <a:xfrm>
                <a:off x="4053864" y="906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73" name="ph573"/>
              <p:cNvSpPr/>
              <p:nvPr/>
            </p:nvSpPr>
            <p:spPr>
              <a:xfrm>
                <a:off x="4063248" y="906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74" name="ph574"/>
              <p:cNvSpPr/>
              <p:nvPr/>
            </p:nvSpPr>
            <p:spPr>
              <a:xfrm>
                <a:off x="4072632" y="906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75" name="ph575"/>
              <p:cNvSpPr/>
              <p:nvPr/>
            </p:nvSpPr>
            <p:spPr>
              <a:xfrm>
                <a:off x="4082017" y="906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76" name="ph576"/>
              <p:cNvSpPr/>
              <p:nvPr/>
            </p:nvSpPr>
            <p:spPr>
              <a:xfrm>
                <a:off x="4091401" y="906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77" name="ph577"/>
              <p:cNvSpPr/>
              <p:nvPr/>
            </p:nvSpPr>
            <p:spPr>
              <a:xfrm>
                <a:off x="4213396" y="906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78" name="ph578"/>
              <p:cNvSpPr/>
              <p:nvPr/>
            </p:nvSpPr>
            <p:spPr>
              <a:xfrm>
                <a:off x="4222781" y="906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79" name="ph579"/>
              <p:cNvSpPr/>
              <p:nvPr/>
            </p:nvSpPr>
            <p:spPr>
              <a:xfrm>
                <a:off x="4232165" y="906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6A9">
                  <a:alpha val="100000"/>
                </a:srgbClr>
              </a:solidFill>
              <a:ln w="5420" cap="flat">
                <a:solidFill>
                  <a:srgbClr val="35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80" name="ph580"/>
              <p:cNvSpPr/>
              <p:nvPr/>
            </p:nvSpPr>
            <p:spPr>
              <a:xfrm>
                <a:off x="4241549" y="906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81" name="ph581"/>
              <p:cNvSpPr/>
              <p:nvPr/>
            </p:nvSpPr>
            <p:spPr>
              <a:xfrm>
                <a:off x="4250934" y="906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82" name="ph582"/>
              <p:cNvSpPr/>
              <p:nvPr/>
            </p:nvSpPr>
            <p:spPr>
              <a:xfrm>
                <a:off x="4260318" y="906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83" name="ph583"/>
              <p:cNvSpPr/>
              <p:nvPr/>
            </p:nvSpPr>
            <p:spPr>
              <a:xfrm>
                <a:off x="3922484" y="917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84" name="ph584"/>
              <p:cNvSpPr/>
              <p:nvPr/>
            </p:nvSpPr>
            <p:spPr>
              <a:xfrm>
                <a:off x="3931868" y="917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85" name="ph585"/>
              <p:cNvSpPr/>
              <p:nvPr/>
            </p:nvSpPr>
            <p:spPr>
              <a:xfrm>
                <a:off x="3941253" y="917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86" name="ph586"/>
              <p:cNvSpPr/>
              <p:nvPr/>
            </p:nvSpPr>
            <p:spPr>
              <a:xfrm>
                <a:off x="3950637" y="917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87" name="ph587"/>
              <p:cNvSpPr/>
              <p:nvPr/>
            </p:nvSpPr>
            <p:spPr>
              <a:xfrm>
                <a:off x="3960021" y="917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88" name="ph588"/>
              <p:cNvSpPr/>
              <p:nvPr/>
            </p:nvSpPr>
            <p:spPr>
              <a:xfrm>
                <a:off x="3969405" y="917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89" name="ph589"/>
              <p:cNvSpPr/>
              <p:nvPr/>
            </p:nvSpPr>
            <p:spPr>
              <a:xfrm>
                <a:off x="3978790" y="917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90" name="ph590"/>
              <p:cNvSpPr/>
              <p:nvPr/>
            </p:nvSpPr>
            <p:spPr>
              <a:xfrm>
                <a:off x="3988174" y="917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91" name="ph591"/>
              <p:cNvSpPr/>
              <p:nvPr/>
            </p:nvSpPr>
            <p:spPr>
              <a:xfrm>
                <a:off x="3997558" y="917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92" name="ph592"/>
              <p:cNvSpPr/>
              <p:nvPr/>
            </p:nvSpPr>
            <p:spPr>
              <a:xfrm>
                <a:off x="4006942" y="917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93" name="ph593"/>
              <p:cNvSpPr/>
              <p:nvPr/>
            </p:nvSpPr>
            <p:spPr>
              <a:xfrm>
                <a:off x="4016327" y="917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94" name="ph594"/>
              <p:cNvSpPr/>
              <p:nvPr/>
            </p:nvSpPr>
            <p:spPr>
              <a:xfrm>
                <a:off x="4025711" y="917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887A6">
                  <a:alpha val="100000"/>
                </a:srgbClr>
              </a:solidFill>
              <a:ln w="5420" cap="flat">
                <a:solidFill>
                  <a:srgbClr val="38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95" name="ph595"/>
              <p:cNvSpPr/>
              <p:nvPr/>
            </p:nvSpPr>
            <p:spPr>
              <a:xfrm>
                <a:off x="4035095" y="917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96" name="ph596"/>
              <p:cNvSpPr/>
              <p:nvPr/>
            </p:nvSpPr>
            <p:spPr>
              <a:xfrm>
                <a:off x="4044480" y="917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97" name="ph597"/>
              <p:cNvSpPr/>
              <p:nvPr/>
            </p:nvSpPr>
            <p:spPr>
              <a:xfrm>
                <a:off x="4063248" y="917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98" name="ph598"/>
              <p:cNvSpPr/>
              <p:nvPr/>
            </p:nvSpPr>
            <p:spPr>
              <a:xfrm>
                <a:off x="4072632" y="917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99" name="ph599"/>
              <p:cNvSpPr/>
              <p:nvPr/>
            </p:nvSpPr>
            <p:spPr>
              <a:xfrm>
                <a:off x="4082017" y="917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00" name="ph600"/>
              <p:cNvSpPr/>
              <p:nvPr/>
            </p:nvSpPr>
            <p:spPr>
              <a:xfrm>
                <a:off x="4213396" y="917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6A9">
                  <a:alpha val="100000"/>
                </a:srgbClr>
              </a:solidFill>
              <a:ln w="5420" cap="flat">
                <a:solidFill>
                  <a:srgbClr val="35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01" name="ph601"/>
              <p:cNvSpPr/>
              <p:nvPr/>
            </p:nvSpPr>
            <p:spPr>
              <a:xfrm>
                <a:off x="4222781" y="917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02" name="ph602"/>
              <p:cNvSpPr/>
              <p:nvPr/>
            </p:nvSpPr>
            <p:spPr>
              <a:xfrm>
                <a:off x="4232165" y="917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03" name="ph603"/>
              <p:cNvSpPr/>
              <p:nvPr/>
            </p:nvSpPr>
            <p:spPr>
              <a:xfrm>
                <a:off x="4241549" y="917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04" name="ph604"/>
              <p:cNvSpPr/>
              <p:nvPr/>
            </p:nvSpPr>
            <p:spPr>
              <a:xfrm>
                <a:off x="4250934" y="917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05" name="ph605"/>
              <p:cNvSpPr/>
              <p:nvPr/>
            </p:nvSpPr>
            <p:spPr>
              <a:xfrm>
                <a:off x="3894331" y="929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06" name="ph606"/>
              <p:cNvSpPr/>
              <p:nvPr/>
            </p:nvSpPr>
            <p:spPr>
              <a:xfrm>
                <a:off x="3903715" y="929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07" name="ph607"/>
              <p:cNvSpPr/>
              <p:nvPr/>
            </p:nvSpPr>
            <p:spPr>
              <a:xfrm>
                <a:off x="3913100" y="929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08" name="ph608"/>
              <p:cNvSpPr/>
              <p:nvPr/>
            </p:nvSpPr>
            <p:spPr>
              <a:xfrm>
                <a:off x="3922484" y="929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09" name="ph609"/>
              <p:cNvSpPr/>
              <p:nvPr/>
            </p:nvSpPr>
            <p:spPr>
              <a:xfrm>
                <a:off x="3931868" y="929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10" name="ph610"/>
              <p:cNvSpPr/>
              <p:nvPr/>
            </p:nvSpPr>
            <p:spPr>
              <a:xfrm>
                <a:off x="3941253" y="929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5D9B">
                  <a:alpha val="100000"/>
                </a:srgbClr>
              </a:solidFill>
              <a:ln w="5420" cap="flat">
                <a:solidFill>
                  <a:srgbClr val="395D9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11" name="ph611"/>
              <p:cNvSpPr/>
              <p:nvPr/>
            </p:nvSpPr>
            <p:spPr>
              <a:xfrm>
                <a:off x="3950637" y="929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5C9B">
                  <a:alpha val="100000"/>
                </a:srgbClr>
              </a:solidFill>
              <a:ln w="5420" cap="flat">
                <a:solidFill>
                  <a:srgbClr val="395C9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12" name="ph612"/>
              <p:cNvSpPr/>
              <p:nvPr/>
            </p:nvSpPr>
            <p:spPr>
              <a:xfrm>
                <a:off x="3960021" y="929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13" name="ph613"/>
              <p:cNvSpPr/>
              <p:nvPr/>
            </p:nvSpPr>
            <p:spPr>
              <a:xfrm>
                <a:off x="3969405" y="929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14" name="ph614"/>
              <p:cNvSpPr/>
              <p:nvPr/>
            </p:nvSpPr>
            <p:spPr>
              <a:xfrm>
                <a:off x="3978790" y="929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15" name="ph615"/>
              <p:cNvSpPr/>
              <p:nvPr/>
            </p:nvSpPr>
            <p:spPr>
              <a:xfrm>
                <a:off x="3988174" y="929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73A1">
                  <a:alpha val="100000"/>
                </a:srgbClr>
              </a:solidFill>
              <a:ln w="5420" cap="flat">
                <a:solidFill>
                  <a:srgbClr val="3B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16" name="ph616"/>
              <p:cNvSpPr/>
              <p:nvPr/>
            </p:nvSpPr>
            <p:spPr>
              <a:xfrm>
                <a:off x="3997558" y="929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17" name="ph617"/>
              <p:cNvSpPr/>
              <p:nvPr/>
            </p:nvSpPr>
            <p:spPr>
              <a:xfrm>
                <a:off x="4006942" y="929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18" name="ph618"/>
              <p:cNvSpPr/>
              <p:nvPr/>
            </p:nvSpPr>
            <p:spPr>
              <a:xfrm>
                <a:off x="4025711" y="929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887A6">
                  <a:alpha val="100000"/>
                </a:srgbClr>
              </a:solidFill>
              <a:ln w="5420" cap="flat">
                <a:solidFill>
                  <a:srgbClr val="38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19" name="ph619"/>
              <p:cNvSpPr/>
              <p:nvPr/>
            </p:nvSpPr>
            <p:spPr>
              <a:xfrm>
                <a:off x="4035095" y="929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20" name="ph620"/>
              <p:cNvSpPr/>
              <p:nvPr/>
            </p:nvSpPr>
            <p:spPr>
              <a:xfrm>
                <a:off x="4213396" y="929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21" name="ph621"/>
              <p:cNvSpPr/>
              <p:nvPr/>
            </p:nvSpPr>
            <p:spPr>
              <a:xfrm>
                <a:off x="4222781" y="929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22" name="ph622"/>
              <p:cNvSpPr/>
              <p:nvPr/>
            </p:nvSpPr>
            <p:spPr>
              <a:xfrm>
                <a:off x="4232165" y="929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23" name="ph623"/>
              <p:cNvSpPr/>
              <p:nvPr/>
            </p:nvSpPr>
            <p:spPr>
              <a:xfrm>
                <a:off x="4241549" y="929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24" name="ph624"/>
              <p:cNvSpPr/>
              <p:nvPr/>
            </p:nvSpPr>
            <p:spPr>
              <a:xfrm>
                <a:off x="4250934" y="929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25" name="ph625"/>
              <p:cNvSpPr/>
              <p:nvPr/>
            </p:nvSpPr>
            <p:spPr>
              <a:xfrm>
                <a:off x="3884947" y="941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26" name="ph626"/>
              <p:cNvSpPr/>
              <p:nvPr/>
            </p:nvSpPr>
            <p:spPr>
              <a:xfrm>
                <a:off x="3894331" y="941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27" name="ph627"/>
              <p:cNvSpPr/>
              <p:nvPr/>
            </p:nvSpPr>
            <p:spPr>
              <a:xfrm>
                <a:off x="3903715" y="941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28" name="ph628"/>
              <p:cNvSpPr/>
              <p:nvPr/>
            </p:nvSpPr>
            <p:spPr>
              <a:xfrm>
                <a:off x="3913100" y="941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29" name="ph629"/>
              <p:cNvSpPr/>
              <p:nvPr/>
            </p:nvSpPr>
            <p:spPr>
              <a:xfrm>
                <a:off x="3922484" y="941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30" name="ph630"/>
              <p:cNvSpPr/>
              <p:nvPr/>
            </p:nvSpPr>
            <p:spPr>
              <a:xfrm>
                <a:off x="3931868" y="941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31" name="ph631"/>
              <p:cNvSpPr/>
              <p:nvPr/>
            </p:nvSpPr>
            <p:spPr>
              <a:xfrm>
                <a:off x="3941253" y="941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32" name="ph632"/>
              <p:cNvSpPr/>
              <p:nvPr/>
            </p:nvSpPr>
            <p:spPr>
              <a:xfrm>
                <a:off x="3950637" y="941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33" name="ph633"/>
              <p:cNvSpPr/>
              <p:nvPr/>
            </p:nvSpPr>
            <p:spPr>
              <a:xfrm>
                <a:off x="3960021" y="941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34" name="ph634"/>
              <p:cNvSpPr/>
              <p:nvPr/>
            </p:nvSpPr>
            <p:spPr>
              <a:xfrm>
                <a:off x="3969405" y="941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35" name="ph635"/>
              <p:cNvSpPr/>
              <p:nvPr/>
            </p:nvSpPr>
            <p:spPr>
              <a:xfrm>
                <a:off x="3978790" y="941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73A1">
                  <a:alpha val="100000"/>
                </a:srgbClr>
              </a:solidFill>
              <a:ln w="5420" cap="flat">
                <a:solidFill>
                  <a:srgbClr val="3B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36" name="ph636"/>
              <p:cNvSpPr/>
              <p:nvPr/>
            </p:nvSpPr>
            <p:spPr>
              <a:xfrm>
                <a:off x="3988174" y="941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37" name="ph637"/>
              <p:cNvSpPr/>
              <p:nvPr/>
            </p:nvSpPr>
            <p:spPr>
              <a:xfrm>
                <a:off x="3997558" y="941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38" name="ph638"/>
              <p:cNvSpPr/>
              <p:nvPr/>
            </p:nvSpPr>
            <p:spPr>
              <a:xfrm>
                <a:off x="4213396" y="941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39" name="ph639"/>
              <p:cNvSpPr/>
              <p:nvPr/>
            </p:nvSpPr>
            <p:spPr>
              <a:xfrm>
                <a:off x="4222781" y="941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40" name="ph640"/>
              <p:cNvSpPr/>
              <p:nvPr/>
            </p:nvSpPr>
            <p:spPr>
              <a:xfrm>
                <a:off x="4232165" y="941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41" name="ph641"/>
              <p:cNvSpPr/>
              <p:nvPr/>
            </p:nvSpPr>
            <p:spPr>
              <a:xfrm>
                <a:off x="4241549" y="941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693A8">
                  <a:alpha val="100000"/>
                </a:srgbClr>
              </a:solidFill>
              <a:ln w="5420" cap="flat">
                <a:solidFill>
                  <a:srgbClr val="36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42" name="ph642"/>
              <p:cNvSpPr/>
              <p:nvPr/>
            </p:nvSpPr>
            <p:spPr>
              <a:xfrm>
                <a:off x="4250934" y="941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43" name="ph643"/>
              <p:cNvSpPr/>
              <p:nvPr/>
            </p:nvSpPr>
            <p:spPr>
              <a:xfrm>
                <a:off x="4260318" y="941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44" name="ph644"/>
              <p:cNvSpPr/>
              <p:nvPr/>
            </p:nvSpPr>
            <p:spPr>
              <a:xfrm>
                <a:off x="4269702" y="941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45" name="ph645"/>
              <p:cNvSpPr/>
              <p:nvPr/>
            </p:nvSpPr>
            <p:spPr>
              <a:xfrm>
                <a:off x="4307239" y="941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46" name="ph646"/>
              <p:cNvSpPr/>
              <p:nvPr/>
            </p:nvSpPr>
            <p:spPr>
              <a:xfrm>
                <a:off x="4316623" y="941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47" name="ph647"/>
              <p:cNvSpPr/>
              <p:nvPr/>
            </p:nvSpPr>
            <p:spPr>
              <a:xfrm>
                <a:off x="4326008" y="941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48" name="ph648"/>
              <p:cNvSpPr/>
              <p:nvPr/>
            </p:nvSpPr>
            <p:spPr>
              <a:xfrm>
                <a:off x="4335392" y="941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49" name="ph649"/>
              <p:cNvSpPr/>
              <p:nvPr/>
            </p:nvSpPr>
            <p:spPr>
              <a:xfrm>
                <a:off x="4344776" y="941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698A9">
                  <a:alpha val="100000"/>
                </a:srgbClr>
              </a:solidFill>
              <a:ln w="5420" cap="flat">
                <a:solidFill>
                  <a:srgbClr val="36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50" name="ph650"/>
              <p:cNvSpPr/>
              <p:nvPr/>
            </p:nvSpPr>
            <p:spPr>
              <a:xfrm>
                <a:off x="3875563" y="952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51" name="ph651"/>
              <p:cNvSpPr/>
              <p:nvPr/>
            </p:nvSpPr>
            <p:spPr>
              <a:xfrm>
                <a:off x="3884947" y="952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52" name="ph652"/>
              <p:cNvSpPr/>
              <p:nvPr/>
            </p:nvSpPr>
            <p:spPr>
              <a:xfrm>
                <a:off x="3894331" y="952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53" name="ph653"/>
              <p:cNvSpPr/>
              <p:nvPr/>
            </p:nvSpPr>
            <p:spPr>
              <a:xfrm>
                <a:off x="3903715" y="952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CB2AB">
                  <a:alpha val="100000"/>
                </a:srgbClr>
              </a:solidFill>
              <a:ln w="5420" cap="flat">
                <a:solidFill>
                  <a:srgbClr val="4C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54" name="ph654"/>
              <p:cNvSpPr/>
              <p:nvPr/>
            </p:nvSpPr>
            <p:spPr>
              <a:xfrm>
                <a:off x="3913100" y="952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55" name="ph655"/>
              <p:cNvSpPr/>
              <p:nvPr/>
            </p:nvSpPr>
            <p:spPr>
              <a:xfrm>
                <a:off x="3922484" y="952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7AAAA">
                  <a:alpha val="100000"/>
                </a:srgbClr>
              </a:solidFill>
              <a:ln w="5420" cap="flat">
                <a:solidFill>
                  <a:srgbClr val="47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56" name="ph656"/>
              <p:cNvSpPr/>
              <p:nvPr/>
            </p:nvSpPr>
            <p:spPr>
              <a:xfrm>
                <a:off x="3931868" y="952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57" name="ph657"/>
              <p:cNvSpPr/>
              <p:nvPr/>
            </p:nvSpPr>
            <p:spPr>
              <a:xfrm>
                <a:off x="3941253" y="952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58" name="ph658"/>
              <p:cNvSpPr/>
              <p:nvPr/>
            </p:nvSpPr>
            <p:spPr>
              <a:xfrm>
                <a:off x="3950637" y="952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59" name="ph659"/>
              <p:cNvSpPr/>
              <p:nvPr/>
            </p:nvSpPr>
            <p:spPr>
              <a:xfrm>
                <a:off x="3960021" y="952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60" name="ph660"/>
              <p:cNvSpPr/>
              <p:nvPr/>
            </p:nvSpPr>
            <p:spPr>
              <a:xfrm>
                <a:off x="3969405" y="952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9A2">
                  <a:alpha val="100000"/>
                </a:srgbClr>
              </a:solidFill>
              <a:ln w="5420" cap="flat">
                <a:solidFill>
                  <a:srgbClr val="3A79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61" name="ph661"/>
              <p:cNvSpPr/>
              <p:nvPr/>
            </p:nvSpPr>
            <p:spPr>
              <a:xfrm>
                <a:off x="3978790" y="952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62" name="ph662"/>
              <p:cNvSpPr/>
              <p:nvPr/>
            </p:nvSpPr>
            <p:spPr>
              <a:xfrm>
                <a:off x="3988174" y="952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63" name="ph663"/>
              <p:cNvSpPr/>
              <p:nvPr/>
            </p:nvSpPr>
            <p:spPr>
              <a:xfrm>
                <a:off x="4222781" y="952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64" name="ph664"/>
              <p:cNvSpPr/>
              <p:nvPr/>
            </p:nvSpPr>
            <p:spPr>
              <a:xfrm>
                <a:off x="4232165" y="952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65" name="ph665"/>
              <p:cNvSpPr/>
              <p:nvPr/>
            </p:nvSpPr>
            <p:spPr>
              <a:xfrm>
                <a:off x="4241549" y="952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66" name="ph666"/>
              <p:cNvSpPr/>
              <p:nvPr/>
            </p:nvSpPr>
            <p:spPr>
              <a:xfrm>
                <a:off x="4250934" y="952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67" name="ph667"/>
              <p:cNvSpPr/>
              <p:nvPr/>
            </p:nvSpPr>
            <p:spPr>
              <a:xfrm>
                <a:off x="4260318" y="952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68" name="ph668"/>
              <p:cNvSpPr/>
              <p:nvPr/>
            </p:nvSpPr>
            <p:spPr>
              <a:xfrm>
                <a:off x="4269702" y="952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69" name="ph669"/>
              <p:cNvSpPr/>
              <p:nvPr/>
            </p:nvSpPr>
            <p:spPr>
              <a:xfrm>
                <a:off x="4279086" y="952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693A8">
                  <a:alpha val="100000"/>
                </a:srgbClr>
              </a:solidFill>
              <a:ln w="5420" cap="flat">
                <a:solidFill>
                  <a:srgbClr val="36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70" name="ph670"/>
              <p:cNvSpPr/>
              <p:nvPr/>
            </p:nvSpPr>
            <p:spPr>
              <a:xfrm>
                <a:off x="4297855" y="952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71" name="ph671"/>
              <p:cNvSpPr/>
              <p:nvPr/>
            </p:nvSpPr>
            <p:spPr>
              <a:xfrm>
                <a:off x="4307239" y="952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72" name="ph672"/>
              <p:cNvSpPr/>
              <p:nvPr/>
            </p:nvSpPr>
            <p:spPr>
              <a:xfrm>
                <a:off x="4316623" y="952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73" name="ph673"/>
              <p:cNvSpPr/>
              <p:nvPr/>
            </p:nvSpPr>
            <p:spPr>
              <a:xfrm>
                <a:off x="4326008" y="952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74" name="ph674"/>
              <p:cNvSpPr/>
              <p:nvPr/>
            </p:nvSpPr>
            <p:spPr>
              <a:xfrm>
                <a:off x="4335392" y="952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75" name="ph675"/>
              <p:cNvSpPr/>
              <p:nvPr/>
            </p:nvSpPr>
            <p:spPr>
              <a:xfrm>
                <a:off x="4344776" y="952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698A9">
                  <a:alpha val="100000"/>
                </a:srgbClr>
              </a:solidFill>
              <a:ln w="5420" cap="flat">
                <a:solidFill>
                  <a:srgbClr val="36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76" name="ph676"/>
              <p:cNvSpPr/>
              <p:nvPr/>
            </p:nvSpPr>
            <p:spPr>
              <a:xfrm>
                <a:off x="4354161" y="952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77" name="ph677"/>
              <p:cNvSpPr/>
              <p:nvPr/>
            </p:nvSpPr>
            <p:spPr>
              <a:xfrm>
                <a:off x="3866178" y="964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78" name="ph678"/>
              <p:cNvSpPr/>
              <p:nvPr/>
            </p:nvSpPr>
            <p:spPr>
              <a:xfrm>
                <a:off x="3875563" y="964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79" name="ph679"/>
              <p:cNvSpPr/>
              <p:nvPr/>
            </p:nvSpPr>
            <p:spPr>
              <a:xfrm>
                <a:off x="3884947" y="964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7AAAA">
                  <a:alpha val="100000"/>
                </a:srgbClr>
              </a:solidFill>
              <a:ln w="5420" cap="flat">
                <a:solidFill>
                  <a:srgbClr val="47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80" name="ph680"/>
              <p:cNvSpPr/>
              <p:nvPr/>
            </p:nvSpPr>
            <p:spPr>
              <a:xfrm>
                <a:off x="3894331" y="964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81" name="ph681"/>
              <p:cNvSpPr/>
              <p:nvPr/>
            </p:nvSpPr>
            <p:spPr>
              <a:xfrm>
                <a:off x="3903715" y="964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82" name="ph682"/>
              <p:cNvSpPr/>
              <p:nvPr/>
            </p:nvSpPr>
            <p:spPr>
              <a:xfrm>
                <a:off x="3913100" y="964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83" name="ph683"/>
              <p:cNvSpPr/>
              <p:nvPr/>
            </p:nvSpPr>
            <p:spPr>
              <a:xfrm>
                <a:off x="3922484" y="964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84" name="ph684"/>
              <p:cNvSpPr/>
              <p:nvPr/>
            </p:nvSpPr>
            <p:spPr>
              <a:xfrm>
                <a:off x="3931868" y="964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9DAA">
                  <a:alpha val="100000"/>
                </a:srgbClr>
              </a:solidFill>
              <a:ln w="5420" cap="flat">
                <a:solidFill>
                  <a:srgbClr val="3B9D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85" name="ph685"/>
              <p:cNvSpPr/>
              <p:nvPr/>
            </p:nvSpPr>
            <p:spPr>
              <a:xfrm>
                <a:off x="3941253" y="964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86" name="ph686"/>
              <p:cNvSpPr/>
              <p:nvPr/>
            </p:nvSpPr>
            <p:spPr>
              <a:xfrm>
                <a:off x="3950637" y="964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87" name="ph687"/>
              <p:cNvSpPr/>
              <p:nvPr/>
            </p:nvSpPr>
            <p:spPr>
              <a:xfrm>
                <a:off x="3960021" y="964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88" name="ph688"/>
              <p:cNvSpPr/>
              <p:nvPr/>
            </p:nvSpPr>
            <p:spPr>
              <a:xfrm>
                <a:off x="4222781" y="964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89" name="ph689"/>
              <p:cNvSpPr/>
              <p:nvPr/>
            </p:nvSpPr>
            <p:spPr>
              <a:xfrm>
                <a:off x="4232165" y="964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90" name="ph690"/>
              <p:cNvSpPr/>
              <p:nvPr/>
            </p:nvSpPr>
            <p:spPr>
              <a:xfrm>
                <a:off x="4241549" y="964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693A8">
                  <a:alpha val="100000"/>
                </a:srgbClr>
              </a:solidFill>
              <a:ln w="5420" cap="flat">
                <a:solidFill>
                  <a:srgbClr val="36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91" name="ph691"/>
              <p:cNvSpPr/>
              <p:nvPr/>
            </p:nvSpPr>
            <p:spPr>
              <a:xfrm>
                <a:off x="4250934" y="964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92" name="ph692"/>
              <p:cNvSpPr/>
              <p:nvPr/>
            </p:nvSpPr>
            <p:spPr>
              <a:xfrm>
                <a:off x="4260318" y="964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93" name="ph693"/>
              <p:cNvSpPr/>
              <p:nvPr/>
            </p:nvSpPr>
            <p:spPr>
              <a:xfrm>
                <a:off x="4269702" y="964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693A8">
                  <a:alpha val="100000"/>
                </a:srgbClr>
              </a:solidFill>
              <a:ln w="5420" cap="flat">
                <a:solidFill>
                  <a:srgbClr val="36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94" name="ph694"/>
              <p:cNvSpPr/>
              <p:nvPr/>
            </p:nvSpPr>
            <p:spPr>
              <a:xfrm>
                <a:off x="4279086" y="964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95" name="ph695"/>
              <p:cNvSpPr/>
              <p:nvPr/>
            </p:nvSpPr>
            <p:spPr>
              <a:xfrm>
                <a:off x="4288471" y="964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96" name="ph696"/>
              <p:cNvSpPr/>
              <p:nvPr/>
            </p:nvSpPr>
            <p:spPr>
              <a:xfrm>
                <a:off x="4297855" y="964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5A8">
                  <a:alpha val="100000"/>
                </a:srgbClr>
              </a:solidFill>
              <a:ln w="5420" cap="flat">
                <a:solidFill>
                  <a:srgbClr val="3595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97" name="ph697"/>
              <p:cNvSpPr/>
              <p:nvPr/>
            </p:nvSpPr>
            <p:spPr>
              <a:xfrm>
                <a:off x="4307239" y="964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98" name="ph698"/>
              <p:cNvSpPr/>
              <p:nvPr/>
            </p:nvSpPr>
            <p:spPr>
              <a:xfrm>
                <a:off x="4316623" y="964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99" name="ph699"/>
              <p:cNvSpPr/>
              <p:nvPr/>
            </p:nvSpPr>
            <p:spPr>
              <a:xfrm>
                <a:off x="4326008" y="964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00" name="ph700"/>
              <p:cNvSpPr/>
              <p:nvPr/>
            </p:nvSpPr>
            <p:spPr>
              <a:xfrm>
                <a:off x="4335392" y="964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01" name="ph701"/>
              <p:cNvSpPr/>
              <p:nvPr/>
            </p:nvSpPr>
            <p:spPr>
              <a:xfrm>
                <a:off x="4344776" y="964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02" name="ph702"/>
              <p:cNvSpPr/>
              <p:nvPr/>
            </p:nvSpPr>
            <p:spPr>
              <a:xfrm>
                <a:off x="4354161" y="964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799A9">
                  <a:alpha val="100000"/>
                </a:srgbClr>
              </a:solidFill>
              <a:ln w="5420" cap="flat">
                <a:solidFill>
                  <a:srgbClr val="37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03" name="ph703"/>
              <p:cNvSpPr/>
              <p:nvPr/>
            </p:nvSpPr>
            <p:spPr>
              <a:xfrm>
                <a:off x="3856794" y="97560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04" name="ph704"/>
              <p:cNvSpPr/>
              <p:nvPr/>
            </p:nvSpPr>
            <p:spPr>
              <a:xfrm>
                <a:off x="3866178" y="97560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7AAAA">
                  <a:alpha val="100000"/>
                </a:srgbClr>
              </a:solidFill>
              <a:ln w="5420" cap="flat">
                <a:solidFill>
                  <a:srgbClr val="47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05" name="ph705"/>
              <p:cNvSpPr/>
              <p:nvPr/>
            </p:nvSpPr>
            <p:spPr>
              <a:xfrm>
                <a:off x="3875563" y="97560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06" name="ph706"/>
              <p:cNvSpPr/>
              <p:nvPr/>
            </p:nvSpPr>
            <p:spPr>
              <a:xfrm>
                <a:off x="3884947" y="97560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07" name="ph707"/>
              <p:cNvSpPr/>
              <p:nvPr/>
            </p:nvSpPr>
            <p:spPr>
              <a:xfrm>
                <a:off x="3894331" y="97560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08" name="ph708"/>
              <p:cNvSpPr/>
              <p:nvPr/>
            </p:nvSpPr>
            <p:spPr>
              <a:xfrm>
                <a:off x="3903715" y="97560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09" name="ph709"/>
              <p:cNvSpPr/>
              <p:nvPr/>
            </p:nvSpPr>
            <p:spPr>
              <a:xfrm>
                <a:off x="3913100" y="97560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10" name="ph710"/>
              <p:cNvSpPr/>
              <p:nvPr/>
            </p:nvSpPr>
            <p:spPr>
              <a:xfrm>
                <a:off x="3922484" y="97560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11" name="ph711"/>
              <p:cNvSpPr/>
              <p:nvPr/>
            </p:nvSpPr>
            <p:spPr>
              <a:xfrm>
                <a:off x="3931868" y="97560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12" name="ph712"/>
              <p:cNvSpPr/>
              <p:nvPr/>
            </p:nvSpPr>
            <p:spPr>
              <a:xfrm>
                <a:off x="4232165" y="97560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13" name="ph713"/>
              <p:cNvSpPr/>
              <p:nvPr/>
            </p:nvSpPr>
            <p:spPr>
              <a:xfrm>
                <a:off x="4241549" y="97560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14" name="ph714"/>
              <p:cNvSpPr/>
              <p:nvPr/>
            </p:nvSpPr>
            <p:spPr>
              <a:xfrm>
                <a:off x="4250934" y="97560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15" name="ph715"/>
              <p:cNvSpPr/>
              <p:nvPr/>
            </p:nvSpPr>
            <p:spPr>
              <a:xfrm>
                <a:off x="4260318" y="97560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16" name="ph716"/>
              <p:cNvSpPr/>
              <p:nvPr/>
            </p:nvSpPr>
            <p:spPr>
              <a:xfrm>
                <a:off x="4269702" y="97560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17" name="ph717"/>
              <p:cNvSpPr/>
              <p:nvPr/>
            </p:nvSpPr>
            <p:spPr>
              <a:xfrm>
                <a:off x="4279086" y="97560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18" name="ph718"/>
              <p:cNvSpPr/>
              <p:nvPr/>
            </p:nvSpPr>
            <p:spPr>
              <a:xfrm>
                <a:off x="4288471" y="97560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19" name="ph719"/>
              <p:cNvSpPr/>
              <p:nvPr/>
            </p:nvSpPr>
            <p:spPr>
              <a:xfrm>
                <a:off x="4297855" y="97560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20" name="ph720"/>
              <p:cNvSpPr/>
              <p:nvPr/>
            </p:nvSpPr>
            <p:spPr>
              <a:xfrm>
                <a:off x="4307239" y="97560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21" name="ph721"/>
              <p:cNvSpPr/>
              <p:nvPr/>
            </p:nvSpPr>
            <p:spPr>
              <a:xfrm>
                <a:off x="4316623" y="97560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22" name="ph722"/>
              <p:cNvSpPr/>
              <p:nvPr/>
            </p:nvSpPr>
            <p:spPr>
              <a:xfrm>
                <a:off x="4326008" y="97560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23" name="ph723"/>
              <p:cNvSpPr/>
              <p:nvPr/>
            </p:nvSpPr>
            <p:spPr>
              <a:xfrm>
                <a:off x="4335392" y="97560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24" name="ph724"/>
              <p:cNvSpPr/>
              <p:nvPr/>
            </p:nvSpPr>
            <p:spPr>
              <a:xfrm>
                <a:off x="4344776" y="97560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25" name="ph725"/>
              <p:cNvSpPr/>
              <p:nvPr/>
            </p:nvSpPr>
            <p:spPr>
              <a:xfrm>
                <a:off x="3847410" y="98713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26" name="ph726"/>
              <p:cNvSpPr/>
              <p:nvPr/>
            </p:nvSpPr>
            <p:spPr>
              <a:xfrm>
                <a:off x="3856794" y="98713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27" name="ph727"/>
              <p:cNvSpPr/>
              <p:nvPr/>
            </p:nvSpPr>
            <p:spPr>
              <a:xfrm>
                <a:off x="3866178" y="98713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28" name="ph728"/>
              <p:cNvSpPr/>
              <p:nvPr/>
            </p:nvSpPr>
            <p:spPr>
              <a:xfrm>
                <a:off x="3875563" y="98713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29" name="ph729"/>
              <p:cNvSpPr/>
              <p:nvPr/>
            </p:nvSpPr>
            <p:spPr>
              <a:xfrm>
                <a:off x="3884947" y="98713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30" name="ph730"/>
              <p:cNvSpPr/>
              <p:nvPr/>
            </p:nvSpPr>
            <p:spPr>
              <a:xfrm>
                <a:off x="3894331" y="98713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31" name="ph731"/>
              <p:cNvSpPr/>
              <p:nvPr/>
            </p:nvSpPr>
            <p:spPr>
              <a:xfrm>
                <a:off x="3903715" y="98713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32" name="ph732"/>
              <p:cNvSpPr/>
              <p:nvPr/>
            </p:nvSpPr>
            <p:spPr>
              <a:xfrm>
                <a:off x="4241549" y="98713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33" name="ph733"/>
              <p:cNvSpPr/>
              <p:nvPr/>
            </p:nvSpPr>
            <p:spPr>
              <a:xfrm>
                <a:off x="4250934" y="98713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34" name="ph734"/>
              <p:cNvSpPr/>
              <p:nvPr/>
            </p:nvSpPr>
            <p:spPr>
              <a:xfrm>
                <a:off x="4260318" y="98713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35" name="ph735"/>
              <p:cNvSpPr/>
              <p:nvPr/>
            </p:nvSpPr>
            <p:spPr>
              <a:xfrm>
                <a:off x="4269702" y="98713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36" name="ph736"/>
              <p:cNvSpPr/>
              <p:nvPr/>
            </p:nvSpPr>
            <p:spPr>
              <a:xfrm>
                <a:off x="4279086" y="98713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37" name="ph737"/>
              <p:cNvSpPr/>
              <p:nvPr/>
            </p:nvSpPr>
            <p:spPr>
              <a:xfrm>
                <a:off x="4288471" y="98713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5A8">
                  <a:alpha val="100000"/>
                </a:srgbClr>
              </a:solidFill>
              <a:ln w="5420" cap="flat">
                <a:solidFill>
                  <a:srgbClr val="3595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38" name="ph738"/>
              <p:cNvSpPr/>
              <p:nvPr/>
            </p:nvSpPr>
            <p:spPr>
              <a:xfrm>
                <a:off x="4297855" y="98713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39" name="ph739"/>
              <p:cNvSpPr/>
              <p:nvPr/>
            </p:nvSpPr>
            <p:spPr>
              <a:xfrm>
                <a:off x="4307239" y="98713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40" name="ph740"/>
              <p:cNvSpPr/>
              <p:nvPr/>
            </p:nvSpPr>
            <p:spPr>
              <a:xfrm>
                <a:off x="4316623" y="98713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41" name="ph741"/>
              <p:cNvSpPr/>
              <p:nvPr/>
            </p:nvSpPr>
            <p:spPr>
              <a:xfrm>
                <a:off x="4326008" y="98713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42" name="ph742"/>
              <p:cNvSpPr/>
              <p:nvPr/>
            </p:nvSpPr>
            <p:spPr>
              <a:xfrm>
                <a:off x="4335392" y="98713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698A9">
                  <a:alpha val="100000"/>
                </a:srgbClr>
              </a:solidFill>
              <a:ln w="5420" cap="flat">
                <a:solidFill>
                  <a:srgbClr val="36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43" name="ph743"/>
              <p:cNvSpPr/>
              <p:nvPr/>
            </p:nvSpPr>
            <p:spPr>
              <a:xfrm>
                <a:off x="3847410" y="99866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44" name="ph744"/>
              <p:cNvSpPr/>
              <p:nvPr/>
            </p:nvSpPr>
            <p:spPr>
              <a:xfrm>
                <a:off x="3856794" y="99866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45" name="ph745"/>
              <p:cNvSpPr/>
              <p:nvPr/>
            </p:nvSpPr>
            <p:spPr>
              <a:xfrm>
                <a:off x="3866178" y="99866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46" name="ph746"/>
              <p:cNvSpPr/>
              <p:nvPr/>
            </p:nvSpPr>
            <p:spPr>
              <a:xfrm>
                <a:off x="3875563" y="99866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47" name="ph747"/>
              <p:cNvSpPr/>
              <p:nvPr/>
            </p:nvSpPr>
            <p:spPr>
              <a:xfrm>
                <a:off x="3884947" y="99866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48" name="ph748"/>
              <p:cNvSpPr/>
              <p:nvPr/>
            </p:nvSpPr>
            <p:spPr>
              <a:xfrm>
                <a:off x="3894331" y="99866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49" name="ph749"/>
              <p:cNvSpPr/>
              <p:nvPr/>
            </p:nvSpPr>
            <p:spPr>
              <a:xfrm>
                <a:off x="4260318" y="99866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50" name="ph750"/>
              <p:cNvSpPr/>
              <p:nvPr/>
            </p:nvSpPr>
            <p:spPr>
              <a:xfrm>
                <a:off x="4269702" y="99866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51" name="ph751"/>
              <p:cNvSpPr/>
              <p:nvPr/>
            </p:nvSpPr>
            <p:spPr>
              <a:xfrm>
                <a:off x="4279086" y="99866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52" name="ph752"/>
              <p:cNvSpPr/>
              <p:nvPr/>
            </p:nvSpPr>
            <p:spPr>
              <a:xfrm>
                <a:off x="4288471" y="99866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6A9">
                  <a:alpha val="100000"/>
                </a:srgbClr>
              </a:solidFill>
              <a:ln w="5420" cap="flat">
                <a:solidFill>
                  <a:srgbClr val="35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53" name="ph753"/>
              <p:cNvSpPr/>
              <p:nvPr/>
            </p:nvSpPr>
            <p:spPr>
              <a:xfrm>
                <a:off x="4297855" y="99866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54" name="ph754"/>
              <p:cNvSpPr/>
              <p:nvPr/>
            </p:nvSpPr>
            <p:spPr>
              <a:xfrm>
                <a:off x="4307239" y="99866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55" name="ph755"/>
              <p:cNvSpPr/>
              <p:nvPr/>
            </p:nvSpPr>
            <p:spPr>
              <a:xfrm>
                <a:off x="4316623" y="99866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56" name="ph756"/>
              <p:cNvSpPr/>
              <p:nvPr/>
            </p:nvSpPr>
            <p:spPr>
              <a:xfrm>
                <a:off x="3838026" y="101019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57" name="ph757"/>
              <p:cNvSpPr/>
              <p:nvPr/>
            </p:nvSpPr>
            <p:spPr>
              <a:xfrm>
                <a:off x="3847410" y="101019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58" name="ph758"/>
              <p:cNvSpPr/>
              <p:nvPr/>
            </p:nvSpPr>
            <p:spPr>
              <a:xfrm>
                <a:off x="3856794" y="101019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59" name="ph759"/>
              <p:cNvSpPr/>
              <p:nvPr/>
            </p:nvSpPr>
            <p:spPr>
              <a:xfrm>
                <a:off x="3866178" y="101019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CB0AB">
                  <a:alpha val="100000"/>
                </a:srgbClr>
              </a:solidFill>
              <a:ln w="5420" cap="flat">
                <a:solidFill>
                  <a:srgbClr val="4C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60" name="ph760"/>
              <p:cNvSpPr/>
              <p:nvPr/>
            </p:nvSpPr>
            <p:spPr>
              <a:xfrm>
                <a:off x="3875563" y="101019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61" name="ph761"/>
              <p:cNvSpPr/>
              <p:nvPr/>
            </p:nvSpPr>
            <p:spPr>
              <a:xfrm>
                <a:off x="3884947" y="101019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62" name="ph762"/>
              <p:cNvSpPr/>
              <p:nvPr/>
            </p:nvSpPr>
            <p:spPr>
              <a:xfrm>
                <a:off x="4279086" y="101019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63" name="ph763"/>
              <p:cNvSpPr/>
              <p:nvPr/>
            </p:nvSpPr>
            <p:spPr>
              <a:xfrm>
                <a:off x="4288471" y="101019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64" name="ph764"/>
              <p:cNvSpPr/>
              <p:nvPr/>
            </p:nvSpPr>
            <p:spPr>
              <a:xfrm>
                <a:off x="4297855" y="101019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65" name="ph765"/>
              <p:cNvSpPr/>
              <p:nvPr/>
            </p:nvSpPr>
            <p:spPr>
              <a:xfrm>
                <a:off x="3828641" y="102172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66" name="ph766"/>
              <p:cNvSpPr/>
              <p:nvPr/>
            </p:nvSpPr>
            <p:spPr>
              <a:xfrm>
                <a:off x="3838026" y="102172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4AB">
                  <a:alpha val="100000"/>
                </a:srgbClr>
              </a:solidFill>
              <a:ln w="5420" cap="flat">
                <a:solidFill>
                  <a:srgbClr val="4F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67" name="ph767"/>
              <p:cNvSpPr/>
              <p:nvPr/>
            </p:nvSpPr>
            <p:spPr>
              <a:xfrm>
                <a:off x="3847410" y="102172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68" name="ph768"/>
              <p:cNvSpPr/>
              <p:nvPr/>
            </p:nvSpPr>
            <p:spPr>
              <a:xfrm>
                <a:off x="3856794" y="102172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69" name="ph769"/>
              <p:cNvSpPr/>
              <p:nvPr/>
            </p:nvSpPr>
            <p:spPr>
              <a:xfrm>
                <a:off x="3866178" y="102172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70" name="ph770"/>
              <p:cNvSpPr/>
              <p:nvPr/>
            </p:nvSpPr>
            <p:spPr>
              <a:xfrm>
                <a:off x="3875563" y="102172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71" name="ph771"/>
              <p:cNvSpPr/>
              <p:nvPr/>
            </p:nvSpPr>
            <p:spPr>
              <a:xfrm>
                <a:off x="3828641" y="103326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72" name="ph772"/>
              <p:cNvSpPr/>
              <p:nvPr/>
            </p:nvSpPr>
            <p:spPr>
              <a:xfrm>
                <a:off x="3838026" y="103326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73" name="ph773"/>
              <p:cNvSpPr/>
              <p:nvPr/>
            </p:nvSpPr>
            <p:spPr>
              <a:xfrm>
                <a:off x="3847410" y="103326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74" name="ph774"/>
              <p:cNvSpPr/>
              <p:nvPr/>
            </p:nvSpPr>
            <p:spPr>
              <a:xfrm>
                <a:off x="3856794" y="103326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75" name="ph775"/>
              <p:cNvSpPr/>
              <p:nvPr/>
            </p:nvSpPr>
            <p:spPr>
              <a:xfrm>
                <a:off x="3866178" y="103326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76" name="ph776"/>
              <p:cNvSpPr/>
              <p:nvPr/>
            </p:nvSpPr>
            <p:spPr>
              <a:xfrm>
                <a:off x="3819257" y="104479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77" name="ph777"/>
              <p:cNvSpPr/>
              <p:nvPr/>
            </p:nvSpPr>
            <p:spPr>
              <a:xfrm>
                <a:off x="3828641" y="104479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78" name="ph778"/>
              <p:cNvSpPr/>
              <p:nvPr/>
            </p:nvSpPr>
            <p:spPr>
              <a:xfrm>
                <a:off x="3838026" y="104479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79" name="ph779"/>
              <p:cNvSpPr/>
              <p:nvPr/>
            </p:nvSpPr>
            <p:spPr>
              <a:xfrm>
                <a:off x="3847410" y="104479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80" name="ph780"/>
              <p:cNvSpPr/>
              <p:nvPr/>
            </p:nvSpPr>
            <p:spPr>
              <a:xfrm>
                <a:off x="3856794" y="104479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81" name="ph781"/>
              <p:cNvSpPr/>
              <p:nvPr/>
            </p:nvSpPr>
            <p:spPr>
              <a:xfrm>
                <a:off x="3866178" y="104479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82" name="ph782"/>
              <p:cNvSpPr/>
              <p:nvPr/>
            </p:nvSpPr>
            <p:spPr>
              <a:xfrm>
                <a:off x="3819257" y="105632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83" name="ph783"/>
              <p:cNvSpPr/>
              <p:nvPr/>
            </p:nvSpPr>
            <p:spPr>
              <a:xfrm>
                <a:off x="3828641" y="105632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84" name="ph784"/>
              <p:cNvSpPr/>
              <p:nvPr/>
            </p:nvSpPr>
            <p:spPr>
              <a:xfrm>
                <a:off x="3838026" y="105632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85" name="ph785"/>
              <p:cNvSpPr/>
              <p:nvPr/>
            </p:nvSpPr>
            <p:spPr>
              <a:xfrm>
                <a:off x="3847410" y="105632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86" name="ph786"/>
              <p:cNvSpPr/>
              <p:nvPr/>
            </p:nvSpPr>
            <p:spPr>
              <a:xfrm>
                <a:off x="3856794" y="105632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87" name="ph787"/>
              <p:cNvSpPr/>
              <p:nvPr/>
            </p:nvSpPr>
            <p:spPr>
              <a:xfrm>
                <a:off x="3866178" y="105632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88" name="ph788"/>
              <p:cNvSpPr/>
              <p:nvPr/>
            </p:nvSpPr>
            <p:spPr>
              <a:xfrm>
                <a:off x="3819257" y="106785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89" name="ph789"/>
              <p:cNvSpPr/>
              <p:nvPr/>
            </p:nvSpPr>
            <p:spPr>
              <a:xfrm>
                <a:off x="3828641" y="106785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90" name="ph790"/>
              <p:cNvSpPr/>
              <p:nvPr/>
            </p:nvSpPr>
            <p:spPr>
              <a:xfrm>
                <a:off x="3838026" y="106785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91" name="ph791"/>
              <p:cNvSpPr/>
              <p:nvPr/>
            </p:nvSpPr>
            <p:spPr>
              <a:xfrm>
                <a:off x="3847410" y="106785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92" name="ph792"/>
              <p:cNvSpPr/>
              <p:nvPr/>
            </p:nvSpPr>
            <p:spPr>
              <a:xfrm>
                <a:off x="3856794" y="106785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93" name="ph793"/>
              <p:cNvSpPr/>
              <p:nvPr/>
            </p:nvSpPr>
            <p:spPr>
              <a:xfrm>
                <a:off x="3866178" y="106785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94" name="ph794"/>
              <p:cNvSpPr/>
              <p:nvPr/>
            </p:nvSpPr>
            <p:spPr>
              <a:xfrm>
                <a:off x="3819257" y="107938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95" name="ph795"/>
              <p:cNvSpPr/>
              <p:nvPr/>
            </p:nvSpPr>
            <p:spPr>
              <a:xfrm>
                <a:off x="3828641" y="107938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96" name="ph796"/>
              <p:cNvSpPr/>
              <p:nvPr/>
            </p:nvSpPr>
            <p:spPr>
              <a:xfrm>
                <a:off x="3838026" y="107938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97" name="ph797"/>
              <p:cNvSpPr/>
              <p:nvPr/>
            </p:nvSpPr>
            <p:spPr>
              <a:xfrm>
                <a:off x="3847410" y="107938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98" name="ph798"/>
              <p:cNvSpPr/>
              <p:nvPr/>
            </p:nvSpPr>
            <p:spPr>
              <a:xfrm>
                <a:off x="3856794" y="107938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99" name="ph799"/>
              <p:cNvSpPr/>
              <p:nvPr/>
            </p:nvSpPr>
            <p:spPr>
              <a:xfrm>
                <a:off x="3866178" y="107938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00" name="ph800"/>
              <p:cNvSpPr/>
              <p:nvPr/>
            </p:nvSpPr>
            <p:spPr>
              <a:xfrm>
                <a:off x="3875563" y="107938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01" name="ph801"/>
              <p:cNvSpPr/>
              <p:nvPr/>
            </p:nvSpPr>
            <p:spPr>
              <a:xfrm>
                <a:off x="3809873" y="109092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2BAAB">
                  <a:alpha val="100000"/>
                </a:srgbClr>
              </a:solidFill>
              <a:ln w="5420" cap="flat">
                <a:solidFill>
                  <a:srgbClr val="52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02" name="ph802"/>
              <p:cNvSpPr/>
              <p:nvPr/>
            </p:nvSpPr>
            <p:spPr>
              <a:xfrm>
                <a:off x="3819257" y="109092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03" name="ph803"/>
              <p:cNvSpPr/>
              <p:nvPr/>
            </p:nvSpPr>
            <p:spPr>
              <a:xfrm>
                <a:off x="3828641" y="109092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04" name="ph804"/>
              <p:cNvSpPr/>
              <p:nvPr/>
            </p:nvSpPr>
            <p:spPr>
              <a:xfrm>
                <a:off x="3838026" y="109092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05" name="ph805"/>
              <p:cNvSpPr/>
              <p:nvPr/>
            </p:nvSpPr>
            <p:spPr>
              <a:xfrm>
                <a:off x="3847410" y="109092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06" name="ph806"/>
              <p:cNvSpPr/>
              <p:nvPr/>
            </p:nvSpPr>
            <p:spPr>
              <a:xfrm>
                <a:off x="3856794" y="109092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2BAAB">
                  <a:alpha val="100000"/>
                </a:srgbClr>
              </a:solidFill>
              <a:ln w="5420" cap="flat">
                <a:solidFill>
                  <a:srgbClr val="52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07" name="ph807"/>
              <p:cNvSpPr/>
              <p:nvPr/>
            </p:nvSpPr>
            <p:spPr>
              <a:xfrm>
                <a:off x="3866178" y="109092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08" name="ph808"/>
              <p:cNvSpPr/>
              <p:nvPr/>
            </p:nvSpPr>
            <p:spPr>
              <a:xfrm>
                <a:off x="3800488" y="110245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09" name="ph809"/>
              <p:cNvSpPr/>
              <p:nvPr/>
            </p:nvSpPr>
            <p:spPr>
              <a:xfrm>
                <a:off x="3809873" y="110245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10" name="ph810"/>
              <p:cNvSpPr/>
              <p:nvPr/>
            </p:nvSpPr>
            <p:spPr>
              <a:xfrm>
                <a:off x="3819257" y="110245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2BAAB">
                  <a:alpha val="100000"/>
                </a:srgbClr>
              </a:solidFill>
              <a:ln w="5420" cap="flat">
                <a:solidFill>
                  <a:srgbClr val="52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11" name="ph811"/>
              <p:cNvSpPr/>
              <p:nvPr/>
            </p:nvSpPr>
            <p:spPr>
              <a:xfrm>
                <a:off x="3828641" y="110245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12" name="ph812"/>
              <p:cNvSpPr/>
              <p:nvPr/>
            </p:nvSpPr>
            <p:spPr>
              <a:xfrm>
                <a:off x="3838026" y="110245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13" name="ph813"/>
              <p:cNvSpPr/>
              <p:nvPr/>
            </p:nvSpPr>
            <p:spPr>
              <a:xfrm>
                <a:off x="3847410" y="110245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14" name="ph814"/>
              <p:cNvSpPr/>
              <p:nvPr/>
            </p:nvSpPr>
            <p:spPr>
              <a:xfrm>
                <a:off x="3856794" y="110245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15" name="ph815"/>
              <p:cNvSpPr/>
              <p:nvPr/>
            </p:nvSpPr>
            <p:spPr>
              <a:xfrm>
                <a:off x="3800488" y="111398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16" name="ph816"/>
              <p:cNvSpPr/>
              <p:nvPr/>
            </p:nvSpPr>
            <p:spPr>
              <a:xfrm>
                <a:off x="3809873" y="111398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17" name="ph817"/>
              <p:cNvSpPr/>
              <p:nvPr/>
            </p:nvSpPr>
            <p:spPr>
              <a:xfrm>
                <a:off x="3819257" y="111398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18" name="ph818"/>
              <p:cNvSpPr/>
              <p:nvPr/>
            </p:nvSpPr>
            <p:spPr>
              <a:xfrm>
                <a:off x="3828641" y="111398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19" name="ph819"/>
              <p:cNvSpPr/>
              <p:nvPr/>
            </p:nvSpPr>
            <p:spPr>
              <a:xfrm>
                <a:off x="3838026" y="111398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20" name="ph820"/>
              <p:cNvSpPr/>
              <p:nvPr/>
            </p:nvSpPr>
            <p:spPr>
              <a:xfrm>
                <a:off x="3847410" y="111398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21" name="ph821"/>
              <p:cNvSpPr/>
              <p:nvPr/>
            </p:nvSpPr>
            <p:spPr>
              <a:xfrm>
                <a:off x="3856794" y="111398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22" name="ph822"/>
              <p:cNvSpPr/>
              <p:nvPr/>
            </p:nvSpPr>
            <p:spPr>
              <a:xfrm>
                <a:off x="3875563" y="111398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23" name="ph823"/>
              <p:cNvSpPr/>
              <p:nvPr/>
            </p:nvSpPr>
            <p:spPr>
              <a:xfrm>
                <a:off x="3884947" y="111398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24" name="ph824"/>
              <p:cNvSpPr/>
              <p:nvPr/>
            </p:nvSpPr>
            <p:spPr>
              <a:xfrm>
                <a:off x="3894331" y="111398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6AB">
                  <a:alpha val="100000"/>
                </a:srgbClr>
              </a:solidFill>
              <a:ln w="5420" cap="flat">
                <a:solidFill>
                  <a:srgbClr val="4F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25" name="ph825"/>
              <p:cNvSpPr/>
              <p:nvPr/>
            </p:nvSpPr>
            <p:spPr>
              <a:xfrm>
                <a:off x="3903715" y="111398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26" name="ph826"/>
              <p:cNvSpPr/>
              <p:nvPr/>
            </p:nvSpPr>
            <p:spPr>
              <a:xfrm>
                <a:off x="3800488" y="112551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27" name="ph827"/>
              <p:cNvSpPr/>
              <p:nvPr/>
            </p:nvSpPr>
            <p:spPr>
              <a:xfrm>
                <a:off x="3809873" y="112551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28" name="ph828"/>
              <p:cNvSpPr/>
              <p:nvPr/>
            </p:nvSpPr>
            <p:spPr>
              <a:xfrm>
                <a:off x="3819257" y="112551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29" name="ph829"/>
              <p:cNvSpPr/>
              <p:nvPr/>
            </p:nvSpPr>
            <p:spPr>
              <a:xfrm>
                <a:off x="3828641" y="112551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30" name="ph830"/>
              <p:cNvSpPr/>
              <p:nvPr/>
            </p:nvSpPr>
            <p:spPr>
              <a:xfrm>
                <a:off x="3838026" y="112551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2B8AB">
                  <a:alpha val="100000"/>
                </a:srgbClr>
              </a:solidFill>
              <a:ln w="5420" cap="flat">
                <a:solidFill>
                  <a:srgbClr val="52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31" name="ph831"/>
              <p:cNvSpPr/>
              <p:nvPr/>
            </p:nvSpPr>
            <p:spPr>
              <a:xfrm>
                <a:off x="3847410" y="112551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32" name="ph832"/>
              <p:cNvSpPr/>
              <p:nvPr/>
            </p:nvSpPr>
            <p:spPr>
              <a:xfrm>
                <a:off x="3856794" y="112551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33" name="ph833"/>
              <p:cNvSpPr/>
              <p:nvPr/>
            </p:nvSpPr>
            <p:spPr>
              <a:xfrm>
                <a:off x="3866178" y="112551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34" name="ph834"/>
              <p:cNvSpPr/>
              <p:nvPr/>
            </p:nvSpPr>
            <p:spPr>
              <a:xfrm>
                <a:off x="3875563" y="112551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35" name="ph835"/>
              <p:cNvSpPr/>
              <p:nvPr/>
            </p:nvSpPr>
            <p:spPr>
              <a:xfrm>
                <a:off x="3884947" y="112551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36" name="ph836"/>
              <p:cNvSpPr/>
              <p:nvPr/>
            </p:nvSpPr>
            <p:spPr>
              <a:xfrm>
                <a:off x="3894331" y="112551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37" name="ph837"/>
              <p:cNvSpPr/>
              <p:nvPr/>
            </p:nvSpPr>
            <p:spPr>
              <a:xfrm>
                <a:off x="3903715" y="112551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38" name="ph838"/>
              <p:cNvSpPr/>
              <p:nvPr/>
            </p:nvSpPr>
            <p:spPr>
              <a:xfrm>
                <a:off x="3913100" y="112551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4AB">
                  <a:alpha val="100000"/>
                </a:srgbClr>
              </a:solidFill>
              <a:ln w="5420" cap="flat">
                <a:solidFill>
                  <a:srgbClr val="4F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39" name="ph839"/>
              <p:cNvSpPr/>
              <p:nvPr/>
            </p:nvSpPr>
            <p:spPr>
              <a:xfrm>
                <a:off x="3819257" y="113704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40" name="ph840"/>
              <p:cNvSpPr/>
              <p:nvPr/>
            </p:nvSpPr>
            <p:spPr>
              <a:xfrm>
                <a:off x="3828641" y="113704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2B8AB">
                  <a:alpha val="100000"/>
                </a:srgbClr>
              </a:solidFill>
              <a:ln w="5420" cap="flat">
                <a:solidFill>
                  <a:srgbClr val="52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41" name="ph841"/>
              <p:cNvSpPr/>
              <p:nvPr/>
            </p:nvSpPr>
            <p:spPr>
              <a:xfrm>
                <a:off x="3838026" y="113704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42" name="ph842"/>
              <p:cNvSpPr/>
              <p:nvPr/>
            </p:nvSpPr>
            <p:spPr>
              <a:xfrm>
                <a:off x="3847410" y="113704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43" name="ph843"/>
              <p:cNvSpPr/>
              <p:nvPr/>
            </p:nvSpPr>
            <p:spPr>
              <a:xfrm>
                <a:off x="3856794" y="113704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44" name="ph844"/>
              <p:cNvSpPr/>
              <p:nvPr/>
            </p:nvSpPr>
            <p:spPr>
              <a:xfrm>
                <a:off x="3866178" y="113704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45" name="ph845"/>
              <p:cNvSpPr/>
              <p:nvPr/>
            </p:nvSpPr>
            <p:spPr>
              <a:xfrm>
                <a:off x="3875563" y="113704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46" name="ph846"/>
              <p:cNvSpPr/>
              <p:nvPr/>
            </p:nvSpPr>
            <p:spPr>
              <a:xfrm>
                <a:off x="3884947" y="113704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47" name="ph847"/>
              <p:cNvSpPr/>
              <p:nvPr/>
            </p:nvSpPr>
            <p:spPr>
              <a:xfrm>
                <a:off x="3894331" y="113704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48" name="ph848"/>
              <p:cNvSpPr/>
              <p:nvPr/>
            </p:nvSpPr>
            <p:spPr>
              <a:xfrm>
                <a:off x="3903715" y="113704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49" name="ph849"/>
              <p:cNvSpPr/>
              <p:nvPr/>
            </p:nvSpPr>
            <p:spPr>
              <a:xfrm>
                <a:off x="3913100" y="113704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50" name="ph850"/>
              <p:cNvSpPr/>
              <p:nvPr/>
            </p:nvSpPr>
            <p:spPr>
              <a:xfrm>
                <a:off x="3922484" y="113704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51" name="ph851"/>
              <p:cNvSpPr/>
              <p:nvPr/>
            </p:nvSpPr>
            <p:spPr>
              <a:xfrm>
                <a:off x="3781720" y="114858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52" name="ph852"/>
              <p:cNvSpPr/>
              <p:nvPr/>
            </p:nvSpPr>
            <p:spPr>
              <a:xfrm>
                <a:off x="3791104" y="114858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53" name="ph853"/>
              <p:cNvSpPr/>
              <p:nvPr/>
            </p:nvSpPr>
            <p:spPr>
              <a:xfrm>
                <a:off x="3800488" y="114858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54" name="ph854"/>
              <p:cNvSpPr/>
              <p:nvPr/>
            </p:nvSpPr>
            <p:spPr>
              <a:xfrm>
                <a:off x="3809873" y="114858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55" name="ph855"/>
              <p:cNvSpPr/>
              <p:nvPr/>
            </p:nvSpPr>
            <p:spPr>
              <a:xfrm>
                <a:off x="3838026" y="114858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56" name="ph856"/>
              <p:cNvSpPr/>
              <p:nvPr/>
            </p:nvSpPr>
            <p:spPr>
              <a:xfrm>
                <a:off x="3847410" y="114858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57" name="ph857"/>
              <p:cNvSpPr/>
              <p:nvPr/>
            </p:nvSpPr>
            <p:spPr>
              <a:xfrm>
                <a:off x="3856794" y="114858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58" name="ph858"/>
              <p:cNvSpPr/>
              <p:nvPr/>
            </p:nvSpPr>
            <p:spPr>
              <a:xfrm>
                <a:off x="3866178" y="114858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59" name="ph859"/>
              <p:cNvSpPr/>
              <p:nvPr/>
            </p:nvSpPr>
            <p:spPr>
              <a:xfrm>
                <a:off x="3875563" y="114858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60" name="ph860"/>
              <p:cNvSpPr/>
              <p:nvPr/>
            </p:nvSpPr>
            <p:spPr>
              <a:xfrm>
                <a:off x="3884947" y="114858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61" name="ph861"/>
              <p:cNvSpPr/>
              <p:nvPr/>
            </p:nvSpPr>
            <p:spPr>
              <a:xfrm>
                <a:off x="3894331" y="114858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62" name="ph862"/>
              <p:cNvSpPr/>
              <p:nvPr/>
            </p:nvSpPr>
            <p:spPr>
              <a:xfrm>
                <a:off x="3903715" y="114858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63" name="ph863"/>
              <p:cNvSpPr/>
              <p:nvPr/>
            </p:nvSpPr>
            <p:spPr>
              <a:xfrm>
                <a:off x="3913100" y="114858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64" name="ph864"/>
              <p:cNvSpPr/>
              <p:nvPr/>
            </p:nvSpPr>
            <p:spPr>
              <a:xfrm>
                <a:off x="3922484" y="114858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65" name="ph865"/>
              <p:cNvSpPr/>
              <p:nvPr/>
            </p:nvSpPr>
            <p:spPr>
              <a:xfrm>
                <a:off x="3772336" y="116011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2BAAB">
                  <a:alpha val="100000"/>
                </a:srgbClr>
              </a:solidFill>
              <a:ln w="5420" cap="flat">
                <a:solidFill>
                  <a:srgbClr val="52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66" name="ph866"/>
              <p:cNvSpPr/>
              <p:nvPr/>
            </p:nvSpPr>
            <p:spPr>
              <a:xfrm>
                <a:off x="3781720" y="116011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2BAAB">
                  <a:alpha val="100000"/>
                </a:srgbClr>
              </a:solidFill>
              <a:ln w="5420" cap="flat">
                <a:solidFill>
                  <a:srgbClr val="52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67" name="ph867"/>
              <p:cNvSpPr/>
              <p:nvPr/>
            </p:nvSpPr>
            <p:spPr>
              <a:xfrm>
                <a:off x="3791104" y="116011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2BAAB">
                  <a:alpha val="100000"/>
                </a:srgbClr>
              </a:solidFill>
              <a:ln w="5420" cap="flat">
                <a:solidFill>
                  <a:srgbClr val="52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68" name="ph868"/>
              <p:cNvSpPr/>
              <p:nvPr/>
            </p:nvSpPr>
            <p:spPr>
              <a:xfrm>
                <a:off x="3800488" y="116011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2BAAB">
                  <a:alpha val="100000"/>
                </a:srgbClr>
              </a:solidFill>
              <a:ln w="5420" cap="flat">
                <a:solidFill>
                  <a:srgbClr val="52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69" name="ph869"/>
              <p:cNvSpPr/>
              <p:nvPr/>
            </p:nvSpPr>
            <p:spPr>
              <a:xfrm>
                <a:off x="3809873" y="116011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70" name="ph870"/>
              <p:cNvSpPr/>
              <p:nvPr/>
            </p:nvSpPr>
            <p:spPr>
              <a:xfrm>
                <a:off x="3819257" y="116011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71" name="ph871"/>
              <p:cNvSpPr/>
              <p:nvPr/>
            </p:nvSpPr>
            <p:spPr>
              <a:xfrm>
                <a:off x="3828641" y="116011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72" name="ph872"/>
              <p:cNvSpPr/>
              <p:nvPr/>
            </p:nvSpPr>
            <p:spPr>
              <a:xfrm>
                <a:off x="3838026" y="116011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2B8AB">
                  <a:alpha val="100000"/>
                </a:srgbClr>
              </a:solidFill>
              <a:ln w="5420" cap="flat">
                <a:solidFill>
                  <a:srgbClr val="52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73" name="ph873"/>
              <p:cNvSpPr/>
              <p:nvPr/>
            </p:nvSpPr>
            <p:spPr>
              <a:xfrm>
                <a:off x="3847410" y="116011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74" name="ph874"/>
              <p:cNvSpPr/>
              <p:nvPr/>
            </p:nvSpPr>
            <p:spPr>
              <a:xfrm>
                <a:off x="3856794" y="116011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75" name="ph875"/>
              <p:cNvSpPr/>
              <p:nvPr/>
            </p:nvSpPr>
            <p:spPr>
              <a:xfrm>
                <a:off x="3866178" y="116011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76" name="ph876"/>
              <p:cNvSpPr/>
              <p:nvPr/>
            </p:nvSpPr>
            <p:spPr>
              <a:xfrm>
                <a:off x="3875563" y="116011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77" name="ph877"/>
              <p:cNvSpPr/>
              <p:nvPr/>
            </p:nvSpPr>
            <p:spPr>
              <a:xfrm>
                <a:off x="3884947" y="116011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78" name="ph878"/>
              <p:cNvSpPr/>
              <p:nvPr/>
            </p:nvSpPr>
            <p:spPr>
              <a:xfrm>
                <a:off x="3894331" y="116011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79" name="ph879"/>
              <p:cNvSpPr/>
              <p:nvPr/>
            </p:nvSpPr>
            <p:spPr>
              <a:xfrm>
                <a:off x="3903715" y="116011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80" name="ph880"/>
              <p:cNvSpPr/>
              <p:nvPr/>
            </p:nvSpPr>
            <p:spPr>
              <a:xfrm>
                <a:off x="3913100" y="116011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81" name="ph881"/>
              <p:cNvSpPr/>
              <p:nvPr/>
            </p:nvSpPr>
            <p:spPr>
              <a:xfrm>
                <a:off x="3922484" y="116011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4AB">
                  <a:alpha val="100000"/>
                </a:srgbClr>
              </a:solidFill>
              <a:ln w="5420" cap="flat">
                <a:solidFill>
                  <a:srgbClr val="4F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82" name="ph882"/>
              <p:cNvSpPr/>
              <p:nvPr/>
            </p:nvSpPr>
            <p:spPr>
              <a:xfrm>
                <a:off x="3931868" y="116011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83" name="ph883"/>
              <p:cNvSpPr/>
              <p:nvPr/>
            </p:nvSpPr>
            <p:spPr>
              <a:xfrm>
                <a:off x="3772336" y="117164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84" name="ph884"/>
              <p:cNvSpPr/>
              <p:nvPr/>
            </p:nvSpPr>
            <p:spPr>
              <a:xfrm>
                <a:off x="3781720" y="117164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85" name="ph885"/>
              <p:cNvSpPr/>
              <p:nvPr/>
            </p:nvSpPr>
            <p:spPr>
              <a:xfrm>
                <a:off x="3791104" y="117164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86" name="ph886"/>
              <p:cNvSpPr/>
              <p:nvPr/>
            </p:nvSpPr>
            <p:spPr>
              <a:xfrm>
                <a:off x="3800488" y="117164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87" name="ph887"/>
              <p:cNvSpPr/>
              <p:nvPr/>
            </p:nvSpPr>
            <p:spPr>
              <a:xfrm>
                <a:off x="3809873" y="117164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88" name="ph888"/>
              <p:cNvSpPr/>
              <p:nvPr/>
            </p:nvSpPr>
            <p:spPr>
              <a:xfrm>
                <a:off x="3819257" y="117164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89" name="ph889"/>
              <p:cNvSpPr/>
              <p:nvPr/>
            </p:nvSpPr>
            <p:spPr>
              <a:xfrm>
                <a:off x="3828641" y="117164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90" name="ph890"/>
              <p:cNvSpPr/>
              <p:nvPr/>
            </p:nvSpPr>
            <p:spPr>
              <a:xfrm>
                <a:off x="3838026" y="117164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91" name="ph891"/>
              <p:cNvSpPr/>
              <p:nvPr/>
            </p:nvSpPr>
            <p:spPr>
              <a:xfrm>
                <a:off x="3847410" y="117164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92" name="ph892"/>
              <p:cNvSpPr/>
              <p:nvPr/>
            </p:nvSpPr>
            <p:spPr>
              <a:xfrm>
                <a:off x="3856794" y="117164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93" name="ph893"/>
              <p:cNvSpPr/>
              <p:nvPr/>
            </p:nvSpPr>
            <p:spPr>
              <a:xfrm>
                <a:off x="3866178" y="117164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94" name="ph894"/>
              <p:cNvSpPr/>
              <p:nvPr/>
            </p:nvSpPr>
            <p:spPr>
              <a:xfrm>
                <a:off x="3875563" y="117164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95" name="ph895"/>
              <p:cNvSpPr/>
              <p:nvPr/>
            </p:nvSpPr>
            <p:spPr>
              <a:xfrm>
                <a:off x="3884947" y="117164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96" name="ph896"/>
              <p:cNvSpPr/>
              <p:nvPr/>
            </p:nvSpPr>
            <p:spPr>
              <a:xfrm>
                <a:off x="3894331" y="117164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97" name="ph897"/>
              <p:cNvSpPr/>
              <p:nvPr/>
            </p:nvSpPr>
            <p:spPr>
              <a:xfrm>
                <a:off x="3903715" y="117164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98" name="ph898"/>
              <p:cNvSpPr/>
              <p:nvPr/>
            </p:nvSpPr>
            <p:spPr>
              <a:xfrm>
                <a:off x="3913100" y="117164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99" name="ph899"/>
              <p:cNvSpPr/>
              <p:nvPr/>
            </p:nvSpPr>
            <p:spPr>
              <a:xfrm>
                <a:off x="3922484" y="117164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00" name="ph900"/>
              <p:cNvSpPr/>
              <p:nvPr/>
            </p:nvSpPr>
            <p:spPr>
              <a:xfrm>
                <a:off x="3931868" y="117164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01" name="ph901"/>
              <p:cNvSpPr/>
              <p:nvPr/>
            </p:nvSpPr>
            <p:spPr>
              <a:xfrm>
                <a:off x="3772336" y="118317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02" name="ph902"/>
              <p:cNvSpPr/>
              <p:nvPr/>
            </p:nvSpPr>
            <p:spPr>
              <a:xfrm>
                <a:off x="3781720" y="118317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03" name="ph903"/>
              <p:cNvSpPr/>
              <p:nvPr/>
            </p:nvSpPr>
            <p:spPr>
              <a:xfrm>
                <a:off x="3791104" y="118317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04" name="ph904"/>
              <p:cNvSpPr/>
              <p:nvPr/>
            </p:nvSpPr>
            <p:spPr>
              <a:xfrm>
                <a:off x="3800488" y="118317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05" name="ph905"/>
              <p:cNvSpPr/>
              <p:nvPr/>
            </p:nvSpPr>
            <p:spPr>
              <a:xfrm>
                <a:off x="3809873" y="118317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06" name="ph906"/>
              <p:cNvSpPr/>
              <p:nvPr/>
            </p:nvSpPr>
            <p:spPr>
              <a:xfrm>
                <a:off x="3819257" y="118317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07" name="ph907"/>
              <p:cNvSpPr/>
              <p:nvPr/>
            </p:nvSpPr>
            <p:spPr>
              <a:xfrm>
                <a:off x="3828641" y="118317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08" name="ph908"/>
              <p:cNvSpPr/>
              <p:nvPr/>
            </p:nvSpPr>
            <p:spPr>
              <a:xfrm>
                <a:off x="3838026" y="118317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09" name="ph909"/>
              <p:cNvSpPr/>
              <p:nvPr/>
            </p:nvSpPr>
            <p:spPr>
              <a:xfrm>
                <a:off x="3847410" y="118317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10" name="ph910"/>
              <p:cNvSpPr/>
              <p:nvPr/>
            </p:nvSpPr>
            <p:spPr>
              <a:xfrm>
                <a:off x="3856794" y="118317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11" name="ph911"/>
              <p:cNvSpPr/>
              <p:nvPr/>
            </p:nvSpPr>
            <p:spPr>
              <a:xfrm>
                <a:off x="3866178" y="118317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12" name="ph912"/>
              <p:cNvSpPr/>
              <p:nvPr/>
            </p:nvSpPr>
            <p:spPr>
              <a:xfrm>
                <a:off x="3875563" y="118317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13" name="ph913"/>
              <p:cNvSpPr/>
              <p:nvPr/>
            </p:nvSpPr>
            <p:spPr>
              <a:xfrm>
                <a:off x="3884947" y="118317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14" name="ph914"/>
              <p:cNvSpPr/>
              <p:nvPr/>
            </p:nvSpPr>
            <p:spPr>
              <a:xfrm>
                <a:off x="3894331" y="118317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15" name="ph915"/>
              <p:cNvSpPr/>
              <p:nvPr/>
            </p:nvSpPr>
            <p:spPr>
              <a:xfrm>
                <a:off x="3903715" y="118317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16" name="ph916"/>
              <p:cNvSpPr/>
              <p:nvPr/>
            </p:nvSpPr>
            <p:spPr>
              <a:xfrm>
                <a:off x="3913100" y="118317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17" name="ph917"/>
              <p:cNvSpPr/>
              <p:nvPr/>
            </p:nvSpPr>
            <p:spPr>
              <a:xfrm>
                <a:off x="3922484" y="118317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18" name="ph918"/>
              <p:cNvSpPr/>
              <p:nvPr/>
            </p:nvSpPr>
            <p:spPr>
              <a:xfrm>
                <a:off x="3931868" y="118317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19" name="ph919"/>
              <p:cNvSpPr/>
              <p:nvPr/>
            </p:nvSpPr>
            <p:spPr>
              <a:xfrm>
                <a:off x="3659724" y="1194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20" name="ph920"/>
              <p:cNvSpPr/>
              <p:nvPr/>
            </p:nvSpPr>
            <p:spPr>
              <a:xfrm>
                <a:off x="3697262" y="1194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21" name="ph921"/>
              <p:cNvSpPr/>
              <p:nvPr/>
            </p:nvSpPr>
            <p:spPr>
              <a:xfrm>
                <a:off x="3706646" y="1194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22" name="ph922"/>
              <p:cNvSpPr/>
              <p:nvPr/>
            </p:nvSpPr>
            <p:spPr>
              <a:xfrm>
                <a:off x="3716030" y="1194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6AB">
                  <a:alpha val="100000"/>
                </a:srgbClr>
              </a:solidFill>
              <a:ln w="5420" cap="flat">
                <a:solidFill>
                  <a:srgbClr val="4F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23" name="ph923"/>
              <p:cNvSpPr/>
              <p:nvPr/>
            </p:nvSpPr>
            <p:spPr>
              <a:xfrm>
                <a:off x="3725414" y="1194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24" name="ph924"/>
              <p:cNvSpPr/>
              <p:nvPr/>
            </p:nvSpPr>
            <p:spPr>
              <a:xfrm>
                <a:off x="3734799" y="1194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25" name="ph925"/>
              <p:cNvSpPr/>
              <p:nvPr/>
            </p:nvSpPr>
            <p:spPr>
              <a:xfrm>
                <a:off x="3744183" y="1194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26" name="ph926"/>
              <p:cNvSpPr/>
              <p:nvPr/>
            </p:nvSpPr>
            <p:spPr>
              <a:xfrm>
                <a:off x="3753567" y="1194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27" name="ph927"/>
              <p:cNvSpPr/>
              <p:nvPr/>
            </p:nvSpPr>
            <p:spPr>
              <a:xfrm>
                <a:off x="3762951" y="1194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28" name="ph928"/>
              <p:cNvSpPr/>
              <p:nvPr/>
            </p:nvSpPr>
            <p:spPr>
              <a:xfrm>
                <a:off x="3772336" y="1194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29" name="ph929"/>
              <p:cNvSpPr/>
              <p:nvPr/>
            </p:nvSpPr>
            <p:spPr>
              <a:xfrm>
                <a:off x="3781720" y="1194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30" name="ph930"/>
              <p:cNvSpPr/>
              <p:nvPr/>
            </p:nvSpPr>
            <p:spPr>
              <a:xfrm>
                <a:off x="3791104" y="1194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31" name="ph931"/>
              <p:cNvSpPr/>
              <p:nvPr/>
            </p:nvSpPr>
            <p:spPr>
              <a:xfrm>
                <a:off x="3800488" y="1194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32" name="ph932"/>
              <p:cNvSpPr/>
              <p:nvPr/>
            </p:nvSpPr>
            <p:spPr>
              <a:xfrm>
                <a:off x="3809873" y="1194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33" name="ph933"/>
              <p:cNvSpPr/>
              <p:nvPr/>
            </p:nvSpPr>
            <p:spPr>
              <a:xfrm>
                <a:off x="3819257" y="1194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34" name="ph934"/>
              <p:cNvSpPr/>
              <p:nvPr/>
            </p:nvSpPr>
            <p:spPr>
              <a:xfrm>
                <a:off x="3828641" y="1194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2BAAB">
                  <a:alpha val="100000"/>
                </a:srgbClr>
              </a:solidFill>
              <a:ln w="5420" cap="flat">
                <a:solidFill>
                  <a:srgbClr val="52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35" name="ph935"/>
              <p:cNvSpPr/>
              <p:nvPr/>
            </p:nvSpPr>
            <p:spPr>
              <a:xfrm>
                <a:off x="3838026" y="1194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36" name="ph936"/>
              <p:cNvSpPr/>
              <p:nvPr/>
            </p:nvSpPr>
            <p:spPr>
              <a:xfrm>
                <a:off x="3847410" y="1194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37" name="ph937"/>
              <p:cNvSpPr/>
              <p:nvPr/>
            </p:nvSpPr>
            <p:spPr>
              <a:xfrm>
                <a:off x="3856794" y="1194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38" name="ph938"/>
              <p:cNvSpPr/>
              <p:nvPr/>
            </p:nvSpPr>
            <p:spPr>
              <a:xfrm>
                <a:off x="3866178" y="1194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2B8AB">
                  <a:alpha val="100000"/>
                </a:srgbClr>
              </a:solidFill>
              <a:ln w="5420" cap="flat">
                <a:solidFill>
                  <a:srgbClr val="52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39" name="ph939"/>
              <p:cNvSpPr/>
              <p:nvPr/>
            </p:nvSpPr>
            <p:spPr>
              <a:xfrm>
                <a:off x="3875563" y="1194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40" name="ph940"/>
              <p:cNvSpPr/>
              <p:nvPr/>
            </p:nvSpPr>
            <p:spPr>
              <a:xfrm>
                <a:off x="3884947" y="1194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41" name="ph941"/>
              <p:cNvSpPr/>
              <p:nvPr/>
            </p:nvSpPr>
            <p:spPr>
              <a:xfrm>
                <a:off x="3894331" y="1194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42" name="ph942"/>
              <p:cNvSpPr/>
              <p:nvPr/>
            </p:nvSpPr>
            <p:spPr>
              <a:xfrm>
                <a:off x="3903715" y="1194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43" name="ph943"/>
              <p:cNvSpPr/>
              <p:nvPr/>
            </p:nvSpPr>
            <p:spPr>
              <a:xfrm>
                <a:off x="3913100" y="1194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44" name="ph944"/>
              <p:cNvSpPr/>
              <p:nvPr/>
            </p:nvSpPr>
            <p:spPr>
              <a:xfrm>
                <a:off x="3922484" y="1194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45" name="ph945"/>
              <p:cNvSpPr/>
              <p:nvPr/>
            </p:nvSpPr>
            <p:spPr>
              <a:xfrm>
                <a:off x="3556497" y="1206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46" name="ph946"/>
              <p:cNvSpPr/>
              <p:nvPr/>
            </p:nvSpPr>
            <p:spPr>
              <a:xfrm>
                <a:off x="3565882" y="1206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47" name="ph947"/>
              <p:cNvSpPr/>
              <p:nvPr/>
            </p:nvSpPr>
            <p:spPr>
              <a:xfrm>
                <a:off x="3575266" y="1206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48" name="ph948"/>
              <p:cNvSpPr/>
              <p:nvPr/>
            </p:nvSpPr>
            <p:spPr>
              <a:xfrm>
                <a:off x="3631572" y="1206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49" name="ph949"/>
              <p:cNvSpPr/>
              <p:nvPr/>
            </p:nvSpPr>
            <p:spPr>
              <a:xfrm>
                <a:off x="3640956" y="1206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50" name="ph950"/>
              <p:cNvSpPr/>
              <p:nvPr/>
            </p:nvSpPr>
            <p:spPr>
              <a:xfrm>
                <a:off x="3650340" y="1206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51" name="ph951"/>
              <p:cNvSpPr/>
              <p:nvPr/>
            </p:nvSpPr>
            <p:spPr>
              <a:xfrm>
                <a:off x="3659724" y="1206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52" name="ph952"/>
              <p:cNvSpPr/>
              <p:nvPr/>
            </p:nvSpPr>
            <p:spPr>
              <a:xfrm>
                <a:off x="3669109" y="1206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53" name="ph953"/>
              <p:cNvSpPr/>
              <p:nvPr/>
            </p:nvSpPr>
            <p:spPr>
              <a:xfrm>
                <a:off x="3678493" y="1206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54" name="ph954"/>
              <p:cNvSpPr/>
              <p:nvPr/>
            </p:nvSpPr>
            <p:spPr>
              <a:xfrm>
                <a:off x="3687877" y="1206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55" name="ph955"/>
              <p:cNvSpPr/>
              <p:nvPr/>
            </p:nvSpPr>
            <p:spPr>
              <a:xfrm>
                <a:off x="3697262" y="1206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56" name="ph956"/>
              <p:cNvSpPr/>
              <p:nvPr/>
            </p:nvSpPr>
            <p:spPr>
              <a:xfrm>
                <a:off x="3706646" y="1206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57" name="ph957"/>
              <p:cNvSpPr/>
              <p:nvPr/>
            </p:nvSpPr>
            <p:spPr>
              <a:xfrm>
                <a:off x="3716030" y="1206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58" name="ph958"/>
              <p:cNvSpPr/>
              <p:nvPr/>
            </p:nvSpPr>
            <p:spPr>
              <a:xfrm>
                <a:off x="3725414" y="1206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59" name="ph959"/>
              <p:cNvSpPr/>
              <p:nvPr/>
            </p:nvSpPr>
            <p:spPr>
              <a:xfrm>
                <a:off x="3734799" y="1206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60" name="ph960"/>
              <p:cNvSpPr/>
              <p:nvPr/>
            </p:nvSpPr>
            <p:spPr>
              <a:xfrm>
                <a:off x="3744183" y="1206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61" name="ph961"/>
              <p:cNvSpPr/>
              <p:nvPr/>
            </p:nvSpPr>
            <p:spPr>
              <a:xfrm>
                <a:off x="3753567" y="1206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62" name="ph962"/>
              <p:cNvSpPr/>
              <p:nvPr/>
            </p:nvSpPr>
            <p:spPr>
              <a:xfrm>
                <a:off x="3762951" y="1206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63" name="ph963"/>
              <p:cNvSpPr/>
              <p:nvPr/>
            </p:nvSpPr>
            <p:spPr>
              <a:xfrm>
                <a:off x="3772336" y="1206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64" name="ph964"/>
              <p:cNvSpPr/>
              <p:nvPr/>
            </p:nvSpPr>
            <p:spPr>
              <a:xfrm>
                <a:off x="3781720" y="1206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65" name="ph965"/>
              <p:cNvSpPr/>
              <p:nvPr/>
            </p:nvSpPr>
            <p:spPr>
              <a:xfrm>
                <a:off x="3791104" y="1206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66" name="ph966"/>
              <p:cNvSpPr/>
              <p:nvPr/>
            </p:nvSpPr>
            <p:spPr>
              <a:xfrm>
                <a:off x="3800488" y="1206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67" name="ph967"/>
              <p:cNvSpPr/>
              <p:nvPr/>
            </p:nvSpPr>
            <p:spPr>
              <a:xfrm>
                <a:off x="3809873" y="1206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68" name="ph968"/>
              <p:cNvSpPr/>
              <p:nvPr/>
            </p:nvSpPr>
            <p:spPr>
              <a:xfrm>
                <a:off x="3819257" y="1206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69" name="ph969"/>
              <p:cNvSpPr/>
              <p:nvPr/>
            </p:nvSpPr>
            <p:spPr>
              <a:xfrm>
                <a:off x="3828641" y="1206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2BAAB">
                  <a:alpha val="100000"/>
                </a:srgbClr>
              </a:solidFill>
              <a:ln w="5420" cap="flat">
                <a:solidFill>
                  <a:srgbClr val="52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70" name="ph970"/>
              <p:cNvSpPr/>
              <p:nvPr/>
            </p:nvSpPr>
            <p:spPr>
              <a:xfrm>
                <a:off x="3838026" y="1206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71" name="ph971"/>
              <p:cNvSpPr/>
              <p:nvPr/>
            </p:nvSpPr>
            <p:spPr>
              <a:xfrm>
                <a:off x="3847410" y="1206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72" name="ph972"/>
              <p:cNvSpPr/>
              <p:nvPr/>
            </p:nvSpPr>
            <p:spPr>
              <a:xfrm>
                <a:off x="3856794" y="1206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73" name="ph973"/>
              <p:cNvSpPr/>
              <p:nvPr/>
            </p:nvSpPr>
            <p:spPr>
              <a:xfrm>
                <a:off x="3866178" y="1206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74" name="ph974"/>
              <p:cNvSpPr/>
              <p:nvPr/>
            </p:nvSpPr>
            <p:spPr>
              <a:xfrm>
                <a:off x="3875563" y="1206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2B8AB">
                  <a:alpha val="100000"/>
                </a:srgbClr>
              </a:solidFill>
              <a:ln w="5420" cap="flat">
                <a:solidFill>
                  <a:srgbClr val="52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75" name="ph975"/>
              <p:cNvSpPr/>
              <p:nvPr/>
            </p:nvSpPr>
            <p:spPr>
              <a:xfrm>
                <a:off x="3884947" y="1206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76" name="ph976"/>
              <p:cNvSpPr/>
              <p:nvPr/>
            </p:nvSpPr>
            <p:spPr>
              <a:xfrm>
                <a:off x="3894331" y="1206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77" name="ph977"/>
              <p:cNvSpPr/>
              <p:nvPr/>
            </p:nvSpPr>
            <p:spPr>
              <a:xfrm>
                <a:off x="3547113" y="1217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78" name="ph978"/>
              <p:cNvSpPr/>
              <p:nvPr/>
            </p:nvSpPr>
            <p:spPr>
              <a:xfrm>
                <a:off x="3556497" y="1217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79" name="ph979"/>
              <p:cNvSpPr/>
              <p:nvPr/>
            </p:nvSpPr>
            <p:spPr>
              <a:xfrm>
                <a:off x="3565882" y="1217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80" name="ph980"/>
              <p:cNvSpPr/>
              <p:nvPr/>
            </p:nvSpPr>
            <p:spPr>
              <a:xfrm>
                <a:off x="3575266" y="1217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81" name="ph981"/>
              <p:cNvSpPr/>
              <p:nvPr/>
            </p:nvSpPr>
            <p:spPr>
              <a:xfrm>
                <a:off x="3584650" y="1217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82" name="ph982"/>
              <p:cNvSpPr/>
              <p:nvPr/>
            </p:nvSpPr>
            <p:spPr>
              <a:xfrm>
                <a:off x="3612803" y="1217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83" name="ph983"/>
              <p:cNvSpPr/>
              <p:nvPr/>
            </p:nvSpPr>
            <p:spPr>
              <a:xfrm>
                <a:off x="3622187" y="1217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84" name="ph984"/>
              <p:cNvSpPr/>
              <p:nvPr/>
            </p:nvSpPr>
            <p:spPr>
              <a:xfrm>
                <a:off x="3631572" y="1217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85" name="ph985"/>
              <p:cNvSpPr/>
              <p:nvPr/>
            </p:nvSpPr>
            <p:spPr>
              <a:xfrm>
                <a:off x="3640956" y="1217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86" name="ph986"/>
              <p:cNvSpPr/>
              <p:nvPr/>
            </p:nvSpPr>
            <p:spPr>
              <a:xfrm>
                <a:off x="3650340" y="1217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87" name="ph987"/>
              <p:cNvSpPr/>
              <p:nvPr/>
            </p:nvSpPr>
            <p:spPr>
              <a:xfrm>
                <a:off x="3659724" y="1217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88" name="ph988"/>
              <p:cNvSpPr/>
              <p:nvPr/>
            </p:nvSpPr>
            <p:spPr>
              <a:xfrm>
                <a:off x="3669109" y="1217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89" name="ph989"/>
              <p:cNvSpPr/>
              <p:nvPr/>
            </p:nvSpPr>
            <p:spPr>
              <a:xfrm>
                <a:off x="3678493" y="1217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90" name="ph990"/>
              <p:cNvSpPr/>
              <p:nvPr/>
            </p:nvSpPr>
            <p:spPr>
              <a:xfrm>
                <a:off x="3687877" y="1217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91" name="ph991"/>
              <p:cNvSpPr/>
              <p:nvPr/>
            </p:nvSpPr>
            <p:spPr>
              <a:xfrm>
                <a:off x="3697262" y="1217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92" name="ph992"/>
              <p:cNvSpPr/>
              <p:nvPr/>
            </p:nvSpPr>
            <p:spPr>
              <a:xfrm>
                <a:off x="3706646" y="1217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93" name="ph993"/>
              <p:cNvSpPr/>
              <p:nvPr/>
            </p:nvSpPr>
            <p:spPr>
              <a:xfrm>
                <a:off x="3716030" y="1217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94" name="ph994"/>
              <p:cNvSpPr/>
              <p:nvPr/>
            </p:nvSpPr>
            <p:spPr>
              <a:xfrm>
                <a:off x="3725414" y="1217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95" name="ph995"/>
              <p:cNvSpPr/>
              <p:nvPr/>
            </p:nvSpPr>
            <p:spPr>
              <a:xfrm>
                <a:off x="3734799" y="1217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96" name="ph996"/>
              <p:cNvSpPr/>
              <p:nvPr/>
            </p:nvSpPr>
            <p:spPr>
              <a:xfrm>
                <a:off x="3744183" y="1217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97" name="ph997"/>
              <p:cNvSpPr/>
              <p:nvPr/>
            </p:nvSpPr>
            <p:spPr>
              <a:xfrm>
                <a:off x="3753567" y="1217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2BAAB">
                  <a:alpha val="100000"/>
                </a:srgbClr>
              </a:solidFill>
              <a:ln w="5420" cap="flat">
                <a:solidFill>
                  <a:srgbClr val="52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98" name="ph998"/>
              <p:cNvSpPr/>
              <p:nvPr/>
            </p:nvSpPr>
            <p:spPr>
              <a:xfrm>
                <a:off x="3762951" y="1217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99" name="ph999"/>
              <p:cNvSpPr/>
              <p:nvPr/>
            </p:nvSpPr>
            <p:spPr>
              <a:xfrm>
                <a:off x="3772336" y="1217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00" name="ph1000"/>
              <p:cNvSpPr/>
              <p:nvPr/>
            </p:nvSpPr>
            <p:spPr>
              <a:xfrm>
                <a:off x="3781720" y="1217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01" name="ph1001"/>
              <p:cNvSpPr/>
              <p:nvPr/>
            </p:nvSpPr>
            <p:spPr>
              <a:xfrm>
                <a:off x="3791104" y="1217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02" name="ph1002"/>
              <p:cNvSpPr/>
              <p:nvPr/>
            </p:nvSpPr>
            <p:spPr>
              <a:xfrm>
                <a:off x="3800488" y="1217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03" name="ph1003"/>
              <p:cNvSpPr/>
              <p:nvPr/>
            </p:nvSpPr>
            <p:spPr>
              <a:xfrm>
                <a:off x="3809873" y="1217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04" name="ph1004"/>
              <p:cNvSpPr/>
              <p:nvPr/>
            </p:nvSpPr>
            <p:spPr>
              <a:xfrm>
                <a:off x="3819257" y="1217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05" name="ph1005"/>
              <p:cNvSpPr/>
              <p:nvPr/>
            </p:nvSpPr>
            <p:spPr>
              <a:xfrm>
                <a:off x="3828641" y="1217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2BAAB">
                  <a:alpha val="100000"/>
                </a:srgbClr>
              </a:solidFill>
              <a:ln w="5420" cap="flat">
                <a:solidFill>
                  <a:srgbClr val="52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06" name="ph1006"/>
              <p:cNvSpPr/>
              <p:nvPr/>
            </p:nvSpPr>
            <p:spPr>
              <a:xfrm>
                <a:off x="3847410" y="1217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07" name="ph1007"/>
              <p:cNvSpPr/>
              <p:nvPr/>
            </p:nvSpPr>
            <p:spPr>
              <a:xfrm>
                <a:off x="3856794" y="1217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08" name="ph1008"/>
              <p:cNvSpPr/>
              <p:nvPr/>
            </p:nvSpPr>
            <p:spPr>
              <a:xfrm>
                <a:off x="3547113" y="1229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09" name="ph1009"/>
              <p:cNvSpPr/>
              <p:nvPr/>
            </p:nvSpPr>
            <p:spPr>
              <a:xfrm>
                <a:off x="3556497" y="1229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10" name="ph1010"/>
              <p:cNvSpPr/>
              <p:nvPr/>
            </p:nvSpPr>
            <p:spPr>
              <a:xfrm>
                <a:off x="3565882" y="1229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11" name="ph1011"/>
              <p:cNvSpPr/>
              <p:nvPr/>
            </p:nvSpPr>
            <p:spPr>
              <a:xfrm>
                <a:off x="3575266" y="1229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12" name="ph1012"/>
              <p:cNvSpPr/>
              <p:nvPr/>
            </p:nvSpPr>
            <p:spPr>
              <a:xfrm>
                <a:off x="3584650" y="1229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13" name="ph1013"/>
              <p:cNvSpPr/>
              <p:nvPr/>
            </p:nvSpPr>
            <p:spPr>
              <a:xfrm>
                <a:off x="3594035" y="1229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14" name="ph1014"/>
              <p:cNvSpPr/>
              <p:nvPr/>
            </p:nvSpPr>
            <p:spPr>
              <a:xfrm>
                <a:off x="3603419" y="1229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2A6AA">
                  <a:alpha val="100000"/>
                </a:srgbClr>
              </a:solidFill>
              <a:ln w="5420" cap="flat">
                <a:solidFill>
                  <a:srgbClr val="42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15" name="ph1015"/>
              <p:cNvSpPr/>
              <p:nvPr/>
            </p:nvSpPr>
            <p:spPr>
              <a:xfrm>
                <a:off x="3612803" y="1229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16" name="ph1016"/>
              <p:cNvSpPr/>
              <p:nvPr/>
            </p:nvSpPr>
            <p:spPr>
              <a:xfrm>
                <a:off x="3622187" y="1229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17" name="ph1017"/>
              <p:cNvSpPr/>
              <p:nvPr/>
            </p:nvSpPr>
            <p:spPr>
              <a:xfrm>
                <a:off x="3631572" y="1229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18" name="ph1018"/>
              <p:cNvSpPr/>
              <p:nvPr/>
            </p:nvSpPr>
            <p:spPr>
              <a:xfrm>
                <a:off x="3640956" y="1229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19" name="ph1019"/>
              <p:cNvSpPr/>
              <p:nvPr/>
            </p:nvSpPr>
            <p:spPr>
              <a:xfrm>
                <a:off x="3650340" y="1229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20" name="ph1020"/>
              <p:cNvSpPr/>
              <p:nvPr/>
            </p:nvSpPr>
            <p:spPr>
              <a:xfrm>
                <a:off x="3659724" y="1229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21" name="ph1021"/>
              <p:cNvSpPr/>
              <p:nvPr/>
            </p:nvSpPr>
            <p:spPr>
              <a:xfrm>
                <a:off x="3669109" y="1229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22" name="ph1022"/>
              <p:cNvSpPr/>
              <p:nvPr/>
            </p:nvSpPr>
            <p:spPr>
              <a:xfrm>
                <a:off x="3678493" y="1229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23" name="ph1023"/>
              <p:cNvSpPr/>
              <p:nvPr/>
            </p:nvSpPr>
            <p:spPr>
              <a:xfrm>
                <a:off x="3687877" y="1229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24" name="ph1024"/>
              <p:cNvSpPr/>
              <p:nvPr/>
            </p:nvSpPr>
            <p:spPr>
              <a:xfrm>
                <a:off x="3697262" y="1229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25" name="ph1025"/>
              <p:cNvSpPr/>
              <p:nvPr/>
            </p:nvSpPr>
            <p:spPr>
              <a:xfrm>
                <a:off x="3706646" y="1229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26" name="ph1026"/>
              <p:cNvSpPr/>
              <p:nvPr/>
            </p:nvSpPr>
            <p:spPr>
              <a:xfrm>
                <a:off x="3716030" y="1229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27" name="ph1027"/>
              <p:cNvSpPr/>
              <p:nvPr/>
            </p:nvSpPr>
            <p:spPr>
              <a:xfrm>
                <a:off x="3725414" y="1229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28" name="ph1028"/>
              <p:cNvSpPr/>
              <p:nvPr/>
            </p:nvSpPr>
            <p:spPr>
              <a:xfrm>
                <a:off x="3734799" y="1229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29" name="ph1029"/>
              <p:cNvSpPr/>
              <p:nvPr/>
            </p:nvSpPr>
            <p:spPr>
              <a:xfrm>
                <a:off x="3744183" y="1229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30" name="ph1030"/>
              <p:cNvSpPr/>
              <p:nvPr/>
            </p:nvSpPr>
            <p:spPr>
              <a:xfrm>
                <a:off x="3753567" y="1229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31" name="ph1031"/>
              <p:cNvSpPr/>
              <p:nvPr/>
            </p:nvSpPr>
            <p:spPr>
              <a:xfrm>
                <a:off x="3762951" y="1229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2BAAB">
                  <a:alpha val="100000"/>
                </a:srgbClr>
              </a:solidFill>
              <a:ln w="5420" cap="flat">
                <a:solidFill>
                  <a:srgbClr val="52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32" name="ph1032"/>
              <p:cNvSpPr/>
              <p:nvPr/>
            </p:nvSpPr>
            <p:spPr>
              <a:xfrm>
                <a:off x="3772336" y="1229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33" name="ph1033"/>
              <p:cNvSpPr/>
              <p:nvPr/>
            </p:nvSpPr>
            <p:spPr>
              <a:xfrm>
                <a:off x="3781720" y="1229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34" name="ph1034"/>
              <p:cNvSpPr/>
              <p:nvPr/>
            </p:nvSpPr>
            <p:spPr>
              <a:xfrm>
                <a:off x="3791104" y="1229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35" name="ph1035"/>
              <p:cNvSpPr/>
              <p:nvPr/>
            </p:nvSpPr>
            <p:spPr>
              <a:xfrm>
                <a:off x="3556497" y="1240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36" name="ph1036"/>
              <p:cNvSpPr/>
              <p:nvPr/>
            </p:nvSpPr>
            <p:spPr>
              <a:xfrm>
                <a:off x="3565882" y="1240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37" name="ph1037"/>
              <p:cNvSpPr/>
              <p:nvPr/>
            </p:nvSpPr>
            <p:spPr>
              <a:xfrm>
                <a:off x="3575266" y="1240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38" name="ph1038"/>
              <p:cNvSpPr/>
              <p:nvPr/>
            </p:nvSpPr>
            <p:spPr>
              <a:xfrm>
                <a:off x="3584650" y="1240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39" name="ph1039"/>
              <p:cNvSpPr/>
              <p:nvPr/>
            </p:nvSpPr>
            <p:spPr>
              <a:xfrm>
                <a:off x="3594035" y="1240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40" name="ph1040"/>
              <p:cNvSpPr/>
              <p:nvPr/>
            </p:nvSpPr>
            <p:spPr>
              <a:xfrm>
                <a:off x="3603419" y="1240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41" name="ph1041"/>
              <p:cNvSpPr/>
              <p:nvPr/>
            </p:nvSpPr>
            <p:spPr>
              <a:xfrm>
                <a:off x="3612803" y="1240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42" name="ph1042"/>
              <p:cNvSpPr/>
              <p:nvPr/>
            </p:nvSpPr>
            <p:spPr>
              <a:xfrm>
                <a:off x="3622187" y="1240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43" name="ph1043"/>
              <p:cNvSpPr/>
              <p:nvPr/>
            </p:nvSpPr>
            <p:spPr>
              <a:xfrm>
                <a:off x="3631572" y="1240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44" name="ph1044"/>
              <p:cNvSpPr/>
              <p:nvPr/>
            </p:nvSpPr>
            <p:spPr>
              <a:xfrm>
                <a:off x="3640956" y="1240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45" name="ph1045"/>
              <p:cNvSpPr/>
              <p:nvPr/>
            </p:nvSpPr>
            <p:spPr>
              <a:xfrm>
                <a:off x="3650340" y="1240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46" name="ph1046"/>
              <p:cNvSpPr/>
              <p:nvPr/>
            </p:nvSpPr>
            <p:spPr>
              <a:xfrm>
                <a:off x="3659724" y="1240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47" name="ph1047"/>
              <p:cNvSpPr/>
              <p:nvPr/>
            </p:nvSpPr>
            <p:spPr>
              <a:xfrm>
                <a:off x="3669109" y="1240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48" name="ph1048"/>
              <p:cNvSpPr/>
              <p:nvPr/>
            </p:nvSpPr>
            <p:spPr>
              <a:xfrm>
                <a:off x="3678493" y="1240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49" name="ph1049"/>
              <p:cNvSpPr/>
              <p:nvPr/>
            </p:nvSpPr>
            <p:spPr>
              <a:xfrm>
                <a:off x="3687877" y="1240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50" name="ph1050"/>
              <p:cNvSpPr/>
              <p:nvPr/>
            </p:nvSpPr>
            <p:spPr>
              <a:xfrm>
                <a:off x="3697262" y="1240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51" name="ph1051"/>
              <p:cNvSpPr/>
              <p:nvPr/>
            </p:nvSpPr>
            <p:spPr>
              <a:xfrm>
                <a:off x="3706646" y="1240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52" name="ph1052"/>
              <p:cNvSpPr/>
              <p:nvPr/>
            </p:nvSpPr>
            <p:spPr>
              <a:xfrm>
                <a:off x="3716030" y="1240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53" name="ph1053"/>
              <p:cNvSpPr/>
              <p:nvPr/>
            </p:nvSpPr>
            <p:spPr>
              <a:xfrm>
                <a:off x="3725414" y="1240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6AB">
                  <a:alpha val="100000"/>
                </a:srgbClr>
              </a:solidFill>
              <a:ln w="5420" cap="flat">
                <a:solidFill>
                  <a:srgbClr val="4F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54" name="ph1054"/>
              <p:cNvSpPr/>
              <p:nvPr/>
            </p:nvSpPr>
            <p:spPr>
              <a:xfrm>
                <a:off x="3734799" y="1240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55" name="ph1055"/>
              <p:cNvSpPr/>
              <p:nvPr/>
            </p:nvSpPr>
            <p:spPr>
              <a:xfrm>
                <a:off x="3753567" y="1240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56" name="ph1056"/>
              <p:cNvSpPr/>
              <p:nvPr/>
            </p:nvSpPr>
            <p:spPr>
              <a:xfrm>
                <a:off x="3556497" y="1252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57" name="ph1057"/>
              <p:cNvSpPr/>
              <p:nvPr/>
            </p:nvSpPr>
            <p:spPr>
              <a:xfrm>
                <a:off x="3565882" y="1252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58" name="ph1058"/>
              <p:cNvSpPr/>
              <p:nvPr/>
            </p:nvSpPr>
            <p:spPr>
              <a:xfrm>
                <a:off x="3575266" y="1252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59" name="ph1059"/>
              <p:cNvSpPr/>
              <p:nvPr/>
            </p:nvSpPr>
            <p:spPr>
              <a:xfrm>
                <a:off x="3584650" y="1252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60" name="ph1060"/>
              <p:cNvSpPr/>
              <p:nvPr/>
            </p:nvSpPr>
            <p:spPr>
              <a:xfrm>
                <a:off x="3594035" y="1252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61" name="ph1061"/>
              <p:cNvSpPr/>
              <p:nvPr/>
            </p:nvSpPr>
            <p:spPr>
              <a:xfrm>
                <a:off x="3603419" y="1252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62" name="ph1062"/>
              <p:cNvSpPr/>
              <p:nvPr/>
            </p:nvSpPr>
            <p:spPr>
              <a:xfrm>
                <a:off x="3612803" y="1252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63" name="ph1063"/>
              <p:cNvSpPr/>
              <p:nvPr/>
            </p:nvSpPr>
            <p:spPr>
              <a:xfrm>
                <a:off x="3622187" y="1252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64" name="ph1064"/>
              <p:cNvSpPr/>
              <p:nvPr/>
            </p:nvSpPr>
            <p:spPr>
              <a:xfrm>
                <a:off x="3631572" y="1252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65" name="ph1065"/>
              <p:cNvSpPr/>
              <p:nvPr/>
            </p:nvSpPr>
            <p:spPr>
              <a:xfrm>
                <a:off x="3640956" y="1252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66" name="ph1066"/>
              <p:cNvSpPr/>
              <p:nvPr/>
            </p:nvSpPr>
            <p:spPr>
              <a:xfrm>
                <a:off x="3650340" y="1252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67" name="ph1067"/>
              <p:cNvSpPr/>
              <p:nvPr/>
            </p:nvSpPr>
            <p:spPr>
              <a:xfrm>
                <a:off x="3547113" y="126389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68" name="ph1068"/>
              <p:cNvSpPr/>
              <p:nvPr/>
            </p:nvSpPr>
            <p:spPr>
              <a:xfrm>
                <a:off x="3556497" y="126389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69" name="ph1069"/>
              <p:cNvSpPr/>
              <p:nvPr/>
            </p:nvSpPr>
            <p:spPr>
              <a:xfrm>
                <a:off x="3565882" y="126389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4AB">
                  <a:alpha val="100000"/>
                </a:srgbClr>
              </a:solidFill>
              <a:ln w="5420" cap="flat">
                <a:solidFill>
                  <a:srgbClr val="4F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70" name="ph1070"/>
              <p:cNvSpPr/>
              <p:nvPr/>
            </p:nvSpPr>
            <p:spPr>
              <a:xfrm>
                <a:off x="3575266" y="126389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71" name="ph1071"/>
              <p:cNvSpPr/>
              <p:nvPr/>
            </p:nvSpPr>
            <p:spPr>
              <a:xfrm>
                <a:off x="3584650" y="126389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72" name="ph1072"/>
              <p:cNvSpPr/>
              <p:nvPr/>
            </p:nvSpPr>
            <p:spPr>
              <a:xfrm>
                <a:off x="3594035" y="126389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73" name="ph1073"/>
              <p:cNvSpPr/>
              <p:nvPr/>
            </p:nvSpPr>
            <p:spPr>
              <a:xfrm>
                <a:off x="3603419" y="126389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74" name="ph1074"/>
              <p:cNvSpPr/>
              <p:nvPr/>
            </p:nvSpPr>
            <p:spPr>
              <a:xfrm>
                <a:off x="3612803" y="126389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75" name="ph1075"/>
              <p:cNvSpPr/>
              <p:nvPr/>
            </p:nvSpPr>
            <p:spPr>
              <a:xfrm>
                <a:off x="3622187" y="126389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76" name="ph1076"/>
              <p:cNvSpPr/>
              <p:nvPr/>
            </p:nvSpPr>
            <p:spPr>
              <a:xfrm>
                <a:off x="3537729" y="127543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77" name="ph1077"/>
              <p:cNvSpPr/>
              <p:nvPr/>
            </p:nvSpPr>
            <p:spPr>
              <a:xfrm>
                <a:off x="3547113" y="127543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78" name="ph1078"/>
              <p:cNvSpPr/>
              <p:nvPr/>
            </p:nvSpPr>
            <p:spPr>
              <a:xfrm>
                <a:off x="3556497" y="127543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79" name="ph1079"/>
              <p:cNvSpPr/>
              <p:nvPr/>
            </p:nvSpPr>
            <p:spPr>
              <a:xfrm>
                <a:off x="3565882" y="127543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80" name="ph1080"/>
              <p:cNvSpPr/>
              <p:nvPr/>
            </p:nvSpPr>
            <p:spPr>
              <a:xfrm>
                <a:off x="3575266" y="127543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81" name="ph1081"/>
              <p:cNvSpPr/>
              <p:nvPr/>
            </p:nvSpPr>
            <p:spPr>
              <a:xfrm>
                <a:off x="3584650" y="127543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82" name="ph1082"/>
              <p:cNvSpPr/>
              <p:nvPr/>
            </p:nvSpPr>
            <p:spPr>
              <a:xfrm>
                <a:off x="3594035" y="127543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83" name="ph1083"/>
              <p:cNvSpPr/>
              <p:nvPr/>
            </p:nvSpPr>
            <p:spPr>
              <a:xfrm>
                <a:off x="3603419" y="127543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8ADAB">
                  <a:alpha val="100000"/>
                </a:srgbClr>
              </a:solidFill>
              <a:ln w="5420" cap="flat">
                <a:solidFill>
                  <a:srgbClr val="48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84" name="ph1084"/>
              <p:cNvSpPr/>
              <p:nvPr/>
            </p:nvSpPr>
            <p:spPr>
              <a:xfrm>
                <a:off x="3528345" y="128696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85" name="ph1085"/>
              <p:cNvSpPr/>
              <p:nvPr/>
            </p:nvSpPr>
            <p:spPr>
              <a:xfrm>
                <a:off x="3537729" y="128696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86" name="ph1086"/>
              <p:cNvSpPr/>
              <p:nvPr/>
            </p:nvSpPr>
            <p:spPr>
              <a:xfrm>
                <a:off x="3547113" y="128696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87" name="ph1087"/>
              <p:cNvSpPr/>
              <p:nvPr/>
            </p:nvSpPr>
            <p:spPr>
              <a:xfrm>
                <a:off x="3556497" y="128696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88" name="ph1088"/>
              <p:cNvSpPr/>
              <p:nvPr/>
            </p:nvSpPr>
            <p:spPr>
              <a:xfrm>
                <a:off x="3565882" y="128696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89" name="ph1089"/>
              <p:cNvSpPr/>
              <p:nvPr/>
            </p:nvSpPr>
            <p:spPr>
              <a:xfrm>
                <a:off x="3575266" y="128696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90" name="ph1090"/>
              <p:cNvSpPr/>
              <p:nvPr/>
            </p:nvSpPr>
            <p:spPr>
              <a:xfrm>
                <a:off x="3584650" y="128696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91" name="ph1091"/>
              <p:cNvSpPr/>
              <p:nvPr/>
            </p:nvSpPr>
            <p:spPr>
              <a:xfrm>
                <a:off x="3528345" y="129849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92" name="ph1092"/>
              <p:cNvSpPr/>
              <p:nvPr/>
            </p:nvSpPr>
            <p:spPr>
              <a:xfrm>
                <a:off x="3537729" y="129849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93" name="ph1093"/>
              <p:cNvSpPr/>
              <p:nvPr/>
            </p:nvSpPr>
            <p:spPr>
              <a:xfrm>
                <a:off x="3547113" y="129849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94" name="ph1094"/>
              <p:cNvSpPr/>
              <p:nvPr/>
            </p:nvSpPr>
            <p:spPr>
              <a:xfrm>
                <a:off x="3556497" y="129849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95" name="ph1095"/>
              <p:cNvSpPr/>
              <p:nvPr/>
            </p:nvSpPr>
            <p:spPr>
              <a:xfrm>
                <a:off x="3565882" y="129849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96" name="ph1096"/>
              <p:cNvSpPr/>
              <p:nvPr/>
            </p:nvSpPr>
            <p:spPr>
              <a:xfrm>
                <a:off x="3575266" y="129849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97" name="ph1097"/>
              <p:cNvSpPr/>
              <p:nvPr/>
            </p:nvSpPr>
            <p:spPr>
              <a:xfrm>
                <a:off x="3584650" y="129849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98" name="ph1098"/>
              <p:cNvSpPr/>
              <p:nvPr/>
            </p:nvSpPr>
            <p:spPr>
              <a:xfrm>
                <a:off x="3528345" y="1310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7D0AE">
                  <a:alpha val="100000"/>
                </a:srgbClr>
              </a:solidFill>
              <a:ln w="5420" cap="flat">
                <a:solidFill>
                  <a:srgbClr val="67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99" name="ph1099"/>
              <p:cNvSpPr/>
              <p:nvPr/>
            </p:nvSpPr>
            <p:spPr>
              <a:xfrm>
                <a:off x="3537729" y="1310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00" name="ph1100"/>
              <p:cNvSpPr/>
              <p:nvPr/>
            </p:nvSpPr>
            <p:spPr>
              <a:xfrm>
                <a:off x="3547113" y="1310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01" name="ph1101"/>
              <p:cNvSpPr/>
              <p:nvPr/>
            </p:nvSpPr>
            <p:spPr>
              <a:xfrm>
                <a:off x="3556497" y="1310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02" name="ph1102"/>
              <p:cNvSpPr/>
              <p:nvPr/>
            </p:nvSpPr>
            <p:spPr>
              <a:xfrm>
                <a:off x="3565882" y="1310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03" name="ph1103"/>
              <p:cNvSpPr/>
              <p:nvPr/>
            </p:nvSpPr>
            <p:spPr>
              <a:xfrm>
                <a:off x="3575266" y="1310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04" name="ph1104"/>
              <p:cNvSpPr/>
              <p:nvPr/>
            </p:nvSpPr>
            <p:spPr>
              <a:xfrm>
                <a:off x="3584650" y="1310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05" name="ph1105"/>
              <p:cNvSpPr/>
              <p:nvPr/>
            </p:nvSpPr>
            <p:spPr>
              <a:xfrm>
                <a:off x="3528345" y="1321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DD1B1">
                  <a:alpha val="100000"/>
                </a:srgbClr>
              </a:solidFill>
              <a:ln w="5420" cap="flat">
                <a:solidFill>
                  <a:srgbClr val="6DD1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06" name="ph1106"/>
              <p:cNvSpPr/>
              <p:nvPr/>
            </p:nvSpPr>
            <p:spPr>
              <a:xfrm>
                <a:off x="3537729" y="1321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BD1B0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07" name="ph1107"/>
              <p:cNvSpPr/>
              <p:nvPr/>
            </p:nvSpPr>
            <p:spPr>
              <a:xfrm>
                <a:off x="3547113" y="1321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08" name="ph1108"/>
              <p:cNvSpPr/>
              <p:nvPr/>
            </p:nvSpPr>
            <p:spPr>
              <a:xfrm>
                <a:off x="3556497" y="1321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09" name="ph1109"/>
              <p:cNvSpPr/>
              <p:nvPr/>
            </p:nvSpPr>
            <p:spPr>
              <a:xfrm>
                <a:off x="3565882" y="1321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10" name="ph1110"/>
              <p:cNvSpPr/>
              <p:nvPr/>
            </p:nvSpPr>
            <p:spPr>
              <a:xfrm>
                <a:off x="3575266" y="1321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11" name="ph1111"/>
              <p:cNvSpPr/>
              <p:nvPr/>
            </p:nvSpPr>
            <p:spPr>
              <a:xfrm>
                <a:off x="3584650" y="1321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12" name="ph1112"/>
              <p:cNvSpPr/>
              <p:nvPr/>
            </p:nvSpPr>
            <p:spPr>
              <a:xfrm>
                <a:off x="3472039" y="1333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9DABC">
                  <a:alpha val="100000"/>
                </a:srgbClr>
              </a:solidFill>
              <a:ln w="5420" cap="flat">
                <a:solidFill>
                  <a:srgbClr val="89DA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13" name="ph1113"/>
              <p:cNvSpPr/>
              <p:nvPr/>
            </p:nvSpPr>
            <p:spPr>
              <a:xfrm>
                <a:off x="3481423" y="1333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8D9BC">
                  <a:alpha val="100000"/>
                </a:srgbClr>
              </a:solidFill>
              <a:ln w="5420" cap="flat">
                <a:solidFill>
                  <a:srgbClr val="88D9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14" name="ph1114"/>
              <p:cNvSpPr/>
              <p:nvPr/>
            </p:nvSpPr>
            <p:spPr>
              <a:xfrm>
                <a:off x="3547113" y="1333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AD1B0">
                  <a:alpha val="100000"/>
                </a:srgbClr>
              </a:solidFill>
              <a:ln w="5420" cap="flat">
                <a:solidFill>
                  <a:srgbClr val="6A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15" name="ph1115"/>
              <p:cNvSpPr/>
              <p:nvPr/>
            </p:nvSpPr>
            <p:spPr>
              <a:xfrm>
                <a:off x="3556497" y="1333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16" name="ph1116"/>
              <p:cNvSpPr/>
              <p:nvPr/>
            </p:nvSpPr>
            <p:spPr>
              <a:xfrm>
                <a:off x="3565882" y="1333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17" name="ph1117"/>
              <p:cNvSpPr/>
              <p:nvPr/>
            </p:nvSpPr>
            <p:spPr>
              <a:xfrm>
                <a:off x="3575266" y="1333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18" name="ph1118"/>
              <p:cNvSpPr/>
              <p:nvPr/>
            </p:nvSpPr>
            <p:spPr>
              <a:xfrm>
                <a:off x="3584650" y="1333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19" name="ph1119"/>
              <p:cNvSpPr/>
              <p:nvPr/>
            </p:nvSpPr>
            <p:spPr>
              <a:xfrm>
                <a:off x="3453270" y="1344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0DCBF">
                  <a:alpha val="100000"/>
                </a:srgbClr>
              </a:solidFill>
              <a:ln w="5420" cap="flat">
                <a:solidFill>
                  <a:srgbClr val="90DCB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20" name="ph1120"/>
              <p:cNvSpPr/>
              <p:nvPr/>
            </p:nvSpPr>
            <p:spPr>
              <a:xfrm>
                <a:off x="3462655" y="1344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FDBBF">
                  <a:alpha val="100000"/>
                </a:srgbClr>
              </a:solidFill>
              <a:ln w="5420" cap="flat">
                <a:solidFill>
                  <a:srgbClr val="8FDBB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21" name="ph1121"/>
              <p:cNvSpPr/>
              <p:nvPr/>
            </p:nvSpPr>
            <p:spPr>
              <a:xfrm>
                <a:off x="3472039" y="1344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DDBBE">
                  <a:alpha val="100000"/>
                </a:srgbClr>
              </a:solidFill>
              <a:ln w="5420" cap="flat">
                <a:solidFill>
                  <a:srgbClr val="8DDBB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22" name="ph1122"/>
              <p:cNvSpPr/>
              <p:nvPr/>
            </p:nvSpPr>
            <p:spPr>
              <a:xfrm>
                <a:off x="3481423" y="1344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CDBBD">
                  <a:alpha val="100000"/>
                </a:srgbClr>
              </a:solidFill>
              <a:ln w="5420" cap="flat">
                <a:solidFill>
                  <a:srgbClr val="8CDBB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23" name="ph1123"/>
              <p:cNvSpPr/>
              <p:nvPr/>
            </p:nvSpPr>
            <p:spPr>
              <a:xfrm>
                <a:off x="3490808" y="1344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BDABD">
                  <a:alpha val="100000"/>
                </a:srgbClr>
              </a:solidFill>
              <a:ln w="5420" cap="flat">
                <a:solidFill>
                  <a:srgbClr val="8BDAB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24" name="ph1124"/>
              <p:cNvSpPr/>
              <p:nvPr/>
            </p:nvSpPr>
            <p:spPr>
              <a:xfrm>
                <a:off x="3547113" y="1344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25" name="ph1125"/>
              <p:cNvSpPr/>
              <p:nvPr/>
            </p:nvSpPr>
            <p:spPr>
              <a:xfrm>
                <a:off x="3556497" y="1344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26" name="ph1126"/>
              <p:cNvSpPr/>
              <p:nvPr/>
            </p:nvSpPr>
            <p:spPr>
              <a:xfrm>
                <a:off x="3565882" y="1344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9D0AF">
                  <a:alpha val="100000"/>
                </a:srgbClr>
              </a:solidFill>
              <a:ln w="5420" cap="flat">
                <a:solidFill>
                  <a:srgbClr val="69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27" name="ph1127"/>
              <p:cNvSpPr/>
              <p:nvPr/>
            </p:nvSpPr>
            <p:spPr>
              <a:xfrm>
                <a:off x="3575266" y="1344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28" name="ph1128"/>
              <p:cNvSpPr/>
              <p:nvPr/>
            </p:nvSpPr>
            <p:spPr>
              <a:xfrm>
                <a:off x="3584650" y="1344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29" name="ph1129"/>
              <p:cNvSpPr/>
              <p:nvPr/>
            </p:nvSpPr>
            <p:spPr>
              <a:xfrm>
                <a:off x="3434502" y="1356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4DDC1">
                  <a:alpha val="100000"/>
                </a:srgbClr>
              </a:solidFill>
              <a:ln w="5420" cap="flat">
                <a:solidFill>
                  <a:srgbClr val="94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30" name="ph1130"/>
              <p:cNvSpPr/>
              <p:nvPr/>
            </p:nvSpPr>
            <p:spPr>
              <a:xfrm>
                <a:off x="3443886" y="1356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4DDC1">
                  <a:alpha val="100000"/>
                </a:srgbClr>
              </a:solidFill>
              <a:ln w="5420" cap="flat">
                <a:solidFill>
                  <a:srgbClr val="94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31" name="ph1131"/>
              <p:cNvSpPr/>
              <p:nvPr/>
            </p:nvSpPr>
            <p:spPr>
              <a:xfrm>
                <a:off x="3453270" y="1356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3DDC1">
                  <a:alpha val="100000"/>
                </a:srgbClr>
              </a:solidFill>
              <a:ln w="5420" cap="flat">
                <a:solidFill>
                  <a:srgbClr val="93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32" name="ph1132"/>
              <p:cNvSpPr/>
              <p:nvPr/>
            </p:nvSpPr>
            <p:spPr>
              <a:xfrm>
                <a:off x="3462655" y="1356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3DDC0">
                  <a:alpha val="100000"/>
                </a:srgbClr>
              </a:solidFill>
              <a:ln w="5420" cap="flat">
                <a:solidFill>
                  <a:srgbClr val="93DDC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33" name="ph1133"/>
              <p:cNvSpPr/>
              <p:nvPr/>
            </p:nvSpPr>
            <p:spPr>
              <a:xfrm>
                <a:off x="3472039" y="1356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2DCC0">
                  <a:alpha val="100000"/>
                </a:srgbClr>
              </a:solidFill>
              <a:ln w="5420" cap="flat">
                <a:solidFill>
                  <a:srgbClr val="92DCC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34" name="ph1134"/>
              <p:cNvSpPr/>
              <p:nvPr/>
            </p:nvSpPr>
            <p:spPr>
              <a:xfrm>
                <a:off x="3481423" y="1356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1DCC0">
                  <a:alpha val="100000"/>
                </a:srgbClr>
              </a:solidFill>
              <a:ln w="5420" cap="flat">
                <a:solidFill>
                  <a:srgbClr val="91DCC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35" name="ph1135"/>
              <p:cNvSpPr/>
              <p:nvPr/>
            </p:nvSpPr>
            <p:spPr>
              <a:xfrm>
                <a:off x="3490808" y="1356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FDCBF">
                  <a:alpha val="100000"/>
                </a:srgbClr>
              </a:solidFill>
              <a:ln w="5420" cap="flat">
                <a:solidFill>
                  <a:srgbClr val="8FDCB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36" name="ph1136"/>
              <p:cNvSpPr/>
              <p:nvPr/>
            </p:nvSpPr>
            <p:spPr>
              <a:xfrm>
                <a:off x="3537729" y="1356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1D7B9">
                  <a:alpha val="100000"/>
                </a:srgbClr>
              </a:solidFill>
              <a:ln w="5420" cap="flat">
                <a:solidFill>
                  <a:srgbClr val="81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37" name="ph1137"/>
              <p:cNvSpPr/>
              <p:nvPr/>
            </p:nvSpPr>
            <p:spPr>
              <a:xfrm>
                <a:off x="3547113" y="1356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38" name="ph1138"/>
              <p:cNvSpPr/>
              <p:nvPr/>
            </p:nvSpPr>
            <p:spPr>
              <a:xfrm>
                <a:off x="3556497" y="1356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39" name="ph1139"/>
              <p:cNvSpPr/>
              <p:nvPr/>
            </p:nvSpPr>
            <p:spPr>
              <a:xfrm>
                <a:off x="3565882" y="1356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40" name="ph1140"/>
              <p:cNvSpPr/>
              <p:nvPr/>
            </p:nvSpPr>
            <p:spPr>
              <a:xfrm>
                <a:off x="3575266" y="1356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DD1B1">
                  <a:alpha val="100000"/>
                </a:srgbClr>
              </a:solidFill>
              <a:ln w="5420" cap="flat">
                <a:solidFill>
                  <a:srgbClr val="6DD1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41" name="ph1141"/>
              <p:cNvSpPr/>
              <p:nvPr/>
            </p:nvSpPr>
            <p:spPr>
              <a:xfrm>
                <a:off x="3425118" y="1367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6DEC2">
                  <a:alpha val="100000"/>
                </a:srgbClr>
              </a:solidFill>
              <a:ln w="5420" cap="flat">
                <a:solidFill>
                  <a:srgbClr val="96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42" name="ph1142"/>
              <p:cNvSpPr/>
              <p:nvPr/>
            </p:nvSpPr>
            <p:spPr>
              <a:xfrm>
                <a:off x="3434502" y="1367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7DEC2">
                  <a:alpha val="100000"/>
                </a:srgbClr>
              </a:solidFill>
              <a:ln w="5420" cap="flat">
                <a:solidFill>
                  <a:srgbClr val="97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43" name="ph1143"/>
              <p:cNvSpPr/>
              <p:nvPr/>
            </p:nvSpPr>
            <p:spPr>
              <a:xfrm>
                <a:off x="3443886" y="1367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7DEC2">
                  <a:alpha val="100000"/>
                </a:srgbClr>
              </a:solidFill>
              <a:ln w="5420" cap="flat">
                <a:solidFill>
                  <a:srgbClr val="97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44" name="ph1144"/>
              <p:cNvSpPr/>
              <p:nvPr/>
            </p:nvSpPr>
            <p:spPr>
              <a:xfrm>
                <a:off x="3453270" y="1367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7DEC2">
                  <a:alpha val="100000"/>
                </a:srgbClr>
              </a:solidFill>
              <a:ln w="5420" cap="flat">
                <a:solidFill>
                  <a:srgbClr val="97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45" name="ph1145"/>
              <p:cNvSpPr/>
              <p:nvPr/>
            </p:nvSpPr>
            <p:spPr>
              <a:xfrm>
                <a:off x="3462655" y="1367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6DEC2">
                  <a:alpha val="100000"/>
                </a:srgbClr>
              </a:solidFill>
              <a:ln w="5420" cap="flat">
                <a:solidFill>
                  <a:srgbClr val="96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46" name="ph1146"/>
              <p:cNvSpPr/>
              <p:nvPr/>
            </p:nvSpPr>
            <p:spPr>
              <a:xfrm>
                <a:off x="3472039" y="1367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6DEC2">
                  <a:alpha val="100000"/>
                </a:srgbClr>
              </a:solidFill>
              <a:ln w="5420" cap="flat">
                <a:solidFill>
                  <a:srgbClr val="96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47" name="ph1147"/>
              <p:cNvSpPr/>
              <p:nvPr/>
            </p:nvSpPr>
            <p:spPr>
              <a:xfrm>
                <a:off x="3481423" y="1367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5DDC2">
                  <a:alpha val="100000"/>
                </a:srgbClr>
              </a:solidFill>
              <a:ln w="5420" cap="flat">
                <a:solidFill>
                  <a:srgbClr val="95DD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48" name="ph1148"/>
              <p:cNvSpPr/>
              <p:nvPr/>
            </p:nvSpPr>
            <p:spPr>
              <a:xfrm>
                <a:off x="3490808" y="1367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4DDC1">
                  <a:alpha val="100000"/>
                </a:srgbClr>
              </a:solidFill>
              <a:ln w="5420" cap="flat">
                <a:solidFill>
                  <a:srgbClr val="94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49" name="ph1149"/>
              <p:cNvSpPr/>
              <p:nvPr/>
            </p:nvSpPr>
            <p:spPr>
              <a:xfrm>
                <a:off x="3537729" y="1367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8D9BC">
                  <a:alpha val="100000"/>
                </a:srgbClr>
              </a:solidFill>
              <a:ln w="5420" cap="flat">
                <a:solidFill>
                  <a:srgbClr val="88D9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50" name="ph1150"/>
              <p:cNvSpPr/>
              <p:nvPr/>
            </p:nvSpPr>
            <p:spPr>
              <a:xfrm>
                <a:off x="3547113" y="1367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1D7B9">
                  <a:alpha val="100000"/>
                </a:srgbClr>
              </a:solidFill>
              <a:ln w="5420" cap="flat">
                <a:solidFill>
                  <a:srgbClr val="81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51" name="ph1151"/>
              <p:cNvSpPr/>
              <p:nvPr/>
            </p:nvSpPr>
            <p:spPr>
              <a:xfrm>
                <a:off x="3556497" y="1367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DD6B7">
                  <a:alpha val="100000"/>
                </a:srgbClr>
              </a:solidFill>
              <a:ln w="5420" cap="flat">
                <a:solidFill>
                  <a:srgbClr val="7D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52" name="ph1152"/>
              <p:cNvSpPr/>
              <p:nvPr/>
            </p:nvSpPr>
            <p:spPr>
              <a:xfrm>
                <a:off x="3565882" y="1367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9D5B5">
                  <a:alpha val="100000"/>
                </a:srgbClr>
              </a:solidFill>
              <a:ln w="5420" cap="flat">
                <a:solidFill>
                  <a:srgbClr val="79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53" name="ph1153"/>
              <p:cNvSpPr/>
              <p:nvPr/>
            </p:nvSpPr>
            <p:spPr>
              <a:xfrm>
                <a:off x="3575266" y="1367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4D4B4">
                  <a:alpha val="100000"/>
                </a:srgbClr>
              </a:solidFill>
              <a:ln w="5420" cap="flat">
                <a:solidFill>
                  <a:srgbClr val="74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54" name="ph1154"/>
              <p:cNvSpPr/>
              <p:nvPr/>
            </p:nvSpPr>
            <p:spPr>
              <a:xfrm>
                <a:off x="3378196" y="1379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6DEC2">
                  <a:alpha val="100000"/>
                </a:srgbClr>
              </a:solidFill>
              <a:ln w="5420" cap="flat">
                <a:solidFill>
                  <a:srgbClr val="96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55" name="ph1155"/>
              <p:cNvSpPr/>
              <p:nvPr/>
            </p:nvSpPr>
            <p:spPr>
              <a:xfrm>
                <a:off x="3387581" y="1379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6DEC2">
                  <a:alpha val="100000"/>
                </a:srgbClr>
              </a:solidFill>
              <a:ln w="5420" cap="flat">
                <a:solidFill>
                  <a:srgbClr val="96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56" name="ph1156"/>
              <p:cNvSpPr/>
              <p:nvPr/>
            </p:nvSpPr>
            <p:spPr>
              <a:xfrm>
                <a:off x="3396965" y="1379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7DEC2">
                  <a:alpha val="100000"/>
                </a:srgbClr>
              </a:solidFill>
              <a:ln w="5420" cap="flat">
                <a:solidFill>
                  <a:srgbClr val="97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57" name="ph1157"/>
              <p:cNvSpPr/>
              <p:nvPr/>
            </p:nvSpPr>
            <p:spPr>
              <a:xfrm>
                <a:off x="3406349" y="1379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7DEC3">
                  <a:alpha val="100000"/>
                </a:srgbClr>
              </a:solidFill>
              <a:ln w="5420" cap="flat">
                <a:solidFill>
                  <a:srgbClr val="97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58" name="ph1158"/>
              <p:cNvSpPr/>
              <p:nvPr/>
            </p:nvSpPr>
            <p:spPr>
              <a:xfrm>
                <a:off x="3415733" y="1379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59" name="ph1159"/>
              <p:cNvSpPr/>
              <p:nvPr/>
            </p:nvSpPr>
            <p:spPr>
              <a:xfrm>
                <a:off x="3425118" y="1379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60" name="ph1160"/>
              <p:cNvSpPr/>
              <p:nvPr/>
            </p:nvSpPr>
            <p:spPr>
              <a:xfrm>
                <a:off x="3434502" y="1379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61" name="ph1161"/>
              <p:cNvSpPr/>
              <p:nvPr/>
            </p:nvSpPr>
            <p:spPr>
              <a:xfrm>
                <a:off x="3443886" y="1379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9DEC3">
                  <a:alpha val="100000"/>
                </a:srgbClr>
              </a:solidFill>
              <a:ln w="5420" cap="flat">
                <a:solidFill>
                  <a:srgbClr val="99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62" name="ph1162"/>
              <p:cNvSpPr/>
              <p:nvPr/>
            </p:nvSpPr>
            <p:spPr>
              <a:xfrm>
                <a:off x="3453270" y="1379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63" name="ph1163"/>
              <p:cNvSpPr/>
              <p:nvPr/>
            </p:nvSpPr>
            <p:spPr>
              <a:xfrm>
                <a:off x="3462655" y="1379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64" name="ph1164"/>
              <p:cNvSpPr/>
              <p:nvPr/>
            </p:nvSpPr>
            <p:spPr>
              <a:xfrm>
                <a:off x="3472039" y="1379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65" name="ph1165"/>
              <p:cNvSpPr/>
              <p:nvPr/>
            </p:nvSpPr>
            <p:spPr>
              <a:xfrm>
                <a:off x="3481423" y="1379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66" name="ph1166"/>
              <p:cNvSpPr/>
              <p:nvPr/>
            </p:nvSpPr>
            <p:spPr>
              <a:xfrm>
                <a:off x="3528345" y="1379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3DDC1">
                  <a:alpha val="100000"/>
                </a:srgbClr>
              </a:solidFill>
              <a:ln w="5420" cap="flat">
                <a:solidFill>
                  <a:srgbClr val="93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67" name="ph1167"/>
              <p:cNvSpPr/>
              <p:nvPr/>
            </p:nvSpPr>
            <p:spPr>
              <a:xfrm>
                <a:off x="3537729" y="1379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EDBBF">
                  <a:alpha val="100000"/>
                </a:srgbClr>
              </a:solidFill>
              <a:ln w="5420" cap="flat">
                <a:solidFill>
                  <a:srgbClr val="8EDBB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68" name="ph1168"/>
              <p:cNvSpPr/>
              <p:nvPr/>
            </p:nvSpPr>
            <p:spPr>
              <a:xfrm>
                <a:off x="3547113" y="1379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8D9BC">
                  <a:alpha val="100000"/>
                </a:srgbClr>
              </a:solidFill>
              <a:ln w="5420" cap="flat">
                <a:solidFill>
                  <a:srgbClr val="88D9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69" name="ph1169"/>
              <p:cNvSpPr/>
              <p:nvPr/>
            </p:nvSpPr>
            <p:spPr>
              <a:xfrm>
                <a:off x="3556497" y="1379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4D8BA">
                  <a:alpha val="100000"/>
                </a:srgbClr>
              </a:solidFill>
              <a:ln w="5420" cap="flat">
                <a:solidFill>
                  <a:srgbClr val="84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70" name="ph1170"/>
              <p:cNvSpPr/>
              <p:nvPr/>
            </p:nvSpPr>
            <p:spPr>
              <a:xfrm>
                <a:off x="3565882" y="1379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0D7B8">
                  <a:alpha val="100000"/>
                </a:srgbClr>
              </a:solidFill>
              <a:ln w="5420" cap="flat">
                <a:solidFill>
                  <a:srgbClr val="80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71" name="ph1171"/>
              <p:cNvSpPr/>
              <p:nvPr/>
            </p:nvSpPr>
            <p:spPr>
              <a:xfrm>
                <a:off x="3575266" y="1379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BD6B6">
                  <a:alpha val="100000"/>
                </a:srgbClr>
              </a:solidFill>
              <a:ln w="5420" cap="flat">
                <a:solidFill>
                  <a:srgbClr val="7BD6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72" name="ph1172"/>
              <p:cNvSpPr/>
              <p:nvPr/>
            </p:nvSpPr>
            <p:spPr>
              <a:xfrm>
                <a:off x="3368812" y="1390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6DEC2">
                  <a:alpha val="100000"/>
                </a:srgbClr>
              </a:solidFill>
              <a:ln w="5420" cap="flat">
                <a:solidFill>
                  <a:srgbClr val="96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73" name="ph1173"/>
              <p:cNvSpPr/>
              <p:nvPr/>
            </p:nvSpPr>
            <p:spPr>
              <a:xfrm>
                <a:off x="3378196" y="1390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7DEC2">
                  <a:alpha val="100000"/>
                </a:srgbClr>
              </a:solidFill>
              <a:ln w="5420" cap="flat">
                <a:solidFill>
                  <a:srgbClr val="97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74" name="ph1174"/>
              <p:cNvSpPr/>
              <p:nvPr/>
            </p:nvSpPr>
            <p:spPr>
              <a:xfrm>
                <a:off x="3387581" y="1390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7DEC3">
                  <a:alpha val="100000"/>
                </a:srgbClr>
              </a:solidFill>
              <a:ln w="5420" cap="flat">
                <a:solidFill>
                  <a:srgbClr val="97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75" name="ph1175"/>
              <p:cNvSpPr/>
              <p:nvPr/>
            </p:nvSpPr>
            <p:spPr>
              <a:xfrm>
                <a:off x="3396965" y="1390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76" name="ph1176"/>
              <p:cNvSpPr/>
              <p:nvPr/>
            </p:nvSpPr>
            <p:spPr>
              <a:xfrm>
                <a:off x="3406349" y="1390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77" name="ph1177"/>
              <p:cNvSpPr/>
              <p:nvPr/>
            </p:nvSpPr>
            <p:spPr>
              <a:xfrm>
                <a:off x="3415733" y="1390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78" name="ph1178"/>
              <p:cNvSpPr/>
              <p:nvPr/>
            </p:nvSpPr>
            <p:spPr>
              <a:xfrm>
                <a:off x="3425118" y="1390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79" name="ph1179"/>
              <p:cNvSpPr/>
              <p:nvPr/>
            </p:nvSpPr>
            <p:spPr>
              <a:xfrm>
                <a:off x="3434502" y="1390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80" name="ph1180"/>
              <p:cNvSpPr/>
              <p:nvPr/>
            </p:nvSpPr>
            <p:spPr>
              <a:xfrm>
                <a:off x="3443886" y="1390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81" name="ph1181"/>
              <p:cNvSpPr/>
              <p:nvPr/>
            </p:nvSpPr>
            <p:spPr>
              <a:xfrm>
                <a:off x="3453270" y="1390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82" name="ph1182"/>
              <p:cNvSpPr/>
              <p:nvPr/>
            </p:nvSpPr>
            <p:spPr>
              <a:xfrm>
                <a:off x="3462655" y="1390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83" name="ph1183"/>
              <p:cNvSpPr/>
              <p:nvPr/>
            </p:nvSpPr>
            <p:spPr>
              <a:xfrm>
                <a:off x="3472039" y="1390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CE0C5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84" name="ph1184"/>
              <p:cNvSpPr/>
              <p:nvPr/>
            </p:nvSpPr>
            <p:spPr>
              <a:xfrm>
                <a:off x="3518960" y="1390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85" name="ph1185"/>
              <p:cNvSpPr/>
              <p:nvPr/>
            </p:nvSpPr>
            <p:spPr>
              <a:xfrm>
                <a:off x="3528345" y="1390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7DEC2">
                  <a:alpha val="100000"/>
                </a:srgbClr>
              </a:solidFill>
              <a:ln w="5420" cap="flat">
                <a:solidFill>
                  <a:srgbClr val="97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86" name="ph1186"/>
              <p:cNvSpPr/>
              <p:nvPr/>
            </p:nvSpPr>
            <p:spPr>
              <a:xfrm>
                <a:off x="3537729" y="1390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4DDC1">
                  <a:alpha val="100000"/>
                </a:srgbClr>
              </a:solidFill>
              <a:ln w="5420" cap="flat">
                <a:solidFill>
                  <a:srgbClr val="94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87" name="ph1187"/>
              <p:cNvSpPr/>
              <p:nvPr/>
            </p:nvSpPr>
            <p:spPr>
              <a:xfrm>
                <a:off x="3547113" y="1390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DDBBE">
                  <a:alpha val="100000"/>
                </a:srgbClr>
              </a:solidFill>
              <a:ln w="5420" cap="flat">
                <a:solidFill>
                  <a:srgbClr val="8DDBB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88" name="ph1188"/>
              <p:cNvSpPr/>
              <p:nvPr/>
            </p:nvSpPr>
            <p:spPr>
              <a:xfrm>
                <a:off x="3556497" y="1390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ADABC">
                  <a:alpha val="100000"/>
                </a:srgbClr>
              </a:solidFill>
              <a:ln w="5420" cap="flat">
                <a:solidFill>
                  <a:srgbClr val="8ADA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89" name="ph1189"/>
              <p:cNvSpPr/>
              <p:nvPr/>
            </p:nvSpPr>
            <p:spPr>
              <a:xfrm>
                <a:off x="3565882" y="1390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6D9BB">
                  <a:alpha val="100000"/>
                </a:srgbClr>
              </a:solidFill>
              <a:ln w="5420" cap="flat">
                <a:solidFill>
                  <a:srgbClr val="86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90" name="ph1190"/>
              <p:cNvSpPr/>
              <p:nvPr/>
            </p:nvSpPr>
            <p:spPr>
              <a:xfrm>
                <a:off x="3575266" y="1390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2D7B9">
                  <a:alpha val="100000"/>
                </a:srgbClr>
              </a:solidFill>
              <a:ln w="5420" cap="flat">
                <a:solidFill>
                  <a:srgbClr val="82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91" name="ph1191"/>
              <p:cNvSpPr/>
              <p:nvPr/>
            </p:nvSpPr>
            <p:spPr>
              <a:xfrm>
                <a:off x="3350043" y="140228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7DEC2">
                  <a:alpha val="100000"/>
                </a:srgbClr>
              </a:solidFill>
              <a:ln w="5420" cap="flat">
                <a:solidFill>
                  <a:srgbClr val="97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92" name="ph1192"/>
              <p:cNvSpPr/>
              <p:nvPr/>
            </p:nvSpPr>
            <p:spPr>
              <a:xfrm>
                <a:off x="3359428" y="140228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7DEC3">
                  <a:alpha val="100000"/>
                </a:srgbClr>
              </a:solidFill>
              <a:ln w="5420" cap="flat">
                <a:solidFill>
                  <a:srgbClr val="97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93" name="ph1193"/>
              <p:cNvSpPr/>
              <p:nvPr/>
            </p:nvSpPr>
            <p:spPr>
              <a:xfrm>
                <a:off x="3368812" y="140228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94" name="ph1194"/>
              <p:cNvSpPr/>
              <p:nvPr/>
            </p:nvSpPr>
            <p:spPr>
              <a:xfrm>
                <a:off x="3378196" y="140228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9DEC3">
                  <a:alpha val="100000"/>
                </a:srgbClr>
              </a:solidFill>
              <a:ln w="5420" cap="flat">
                <a:solidFill>
                  <a:srgbClr val="99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95" name="ph1195"/>
              <p:cNvSpPr/>
              <p:nvPr/>
            </p:nvSpPr>
            <p:spPr>
              <a:xfrm>
                <a:off x="3387581" y="140228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96" name="ph1196"/>
              <p:cNvSpPr/>
              <p:nvPr/>
            </p:nvSpPr>
            <p:spPr>
              <a:xfrm>
                <a:off x="3396965" y="140228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9DFC4">
                  <a:alpha val="100000"/>
                </a:srgbClr>
              </a:solidFill>
              <a:ln w="5420" cap="flat">
                <a:solidFill>
                  <a:srgbClr val="99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97" name="ph1197"/>
              <p:cNvSpPr/>
              <p:nvPr/>
            </p:nvSpPr>
            <p:spPr>
              <a:xfrm>
                <a:off x="3406349" y="140228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98" name="ph1198"/>
              <p:cNvSpPr/>
              <p:nvPr/>
            </p:nvSpPr>
            <p:spPr>
              <a:xfrm>
                <a:off x="3415733" y="140228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99" name="ph1199"/>
              <p:cNvSpPr/>
              <p:nvPr/>
            </p:nvSpPr>
            <p:spPr>
              <a:xfrm>
                <a:off x="3425118" y="140228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00" name="ph1200"/>
              <p:cNvSpPr/>
              <p:nvPr/>
            </p:nvSpPr>
            <p:spPr>
              <a:xfrm>
                <a:off x="3434502" y="140228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01" name="ph1201"/>
              <p:cNvSpPr/>
              <p:nvPr/>
            </p:nvSpPr>
            <p:spPr>
              <a:xfrm>
                <a:off x="3443886" y="140228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02" name="ph1202"/>
              <p:cNvSpPr/>
              <p:nvPr/>
            </p:nvSpPr>
            <p:spPr>
              <a:xfrm>
                <a:off x="3453270" y="140228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CE0C5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03" name="ph1203"/>
              <p:cNvSpPr/>
              <p:nvPr/>
            </p:nvSpPr>
            <p:spPr>
              <a:xfrm>
                <a:off x="3509576" y="140228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6E3C9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04" name="ph1204"/>
              <p:cNvSpPr/>
              <p:nvPr/>
            </p:nvSpPr>
            <p:spPr>
              <a:xfrm>
                <a:off x="3518960" y="140228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4E2C8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05" name="ph1205"/>
              <p:cNvSpPr/>
              <p:nvPr/>
            </p:nvSpPr>
            <p:spPr>
              <a:xfrm>
                <a:off x="3528345" y="140228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2E1C7">
                  <a:alpha val="100000"/>
                </a:srgbClr>
              </a:solidFill>
              <a:ln w="5420" cap="flat">
                <a:solidFill>
                  <a:srgbClr val="A2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06" name="ph1206"/>
              <p:cNvSpPr/>
              <p:nvPr/>
            </p:nvSpPr>
            <p:spPr>
              <a:xfrm>
                <a:off x="3537729" y="140228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FE0C6">
                  <a:alpha val="100000"/>
                </a:srgbClr>
              </a:solidFill>
              <a:ln w="5420" cap="flat">
                <a:solidFill>
                  <a:srgbClr val="9F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07" name="ph1207"/>
              <p:cNvSpPr/>
              <p:nvPr/>
            </p:nvSpPr>
            <p:spPr>
              <a:xfrm>
                <a:off x="3547113" y="140228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7DEC3">
                  <a:alpha val="100000"/>
                </a:srgbClr>
              </a:solidFill>
              <a:ln w="5420" cap="flat">
                <a:solidFill>
                  <a:srgbClr val="97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08" name="ph1208"/>
              <p:cNvSpPr/>
              <p:nvPr/>
            </p:nvSpPr>
            <p:spPr>
              <a:xfrm>
                <a:off x="3556497" y="140228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4DDC1">
                  <a:alpha val="100000"/>
                </a:srgbClr>
              </a:solidFill>
              <a:ln w="5420" cap="flat">
                <a:solidFill>
                  <a:srgbClr val="94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09" name="ph1209"/>
              <p:cNvSpPr/>
              <p:nvPr/>
            </p:nvSpPr>
            <p:spPr>
              <a:xfrm>
                <a:off x="3331275" y="141381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7DEC2">
                  <a:alpha val="100000"/>
                </a:srgbClr>
              </a:solidFill>
              <a:ln w="5420" cap="flat">
                <a:solidFill>
                  <a:srgbClr val="97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10" name="ph1210"/>
              <p:cNvSpPr/>
              <p:nvPr/>
            </p:nvSpPr>
            <p:spPr>
              <a:xfrm>
                <a:off x="3340659" y="141381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7DEC2">
                  <a:alpha val="100000"/>
                </a:srgbClr>
              </a:solidFill>
              <a:ln w="5420" cap="flat">
                <a:solidFill>
                  <a:srgbClr val="97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11" name="ph1211"/>
              <p:cNvSpPr/>
              <p:nvPr/>
            </p:nvSpPr>
            <p:spPr>
              <a:xfrm>
                <a:off x="3350043" y="141381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7DEC3">
                  <a:alpha val="100000"/>
                </a:srgbClr>
              </a:solidFill>
              <a:ln w="5420" cap="flat">
                <a:solidFill>
                  <a:srgbClr val="97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12" name="ph1212"/>
              <p:cNvSpPr/>
              <p:nvPr/>
            </p:nvSpPr>
            <p:spPr>
              <a:xfrm>
                <a:off x="3359428" y="141381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13" name="ph1213"/>
              <p:cNvSpPr/>
              <p:nvPr/>
            </p:nvSpPr>
            <p:spPr>
              <a:xfrm>
                <a:off x="3368812" y="141381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9DEC3">
                  <a:alpha val="100000"/>
                </a:srgbClr>
              </a:solidFill>
              <a:ln w="5420" cap="flat">
                <a:solidFill>
                  <a:srgbClr val="99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14" name="ph1214"/>
              <p:cNvSpPr/>
              <p:nvPr/>
            </p:nvSpPr>
            <p:spPr>
              <a:xfrm>
                <a:off x="3378196" y="141381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15" name="ph1215"/>
              <p:cNvSpPr/>
              <p:nvPr/>
            </p:nvSpPr>
            <p:spPr>
              <a:xfrm>
                <a:off x="3387581" y="141381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16" name="ph1216"/>
              <p:cNvSpPr/>
              <p:nvPr/>
            </p:nvSpPr>
            <p:spPr>
              <a:xfrm>
                <a:off x="3396965" y="141381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17" name="ph1217"/>
              <p:cNvSpPr/>
              <p:nvPr/>
            </p:nvSpPr>
            <p:spPr>
              <a:xfrm>
                <a:off x="3406349" y="141381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18" name="ph1218"/>
              <p:cNvSpPr/>
              <p:nvPr/>
            </p:nvSpPr>
            <p:spPr>
              <a:xfrm>
                <a:off x="3415733" y="141381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19" name="ph1219"/>
              <p:cNvSpPr/>
              <p:nvPr/>
            </p:nvSpPr>
            <p:spPr>
              <a:xfrm>
                <a:off x="3425118" y="141381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20" name="ph1220"/>
              <p:cNvSpPr/>
              <p:nvPr/>
            </p:nvSpPr>
            <p:spPr>
              <a:xfrm>
                <a:off x="3434502" y="141381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21" name="ph1221"/>
              <p:cNvSpPr/>
              <p:nvPr/>
            </p:nvSpPr>
            <p:spPr>
              <a:xfrm>
                <a:off x="3443886" y="141381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22" name="ph1222"/>
              <p:cNvSpPr/>
              <p:nvPr/>
            </p:nvSpPr>
            <p:spPr>
              <a:xfrm>
                <a:off x="3453270" y="141381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EE0C6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23" name="ph1223"/>
              <p:cNvSpPr/>
              <p:nvPr/>
            </p:nvSpPr>
            <p:spPr>
              <a:xfrm>
                <a:off x="3462655" y="141381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24" name="ph1224"/>
              <p:cNvSpPr/>
              <p:nvPr/>
            </p:nvSpPr>
            <p:spPr>
              <a:xfrm>
                <a:off x="3472039" y="141381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7E3CA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25" name="ph1225"/>
              <p:cNvSpPr/>
              <p:nvPr/>
            </p:nvSpPr>
            <p:spPr>
              <a:xfrm>
                <a:off x="3481423" y="141381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BE4CC">
                  <a:alpha val="100000"/>
                </a:srgbClr>
              </a:solidFill>
              <a:ln w="5420" cap="flat">
                <a:solidFill>
                  <a:srgbClr val="ABE4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26" name="ph1226"/>
              <p:cNvSpPr/>
              <p:nvPr/>
            </p:nvSpPr>
            <p:spPr>
              <a:xfrm>
                <a:off x="3500192" y="141381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DE5CD">
                  <a:alpha val="100000"/>
                </a:srgbClr>
              </a:solidFill>
              <a:ln w="5420" cap="flat">
                <a:solidFill>
                  <a:srgbClr val="AD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27" name="ph1227"/>
              <p:cNvSpPr/>
              <p:nvPr/>
            </p:nvSpPr>
            <p:spPr>
              <a:xfrm>
                <a:off x="3509576" y="141381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ACE5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28" name="ph1228"/>
              <p:cNvSpPr/>
              <p:nvPr/>
            </p:nvSpPr>
            <p:spPr>
              <a:xfrm>
                <a:off x="3518960" y="141381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9E4CB">
                  <a:alpha val="100000"/>
                </a:srgbClr>
              </a:solidFill>
              <a:ln w="5420" cap="flat">
                <a:solidFill>
                  <a:srgbClr val="A9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29" name="ph1229"/>
              <p:cNvSpPr/>
              <p:nvPr/>
            </p:nvSpPr>
            <p:spPr>
              <a:xfrm>
                <a:off x="3528345" y="141381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7E3CA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30" name="ph1230"/>
              <p:cNvSpPr/>
              <p:nvPr/>
            </p:nvSpPr>
            <p:spPr>
              <a:xfrm>
                <a:off x="3537729" y="141381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31" name="ph1231"/>
              <p:cNvSpPr/>
              <p:nvPr/>
            </p:nvSpPr>
            <p:spPr>
              <a:xfrm>
                <a:off x="3547113" y="141381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32" name="ph1232"/>
              <p:cNvSpPr/>
              <p:nvPr/>
            </p:nvSpPr>
            <p:spPr>
              <a:xfrm>
                <a:off x="3556497" y="141381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33" name="ph1233"/>
              <p:cNvSpPr/>
              <p:nvPr/>
            </p:nvSpPr>
            <p:spPr>
              <a:xfrm>
                <a:off x="3331275" y="142534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7DEC3">
                  <a:alpha val="100000"/>
                </a:srgbClr>
              </a:solidFill>
              <a:ln w="5420" cap="flat">
                <a:solidFill>
                  <a:srgbClr val="97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34" name="ph1234"/>
              <p:cNvSpPr/>
              <p:nvPr/>
            </p:nvSpPr>
            <p:spPr>
              <a:xfrm>
                <a:off x="3340659" y="142534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35" name="ph1235"/>
              <p:cNvSpPr/>
              <p:nvPr/>
            </p:nvSpPr>
            <p:spPr>
              <a:xfrm>
                <a:off x="3350043" y="142534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36" name="ph1236"/>
              <p:cNvSpPr/>
              <p:nvPr/>
            </p:nvSpPr>
            <p:spPr>
              <a:xfrm>
                <a:off x="3359428" y="142534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37" name="ph1237"/>
              <p:cNvSpPr/>
              <p:nvPr/>
            </p:nvSpPr>
            <p:spPr>
              <a:xfrm>
                <a:off x="3368812" y="142534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38" name="ph1238"/>
              <p:cNvSpPr/>
              <p:nvPr/>
            </p:nvSpPr>
            <p:spPr>
              <a:xfrm>
                <a:off x="3378196" y="142534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39" name="ph1239"/>
              <p:cNvSpPr/>
              <p:nvPr/>
            </p:nvSpPr>
            <p:spPr>
              <a:xfrm>
                <a:off x="3387581" y="142534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40" name="ph1240"/>
              <p:cNvSpPr/>
              <p:nvPr/>
            </p:nvSpPr>
            <p:spPr>
              <a:xfrm>
                <a:off x="3396965" y="142534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41" name="ph1241"/>
              <p:cNvSpPr/>
              <p:nvPr/>
            </p:nvSpPr>
            <p:spPr>
              <a:xfrm>
                <a:off x="3406349" y="142534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42" name="ph1242"/>
              <p:cNvSpPr/>
              <p:nvPr/>
            </p:nvSpPr>
            <p:spPr>
              <a:xfrm>
                <a:off x="3415733" y="142534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43" name="ph1243"/>
              <p:cNvSpPr/>
              <p:nvPr/>
            </p:nvSpPr>
            <p:spPr>
              <a:xfrm>
                <a:off x="3425118" y="142534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44" name="ph1244"/>
              <p:cNvSpPr/>
              <p:nvPr/>
            </p:nvSpPr>
            <p:spPr>
              <a:xfrm>
                <a:off x="3434502" y="142534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45" name="ph1245"/>
              <p:cNvSpPr/>
              <p:nvPr/>
            </p:nvSpPr>
            <p:spPr>
              <a:xfrm>
                <a:off x="3443886" y="142534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46" name="ph1246"/>
              <p:cNvSpPr/>
              <p:nvPr/>
            </p:nvSpPr>
            <p:spPr>
              <a:xfrm>
                <a:off x="3453270" y="142534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2E2C8">
                  <a:alpha val="100000"/>
                </a:srgbClr>
              </a:solidFill>
              <a:ln w="5420" cap="flat">
                <a:solidFill>
                  <a:srgbClr val="A2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47" name="ph1247"/>
              <p:cNvSpPr/>
              <p:nvPr/>
            </p:nvSpPr>
            <p:spPr>
              <a:xfrm>
                <a:off x="3462655" y="142534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9E4CB">
                  <a:alpha val="100000"/>
                </a:srgbClr>
              </a:solidFill>
              <a:ln w="5420" cap="flat">
                <a:solidFill>
                  <a:srgbClr val="A9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48" name="ph1248"/>
              <p:cNvSpPr/>
              <p:nvPr/>
            </p:nvSpPr>
            <p:spPr>
              <a:xfrm>
                <a:off x="3472039" y="142534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FE6CD">
                  <a:alpha val="100000"/>
                </a:srgbClr>
              </a:solidFill>
              <a:ln w="5420" cap="flat">
                <a:solidFill>
                  <a:srgbClr val="AFE6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49" name="ph1249"/>
              <p:cNvSpPr/>
              <p:nvPr/>
            </p:nvSpPr>
            <p:spPr>
              <a:xfrm>
                <a:off x="3481423" y="142534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B3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50" name="ph1250"/>
              <p:cNvSpPr/>
              <p:nvPr/>
            </p:nvSpPr>
            <p:spPr>
              <a:xfrm>
                <a:off x="3490808" y="142534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B4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51" name="ph1251"/>
              <p:cNvSpPr/>
              <p:nvPr/>
            </p:nvSpPr>
            <p:spPr>
              <a:xfrm>
                <a:off x="3500192" y="142534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B4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52" name="ph1252"/>
              <p:cNvSpPr/>
              <p:nvPr/>
            </p:nvSpPr>
            <p:spPr>
              <a:xfrm>
                <a:off x="3509576" y="142534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B1E6CF">
                  <a:alpha val="100000"/>
                </a:srgbClr>
              </a:solidFill>
              <a:ln w="5420" cap="flat">
                <a:solidFill>
                  <a:srgbClr val="B1E6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53" name="ph1253"/>
              <p:cNvSpPr/>
              <p:nvPr/>
            </p:nvSpPr>
            <p:spPr>
              <a:xfrm>
                <a:off x="3518960" y="142534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AE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54" name="ph1254"/>
              <p:cNvSpPr/>
              <p:nvPr/>
            </p:nvSpPr>
            <p:spPr>
              <a:xfrm>
                <a:off x="3528345" y="142534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BE4CC">
                  <a:alpha val="100000"/>
                </a:srgbClr>
              </a:solidFill>
              <a:ln w="5420" cap="flat">
                <a:solidFill>
                  <a:srgbClr val="ABE4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55" name="ph1255"/>
              <p:cNvSpPr/>
              <p:nvPr/>
            </p:nvSpPr>
            <p:spPr>
              <a:xfrm>
                <a:off x="3537729" y="142534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7E3CA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56" name="ph1256"/>
              <p:cNvSpPr/>
              <p:nvPr/>
            </p:nvSpPr>
            <p:spPr>
              <a:xfrm>
                <a:off x="3547113" y="142534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0E1C6">
                  <a:alpha val="100000"/>
                </a:srgbClr>
              </a:solidFill>
              <a:ln w="5420" cap="flat">
                <a:solidFill>
                  <a:srgbClr val="A0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57" name="ph1257"/>
              <p:cNvSpPr/>
              <p:nvPr/>
            </p:nvSpPr>
            <p:spPr>
              <a:xfrm>
                <a:off x="3331275" y="143687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58" name="ph1258"/>
              <p:cNvSpPr/>
              <p:nvPr/>
            </p:nvSpPr>
            <p:spPr>
              <a:xfrm>
                <a:off x="3340659" y="143687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59" name="ph1259"/>
              <p:cNvSpPr/>
              <p:nvPr/>
            </p:nvSpPr>
            <p:spPr>
              <a:xfrm>
                <a:off x="3350043" y="143687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9DEC3">
                  <a:alpha val="100000"/>
                </a:srgbClr>
              </a:solidFill>
              <a:ln w="5420" cap="flat">
                <a:solidFill>
                  <a:srgbClr val="99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60" name="ph1260"/>
              <p:cNvSpPr/>
              <p:nvPr/>
            </p:nvSpPr>
            <p:spPr>
              <a:xfrm>
                <a:off x="3359428" y="143687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61" name="ph1261"/>
              <p:cNvSpPr/>
              <p:nvPr/>
            </p:nvSpPr>
            <p:spPr>
              <a:xfrm>
                <a:off x="3368812" y="143687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62" name="ph1262"/>
              <p:cNvSpPr/>
              <p:nvPr/>
            </p:nvSpPr>
            <p:spPr>
              <a:xfrm>
                <a:off x="3378196" y="143687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63" name="ph1263"/>
              <p:cNvSpPr/>
              <p:nvPr/>
            </p:nvSpPr>
            <p:spPr>
              <a:xfrm>
                <a:off x="3387581" y="143687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64" name="ph1264"/>
              <p:cNvSpPr/>
              <p:nvPr/>
            </p:nvSpPr>
            <p:spPr>
              <a:xfrm>
                <a:off x="3396965" y="143687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65" name="ph1265"/>
              <p:cNvSpPr/>
              <p:nvPr/>
            </p:nvSpPr>
            <p:spPr>
              <a:xfrm>
                <a:off x="3406349" y="143687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CDFC5">
                  <a:alpha val="100000"/>
                </a:srgbClr>
              </a:solidFill>
              <a:ln w="5420" cap="flat">
                <a:solidFill>
                  <a:srgbClr val="9CDF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66" name="ph1266"/>
              <p:cNvSpPr/>
              <p:nvPr/>
            </p:nvSpPr>
            <p:spPr>
              <a:xfrm>
                <a:off x="3415733" y="143687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CE0C5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67" name="ph1267"/>
              <p:cNvSpPr/>
              <p:nvPr/>
            </p:nvSpPr>
            <p:spPr>
              <a:xfrm>
                <a:off x="3425118" y="143687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CE0C5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68" name="ph1268"/>
              <p:cNvSpPr/>
              <p:nvPr/>
            </p:nvSpPr>
            <p:spPr>
              <a:xfrm>
                <a:off x="3434502" y="143687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69" name="ph1269"/>
              <p:cNvSpPr/>
              <p:nvPr/>
            </p:nvSpPr>
            <p:spPr>
              <a:xfrm>
                <a:off x="3443886" y="143687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FE1C6">
                  <a:alpha val="100000"/>
                </a:srgbClr>
              </a:solidFill>
              <a:ln w="5420" cap="flat">
                <a:solidFill>
                  <a:srgbClr val="9F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70" name="ph1270"/>
              <p:cNvSpPr/>
              <p:nvPr/>
            </p:nvSpPr>
            <p:spPr>
              <a:xfrm>
                <a:off x="3453270" y="143687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9E4CB">
                  <a:alpha val="100000"/>
                </a:srgbClr>
              </a:solidFill>
              <a:ln w="5420" cap="flat">
                <a:solidFill>
                  <a:srgbClr val="A9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71" name="ph1271"/>
              <p:cNvSpPr/>
              <p:nvPr/>
            </p:nvSpPr>
            <p:spPr>
              <a:xfrm>
                <a:off x="3462655" y="143687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B0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72" name="ph1272"/>
              <p:cNvSpPr/>
              <p:nvPr/>
            </p:nvSpPr>
            <p:spPr>
              <a:xfrm>
                <a:off x="3472039" y="143687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B6E8D1">
                  <a:alpha val="100000"/>
                </a:srgbClr>
              </a:solidFill>
              <a:ln w="5420" cap="flat">
                <a:solidFill>
                  <a:srgbClr val="B6E8D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73" name="ph1273"/>
              <p:cNvSpPr/>
              <p:nvPr/>
            </p:nvSpPr>
            <p:spPr>
              <a:xfrm>
                <a:off x="3481423" y="143687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BAE9D3">
                  <a:alpha val="100000"/>
                </a:srgbClr>
              </a:solidFill>
              <a:ln w="5420" cap="flat">
                <a:solidFill>
                  <a:srgbClr val="BAE9D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74" name="ph1274"/>
              <p:cNvSpPr/>
              <p:nvPr/>
            </p:nvSpPr>
            <p:spPr>
              <a:xfrm>
                <a:off x="3490808" y="143687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BBE9D3">
                  <a:alpha val="100000"/>
                </a:srgbClr>
              </a:solidFill>
              <a:ln w="5420" cap="flat">
                <a:solidFill>
                  <a:srgbClr val="BBE9D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75" name="ph1275"/>
              <p:cNvSpPr/>
              <p:nvPr/>
            </p:nvSpPr>
            <p:spPr>
              <a:xfrm>
                <a:off x="3500192" y="143687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B9E9D3">
                  <a:alpha val="100000"/>
                </a:srgbClr>
              </a:solidFill>
              <a:ln w="5420" cap="flat">
                <a:solidFill>
                  <a:srgbClr val="B9E9D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76" name="ph1276"/>
              <p:cNvSpPr/>
              <p:nvPr/>
            </p:nvSpPr>
            <p:spPr>
              <a:xfrm>
                <a:off x="3509576" y="143687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B6E8D1">
                  <a:alpha val="100000"/>
                </a:srgbClr>
              </a:solidFill>
              <a:ln w="5420" cap="flat">
                <a:solidFill>
                  <a:srgbClr val="B6E8D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77" name="ph1277"/>
              <p:cNvSpPr/>
              <p:nvPr/>
            </p:nvSpPr>
            <p:spPr>
              <a:xfrm>
                <a:off x="3518960" y="143687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B2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78" name="ph1278"/>
              <p:cNvSpPr/>
              <p:nvPr/>
            </p:nvSpPr>
            <p:spPr>
              <a:xfrm>
                <a:off x="3528345" y="143687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AE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79" name="ph1279"/>
              <p:cNvSpPr/>
              <p:nvPr/>
            </p:nvSpPr>
            <p:spPr>
              <a:xfrm>
                <a:off x="3537729" y="143687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AE4CB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80" name="ph1280"/>
              <p:cNvSpPr/>
              <p:nvPr/>
            </p:nvSpPr>
            <p:spPr>
              <a:xfrm>
                <a:off x="3303122" y="1448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81" name="ph1281"/>
              <p:cNvSpPr/>
              <p:nvPr/>
            </p:nvSpPr>
            <p:spPr>
              <a:xfrm>
                <a:off x="3312506" y="1448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82" name="ph1282"/>
              <p:cNvSpPr/>
              <p:nvPr/>
            </p:nvSpPr>
            <p:spPr>
              <a:xfrm>
                <a:off x="3331275" y="1448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83" name="ph1283"/>
              <p:cNvSpPr/>
              <p:nvPr/>
            </p:nvSpPr>
            <p:spPr>
              <a:xfrm>
                <a:off x="3340659" y="1448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84" name="ph1284"/>
              <p:cNvSpPr/>
              <p:nvPr/>
            </p:nvSpPr>
            <p:spPr>
              <a:xfrm>
                <a:off x="3350043" y="1448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85" name="ph1285"/>
              <p:cNvSpPr/>
              <p:nvPr/>
            </p:nvSpPr>
            <p:spPr>
              <a:xfrm>
                <a:off x="3359428" y="1448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86" name="ph1286"/>
              <p:cNvSpPr/>
              <p:nvPr/>
            </p:nvSpPr>
            <p:spPr>
              <a:xfrm>
                <a:off x="3368812" y="1448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87" name="ph1287"/>
              <p:cNvSpPr/>
              <p:nvPr/>
            </p:nvSpPr>
            <p:spPr>
              <a:xfrm>
                <a:off x="3378196" y="1448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88" name="ph1288"/>
              <p:cNvSpPr/>
              <p:nvPr/>
            </p:nvSpPr>
            <p:spPr>
              <a:xfrm>
                <a:off x="3387581" y="1448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89" name="ph1289"/>
              <p:cNvSpPr/>
              <p:nvPr/>
            </p:nvSpPr>
            <p:spPr>
              <a:xfrm>
                <a:off x="3396965" y="1448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CE0C5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90" name="ph1290"/>
              <p:cNvSpPr/>
              <p:nvPr/>
            </p:nvSpPr>
            <p:spPr>
              <a:xfrm>
                <a:off x="3425118" y="1448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FE1C6">
                  <a:alpha val="100000"/>
                </a:srgbClr>
              </a:solidFill>
              <a:ln w="5420" cap="flat">
                <a:solidFill>
                  <a:srgbClr val="9F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91" name="ph1291"/>
              <p:cNvSpPr/>
              <p:nvPr/>
            </p:nvSpPr>
            <p:spPr>
              <a:xfrm>
                <a:off x="3434502" y="1448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0E1C7">
                  <a:alpha val="100000"/>
                </a:srgbClr>
              </a:solidFill>
              <a:ln w="5420" cap="flat">
                <a:solidFill>
                  <a:srgbClr val="A0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92" name="ph1292"/>
              <p:cNvSpPr/>
              <p:nvPr/>
            </p:nvSpPr>
            <p:spPr>
              <a:xfrm>
                <a:off x="3443886" y="1448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93" name="ph1293"/>
              <p:cNvSpPr/>
              <p:nvPr/>
            </p:nvSpPr>
            <p:spPr>
              <a:xfrm>
                <a:off x="3453270" y="1448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AE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94" name="ph1294"/>
              <p:cNvSpPr/>
              <p:nvPr/>
            </p:nvSpPr>
            <p:spPr>
              <a:xfrm>
                <a:off x="3462655" y="1448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B5E7D0">
                  <a:alpha val="100000"/>
                </a:srgbClr>
              </a:solidFill>
              <a:ln w="5420" cap="flat">
                <a:solidFill>
                  <a:srgbClr val="B5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95" name="ph1295"/>
              <p:cNvSpPr/>
              <p:nvPr/>
            </p:nvSpPr>
            <p:spPr>
              <a:xfrm>
                <a:off x="3472039" y="1448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BAE9D3">
                  <a:alpha val="100000"/>
                </a:srgbClr>
              </a:solidFill>
              <a:ln w="5420" cap="flat">
                <a:solidFill>
                  <a:srgbClr val="BAE9D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96" name="ph1296"/>
              <p:cNvSpPr/>
              <p:nvPr/>
            </p:nvSpPr>
            <p:spPr>
              <a:xfrm>
                <a:off x="3481423" y="1448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BEEAD5">
                  <a:alpha val="100000"/>
                </a:srgbClr>
              </a:solidFill>
              <a:ln w="5420" cap="flat">
                <a:solidFill>
                  <a:srgbClr val="BEEAD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97" name="ph1297"/>
              <p:cNvSpPr/>
              <p:nvPr/>
            </p:nvSpPr>
            <p:spPr>
              <a:xfrm>
                <a:off x="3490808" y="1448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BEEBD5">
                  <a:alpha val="100000"/>
                </a:srgbClr>
              </a:solidFill>
              <a:ln w="5420" cap="flat">
                <a:solidFill>
                  <a:srgbClr val="BEEBD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98" name="ph1298"/>
              <p:cNvSpPr/>
              <p:nvPr/>
            </p:nvSpPr>
            <p:spPr>
              <a:xfrm>
                <a:off x="3500192" y="1448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BCEAD4">
                  <a:alpha val="100000"/>
                </a:srgbClr>
              </a:solidFill>
              <a:ln w="5420" cap="flat">
                <a:solidFill>
                  <a:srgbClr val="BCEAD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99" name="ph1299"/>
              <p:cNvSpPr/>
              <p:nvPr/>
            </p:nvSpPr>
            <p:spPr>
              <a:xfrm>
                <a:off x="3509576" y="1448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B9E9D2">
                  <a:alpha val="100000"/>
                </a:srgbClr>
              </a:solidFill>
              <a:ln w="5420" cap="flat">
                <a:solidFill>
                  <a:srgbClr val="B9E9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00" name="ph1300"/>
              <p:cNvSpPr/>
              <p:nvPr/>
            </p:nvSpPr>
            <p:spPr>
              <a:xfrm>
                <a:off x="3518960" y="1448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B4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01" name="ph1301"/>
              <p:cNvSpPr/>
              <p:nvPr/>
            </p:nvSpPr>
            <p:spPr>
              <a:xfrm>
                <a:off x="3528345" y="1448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B0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02" name="ph1302"/>
              <p:cNvSpPr/>
              <p:nvPr/>
            </p:nvSpPr>
            <p:spPr>
              <a:xfrm>
                <a:off x="3293738" y="1459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03" name="ph1303"/>
              <p:cNvSpPr/>
              <p:nvPr/>
            </p:nvSpPr>
            <p:spPr>
              <a:xfrm>
                <a:off x="3303122" y="1459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04" name="ph1304"/>
              <p:cNvSpPr/>
              <p:nvPr/>
            </p:nvSpPr>
            <p:spPr>
              <a:xfrm>
                <a:off x="3312506" y="1459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05" name="ph1305"/>
              <p:cNvSpPr/>
              <p:nvPr/>
            </p:nvSpPr>
            <p:spPr>
              <a:xfrm>
                <a:off x="3321891" y="1459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06" name="ph1306"/>
              <p:cNvSpPr/>
              <p:nvPr/>
            </p:nvSpPr>
            <p:spPr>
              <a:xfrm>
                <a:off x="3331275" y="1459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07" name="ph1307"/>
              <p:cNvSpPr/>
              <p:nvPr/>
            </p:nvSpPr>
            <p:spPr>
              <a:xfrm>
                <a:off x="3340659" y="1459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08" name="ph1308"/>
              <p:cNvSpPr/>
              <p:nvPr/>
            </p:nvSpPr>
            <p:spPr>
              <a:xfrm>
                <a:off x="3350043" y="1459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09" name="ph1309"/>
              <p:cNvSpPr/>
              <p:nvPr/>
            </p:nvSpPr>
            <p:spPr>
              <a:xfrm>
                <a:off x="3359428" y="1459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10" name="ph1310"/>
              <p:cNvSpPr/>
              <p:nvPr/>
            </p:nvSpPr>
            <p:spPr>
              <a:xfrm>
                <a:off x="3368812" y="1459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11" name="ph1311"/>
              <p:cNvSpPr/>
              <p:nvPr/>
            </p:nvSpPr>
            <p:spPr>
              <a:xfrm>
                <a:off x="3378196" y="1459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12" name="ph1312"/>
              <p:cNvSpPr/>
              <p:nvPr/>
            </p:nvSpPr>
            <p:spPr>
              <a:xfrm>
                <a:off x="3387581" y="1459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13" name="ph1313"/>
              <p:cNvSpPr/>
              <p:nvPr/>
            </p:nvSpPr>
            <p:spPr>
              <a:xfrm>
                <a:off x="3396965" y="1459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CE0C5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14" name="ph1314"/>
              <p:cNvSpPr/>
              <p:nvPr/>
            </p:nvSpPr>
            <p:spPr>
              <a:xfrm>
                <a:off x="3434502" y="1459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2E2C8">
                  <a:alpha val="100000"/>
                </a:srgbClr>
              </a:solidFill>
              <a:ln w="5420" cap="flat">
                <a:solidFill>
                  <a:srgbClr val="A2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15" name="ph1315"/>
              <p:cNvSpPr/>
              <p:nvPr/>
            </p:nvSpPr>
            <p:spPr>
              <a:xfrm>
                <a:off x="3443886" y="1459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5E3C9">
                  <a:alpha val="100000"/>
                </a:srgbClr>
              </a:solidFill>
              <a:ln w="5420" cap="flat">
                <a:solidFill>
                  <a:srgbClr val="A5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16" name="ph1316"/>
              <p:cNvSpPr/>
              <p:nvPr/>
            </p:nvSpPr>
            <p:spPr>
              <a:xfrm>
                <a:off x="3453270" y="1459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AF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17" name="ph1317"/>
              <p:cNvSpPr/>
              <p:nvPr/>
            </p:nvSpPr>
            <p:spPr>
              <a:xfrm>
                <a:off x="3462655" y="1459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B5E8D1">
                  <a:alpha val="100000"/>
                </a:srgbClr>
              </a:solidFill>
              <a:ln w="5420" cap="flat">
                <a:solidFill>
                  <a:srgbClr val="B5E8D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18" name="ph1318"/>
              <p:cNvSpPr/>
              <p:nvPr/>
            </p:nvSpPr>
            <p:spPr>
              <a:xfrm>
                <a:off x="3472039" y="1459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BAE9D3">
                  <a:alpha val="100000"/>
                </a:srgbClr>
              </a:solidFill>
              <a:ln w="5420" cap="flat">
                <a:solidFill>
                  <a:srgbClr val="BAE9D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19" name="ph1319"/>
              <p:cNvSpPr/>
              <p:nvPr/>
            </p:nvSpPr>
            <p:spPr>
              <a:xfrm>
                <a:off x="3481423" y="1459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BDEAD4">
                  <a:alpha val="100000"/>
                </a:srgbClr>
              </a:solidFill>
              <a:ln w="5420" cap="flat">
                <a:solidFill>
                  <a:srgbClr val="BDEAD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20" name="ph1320"/>
              <p:cNvSpPr/>
              <p:nvPr/>
            </p:nvSpPr>
            <p:spPr>
              <a:xfrm>
                <a:off x="3490808" y="1459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BDEAD4">
                  <a:alpha val="100000"/>
                </a:srgbClr>
              </a:solidFill>
              <a:ln w="5420" cap="flat">
                <a:solidFill>
                  <a:srgbClr val="BDEAD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21" name="ph1321"/>
              <p:cNvSpPr/>
              <p:nvPr/>
            </p:nvSpPr>
            <p:spPr>
              <a:xfrm>
                <a:off x="3500192" y="1459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BBEAD4">
                  <a:alpha val="100000"/>
                </a:srgbClr>
              </a:solidFill>
              <a:ln w="5420" cap="flat">
                <a:solidFill>
                  <a:srgbClr val="BBEAD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22" name="ph1322"/>
              <p:cNvSpPr/>
              <p:nvPr/>
            </p:nvSpPr>
            <p:spPr>
              <a:xfrm>
                <a:off x="3509576" y="1459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B8E9D2">
                  <a:alpha val="100000"/>
                </a:srgbClr>
              </a:solidFill>
              <a:ln w="5420" cap="flat">
                <a:solidFill>
                  <a:srgbClr val="B8E9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23" name="ph1323"/>
              <p:cNvSpPr/>
              <p:nvPr/>
            </p:nvSpPr>
            <p:spPr>
              <a:xfrm>
                <a:off x="3518960" y="1459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B4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24" name="ph1324"/>
              <p:cNvSpPr/>
              <p:nvPr/>
            </p:nvSpPr>
            <p:spPr>
              <a:xfrm>
                <a:off x="3284354" y="1471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25" name="ph1325"/>
              <p:cNvSpPr/>
              <p:nvPr/>
            </p:nvSpPr>
            <p:spPr>
              <a:xfrm>
                <a:off x="3293738" y="1471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26" name="ph1326"/>
              <p:cNvSpPr/>
              <p:nvPr/>
            </p:nvSpPr>
            <p:spPr>
              <a:xfrm>
                <a:off x="3303122" y="1471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27" name="ph1327"/>
              <p:cNvSpPr/>
              <p:nvPr/>
            </p:nvSpPr>
            <p:spPr>
              <a:xfrm>
                <a:off x="3312506" y="1471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28" name="ph1328"/>
              <p:cNvSpPr/>
              <p:nvPr/>
            </p:nvSpPr>
            <p:spPr>
              <a:xfrm>
                <a:off x="3321891" y="1471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29" name="ph1329"/>
              <p:cNvSpPr/>
              <p:nvPr/>
            </p:nvSpPr>
            <p:spPr>
              <a:xfrm>
                <a:off x="3331275" y="1471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30" name="ph1330"/>
              <p:cNvSpPr/>
              <p:nvPr/>
            </p:nvSpPr>
            <p:spPr>
              <a:xfrm>
                <a:off x="3340659" y="1471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31" name="ph1331"/>
              <p:cNvSpPr/>
              <p:nvPr/>
            </p:nvSpPr>
            <p:spPr>
              <a:xfrm>
                <a:off x="3350043" y="1471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32" name="ph1332"/>
              <p:cNvSpPr/>
              <p:nvPr/>
            </p:nvSpPr>
            <p:spPr>
              <a:xfrm>
                <a:off x="3359428" y="1471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33" name="ph1333"/>
              <p:cNvSpPr/>
              <p:nvPr/>
            </p:nvSpPr>
            <p:spPr>
              <a:xfrm>
                <a:off x="3368812" y="1471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34" name="ph1334"/>
              <p:cNvSpPr/>
              <p:nvPr/>
            </p:nvSpPr>
            <p:spPr>
              <a:xfrm>
                <a:off x="3378196" y="1471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35" name="ph1335"/>
              <p:cNvSpPr/>
              <p:nvPr/>
            </p:nvSpPr>
            <p:spPr>
              <a:xfrm>
                <a:off x="3387581" y="1471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36" name="ph1336"/>
              <p:cNvSpPr/>
              <p:nvPr/>
            </p:nvSpPr>
            <p:spPr>
              <a:xfrm>
                <a:off x="3396965" y="1471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CE0C5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37" name="ph1337"/>
              <p:cNvSpPr/>
              <p:nvPr/>
            </p:nvSpPr>
            <p:spPr>
              <a:xfrm>
                <a:off x="3434502" y="1471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4E2C8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38" name="ph1338"/>
              <p:cNvSpPr/>
              <p:nvPr/>
            </p:nvSpPr>
            <p:spPr>
              <a:xfrm>
                <a:off x="3443886" y="1471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6E3C9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39" name="ph1339"/>
              <p:cNvSpPr/>
              <p:nvPr/>
            </p:nvSpPr>
            <p:spPr>
              <a:xfrm>
                <a:off x="3453270" y="1471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AE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40" name="ph1340"/>
              <p:cNvSpPr/>
              <p:nvPr/>
            </p:nvSpPr>
            <p:spPr>
              <a:xfrm>
                <a:off x="3462655" y="1471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B3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41" name="ph1341"/>
              <p:cNvSpPr/>
              <p:nvPr/>
            </p:nvSpPr>
            <p:spPr>
              <a:xfrm>
                <a:off x="3472039" y="1471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B7E8D1">
                  <a:alpha val="100000"/>
                </a:srgbClr>
              </a:solidFill>
              <a:ln w="5420" cap="flat">
                <a:solidFill>
                  <a:srgbClr val="B7E8D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42" name="ph1342"/>
              <p:cNvSpPr/>
              <p:nvPr/>
            </p:nvSpPr>
            <p:spPr>
              <a:xfrm>
                <a:off x="3481423" y="1471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B9E9D2">
                  <a:alpha val="100000"/>
                </a:srgbClr>
              </a:solidFill>
              <a:ln w="5420" cap="flat">
                <a:solidFill>
                  <a:srgbClr val="B9E9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43" name="ph1343"/>
              <p:cNvSpPr/>
              <p:nvPr/>
            </p:nvSpPr>
            <p:spPr>
              <a:xfrm>
                <a:off x="3490808" y="1471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B9E9D3">
                  <a:alpha val="100000"/>
                </a:srgbClr>
              </a:solidFill>
              <a:ln w="5420" cap="flat">
                <a:solidFill>
                  <a:srgbClr val="B9E9D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44" name="ph1344"/>
              <p:cNvSpPr/>
              <p:nvPr/>
            </p:nvSpPr>
            <p:spPr>
              <a:xfrm>
                <a:off x="3500192" y="1471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B8E9D2">
                  <a:alpha val="100000"/>
                </a:srgbClr>
              </a:solidFill>
              <a:ln w="5420" cap="flat">
                <a:solidFill>
                  <a:srgbClr val="B8E9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45" name="ph1345"/>
              <p:cNvSpPr/>
              <p:nvPr/>
            </p:nvSpPr>
            <p:spPr>
              <a:xfrm>
                <a:off x="3509576" y="1471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B5E8D1">
                  <a:alpha val="100000"/>
                </a:srgbClr>
              </a:solidFill>
              <a:ln w="5420" cap="flat">
                <a:solidFill>
                  <a:srgbClr val="B5E8D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46" name="ph1346"/>
              <p:cNvSpPr/>
              <p:nvPr/>
            </p:nvSpPr>
            <p:spPr>
              <a:xfrm>
                <a:off x="3274969" y="1483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CDFC5">
                  <a:alpha val="100000"/>
                </a:srgbClr>
              </a:solidFill>
              <a:ln w="5420" cap="flat">
                <a:solidFill>
                  <a:srgbClr val="9CDF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47" name="ph1347"/>
              <p:cNvSpPr/>
              <p:nvPr/>
            </p:nvSpPr>
            <p:spPr>
              <a:xfrm>
                <a:off x="3284354" y="1483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CE0C5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48" name="ph1348"/>
              <p:cNvSpPr/>
              <p:nvPr/>
            </p:nvSpPr>
            <p:spPr>
              <a:xfrm>
                <a:off x="3293738" y="1483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CE0C5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49" name="ph1349"/>
              <p:cNvSpPr/>
              <p:nvPr/>
            </p:nvSpPr>
            <p:spPr>
              <a:xfrm>
                <a:off x="3303122" y="1483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CE0C5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50" name="ph1350"/>
              <p:cNvSpPr/>
              <p:nvPr/>
            </p:nvSpPr>
            <p:spPr>
              <a:xfrm>
                <a:off x="3312506" y="1483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CE0C5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51" name="ph1351"/>
              <p:cNvSpPr/>
              <p:nvPr/>
            </p:nvSpPr>
            <p:spPr>
              <a:xfrm>
                <a:off x="3321891" y="1483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CE0C5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52" name="ph1352"/>
              <p:cNvSpPr/>
              <p:nvPr/>
            </p:nvSpPr>
            <p:spPr>
              <a:xfrm>
                <a:off x="3331275" y="1483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53" name="ph1353"/>
              <p:cNvSpPr/>
              <p:nvPr/>
            </p:nvSpPr>
            <p:spPr>
              <a:xfrm>
                <a:off x="3340659" y="1483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54" name="ph1354"/>
              <p:cNvSpPr/>
              <p:nvPr/>
            </p:nvSpPr>
            <p:spPr>
              <a:xfrm>
                <a:off x="3350043" y="1483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55" name="ph1355"/>
              <p:cNvSpPr/>
              <p:nvPr/>
            </p:nvSpPr>
            <p:spPr>
              <a:xfrm>
                <a:off x="3359428" y="1483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56" name="ph1356"/>
              <p:cNvSpPr/>
              <p:nvPr/>
            </p:nvSpPr>
            <p:spPr>
              <a:xfrm>
                <a:off x="3368812" y="1483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57" name="ph1357"/>
              <p:cNvSpPr/>
              <p:nvPr/>
            </p:nvSpPr>
            <p:spPr>
              <a:xfrm>
                <a:off x="3378196" y="1483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58" name="ph1358"/>
              <p:cNvSpPr/>
              <p:nvPr/>
            </p:nvSpPr>
            <p:spPr>
              <a:xfrm>
                <a:off x="3387581" y="1483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59" name="ph1359"/>
              <p:cNvSpPr/>
              <p:nvPr/>
            </p:nvSpPr>
            <p:spPr>
              <a:xfrm>
                <a:off x="3396965" y="1483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CE0C5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60" name="ph1360"/>
              <p:cNvSpPr/>
              <p:nvPr/>
            </p:nvSpPr>
            <p:spPr>
              <a:xfrm>
                <a:off x="3406349" y="1483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61" name="ph1361"/>
              <p:cNvSpPr/>
              <p:nvPr/>
            </p:nvSpPr>
            <p:spPr>
              <a:xfrm>
                <a:off x="3443886" y="1483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6E3C9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62" name="ph1362"/>
              <p:cNvSpPr/>
              <p:nvPr/>
            </p:nvSpPr>
            <p:spPr>
              <a:xfrm>
                <a:off x="3453270" y="1483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ACE5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63" name="ph1363"/>
              <p:cNvSpPr/>
              <p:nvPr/>
            </p:nvSpPr>
            <p:spPr>
              <a:xfrm>
                <a:off x="3462655" y="1483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AF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64" name="ph1364"/>
              <p:cNvSpPr/>
              <p:nvPr/>
            </p:nvSpPr>
            <p:spPr>
              <a:xfrm>
                <a:off x="3472039" y="1483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B2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65" name="ph1365"/>
              <p:cNvSpPr/>
              <p:nvPr/>
            </p:nvSpPr>
            <p:spPr>
              <a:xfrm>
                <a:off x="3481423" y="1483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B4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66" name="ph1366"/>
              <p:cNvSpPr/>
              <p:nvPr/>
            </p:nvSpPr>
            <p:spPr>
              <a:xfrm>
                <a:off x="3490808" y="1483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B4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67" name="ph1367"/>
              <p:cNvSpPr/>
              <p:nvPr/>
            </p:nvSpPr>
            <p:spPr>
              <a:xfrm>
                <a:off x="3500192" y="1483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B3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68" name="ph1368"/>
              <p:cNvSpPr/>
              <p:nvPr/>
            </p:nvSpPr>
            <p:spPr>
              <a:xfrm>
                <a:off x="3274969" y="1494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69" name="ph1369"/>
              <p:cNvSpPr/>
              <p:nvPr/>
            </p:nvSpPr>
            <p:spPr>
              <a:xfrm>
                <a:off x="3284354" y="1494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70" name="ph1370"/>
              <p:cNvSpPr/>
              <p:nvPr/>
            </p:nvSpPr>
            <p:spPr>
              <a:xfrm>
                <a:off x="3293738" y="1494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EE0C5">
                  <a:alpha val="100000"/>
                </a:srgbClr>
              </a:solidFill>
              <a:ln w="5420" cap="flat">
                <a:solidFill>
                  <a:srgbClr val="9E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71" name="ph1371"/>
              <p:cNvSpPr/>
              <p:nvPr/>
            </p:nvSpPr>
            <p:spPr>
              <a:xfrm>
                <a:off x="3303122" y="1494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EE0C6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72" name="ph1372"/>
              <p:cNvSpPr/>
              <p:nvPr/>
            </p:nvSpPr>
            <p:spPr>
              <a:xfrm>
                <a:off x="3312506" y="1494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EE0C5">
                  <a:alpha val="100000"/>
                </a:srgbClr>
              </a:solidFill>
              <a:ln w="5420" cap="flat">
                <a:solidFill>
                  <a:srgbClr val="9E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73" name="ph1373"/>
              <p:cNvSpPr/>
              <p:nvPr/>
            </p:nvSpPr>
            <p:spPr>
              <a:xfrm>
                <a:off x="3321891" y="1494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74" name="ph1374"/>
              <p:cNvSpPr/>
              <p:nvPr/>
            </p:nvSpPr>
            <p:spPr>
              <a:xfrm>
                <a:off x="3331275" y="1494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CE0C5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75" name="ph1375"/>
              <p:cNvSpPr/>
              <p:nvPr/>
            </p:nvSpPr>
            <p:spPr>
              <a:xfrm>
                <a:off x="3340659" y="1494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76" name="ph1376"/>
              <p:cNvSpPr/>
              <p:nvPr/>
            </p:nvSpPr>
            <p:spPr>
              <a:xfrm>
                <a:off x="3350043" y="1494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77" name="ph1377"/>
              <p:cNvSpPr/>
              <p:nvPr/>
            </p:nvSpPr>
            <p:spPr>
              <a:xfrm>
                <a:off x="3359428" y="1494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9DFC4">
                  <a:alpha val="100000"/>
                </a:srgbClr>
              </a:solidFill>
              <a:ln w="5420" cap="flat">
                <a:solidFill>
                  <a:srgbClr val="99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78" name="ph1378"/>
              <p:cNvSpPr/>
              <p:nvPr/>
            </p:nvSpPr>
            <p:spPr>
              <a:xfrm>
                <a:off x="3368812" y="1494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79" name="ph1379"/>
              <p:cNvSpPr/>
              <p:nvPr/>
            </p:nvSpPr>
            <p:spPr>
              <a:xfrm>
                <a:off x="3378196" y="1494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80" name="ph1380"/>
              <p:cNvSpPr/>
              <p:nvPr/>
            </p:nvSpPr>
            <p:spPr>
              <a:xfrm>
                <a:off x="3387581" y="1494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81" name="ph1381"/>
              <p:cNvSpPr/>
              <p:nvPr/>
            </p:nvSpPr>
            <p:spPr>
              <a:xfrm>
                <a:off x="3396965" y="1494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82" name="ph1382"/>
              <p:cNvSpPr/>
              <p:nvPr/>
            </p:nvSpPr>
            <p:spPr>
              <a:xfrm>
                <a:off x="3406349" y="1494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CE0C5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83" name="ph1383"/>
              <p:cNvSpPr/>
              <p:nvPr/>
            </p:nvSpPr>
            <p:spPr>
              <a:xfrm>
                <a:off x="3443886" y="1494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5E2C9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84" name="ph1384"/>
              <p:cNvSpPr/>
              <p:nvPr/>
            </p:nvSpPr>
            <p:spPr>
              <a:xfrm>
                <a:off x="3453270" y="1494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9E4CB">
                  <a:alpha val="100000"/>
                </a:srgbClr>
              </a:solidFill>
              <a:ln w="5420" cap="flat">
                <a:solidFill>
                  <a:srgbClr val="A9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85" name="ph1385"/>
              <p:cNvSpPr/>
              <p:nvPr/>
            </p:nvSpPr>
            <p:spPr>
              <a:xfrm>
                <a:off x="3462655" y="1494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BE4CC">
                  <a:alpha val="100000"/>
                </a:srgbClr>
              </a:solidFill>
              <a:ln w="5420" cap="flat">
                <a:solidFill>
                  <a:srgbClr val="ABE4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86" name="ph1386"/>
              <p:cNvSpPr/>
              <p:nvPr/>
            </p:nvSpPr>
            <p:spPr>
              <a:xfrm>
                <a:off x="3472039" y="1494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DE5CD">
                  <a:alpha val="100000"/>
                </a:srgbClr>
              </a:solidFill>
              <a:ln w="5420" cap="flat">
                <a:solidFill>
                  <a:srgbClr val="AD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87" name="ph1387"/>
              <p:cNvSpPr/>
              <p:nvPr/>
            </p:nvSpPr>
            <p:spPr>
              <a:xfrm>
                <a:off x="3481423" y="1494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AE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88" name="ph1388"/>
              <p:cNvSpPr/>
              <p:nvPr/>
            </p:nvSpPr>
            <p:spPr>
              <a:xfrm>
                <a:off x="3490808" y="1494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AF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89" name="ph1389"/>
              <p:cNvSpPr/>
              <p:nvPr/>
            </p:nvSpPr>
            <p:spPr>
              <a:xfrm>
                <a:off x="3265585" y="1506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90" name="ph1390"/>
              <p:cNvSpPr/>
              <p:nvPr/>
            </p:nvSpPr>
            <p:spPr>
              <a:xfrm>
                <a:off x="3274969" y="1506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EE0C6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91" name="ph1391"/>
              <p:cNvSpPr/>
              <p:nvPr/>
            </p:nvSpPr>
            <p:spPr>
              <a:xfrm>
                <a:off x="3284354" y="1506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FE0C6">
                  <a:alpha val="100000"/>
                </a:srgbClr>
              </a:solidFill>
              <a:ln w="5420" cap="flat">
                <a:solidFill>
                  <a:srgbClr val="9F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92" name="ph1392"/>
              <p:cNvSpPr/>
              <p:nvPr/>
            </p:nvSpPr>
            <p:spPr>
              <a:xfrm>
                <a:off x="3293738" y="1506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FE1C6">
                  <a:alpha val="100000"/>
                </a:srgbClr>
              </a:solidFill>
              <a:ln w="5420" cap="flat">
                <a:solidFill>
                  <a:srgbClr val="9F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93" name="ph1393"/>
              <p:cNvSpPr/>
              <p:nvPr/>
            </p:nvSpPr>
            <p:spPr>
              <a:xfrm>
                <a:off x="3303122" y="1506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0E1C6">
                  <a:alpha val="100000"/>
                </a:srgbClr>
              </a:solidFill>
              <a:ln w="5420" cap="flat">
                <a:solidFill>
                  <a:srgbClr val="A0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94" name="ph1394"/>
              <p:cNvSpPr/>
              <p:nvPr/>
            </p:nvSpPr>
            <p:spPr>
              <a:xfrm>
                <a:off x="3312506" y="1506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FE1C6">
                  <a:alpha val="100000"/>
                </a:srgbClr>
              </a:solidFill>
              <a:ln w="5420" cap="flat">
                <a:solidFill>
                  <a:srgbClr val="9F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95" name="ph1395"/>
              <p:cNvSpPr/>
              <p:nvPr/>
            </p:nvSpPr>
            <p:spPr>
              <a:xfrm>
                <a:off x="3321891" y="1506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FE0C6">
                  <a:alpha val="100000"/>
                </a:srgbClr>
              </a:solidFill>
              <a:ln w="5420" cap="flat">
                <a:solidFill>
                  <a:srgbClr val="9F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96" name="ph1396"/>
              <p:cNvSpPr/>
              <p:nvPr/>
            </p:nvSpPr>
            <p:spPr>
              <a:xfrm>
                <a:off x="3331275" y="1506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EE0C5">
                  <a:alpha val="100000"/>
                </a:srgbClr>
              </a:solidFill>
              <a:ln w="5420" cap="flat">
                <a:solidFill>
                  <a:srgbClr val="9E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97" name="ph1397"/>
              <p:cNvSpPr/>
              <p:nvPr/>
            </p:nvSpPr>
            <p:spPr>
              <a:xfrm>
                <a:off x="3340659" y="1506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CE0C5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98" name="ph1398"/>
              <p:cNvSpPr/>
              <p:nvPr/>
            </p:nvSpPr>
            <p:spPr>
              <a:xfrm>
                <a:off x="3350043" y="1506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99" name="ph1399"/>
              <p:cNvSpPr/>
              <p:nvPr/>
            </p:nvSpPr>
            <p:spPr>
              <a:xfrm>
                <a:off x="3359428" y="1506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9DEC3">
                  <a:alpha val="100000"/>
                </a:srgbClr>
              </a:solidFill>
              <a:ln w="5420" cap="flat">
                <a:solidFill>
                  <a:srgbClr val="99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00" name="ph1400"/>
              <p:cNvSpPr/>
              <p:nvPr/>
            </p:nvSpPr>
            <p:spPr>
              <a:xfrm>
                <a:off x="3368812" y="1506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01" name="ph1401"/>
              <p:cNvSpPr/>
              <p:nvPr/>
            </p:nvSpPr>
            <p:spPr>
              <a:xfrm>
                <a:off x="3378196" y="1506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9DEC3">
                  <a:alpha val="100000"/>
                </a:srgbClr>
              </a:solidFill>
              <a:ln w="5420" cap="flat">
                <a:solidFill>
                  <a:srgbClr val="99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02" name="ph1402"/>
              <p:cNvSpPr/>
              <p:nvPr/>
            </p:nvSpPr>
            <p:spPr>
              <a:xfrm>
                <a:off x="3387581" y="1506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03" name="ph1403"/>
              <p:cNvSpPr/>
              <p:nvPr/>
            </p:nvSpPr>
            <p:spPr>
              <a:xfrm>
                <a:off x="3396965" y="1506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04" name="ph1404"/>
              <p:cNvSpPr/>
              <p:nvPr/>
            </p:nvSpPr>
            <p:spPr>
              <a:xfrm>
                <a:off x="3406349" y="1506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CDFC4">
                  <a:alpha val="100000"/>
                </a:srgbClr>
              </a:solidFill>
              <a:ln w="5420" cap="flat">
                <a:solidFill>
                  <a:srgbClr val="9C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05" name="ph1405"/>
              <p:cNvSpPr/>
              <p:nvPr/>
            </p:nvSpPr>
            <p:spPr>
              <a:xfrm>
                <a:off x="3415733" y="1506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06" name="ph1406"/>
              <p:cNvSpPr/>
              <p:nvPr/>
            </p:nvSpPr>
            <p:spPr>
              <a:xfrm>
                <a:off x="3443886" y="1506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07" name="ph1407"/>
              <p:cNvSpPr/>
              <p:nvPr/>
            </p:nvSpPr>
            <p:spPr>
              <a:xfrm>
                <a:off x="3453270" y="1506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6E3C9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08" name="ph1408"/>
              <p:cNvSpPr/>
              <p:nvPr/>
            </p:nvSpPr>
            <p:spPr>
              <a:xfrm>
                <a:off x="3462655" y="1506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7E3CA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09" name="ph1409"/>
              <p:cNvSpPr/>
              <p:nvPr/>
            </p:nvSpPr>
            <p:spPr>
              <a:xfrm>
                <a:off x="3472039" y="1506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9E4CB">
                  <a:alpha val="100000"/>
                </a:srgbClr>
              </a:solidFill>
              <a:ln w="5420" cap="flat">
                <a:solidFill>
                  <a:srgbClr val="A9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10" name="ph1410"/>
              <p:cNvSpPr/>
              <p:nvPr/>
            </p:nvSpPr>
            <p:spPr>
              <a:xfrm>
                <a:off x="3481423" y="1506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AE4CB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11" name="ph1411"/>
              <p:cNvSpPr/>
              <p:nvPr/>
            </p:nvSpPr>
            <p:spPr>
              <a:xfrm>
                <a:off x="3490808" y="1506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AE4CB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12" name="ph1412"/>
              <p:cNvSpPr/>
              <p:nvPr/>
            </p:nvSpPr>
            <p:spPr>
              <a:xfrm>
                <a:off x="3265585" y="151760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EE0C6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13" name="ph1413"/>
              <p:cNvSpPr/>
              <p:nvPr/>
            </p:nvSpPr>
            <p:spPr>
              <a:xfrm>
                <a:off x="3274969" y="151760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FE1C6">
                  <a:alpha val="100000"/>
                </a:srgbClr>
              </a:solidFill>
              <a:ln w="5420" cap="flat">
                <a:solidFill>
                  <a:srgbClr val="9F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14" name="ph1414"/>
              <p:cNvSpPr/>
              <p:nvPr/>
            </p:nvSpPr>
            <p:spPr>
              <a:xfrm>
                <a:off x="3284354" y="151760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0E1C7">
                  <a:alpha val="100000"/>
                </a:srgbClr>
              </a:solidFill>
              <a:ln w="5420" cap="flat">
                <a:solidFill>
                  <a:srgbClr val="A0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15" name="ph1415"/>
              <p:cNvSpPr/>
              <p:nvPr/>
            </p:nvSpPr>
            <p:spPr>
              <a:xfrm>
                <a:off x="3293738" y="151760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2E1C7">
                  <a:alpha val="100000"/>
                </a:srgbClr>
              </a:solidFill>
              <a:ln w="5420" cap="flat">
                <a:solidFill>
                  <a:srgbClr val="A2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16" name="ph1416"/>
              <p:cNvSpPr/>
              <p:nvPr/>
            </p:nvSpPr>
            <p:spPr>
              <a:xfrm>
                <a:off x="3303122" y="151760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17" name="ph1417"/>
              <p:cNvSpPr/>
              <p:nvPr/>
            </p:nvSpPr>
            <p:spPr>
              <a:xfrm>
                <a:off x="3312506" y="151760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18" name="ph1418"/>
              <p:cNvSpPr/>
              <p:nvPr/>
            </p:nvSpPr>
            <p:spPr>
              <a:xfrm>
                <a:off x="3321891" y="151760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2E1C7">
                  <a:alpha val="100000"/>
                </a:srgbClr>
              </a:solidFill>
              <a:ln w="5420" cap="flat">
                <a:solidFill>
                  <a:srgbClr val="A2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19" name="ph1419"/>
              <p:cNvSpPr/>
              <p:nvPr/>
            </p:nvSpPr>
            <p:spPr>
              <a:xfrm>
                <a:off x="3331275" y="151760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FE1C6">
                  <a:alpha val="100000"/>
                </a:srgbClr>
              </a:solidFill>
              <a:ln w="5420" cap="flat">
                <a:solidFill>
                  <a:srgbClr val="9F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20" name="ph1420"/>
              <p:cNvSpPr/>
              <p:nvPr/>
            </p:nvSpPr>
            <p:spPr>
              <a:xfrm>
                <a:off x="3340659" y="151760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CDFC5">
                  <a:alpha val="100000"/>
                </a:srgbClr>
              </a:solidFill>
              <a:ln w="5420" cap="flat">
                <a:solidFill>
                  <a:srgbClr val="9CDF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21" name="ph1421"/>
              <p:cNvSpPr/>
              <p:nvPr/>
            </p:nvSpPr>
            <p:spPr>
              <a:xfrm>
                <a:off x="3350043" y="151760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22" name="ph1422"/>
              <p:cNvSpPr/>
              <p:nvPr/>
            </p:nvSpPr>
            <p:spPr>
              <a:xfrm>
                <a:off x="3359428" y="151760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4DDC1">
                  <a:alpha val="100000"/>
                </a:srgbClr>
              </a:solidFill>
              <a:ln w="5420" cap="flat">
                <a:solidFill>
                  <a:srgbClr val="94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23" name="ph1423"/>
              <p:cNvSpPr/>
              <p:nvPr/>
            </p:nvSpPr>
            <p:spPr>
              <a:xfrm>
                <a:off x="3368812" y="151760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4DDC1">
                  <a:alpha val="100000"/>
                </a:srgbClr>
              </a:solidFill>
              <a:ln w="5420" cap="flat">
                <a:solidFill>
                  <a:srgbClr val="94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24" name="ph1424"/>
              <p:cNvSpPr/>
              <p:nvPr/>
            </p:nvSpPr>
            <p:spPr>
              <a:xfrm>
                <a:off x="3378196" y="151760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5DDC1">
                  <a:alpha val="100000"/>
                </a:srgbClr>
              </a:solidFill>
              <a:ln w="5420" cap="flat">
                <a:solidFill>
                  <a:srgbClr val="95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25" name="ph1425"/>
              <p:cNvSpPr/>
              <p:nvPr/>
            </p:nvSpPr>
            <p:spPr>
              <a:xfrm>
                <a:off x="3387581" y="151760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6DEC2">
                  <a:alpha val="100000"/>
                </a:srgbClr>
              </a:solidFill>
              <a:ln w="5420" cap="flat">
                <a:solidFill>
                  <a:srgbClr val="96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26" name="ph1426"/>
              <p:cNvSpPr/>
              <p:nvPr/>
            </p:nvSpPr>
            <p:spPr>
              <a:xfrm>
                <a:off x="3396965" y="151760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27" name="ph1427"/>
              <p:cNvSpPr/>
              <p:nvPr/>
            </p:nvSpPr>
            <p:spPr>
              <a:xfrm>
                <a:off x="3406349" y="151760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28" name="ph1428"/>
              <p:cNvSpPr/>
              <p:nvPr/>
            </p:nvSpPr>
            <p:spPr>
              <a:xfrm>
                <a:off x="3415733" y="151760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29" name="ph1429"/>
              <p:cNvSpPr/>
              <p:nvPr/>
            </p:nvSpPr>
            <p:spPr>
              <a:xfrm>
                <a:off x="3425118" y="151760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30" name="ph1430"/>
              <p:cNvSpPr/>
              <p:nvPr/>
            </p:nvSpPr>
            <p:spPr>
              <a:xfrm>
                <a:off x="3453270" y="151760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1E1C7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31" name="ph1431"/>
              <p:cNvSpPr/>
              <p:nvPr/>
            </p:nvSpPr>
            <p:spPr>
              <a:xfrm>
                <a:off x="3462655" y="151760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2E2C8">
                  <a:alpha val="100000"/>
                </a:srgbClr>
              </a:solidFill>
              <a:ln w="5420" cap="flat">
                <a:solidFill>
                  <a:srgbClr val="A2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32" name="ph1432"/>
              <p:cNvSpPr/>
              <p:nvPr/>
            </p:nvSpPr>
            <p:spPr>
              <a:xfrm>
                <a:off x="3472039" y="151760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33" name="ph1433"/>
              <p:cNvSpPr/>
              <p:nvPr/>
            </p:nvSpPr>
            <p:spPr>
              <a:xfrm>
                <a:off x="3481423" y="151760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34" name="ph1434"/>
              <p:cNvSpPr/>
              <p:nvPr/>
            </p:nvSpPr>
            <p:spPr>
              <a:xfrm>
                <a:off x="3490808" y="151760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4E2C8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35" name="ph1435"/>
              <p:cNvSpPr/>
              <p:nvPr/>
            </p:nvSpPr>
            <p:spPr>
              <a:xfrm>
                <a:off x="3265585" y="152913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EE0C6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36" name="ph1436"/>
              <p:cNvSpPr/>
              <p:nvPr/>
            </p:nvSpPr>
            <p:spPr>
              <a:xfrm>
                <a:off x="3274969" y="152913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FE1C6">
                  <a:alpha val="100000"/>
                </a:srgbClr>
              </a:solidFill>
              <a:ln w="5420" cap="flat">
                <a:solidFill>
                  <a:srgbClr val="9F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37" name="ph1437"/>
              <p:cNvSpPr/>
              <p:nvPr/>
            </p:nvSpPr>
            <p:spPr>
              <a:xfrm>
                <a:off x="3284354" y="152913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0E1C7">
                  <a:alpha val="100000"/>
                </a:srgbClr>
              </a:solidFill>
              <a:ln w="5420" cap="flat">
                <a:solidFill>
                  <a:srgbClr val="A0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38" name="ph1438"/>
              <p:cNvSpPr/>
              <p:nvPr/>
            </p:nvSpPr>
            <p:spPr>
              <a:xfrm>
                <a:off x="3293738" y="152913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2E1C7">
                  <a:alpha val="100000"/>
                </a:srgbClr>
              </a:solidFill>
              <a:ln w="5420" cap="flat">
                <a:solidFill>
                  <a:srgbClr val="A2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39" name="ph1439"/>
              <p:cNvSpPr/>
              <p:nvPr/>
            </p:nvSpPr>
            <p:spPr>
              <a:xfrm>
                <a:off x="3303122" y="152913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40" name="ph1440"/>
              <p:cNvSpPr/>
              <p:nvPr/>
            </p:nvSpPr>
            <p:spPr>
              <a:xfrm>
                <a:off x="3312506" y="152913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41" name="ph1441"/>
              <p:cNvSpPr/>
              <p:nvPr/>
            </p:nvSpPr>
            <p:spPr>
              <a:xfrm>
                <a:off x="3321891" y="152913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2E1C7">
                  <a:alpha val="100000"/>
                </a:srgbClr>
              </a:solidFill>
              <a:ln w="5420" cap="flat">
                <a:solidFill>
                  <a:srgbClr val="A2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42" name="ph1442"/>
              <p:cNvSpPr/>
              <p:nvPr/>
            </p:nvSpPr>
            <p:spPr>
              <a:xfrm>
                <a:off x="3331275" y="152913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EE0C6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43" name="ph1443"/>
              <p:cNvSpPr/>
              <p:nvPr/>
            </p:nvSpPr>
            <p:spPr>
              <a:xfrm>
                <a:off x="3340659" y="152913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44" name="ph1444"/>
              <p:cNvSpPr/>
              <p:nvPr/>
            </p:nvSpPr>
            <p:spPr>
              <a:xfrm>
                <a:off x="3350043" y="152913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4DDC1">
                  <a:alpha val="100000"/>
                </a:srgbClr>
              </a:solidFill>
              <a:ln w="5420" cap="flat">
                <a:solidFill>
                  <a:srgbClr val="94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45" name="ph1445"/>
              <p:cNvSpPr/>
              <p:nvPr/>
            </p:nvSpPr>
            <p:spPr>
              <a:xfrm>
                <a:off x="3359428" y="152913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FDCBF">
                  <a:alpha val="100000"/>
                </a:srgbClr>
              </a:solidFill>
              <a:ln w="5420" cap="flat">
                <a:solidFill>
                  <a:srgbClr val="8FDCB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46" name="ph1446"/>
              <p:cNvSpPr/>
              <p:nvPr/>
            </p:nvSpPr>
            <p:spPr>
              <a:xfrm>
                <a:off x="3368812" y="152913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0DCBF">
                  <a:alpha val="100000"/>
                </a:srgbClr>
              </a:solidFill>
              <a:ln w="5420" cap="flat">
                <a:solidFill>
                  <a:srgbClr val="90DCB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47" name="ph1447"/>
              <p:cNvSpPr/>
              <p:nvPr/>
            </p:nvSpPr>
            <p:spPr>
              <a:xfrm>
                <a:off x="3378196" y="152913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2DCC0">
                  <a:alpha val="100000"/>
                </a:srgbClr>
              </a:solidFill>
              <a:ln w="5420" cap="flat">
                <a:solidFill>
                  <a:srgbClr val="92DCC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48" name="ph1448"/>
              <p:cNvSpPr/>
              <p:nvPr/>
            </p:nvSpPr>
            <p:spPr>
              <a:xfrm>
                <a:off x="3387581" y="152913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4DDC1">
                  <a:alpha val="100000"/>
                </a:srgbClr>
              </a:solidFill>
              <a:ln w="5420" cap="flat">
                <a:solidFill>
                  <a:srgbClr val="94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49" name="ph1449"/>
              <p:cNvSpPr/>
              <p:nvPr/>
            </p:nvSpPr>
            <p:spPr>
              <a:xfrm>
                <a:off x="3396965" y="152913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6DEC2">
                  <a:alpha val="100000"/>
                </a:srgbClr>
              </a:solidFill>
              <a:ln w="5420" cap="flat">
                <a:solidFill>
                  <a:srgbClr val="96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50" name="ph1450"/>
              <p:cNvSpPr/>
              <p:nvPr/>
            </p:nvSpPr>
            <p:spPr>
              <a:xfrm>
                <a:off x="3406349" y="152913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9DEC3">
                  <a:alpha val="100000"/>
                </a:srgbClr>
              </a:solidFill>
              <a:ln w="5420" cap="flat">
                <a:solidFill>
                  <a:srgbClr val="99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51" name="ph1451"/>
              <p:cNvSpPr/>
              <p:nvPr/>
            </p:nvSpPr>
            <p:spPr>
              <a:xfrm>
                <a:off x="3415733" y="152913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52" name="ph1452"/>
              <p:cNvSpPr/>
              <p:nvPr/>
            </p:nvSpPr>
            <p:spPr>
              <a:xfrm>
                <a:off x="3425118" y="152913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CE0C5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53" name="ph1453"/>
              <p:cNvSpPr/>
              <p:nvPr/>
            </p:nvSpPr>
            <p:spPr>
              <a:xfrm>
                <a:off x="3443886" y="152913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FE0C6">
                  <a:alpha val="100000"/>
                </a:srgbClr>
              </a:solidFill>
              <a:ln w="5420" cap="flat">
                <a:solidFill>
                  <a:srgbClr val="9F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54" name="ph1454"/>
              <p:cNvSpPr/>
              <p:nvPr/>
            </p:nvSpPr>
            <p:spPr>
              <a:xfrm>
                <a:off x="3453270" y="152913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0E1C7">
                  <a:alpha val="100000"/>
                </a:srgbClr>
              </a:solidFill>
              <a:ln w="5420" cap="flat">
                <a:solidFill>
                  <a:srgbClr val="A0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55" name="ph1455"/>
              <p:cNvSpPr/>
              <p:nvPr/>
            </p:nvSpPr>
            <p:spPr>
              <a:xfrm>
                <a:off x="3462655" y="152913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1E1C7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56" name="ph1456"/>
              <p:cNvSpPr/>
              <p:nvPr/>
            </p:nvSpPr>
            <p:spPr>
              <a:xfrm>
                <a:off x="3472039" y="152913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1E1C7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57" name="ph1457"/>
              <p:cNvSpPr/>
              <p:nvPr/>
            </p:nvSpPr>
            <p:spPr>
              <a:xfrm>
                <a:off x="3481423" y="152913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2E1C7">
                  <a:alpha val="100000"/>
                </a:srgbClr>
              </a:solidFill>
              <a:ln w="5420" cap="flat">
                <a:solidFill>
                  <a:srgbClr val="A2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58" name="ph1458"/>
              <p:cNvSpPr/>
              <p:nvPr/>
            </p:nvSpPr>
            <p:spPr>
              <a:xfrm>
                <a:off x="3490808" y="152913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2E1C7">
                  <a:alpha val="100000"/>
                </a:srgbClr>
              </a:solidFill>
              <a:ln w="5420" cap="flat">
                <a:solidFill>
                  <a:srgbClr val="A2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59" name="ph1459"/>
              <p:cNvSpPr/>
              <p:nvPr/>
            </p:nvSpPr>
            <p:spPr>
              <a:xfrm>
                <a:off x="3274969" y="154066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FE0C6">
                  <a:alpha val="100000"/>
                </a:srgbClr>
              </a:solidFill>
              <a:ln w="5420" cap="flat">
                <a:solidFill>
                  <a:srgbClr val="9F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60" name="ph1460"/>
              <p:cNvSpPr/>
              <p:nvPr/>
            </p:nvSpPr>
            <p:spPr>
              <a:xfrm>
                <a:off x="3284354" y="154066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0E1C6">
                  <a:alpha val="100000"/>
                </a:srgbClr>
              </a:solidFill>
              <a:ln w="5420" cap="flat">
                <a:solidFill>
                  <a:srgbClr val="A0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61" name="ph1461"/>
              <p:cNvSpPr/>
              <p:nvPr/>
            </p:nvSpPr>
            <p:spPr>
              <a:xfrm>
                <a:off x="3293738" y="154066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0E1C7">
                  <a:alpha val="100000"/>
                </a:srgbClr>
              </a:solidFill>
              <a:ln w="5420" cap="flat">
                <a:solidFill>
                  <a:srgbClr val="A0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62" name="ph1462"/>
              <p:cNvSpPr/>
              <p:nvPr/>
            </p:nvSpPr>
            <p:spPr>
              <a:xfrm>
                <a:off x="3303122" y="154066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1E1C7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63" name="ph1463"/>
              <p:cNvSpPr/>
              <p:nvPr/>
            </p:nvSpPr>
            <p:spPr>
              <a:xfrm>
                <a:off x="3312506" y="154066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1E1C7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64" name="ph1464"/>
              <p:cNvSpPr/>
              <p:nvPr/>
            </p:nvSpPr>
            <p:spPr>
              <a:xfrm>
                <a:off x="3321891" y="154066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EE0C6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65" name="ph1465"/>
              <p:cNvSpPr/>
              <p:nvPr/>
            </p:nvSpPr>
            <p:spPr>
              <a:xfrm>
                <a:off x="3331275" y="154066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66" name="ph1466"/>
              <p:cNvSpPr/>
              <p:nvPr/>
            </p:nvSpPr>
            <p:spPr>
              <a:xfrm>
                <a:off x="3340659" y="154066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2DCC0">
                  <a:alpha val="100000"/>
                </a:srgbClr>
              </a:solidFill>
              <a:ln w="5420" cap="flat">
                <a:solidFill>
                  <a:srgbClr val="92DCC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67" name="ph1467"/>
              <p:cNvSpPr/>
              <p:nvPr/>
            </p:nvSpPr>
            <p:spPr>
              <a:xfrm>
                <a:off x="3350043" y="154066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CDBBD">
                  <a:alpha val="100000"/>
                </a:srgbClr>
              </a:solidFill>
              <a:ln w="5420" cap="flat">
                <a:solidFill>
                  <a:srgbClr val="8CDBB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68" name="ph1468"/>
              <p:cNvSpPr/>
              <p:nvPr/>
            </p:nvSpPr>
            <p:spPr>
              <a:xfrm>
                <a:off x="3359428" y="154066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8D9BC">
                  <a:alpha val="100000"/>
                </a:srgbClr>
              </a:solidFill>
              <a:ln w="5420" cap="flat">
                <a:solidFill>
                  <a:srgbClr val="88D9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69" name="ph1469"/>
              <p:cNvSpPr/>
              <p:nvPr/>
            </p:nvSpPr>
            <p:spPr>
              <a:xfrm>
                <a:off x="3368812" y="154066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BDABD">
                  <a:alpha val="100000"/>
                </a:srgbClr>
              </a:solidFill>
              <a:ln w="5420" cap="flat">
                <a:solidFill>
                  <a:srgbClr val="8BDAB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70" name="ph1470"/>
              <p:cNvSpPr/>
              <p:nvPr/>
            </p:nvSpPr>
            <p:spPr>
              <a:xfrm>
                <a:off x="3378196" y="154066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EDBBE">
                  <a:alpha val="100000"/>
                </a:srgbClr>
              </a:solidFill>
              <a:ln w="5420" cap="flat">
                <a:solidFill>
                  <a:srgbClr val="8EDBB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71" name="ph1471"/>
              <p:cNvSpPr/>
              <p:nvPr/>
            </p:nvSpPr>
            <p:spPr>
              <a:xfrm>
                <a:off x="3387581" y="154066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2DCC0">
                  <a:alpha val="100000"/>
                </a:srgbClr>
              </a:solidFill>
              <a:ln w="5420" cap="flat">
                <a:solidFill>
                  <a:srgbClr val="92DCC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72" name="ph1472"/>
              <p:cNvSpPr/>
              <p:nvPr/>
            </p:nvSpPr>
            <p:spPr>
              <a:xfrm>
                <a:off x="3396965" y="154066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5DDC2">
                  <a:alpha val="100000"/>
                </a:srgbClr>
              </a:solidFill>
              <a:ln w="5420" cap="flat">
                <a:solidFill>
                  <a:srgbClr val="95DD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73" name="ph1473"/>
              <p:cNvSpPr/>
              <p:nvPr/>
            </p:nvSpPr>
            <p:spPr>
              <a:xfrm>
                <a:off x="3406349" y="154066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74" name="ph1474"/>
              <p:cNvSpPr/>
              <p:nvPr/>
            </p:nvSpPr>
            <p:spPr>
              <a:xfrm>
                <a:off x="3415733" y="154066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75" name="ph1475"/>
              <p:cNvSpPr/>
              <p:nvPr/>
            </p:nvSpPr>
            <p:spPr>
              <a:xfrm>
                <a:off x="3425118" y="154066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CE0C5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76" name="ph1476"/>
              <p:cNvSpPr/>
              <p:nvPr/>
            </p:nvSpPr>
            <p:spPr>
              <a:xfrm>
                <a:off x="3434502" y="154066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EE0C5">
                  <a:alpha val="100000"/>
                </a:srgbClr>
              </a:solidFill>
              <a:ln w="5420" cap="flat">
                <a:solidFill>
                  <a:srgbClr val="9E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77" name="ph1477"/>
              <p:cNvSpPr/>
              <p:nvPr/>
            </p:nvSpPr>
            <p:spPr>
              <a:xfrm>
                <a:off x="3443886" y="154066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FE0C6">
                  <a:alpha val="100000"/>
                </a:srgbClr>
              </a:solidFill>
              <a:ln w="5420" cap="flat">
                <a:solidFill>
                  <a:srgbClr val="9F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78" name="ph1478"/>
              <p:cNvSpPr/>
              <p:nvPr/>
            </p:nvSpPr>
            <p:spPr>
              <a:xfrm>
                <a:off x="3453270" y="154066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0E1C6">
                  <a:alpha val="100000"/>
                </a:srgbClr>
              </a:solidFill>
              <a:ln w="5420" cap="flat">
                <a:solidFill>
                  <a:srgbClr val="A0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79" name="ph1479"/>
              <p:cNvSpPr/>
              <p:nvPr/>
            </p:nvSpPr>
            <p:spPr>
              <a:xfrm>
                <a:off x="3462655" y="154066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0E1C7">
                  <a:alpha val="100000"/>
                </a:srgbClr>
              </a:solidFill>
              <a:ln w="5420" cap="flat">
                <a:solidFill>
                  <a:srgbClr val="A0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80" name="ph1480"/>
              <p:cNvSpPr/>
              <p:nvPr/>
            </p:nvSpPr>
            <p:spPr>
              <a:xfrm>
                <a:off x="3472039" y="154066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1E1C7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81" name="ph1481"/>
              <p:cNvSpPr/>
              <p:nvPr/>
            </p:nvSpPr>
            <p:spPr>
              <a:xfrm>
                <a:off x="3481423" y="154066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1E1C7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82" name="ph1482"/>
              <p:cNvSpPr/>
              <p:nvPr/>
            </p:nvSpPr>
            <p:spPr>
              <a:xfrm>
                <a:off x="3490808" y="154066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1E1C7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83" name="ph1483"/>
              <p:cNvSpPr/>
              <p:nvPr/>
            </p:nvSpPr>
            <p:spPr>
              <a:xfrm>
                <a:off x="3284354" y="155219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EE0C6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84" name="ph1484"/>
              <p:cNvSpPr/>
              <p:nvPr/>
            </p:nvSpPr>
            <p:spPr>
              <a:xfrm>
                <a:off x="3293738" y="155219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EE0C6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85" name="ph1485"/>
              <p:cNvSpPr/>
              <p:nvPr/>
            </p:nvSpPr>
            <p:spPr>
              <a:xfrm>
                <a:off x="3303122" y="155219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EE0C6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86" name="ph1486"/>
              <p:cNvSpPr/>
              <p:nvPr/>
            </p:nvSpPr>
            <p:spPr>
              <a:xfrm>
                <a:off x="3312506" y="155219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CE0C5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87" name="ph1487"/>
              <p:cNvSpPr/>
              <p:nvPr/>
            </p:nvSpPr>
            <p:spPr>
              <a:xfrm>
                <a:off x="3321891" y="155219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9DEC3">
                  <a:alpha val="100000"/>
                </a:srgbClr>
              </a:solidFill>
              <a:ln w="5420" cap="flat">
                <a:solidFill>
                  <a:srgbClr val="99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88" name="ph1488"/>
              <p:cNvSpPr/>
              <p:nvPr/>
            </p:nvSpPr>
            <p:spPr>
              <a:xfrm>
                <a:off x="3331275" y="155219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2DCC0">
                  <a:alpha val="100000"/>
                </a:srgbClr>
              </a:solidFill>
              <a:ln w="5420" cap="flat">
                <a:solidFill>
                  <a:srgbClr val="92DCC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89" name="ph1489"/>
              <p:cNvSpPr/>
              <p:nvPr/>
            </p:nvSpPr>
            <p:spPr>
              <a:xfrm>
                <a:off x="3340659" y="155219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ADABD">
                  <a:alpha val="100000"/>
                </a:srgbClr>
              </a:solidFill>
              <a:ln w="5420" cap="flat">
                <a:solidFill>
                  <a:srgbClr val="8ADAB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90" name="ph1490"/>
              <p:cNvSpPr/>
              <p:nvPr/>
            </p:nvSpPr>
            <p:spPr>
              <a:xfrm>
                <a:off x="3350043" y="155219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2D8B9">
                  <a:alpha val="100000"/>
                </a:srgbClr>
              </a:solidFill>
              <a:ln w="5420" cap="flat">
                <a:solidFill>
                  <a:srgbClr val="82D8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91" name="ph1491"/>
              <p:cNvSpPr/>
              <p:nvPr/>
            </p:nvSpPr>
            <p:spPr>
              <a:xfrm>
                <a:off x="3359428" y="155219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0D7B8">
                  <a:alpha val="100000"/>
                </a:srgbClr>
              </a:solidFill>
              <a:ln w="5420" cap="flat">
                <a:solidFill>
                  <a:srgbClr val="80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92" name="ph1492"/>
              <p:cNvSpPr/>
              <p:nvPr/>
            </p:nvSpPr>
            <p:spPr>
              <a:xfrm>
                <a:off x="3368812" y="155219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5D8BA">
                  <a:alpha val="100000"/>
                </a:srgbClr>
              </a:solidFill>
              <a:ln w="5420" cap="flat">
                <a:solidFill>
                  <a:srgbClr val="85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93" name="ph1493"/>
              <p:cNvSpPr/>
              <p:nvPr/>
            </p:nvSpPr>
            <p:spPr>
              <a:xfrm>
                <a:off x="3378196" y="155219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BDABD">
                  <a:alpha val="100000"/>
                </a:srgbClr>
              </a:solidFill>
              <a:ln w="5420" cap="flat">
                <a:solidFill>
                  <a:srgbClr val="8BDAB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94" name="ph1494"/>
              <p:cNvSpPr/>
              <p:nvPr/>
            </p:nvSpPr>
            <p:spPr>
              <a:xfrm>
                <a:off x="3387581" y="155219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1DCBF">
                  <a:alpha val="100000"/>
                </a:srgbClr>
              </a:solidFill>
              <a:ln w="5420" cap="flat">
                <a:solidFill>
                  <a:srgbClr val="91DCB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95" name="ph1495"/>
              <p:cNvSpPr/>
              <p:nvPr/>
            </p:nvSpPr>
            <p:spPr>
              <a:xfrm>
                <a:off x="3396965" y="155219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5DDC2">
                  <a:alpha val="100000"/>
                </a:srgbClr>
              </a:solidFill>
              <a:ln w="5420" cap="flat">
                <a:solidFill>
                  <a:srgbClr val="95DD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96" name="ph1496"/>
              <p:cNvSpPr/>
              <p:nvPr/>
            </p:nvSpPr>
            <p:spPr>
              <a:xfrm>
                <a:off x="3406349" y="155219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97" name="ph1497"/>
              <p:cNvSpPr/>
              <p:nvPr/>
            </p:nvSpPr>
            <p:spPr>
              <a:xfrm>
                <a:off x="3415733" y="155219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CDFC4">
                  <a:alpha val="100000"/>
                </a:srgbClr>
              </a:solidFill>
              <a:ln w="5420" cap="flat">
                <a:solidFill>
                  <a:srgbClr val="9C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98" name="ph1498"/>
              <p:cNvSpPr/>
              <p:nvPr/>
            </p:nvSpPr>
            <p:spPr>
              <a:xfrm>
                <a:off x="3425118" y="155219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99" name="ph1499"/>
              <p:cNvSpPr/>
              <p:nvPr/>
            </p:nvSpPr>
            <p:spPr>
              <a:xfrm>
                <a:off x="3434502" y="155219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FE0C6">
                  <a:alpha val="100000"/>
                </a:srgbClr>
              </a:solidFill>
              <a:ln w="5420" cap="flat">
                <a:solidFill>
                  <a:srgbClr val="9F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00" name="ph1500"/>
              <p:cNvSpPr/>
              <p:nvPr/>
            </p:nvSpPr>
            <p:spPr>
              <a:xfrm>
                <a:off x="3443886" y="155219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FE1C6">
                  <a:alpha val="100000"/>
                </a:srgbClr>
              </a:solidFill>
              <a:ln w="5420" cap="flat">
                <a:solidFill>
                  <a:srgbClr val="9F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01" name="ph1501"/>
              <p:cNvSpPr/>
              <p:nvPr/>
            </p:nvSpPr>
            <p:spPr>
              <a:xfrm>
                <a:off x="3453270" y="155219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0E1C7">
                  <a:alpha val="100000"/>
                </a:srgbClr>
              </a:solidFill>
              <a:ln w="5420" cap="flat">
                <a:solidFill>
                  <a:srgbClr val="A0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02" name="ph1502"/>
              <p:cNvSpPr/>
              <p:nvPr/>
            </p:nvSpPr>
            <p:spPr>
              <a:xfrm>
                <a:off x="3462655" y="155219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0E1C7">
                  <a:alpha val="100000"/>
                </a:srgbClr>
              </a:solidFill>
              <a:ln w="5420" cap="flat">
                <a:solidFill>
                  <a:srgbClr val="A0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03" name="ph1503"/>
              <p:cNvSpPr/>
              <p:nvPr/>
            </p:nvSpPr>
            <p:spPr>
              <a:xfrm>
                <a:off x="3472039" y="155219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0E1C7">
                  <a:alpha val="100000"/>
                </a:srgbClr>
              </a:solidFill>
              <a:ln w="5420" cap="flat">
                <a:solidFill>
                  <a:srgbClr val="A0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04" name="ph1504"/>
              <p:cNvSpPr/>
              <p:nvPr/>
            </p:nvSpPr>
            <p:spPr>
              <a:xfrm>
                <a:off x="3481423" y="155219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0E1C7">
                  <a:alpha val="100000"/>
                </a:srgbClr>
              </a:solidFill>
              <a:ln w="5420" cap="flat">
                <a:solidFill>
                  <a:srgbClr val="A0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05" name="ph1505"/>
              <p:cNvSpPr/>
              <p:nvPr/>
            </p:nvSpPr>
            <p:spPr>
              <a:xfrm>
                <a:off x="3284354" y="156372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EE0C6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06" name="ph1506"/>
              <p:cNvSpPr/>
              <p:nvPr/>
            </p:nvSpPr>
            <p:spPr>
              <a:xfrm>
                <a:off x="3293738" y="156372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07" name="ph1507"/>
              <p:cNvSpPr/>
              <p:nvPr/>
            </p:nvSpPr>
            <p:spPr>
              <a:xfrm>
                <a:off x="3303122" y="156372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CDFC5">
                  <a:alpha val="100000"/>
                </a:srgbClr>
              </a:solidFill>
              <a:ln w="5420" cap="flat">
                <a:solidFill>
                  <a:srgbClr val="9CDF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08" name="ph1508"/>
              <p:cNvSpPr/>
              <p:nvPr/>
            </p:nvSpPr>
            <p:spPr>
              <a:xfrm>
                <a:off x="3312506" y="156372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09" name="ph1509"/>
              <p:cNvSpPr/>
              <p:nvPr/>
            </p:nvSpPr>
            <p:spPr>
              <a:xfrm>
                <a:off x="3321891" y="156372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5DDC1">
                  <a:alpha val="100000"/>
                </a:srgbClr>
              </a:solidFill>
              <a:ln w="5420" cap="flat">
                <a:solidFill>
                  <a:srgbClr val="95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10" name="ph1510"/>
              <p:cNvSpPr/>
              <p:nvPr/>
            </p:nvSpPr>
            <p:spPr>
              <a:xfrm>
                <a:off x="3331275" y="156372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EDBBE">
                  <a:alpha val="100000"/>
                </a:srgbClr>
              </a:solidFill>
              <a:ln w="5420" cap="flat">
                <a:solidFill>
                  <a:srgbClr val="8EDBB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11" name="ph1511"/>
              <p:cNvSpPr/>
              <p:nvPr/>
            </p:nvSpPr>
            <p:spPr>
              <a:xfrm>
                <a:off x="3340659" y="156372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5D8BA">
                  <a:alpha val="100000"/>
                </a:srgbClr>
              </a:solidFill>
              <a:ln w="5420" cap="flat">
                <a:solidFill>
                  <a:srgbClr val="85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12" name="ph1512"/>
              <p:cNvSpPr/>
              <p:nvPr/>
            </p:nvSpPr>
            <p:spPr>
              <a:xfrm>
                <a:off x="3350043" y="156372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DD6B7">
                  <a:alpha val="100000"/>
                </a:srgbClr>
              </a:solidFill>
              <a:ln w="5420" cap="flat">
                <a:solidFill>
                  <a:srgbClr val="7D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13" name="ph1513"/>
              <p:cNvSpPr/>
              <p:nvPr/>
            </p:nvSpPr>
            <p:spPr>
              <a:xfrm>
                <a:off x="3359428" y="156372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BD6B6">
                  <a:alpha val="100000"/>
                </a:srgbClr>
              </a:solidFill>
              <a:ln w="5420" cap="flat">
                <a:solidFill>
                  <a:srgbClr val="7BD6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14" name="ph1514"/>
              <p:cNvSpPr/>
              <p:nvPr/>
            </p:nvSpPr>
            <p:spPr>
              <a:xfrm>
                <a:off x="3368812" y="156372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2D8B9">
                  <a:alpha val="100000"/>
                </a:srgbClr>
              </a:solidFill>
              <a:ln w="5420" cap="flat">
                <a:solidFill>
                  <a:srgbClr val="82D8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15" name="ph1515"/>
              <p:cNvSpPr/>
              <p:nvPr/>
            </p:nvSpPr>
            <p:spPr>
              <a:xfrm>
                <a:off x="3378196" y="156372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ADABD">
                  <a:alpha val="100000"/>
                </a:srgbClr>
              </a:solidFill>
              <a:ln w="5420" cap="flat">
                <a:solidFill>
                  <a:srgbClr val="8ADAB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16" name="ph1516"/>
              <p:cNvSpPr/>
              <p:nvPr/>
            </p:nvSpPr>
            <p:spPr>
              <a:xfrm>
                <a:off x="3387581" y="156372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1DCC0">
                  <a:alpha val="100000"/>
                </a:srgbClr>
              </a:solidFill>
              <a:ln w="5420" cap="flat">
                <a:solidFill>
                  <a:srgbClr val="91DCC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17" name="ph1517"/>
              <p:cNvSpPr/>
              <p:nvPr/>
            </p:nvSpPr>
            <p:spPr>
              <a:xfrm>
                <a:off x="3396965" y="156372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7DEC2">
                  <a:alpha val="100000"/>
                </a:srgbClr>
              </a:solidFill>
              <a:ln w="5420" cap="flat">
                <a:solidFill>
                  <a:srgbClr val="97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18" name="ph1518"/>
              <p:cNvSpPr/>
              <p:nvPr/>
            </p:nvSpPr>
            <p:spPr>
              <a:xfrm>
                <a:off x="3406349" y="156372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19" name="ph1519"/>
              <p:cNvSpPr/>
              <p:nvPr/>
            </p:nvSpPr>
            <p:spPr>
              <a:xfrm>
                <a:off x="3415733" y="156372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EE0C5">
                  <a:alpha val="100000"/>
                </a:srgbClr>
              </a:solidFill>
              <a:ln w="5420" cap="flat">
                <a:solidFill>
                  <a:srgbClr val="9E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20" name="ph1520"/>
              <p:cNvSpPr/>
              <p:nvPr/>
            </p:nvSpPr>
            <p:spPr>
              <a:xfrm>
                <a:off x="3425118" y="156372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FE1C6">
                  <a:alpha val="100000"/>
                </a:srgbClr>
              </a:solidFill>
              <a:ln w="5420" cap="flat">
                <a:solidFill>
                  <a:srgbClr val="9F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21" name="ph1521"/>
              <p:cNvSpPr/>
              <p:nvPr/>
            </p:nvSpPr>
            <p:spPr>
              <a:xfrm>
                <a:off x="3434502" y="156372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0E1C7">
                  <a:alpha val="100000"/>
                </a:srgbClr>
              </a:solidFill>
              <a:ln w="5420" cap="flat">
                <a:solidFill>
                  <a:srgbClr val="A0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22" name="ph1522"/>
              <p:cNvSpPr/>
              <p:nvPr/>
            </p:nvSpPr>
            <p:spPr>
              <a:xfrm>
                <a:off x="3443886" y="156372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1E1C7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23" name="ph1523"/>
              <p:cNvSpPr/>
              <p:nvPr/>
            </p:nvSpPr>
            <p:spPr>
              <a:xfrm>
                <a:off x="3453270" y="156372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1E1C7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24" name="ph1524"/>
              <p:cNvSpPr/>
              <p:nvPr/>
            </p:nvSpPr>
            <p:spPr>
              <a:xfrm>
                <a:off x="3462655" y="156372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1E1C7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25" name="ph1525"/>
              <p:cNvSpPr/>
              <p:nvPr/>
            </p:nvSpPr>
            <p:spPr>
              <a:xfrm>
                <a:off x="3472039" y="156372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0E1C7">
                  <a:alpha val="100000"/>
                </a:srgbClr>
              </a:solidFill>
              <a:ln w="5420" cap="flat">
                <a:solidFill>
                  <a:srgbClr val="A0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26" name="ph1526"/>
              <p:cNvSpPr/>
              <p:nvPr/>
            </p:nvSpPr>
            <p:spPr>
              <a:xfrm>
                <a:off x="3303122" y="157526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CDFC5">
                  <a:alpha val="100000"/>
                </a:srgbClr>
              </a:solidFill>
              <a:ln w="5420" cap="flat">
                <a:solidFill>
                  <a:srgbClr val="9CDF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27" name="ph1527"/>
              <p:cNvSpPr/>
              <p:nvPr/>
            </p:nvSpPr>
            <p:spPr>
              <a:xfrm>
                <a:off x="3312506" y="157526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28" name="ph1528"/>
              <p:cNvSpPr/>
              <p:nvPr/>
            </p:nvSpPr>
            <p:spPr>
              <a:xfrm>
                <a:off x="3321891" y="157526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5DDC1">
                  <a:alpha val="100000"/>
                </a:srgbClr>
              </a:solidFill>
              <a:ln w="5420" cap="flat">
                <a:solidFill>
                  <a:srgbClr val="95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29" name="ph1529"/>
              <p:cNvSpPr/>
              <p:nvPr/>
            </p:nvSpPr>
            <p:spPr>
              <a:xfrm>
                <a:off x="3331275" y="157526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FDBBF">
                  <a:alpha val="100000"/>
                </a:srgbClr>
              </a:solidFill>
              <a:ln w="5420" cap="flat">
                <a:solidFill>
                  <a:srgbClr val="8FDBB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30" name="ph1530"/>
              <p:cNvSpPr/>
              <p:nvPr/>
            </p:nvSpPr>
            <p:spPr>
              <a:xfrm>
                <a:off x="3340659" y="157526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7D9BB">
                  <a:alpha val="100000"/>
                </a:srgbClr>
              </a:solidFill>
              <a:ln w="5420" cap="flat">
                <a:solidFill>
                  <a:srgbClr val="87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31" name="ph1531"/>
              <p:cNvSpPr/>
              <p:nvPr/>
            </p:nvSpPr>
            <p:spPr>
              <a:xfrm>
                <a:off x="3350043" y="157526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0D7B8">
                  <a:alpha val="100000"/>
                </a:srgbClr>
              </a:solidFill>
              <a:ln w="5420" cap="flat">
                <a:solidFill>
                  <a:srgbClr val="80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32" name="ph1532"/>
              <p:cNvSpPr/>
              <p:nvPr/>
            </p:nvSpPr>
            <p:spPr>
              <a:xfrm>
                <a:off x="3359428" y="157526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FD7B8">
                  <a:alpha val="100000"/>
                </a:srgbClr>
              </a:solidFill>
              <a:ln w="5420" cap="flat">
                <a:solidFill>
                  <a:srgbClr val="7F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33" name="ph1533"/>
              <p:cNvSpPr/>
              <p:nvPr/>
            </p:nvSpPr>
            <p:spPr>
              <a:xfrm>
                <a:off x="3368812" y="157526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6D9BB">
                  <a:alpha val="100000"/>
                </a:srgbClr>
              </a:solidFill>
              <a:ln w="5420" cap="flat">
                <a:solidFill>
                  <a:srgbClr val="86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34" name="ph1534"/>
              <p:cNvSpPr/>
              <p:nvPr/>
            </p:nvSpPr>
            <p:spPr>
              <a:xfrm>
                <a:off x="3378196" y="157526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EDBBE">
                  <a:alpha val="100000"/>
                </a:srgbClr>
              </a:solidFill>
              <a:ln w="5420" cap="flat">
                <a:solidFill>
                  <a:srgbClr val="8EDBB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35" name="ph1535"/>
              <p:cNvSpPr/>
              <p:nvPr/>
            </p:nvSpPr>
            <p:spPr>
              <a:xfrm>
                <a:off x="3387581" y="157526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5DDC1">
                  <a:alpha val="100000"/>
                </a:srgbClr>
              </a:solidFill>
              <a:ln w="5420" cap="flat">
                <a:solidFill>
                  <a:srgbClr val="95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36" name="ph1536"/>
              <p:cNvSpPr/>
              <p:nvPr/>
            </p:nvSpPr>
            <p:spPr>
              <a:xfrm>
                <a:off x="3396965" y="157526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37" name="ph1537"/>
              <p:cNvSpPr/>
              <p:nvPr/>
            </p:nvSpPr>
            <p:spPr>
              <a:xfrm>
                <a:off x="3406349" y="157526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EE0C6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38" name="ph1538"/>
              <p:cNvSpPr/>
              <p:nvPr/>
            </p:nvSpPr>
            <p:spPr>
              <a:xfrm>
                <a:off x="3415733" y="157526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1E1C7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39" name="ph1539"/>
              <p:cNvSpPr/>
              <p:nvPr/>
            </p:nvSpPr>
            <p:spPr>
              <a:xfrm>
                <a:off x="3425118" y="157526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2E1C7">
                  <a:alpha val="100000"/>
                </a:srgbClr>
              </a:solidFill>
              <a:ln w="5420" cap="flat">
                <a:solidFill>
                  <a:srgbClr val="A2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40" name="ph1540"/>
              <p:cNvSpPr/>
              <p:nvPr/>
            </p:nvSpPr>
            <p:spPr>
              <a:xfrm>
                <a:off x="3434502" y="157526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2E2C8">
                  <a:alpha val="100000"/>
                </a:srgbClr>
              </a:solidFill>
              <a:ln w="5420" cap="flat">
                <a:solidFill>
                  <a:srgbClr val="A2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41" name="ph1541"/>
              <p:cNvSpPr/>
              <p:nvPr/>
            </p:nvSpPr>
            <p:spPr>
              <a:xfrm>
                <a:off x="3443886" y="157526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42" name="ph1542"/>
              <p:cNvSpPr/>
              <p:nvPr/>
            </p:nvSpPr>
            <p:spPr>
              <a:xfrm>
                <a:off x="3453270" y="157526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2E1C7">
                  <a:alpha val="100000"/>
                </a:srgbClr>
              </a:solidFill>
              <a:ln w="5420" cap="flat">
                <a:solidFill>
                  <a:srgbClr val="A2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43" name="ph1543"/>
              <p:cNvSpPr/>
              <p:nvPr/>
            </p:nvSpPr>
            <p:spPr>
              <a:xfrm>
                <a:off x="3462655" y="157526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1E1C7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44" name="ph1544"/>
              <p:cNvSpPr/>
              <p:nvPr/>
            </p:nvSpPr>
            <p:spPr>
              <a:xfrm>
                <a:off x="3312506" y="158679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CE0C5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45" name="ph1545"/>
              <p:cNvSpPr/>
              <p:nvPr/>
            </p:nvSpPr>
            <p:spPr>
              <a:xfrm>
                <a:off x="3321891" y="158679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46" name="ph1546"/>
              <p:cNvSpPr/>
              <p:nvPr/>
            </p:nvSpPr>
            <p:spPr>
              <a:xfrm>
                <a:off x="3331275" y="158679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5DDC1">
                  <a:alpha val="100000"/>
                </a:srgbClr>
              </a:solidFill>
              <a:ln w="5420" cap="flat">
                <a:solidFill>
                  <a:srgbClr val="95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47" name="ph1547"/>
              <p:cNvSpPr/>
              <p:nvPr/>
            </p:nvSpPr>
            <p:spPr>
              <a:xfrm>
                <a:off x="3340659" y="158679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0DCBF">
                  <a:alpha val="100000"/>
                </a:srgbClr>
              </a:solidFill>
              <a:ln w="5420" cap="flat">
                <a:solidFill>
                  <a:srgbClr val="90DCB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48" name="ph1548"/>
              <p:cNvSpPr/>
              <p:nvPr/>
            </p:nvSpPr>
            <p:spPr>
              <a:xfrm>
                <a:off x="3350043" y="158679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BDABD">
                  <a:alpha val="100000"/>
                </a:srgbClr>
              </a:solidFill>
              <a:ln w="5420" cap="flat">
                <a:solidFill>
                  <a:srgbClr val="8BDAB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49" name="ph1549"/>
              <p:cNvSpPr/>
              <p:nvPr/>
            </p:nvSpPr>
            <p:spPr>
              <a:xfrm>
                <a:off x="3359428" y="158679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BDABD">
                  <a:alpha val="100000"/>
                </a:srgbClr>
              </a:solidFill>
              <a:ln w="5420" cap="flat">
                <a:solidFill>
                  <a:srgbClr val="8BDAB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50" name="ph1550"/>
              <p:cNvSpPr/>
              <p:nvPr/>
            </p:nvSpPr>
            <p:spPr>
              <a:xfrm>
                <a:off x="3368812" y="158679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FDCBF">
                  <a:alpha val="100000"/>
                </a:srgbClr>
              </a:solidFill>
              <a:ln w="5420" cap="flat">
                <a:solidFill>
                  <a:srgbClr val="8FDCB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51" name="ph1551"/>
              <p:cNvSpPr/>
              <p:nvPr/>
            </p:nvSpPr>
            <p:spPr>
              <a:xfrm>
                <a:off x="3378196" y="158679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5DDC2">
                  <a:alpha val="100000"/>
                </a:srgbClr>
              </a:solidFill>
              <a:ln w="5420" cap="flat">
                <a:solidFill>
                  <a:srgbClr val="95DD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52" name="ph1552"/>
              <p:cNvSpPr/>
              <p:nvPr/>
            </p:nvSpPr>
            <p:spPr>
              <a:xfrm>
                <a:off x="3387581" y="158679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53" name="ph1553"/>
              <p:cNvSpPr/>
              <p:nvPr/>
            </p:nvSpPr>
            <p:spPr>
              <a:xfrm>
                <a:off x="3396965" y="158679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FE0C6">
                  <a:alpha val="100000"/>
                </a:srgbClr>
              </a:solidFill>
              <a:ln w="5420" cap="flat">
                <a:solidFill>
                  <a:srgbClr val="9F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54" name="ph1554"/>
              <p:cNvSpPr/>
              <p:nvPr/>
            </p:nvSpPr>
            <p:spPr>
              <a:xfrm>
                <a:off x="3406349" y="158679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2E1C7">
                  <a:alpha val="100000"/>
                </a:srgbClr>
              </a:solidFill>
              <a:ln w="5420" cap="flat">
                <a:solidFill>
                  <a:srgbClr val="A2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55" name="ph1555"/>
              <p:cNvSpPr/>
              <p:nvPr/>
            </p:nvSpPr>
            <p:spPr>
              <a:xfrm>
                <a:off x="3415733" y="158679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4E2C8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56" name="ph1556"/>
              <p:cNvSpPr/>
              <p:nvPr/>
            </p:nvSpPr>
            <p:spPr>
              <a:xfrm>
                <a:off x="3425118" y="158679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4E2C9">
                  <a:alpha val="100000"/>
                </a:srgbClr>
              </a:solidFill>
              <a:ln w="5420" cap="flat">
                <a:solidFill>
                  <a:srgbClr val="A4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57" name="ph1557"/>
              <p:cNvSpPr/>
              <p:nvPr/>
            </p:nvSpPr>
            <p:spPr>
              <a:xfrm>
                <a:off x="3434502" y="158679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5E2C9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58" name="ph1558"/>
              <p:cNvSpPr/>
              <p:nvPr/>
            </p:nvSpPr>
            <p:spPr>
              <a:xfrm>
                <a:off x="3443886" y="158679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4E2C8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59" name="ph1559"/>
              <p:cNvSpPr/>
              <p:nvPr/>
            </p:nvSpPr>
            <p:spPr>
              <a:xfrm>
                <a:off x="3453270" y="158679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60" name="ph1560"/>
              <p:cNvSpPr/>
              <p:nvPr/>
            </p:nvSpPr>
            <p:spPr>
              <a:xfrm>
                <a:off x="3321891" y="159832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0E1C7">
                  <a:alpha val="100000"/>
                </a:srgbClr>
              </a:solidFill>
              <a:ln w="5420" cap="flat">
                <a:solidFill>
                  <a:srgbClr val="A0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61" name="ph1561"/>
              <p:cNvSpPr/>
              <p:nvPr/>
            </p:nvSpPr>
            <p:spPr>
              <a:xfrm>
                <a:off x="3331275" y="159832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FE0C6">
                  <a:alpha val="100000"/>
                </a:srgbClr>
              </a:solidFill>
              <a:ln w="5420" cap="flat">
                <a:solidFill>
                  <a:srgbClr val="9F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62" name="ph1562"/>
              <p:cNvSpPr/>
              <p:nvPr/>
            </p:nvSpPr>
            <p:spPr>
              <a:xfrm>
                <a:off x="3340659" y="159832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CE0C5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63" name="ph1563"/>
              <p:cNvSpPr/>
              <p:nvPr/>
            </p:nvSpPr>
            <p:spPr>
              <a:xfrm>
                <a:off x="3350043" y="159832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64" name="ph1564"/>
              <p:cNvSpPr/>
              <p:nvPr/>
            </p:nvSpPr>
            <p:spPr>
              <a:xfrm>
                <a:off x="3359428" y="159832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65" name="ph1565"/>
              <p:cNvSpPr/>
              <p:nvPr/>
            </p:nvSpPr>
            <p:spPr>
              <a:xfrm>
                <a:off x="3368812" y="159832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66" name="ph1566"/>
              <p:cNvSpPr/>
              <p:nvPr/>
            </p:nvSpPr>
            <p:spPr>
              <a:xfrm>
                <a:off x="3378196" y="159832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EE0C6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67" name="ph1567"/>
              <p:cNvSpPr/>
              <p:nvPr/>
            </p:nvSpPr>
            <p:spPr>
              <a:xfrm>
                <a:off x="3387581" y="159832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1E1C7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68" name="ph1568"/>
              <p:cNvSpPr/>
              <p:nvPr/>
            </p:nvSpPr>
            <p:spPr>
              <a:xfrm>
                <a:off x="3396965" y="159832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69" name="ph1569"/>
              <p:cNvSpPr/>
              <p:nvPr/>
            </p:nvSpPr>
            <p:spPr>
              <a:xfrm>
                <a:off x="3406349" y="159832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5E2C9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70" name="ph1570"/>
              <p:cNvSpPr/>
              <p:nvPr/>
            </p:nvSpPr>
            <p:spPr>
              <a:xfrm>
                <a:off x="3415733" y="159832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6E3C9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71" name="ph1571"/>
              <p:cNvSpPr/>
              <p:nvPr/>
            </p:nvSpPr>
            <p:spPr>
              <a:xfrm>
                <a:off x="3425118" y="159832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6E3C9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72" name="ph1572"/>
              <p:cNvSpPr/>
              <p:nvPr/>
            </p:nvSpPr>
            <p:spPr>
              <a:xfrm>
                <a:off x="3434502" y="159832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6E3C9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73" name="ph1573"/>
              <p:cNvSpPr/>
              <p:nvPr/>
            </p:nvSpPr>
            <p:spPr>
              <a:xfrm>
                <a:off x="3443886" y="159832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5E3C9">
                  <a:alpha val="100000"/>
                </a:srgbClr>
              </a:solidFill>
              <a:ln w="5420" cap="flat">
                <a:solidFill>
                  <a:srgbClr val="A5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74" name="ph1574"/>
              <p:cNvSpPr/>
              <p:nvPr/>
            </p:nvSpPr>
            <p:spPr>
              <a:xfrm>
                <a:off x="3453270" y="159832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4E2C8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75" name="ph1575"/>
              <p:cNvSpPr/>
              <p:nvPr/>
            </p:nvSpPr>
            <p:spPr>
              <a:xfrm>
                <a:off x="3284354" y="160985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6E3CA">
                  <a:alpha val="100000"/>
                </a:srgbClr>
              </a:solidFill>
              <a:ln w="5420" cap="flat">
                <a:solidFill>
                  <a:srgbClr val="A6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76" name="ph1576"/>
              <p:cNvSpPr/>
              <p:nvPr/>
            </p:nvSpPr>
            <p:spPr>
              <a:xfrm>
                <a:off x="3293738" y="160985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7E3CA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77" name="ph1577"/>
              <p:cNvSpPr/>
              <p:nvPr/>
            </p:nvSpPr>
            <p:spPr>
              <a:xfrm>
                <a:off x="3303122" y="160985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9E4CB">
                  <a:alpha val="100000"/>
                </a:srgbClr>
              </a:solidFill>
              <a:ln w="5420" cap="flat">
                <a:solidFill>
                  <a:srgbClr val="A9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78" name="ph1578"/>
              <p:cNvSpPr/>
              <p:nvPr/>
            </p:nvSpPr>
            <p:spPr>
              <a:xfrm>
                <a:off x="3312506" y="160985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8E3CA">
                  <a:alpha val="100000"/>
                </a:srgbClr>
              </a:solidFill>
              <a:ln w="5420" cap="flat">
                <a:solidFill>
                  <a:srgbClr val="A8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79" name="ph1579"/>
              <p:cNvSpPr/>
              <p:nvPr/>
            </p:nvSpPr>
            <p:spPr>
              <a:xfrm>
                <a:off x="3321891" y="160985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8E4CA">
                  <a:alpha val="100000"/>
                </a:srgbClr>
              </a:solidFill>
              <a:ln w="5420" cap="flat">
                <a:solidFill>
                  <a:srgbClr val="A8E4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80" name="ph1580"/>
              <p:cNvSpPr/>
              <p:nvPr/>
            </p:nvSpPr>
            <p:spPr>
              <a:xfrm>
                <a:off x="3331275" y="160985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9E4CB">
                  <a:alpha val="100000"/>
                </a:srgbClr>
              </a:solidFill>
              <a:ln w="5420" cap="flat">
                <a:solidFill>
                  <a:srgbClr val="A9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81" name="ph1581"/>
              <p:cNvSpPr/>
              <p:nvPr/>
            </p:nvSpPr>
            <p:spPr>
              <a:xfrm>
                <a:off x="3340659" y="160985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9E4CB">
                  <a:alpha val="100000"/>
                </a:srgbClr>
              </a:solidFill>
              <a:ln w="5420" cap="flat">
                <a:solidFill>
                  <a:srgbClr val="A9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82" name="ph1582"/>
              <p:cNvSpPr/>
              <p:nvPr/>
            </p:nvSpPr>
            <p:spPr>
              <a:xfrm>
                <a:off x="3350043" y="160985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9E4CB">
                  <a:alpha val="100000"/>
                </a:srgbClr>
              </a:solidFill>
              <a:ln w="5420" cap="flat">
                <a:solidFill>
                  <a:srgbClr val="A9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83" name="ph1583"/>
              <p:cNvSpPr/>
              <p:nvPr/>
            </p:nvSpPr>
            <p:spPr>
              <a:xfrm>
                <a:off x="3359428" y="160985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8E3CA">
                  <a:alpha val="100000"/>
                </a:srgbClr>
              </a:solidFill>
              <a:ln w="5420" cap="flat">
                <a:solidFill>
                  <a:srgbClr val="A8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84" name="ph1584"/>
              <p:cNvSpPr/>
              <p:nvPr/>
            </p:nvSpPr>
            <p:spPr>
              <a:xfrm>
                <a:off x="3368812" y="160985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7E3CA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85" name="ph1585"/>
              <p:cNvSpPr/>
              <p:nvPr/>
            </p:nvSpPr>
            <p:spPr>
              <a:xfrm>
                <a:off x="3378196" y="160985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7E3CA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86" name="ph1586"/>
              <p:cNvSpPr/>
              <p:nvPr/>
            </p:nvSpPr>
            <p:spPr>
              <a:xfrm>
                <a:off x="3387581" y="160985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6E3C9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87" name="ph1587"/>
              <p:cNvSpPr/>
              <p:nvPr/>
            </p:nvSpPr>
            <p:spPr>
              <a:xfrm>
                <a:off x="3396965" y="160985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6E3C9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88" name="ph1588"/>
              <p:cNvSpPr/>
              <p:nvPr/>
            </p:nvSpPr>
            <p:spPr>
              <a:xfrm>
                <a:off x="3406349" y="160985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6E3C9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89" name="ph1589"/>
              <p:cNvSpPr/>
              <p:nvPr/>
            </p:nvSpPr>
            <p:spPr>
              <a:xfrm>
                <a:off x="3415733" y="160985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6E3C9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90" name="ph1590"/>
              <p:cNvSpPr/>
              <p:nvPr/>
            </p:nvSpPr>
            <p:spPr>
              <a:xfrm>
                <a:off x="3425118" y="160985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6E3C9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91" name="ph1591"/>
              <p:cNvSpPr/>
              <p:nvPr/>
            </p:nvSpPr>
            <p:spPr>
              <a:xfrm>
                <a:off x="3434502" y="160985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6E3C9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92" name="ph1592"/>
              <p:cNvSpPr/>
              <p:nvPr/>
            </p:nvSpPr>
            <p:spPr>
              <a:xfrm>
                <a:off x="3443886" y="160985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6E3C9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93" name="ph1593"/>
              <p:cNvSpPr/>
              <p:nvPr/>
            </p:nvSpPr>
            <p:spPr>
              <a:xfrm>
                <a:off x="3274969" y="162138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7E3CA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94" name="ph1594"/>
              <p:cNvSpPr/>
              <p:nvPr/>
            </p:nvSpPr>
            <p:spPr>
              <a:xfrm>
                <a:off x="3284354" y="162138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8E3CA">
                  <a:alpha val="100000"/>
                </a:srgbClr>
              </a:solidFill>
              <a:ln w="5420" cap="flat">
                <a:solidFill>
                  <a:srgbClr val="A8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95" name="ph1595"/>
              <p:cNvSpPr/>
              <p:nvPr/>
            </p:nvSpPr>
            <p:spPr>
              <a:xfrm>
                <a:off x="3293738" y="162138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AE4CB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96" name="ph1596"/>
              <p:cNvSpPr/>
              <p:nvPr/>
            </p:nvSpPr>
            <p:spPr>
              <a:xfrm>
                <a:off x="3303122" y="162138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ACE5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97" name="ph1597"/>
              <p:cNvSpPr/>
              <p:nvPr/>
            </p:nvSpPr>
            <p:spPr>
              <a:xfrm>
                <a:off x="3312506" y="162138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DE5CD">
                  <a:alpha val="100000"/>
                </a:srgbClr>
              </a:solidFill>
              <a:ln w="5420" cap="flat">
                <a:solidFill>
                  <a:srgbClr val="AD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98" name="ph1598"/>
              <p:cNvSpPr/>
              <p:nvPr/>
            </p:nvSpPr>
            <p:spPr>
              <a:xfrm>
                <a:off x="3321891" y="162138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B0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99" name="ph1599"/>
              <p:cNvSpPr/>
              <p:nvPr/>
            </p:nvSpPr>
            <p:spPr>
              <a:xfrm>
                <a:off x="3331275" y="162138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B2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00" name="ph1600"/>
              <p:cNvSpPr/>
              <p:nvPr/>
            </p:nvSpPr>
            <p:spPr>
              <a:xfrm>
                <a:off x="3340659" y="162138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B5E8D1">
                  <a:alpha val="100000"/>
                </a:srgbClr>
              </a:solidFill>
              <a:ln w="5420" cap="flat">
                <a:solidFill>
                  <a:srgbClr val="B5E8D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01" name="ph1601"/>
              <p:cNvSpPr/>
              <p:nvPr/>
            </p:nvSpPr>
            <p:spPr>
              <a:xfrm>
                <a:off x="3350043" y="162138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B7E8D2">
                  <a:alpha val="100000"/>
                </a:srgbClr>
              </a:solidFill>
              <a:ln w="5420" cap="flat">
                <a:solidFill>
                  <a:srgbClr val="B7E8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02" name="ph1602"/>
              <p:cNvSpPr/>
              <p:nvPr/>
            </p:nvSpPr>
            <p:spPr>
              <a:xfrm>
                <a:off x="3359428" y="162138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B6E8D1">
                  <a:alpha val="100000"/>
                </a:srgbClr>
              </a:solidFill>
              <a:ln w="5420" cap="flat">
                <a:solidFill>
                  <a:srgbClr val="B6E8D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03" name="ph1603"/>
              <p:cNvSpPr/>
              <p:nvPr/>
            </p:nvSpPr>
            <p:spPr>
              <a:xfrm>
                <a:off x="3368812" y="162138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B2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04" name="ph1604"/>
              <p:cNvSpPr/>
              <p:nvPr/>
            </p:nvSpPr>
            <p:spPr>
              <a:xfrm>
                <a:off x="3378196" y="162138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FE6CD">
                  <a:alpha val="100000"/>
                </a:srgbClr>
              </a:solidFill>
              <a:ln w="5420" cap="flat">
                <a:solidFill>
                  <a:srgbClr val="AFE6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05" name="ph1605"/>
              <p:cNvSpPr/>
              <p:nvPr/>
            </p:nvSpPr>
            <p:spPr>
              <a:xfrm>
                <a:off x="3387581" y="162138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BE4CC">
                  <a:alpha val="100000"/>
                </a:srgbClr>
              </a:solidFill>
              <a:ln w="5420" cap="flat">
                <a:solidFill>
                  <a:srgbClr val="ABE4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06" name="ph1606"/>
              <p:cNvSpPr/>
              <p:nvPr/>
            </p:nvSpPr>
            <p:spPr>
              <a:xfrm>
                <a:off x="3396965" y="162138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9E4CB">
                  <a:alpha val="100000"/>
                </a:srgbClr>
              </a:solidFill>
              <a:ln w="5420" cap="flat">
                <a:solidFill>
                  <a:srgbClr val="A9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07" name="ph1607"/>
              <p:cNvSpPr/>
              <p:nvPr/>
            </p:nvSpPr>
            <p:spPr>
              <a:xfrm>
                <a:off x="3406349" y="162138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7E3CA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08" name="ph1608"/>
              <p:cNvSpPr/>
              <p:nvPr/>
            </p:nvSpPr>
            <p:spPr>
              <a:xfrm>
                <a:off x="3415733" y="162138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7E3CA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09" name="ph1609"/>
              <p:cNvSpPr/>
              <p:nvPr/>
            </p:nvSpPr>
            <p:spPr>
              <a:xfrm>
                <a:off x="3425118" y="162138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6E3CA">
                  <a:alpha val="100000"/>
                </a:srgbClr>
              </a:solidFill>
              <a:ln w="5420" cap="flat">
                <a:solidFill>
                  <a:srgbClr val="A6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10" name="ph1610"/>
              <p:cNvSpPr/>
              <p:nvPr/>
            </p:nvSpPr>
            <p:spPr>
              <a:xfrm>
                <a:off x="3434502" y="162138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6E3C9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11" name="ph1611"/>
              <p:cNvSpPr/>
              <p:nvPr/>
            </p:nvSpPr>
            <p:spPr>
              <a:xfrm>
                <a:off x="3443886" y="162138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6E3C9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12" name="ph1612"/>
              <p:cNvSpPr/>
              <p:nvPr/>
            </p:nvSpPr>
            <p:spPr>
              <a:xfrm>
                <a:off x="3274969" y="163292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AE4CB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13" name="ph1613"/>
              <p:cNvSpPr/>
              <p:nvPr/>
            </p:nvSpPr>
            <p:spPr>
              <a:xfrm>
                <a:off x="3284354" y="163292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ACE5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14" name="ph1614"/>
              <p:cNvSpPr/>
              <p:nvPr/>
            </p:nvSpPr>
            <p:spPr>
              <a:xfrm>
                <a:off x="3293738" y="163292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FE6CD">
                  <a:alpha val="100000"/>
                </a:srgbClr>
              </a:solidFill>
              <a:ln w="5420" cap="flat">
                <a:solidFill>
                  <a:srgbClr val="AFE6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15" name="ph1615"/>
              <p:cNvSpPr/>
              <p:nvPr/>
            </p:nvSpPr>
            <p:spPr>
              <a:xfrm>
                <a:off x="3303122" y="163292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B1E6CF">
                  <a:alpha val="100000"/>
                </a:srgbClr>
              </a:solidFill>
              <a:ln w="5420" cap="flat">
                <a:solidFill>
                  <a:srgbClr val="B1E6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16" name="ph1616"/>
              <p:cNvSpPr/>
              <p:nvPr/>
            </p:nvSpPr>
            <p:spPr>
              <a:xfrm>
                <a:off x="3312506" y="163292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B3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17" name="ph1617"/>
              <p:cNvSpPr/>
              <p:nvPr/>
            </p:nvSpPr>
            <p:spPr>
              <a:xfrm>
                <a:off x="3321891" y="163292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B6E8D1">
                  <a:alpha val="100000"/>
                </a:srgbClr>
              </a:solidFill>
              <a:ln w="5420" cap="flat">
                <a:solidFill>
                  <a:srgbClr val="B6E8D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18" name="ph1618"/>
              <p:cNvSpPr/>
              <p:nvPr/>
            </p:nvSpPr>
            <p:spPr>
              <a:xfrm>
                <a:off x="3331275" y="163292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B9E9D2">
                  <a:alpha val="100000"/>
                </a:srgbClr>
              </a:solidFill>
              <a:ln w="5420" cap="flat">
                <a:solidFill>
                  <a:srgbClr val="B9E9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19" name="ph1619"/>
              <p:cNvSpPr/>
              <p:nvPr/>
            </p:nvSpPr>
            <p:spPr>
              <a:xfrm>
                <a:off x="3340659" y="163292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BFEBD5">
                  <a:alpha val="100000"/>
                </a:srgbClr>
              </a:solidFill>
              <a:ln w="5420" cap="flat">
                <a:solidFill>
                  <a:srgbClr val="BFEBD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20" name="ph1620"/>
              <p:cNvSpPr/>
              <p:nvPr/>
            </p:nvSpPr>
            <p:spPr>
              <a:xfrm>
                <a:off x="3350043" y="163292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CAEFDB">
                  <a:alpha val="100000"/>
                </a:srgbClr>
              </a:solidFill>
              <a:ln w="5420" cap="flat">
                <a:solidFill>
                  <a:srgbClr val="CAEFD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21" name="ph1621"/>
              <p:cNvSpPr/>
              <p:nvPr/>
            </p:nvSpPr>
            <p:spPr>
              <a:xfrm>
                <a:off x="3359428" y="163292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C9EEDB">
                  <a:alpha val="100000"/>
                </a:srgbClr>
              </a:solidFill>
              <a:ln w="5420" cap="flat">
                <a:solidFill>
                  <a:srgbClr val="C9EED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22" name="ph1622"/>
              <p:cNvSpPr/>
              <p:nvPr/>
            </p:nvSpPr>
            <p:spPr>
              <a:xfrm>
                <a:off x="3368812" y="163292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C2ECD7">
                  <a:alpha val="100000"/>
                </a:srgbClr>
              </a:solidFill>
              <a:ln w="5420" cap="flat">
                <a:solidFill>
                  <a:srgbClr val="C2ECD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23" name="ph1623"/>
              <p:cNvSpPr/>
              <p:nvPr/>
            </p:nvSpPr>
            <p:spPr>
              <a:xfrm>
                <a:off x="3378196" y="163292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BBE9D3">
                  <a:alpha val="100000"/>
                </a:srgbClr>
              </a:solidFill>
              <a:ln w="5420" cap="flat">
                <a:solidFill>
                  <a:srgbClr val="BBE9D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24" name="ph1624"/>
              <p:cNvSpPr/>
              <p:nvPr/>
            </p:nvSpPr>
            <p:spPr>
              <a:xfrm>
                <a:off x="3387581" y="163292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B5E7D0">
                  <a:alpha val="100000"/>
                </a:srgbClr>
              </a:solidFill>
              <a:ln w="5420" cap="flat">
                <a:solidFill>
                  <a:srgbClr val="B5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25" name="ph1625"/>
              <p:cNvSpPr/>
              <p:nvPr/>
            </p:nvSpPr>
            <p:spPr>
              <a:xfrm>
                <a:off x="3396965" y="163292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B0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26" name="ph1626"/>
              <p:cNvSpPr/>
              <p:nvPr/>
            </p:nvSpPr>
            <p:spPr>
              <a:xfrm>
                <a:off x="3406349" y="163292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ACE5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27" name="ph1627"/>
              <p:cNvSpPr/>
              <p:nvPr/>
            </p:nvSpPr>
            <p:spPr>
              <a:xfrm>
                <a:off x="3415733" y="163292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AE4CB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28" name="ph1628"/>
              <p:cNvSpPr/>
              <p:nvPr/>
            </p:nvSpPr>
            <p:spPr>
              <a:xfrm>
                <a:off x="3425118" y="163292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8E3CA">
                  <a:alpha val="100000"/>
                </a:srgbClr>
              </a:solidFill>
              <a:ln w="5420" cap="flat">
                <a:solidFill>
                  <a:srgbClr val="A8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29" name="ph1629"/>
              <p:cNvSpPr/>
              <p:nvPr/>
            </p:nvSpPr>
            <p:spPr>
              <a:xfrm>
                <a:off x="3434502" y="163292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7E3CA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30" name="ph1630"/>
              <p:cNvSpPr/>
              <p:nvPr/>
            </p:nvSpPr>
            <p:spPr>
              <a:xfrm>
                <a:off x="3274969" y="164445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BE4CC">
                  <a:alpha val="100000"/>
                </a:srgbClr>
              </a:solidFill>
              <a:ln w="5420" cap="flat">
                <a:solidFill>
                  <a:srgbClr val="ABE4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31" name="ph1631"/>
              <p:cNvSpPr/>
              <p:nvPr/>
            </p:nvSpPr>
            <p:spPr>
              <a:xfrm>
                <a:off x="3284354" y="164445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DE5CD">
                  <a:alpha val="100000"/>
                </a:srgbClr>
              </a:solidFill>
              <a:ln w="5420" cap="flat">
                <a:solidFill>
                  <a:srgbClr val="AD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32" name="ph1632"/>
              <p:cNvSpPr/>
              <p:nvPr/>
            </p:nvSpPr>
            <p:spPr>
              <a:xfrm>
                <a:off x="3293738" y="164445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B0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33" name="ph1633"/>
              <p:cNvSpPr/>
              <p:nvPr/>
            </p:nvSpPr>
            <p:spPr>
              <a:xfrm>
                <a:off x="3303122" y="164445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B2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34" name="ph1634"/>
              <p:cNvSpPr/>
              <p:nvPr/>
            </p:nvSpPr>
            <p:spPr>
              <a:xfrm>
                <a:off x="3312506" y="164445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B4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35" name="ph1635"/>
              <p:cNvSpPr/>
              <p:nvPr/>
            </p:nvSpPr>
            <p:spPr>
              <a:xfrm>
                <a:off x="3321891" y="164445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B5E7D0">
                  <a:alpha val="100000"/>
                </a:srgbClr>
              </a:solidFill>
              <a:ln w="5420" cap="flat">
                <a:solidFill>
                  <a:srgbClr val="B5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36" name="ph1636"/>
              <p:cNvSpPr/>
              <p:nvPr/>
            </p:nvSpPr>
            <p:spPr>
              <a:xfrm>
                <a:off x="3331275" y="164445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B4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37" name="ph1637"/>
              <p:cNvSpPr/>
              <p:nvPr/>
            </p:nvSpPr>
            <p:spPr>
              <a:xfrm>
                <a:off x="3340659" y="164445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B3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38" name="ph1638"/>
              <p:cNvSpPr/>
              <p:nvPr/>
            </p:nvSpPr>
            <p:spPr>
              <a:xfrm>
                <a:off x="3350043" y="164445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C0EBD6">
                  <a:alpha val="100000"/>
                </a:srgbClr>
              </a:solidFill>
              <a:ln w="5420" cap="flat">
                <a:solidFill>
                  <a:srgbClr val="C0EBD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39" name="ph1639"/>
              <p:cNvSpPr/>
              <p:nvPr/>
            </p:nvSpPr>
            <p:spPr>
              <a:xfrm>
                <a:off x="3359428" y="164445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C8EEDA">
                  <a:alpha val="100000"/>
                </a:srgbClr>
              </a:solidFill>
              <a:ln w="5420" cap="flat">
                <a:solidFill>
                  <a:srgbClr val="C8EED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40" name="ph1640"/>
              <p:cNvSpPr/>
              <p:nvPr/>
            </p:nvSpPr>
            <p:spPr>
              <a:xfrm>
                <a:off x="3368812" y="164445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C2ECD7">
                  <a:alpha val="100000"/>
                </a:srgbClr>
              </a:solidFill>
              <a:ln w="5420" cap="flat">
                <a:solidFill>
                  <a:srgbClr val="C2ECD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41" name="ph1641"/>
              <p:cNvSpPr/>
              <p:nvPr/>
            </p:nvSpPr>
            <p:spPr>
              <a:xfrm>
                <a:off x="3378196" y="164445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BCEAD4">
                  <a:alpha val="100000"/>
                </a:srgbClr>
              </a:solidFill>
              <a:ln w="5420" cap="flat">
                <a:solidFill>
                  <a:srgbClr val="BCEAD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42" name="ph1642"/>
              <p:cNvSpPr/>
              <p:nvPr/>
            </p:nvSpPr>
            <p:spPr>
              <a:xfrm>
                <a:off x="3387581" y="164445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B7E8D1">
                  <a:alpha val="100000"/>
                </a:srgbClr>
              </a:solidFill>
              <a:ln w="5420" cap="flat">
                <a:solidFill>
                  <a:srgbClr val="B7E8D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43" name="ph1643"/>
              <p:cNvSpPr/>
              <p:nvPr/>
            </p:nvSpPr>
            <p:spPr>
              <a:xfrm>
                <a:off x="3396965" y="164445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B2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44" name="ph1644"/>
              <p:cNvSpPr/>
              <p:nvPr/>
            </p:nvSpPr>
            <p:spPr>
              <a:xfrm>
                <a:off x="3406349" y="164445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AE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45" name="ph1645"/>
              <p:cNvSpPr/>
              <p:nvPr/>
            </p:nvSpPr>
            <p:spPr>
              <a:xfrm>
                <a:off x="3415733" y="164445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BE4CC">
                  <a:alpha val="100000"/>
                </a:srgbClr>
              </a:solidFill>
              <a:ln w="5420" cap="flat">
                <a:solidFill>
                  <a:srgbClr val="ABE4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46" name="ph1646"/>
              <p:cNvSpPr/>
              <p:nvPr/>
            </p:nvSpPr>
            <p:spPr>
              <a:xfrm>
                <a:off x="3425118" y="164445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AE4CB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47" name="ph1647"/>
              <p:cNvSpPr/>
              <p:nvPr/>
            </p:nvSpPr>
            <p:spPr>
              <a:xfrm>
                <a:off x="3284354" y="165598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AE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48" name="ph1648"/>
              <p:cNvSpPr/>
              <p:nvPr/>
            </p:nvSpPr>
            <p:spPr>
              <a:xfrm>
                <a:off x="3293738" y="165598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B0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49" name="ph1649"/>
              <p:cNvSpPr/>
              <p:nvPr/>
            </p:nvSpPr>
            <p:spPr>
              <a:xfrm>
                <a:off x="3303122" y="165598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B2E6CF">
                  <a:alpha val="100000"/>
                </a:srgbClr>
              </a:solidFill>
              <a:ln w="5420" cap="flat">
                <a:solidFill>
                  <a:srgbClr val="B2E6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50" name="ph1650"/>
              <p:cNvSpPr/>
              <p:nvPr/>
            </p:nvSpPr>
            <p:spPr>
              <a:xfrm>
                <a:off x="3312506" y="165598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B3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51" name="ph1651"/>
              <p:cNvSpPr/>
              <p:nvPr/>
            </p:nvSpPr>
            <p:spPr>
              <a:xfrm>
                <a:off x="3321891" y="165598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B3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52" name="ph1652"/>
              <p:cNvSpPr/>
              <p:nvPr/>
            </p:nvSpPr>
            <p:spPr>
              <a:xfrm>
                <a:off x="3331275" y="165598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B2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53" name="ph1653"/>
              <p:cNvSpPr/>
              <p:nvPr/>
            </p:nvSpPr>
            <p:spPr>
              <a:xfrm>
                <a:off x="3340659" y="165598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B0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54" name="ph1654"/>
              <p:cNvSpPr/>
              <p:nvPr/>
            </p:nvSpPr>
            <p:spPr>
              <a:xfrm>
                <a:off x="3350043" y="165598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B4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55" name="ph1655"/>
              <p:cNvSpPr/>
              <p:nvPr/>
            </p:nvSpPr>
            <p:spPr>
              <a:xfrm>
                <a:off x="3359428" y="165598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C0EBD6">
                  <a:alpha val="100000"/>
                </a:srgbClr>
              </a:solidFill>
              <a:ln w="5420" cap="flat">
                <a:solidFill>
                  <a:srgbClr val="C0EBD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56" name="ph1656"/>
              <p:cNvSpPr/>
              <p:nvPr/>
            </p:nvSpPr>
            <p:spPr>
              <a:xfrm>
                <a:off x="3368812" y="165598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BEEBD5">
                  <a:alpha val="100000"/>
                </a:srgbClr>
              </a:solidFill>
              <a:ln w="5420" cap="flat">
                <a:solidFill>
                  <a:srgbClr val="BEEBD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57" name="ph1657"/>
              <p:cNvSpPr/>
              <p:nvPr/>
            </p:nvSpPr>
            <p:spPr>
              <a:xfrm>
                <a:off x="3378196" y="165598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BAE9D3">
                  <a:alpha val="100000"/>
                </a:srgbClr>
              </a:solidFill>
              <a:ln w="5420" cap="flat">
                <a:solidFill>
                  <a:srgbClr val="BAE9D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58" name="ph1658"/>
              <p:cNvSpPr/>
              <p:nvPr/>
            </p:nvSpPr>
            <p:spPr>
              <a:xfrm>
                <a:off x="3387581" y="165598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B6E8D1">
                  <a:alpha val="100000"/>
                </a:srgbClr>
              </a:solidFill>
              <a:ln w="5420" cap="flat">
                <a:solidFill>
                  <a:srgbClr val="B6E8D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59" name="ph1659"/>
              <p:cNvSpPr/>
              <p:nvPr/>
            </p:nvSpPr>
            <p:spPr>
              <a:xfrm>
                <a:off x="3396965" y="165598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B3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60" name="ph1660"/>
              <p:cNvSpPr/>
              <p:nvPr/>
            </p:nvSpPr>
            <p:spPr>
              <a:xfrm>
                <a:off x="3406349" y="165598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AF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61" name="ph1661"/>
              <p:cNvSpPr/>
              <p:nvPr/>
            </p:nvSpPr>
            <p:spPr>
              <a:xfrm>
                <a:off x="3415733" y="165598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DE5CC">
                  <a:alpha val="100000"/>
                </a:srgbClr>
              </a:solidFill>
              <a:ln w="5420" cap="flat">
                <a:solidFill>
                  <a:srgbClr val="ADE5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62" name="ph1662"/>
              <p:cNvSpPr/>
              <p:nvPr/>
            </p:nvSpPr>
            <p:spPr>
              <a:xfrm>
                <a:off x="3312506" y="166751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B3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63" name="ph1663"/>
              <p:cNvSpPr/>
              <p:nvPr/>
            </p:nvSpPr>
            <p:spPr>
              <a:xfrm>
                <a:off x="3321891" y="166751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B3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64" name="ph1664"/>
              <p:cNvSpPr/>
              <p:nvPr/>
            </p:nvSpPr>
            <p:spPr>
              <a:xfrm>
                <a:off x="3331275" y="166751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B3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65" name="ph1665"/>
              <p:cNvSpPr/>
              <p:nvPr/>
            </p:nvSpPr>
            <p:spPr>
              <a:xfrm>
                <a:off x="3340659" y="166751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B4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66" name="ph1666"/>
              <p:cNvSpPr/>
              <p:nvPr/>
            </p:nvSpPr>
            <p:spPr>
              <a:xfrm>
                <a:off x="3350043" y="166751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B6E8D1">
                  <a:alpha val="100000"/>
                </a:srgbClr>
              </a:solidFill>
              <a:ln w="5420" cap="flat">
                <a:solidFill>
                  <a:srgbClr val="B6E8D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67" name="ph1667"/>
              <p:cNvSpPr/>
              <p:nvPr/>
            </p:nvSpPr>
            <p:spPr>
              <a:xfrm>
                <a:off x="3359428" y="166751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BBE9D3">
                  <a:alpha val="100000"/>
                </a:srgbClr>
              </a:solidFill>
              <a:ln w="5420" cap="flat">
                <a:solidFill>
                  <a:srgbClr val="BBE9D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68" name="ph1668"/>
              <p:cNvSpPr/>
              <p:nvPr/>
            </p:nvSpPr>
            <p:spPr>
              <a:xfrm>
                <a:off x="3368812" y="166751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BAE9D3">
                  <a:alpha val="100000"/>
                </a:srgbClr>
              </a:solidFill>
              <a:ln w="5420" cap="flat">
                <a:solidFill>
                  <a:srgbClr val="BAE9D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69" name="ph1669"/>
              <p:cNvSpPr/>
              <p:nvPr/>
            </p:nvSpPr>
            <p:spPr>
              <a:xfrm>
                <a:off x="3378196" y="166751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B8E9D2">
                  <a:alpha val="100000"/>
                </a:srgbClr>
              </a:solidFill>
              <a:ln w="5420" cap="flat">
                <a:solidFill>
                  <a:srgbClr val="B8E9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70" name="ph1670"/>
              <p:cNvSpPr/>
              <p:nvPr/>
            </p:nvSpPr>
            <p:spPr>
              <a:xfrm>
                <a:off x="3387581" y="166751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B5E8D1">
                  <a:alpha val="100000"/>
                </a:srgbClr>
              </a:solidFill>
              <a:ln w="5420" cap="flat">
                <a:solidFill>
                  <a:srgbClr val="B5E8D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71" name="ph1671"/>
              <p:cNvSpPr/>
              <p:nvPr/>
            </p:nvSpPr>
            <p:spPr>
              <a:xfrm>
                <a:off x="3396965" y="166751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B2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72" name="ph1672"/>
              <p:cNvSpPr/>
              <p:nvPr/>
            </p:nvSpPr>
            <p:spPr>
              <a:xfrm>
                <a:off x="3406349" y="166751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AF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73" name="ph1673"/>
              <p:cNvSpPr/>
              <p:nvPr/>
            </p:nvSpPr>
            <p:spPr>
              <a:xfrm>
                <a:off x="3415733" y="166751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DE5CD">
                  <a:alpha val="100000"/>
                </a:srgbClr>
              </a:solidFill>
              <a:ln w="5420" cap="flat">
                <a:solidFill>
                  <a:srgbClr val="AD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74" name="ph1674"/>
              <p:cNvSpPr/>
              <p:nvPr/>
            </p:nvSpPr>
            <p:spPr>
              <a:xfrm>
                <a:off x="3331275" y="167904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B3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75" name="ph1675"/>
              <p:cNvSpPr/>
              <p:nvPr/>
            </p:nvSpPr>
            <p:spPr>
              <a:xfrm>
                <a:off x="3340659" y="167904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B4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76" name="ph1676"/>
              <p:cNvSpPr/>
              <p:nvPr/>
            </p:nvSpPr>
            <p:spPr>
              <a:xfrm>
                <a:off x="3350043" y="167904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B5E8D1">
                  <a:alpha val="100000"/>
                </a:srgbClr>
              </a:solidFill>
              <a:ln w="5420" cap="flat">
                <a:solidFill>
                  <a:srgbClr val="B5E8D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77" name="ph1677"/>
              <p:cNvSpPr/>
              <p:nvPr/>
            </p:nvSpPr>
            <p:spPr>
              <a:xfrm>
                <a:off x="3359428" y="167904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B7E8D2">
                  <a:alpha val="100000"/>
                </a:srgbClr>
              </a:solidFill>
              <a:ln w="5420" cap="flat">
                <a:solidFill>
                  <a:srgbClr val="B7E8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78" name="ph1678"/>
              <p:cNvSpPr/>
              <p:nvPr/>
            </p:nvSpPr>
            <p:spPr>
              <a:xfrm>
                <a:off x="3368812" y="167904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B7E8D1">
                  <a:alpha val="100000"/>
                </a:srgbClr>
              </a:solidFill>
              <a:ln w="5420" cap="flat">
                <a:solidFill>
                  <a:srgbClr val="B7E8D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79" name="ph1679"/>
              <p:cNvSpPr/>
              <p:nvPr/>
            </p:nvSpPr>
            <p:spPr>
              <a:xfrm>
                <a:off x="3378196" y="167904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B5E8D1">
                  <a:alpha val="100000"/>
                </a:srgbClr>
              </a:solidFill>
              <a:ln w="5420" cap="flat">
                <a:solidFill>
                  <a:srgbClr val="B5E8D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80" name="ph1680"/>
              <p:cNvSpPr/>
              <p:nvPr/>
            </p:nvSpPr>
            <p:spPr>
              <a:xfrm>
                <a:off x="3387581" y="167904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B3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81" name="ph1681"/>
              <p:cNvSpPr/>
              <p:nvPr/>
            </p:nvSpPr>
            <p:spPr>
              <a:xfrm>
                <a:off x="3396965" y="167904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B1E6CF">
                  <a:alpha val="100000"/>
                </a:srgbClr>
              </a:solidFill>
              <a:ln w="5420" cap="flat">
                <a:solidFill>
                  <a:srgbClr val="B1E6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82" name="ph1682"/>
              <p:cNvSpPr/>
              <p:nvPr/>
            </p:nvSpPr>
            <p:spPr>
              <a:xfrm>
                <a:off x="3406349" y="167904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FE6CD">
                  <a:alpha val="100000"/>
                </a:srgbClr>
              </a:solidFill>
              <a:ln w="5420" cap="flat">
                <a:solidFill>
                  <a:srgbClr val="AFE6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83" name="ph1683"/>
              <p:cNvSpPr/>
              <p:nvPr/>
            </p:nvSpPr>
            <p:spPr>
              <a:xfrm>
                <a:off x="3415733" y="167904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DE5CC">
                  <a:alpha val="100000"/>
                </a:srgbClr>
              </a:solidFill>
              <a:ln w="5420" cap="flat">
                <a:solidFill>
                  <a:srgbClr val="ADE5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84" name="ph1684"/>
              <p:cNvSpPr/>
              <p:nvPr/>
            </p:nvSpPr>
            <p:spPr>
              <a:xfrm>
                <a:off x="3340659" y="169058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B3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85" name="ph1685"/>
              <p:cNvSpPr/>
              <p:nvPr/>
            </p:nvSpPr>
            <p:spPr>
              <a:xfrm>
                <a:off x="3350043" y="169058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B4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86" name="ph1686"/>
              <p:cNvSpPr/>
              <p:nvPr/>
            </p:nvSpPr>
            <p:spPr>
              <a:xfrm>
                <a:off x="3359428" y="169058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B4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87" name="ph1687"/>
              <p:cNvSpPr/>
              <p:nvPr/>
            </p:nvSpPr>
            <p:spPr>
              <a:xfrm>
                <a:off x="3368812" y="169058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B4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88" name="ph1688"/>
              <p:cNvSpPr/>
              <p:nvPr/>
            </p:nvSpPr>
            <p:spPr>
              <a:xfrm>
                <a:off x="3378196" y="169058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B3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89" name="ph1689"/>
              <p:cNvSpPr/>
              <p:nvPr/>
            </p:nvSpPr>
            <p:spPr>
              <a:xfrm>
                <a:off x="3387581" y="169058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B1E6CF">
                  <a:alpha val="100000"/>
                </a:srgbClr>
              </a:solidFill>
              <a:ln w="5420" cap="flat">
                <a:solidFill>
                  <a:srgbClr val="B1E6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90" name="ph1690"/>
              <p:cNvSpPr/>
              <p:nvPr/>
            </p:nvSpPr>
            <p:spPr>
              <a:xfrm>
                <a:off x="3396965" y="169058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AF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91" name="ph1691"/>
              <p:cNvSpPr/>
              <p:nvPr/>
            </p:nvSpPr>
            <p:spPr>
              <a:xfrm>
                <a:off x="3406349" y="169058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AE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92" name="ph1692"/>
              <p:cNvSpPr/>
              <p:nvPr/>
            </p:nvSpPr>
            <p:spPr>
              <a:xfrm>
                <a:off x="3415733" y="169058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ACE5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93" name="ph1693"/>
              <p:cNvSpPr/>
              <p:nvPr/>
            </p:nvSpPr>
            <p:spPr>
              <a:xfrm>
                <a:off x="3350043" y="170211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B2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94" name="ph1694"/>
              <p:cNvSpPr/>
              <p:nvPr/>
            </p:nvSpPr>
            <p:spPr>
              <a:xfrm>
                <a:off x="3359428" y="170211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B2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95" name="ph1695"/>
              <p:cNvSpPr/>
              <p:nvPr/>
            </p:nvSpPr>
            <p:spPr>
              <a:xfrm>
                <a:off x="3368812" y="170211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B2E6CF">
                  <a:alpha val="100000"/>
                </a:srgbClr>
              </a:solidFill>
              <a:ln w="5420" cap="flat">
                <a:solidFill>
                  <a:srgbClr val="B2E6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96" name="ph1696"/>
              <p:cNvSpPr/>
              <p:nvPr/>
            </p:nvSpPr>
            <p:spPr>
              <a:xfrm>
                <a:off x="3378196" y="170211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B0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97" name="ph1697"/>
              <p:cNvSpPr/>
              <p:nvPr/>
            </p:nvSpPr>
            <p:spPr>
              <a:xfrm>
                <a:off x="3387581" y="170211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AF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98" name="ph1698"/>
              <p:cNvSpPr/>
              <p:nvPr/>
            </p:nvSpPr>
            <p:spPr>
              <a:xfrm>
                <a:off x="3396965" y="170211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AE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99" name="ph1699"/>
              <p:cNvSpPr/>
              <p:nvPr/>
            </p:nvSpPr>
            <p:spPr>
              <a:xfrm>
                <a:off x="3406349" y="170211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ACE5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00" name="ph1700"/>
              <p:cNvSpPr/>
              <p:nvPr/>
            </p:nvSpPr>
            <p:spPr>
              <a:xfrm>
                <a:off x="3415733" y="170211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BE4CC">
                  <a:alpha val="100000"/>
                </a:srgbClr>
              </a:solidFill>
              <a:ln w="5420" cap="flat">
                <a:solidFill>
                  <a:srgbClr val="ABE4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01" name="ph1701"/>
              <p:cNvSpPr/>
              <p:nvPr/>
            </p:nvSpPr>
            <p:spPr>
              <a:xfrm>
                <a:off x="3425118" y="170211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9E4CB">
                  <a:alpha val="100000"/>
                </a:srgbClr>
              </a:solidFill>
              <a:ln w="5420" cap="flat">
                <a:solidFill>
                  <a:srgbClr val="A9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02" name="ph1702"/>
              <p:cNvSpPr/>
              <p:nvPr/>
            </p:nvSpPr>
            <p:spPr>
              <a:xfrm>
                <a:off x="3378196" y="171364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AE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03" name="ph1703"/>
              <p:cNvSpPr/>
              <p:nvPr/>
            </p:nvSpPr>
            <p:spPr>
              <a:xfrm>
                <a:off x="3387581" y="171364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DE5CD">
                  <a:alpha val="100000"/>
                </a:srgbClr>
              </a:solidFill>
              <a:ln w="5420" cap="flat">
                <a:solidFill>
                  <a:srgbClr val="AD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04" name="ph1704"/>
              <p:cNvSpPr/>
              <p:nvPr/>
            </p:nvSpPr>
            <p:spPr>
              <a:xfrm>
                <a:off x="3396965" y="171364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ACE5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05" name="ph1705"/>
              <p:cNvSpPr/>
              <p:nvPr/>
            </p:nvSpPr>
            <p:spPr>
              <a:xfrm>
                <a:off x="3406349" y="171364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BE4CC">
                  <a:alpha val="100000"/>
                </a:srgbClr>
              </a:solidFill>
              <a:ln w="5420" cap="flat">
                <a:solidFill>
                  <a:srgbClr val="ABE4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06" name="ph1706"/>
              <p:cNvSpPr/>
              <p:nvPr/>
            </p:nvSpPr>
            <p:spPr>
              <a:xfrm>
                <a:off x="3415733" y="171364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9E4CB">
                  <a:alpha val="100000"/>
                </a:srgbClr>
              </a:solidFill>
              <a:ln w="5420" cap="flat">
                <a:solidFill>
                  <a:srgbClr val="A9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07" name="ph1707"/>
              <p:cNvSpPr/>
              <p:nvPr/>
            </p:nvSpPr>
            <p:spPr>
              <a:xfrm>
                <a:off x="3425118" y="171364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8E3CA">
                  <a:alpha val="100000"/>
                </a:srgbClr>
              </a:solidFill>
              <a:ln w="5420" cap="flat">
                <a:solidFill>
                  <a:srgbClr val="A8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08" name="ph1708"/>
              <p:cNvSpPr/>
              <p:nvPr/>
            </p:nvSpPr>
            <p:spPr>
              <a:xfrm>
                <a:off x="3331275" y="172517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ACE5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09" name="ph1709"/>
              <p:cNvSpPr/>
              <p:nvPr/>
            </p:nvSpPr>
            <p:spPr>
              <a:xfrm>
                <a:off x="3368812" y="172517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ACE5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10" name="ph1710"/>
              <p:cNvSpPr/>
              <p:nvPr/>
            </p:nvSpPr>
            <p:spPr>
              <a:xfrm>
                <a:off x="3378196" y="172517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ACE5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11" name="ph1711"/>
              <p:cNvSpPr/>
              <p:nvPr/>
            </p:nvSpPr>
            <p:spPr>
              <a:xfrm>
                <a:off x="3387581" y="172517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BE4CC">
                  <a:alpha val="100000"/>
                </a:srgbClr>
              </a:solidFill>
              <a:ln w="5420" cap="flat">
                <a:solidFill>
                  <a:srgbClr val="ABE4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12" name="ph1712"/>
              <p:cNvSpPr/>
              <p:nvPr/>
            </p:nvSpPr>
            <p:spPr>
              <a:xfrm>
                <a:off x="3396965" y="172517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AE4CB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13" name="ph1713"/>
              <p:cNvSpPr/>
              <p:nvPr/>
            </p:nvSpPr>
            <p:spPr>
              <a:xfrm>
                <a:off x="3406349" y="172517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9E4CB">
                  <a:alpha val="100000"/>
                </a:srgbClr>
              </a:solidFill>
              <a:ln w="5420" cap="flat">
                <a:solidFill>
                  <a:srgbClr val="A9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14" name="ph1714"/>
              <p:cNvSpPr/>
              <p:nvPr/>
            </p:nvSpPr>
            <p:spPr>
              <a:xfrm>
                <a:off x="3415733" y="172517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8E3CA">
                  <a:alpha val="100000"/>
                </a:srgbClr>
              </a:solidFill>
              <a:ln w="5420" cap="flat">
                <a:solidFill>
                  <a:srgbClr val="A8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15" name="ph1715"/>
              <p:cNvSpPr/>
              <p:nvPr/>
            </p:nvSpPr>
            <p:spPr>
              <a:xfrm>
                <a:off x="3425118" y="172517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7E3CA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16" name="ph1716"/>
              <p:cNvSpPr/>
              <p:nvPr/>
            </p:nvSpPr>
            <p:spPr>
              <a:xfrm>
                <a:off x="3321891" y="1736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9E4CB">
                  <a:alpha val="100000"/>
                </a:srgbClr>
              </a:solidFill>
              <a:ln w="5420" cap="flat">
                <a:solidFill>
                  <a:srgbClr val="A9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17" name="ph1717"/>
              <p:cNvSpPr/>
              <p:nvPr/>
            </p:nvSpPr>
            <p:spPr>
              <a:xfrm>
                <a:off x="3331275" y="1736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AE4CB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18" name="ph1718"/>
              <p:cNvSpPr/>
              <p:nvPr/>
            </p:nvSpPr>
            <p:spPr>
              <a:xfrm>
                <a:off x="3340659" y="1736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AE4CB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19" name="ph1719"/>
              <p:cNvSpPr/>
              <p:nvPr/>
            </p:nvSpPr>
            <p:spPr>
              <a:xfrm>
                <a:off x="3350043" y="1736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AE4CB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20" name="ph1720"/>
              <p:cNvSpPr/>
              <p:nvPr/>
            </p:nvSpPr>
            <p:spPr>
              <a:xfrm>
                <a:off x="3359428" y="1736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AE4CB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21" name="ph1721"/>
              <p:cNvSpPr/>
              <p:nvPr/>
            </p:nvSpPr>
            <p:spPr>
              <a:xfrm>
                <a:off x="3368812" y="1736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AE4CB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22" name="ph1722"/>
              <p:cNvSpPr/>
              <p:nvPr/>
            </p:nvSpPr>
            <p:spPr>
              <a:xfrm>
                <a:off x="3378196" y="1736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AE4CB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23" name="ph1723"/>
              <p:cNvSpPr/>
              <p:nvPr/>
            </p:nvSpPr>
            <p:spPr>
              <a:xfrm>
                <a:off x="3387581" y="1736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9E4CB">
                  <a:alpha val="100000"/>
                </a:srgbClr>
              </a:solidFill>
              <a:ln w="5420" cap="flat">
                <a:solidFill>
                  <a:srgbClr val="A9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24" name="ph1724"/>
              <p:cNvSpPr/>
              <p:nvPr/>
            </p:nvSpPr>
            <p:spPr>
              <a:xfrm>
                <a:off x="3396965" y="1736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8E3CA">
                  <a:alpha val="100000"/>
                </a:srgbClr>
              </a:solidFill>
              <a:ln w="5420" cap="flat">
                <a:solidFill>
                  <a:srgbClr val="A8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25" name="ph1725"/>
              <p:cNvSpPr/>
              <p:nvPr/>
            </p:nvSpPr>
            <p:spPr>
              <a:xfrm>
                <a:off x="3406349" y="1736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7E3CA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26" name="ph1726"/>
              <p:cNvSpPr/>
              <p:nvPr/>
            </p:nvSpPr>
            <p:spPr>
              <a:xfrm>
                <a:off x="3415733" y="1736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6E3C9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27" name="ph1727"/>
              <p:cNvSpPr/>
              <p:nvPr/>
            </p:nvSpPr>
            <p:spPr>
              <a:xfrm>
                <a:off x="3425118" y="1736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5E3C9">
                  <a:alpha val="100000"/>
                </a:srgbClr>
              </a:solidFill>
              <a:ln w="5420" cap="flat">
                <a:solidFill>
                  <a:srgbClr val="A5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28" name="ph1728"/>
              <p:cNvSpPr/>
              <p:nvPr/>
            </p:nvSpPr>
            <p:spPr>
              <a:xfrm>
                <a:off x="3312506" y="1748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5E2C9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29" name="ph1729"/>
              <p:cNvSpPr/>
              <p:nvPr/>
            </p:nvSpPr>
            <p:spPr>
              <a:xfrm>
                <a:off x="3321891" y="1748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5E2C9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30" name="ph1730"/>
              <p:cNvSpPr/>
              <p:nvPr/>
            </p:nvSpPr>
            <p:spPr>
              <a:xfrm>
                <a:off x="3331275" y="1748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6E3C9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31" name="ph1731"/>
              <p:cNvSpPr/>
              <p:nvPr/>
            </p:nvSpPr>
            <p:spPr>
              <a:xfrm>
                <a:off x="3340659" y="1748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6E3C9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32" name="ph1732"/>
              <p:cNvSpPr/>
              <p:nvPr/>
            </p:nvSpPr>
            <p:spPr>
              <a:xfrm>
                <a:off x="3350043" y="1748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6E3C9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33" name="ph1733"/>
              <p:cNvSpPr/>
              <p:nvPr/>
            </p:nvSpPr>
            <p:spPr>
              <a:xfrm>
                <a:off x="3359428" y="1748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6E3C9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34" name="ph1734"/>
              <p:cNvSpPr/>
              <p:nvPr/>
            </p:nvSpPr>
            <p:spPr>
              <a:xfrm>
                <a:off x="3368812" y="1748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6E3C9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35" name="ph1735"/>
              <p:cNvSpPr/>
              <p:nvPr/>
            </p:nvSpPr>
            <p:spPr>
              <a:xfrm>
                <a:off x="3378196" y="1748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6E3C9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36" name="ph1736"/>
              <p:cNvSpPr/>
              <p:nvPr/>
            </p:nvSpPr>
            <p:spPr>
              <a:xfrm>
                <a:off x="3387581" y="1748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5E2C9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37" name="ph1737"/>
              <p:cNvSpPr/>
              <p:nvPr/>
            </p:nvSpPr>
            <p:spPr>
              <a:xfrm>
                <a:off x="3396965" y="1748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5E2C9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38" name="ph1738"/>
              <p:cNvSpPr/>
              <p:nvPr/>
            </p:nvSpPr>
            <p:spPr>
              <a:xfrm>
                <a:off x="3406349" y="1748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4E2C8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39" name="ph1739"/>
              <p:cNvSpPr/>
              <p:nvPr/>
            </p:nvSpPr>
            <p:spPr>
              <a:xfrm>
                <a:off x="3415733" y="1748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40" name="ph1740"/>
              <p:cNvSpPr/>
              <p:nvPr/>
            </p:nvSpPr>
            <p:spPr>
              <a:xfrm>
                <a:off x="3425118" y="1748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2E2C8">
                  <a:alpha val="100000"/>
                </a:srgbClr>
              </a:solidFill>
              <a:ln w="5420" cap="flat">
                <a:solidFill>
                  <a:srgbClr val="A2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41" name="ph1741"/>
              <p:cNvSpPr/>
              <p:nvPr/>
            </p:nvSpPr>
            <p:spPr>
              <a:xfrm>
                <a:off x="3434502" y="1748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2E1C7">
                  <a:alpha val="100000"/>
                </a:srgbClr>
              </a:solidFill>
              <a:ln w="5420" cap="flat">
                <a:solidFill>
                  <a:srgbClr val="A2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42" name="ph1742"/>
              <p:cNvSpPr/>
              <p:nvPr/>
            </p:nvSpPr>
            <p:spPr>
              <a:xfrm>
                <a:off x="3312506" y="1759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43" name="ph1743"/>
              <p:cNvSpPr/>
              <p:nvPr/>
            </p:nvSpPr>
            <p:spPr>
              <a:xfrm>
                <a:off x="3321891" y="1759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44" name="ph1744"/>
              <p:cNvSpPr/>
              <p:nvPr/>
            </p:nvSpPr>
            <p:spPr>
              <a:xfrm>
                <a:off x="3331275" y="1759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4E2C8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45" name="ph1745"/>
              <p:cNvSpPr/>
              <p:nvPr/>
            </p:nvSpPr>
            <p:spPr>
              <a:xfrm>
                <a:off x="3340659" y="1759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4E2C8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46" name="ph1746"/>
              <p:cNvSpPr/>
              <p:nvPr/>
            </p:nvSpPr>
            <p:spPr>
              <a:xfrm>
                <a:off x="3350043" y="1759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4E2C8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47" name="ph1747"/>
              <p:cNvSpPr/>
              <p:nvPr/>
            </p:nvSpPr>
            <p:spPr>
              <a:xfrm>
                <a:off x="3359428" y="1759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4E2C8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48" name="ph1748"/>
              <p:cNvSpPr/>
              <p:nvPr/>
            </p:nvSpPr>
            <p:spPr>
              <a:xfrm>
                <a:off x="3368812" y="1759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4E2C8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49" name="ph1749"/>
              <p:cNvSpPr/>
              <p:nvPr/>
            </p:nvSpPr>
            <p:spPr>
              <a:xfrm>
                <a:off x="3378196" y="1759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4E2C8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50" name="ph1750"/>
              <p:cNvSpPr/>
              <p:nvPr/>
            </p:nvSpPr>
            <p:spPr>
              <a:xfrm>
                <a:off x="3387581" y="1759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51" name="ph1751"/>
              <p:cNvSpPr/>
              <p:nvPr/>
            </p:nvSpPr>
            <p:spPr>
              <a:xfrm>
                <a:off x="3396965" y="1759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52" name="ph1752"/>
              <p:cNvSpPr/>
              <p:nvPr/>
            </p:nvSpPr>
            <p:spPr>
              <a:xfrm>
                <a:off x="3406349" y="1759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2E2C8">
                  <a:alpha val="100000"/>
                </a:srgbClr>
              </a:solidFill>
              <a:ln w="5420" cap="flat">
                <a:solidFill>
                  <a:srgbClr val="A2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53" name="ph1753"/>
              <p:cNvSpPr/>
              <p:nvPr/>
            </p:nvSpPr>
            <p:spPr>
              <a:xfrm>
                <a:off x="3415733" y="1759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2E1C7">
                  <a:alpha val="100000"/>
                </a:srgbClr>
              </a:solidFill>
              <a:ln w="5420" cap="flat">
                <a:solidFill>
                  <a:srgbClr val="A2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54" name="ph1754"/>
              <p:cNvSpPr/>
              <p:nvPr/>
            </p:nvSpPr>
            <p:spPr>
              <a:xfrm>
                <a:off x="3425118" y="1759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1E1C7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55" name="ph1755"/>
              <p:cNvSpPr/>
              <p:nvPr/>
            </p:nvSpPr>
            <p:spPr>
              <a:xfrm>
                <a:off x="3434502" y="1759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0E1C7">
                  <a:alpha val="100000"/>
                </a:srgbClr>
              </a:solidFill>
              <a:ln w="5420" cap="flat">
                <a:solidFill>
                  <a:srgbClr val="A0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56" name="ph1756"/>
              <p:cNvSpPr/>
              <p:nvPr/>
            </p:nvSpPr>
            <p:spPr>
              <a:xfrm>
                <a:off x="3443886" y="1759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0E1C6">
                  <a:alpha val="100000"/>
                </a:srgbClr>
              </a:solidFill>
              <a:ln w="5420" cap="flat">
                <a:solidFill>
                  <a:srgbClr val="A0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57" name="ph1757"/>
              <p:cNvSpPr/>
              <p:nvPr/>
            </p:nvSpPr>
            <p:spPr>
              <a:xfrm>
                <a:off x="3312506" y="1771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1E1C7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58" name="ph1758"/>
              <p:cNvSpPr/>
              <p:nvPr/>
            </p:nvSpPr>
            <p:spPr>
              <a:xfrm>
                <a:off x="3321891" y="1771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1E1C7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59" name="ph1759"/>
              <p:cNvSpPr/>
              <p:nvPr/>
            </p:nvSpPr>
            <p:spPr>
              <a:xfrm>
                <a:off x="3331275" y="1771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2E1C7">
                  <a:alpha val="100000"/>
                </a:srgbClr>
              </a:solidFill>
              <a:ln w="5420" cap="flat">
                <a:solidFill>
                  <a:srgbClr val="A2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60" name="ph1760"/>
              <p:cNvSpPr/>
              <p:nvPr/>
            </p:nvSpPr>
            <p:spPr>
              <a:xfrm>
                <a:off x="3340659" y="1771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2E1C7">
                  <a:alpha val="100000"/>
                </a:srgbClr>
              </a:solidFill>
              <a:ln w="5420" cap="flat">
                <a:solidFill>
                  <a:srgbClr val="A2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61" name="ph1761"/>
              <p:cNvSpPr/>
              <p:nvPr/>
            </p:nvSpPr>
            <p:spPr>
              <a:xfrm>
                <a:off x="3350043" y="1771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2E1C8">
                  <a:alpha val="100000"/>
                </a:srgbClr>
              </a:solidFill>
              <a:ln w="5420" cap="flat">
                <a:solidFill>
                  <a:srgbClr val="A2E1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62" name="ph1762"/>
              <p:cNvSpPr/>
              <p:nvPr/>
            </p:nvSpPr>
            <p:spPr>
              <a:xfrm>
                <a:off x="3359428" y="1771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2E2C8">
                  <a:alpha val="100000"/>
                </a:srgbClr>
              </a:solidFill>
              <a:ln w="5420" cap="flat">
                <a:solidFill>
                  <a:srgbClr val="A2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63" name="ph1763"/>
              <p:cNvSpPr/>
              <p:nvPr/>
            </p:nvSpPr>
            <p:spPr>
              <a:xfrm>
                <a:off x="3368812" y="1771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2E1C7">
                  <a:alpha val="100000"/>
                </a:srgbClr>
              </a:solidFill>
              <a:ln w="5420" cap="flat">
                <a:solidFill>
                  <a:srgbClr val="A2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64" name="ph1764"/>
              <p:cNvSpPr/>
              <p:nvPr/>
            </p:nvSpPr>
            <p:spPr>
              <a:xfrm>
                <a:off x="3378196" y="1771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2E1C7">
                  <a:alpha val="100000"/>
                </a:srgbClr>
              </a:solidFill>
              <a:ln w="5420" cap="flat">
                <a:solidFill>
                  <a:srgbClr val="A2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65" name="ph1765"/>
              <p:cNvSpPr/>
              <p:nvPr/>
            </p:nvSpPr>
            <p:spPr>
              <a:xfrm>
                <a:off x="3387581" y="1771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2E1C7">
                  <a:alpha val="100000"/>
                </a:srgbClr>
              </a:solidFill>
              <a:ln w="5420" cap="flat">
                <a:solidFill>
                  <a:srgbClr val="A2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66" name="ph1766"/>
              <p:cNvSpPr/>
              <p:nvPr/>
            </p:nvSpPr>
            <p:spPr>
              <a:xfrm>
                <a:off x="3396965" y="1771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1E1C7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67" name="ph1767"/>
              <p:cNvSpPr/>
              <p:nvPr/>
            </p:nvSpPr>
            <p:spPr>
              <a:xfrm>
                <a:off x="3406349" y="1771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1E1C7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68" name="ph1768"/>
              <p:cNvSpPr/>
              <p:nvPr/>
            </p:nvSpPr>
            <p:spPr>
              <a:xfrm>
                <a:off x="3415733" y="1771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0E1C7">
                  <a:alpha val="100000"/>
                </a:srgbClr>
              </a:solidFill>
              <a:ln w="5420" cap="flat">
                <a:solidFill>
                  <a:srgbClr val="A0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69" name="ph1769"/>
              <p:cNvSpPr/>
              <p:nvPr/>
            </p:nvSpPr>
            <p:spPr>
              <a:xfrm>
                <a:off x="3425118" y="1771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0E1C6">
                  <a:alpha val="100000"/>
                </a:srgbClr>
              </a:solidFill>
              <a:ln w="5420" cap="flat">
                <a:solidFill>
                  <a:srgbClr val="A0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70" name="ph1770"/>
              <p:cNvSpPr/>
              <p:nvPr/>
            </p:nvSpPr>
            <p:spPr>
              <a:xfrm>
                <a:off x="3434502" y="1771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FE0C6">
                  <a:alpha val="100000"/>
                </a:srgbClr>
              </a:solidFill>
              <a:ln w="5420" cap="flat">
                <a:solidFill>
                  <a:srgbClr val="9F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71" name="ph1771"/>
              <p:cNvSpPr/>
              <p:nvPr/>
            </p:nvSpPr>
            <p:spPr>
              <a:xfrm>
                <a:off x="3443886" y="1771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EE0C6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72" name="ph1772"/>
              <p:cNvSpPr/>
              <p:nvPr/>
            </p:nvSpPr>
            <p:spPr>
              <a:xfrm>
                <a:off x="3312506" y="1782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FE1C6">
                  <a:alpha val="100000"/>
                </a:srgbClr>
              </a:solidFill>
              <a:ln w="5420" cap="flat">
                <a:solidFill>
                  <a:srgbClr val="9F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73" name="ph1773"/>
              <p:cNvSpPr/>
              <p:nvPr/>
            </p:nvSpPr>
            <p:spPr>
              <a:xfrm>
                <a:off x="3321891" y="1782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0E1C6">
                  <a:alpha val="100000"/>
                </a:srgbClr>
              </a:solidFill>
              <a:ln w="5420" cap="flat">
                <a:solidFill>
                  <a:srgbClr val="A0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74" name="ph1774"/>
              <p:cNvSpPr/>
              <p:nvPr/>
            </p:nvSpPr>
            <p:spPr>
              <a:xfrm>
                <a:off x="3331275" y="1782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0E1C6">
                  <a:alpha val="100000"/>
                </a:srgbClr>
              </a:solidFill>
              <a:ln w="5420" cap="flat">
                <a:solidFill>
                  <a:srgbClr val="A0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75" name="ph1775"/>
              <p:cNvSpPr/>
              <p:nvPr/>
            </p:nvSpPr>
            <p:spPr>
              <a:xfrm>
                <a:off x="3340659" y="1782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0E1C7">
                  <a:alpha val="100000"/>
                </a:srgbClr>
              </a:solidFill>
              <a:ln w="5420" cap="flat">
                <a:solidFill>
                  <a:srgbClr val="A0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76" name="ph1776"/>
              <p:cNvSpPr/>
              <p:nvPr/>
            </p:nvSpPr>
            <p:spPr>
              <a:xfrm>
                <a:off x="3350043" y="1782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0E1C7">
                  <a:alpha val="100000"/>
                </a:srgbClr>
              </a:solidFill>
              <a:ln w="5420" cap="flat">
                <a:solidFill>
                  <a:srgbClr val="A0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77" name="ph1777"/>
              <p:cNvSpPr/>
              <p:nvPr/>
            </p:nvSpPr>
            <p:spPr>
              <a:xfrm>
                <a:off x="3359428" y="1782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0E1C7">
                  <a:alpha val="100000"/>
                </a:srgbClr>
              </a:solidFill>
              <a:ln w="5420" cap="flat">
                <a:solidFill>
                  <a:srgbClr val="A0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78" name="ph1778"/>
              <p:cNvSpPr/>
              <p:nvPr/>
            </p:nvSpPr>
            <p:spPr>
              <a:xfrm>
                <a:off x="3368812" y="1782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0E1C7">
                  <a:alpha val="100000"/>
                </a:srgbClr>
              </a:solidFill>
              <a:ln w="5420" cap="flat">
                <a:solidFill>
                  <a:srgbClr val="A0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79" name="ph1779"/>
              <p:cNvSpPr/>
              <p:nvPr/>
            </p:nvSpPr>
            <p:spPr>
              <a:xfrm>
                <a:off x="3378196" y="1782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0E1C7">
                  <a:alpha val="100000"/>
                </a:srgbClr>
              </a:solidFill>
              <a:ln w="5420" cap="flat">
                <a:solidFill>
                  <a:srgbClr val="A0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80" name="ph1780"/>
              <p:cNvSpPr/>
              <p:nvPr/>
            </p:nvSpPr>
            <p:spPr>
              <a:xfrm>
                <a:off x="3387581" y="1782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0E1C6">
                  <a:alpha val="100000"/>
                </a:srgbClr>
              </a:solidFill>
              <a:ln w="5420" cap="flat">
                <a:solidFill>
                  <a:srgbClr val="A0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81" name="ph1781"/>
              <p:cNvSpPr/>
              <p:nvPr/>
            </p:nvSpPr>
            <p:spPr>
              <a:xfrm>
                <a:off x="3396965" y="1782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0E1C6">
                  <a:alpha val="100000"/>
                </a:srgbClr>
              </a:solidFill>
              <a:ln w="5420" cap="flat">
                <a:solidFill>
                  <a:srgbClr val="A0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82" name="ph1782"/>
              <p:cNvSpPr/>
              <p:nvPr/>
            </p:nvSpPr>
            <p:spPr>
              <a:xfrm>
                <a:off x="3406349" y="1782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FE1C6">
                  <a:alpha val="100000"/>
                </a:srgbClr>
              </a:solidFill>
              <a:ln w="5420" cap="flat">
                <a:solidFill>
                  <a:srgbClr val="9F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83" name="ph1783"/>
              <p:cNvSpPr/>
              <p:nvPr/>
            </p:nvSpPr>
            <p:spPr>
              <a:xfrm>
                <a:off x="3415733" y="1782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FE0C6">
                  <a:alpha val="100000"/>
                </a:srgbClr>
              </a:solidFill>
              <a:ln w="5420" cap="flat">
                <a:solidFill>
                  <a:srgbClr val="9F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84" name="ph1784"/>
              <p:cNvSpPr/>
              <p:nvPr/>
            </p:nvSpPr>
            <p:spPr>
              <a:xfrm>
                <a:off x="3425118" y="1782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EE0C6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85" name="ph1785"/>
              <p:cNvSpPr/>
              <p:nvPr/>
            </p:nvSpPr>
            <p:spPr>
              <a:xfrm>
                <a:off x="3434502" y="1782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EE0C5">
                  <a:alpha val="100000"/>
                </a:srgbClr>
              </a:solidFill>
              <a:ln w="5420" cap="flat">
                <a:solidFill>
                  <a:srgbClr val="9E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86" name="ph1786"/>
              <p:cNvSpPr/>
              <p:nvPr/>
            </p:nvSpPr>
            <p:spPr>
              <a:xfrm>
                <a:off x="3443886" y="1782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87" name="ph1787"/>
              <p:cNvSpPr/>
              <p:nvPr/>
            </p:nvSpPr>
            <p:spPr>
              <a:xfrm>
                <a:off x="3453270" y="1782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CE0C5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88" name="ph1788"/>
              <p:cNvSpPr/>
              <p:nvPr/>
            </p:nvSpPr>
            <p:spPr>
              <a:xfrm>
                <a:off x="3321891" y="1794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EE0C6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89" name="ph1789"/>
              <p:cNvSpPr/>
              <p:nvPr/>
            </p:nvSpPr>
            <p:spPr>
              <a:xfrm>
                <a:off x="3331275" y="1794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EE0C6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90" name="ph1790"/>
              <p:cNvSpPr/>
              <p:nvPr/>
            </p:nvSpPr>
            <p:spPr>
              <a:xfrm>
                <a:off x="3340659" y="1794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EE0C6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91" name="ph1791"/>
              <p:cNvSpPr/>
              <p:nvPr/>
            </p:nvSpPr>
            <p:spPr>
              <a:xfrm>
                <a:off x="3350043" y="1794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FE0C6">
                  <a:alpha val="100000"/>
                </a:srgbClr>
              </a:solidFill>
              <a:ln w="5420" cap="flat">
                <a:solidFill>
                  <a:srgbClr val="9F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92" name="ph1792"/>
              <p:cNvSpPr/>
              <p:nvPr/>
            </p:nvSpPr>
            <p:spPr>
              <a:xfrm>
                <a:off x="3359428" y="1794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FE0C6">
                  <a:alpha val="100000"/>
                </a:srgbClr>
              </a:solidFill>
              <a:ln w="5420" cap="flat">
                <a:solidFill>
                  <a:srgbClr val="9F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93" name="ph1793"/>
              <p:cNvSpPr/>
              <p:nvPr/>
            </p:nvSpPr>
            <p:spPr>
              <a:xfrm>
                <a:off x="3368812" y="1794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FE0C6">
                  <a:alpha val="100000"/>
                </a:srgbClr>
              </a:solidFill>
              <a:ln w="5420" cap="flat">
                <a:solidFill>
                  <a:srgbClr val="9F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94" name="ph1794"/>
              <p:cNvSpPr/>
              <p:nvPr/>
            </p:nvSpPr>
            <p:spPr>
              <a:xfrm>
                <a:off x="3378196" y="1794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EE0C6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95" name="ph1795"/>
              <p:cNvSpPr/>
              <p:nvPr/>
            </p:nvSpPr>
            <p:spPr>
              <a:xfrm>
                <a:off x="3387581" y="1794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EE0C6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96" name="ph1796"/>
              <p:cNvSpPr/>
              <p:nvPr/>
            </p:nvSpPr>
            <p:spPr>
              <a:xfrm>
                <a:off x="3396965" y="1794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EE0C6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97" name="ph1797"/>
              <p:cNvSpPr/>
              <p:nvPr/>
            </p:nvSpPr>
            <p:spPr>
              <a:xfrm>
                <a:off x="3406349" y="1794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EE0C5">
                  <a:alpha val="100000"/>
                </a:srgbClr>
              </a:solidFill>
              <a:ln w="5420" cap="flat">
                <a:solidFill>
                  <a:srgbClr val="9E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98" name="ph1798"/>
              <p:cNvSpPr/>
              <p:nvPr/>
            </p:nvSpPr>
            <p:spPr>
              <a:xfrm>
                <a:off x="3415733" y="1794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99" name="ph1799"/>
              <p:cNvSpPr/>
              <p:nvPr/>
            </p:nvSpPr>
            <p:spPr>
              <a:xfrm>
                <a:off x="3425118" y="1794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00" name="ph1800"/>
              <p:cNvSpPr/>
              <p:nvPr/>
            </p:nvSpPr>
            <p:spPr>
              <a:xfrm>
                <a:off x="3434502" y="1794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CE0C5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01" name="ph1801"/>
              <p:cNvSpPr/>
              <p:nvPr/>
            </p:nvSpPr>
            <p:spPr>
              <a:xfrm>
                <a:off x="3443886" y="1794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CDFC5">
                  <a:alpha val="100000"/>
                </a:srgbClr>
              </a:solidFill>
              <a:ln w="5420" cap="flat">
                <a:solidFill>
                  <a:srgbClr val="9CDF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02" name="ph1802"/>
              <p:cNvSpPr/>
              <p:nvPr/>
            </p:nvSpPr>
            <p:spPr>
              <a:xfrm>
                <a:off x="3453270" y="1794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03" name="ph1803"/>
              <p:cNvSpPr/>
              <p:nvPr/>
            </p:nvSpPr>
            <p:spPr>
              <a:xfrm>
                <a:off x="3293738" y="1805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04" name="ph1804"/>
              <p:cNvSpPr/>
              <p:nvPr/>
            </p:nvSpPr>
            <p:spPr>
              <a:xfrm>
                <a:off x="3303122" y="1805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CDFC5">
                  <a:alpha val="100000"/>
                </a:srgbClr>
              </a:solidFill>
              <a:ln w="5420" cap="flat">
                <a:solidFill>
                  <a:srgbClr val="9CDF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05" name="ph1805"/>
              <p:cNvSpPr/>
              <p:nvPr/>
            </p:nvSpPr>
            <p:spPr>
              <a:xfrm>
                <a:off x="3312506" y="1805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CE0C5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06" name="ph1806"/>
              <p:cNvSpPr/>
              <p:nvPr/>
            </p:nvSpPr>
            <p:spPr>
              <a:xfrm>
                <a:off x="3321891" y="1805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CE0C5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07" name="ph1807"/>
              <p:cNvSpPr/>
              <p:nvPr/>
            </p:nvSpPr>
            <p:spPr>
              <a:xfrm>
                <a:off x="3331275" y="1805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08" name="ph1808"/>
              <p:cNvSpPr/>
              <p:nvPr/>
            </p:nvSpPr>
            <p:spPr>
              <a:xfrm>
                <a:off x="3340659" y="1805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09" name="ph1809"/>
              <p:cNvSpPr/>
              <p:nvPr/>
            </p:nvSpPr>
            <p:spPr>
              <a:xfrm>
                <a:off x="3350043" y="1805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10" name="ph1810"/>
              <p:cNvSpPr/>
              <p:nvPr/>
            </p:nvSpPr>
            <p:spPr>
              <a:xfrm>
                <a:off x="3359428" y="1805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11" name="ph1811"/>
              <p:cNvSpPr/>
              <p:nvPr/>
            </p:nvSpPr>
            <p:spPr>
              <a:xfrm>
                <a:off x="3368812" y="1805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12" name="ph1812"/>
              <p:cNvSpPr/>
              <p:nvPr/>
            </p:nvSpPr>
            <p:spPr>
              <a:xfrm>
                <a:off x="3378196" y="1805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13" name="ph1813"/>
              <p:cNvSpPr/>
              <p:nvPr/>
            </p:nvSpPr>
            <p:spPr>
              <a:xfrm>
                <a:off x="3387581" y="1805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14" name="ph1814"/>
              <p:cNvSpPr/>
              <p:nvPr/>
            </p:nvSpPr>
            <p:spPr>
              <a:xfrm>
                <a:off x="3396965" y="1805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15" name="ph1815"/>
              <p:cNvSpPr/>
              <p:nvPr/>
            </p:nvSpPr>
            <p:spPr>
              <a:xfrm>
                <a:off x="3406349" y="1805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CE0C5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16" name="ph1816"/>
              <p:cNvSpPr/>
              <p:nvPr/>
            </p:nvSpPr>
            <p:spPr>
              <a:xfrm>
                <a:off x="3415733" y="1805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CE0C5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17" name="ph1817"/>
              <p:cNvSpPr/>
              <p:nvPr/>
            </p:nvSpPr>
            <p:spPr>
              <a:xfrm>
                <a:off x="3425118" y="1805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CDFC4">
                  <a:alpha val="100000"/>
                </a:srgbClr>
              </a:solidFill>
              <a:ln w="5420" cap="flat">
                <a:solidFill>
                  <a:srgbClr val="9C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18" name="ph1818"/>
              <p:cNvSpPr/>
              <p:nvPr/>
            </p:nvSpPr>
            <p:spPr>
              <a:xfrm>
                <a:off x="3434502" y="1805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19" name="ph1819"/>
              <p:cNvSpPr/>
              <p:nvPr/>
            </p:nvSpPr>
            <p:spPr>
              <a:xfrm>
                <a:off x="3443886" y="1805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20" name="ph1820"/>
              <p:cNvSpPr/>
              <p:nvPr/>
            </p:nvSpPr>
            <p:spPr>
              <a:xfrm>
                <a:off x="3293738" y="1817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21" name="ph1821"/>
              <p:cNvSpPr/>
              <p:nvPr/>
            </p:nvSpPr>
            <p:spPr>
              <a:xfrm>
                <a:off x="3303122" y="1817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22" name="ph1822"/>
              <p:cNvSpPr/>
              <p:nvPr/>
            </p:nvSpPr>
            <p:spPr>
              <a:xfrm>
                <a:off x="3312506" y="1817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23" name="ph1823"/>
              <p:cNvSpPr/>
              <p:nvPr/>
            </p:nvSpPr>
            <p:spPr>
              <a:xfrm>
                <a:off x="3321891" y="1817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24" name="ph1824"/>
              <p:cNvSpPr/>
              <p:nvPr/>
            </p:nvSpPr>
            <p:spPr>
              <a:xfrm>
                <a:off x="3331275" y="1817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25" name="ph1825"/>
              <p:cNvSpPr/>
              <p:nvPr/>
            </p:nvSpPr>
            <p:spPr>
              <a:xfrm>
                <a:off x="3340659" y="1817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26" name="ph1826"/>
              <p:cNvSpPr/>
              <p:nvPr/>
            </p:nvSpPr>
            <p:spPr>
              <a:xfrm>
                <a:off x="3350043" y="1817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CDFC4">
                  <a:alpha val="100000"/>
                </a:srgbClr>
              </a:solidFill>
              <a:ln w="5420" cap="flat">
                <a:solidFill>
                  <a:srgbClr val="9C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27" name="ph1827"/>
              <p:cNvSpPr/>
              <p:nvPr/>
            </p:nvSpPr>
            <p:spPr>
              <a:xfrm>
                <a:off x="3359428" y="1817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CDFC5">
                  <a:alpha val="100000"/>
                </a:srgbClr>
              </a:solidFill>
              <a:ln w="5420" cap="flat">
                <a:solidFill>
                  <a:srgbClr val="9CDF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28" name="ph1828"/>
              <p:cNvSpPr/>
              <p:nvPr/>
            </p:nvSpPr>
            <p:spPr>
              <a:xfrm>
                <a:off x="3368812" y="1817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CDFC5">
                  <a:alpha val="100000"/>
                </a:srgbClr>
              </a:solidFill>
              <a:ln w="5420" cap="flat">
                <a:solidFill>
                  <a:srgbClr val="9CDF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29" name="ph1829"/>
              <p:cNvSpPr/>
              <p:nvPr/>
            </p:nvSpPr>
            <p:spPr>
              <a:xfrm>
                <a:off x="3378196" y="1817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CDFC4">
                  <a:alpha val="100000"/>
                </a:srgbClr>
              </a:solidFill>
              <a:ln w="5420" cap="flat">
                <a:solidFill>
                  <a:srgbClr val="9C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30" name="ph1830"/>
              <p:cNvSpPr/>
              <p:nvPr/>
            </p:nvSpPr>
            <p:spPr>
              <a:xfrm>
                <a:off x="3387581" y="1817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31" name="ph1831"/>
              <p:cNvSpPr/>
              <p:nvPr/>
            </p:nvSpPr>
            <p:spPr>
              <a:xfrm>
                <a:off x="3396965" y="1817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32" name="ph1832"/>
              <p:cNvSpPr/>
              <p:nvPr/>
            </p:nvSpPr>
            <p:spPr>
              <a:xfrm>
                <a:off x="3406349" y="1817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33" name="ph1833"/>
              <p:cNvSpPr/>
              <p:nvPr/>
            </p:nvSpPr>
            <p:spPr>
              <a:xfrm>
                <a:off x="3415733" y="1817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34" name="ph1834"/>
              <p:cNvSpPr/>
              <p:nvPr/>
            </p:nvSpPr>
            <p:spPr>
              <a:xfrm>
                <a:off x="3425118" y="1817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35" name="ph1835"/>
              <p:cNvSpPr/>
              <p:nvPr/>
            </p:nvSpPr>
            <p:spPr>
              <a:xfrm>
                <a:off x="3434502" y="1817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36" name="ph1836"/>
              <p:cNvSpPr/>
              <p:nvPr/>
            </p:nvSpPr>
            <p:spPr>
              <a:xfrm>
                <a:off x="3293738" y="182896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37" name="ph1837"/>
              <p:cNvSpPr/>
              <p:nvPr/>
            </p:nvSpPr>
            <p:spPr>
              <a:xfrm>
                <a:off x="3303122" y="182896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38" name="ph1838"/>
              <p:cNvSpPr/>
              <p:nvPr/>
            </p:nvSpPr>
            <p:spPr>
              <a:xfrm>
                <a:off x="3312506" y="182896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39" name="ph1839"/>
              <p:cNvSpPr/>
              <p:nvPr/>
            </p:nvSpPr>
            <p:spPr>
              <a:xfrm>
                <a:off x="3321891" y="182896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40" name="ph1840"/>
              <p:cNvSpPr/>
              <p:nvPr/>
            </p:nvSpPr>
            <p:spPr>
              <a:xfrm>
                <a:off x="3331275" y="182896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41" name="ph1841"/>
              <p:cNvSpPr/>
              <p:nvPr/>
            </p:nvSpPr>
            <p:spPr>
              <a:xfrm>
                <a:off x="3340659" y="182896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42" name="ph1842"/>
              <p:cNvSpPr/>
              <p:nvPr/>
            </p:nvSpPr>
            <p:spPr>
              <a:xfrm>
                <a:off x="3350043" y="182896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43" name="ph1843"/>
              <p:cNvSpPr/>
              <p:nvPr/>
            </p:nvSpPr>
            <p:spPr>
              <a:xfrm>
                <a:off x="3359428" y="182896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44" name="ph1844"/>
              <p:cNvSpPr/>
              <p:nvPr/>
            </p:nvSpPr>
            <p:spPr>
              <a:xfrm>
                <a:off x="3368812" y="182896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45" name="ph1845"/>
              <p:cNvSpPr/>
              <p:nvPr/>
            </p:nvSpPr>
            <p:spPr>
              <a:xfrm>
                <a:off x="3378196" y="182896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46" name="ph1846"/>
              <p:cNvSpPr/>
              <p:nvPr/>
            </p:nvSpPr>
            <p:spPr>
              <a:xfrm>
                <a:off x="3387581" y="182896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47" name="ph1847"/>
              <p:cNvSpPr/>
              <p:nvPr/>
            </p:nvSpPr>
            <p:spPr>
              <a:xfrm>
                <a:off x="3396965" y="182896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48" name="ph1848"/>
              <p:cNvSpPr/>
              <p:nvPr/>
            </p:nvSpPr>
            <p:spPr>
              <a:xfrm>
                <a:off x="3406349" y="182896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49" name="ph1849"/>
              <p:cNvSpPr/>
              <p:nvPr/>
            </p:nvSpPr>
            <p:spPr>
              <a:xfrm>
                <a:off x="3415733" y="182896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9DFC4">
                  <a:alpha val="100000"/>
                </a:srgbClr>
              </a:solidFill>
              <a:ln w="5420" cap="flat">
                <a:solidFill>
                  <a:srgbClr val="99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50" name="ph1850"/>
              <p:cNvSpPr/>
              <p:nvPr/>
            </p:nvSpPr>
            <p:spPr>
              <a:xfrm>
                <a:off x="3425118" y="182896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51" name="ph1851"/>
              <p:cNvSpPr/>
              <p:nvPr/>
            </p:nvSpPr>
            <p:spPr>
              <a:xfrm>
                <a:off x="3293738" y="184049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52" name="ph1852"/>
              <p:cNvSpPr/>
              <p:nvPr/>
            </p:nvSpPr>
            <p:spPr>
              <a:xfrm>
                <a:off x="3303122" y="184049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53" name="ph1853"/>
              <p:cNvSpPr/>
              <p:nvPr/>
            </p:nvSpPr>
            <p:spPr>
              <a:xfrm>
                <a:off x="3312506" y="184049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9DEC3">
                  <a:alpha val="100000"/>
                </a:srgbClr>
              </a:solidFill>
              <a:ln w="5420" cap="flat">
                <a:solidFill>
                  <a:srgbClr val="99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54" name="ph1854"/>
              <p:cNvSpPr/>
              <p:nvPr/>
            </p:nvSpPr>
            <p:spPr>
              <a:xfrm>
                <a:off x="3321891" y="184049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55" name="ph1855"/>
              <p:cNvSpPr/>
              <p:nvPr/>
            </p:nvSpPr>
            <p:spPr>
              <a:xfrm>
                <a:off x="3331275" y="184049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56" name="ph1856"/>
              <p:cNvSpPr/>
              <p:nvPr/>
            </p:nvSpPr>
            <p:spPr>
              <a:xfrm>
                <a:off x="3340659" y="184049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57" name="ph1857"/>
              <p:cNvSpPr/>
              <p:nvPr/>
            </p:nvSpPr>
            <p:spPr>
              <a:xfrm>
                <a:off x="3350043" y="184049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58" name="ph1858"/>
              <p:cNvSpPr/>
              <p:nvPr/>
            </p:nvSpPr>
            <p:spPr>
              <a:xfrm>
                <a:off x="3359428" y="184049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59" name="ph1859"/>
              <p:cNvSpPr/>
              <p:nvPr/>
            </p:nvSpPr>
            <p:spPr>
              <a:xfrm>
                <a:off x="3368812" y="184049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60" name="ph1860"/>
              <p:cNvSpPr/>
              <p:nvPr/>
            </p:nvSpPr>
            <p:spPr>
              <a:xfrm>
                <a:off x="3378196" y="184049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61" name="ph1861"/>
              <p:cNvSpPr/>
              <p:nvPr/>
            </p:nvSpPr>
            <p:spPr>
              <a:xfrm>
                <a:off x="3387581" y="184049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62" name="ph1862"/>
              <p:cNvSpPr/>
              <p:nvPr/>
            </p:nvSpPr>
            <p:spPr>
              <a:xfrm>
                <a:off x="3396965" y="184049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63" name="ph1863"/>
              <p:cNvSpPr/>
              <p:nvPr/>
            </p:nvSpPr>
            <p:spPr>
              <a:xfrm>
                <a:off x="3406349" y="184049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9DEC3">
                  <a:alpha val="100000"/>
                </a:srgbClr>
              </a:solidFill>
              <a:ln w="5420" cap="flat">
                <a:solidFill>
                  <a:srgbClr val="99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64" name="ph1864"/>
              <p:cNvSpPr/>
              <p:nvPr/>
            </p:nvSpPr>
            <p:spPr>
              <a:xfrm>
                <a:off x="3415733" y="184049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65" name="ph1865"/>
              <p:cNvSpPr/>
              <p:nvPr/>
            </p:nvSpPr>
            <p:spPr>
              <a:xfrm>
                <a:off x="3284354" y="1852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7DEC3">
                  <a:alpha val="100000"/>
                </a:srgbClr>
              </a:solidFill>
              <a:ln w="5420" cap="flat">
                <a:solidFill>
                  <a:srgbClr val="97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66" name="ph1866"/>
              <p:cNvSpPr/>
              <p:nvPr/>
            </p:nvSpPr>
            <p:spPr>
              <a:xfrm>
                <a:off x="3293738" y="1852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67" name="ph1867"/>
              <p:cNvSpPr/>
              <p:nvPr/>
            </p:nvSpPr>
            <p:spPr>
              <a:xfrm>
                <a:off x="3303122" y="1852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68" name="ph1868"/>
              <p:cNvSpPr/>
              <p:nvPr/>
            </p:nvSpPr>
            <p:spPr>
              <a:xfrm>
                <a:off x="3312506" y="1852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69" name="ph1869"/>
              <p:cNvSpPr/>
              <p:nvPr/>
            </p:nvSpPr>
            <p:spPr>
              <a:xfrm>
                <a:off x="3321891" y="1852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70" name="ph1870"/>
              <p:cNvSpPr/>
              <p:nvPr/>
            </p:nvSpPr>
            <p:spPr>
              <a:xfrm>
                <a:off x="3331275" y="1852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71" name="ph1871"/>
              <p:cNvSpPr/>
              <p:nvPr/>
            </p:nvSpPr>
            <p:spPr>
              <a:xfrm>
                <a:off x="3340659" y="1852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72" name="ph1872"/>
              <p:cNvSpPr/>
              <p:nvPr/>
            </p:nvSpPr>
            <p:spPr>
              <a:xfrm>
                <a:off x="3350043" y="1852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73" name="ph1873"/>
              <p:cNvSpPr/>
              <p:nvPr/>
            </p:nvSpPr>
            <p:spPr>
              <a:xfrm>
                <a:off x="3359428" y="1852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74" name="ph1874"/>
              <p:cNvSpPr/>
              <p:nvPr/>
            </p:nvSpPr>
            <p:spPr>
              <a:xfrm>
                <a:off x="3368812" y="1852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75" name="ph1875"/>
              <p:cNvSpPr/>
              <p:nvPr/>
            </p:nvSpPr>
            <p:spPr>
              <a:xfrm>
                <a:off x="3378196" y="1852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76" name="ph1876"/>
              <p:cNvSpPr/>
              <p:nvPr/>
            </p:nvSpPr>
            <p:spPr>
              <a:xfrm>
                <a:off x="3387581" y="1852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77" name="ph1877"/>
              <p:cNvSpPr/>
              <p:nvPr/>
            </p:nvSpPr>
            <p:spPr>
              <a:xfrm>
                <a:off x="3396965" y="1852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78" name="ph1878"/>
              <p:cNvSpPr/>
              <p:nvPr/>
            </p:nvSpPr>
            <p:spPr>
              <a:xfrm>
                <a:off x="3284354" y="1863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7DEC2">
                  <a:alpha val="100000"/>
                </a:srgbClr>
              </a:solidFill>
              <a:ln w="5420" cap="flat">
                <a:solidFill>
                  <a:srgbClr val="97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79" name="ph1879"/>
              <p:cNvSpPr/>
              <p:nvPr/>
            </p:nvSpPr>
            <p:spPr>
              <a:xfrm>
                <a:off x="3293738" y="1863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7DEC2">
                  <a:alpha val="100000"/>
                </a:srgbClr>
              </a:solidFill>
              <a:ln w="5420" cap="flat">
                <a:solidFill>
                  <a:srgbClr val="97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80" name="ph1880"/>
              <p:cNvSpPr/>
              <p:nvPr/>
            </p:nvSpPr>
            <p:spPr>
              <a:xfrm>
                <a:off x="3303122" y="1863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7DEC2">
                  <a:alpha val="100000"/>
                </a:srgbClr>
              </a:solidFill>
              <a:ln w="5420" cap="flat">
                <a:solidFill>
                  <a:srgbClr val="97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81" name="ph1881"/>
              <p:cNvSpPr/>
              <p:nvPr/>
            </p:nvSpPr>
            <p:spPr>
              <a:xfrm>
                <a:off x="3312506" y="1863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7DEC2">
                  <a:alpha val="100000"/>
                </a:srgbClr>
              </a:solidFill>
              <a:ln w="5420" cap="flat">
                <a:solidFill>
                  <a:srgbClr val="97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82" name="ph1882"/>
              <p:cNvSpPr/>
              <p:nvPr/>
            </p:nvSpPr>
            <p:spPr>
              <a:xfrm>
                <a:off x="3321891" y="1863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7DEC2">
                  <a:alpha val="100000"/>
                </a:srgbClr>
              </a:solidFill>
              <a:ln w="5420" cap="flat">
                <a:solidFill>
                  <a:srgbClr val="97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83" name="ph1883"/>
              <p:cNvSpPr/>
              <p:nvPr/>
            </p:nvSpPr>
            <p:spPr>
              <a:xfrm>
                <a:off x="3331275" y="1863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7DEC2">
                  <a:alpha val="100000"/>
                </a:srgbClr>
              </a:solidFill>
              <a:ln w="5420" cap="flat">
                <a:solidFill>
                  <a:srgbClr val="97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84" name="ph1884"/>
              <p:cNvSpPr/>
              <p:nvPr/>
            </p:nvSpPr>
            <p:spPr>
              <a:xfrm>
                <a:off x="3340659" y="1863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7DEC2">
                  <a:alpha val="100000"/>
                </a:srgbClr>
              </a:solidFill>
              <a:ln w="5420" cap="flat">
                <a:solidFill>
                  <a:srgbClr val="97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85" name="ph1885"/>
              <p:cNvSpPr/>
              <p:nvPr/>
            </p:nvSpPr>
            <p:spPr>
              <a:xfrm>
                <a:off x="3350043" y="1863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7DEC2">
                  <a:alpha val="100000"/>
                </a:srgbClr>
              </a:solidFill>
              <a:ln w="5420" cap="flat">
                <a:solidFill>
                  <a:srgbClr val="97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86" name="ph1886"/>
              <p:cNvSpPr/>
              <p:nvPr/>
            </p:nvSpPr>
            <p:spPr>
              <a:xfrm>
                <a:off x="3359428" y="1863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7DEC2">
                  <a:alpha val="100000"/>
                </a:srgbClr>
              </a:solidFill>
              <a:ln w="5420" cap="flat">
                <a:solidFill>
                  <a:srgbClr val="97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87" name="ph1887"/>
              <p:cNvSpPr/>
              <p:nvPr/>
            </p:nvSpPr>
            <p:spPr>
              <a:xfrm>
                <a:off x="3368812" y="1863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6DEC2">
                  <a:alpha val="100000"/>
                </a:srgbClr>
              </a:solidFill>
              <a:ln w="5420" cap="flat">
                <a:solidFill>
                  <a:srgbClr val="96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88" name="ph1888"/>
              <p:cNvSpPr/>
              <p:nvPr/>
            </p:nvSpPr>
            <p:spPr>
              <a:xfrm>
                <a:off x="3378196" y="1863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6DEC2">
                  <a:alpha val="100000"/>
                </a:srgbClr>
              </a:solidFill>
              <a:ln w="5420" cap="flat">
                <a:solidFill>
                  <a:srgbClr val="96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89" name="ph1889"/>
              <p:cNvSpPr/>
              <p:nvPr/>
            </p:nvSpPr>
            <p:spPr>
              <a:xfrm>
                <a:off x="3387581" y="1863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6DEC2">
                  <a:alpha val="100000"/>
                </a:srgbClr>
              </a:solidFill>
              <a:ln w="5420" cap="flat">
                <a:solidFill>
                  <a:srgbClr val="96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90" name="ph1890"/>
              <p:cNvSpPr/>
              <p:nvPr/>
            </p:nvSpPr>
            <p:spPr>
              <a:xfrm>
                <a:off x="3284354" y="1875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7DEC2">
                  <a:alpha val="100000"/>
                </a:srgbClr>
              </a:solidFill>
              <a:ln w="5420" cap="flat">
                <a:solidFill>
                  <a:srgbClr val="97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91" name="ph1891"/>
              <p:cNvSpPr/>
              <p:nvPr/>
            </p:nvSpPr>
            <p:spPr>
              <a:xfrm>
                <a:off x="3293738" y="1875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7DEC2">
                  <a:alpha val="100000"/>
                </a:srgbClr>
              </a:solidFill>
              <a:ln w="5420" cap="flat">
                <a:solidFill>
                  <a:srgbClr val="97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92" name="ph1892"/>
              <p:cNvSpPr/>
              <p:nvPr/>
            </p:nvSpPr>
            <p:spPr>
              <a:xfrm>
                <a:off x="3303122" y="1875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7DEC2">
                  <a:alpha val="100000"/>
                </a:srgbClr>
              </a:solidFill>
              <a:ln w="5420" cap="flat">
                <a:solidFill>
                  <a:srgbClr val="97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93" name="ph1893"/>
              <p:cNvSpPr/>
              <p:nvPr/>
            </p:nvSpPr>
            <p:spPr>
              <a:xfrm>
                <a:off x="3312506" y="1875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7DEC2">
                  <a:alpha val="100000"/>
                </a:srgbClr>
              </a:solidFill>
              <a:ln w="5420" cap="flat">
                <a:solidFill>
                  <a:srgbClr val="97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94" name="ph1894"/>
              <p:cNvSpPr/>
              <p:nvPr/>
            </p:nvSpPr>
            <p:spPr>
              <a:xfrm>
                <a:off x="3321891" y="1875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7DEC2">
                  <a:alpha val="100000"/>
                </a:srgbClr>
              </a:solidFill>
              <a:ln w="5420" cap="flat">
                <a:solidFill>
                  <a:srgbClr val="97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95" name="ph1895"/>
              <p:cNvSpPr/>
              <p:nvPr/>
            </p:nvSpPr>
            <p:spPr>
              <a:xfrm>
                <a:off x="3331275" y="1875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7DEC2">
                  <a:alpha val="100000"/>
                </a:srgbClr>
              </a:solidFill>
              <a:ln w="5420" cap="flat">
                <a:solidFill>
                  <a:srgbClr val="97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96" name="ph1896"/>
              <p:cNvSpPr/>
              <p:nvPr/>
            </p:nvSpPr>
            <p:spPr>
              <a:xfrm>
                <a:off x="3340659" y="1875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6DEC2">
                  <a:alpha val="100000"/>
                </a:srgbClr>
              </a:solidFill>
              <a:ln w="5420" cap="flat">
                <a:solidFill>
                  <a:srgbClr val="96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97" name="ph1897"/>
              <p:cNvSpPr/>
              <p:nvPr/>
            </p:nvSpPr>
            <p:spPr>
              <a:xfrm>
                <a:off x="3350043" y="1875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6DEC2">
                  <a:alpha val="100000"/>
                </a:srgbClr>
              </a:solidFill>
              <a:ln w="5420" cap="flat">
                <a:solidFill>
                  <a:srgbClr val="96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98" name="ph1898"/>
              <p:cNvSpPr/>
              <p:nvPr/>
            </p:nvSpPr>
            <p:spPr>
              <a:xfrm>
                <a:off x="3359428" y="1875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6DEC2">
                  <a:alpha val="100000"/>
                </a:srgbClr>
              </a:solidFill>
              <a:ln w="5420" cap="flat">
                <a:solidFill>
                  <a:srgbClr val="96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99" name="ph1899"/>
              <p:cNvSpPr/>
              <p:nvPr/>
            </p:nvSpPr>
            <p:spPr>
              <a:xfrm>
                <a:off x="3368812" y="1875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6DEC2">
                  <a:alpha val="100000"/>
                </a:srgbClr>
              </a:solidFill>
              <a:ln w="5420" cap="flat">
                <a:solidFill>
                  <a:srgbClr val="96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00" name="ph1900"/>
              <p:cNvSpPr/>
              <p:nvPr/>
            </p:nvSpPr>
            <p:spPr>
              <a:xfrm>
                <a:off x="3378196" y="1875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6DEC2">
                  <a:alpha val="100000"/>
                </a:srgbClr>
              </a:solidFill>
              <a:ln w="5420" cap="flat">
                <a:solidFill>
                  <a:srgbClr val="96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01" name="ph1901"/>
              <p:cNvSpPr/>
              <p:nvPr/>
            </p:nvSpPr>
            <p:spPr>
              <a:xfrm>
                <a:off x="3265585" y="1886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02" name="ph1902"/>
              <p:cNvSpPr/>
              <p:nvPr/>
            </p:nvSpPr>
            <p:spPr>
              <a:xfrm>
                <a:off x="3274969" y="1886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7DEC3">
                  <a:alpha val="100000"/>
                </a:srgbClr>
              </a:solidFill>
              <a:ln w="5420" cap="flat">
                <a:solidFill>
                  <a:srgbClr val="97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03" name="ph1903"/>
              <p:cNvSpPr/>
              <p:nvPr/>
            </p:nvSpPr>
            <p:spPr>
              <a:xfrm>
                <a:off x="3284354" y="1886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7DEC3">
                  <a:alpha val="100000"/>
                </a:srgbClr>
              </a:solidFill>
              <a:ln w="5420" cap="flat">
                <a:solidFill>
                  <a:srgbClr val="97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04" name="ph1904"/>
              <p:cNvSpPr/>
              <p:nvPr/>
            </p:nvSpPr>
            <p:spPr>
              <a:xfrm>
                <a:off x="3293738" y="1886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7DEC2">
                  <a:alpha val="100000"/>
                </a:srgbClr>
              </a:solidFill>
              <a:ln w="5420" cap="flat">
                <a:solidFill>
                  <a:srgbClr val="97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05" name="ph1905"/>
              <p:cNvSpPr/>
              <p:nvPr/>
            </p:nvSpPr>
            <p:spPr>
              <a:xfrm>
                <a:off x="3303122" y="1886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7DEC2">
                  <a:alpha val="100000"/>
                </a:srgbClr>
              </a:solidFill>
              <a:ln w="5420" cap="flat">
                <a:solidFill>
                  <a:srgbClr val="97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06" name="ph1906"/>
              <p:cNvSpPr/>
              <p:nvPr/>
            </p:nvSpPr>
            <p:spPr>
              <a:xfrm>
                <a:off x="3312506" y="1886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7DEC2">
                  <a:alpha val="100000"/>
                </a:srgbClr>
              </a:solidFill>
              <a:ln w="5420" cap="flat">
                <a:solidFill>
                  <a:srgbClr val="97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07" name="ph1907"/>
              <p:cNvSpPr/>
              <p:nvPr/>
            </p:nvSpPr>
            <p:spPr>
              <a:xfrm>
                <a:off x="3321891" y="1886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7DEC2">
                  <a:alpha val="100000"/>
                </a:srgbClr>
              </a:solidFill>
              <a:ln w="5420" cap="flat">
                <a:solidFill>
                  <a:srgbClr val="97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08" name="ph1908"/>
              <p:cNvSpPr/>
              <p:nvPr/>
            </p:nvSpPr>
            <p:spPr>
              <a:xfrm>
                <a:off x="3331275" y="1886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6DEC2">
                  <a:alpha val="100000"/>
                </a:srgbClr>
              </a:solidFill>
              <a:ln w="5420" cap="flat">
                <a:solidFill>
                  <a:srgbClr val="96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09" name="ph1909"/>
              <p:cNvSpPr/>
              <p:nvPr/>
            </p:nvSpPr>
            <p:spPr>
              <a:xfrm>
                <a:off x="3340659" y="1886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6DEC2">
                  <a:alpha val="100000"/>
                </a:srgbClr>
              </a:solidFill>
              <a:ln w="5420" cap="flat">
                <a:solidFill>
                  <a:srgbClr val="96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10" name="ph1910"/>
              <p:cNvSpPr/>
              <p:nvPr/>
            </p:nvSpPr>
            <p:spPr>
              <a:xfrm>
                <a:off x="3350043" y="1886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6DEC2">
                  <a:alpha val="100000"/>
                </a:srgbClr>
              </a:solidFill>
              <a:ln w="5420" cap="flat">
                <a:solidFill>
                  <a:srgbClr val="96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11" name="ph1911"/>
              <p:cNvSpPr/>
              <p:nvPr/>
            </p:nvSpPr>
            <p:spPr>
              <a:xfrm>
                <a:off x="3359428" y="1886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6DEC2">
                  <a:alpha val="100000"/>
                </a:srgbClr>
              </a:solidFill>
              <a:ln w="5420" cap="flat">
                <a:solidFill>
                  <a:srgbClr val="96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12" name="ph1912"/>
              <p:cNvSpPr/>
              <p:nvPr/>
            </p:nvSpPr>
            <p:spPr>
              <a:xfrm>
                <a:off x="3368812" y="1886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5DDC2">
                  <a:alpha val="100000"/>
                </a:srgbClr>
              </a:solidFill>
              <a:ln w="5420" cap="flat">
                <a:solidFill>
                  <a:srgbClr val="95DD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13" name="ph1913"/>
              <p:cNvSpPr/>
              <p:nvPr/>
            </p:nvSpPr>
            <p:spPr>
              <a:xfrm>
                <a:off x="3378196" y="1886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5DDC2">
                  <a:alpha val="100000"/>
                </a:srgbClr>
              </a:solidFill>
              <a:ln w="5420" cap="flat">
                <a:solidFill>
                  <a:srgbClr val="95DD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14" name="ph1914"/>
              <p:cNvSpPr/>
              <p:nvPr/>
            </p:nvSpPr>
            <p:spPr>
              <a:xfrm>
                <a:off x="3256201" y="1898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15" name="ph1915"/>
              <p:cNvSpPr/>
              <p:nvPr/>
            </p:nvSpPr>
            <p:spPr>
              <a:xfrm>
                <a:off x="3265585" y="1898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16" name="ph1916"/>
              <p:cNvSpPr/>
              <p:nvPr/>
            </p:nvSpPr>
            <p:spPr>
              <a:xfrm>
                <a:off x="3274969" y="1898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17" name="ph1917"/>
              <p:cNvSpPr/>
              <p:nvPr/>
            </p:nvSpPr>
            <p:spPr>
              <a:xfrm>
                <a:off x="3284354" y="1898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18" name="ph1918"/>
              <p:cNvSpPr/>
              <p:nvPr/>
            </p:nvSpPr>
            <p:spPr>
              <a:xfrm>
                <a:off x="3293738" y="1898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19" name="ph1919"/>
              <p:cNvSpPr/>
              <p:nvPr/>
            </p:nvSpPr>
            <p:spPr>
              <a:xfrm>
                <a:off x="3303122" y="1898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7DEC3">
                  <a:alpha val="100000"/>
                </a:srgbClr>
              </a:solidFill>
              <a:ln w="5420" cap="flat">
                <a:solidFill>
                  <a:srgbClr val="97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20" name="ph1920"/>
              <p:cNvSpPr/>
              <p:nvPr/>
            </p:nvSpPr>
            <p:spPr>
              <a:xfrm>
                <a:off x="3312506" y="1898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7DEC2">
                  <a:alpha val="100000"/>
                </a:srgbClr>
              </a:solidFill>
              <a:ln w="5420" cap="flat">
                <a:solidFill>
                  <a:srgbClr val="97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21" name="ph1921"/>
              <p:cNvSpPr/>
              <p:nvPr/>
            </p:nvSpPr>
            <p:spPr>
              <a:xfrm>
                <a:off x="3321891" y="1898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7DEC2">
                  <a:alpha val="100000"/>
                </a:srgbClr>
              </a:solidFill>
              <a:ln w="5420" cap="flat">
                <a:solidFill>
                  <a:srgbClr val="97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22" name="ph1922"/>
              <p:cNvSpPr/>
              <p:nvPr/>
            </p:nvSpPr>
            <p:spPr>
              <a:xfrm>
                <a:off x="3331275" y="1898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6DEC2">
                  <a:alpha val="100000"/>
                </a:srgbClr>
              </a:solidFill>
              <a:ln w="5420" cap="flat">
                <a:solidFill>
                  <a:srgbClr val="96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23" name="ph1923"/>
              <p:cNvSpPr/>
              <p:nvPr/>
            </p:nvSpPr>
            <p:spPr>
              <a:xfrm>
                <a:off x="3340659" y="1898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6DEC2">
                  <a:alpha val="100000"/>
                </a:srgbClr>
              </a:solidFill>
              <a:ln w="5420" cap="flat">
                <a:solidFill>
                  <a:srgbClr val="96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24" name="ph1924"/>
              <p:cNvSpPr/>
              <p:nvPr/>
            </p:nvSpPr>
            <p:spPr>
              <a:xfrm>
                <a:off x="3350043" y="1898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6DEC2">
                  <a:alpha val="100000"/>
                </a:srgbClr>
              </a:solidFill>
              <a:ln w="5420" cap="flat">
                <a:solidFill>
                  <a:srgbClr val="96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25" name="ph1925"/>
              <p:cNvSpPr/>
              <p:nvPr/>
            </p:nvSpPr>
            <p:spPr>
              <a:xfrm>
                <a:off x="3359428" y="1898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5DDC2">
                  <a:alpha val="100000"/>
                </a:srgbClr>
              </a:solidFill>
              <a:ln w="5420" cap="flat">
                <a:solidFill>
                  <a:srgbClr val="95DD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26" name="ph1926"/>
              <p:cNvSpPr/>
              <p:nvPr/>
            </p:nvSpPr>
            <p:spPr>
              <a:xfrm>
                <a:off x="3368812" y="1898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5DDC1">
                  <a:alpha val="100000"/>
                </a:srgbClr>
              </a:solidFill>
              <a:ln w="5420" cap="flat">
                <a:solidFill>
                  <a:srgbClr val="95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27" name="ph1927"/>
              <p:cNvSpPr/>
              <p:nvPr/>
            </p:nvSpPr>
            <p:spPr>
              <a:xfrm>
                <a:off x="3378196" y="1898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5DDC1">
                  <a:alpha val="100000"/>
                </a:srgbClr>
              </a:solidFill>
              <a:ln w="5420" cap="flat">
                <a:solidFill>
                  <a:srgbClr val="95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28" name="ph1928"/>
              <p:cNvSpPr/>
              <p:nvPr/>
            </p:nvSpPr>
            <p:spPr>
              <a:xfrm>
                <a:off x="3256201" y="1909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29" name="ph1929"/>
              <p:cNvSpPr/>
              <p:nvPr/>
            </p:nvSpPr>
            <p:spPr>
              <a:xfrm>
                <a:off x="3265585" y="1909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30" name="ph1930"/>
              <p:cNvSpPr/>
              <p:nvPr/>
            </p:nvSpPr>
            <p:spPr>
              <a:xfrm>
                <a:off x="3274969" y="1909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31" name="ph1931"/>
              <p:cNvSpPr/>
              <p:nvPr/>
            </p:nvSpPr>
            <p:spPr>
              <a:xfrm>
                <a:off x="3284354" y="1909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32" name="ph1932"/>
              <p:cNvSpPr/>
              <p:nvPr/>
            </p:nvSpPr>
            <p:spPr>
              <a:xfrm>
                <a:off x="3293738" y="1909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33" name="ph1933"/>
              <p:cNvSpPr/>
              <p:nvPr/>
            </p:nvSpPr>
            <p:spPr>
              <a:xfrm>
                <a:off x="3303122" y="1909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34" name="ph1934"/>
              <p:cNvSpPr/>
              <p:nvPr/>
            </p:nvSpPr>
            <p:spPr>
              <a:xfrm>
                <a:off x="3312506" y="1909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7DEC2">
                  <a:alpha val="100000"/>
                </a:srgbClr>
              </a:solidFill>
              <a:ln w="5420" cap="flat">
                <a:solidFill>
                  <a:srgbClr val="97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35" name="ph1935"/>
              <p:cNvSpPr/>
              <p:nvPr/>
            </p:nvSpPr>
            <p:spPr>
              <a:xfrm>
                <a:off x="3321891" y="1909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7DEC2">
                  <a:alpha val="100000"/>
                </a:srgbClr>
              </a:solidFill>
              <a:ln w="5420" cap="flat">
                <a:solidFill>
                  <a:srgbClr val="97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36" name="ph1936"/>
              <p:cNvSpPr/>
              <p:nvPr/>
            </p:nvSpPr>
            <p:spPr>
              <a:xfrm>
                <a:off x="3331275" y="1909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6DEC2">
                  <a:alpha val="100000"/>
                </a:srgbClr>
              </a:solidFill>
              <a:ln w="5420" cap="flat">
                <a:solidFill>
                  <a:srgbClr val="96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37" name="ph1937"/>
              <p:cNvSpPr/>
              <p:nvPr/>
            </p:nvSpPr>
            <p:spPr>
              <a:xfrm>
                <a:off x="3340659" y="1909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6DEC2">
                  <a:alpha val="100000"/>
                </a:srgbClr>
              </a:solidFill>
              <a:ln w="5420" cap="flat">
                <a:solidFill>
                  <a:srgbClr val="96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38" name="ph1938"/>
              <p:cNvSpPr/>
              <p:nvPr/>
            </p:nvSpPr>
            <p:spPr>
              <a:xfrm>
                <a:off x="3350043" y="1909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6DEC2">
                  <a:alpha val="100000"/>
                </a:srgbClr>
              </a:solidFill>
              <a:ln w="5420" cap="flat">
                <a:solidFill>
                  <a:srgbClr val="96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39" name="ph1939"/>
              <p:cNvSpPr/>
              <p:nvPr/>
            </p:nvSpPr>
            <p:spPr>
              <a:xfrm>
                <a:off x="3359428" y="1909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5DDC1">
                  <a:alpha val="100000"/>
                </a:srgbClr>
              </a:solidFill>
              <a:ln w="5420" cap="flat">
                <a:solidFill>
                  <a:srgbClr val="95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40" name="ph1940"/>
              <p:cNvSpPr/>
              <p:nvPr/>
            </p:nvSpPr>
            <p:spPr>
              <a:xfrm>
                <a:off x="3368812" y="1909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5DDC1">
                  <a:alpha val="100000"/>
                </a:srgbClr>
              </a:solidFill>
              <a:ln w="5420" cap="flat">
                <a:solidFill>
                  <a:srgbClr val="95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41" name="ph1941"/>
              <p:cNvSpPr/>
              <p:nvPr/>
            </p:nvSpPr>
            <p:spPr>
              <a:xfrm>
                <a:off x="3246816" y="1921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42" name="ph1942"/>
              <p:cNvSpPr/>
              <p:nvPr/>
            </p:nvSpPr>
            <p:spPr>
              <a:xfrm>
                <a:off x="3256201" y="1921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43" name="ph1943"/>
              <p:cNvSpPr/>
              <p:nvPr/>
            </p:nvSpPr>
            <p:spPr>
              <a:xfrm>
                <a:off x="3265585" y="1921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44" name="ph1944"/>
              <p:cNvSpPr/>
              <p:nvPr/>
            </p:nvSpPr>
            <p:spPr>
              <a:xfrm>
                <a:off x="3274969" y="1921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9DFC4">
                  <a:alpha val="100000"/>
                </a:srgbClr>
              </a:solidFill>
              <a:ln w="5420" cap="flat">
                <a:solidFill>
                  <a:srgbClr val="99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45" name="ph1945"/>
              <p:cNvSpPr/>
              <p:nvPr/>
            </p:nvSpPr>
            <p:spPr>
              <a:xfrm>
                <a:off x="3284354" y="1921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46" name="ph1946"/>
              <p:cNvSpPr/>
              <p:nvPr/>
            </p:nvSpPr>
            <p:spPr>
              <a:xfrm>
                <a:off x="3293738" y="1921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9DEC3">
                  <a:alpha val="100000"/>
                </a:srgbClr>
              </a:solidFill>
              <a:ln w="5420" cap="flat">
                <a:solidFill>
                  <a:srgbClr val="99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47" name="ph1947"/>
              <p:cNvSpPr/>
              <p:nvPr/>
            </p:nvSpPr>
            <p:spPr>
              <a:xfrm>
                <a:off x="3303122" y="1921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48" name="ph1948"/>
              <p:cNvSpPr/>
              <p:nvPr/>
            </p:nvSpPr>
            <p:spPr>
              <a:xfrm>
                <a:off x="3312506" y="1921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7DEC3">
                  <a:alpha val="100000"/>
                </a:srgbClr>
              </a:solidFill>
              <a:ln w="5420" cap="flat">
                <a:solidFill>
                  <a:srgbClr val="97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49" name="ph1949"/>
              <p:cNvSpPr/>
              <p:nvPr/>
            </p:nvSpPr>
            <p:spPr>
              <a:xfrm>
                <a:off x="3321891" y="1921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7DEC2">
                  <a:alpha val="100000"/>
                </a:srgbClr>
              </a:solidFill>
              <a:ln w="5420" cap="flat">
                <a:solidFill>
                  <a:srgbClr val="97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50" name="ph1950"/>
              <p:cNvSpPr/>
              <p:nvPr/>
            </p:nvSpPr>
            <p:spPr>
              <a:xfrm>
                <a:off x="3331275" y="1921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6DEC2">
                  <a:alpha val="100000"/>
                </a:srgbClr>
              </a:solidFill>
              <a:ln w="5420" cap="flat">
                <a:solidFill>
                  <a:srgbClr val="96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51" name="ph1951"/>
              <p:cNvSpPr/>
              <p:nvPr/>
            </p:nvSpPr>
            <p:spPr>
              <a:xfrm>
                <a:off x="3340659" y="1921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6DEC2">
                  <a:alpha val="100000"/>
                </a:srgbClr>
              </a:solidFill>
              <a:ln w="5420" cap="flat">
                <a:solidFill>
                  <a:srgbClr val="96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52" name="ph1952"/>
              <p:cNvSpPr/>
              <p:nvPr/>
            </p:nvSpPr>
            <p:spPr>
              <a:xfrm>
                <a:off x="3350043" y="1921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5DDC2">
                  <a:alpha val="100000"/>
                </a:srgbClr>
              </a:solidFill>
              <a:ln w="5420" cap="flat">
                <a:solidFill>
                  <a:srgbClr val="95DD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53" name="ph1953"/>
              <p:cNvSpPr/>
              <p:nvPr/>
            </p:nvSpPr>
            <p:spPr>
              <a:xfrm>
                <a:off x="3359428" y="1921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5DDC1">
                  <a:alpha val="100000"/>
                </a:srgbClr>
              </a:solidFill>
              <a:ln w="5420" cap="flat">
                <a:solidFill>
                  <a:srgbClr val="95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54" name="ph1954"/>
              <p:cNvSpPr/>
              <p:nvPr/>
            </p:nvSpPr>
            <p:spPr>
              <a:xfrm>
                <a:off x="3237432" y="1932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55" name="ph1955"/>
              <p:cNvSpPr/>
              <p:nvPr/>
            </p:nvSpPr>
            <p:spPr>
              <a:xfrm>
                <a:off x="3246816" y="1932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56" name="ph1956"/>
              <p:cNvSpPr/>
              <p:nvPr/>
            </p:nvSpPr>
            <p:spPr>
              <a:xfrm>
                <a:off x="3256201" y="1932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57" name="ph1957"/>
              <p:cNvSpPr/>
              <p:nvPr/>
            </p:nvSpPr>
            <p:spPr>
              <a:xfrm>
                <a:off x="3265585" y="1932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58" name="ph1958"/>
              <p:cNvSpPr/>
              <p:nvPr/>
            </p:nvSpPr>
            <p:spPr>
              <a:xfrm>
                <a:off x="3274969" y="1932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59" name="ph1959"/>
              <p:cNvSpPr/>
              <p:nvPr/>
            </p:nvSpPr>
            <p:spPr>
              <a:xfrm>
                <a:off x="3284354" y="1932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60" name="ph1960"/>
              <p:cNvSpPr/>
              <p:nvPr/>
            </p:nvSpPr>
            <p:spPr>
              <a:xfrm>
                <a:off x="3293738" y="1932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61" name="ph1961"/>
              <p:cNvSpPr/>
              <p:nvPr/>
            </p:nvSpPr>
            <p:spPr>
              <a:xfrm>
                <a:off x="3303122" y="1932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9DEC3">
                  <a:alpha val="100000"/>
                </a:srgbClr>
              </a:solidFill>
              <a:ln w="5420" cap="flat">
                <a:solidFill>
                  <a:srgbClr val="99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62" name="ph1962"/>
              <p:cNvSpPr/>
              <p:nvPr/>
            </p:nvSpPr>
            <p:spPr>
              <a:xfrm>
                <a:off x="3312506" y="1932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63" name="ph1963"/>
              <p:cNvSpPr/>
              <p:nvPr/>
            </p:nvSpPr>
            <p:spPr>
              <a:xfrm>
                <a:off x="3321891" y="1932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7DEC2">
                  <a:alpha val="100000"/>
                </a:srgbClr>
              </a:solidFill>
              <a:ln w="5420" cap="flat">
                <a:solidFill>
                  <a:srgbClr val="97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64" name="ph1964"/>
              <p:cNvSpPr/>
              <p:nvPr/>
            </p:nvSpPr>
            <p:spPr>
              <a:xfrm>
                <a:off x="3331275" y="1932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7DEC2">
                  <a:alpha val="100000"/>
                </a:srgbClr>
              </a:solidFill>
              <a:ln w="5420" cap="flat">
                <a:solidFill>
                  <a:srgbClr val="97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65" name="ph1965"/>
              <p:cNvSpPr/>
              <p:nvPr/>
            </p:nvSpPr>
            <p:spPr>
              <a:xfrm>
                <a:off x="3340659" y="1932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6DEC2">
                  <a:alpha val="100000"/>
                </a:srgbClr>
              </a:solidFill>
              <a:ln w="5420" cap="flat">
                <a:solidFill>
                  <a:srgbClr val="96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66" name="ph1966"/>
              <p:cNvSpPr/>
              <p:nvPr/>
            </p:nvSpPr>
            <p:spPr>
              <a:xfrm>
                <a:off x="3218664" y="194428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9CE0C5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67" name="ph1967"/>
              <p:cNvSpPr/>
              <p:nvPr/>
            </p:nvSpPr>
            <p:spPr>
              <a:xfrm>
                <a:off x="3228048" y="194428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CE0C5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68" name="ph1968"/>
              <p:cNvSpPr/>
              <p:nvPr/>
            </p:nvSpPr>
            <p:spPr>
              <a:xfrm>
                <a:off x="3237432" y="194428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CE0C5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69" name="ph1969"/>
              <p:cNvSpPr/>
              <p:nvPr/>
            </p:nvSpPr>
            <p:spPr>
              <a:xfrm>
                <a:off x="3246816" y="194428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CE0C5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70" name="ph1970"/>
              <p:cNvSpPr/>
              <p:nvPr/>
            </p:nvSpPr>
            <p:spPr>
              <a:xfrm>
                <a:off x="3256201" y="194428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CE0C5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71" name="ph1971"/>
              <p:cNvSpPr/>
              <p:nvPr/>
            </p:nvSpPr>
            <p:spPr>
              <a:xfrm>
                <a:off x="3265585" y="194428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CDFC4">
                  <a:alpha val="100000"/>
                </a:srgbClr>
              </a:solidFill>
              <a:ln w="5420" cap="flat">
                <a:solidFill>
                  <a:srgbClr val="9C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72" name="ph1972"/>
              <p:cNvSpPr/>
              <p:nvPr/>
            </p:nvSpPr>
            <p:spPr>
              <a:xfrm>
                <a:off x="3274969" y="194428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73" name="ph1973"/>
              <p:cNvSpPr/>
              <p:nvPr/>
            </p:nvSpPr>
            <p:spPr>
              <a:xfrm>
                <a:off x="3284354" y="194428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74" name="ph1974"/>
              <p:cNvSpPr/>
              <p:nvPr/>
            </p:nvSpPr>
            <p:spPr>
              <a:xfrm>
                <a:off x="3293738" y="194428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75" name="ph1975"/>
              <p:cNvSpPr/>
              <p:nvPr/>
            </p:nvSpPr>
            <p:spPr>
              <a:xfrm>
                <a:off x="3209279" y="195581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76" name="ph1976"/>
              <p:cNvSpPr/>
              <p:nvPr/>
            </p:nvSpPr>
            <p:spPr>
              <a:xfrm>
                <a:off x="3218664" y="195581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77" name="ph1977"/>
              <p:cNvSpPr/>
              <p:nvPr/>
            </p:nvSpPr>
            <p:spPr>
              <a:xfrm>
                <a:off x="3228048" y="195581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CE0C5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78" name="ph1978"/>
              <p:cNvSpPr/>
              <p:nvPr/>
            </p:nvSpPr>
            <p:spPr>
              <a:xfrm>
                <a:off x="3237432" y="195581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CE0C5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79" name="ph1979"/>
              <p:cNvSpPr/>
              <p:nvPr/>
            </p:nvSpPr>
            <p:spPr>
              <a:xfrm>
                <a:off x="3246816" y="195581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CE0C5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80" name="ph1980"/>
              <p:cNvSpPr/>
              <p:nvPr/>
            </p:nvSpPr>
            <p:spPr>
              <a:xfrm>
                <a:off x="3256201" y="195581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CE0C5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81" name="ph1981"/>
              <p:cNvSpPr/>
              <p:nvPr/>
            </p:nvSpPr>
            <p:spPr>
              <a:xfrm>
                <a:off x="3265585" y="195581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CE0C5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82" name="ph1982"/>
              <p:cNvSpPr/>
              <p:nvPr/>
            </p:nvSpPr>
            <p:spPr>
              <a:xfrm>
                <a:off x="3274969" y="195581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CDFC5">
                  <a:alpha val="100000"/>
                </a:srgbClr>
              </a:solidFill>
              <a:ln w="5420" cap="flat">
                <a:solidFill>
                  <a:srgbClr val="9CDF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83" name="ph1983"/>
              <p:cNvSpPr/>
              <p:nvPr/>
            </p:nvSpPr>
            <p:spPr>
              <a:xfrm>
                <a:off x="3190511" y="196734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84" name="ph1984"/>
              <p:cNvSpPr/>
              <p:nvPr/>
            </p:nvSpPr>
            <p:spPr>
              <a:xfrm>
                <a:off x="3199895" y="196734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EE0C6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85" name="ph1985"/>
              <p:cNvSpPr/>
              <p:nvPr/>
            </p:nvSpPr>
            <p:spPr>
              <a:xfrm>
                <a:off x="3209279" y="196734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FE0C6">
                  <a:alpha val="100000"/>
                </a:srgbClr>
              </a:solidFill>
              <a:ln w="5420" cap="flat">
                <a:solidFill>
                  <a:srgbClr val="9F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86" name="ph1986"/>
              <p:cNvSpPr/>
              <p:nvPr/>
            </p:nvSpPr>
            <p:spPr>
              <a:xfrm>
                <a:off x="3218664" y="196734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9FE0C6">
                  <a:alpha val="100000"/>
                </a:srgbClr>
              </a:solidFill>
              <a:ln w="5420" cap="flat">
                <a:solidFill>
                  <a:srgbClr val="9F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87" name="ph1987"/>
              <p:cNvSpPr/>
              <p:nvPr/>
            </p:nvSpPr>
            <p:spPr>
              <a:xfrm>
                <a:off x="3228048" y="196734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CE0C5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88" name="ph1988"/>
              <p:cNvSpPr/>
              <p:nvPr/>
            </p:nvSpPr>
            <p:spPr>
              <a:xfrm>
                <a:off x="3237432" y="196734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89" name="ph1989"/>
              <p:cNvSpPr/>
              <p:nvPr/>
            </p:nvSpPr>
            <p:spPr>
              <a:xfrm>
                <a:off x="3246816" y="196734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90" name="ph1990"/>
              <p:cNvSpPr/>
              <p:nvPr/>
            </p:nvSpPr>
            <p:spPr>
              <a:xfrm>
                <a:off x="3256201" y="196734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91" name="ph1991"/>
              <p:cNvSpPr/>
              <p:nvPr/>
            </p:nvSpPr>
            <p:spPr>
              <a:xfrm>
                <a:off x="3265585" y="196734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92" name="ph1992"/>
              <p:cNvSpPr/>
              <p:nvPr/>
            </p:nvSpPr>
            <p:spPr>
              <a:xfrm>
                <a:off x="3162358" y="197887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8D9BC">
                  <a:alpha val="100000"/>
                </a:srgbClr>
              </a:solidFill>
              <a:ln w="5420" cap="flat">
                <a:solidFill>
                  <a:srgbClr val="88D9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93" name="ph1993"/>
              <p:cNvSpPr/>
              <p:nvPr/>
            </p:nvSpPr>
            <p:spPr>
              <a:xfrm>
                <a:off x="3171742" y="197887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92DDC0">
                  <a:alpha val="100000"/>
                </a:srgbClr>
              </a:solidFill>
              <a:ln w="5420" cap="flat">
                <a:solidFill>
                  <a:srgbClr val="92DDC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94" name="ph1994"/>
              <p:cNvSpPr/>
              <p:nvPr/>
            </p:nvSpPr>
            <p:spPr>
              <a:xfrm>
                <a:off x="3181127" y="197887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7DEC3">
                  <a:alpha val="100000"/>
                </a:srgbClr>
              </a:solidFill>
              <a:ln w="5420" cap="flat">
                <a:solidFill>
                  <a:srgbClr val="97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95" name="ph1995"/>
              <p:cNvSpPr/>
              <p:nvPr/>
            </p:nvSpPr>
            <p:spPr>
              <a:xfrm>
                <a:off x="3190511" y="197887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CDFC5">
                  <a:alpha val="100000"/>
                </a:srgbClr>
              </a:solidFill>
              <a:ln w="5420" cap="flat">
                <a:solidFill>
                  <a:srgbClr val="9CDF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96" name="ph1996"/>
              <p:cNvSpPr/>
              <p:nvPr/>
            </p:nvSpPr>
            <p:spPr>
              <a:xfrm>
                <a:off x="3199895" y="197887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FE1C6">
                  <a:alpha val="100000"/>
                </a:srgbClr>
              </a:solidFill>
              <a:ln w="5420" cap="flat">
                <a:solidFill>
                  <a:srgbClr val="9F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97" name="ph1997"/>
              <p:cNvSpPr/>
              <p:nvPr/>
            </p:nvSpPr>
            <p:spPr>
              <a:xfrm>
                <a:off x="3209279" y="197887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2E1C7">
                  <a:alpha val="100000"/>
                </a:srgbClr>
              </a:solidFill>
              <a:ln w="5420" cap="flat">
                <a:solidFill>
                  <a:srgbClr val="A2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98" name="ph1998"/>
              <p:cNvSpPr/>
              <p:nvPr/>
            </p:nvSpPr>
            <p:spPr>
              <a:xfrm>
                <a:off x="3218664" y="197887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99" name="ph1999"/>
              <p:cNvSpPr/>
              <p:nvPr/>
            </p:nvSpPr>
            <p:spPr>
              <a:xfrm>
                <a:off x="3228048" y="197887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0E1C7">
                  <a:alpha val="100000"/>
                </a:srgbClr>
              </a:solidFill>
              <a:ln w="5420" cap="flat">
                <a:solidFill>
                  <a:srgbClr val="A0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00" name="ph2000"/>
              <p:cNvSpPr/>
              <p:nvPr/>
            </p:nvSpPr>
            <p:spPr>
              <a:xfrm>
                <a:off x="3237432" y="197887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CE0C5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01" name="ph2001"/>
              <p:cNvSpPr/>
              <p:nvPr/>
            </p:nvSpPr>
            <p:spPr>
              <a:xfrm>
                <a:off x="3246816" y="197887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02" name="ph2002"/>
              <p:cNvSpPr/>
              <p:nvPr/>
            </p:nvSpPr>
            <p:spPr>
              <a:xfrm>
                <a:off x="3256201" y="197887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EE0C6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03" name="ph2003"/>
              <p:cNvSpPr/>
              <p:nvPr/>
            </p:nvSpPr>
            <p:spPr>
              <a:xfrm>
                <a:off x="3143589" y="1990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04" name="ph2004"/>
              <p:cNvSpPr/>
              <p:nvPr/>
            </p:nvSpPr>
            <p:spPr>
              <a:xfrm>
                <a:off x="3152974" y="1990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8D5B5">
                  <a:alpha val="100000"/>
                </a:srgbClr>
              </a:solidFill>
              <a:ln w="5420" cap="flat">
                <a:solidFill>
                  <a:srgbClr val="78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05" name="ph2005"/>
              <p:cNvSpPr/>
              <p:nvPr/>
            </p:nvSpPr>
            <p:spPr>
              <a:xfrm>
                <a:off x="3162358" y="1990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ED6B8">
                  <a:alpha val="100000"/>
                </a:srgbClr>
              </a:solidFill>
              <a:ln w="5420" cap="flat">
                <a:solidFill>
                  <a:srgbClr val="7ED6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06" name="ph2006"/>
              <p:cNvSpPr/>
              <p:nvPr/>
            </p:nvSpPr>
            <p:spPr>
              <a:xfrm>
                <a:off x="3171742" y="1990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8DDBBE">
                  <a:alpha val="100000"/>
                </a:srgbClr>
              </a:solidFill>
              <a:ln w="5420" cap="flat">
                <a:solidFill>
                  <a:srgbClr val="8DDBB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07" name="ph2007"/>
              <p:cNvSpPr/>
              <p:nvPr/>
            </p:nvSpPr>
            <p:spPr>
              <a:xfrm>
                <a:off x="3181127" y="1990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4DDC1">
                  <a:alpha val="100000"/>
                </a:srgbClr>
              </a:solidFill>
              <a:ln w="5420" cap="flat">
                <a:solidFill>
                  <a:srgbClr val="94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08" name="ph2008"/>
              <p:cNvSpPr/>
              <p:nvPr/>
            </p:nvSpPr>
            <p:spPr>
              <a:xfrm>
                <a:off x="3190511" y="1990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09" name="ph2009"/>
              <p:cNvSpPr/>
              <p:nvPr/>
            </p:nvSpPr>
            <p:spPr>
              <a:xfrm>
                <a:off x="3199895" y="1990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0E1C7">
                  <a:alpha val="100000"/>
                </a:srgbClr>
              </a:solidFill>
              <a:ln w="5420" cap="flat">
                <a:solidFill>
                  <a:srgbClr val="A0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10" name="ph2010"/>
              <p:cNvSpPr/>
              <p:nvPr/>
            </p:nvSpPr>
            <p:spPr>
              <a:xfrm>
                <a:off x="3209279" y="1990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5E3C9">
                  <a:alpha val="100000"/>
                </a:srgbClr>
              </a:solidFill>
              <a:ln w="5420" cap="flat">
                <a:solidFill>
                  <a:srgbClr val="A5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11" name="ph2011"/>
              <p:cNvSpPr/>
              <p:nvPr/>
            </p:nvSpPr>
            <p:spPr>
              <a:xfrm>
                <a:off x="3218664" y="1990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AAE4CB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12" name="ph2012"/>
              <p:cNvSpPr/>
              <p:nvPr/>
            </p:nvSpPr>
            <p:spPr>
              <a:xfrm>
                <a:off x="3228048" y="1990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DE5CD">
                  <a:alpha val="100000"/>
                </a:srgbClr>
              </a:solidFill>
              <a:ln w="5420" cap="flat">
                <a:solidFill>
                  <a:srgbClr val="AD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13" name="ph2013"/>
              <p:cNvSpPr/>
              <p:nvPr/>
            </p:nvSpPr>
            <p:spPr>
              <a:xfrm>
                <a:off x="3237432" y="1990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BE4CC">
                  <a:alpha val="100000"/>
                </a:srgbClr>
              </a:solidFill>
              <a:ln w="5420" cap="flat">
                <a:solidFill>
                  <a:srgbClr val="ABE4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14" name="ph2014"/>
              <p:cNvSpPr/>
              <p:nvPr/>
            </p:nvSpPr>
            <p:spPr>
              <a:xfrm>
                <a:off x="3246816" y="1990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7E3CA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15" name="ph2015"/>
              <p:cNvSpPr/>
              <p:nvPr/>
            </p:nvSpPr>
            <p:spPr>
              <a:xfrm>
                <a:off x="3134205" y="2001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9D1AF">
                  <a:alpha val="100000"/>
                </a:srgbClr>
              </a:solidFill>
              <a:ln w="5420" cap="flat">
                <a:solidFill>
                  <a:srgbClr val="69D1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16" name="ph2016"/>
              <p:cNvSpPr/>
              <p:nvPr/>
            </p:nvSpPr>
            <p:spPr>
              <a:xfrm>
                <a:off x="3143589" y="2001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CD1B0">
                  <a:alpha val="100000"/>
                </a:srgbClr>
              </a:solidFill>
              <a:ln w="5420" cap="flat">
                <a:solidFill>
                  <a:srgbClr val="6C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17" name="ph2017"/>
              <p:cNvSpPr/>
              <p:nvPr/>
            </p:nvSpPr>
            <p:spPr>
              <a:xfrm>
                <a:off x="3152974" y="2001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18" name="ph2018"/>
              <p:cNvSpPr/>
              <p:nvPr/>
            </p:nvSpPr>
            <p:spPr>
              <a:xfrm>
                <a:off x="3162358" y="2001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19" name="ph2019"/>
              <p:cNvSpPr/>
              <p:nvPr/>
            </p:nvSpPr>
            <p:spPr>
              <a:xfrm>
                <a:off x="3171742" y="2001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88D9BC">
                  <a:alpha val="100000"/>
                </a:srgbClr>
              </a:solidFill>
              <a:ln w="5420" cap="flat">
                <a:solidFill>
                  <a:srgbClr val="88D9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20" name="ph2020"/>
              <p:cNvSpPr/>
              <p:nvPr/>
            </p:nvSpPr>
            <p:spPr>
              <a:xfrm>
                <a:off x="3181127" y="2001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0DCBF">
                  <a:alpha val="100000"/>
                </a:srgbClr>
              </a:solidFill>
              <a:ln w="5420" cap="flat">
                <a:solidFill>
                  <a:srgbClr val="90DCB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21" name="ph2021"/>
              <p:cNvSpPr/>
              <p:nvPr/>
            </p:nvSpPr>
            <p:spPr>
              <a:xfrm>
                <a:off x="3190511" y="2001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22" name="ph2022"/>
              <p:cNvSpPr/>
              <p:nvPr/>
            </p:nvSpPr>
            <p:spPr>
              <a:xfrm>
                <a:off x="3199895" y="2001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EE0C5">
                  <a:alpha val="100000"/>
                </a:srgbClr>
              </a:solidFill>
              <a:ln w="5420" cap="flat">
                <a:solidFill>
                  <a:srgbClr val="9E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23" name="ph2023"/>
              <p:cNvSpPr/>
              <p:nvPr/>
            </p:nvSpPr>
            <p:spPr>
              <a:xfrm>
                <a:off x="3209279" y="2001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24" name="ph2024"/>
              <p:cNvSpPr/>
              <p:nvPr/>
            </p:nvSpPr>
            <p:spPr>
              <a:xfrm>
                <a:off x="3218664" y="2001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A7E3CA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25" name="ph2025"/>
              <p:cNvSpPr/>
              <p:nvPr/>
            </p:nvSpPr>
            <p:spPr>
              <a:xfrm>
                <a:off x="3228048" y="2001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8E4CA">
                  <a:alpha val="100000"/>
                </a:srgbClr>
              </a:solidFill>
              <a:ln w="5420" cap="flat">
                <a:solidFill>
                  <a:srgbClr val="A8E4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26" name="ph2026"/>
              <p:cNvSpPr/>
              <p:nvPr/>
            </p:nvSpPr>
            <p:spPr>
              <a:xfrm>
                <a:off x="3237432" y="2001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8E3CA">
                  <a:alpha val="100000"/>
                </a:srgbClr>
              </a:solidFill>
              <a:ln w="5420" cap="flat">
                <a:solidFill>
                  <a:srgbClr val="A8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27" name="ph2027"/>
              <p:cNvSpPr/>
              <p:nvPr/>
            </p:nvSpPr>
            <p:spPr>
              <a:xfrm>
                <a:off x="3246816" y="2001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6E3C9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28" name="ph2028"/>
              <p:cNvSpPr/>
              <p:nvPr/>
            </p:nvSpPr>
            <p:spPr>
              <a:xfrm>
                <a:off x="3124821" y="2013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29" name="ph2029"/>
              <p:cNvSpPr/>
              <p:nvPr/>
            </p:nvSpPr>
            <p:spPr>
              <a:xfrm>
                <a:off x="3134205" y="2013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2CFAD">
                  <a:alpha val="100000"/>
                </a:srgbClr>
              </a:solidFill>
              <a:ln w="5420" cap="flat">
                <a:solidFill>
                  <a:srgbClr val="62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30" name="ph2030"/>
              <p:cNvSpPr/>
              <p:nvPr/>
            </p:nvSpPr>
            <p:spPr>
              <a:xfrm>
                <a:off x="3143589" y="2013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31" name="ph2031"/>
              <p:cNvSpPr/>
              <p:nvPr/>
            </p:nvSpPr>
            <p:spPr>
              <a:xfrm>
                <a:off x="3152974" y="2013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9D0AF">
                  <a:alpha val="100000"/>
                </a:srgbClr>
              </a:solidFill>
              <a:ln w="5420" cap="flat">
                <a:solidFill>
                  <a:srgbClr val="69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32" name="ph2032"/>
              <p:cNvSpPr/>
              <p:nvPr/>
            </p:nvSpPr>
            <p:spPr>
              <a:xfrm>
                <a:off x="3162358" y="2013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33" name="ph2033"/>
              <p:cNvSpPr/>
              <p:nvPr/>
            </p:nvSpPr>
            <p:spPr>
              <a:xfrm>
                <a:off x="3171742" y="2013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83D8B9">
                  <a:alpha val="100000"/>
                </a:srgbClr>
              </a:solidFill>
              <a:ln w="5420" cap="flat">
                <a:solidFill>
                  <a:srgbClr val="83D8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34" name="ph2034"/>
              <p:cNvSpPr/>
              <p:nvPr/>
            </p:nvSpPr>
            <p:spPr>
              <a:xfrm>
                <a:off x="3181127" y="2013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BDABD">
                  <a:alpha val="100000"/>
                </a:srgbClr>
              </a:solidFill>
              <a:ln w="5420" cap="flat">
                <a:solidFill>
                  <a:srgbClr val="8BDAB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35" name="ph2035"/>
              <p:cNvSpPr/>
              <p:nvPr/>
            </p:nvSpPr>
            <p:spPr>
              <a:xfrm>
                <a:off x="3190511" y="2013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4DDC1">
                  <a:alpha val="100000"/>
                </a:srgbClr>
              </a:solidFill>
              <a:ln w="5420" cap="flat">
                <a:solidFill>
                  <a:srgbClr val="94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36" name="ph2036"/>
              <p:cNvSpPr/>
              <p:nvPr/>
            </p:nvSpPr>
            <p:spPr>
              <a:xfrm>
                <a:off x="3199895" y="2013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37" name="ph2037"/>
              <p:cNvSpPr/>
              <p:nvPr/>
            </p:nvSpPr>
            <p:spPr>
              <a:xfrm>
                <a:off x="3209279" y="2013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FE0C6">
                  <a:alpha val="100000"/>
                </a:srgbClr>
              </a:solidFill>
              <a:ln w="5420" cap="flat">
                <a:solidFill>
                  <a:srgbClr val="9F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38" name="ph2038"/>
              <p:cNvSpPr/>
              <p:nvPr/>
            </p:nvSpPr>
            <p:spPr>
              <a:xfrm>
                <a:off x="3218664" y="2013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A2E2C8">
                  <a:alpha val="100000"/>
                </a:srgbClr>
              </a:solidFill>
              <a:ln w="5420" cap="flat">
                <a:solidFill>
                  <a:srgbClr val="A2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39" name="ph2039"/>
              <p:cNvSpPr/>
              <p:nvPr/>
            </p:nvSpPr>
            <p:spPr>
              <a:xfrm>
                <a:off x="3228048" y="2013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4E2C8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40" name="ph2040"/>
              <p:cNvSpPr/>
              <p:nvPr/>
            </p:nvSpPr>
            <p:spPr>
              <a:xfrm>
                <a:off x="3237432" y="2013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5E2C9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41" name="ph2041"/>
              <p:cNvSpPr/>
              <p:nvPr/>
            </p:nvSpPr>
            <p:spPr>
              <a:xfrm>
                <a:off x="3115437" y="2025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2CFAD">
                  <a:alpha val="100000"/>
                </a:srgbClr>
              </a:solidFill>
              <a:ln w="5420" cap="flat">
                <a:solidFill>
                  <a:srgbClr val="62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42" name="ph2042"/>
              <p:cNvSpPr/>
              <p:nvPr/>
            </p:nvSpPr>
            <p:spPr>
              <a:xfrm>
                <a:off x="3124821" y="2025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43" name="ph2043"/>
              <p:cNvSpPr/>
              <p:nvPr/>
            </p:nvSpPr>
            <p:spPr>
              <a:xfrm>
                <a:off x="3134205" y="2025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44" name="ph2044"/>
              <p:cNvSpPr/>
              <p:nvPr/>
            </p:nvSpPr>
            <p:spPr>
              <a:xfrm>
                <a:off x="3143589" y="2025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45" name="ph2045"/>
              <p:cNvSpPr/>
              <p:nvPr/>
            </p:nvSpPr>
            <p:spPr>
              <a:xfrm>
                <a:off x="3152974" y="2025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46" name="ph2046"/>
              <p:cNvSpPr/>
              <p:nvPr/>
            </p:nvSpPr>
            <p:spPr>
              <a:xfrm>
                <a:off x="3162358" y="2025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BD1B0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47" name="ph2047"/>
              <p:cNvSpPr/>
              <p:nvPr/>
            </p:nvSpPr>
            <p:spPr>
              <a:xfrm>
                <a:off x="3171742" y="2025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7ED6B7">
                  <a:alpha val="100000"/>
                </a:srgbClr>
              </a:solidFill>
              <a:ln w="5420" cap="flat">
                <a:solidFill>
                  <a:srgbClr val="7E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48" name="ph2048"/>
              <p:cNvSpPr/>
              <p:nvPr/>
            </p:nvSpPr>
            <p:spPr>
              <a:xfrm>
                <a:off x="3106052" y="2036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49" name="ph2049"/>
              <p:cNvSpPr/>
              <p:nvPr/>
            </p:nvSpPr>
            <p:spPr>
              <a:xfrm>
                <a:off x="3115437" y="2036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1CEAD">
                  <a:alpha val="100000"/>
                </a:srgbClr>
              </a:solidFill>
              <a:ln w="5420" cap="flat">
                <a:solidFill>
                  <a:srgbClr val="61CE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50" name="ph2050"/>
              <p:cNvSpPr/>
              <p:nvPr/>
            </p:nvSpPr>
            <p:spPr>
              <a:xfrm>
                <a:off x="3124821" y="2036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51" name="ph2051"/>
              <p:cNvSpPr/>
              <p:nvPr/>
            </p:nvSpPr>
            <p:spPr>
              <a:xfrm>
                <a:off x="3134205" y="2036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52" name="ph2052"/>
              <p:cNvSpPr/>
              <p:nvPr/>
            </p:nvSpPr>
            <p:spPr>
              <a:xfrm>
                <a:off x="3143589" y="2036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53" name="ph2053"/>
              <p:cNvSpPr/>
              <p:nvPr/>
            </p:nvSpPr>
            <p:spPr>
              <a:xfrm>
                <a:off x="3152974" y="2036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2CFAD">
                  <a:alpha val="100000"/>
                </a:srgbClr>
              </a:solidFill>
              <a:ln w="5420" cap="flat">
                <a:solidFill>
                  <a:srgbClr val="62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54" name="ph2054"/>
              <p:cNvSpPr/>
              <p:nvPr/>
            </p:nvSpPr>
            <p:spPr>
              <a:xfrm>
                <a:off x="3162358" y="2036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9D0AF">
                  <a:alpha val="100000"/>
                </a:srgbClr>
              </a:solidFill>
              <a:ln w="5420" cap="flat">
                <a:solidFill>
                  <a:srgbClr val="69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55" name="ph2055"/>
              <p:cNvSpPr/>
              <p:nvPr/>
            </p:nvSpPr>
            <p:spPr>
              <a:xfrm>
                <a:off x="3096668" y="2048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DD1B1">
                  <a:alpha val="100000"/>
                </a:srgbClr>
              </a:solidFill>
              <a:ln w="5420" cap="flat">
                <a:solidFill>
                  <a:srgbClr val="6DD1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56" name="ph2056"/>
              <p:cNvSpPr/>
              <p:nvPr/>
            </p:nvSpPr>
            <p:spPr>
              <a:xfrm>
                <a:off x="3106052" y="2048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8D0AF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57" name="ph2057"/>
              <p:cNvSpPr/>
              <p:nvPr/>
            </p:nvSpPr>
            <p:spPr>
              <a:xfrm>
                <a:off x="3115437" y="2048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58" name="ph2058"/>
              <p:cNvSpPr/>
              <p:nvPr/>
            </p:nvSpPr>
            <p:spPr>
              <a:xfrm>
                <a:off x="3124821" y="2048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59" name="ph2059"/>
              <p:cNvSpPr/>
              <p:nvPr/>
            </p:nvSpPr>
            <p:spPr>
              <a:xfrm>
                <a:off x="3134205" y="2048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60" name="ph2060"/>
              <p:cNvSpPr/>
              <p:nvPr/>
            </p:nvSpPr>
            <p:spPr>
              <a:xfrm>
                <a:off x="3143589" y="2048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61" name="ph2061"/>
              <p:cNvSpPr/>
              <p:nvPr/>
            </p:nvSpPr>
            <p:spPr>
              <a:xfrm>
                <a:off x="3152974" y="2048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62" name="ph2062"/>
              <p:cNvSpPr/>
              <p:nvPr/>
            </p:nvSpPr>
            <p:spPr>
              <a:xfrm>
                <a:off x="3096668" y="205960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63" name="ph2063"/>
              <p:cNvSpPr/>
              <p:nvPr/>
            </p:nvSpPr>
            <p:spPr>
              <a:xfrm>
                <a:off x="3106052" y="205960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CD1B0">
                  <a:alpha val="100000"/>
                </a:srgbClr>
              </a:solidFill>
              <a:ln w="5420" cap="flat">
                <a:solidFill>
                  <a:srgbClr val="6C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64" name="ph2064"/>
              <p:cNvSpPr/>
              <p:nvPr/>
            </p:nvSpPr>
            <p:spPr>
              <a:xfrm>
                <a:off x="3115437" y="205960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8D0AF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65" name="ph2065"/>
              <p:cNvSpPr/>
              <p:nvPr/>
            </p:nvSpPr>
            <p:spPr>
              <a:xfrm>
                <a:off x="3124821" y="205960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66CFAE">
                  <a:alpha val="100000"/>
                </a:srgbClr>
              </a:solidFill>
              <a:ln w="5420" cap="flat">
                <a:solidFill>
                  <a:srgbClr val="66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66" name="ph2066"/>
              <p:cNvSpPr/>
              <p:nvPr/>
            </p:nvSpPr>
            <p:spPr>
              <a:xfrm>
                <a:off x="3134205" y="205960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67" name="ph2067"/>
              <p:cNvSpPr/>
              <p:nvPr/>
            </p:nvSpPr>
            <p:spPr>
              <a:xfrm>
                <a:off x="3143589" y="205960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68" name="ph2068"/>
              <p:cNvSpPr/>
              <p:nvPr/>
            </p:nvSpPr>
            <p:spPr>
              <a:xfrm>
                <a:off x="3077900" y="207113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69" name="ph2069"/>
              <p:cNvSpPr/>
              <p:nvPr/>
            </p:nvSpPr>
            <p:spPr>
              <a:xfrm>
                <a:off x="3087284" y="207113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70" name="ph2070"/>
              <p:cNvSpPr/>
              <p:nvPr/>
            </p:nvSpPr>
            <p:spPr>
              <a:xfrm>
                <a:off x="3096668" y="207113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4D3B3">
                  <a:alpha val="100000"/>
                </a:srgbClr>
              </a:solidFill>
              <a:ln w="5420" cap="flat">
                <a:solidFill>
                  <a:srgbClr val="74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71" name="ph2071"/>
              <p:cNvSpPr/>
              <p:nvPr/>
            </p:nvSpPr>
            <p:spPr>
              <a:xfrm>
                <a:off x="3106052" y="207113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72" name="ph2072"/>
              <p:cNvSpPr/>
              <p:nvPr/>
            </p:nvSpPr>
            <p:spPr>
              <a:xfrm>
                <a:off x="3115437" y="207113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73" name="ph2073"/>
              <p:cNvSpPr/>
              <p:nvPr/>
            </p:nvSpPr>
            <p:spPr>
              <a:xfrm>
                <a:off x="3124821" y="207113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6CD1B0">
                  <a:alpha val="100000"/>
                </a:srgbClr>
              </a:solidFill>
              <a:ln w="5420" cap="flat">
                <a:solidFill>
                  <a:srgbClr val="6C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74" name="ph2074"/>
              <p:cNvSpPr/>
              <p:nvPr/>
            </p:nvSpPr>
            <p:spPr>
              <a:xfrm>
                <a:off x="3134205" y="207113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BD1B0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75" name="ph2075"/>
              <p:cNvSpPr/>
              <p:nvPr/>
            </p:nvSpPr>
            <p:spPr>
              <a:xfrm>
                <a:off x="3068515" y="208266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0D7B8">
                  <a:alpha val="100000"/>
                </a:srgbClr>
              </a:solidFill>
              <a:ln w="5420" cap="flat">
                <a:solidFill>
                  <a:srgbClr val="80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76" name="ph2076"/>
              <p:cNvSpPr/>
              <p:nvPr/>
            </p:nvSpPr>
            <p:spPr>
              <a:xfrm>
                <a:off x="3077900" y="208266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7CD6B7">
                  <a:alpha val="100000"/>
                </a:srgbClr>
              </a:solidFill>
              <a:ln w="5420" cap="flat">
                <a:solidFill>
                  <a:srgbClr val="7C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77" name="ph2077"/>
              <p:cNvSpPr/>
              <p:nvPr/>
            </p:nvSpPr>
            <p:spPr>
              <a:xfrm>
                <a:off x="3087284" y="208266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78" name="ph2078"/>
              <p:cNvSpPr/>
              <p:nvPr/>
            </p:nvSpPr>
            <p:spPr>
              <a:xfrm>
                <a:off x="3096668" y="208266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8D5B5">
                  <a:alpha val="100000"/>
                </a:srgbClr>
              </a:solidFill>
              <a:ln w="5420" cap="flat">
                <a:solidFill>
                  <a:srgbClr val="78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79" name="ph2079"/>
              <p:cNvSpPr/>
              <p:nvPr/>
            </p:nvSpPr>
            <p:spPr>
              <a:xfrm>
                <a:off x="3106052" y="208266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5D4B4">
                  <a:alpha val="100000"/>
                </a:srgbClr>
              </a:solidFill>
              <a:ln w="5420" cap="flat">
                <a:solidFill>
                  <a:srgbClr val="75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80" name="ph2080"/>
              <p:cNvSpPr/>
              <p:nvPr/>
            </p:nvSpPr>
            <p:spPr>
              <a:xfrm>
                <a:off x="3115437" y="208266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81" name="ph2081"/>
              <p:cNvSpPr/>
              <p:nvPr/>
            </p:nvSpPr>
            <p:spPr>
              <a:xfrm>
                <a:off x="3124821" y="208266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82" name="ph2082"/>
              <p:cNvSpPr/>
              <p:nvPr/>
            </p:nvSpPr>
            <p:spPr>
              <a:xfrm>
                <a:off x="3134205" y="208266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1D2B2">
                  <a:alpha val="100000"/>
                </a:srgbClr>
              </a:solidFill>
              <a:ln w="5420" cap="flat">
                <a:solidFill>
                  <a:srgbClr val="71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83" name="ph2083"/>
              <p:cNvSpPr/>
              <p:nvPr/>
            </p:nvSpPr>
            <p:spPr>
              <a:xfrm>
                <a:off x="3049747" y="209419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1D7B9">
                  <a:alpha val="100000"/>
                </a:srgbClr>
              </a:solidFill>
              <a:ln w="5420" cap="flat">
                <a:solidFill>
                  <a:srgbClr val="81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84" name="ph2084"/>
              <p:cNvSpPr/>
              <p:nvPr/>
            </p:nvSpPr>
            <p:spPr>
              <a:xfrm>
                <a:off x="3059131" y="209419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1D7B9">
                  <a:alpha val="100000"/>
                </a:srgbClr>
              </a:solidFill>
              <a:ln w="5420" cap="flat">
                <a:solidFill>
                  <a:srgbClr val="81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85" name="ph2085"/>
              <p:cNvSpPr/>
              <p:nvPr/>
            </p:nvSpPr>
            <p:spPr>
              <a:xfrm>
                <a:off x="3068515" y="209419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1D7B9">
                  <a:alpha val="100000"/>
                </a:srgbClr>
              </a:solidFill>
              <a:ln w="5420" cap="flat">
                <a:solidFill>
                  <a:srgbClr val="81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86" name="ph2086"/>
              <p:cNvSpPr/>
              <p:nvPr/>
            </p:nvSpPr>
            <p:spPr>
              <a:xfrm>
                <a:off x="3077900" y="209419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7FD7B8">
                  <a:alpha val="100000"/>
                </a:srgbClr>
              </a:solidFill>
              <a:ln w="5420" cap="flat">
                <a:solidFill>
                  <a:srgbClr val="7F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87" name="ph2087"/>
              <p:cNvSpPr/>
              <p:nvPr/>
            </p:nvSpPr>
            <p:spPr>
              <a:xfrm>
                <a:off x="3087284" y="209419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DD6B7">
                  <a:alpha val="100000"/>
                </a:srgbClr>
              </a:solidFill>
              <a:ln w="5420" cap="flat">
                <a:solidFill>
                  <a:srgbClr val="7D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88" name="ph2088"/>
              <p:cNvSpPr/>
              <p:nvPr/>
            </p:nvSpPr>
            <p:spPr>
              <a:xfrm>
                <a:off x="3096668" y="209419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BD5B6">
                  <a:alpha val="100000"/>
                </a:srgbClr>
              </a:solidFill>
              <a:ln w="5420" cap="flat">
                <a:solidFill>
                  <a:srgbClr val="7B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89" name="ph2089"/>
              <p:cNvSpPr/>
              <p:nvPr/>
            </p:nvSpPr>
            <p:spPr>
              <a:xfrm>
                <a:off x="3106052" y="209419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9D5B5">
                  <a:alpha val="100000"/>
                </a:srgbClr>
              </a:solidFill>
              <a:ln w="5420" cap="flat">
                <a:solidFill>
                  <a:srgbClr val="79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90" name="ph2090"/>
              <p:cNvSpPr/>
              <p:nvPr/>
            </p:nvSpPr>
            <p:spPr>
              <a:xfrm>
                <a:off x="3115437" y="209419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91" name="ph2091"/>
              <p:cNvSpPr/>
              <p:nvPr/>
            </p:nvSpPr>
            <p:spPr>
              <a:xfrm>
                <a:off x="3124821" y="209419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92" name="ph2092"/>
              <p:cNvSpPr/>
              <p:nvPr/>
            </p:nvSpPr>
            <p:spPr>
              <a:xfrm>
                <a:off x="3040362" y="210573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2D7B9">
                  <a:alpha val="100000"/>
                </a:srgbClr>
              </a:solidFill>
              <a:ln w="5420" cap="flat">
                <a:solidFill>
                  <a:srgbClr val="82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93" name="ph2093"/>
              <p:cNvSpPr/>
              <p:nvPr/>
            </p:nvSpPr>
            <p:spPr>
              <a:xfrm>
                <a:off x="3049747" y="210573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2D8B9">
                  <a:alpha val="100000"/>
                </a:srgbClr>
              </a:solidFill>
              <a:ln w="5420" cap="flat">
                <a:solidFill>
                  <a:srgbClr val="82D8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94" name="ph2094"/>
              <p:cNvSpPr/>
              <p:nvPr/>
            </p:nvSpPr>
            <p:spPr>
              <a:xfrm>
                <a:off x="3059131" y="210573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3D8BA">
                  <a:alpha val="100000"/>
                </a:srgbClr>
              </a:solidFill>
              <a:ln w="5420" cap="flat">
                <a:solidFill>
                  <a:srgbClr val="83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95" name="ph2095"/>
              <p:cNvSpPr/>
              <p:nvPr/>
            </p:nvSpPr>
            <p:spPr>
              <a:xfrm>
                <a:off x="3068515" y="210573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3D8BA">
                  <a:alpha val="100000"/>
                </a:srgbClr>
              </a:solidFill>
              <a:ln w="5420" cap="flat">
                <a:solidFill>
                  <a:srgbClr val="83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96" name="ph2096"/>
              <p:cNvSpPr/>
              <p:nvPr/>
            </p:nvSpPr>
            <p:spPr>
              <a:xfrm>
                <a:off x="3077900" y="210573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82D7B9">
                  <a:alpha val="100000"/>
                </a:srgbClr>
              </a:solidFill>
              <a:ln w="5420" cap="flat">
                <a:solidFill>
                  <a:srgbClr val="82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97" name="ph2097"/>
              <p:cNvSpPr/>
              <p:nvPr/>
            </p:nvSpPr>
            <p:spPr>
              <a:xfrm>
                <a:off x="3087284" y="210573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0D7B8">
                  <a:alpha val="100000"/>
                </a:srgbClr>
              </a:solidFill>
              <a:ln w="5420" cap="flat">
                <a:solidFill>
                  <a:srgbClr val="80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98" name="ph2098"/>
              <p:cNvSpPr/>
              <p:nvPr/>
            </p:nvSpPr>
            <p:spPr>
              <a:xfrm>
                <a:off x="3096668" y="210573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FD7B8">
                  <a:alpha val="100000"/>
                </a:srgbClr>
              </a:solidFill>
              <a:ln w="5420" cap="flat">
                <a:solidFill>
                  <a:srgbClr val="7F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99" name="ph2099"/>
              <p:cNvSpPr/>
              <p:nvPr/>
            </p:nvSpPr>
            <p:spPr>
              <a:xfrm>
                <a:off x="3106052" y="210573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DD6B7">
                  <a:alpha val="100000"/>
                </a:srgbClr>
              </a:solidFill>
              <a:ln w="5420" cap="flat">
                <a:solidFill>
                  <a:srgbClr val="7D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00" name="ph2100"/>
              <p:cNvSpPr/>
              <p:nvPr/>
            </p:nvSpPr>
            <p:spPr>
              <a:xfrm>
                <a:off x="2993441" y="211726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2D8B9">
                  <a:alpha val="100000"/>
                </a:srgbClr>
              </a:solidFill>
              <a:ln w="5420" cap="flat">
                <a:solidFill>
                  <a:srgbClr val="82D8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01" name="ph2101"/>
              <p:cNvSpPr/>
              <p:nvPr/>
            </p:nvSpPr>
            <p:spPr>
              <a:xfrm>
                <a:off x="3002825" y="211726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2D7B9">
                  <a:alpha val="100000"/>
                </a:srgbClr>
              </a:solidFill>
              <a:ln w="5420" cap="flat">
                <a:solidFill>
                  <a:srgbClr val="82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02" name="ph2102"/>
              <p:cNvSpPr/>
              <p:nvPr/>
            </p:nvSpPr>
            <p:spPr>
              <a:xfrm>
                <a:off x="3012210" y="211726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2D7B9">
                  <a:alpha val="100000"/>
                </a:srgbClr>
              </a:solidFill>
              <a:ln w="5420" cap="flat">
                <a:solidFill>
                  <a:srgbClr val="82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03" name="ph2103"/>
              <p:cNvSpPr/>
              <p:nvPr/>
            </p:nvSpPr>
            <p:spPr>
              <a:xfrm>
                <a:off x="3021594" y="211726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2D7B9">
                  <a:alpha val="100000"/>
                </a:srgbClr>
              </a:solidFill>
              <a:ln w="5420" cap="flat">
                <a:solidFill>
                  <a:srgbClr val="82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04" name="ph2104"/>
              <p:cNvSpPr/>
              <p:nvPr/>
            </p:nvSpPr>
            <p:spPr>
              <a:xfrm>
                <a:off x="3030978" y="211726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82D7B9">
                  <a:alpha val="100000"/>
                </a:srgbClr>
              </a:solidFill>
              <a:ln w="5420" cap="flat">
                <a:solidFill>
                  <a:srgbClr val="82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05" name="ph2105"/>
              <p:cNvSpPr/>
              <p:nvPr/>
            </p:nvSpPr>
            <p:spPr>
              <a:xfrm>
                <a:off x="3040362" y="211726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2D8B9">
                  <a:alpha val="100000"/>
                </a:srgbClr>
              </a:solidFill>
              <a:ln w="5420" cap="flat">
                <a:solidFill>
                  <a:srgbClr val="82D8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06" name="ph2106"/>
              <p:cNvSpPr/>
              <p:nvPr/>
            </p:nvSpPr>
            <p:spPr>
              <a:xfrm>
                <a:off x="3049747" y="211726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2D8B9">
                  <a:alpha val="100000"/>
                </a:srgbClr>
              </a:solidFill>
              <a:ln w="5420" cap="flat">
                <a:solidFill>
                  <a:srgbClr val="82D8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07" name="ph2107"/>
              <p:cNvSpPr/>
              <p:nvPr/>
            </p:nvSpPr>
            <p:spPr>
              <a:xfrm>
                <a:off x="3059131" y="211726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3D8BA">
                  <a:alpha val="100000"/>
                </a:srgbClr>
              </a:solidFill>
              <a:ln w="5420" cap="flat">
                <a:solidFill>
                  <a:srgbClr val="83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08" name="ph2108"/>
              <p:cNvSpPr/>
              <p:nvPr/>
            </p:nvSpPr>
            <p:spPr>
              <a:xfrm>
                <a:off x="3068515" y="211726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3D8BA">
                  <a:alpha val="100000"/>
                </a:srgbClr>
              </a:solidFill>
              <a:ln w="5420" cap="flat">
                <a:solidFill>
                  <a:srgbClr val="83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09" name="ph2109"/>
              <p:cNvSpPr/>
              <p:nvPr/>
            </p:nvSpPr>
            <p:spPr>
              <a:xfrm>
                <a:off x="3077900" y="211726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82D7B9">
                  <a:alpha val="100000"/>
                </a:srgbClr>
              </a:solidFill>
              <a:ln w="5420" cap="flat">
                <a:solidFill>
                  <a:srgbClr val="82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10" name="ph2110"/>
              <p:cNvSpPr/>
              <p:nvPr/>
            </p:nvSpPr>
            <p:spPr>
              <a:xfrm>
                <a:off x="3087284" y="211726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1D7B9">
                  <a:alpha val="100000"/>
                </a:srgbClr>
              </a:solidFill>
              <a:ln w="5420" cap="flat">
                <a:solidFill>
                  <a:srgbClr val="81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11" name="ph2111"/>
              <p:cNvSpPr/>
              <p:nvPr/>
            </p:nvSpPr>
            <p:spPr>
              <a:xfrm>
                <a:off x="3096668" y="211726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FD7B8">
                  <a:alpha val="100000"/>
                </a:srgbClr>
              </a:solidFill>
              <a:ln w="5420" cap="flat">
                <a:solidFill>
                  <a:srgbClr val="7F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12" name="ph2112"/>
              <p:cNvSpPr/>
              <p:nvPr/>
            </p:nvSpPr>
            <p:spPr>
              <a:xfrm>
                <a:off x="2974673" y="212879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3D8BA">
                  <a:alpha val="100000"/>
                </a:srgbClr>
              </a:solidFill>
              <a:ln w="5420" cap="flat">
                <a:solidFill>
                  <a:srgbClr val="83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13" name="ph2113"/>
              <p:cNvSpPr/>
              <p:nvPr/>
            </p:nvSpPr>
            <p:spPr>
              <a:xfrm>
                <a:off x="2984057" y="212879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83D8BA">
                  <a:alpha val="100000"/>
                </a:srgbClr>
              </a:solidFill>
              <a:ln w="5420" cap="flat">
                <a:solidFill>
                  <a:srgbClr val="83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14" name="ph2114"/>
              <p:cNvSpPr/>
              <p:nvPr/>
            </p:nvSpPr>
            <p:spPr>
              <a:xfrm>
                <a:off x="2993441" y="212879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3D8BA">
                  <a:alpha val="100000"/>
                </a:srgbClr>
              </a:solidFill>
              <a:ln w="5420" cap="flat">
                <a:solidFill>
                  <a:srgbClr val="83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15" name="ph2115"/>
              <p:cNvSpPr/>
              <p:nvPr/>
            </p:nvSpPr>
            <p:spPr>
              <a:xfrm>
                <a:off x="3002825" y="212879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3D8B9">
                  <a:alpha val="100000"/>
                </a:srgbClr>
              </a:solidFill>
              <a:ln w="5420" cap="flat">
                <a:solidFill>
                  <a:srgbClr val="83D8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16" name="ph2116"/>
              <p:cNvSpPr/>
              <p:nvPr/>
            </p:nvSpPr>
            <p:spPr>
              <a:xfrm>
                <a:off x="3012210" y="212879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2D8B9">
                  <a:alpha val="100000"/>
                </a:srgbClr>
              </a:solidFill>
              <a:ln w="5420" cap="flat">
                <a:solidFill>
                  <a:srgbClr val="82D8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17" name="ph2117"/>
              <p:cNvSpPr/>
              <p:nvPr/>
            </p:nvSpPr>
            <p:spPr>
              <a:xfrm>
                <a:off x="3021594" y="212879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2D7B9">
                  <a:alpha val="100000"/>
                </a:srgbClr>
              </a:solidFill>
              <a:ln w="5420" cap="flat">
                <a:solidFill>
                  <a:srgbClr val="82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18" name="ph2118"/>
              <p:cNvSpPr/>
              <p:nvPr/>
            </p:nvSpPr>
            <p:spPr>
              <a:xfrm>
                <a:off x="3030978" y="212879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82D7B9">
                  <a:alpha val="100000"/>
                </a:srgbClr>
              </a:solidFill>
              <a:ln w="5420" cap="flat">
                <a:solidFill>
                  <a:srgbClr val="82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19" name="ph2119"/>
              <p:cNvSpPr/>
              <p:nvPr/>
            </p:nvSpPr>
            <p:spPr>
              <a:xfrm>
                <a:off x="3040362" y="212879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2D7B9">
                  <a:alpha val="100000"/>
                </a:srgbClr>
              </a:solidFill>
              <a:ln w="5420" cap="flat">
                <a:solidFill>
                  <a:srgbClr val="82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20" name="ph2120"/>
              <p:cNvSpPr/>
              <p:nvPr/>
            </p:nvSpPr>
            <p:spPr>
              <a:xfrm>
                <a:off x="3049747" y="212879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2D8B9">
                  <a:alpha val="100000"/>
                </a:srgbClr>
              </a:solidFill>
              <a:ln w="5420" cap="flat">
                <a:solidFill>
                  <a:srgbClr val="82D8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21" name="ph2121"/>
              <p:cNvSpPr/>
              <p:nvPr/>
            </p:nvSpPr>
            <p:spPr>
              <a:xfrm>
                <a:off x="3059131" y="212879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2D8B9">
                  <a:alpha val="100000"/>
                </a:srgbClr>
              </a:solidFill>
              <a:ln w="5420" cap="flat">
                <a:solidFill>
                  <a:srgbClr val="82D8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22" name="ph2122"/>
              <p:cNvSpPr/>
              <p:nvPr/>
            </p:nvSpPr>
            <p:spPr>
              <a:xfrm>
                <a:off x="3068515" y="212879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2D8B9">
                  <a:alpha val="100000"/>
                </a:srgbClr>
              </a:solidFill>
              <a:ln w="5420" cap="flat">
                <a:solidFill>
                  <a:srgbClr val="82D8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23" name="ph2123"/>
              <p:cNvSpPr/>
              <p:nvPr/>
            </p:nvSpPr>
            <p:spPr>
              <a:xfrm>
                <a:off x="3077900" y="212879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82D7B9">
                  <a:alpha val="100000"/>
                </a:srgbClr>
              </a:solidFill>
              <a:ln w="5420" cap="flat">
                <a:solidFill>
                  <a:srgbClr val="82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24" name="ph2124"/>
              <p:cNvSpPr/>
              <p:nvPr/>
            </p:nvSpPr>
            <p:spPr>
              <a:xfrm>
                <a:off x="3087284" y="212879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1D7B9">
                  <a:alpha val="100000"/>
                </a:srgbClr>
              </a:solidFill>
              <a:ln w="5420" cap="flat">
                <a:solidFill>
                  <a:srgbClr val="81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25" name="ph2125"/>
              <p:cNvSpPr/>
              <p:nvPr/>
            </p:nvSpPr>
            <p:spPr>
              <a:xfrm>
                <a:off x="2965288" y="214032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5D8BA">
                  <a:alpha val="100000"/>
                </a:srgbClr>
              </a:solidFill>
              <a:ln w="5420" cap="flat">
                <a:solidFill>
                  <a:srgbClr val="85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26" name="ph2126"/>
              <p:cNvSpPr/>
              <p:nvPr/>
            </p:nvSpPr>
            <p:spPr>
              <a:xfrm>
                <a:off x="2974673" y="214032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5D8BA">
                  <a:alpha val="100000"/>
                </a:srgbClr>
              </a:solidFill>
              <a:ln w="5420" cap="flat">
                <a:solidFill>
                  <a:srgbClr val="85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27" name="ph2127"/>
              <p:cNvSpPr/>
              <p:nvPr/>
            </p:nvSpPr>
            <p:spPr>
              <a:xfrm>
                <a:off x="2984057" y="214032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85D8BA">
                  <a:alpha val="100000"/>
                </a:srgbClr>
              </a:solidFill>
              <a:ln w="5420" cap="flat">
                <a:solidFill>
                  <a:srgbClr val="85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28" name="ph2128"/>
              <p:cNvSpPr/>
              <p:nvPr/>
            </p:nvSpPr>
            <p:spPr>
              <a:xfrm>
                <a:off x="2993441" y="214032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4D8BA">
                  <a:alpha val="100000"/>
                </a:srgbClr>
              </a:solidFill>
              <a:ln w="5420" cap="flat">
                <a:solidFill>
                  <a:srgbClr val="84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29" name="ph2129"/>
              <p:cNvSpPr/>
              <p:nvPr/>
            </p:nvSpPr>
            <p:spPr>
              <a:xfrm>
                <a:off x="3002825" y="214032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4D8BA">
                  <a:alpha val="100000"/>
                </a:srgbClr>
              </a:solidFill>
              <a:ln w="5420" cap="flat">
                <a:solidFill>
                  <a:srgbClr val="84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30" name="ph2130"/>
              <p:cNvSpPr/>
              <p:nvPr/>
            </p:nvSpPr>
            <p:spPr>
              <a:xfrm>
                <a:off x="3012210" y="214032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3D8BA">
                  <a:alpha val="100000"/>
                </a:srgbClr>
              </a:solidFill>
              <a:ln w="5420" cap="flat">
                <a:solidFill>
                  <a:srgbClr val="83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31" name="ph2131"/>
              <p:cNvSpPr/>
              <p:nvPr/>
            </p:nvSpPr>
            <p:spPr>
              <a:xfrm>
                <a:off x="3021594" y="214032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2D8B9">
                  <a:alpha val="100000"/>
                </a:srgbClr>
              </a:solidFill>
              <a:ln w="5420" cap="flat">
                <a:solidFill>
                  <a:srgbClr val="82D8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32" name="ph2132"/>
              <p:cNvSpPr/>
              <p:nvPr/>
            </p:nvSpPr>
            <p:spPr>
              <a:xfrm>
                <a:off x="3030978" y="214032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82D8B9">
                  <a:alpha val="100000"/>
                </a:srgbClr>
              </a:solidFill>
              <a:ln w="5420" cap="flat">
                <a:solidFill>
                  <a:srgbClr val="82D8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33" name="ph2133"/>
              <p:cNvSpPr/>
              <p:nvPr/>
            </p:nvSpPr>
            <p:spPr>
              <a:xfrm>
                <a:off x="3040362" y="214032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2D7B9">
                  <a:alpha val="100000"/>
                </a:srgbClr>
              </a:solidFill>
              <a:ln w="5420" cap="flat">
                <a:solidFill>
                  <a:srgbClr val="82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34" name="ph2134"/>
              <p:cNvSpPr/>
              <p:nvPr/>
            </p:nvSpPr>
            <p:spPr>
              <a:xfrm>
                <a:off x="3049747" y="214032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2D7B9">
                  <a:alpha val="100000"/>
                </a:srgbClr>
              </a:solidFill>
              <a:ln w="5420" cap="flat">
                <a:solidFill>
                  <a:srgbClr val="82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35" name="ph2135"/>
              <p:cNvSpPr/>
              <p:nvPr/>
            </p:nvSpPr>
            <p:spPr>
              <a:xfrm>
                <a:off x="3059131" y="214032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2D7B9">
                  <a:alpha val="100000"/>
                </a:srgbClr>
              </a:solidFill>
              <a:ln w="5420" cap="flat">
                <a:solidFill>
                  <a:srgbClr val="82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36" name="ph2136"/>
              <p:cNvSpPr/>
              <p:nvPr/>
            </p:nvSpPr>
            <p:spPr>
              <a:xfrm>
                <a:off x="3068515" y="214032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2D7B9">
                  <a:alpha val="100000"/>
                </a:srgbClr>
              </a:solidFill>
              <a:ln w="5420" cap="flat">
                <a:solidFill>
                  <a:srgbClr val="82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37" name="ph2137"/>
              <p:cNvSpPr/>
              <p:nvPr/>
            </p:nvSpPr>
            <p:spPr>
              <a:xfrm>
                <a:off x="2965288" y="215185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6D9BB">
                  <a:alpha val="100000"/>
                </a:srgbClr>
              </a:solidFill>
              <a:ln w="5420" cap="flat">
                <a:solidFill>
                  <a:srgbClr val="86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38" name="ph2138"/>
              <p:cNvSpPr/>
              <p:nvPr/>
            </p:nvSpPr>
            <p:spPr>
              <a:xfrm>
                <a:off x="2974673" y="215185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7D9BB">
                  <a:alpha val="100000"/>
                </a:srgbClr>
              </a:solidFill>
              <a:ln w="5420" cap="flat">
                <a:solidFill>
                  <a:srgbClr val="87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39" name="ph2139"/>
              <p:cNvSpPr/>
              <p:nvPr/>
            </p:nvSpPr>
            <p:spPr>
              <a:xfrm>
                <a:off x="2984057" y="215185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87D9BB">
                  <a:alpha val="100000"/>
                </a:srgbClr>
              </a:solidFill>
              <a:ln w="5420" cap="flat">
                <a:solidFill>
                  <a:srgbClr val="87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40" name="ph2140"/>
              <p:cNvSpPr/>
              <p:nvPr/>
            </p:nvSpPr>
            <p:spPr>
              <a:xfrm>
                <a:off x="2993441" y="215185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6D9BB">
                  <a:alpha val="100000"/>
                </a:srgbClr>
              </a:solidFill>
              <a:ln w="5420" cap="flat">
                <a:solidFill>
                  <a:srgbClr val="86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41" name="ph2141"/>
              <p:cNvSpPr/>
              <p:nvPr/>
            </p:nvSpPr>
            <p:spPr>
              <a:xfrm>
                <a:off x="3002825" y="215185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5D8BB">
                  <a:alpha val="100000"/>
                </a:srgbClr>
              </a:solidFill>
              <a:ln w="5420" cap="flat">
                <a:solidFill>
                  <a:srgbClr val="85D8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42" name="ph2142"/>
              <p:cNvSpPr/>
              <p:nvPr/>
            </p:nvSpPr>
            <p:spPr>
              <a:xfrm>
                <a:off x="3012210" y="215185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4D8BA">
                  <a:alpha val="100000"/>
                </a:srgbClr>
              </a:solidFill>
              <a:ln w="5420" cap="flat">
                <a:solidFill>
                  <a:srgbClr val="84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43" name="ph2143"/>
              <p:cNvSpPr/>
              <p:nvPr/>
            </p:nvSpPr>
            <p:spPr>
              <a:xfrm>
                <a:off x="3021594" y="215185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3D8BA">
                  <a:alpha val="100000"/>
                </a:srgbClr>
              </a:solidFill>
              <a:ln w="5420" cap="flat">
                <a:solidFill>
                  <a:srgbClr val="83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44" name="ph2144"/>
              <p:cNvSpPr/>
              <p:nvPr/>
            </p:nvSpPr>
            <p:spPr>
              <a:xfrm>
                <a:off x="3030978" y="215185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82D8B9">
                  <a:alpha val="100000"/>
                </a:srgbClr>
              </a:solidFill>
              <a:ln w="5420" cap="flat">
                <a:solidFill>
                  <a:srgbClr val="82D8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45" name="ph2145"/>
              <p:cNvSpPr/>
              <p:nvPr/>
            </p:nvSpPr>
            <p:spPr>
              <a:xfrm>
                <a:off x="3040362" y="215185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2D7B9">
                  <a:alpha val="100000"/>
                </a:srgbClr>
              </a:solidFill>
              <a:ln w="5420" cap="flat">
                <a:solidFill>
                  <a:srgbClr val="82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46" name="ph2146"/>
              <p:cNvSpPr/>
              <p:nvPr/>
            </p:nvSpPr>
            <p:spPr>
              <a:xfrm>
                <a:off x="3049747" y="215185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1D7B9">
                  <a:alpha val="100000"/>
                </a:srgbClr>
              </a:solidFill>
              <a:ln w="5420" cap="flat">
                <a:solidFill>
                  <a:srgbClr val="81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47" name="ph2147"/>
              <p:cNvSpPr/>
              <p:nvPr/>
            </p:nvSpPr>
            <p:spPr>
              <a:xfrm>
                <a:off x="3059131" y="215185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1D7B9">
                  <a:alpha val="100000"/>
                </a:srgbClr>
              </a:solidFill>
              <a:ln w="5420" cap="flat">
                <a:solidFill>
                  <a:srgbClr val="81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48" name="ph2148"/>
              <p:cNvSpPr/>
              <p:nvPr/>
            </p:nvSpPr>
            <p:spPr>
              <a:xfrm>
                <a:off x="2965288" y="216338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8D9BC">
                  <a:alpha val="100000"/>
                </a:srgbClr>
              </a:solidFill>
              <a:ln w="5420" cap="flat">
                <a:solidFill>
                  <a:srgbClr val="88D9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49" name="ph2149"/>
              <p:cNvSpPr/>
              <p:nvPr/>
            </p:nvSpPr>
            <p:spPr>
              <a:xfrm>
                <a:off x="2974673" y="216338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9DABC">
                  <a:alpha val="100000"/>
                </a:srgbClr>
              </a:solidFill>
              <a:ln w="5420" cap="flat">
                <a:solidFill>
                  <a:srgbClr val="89DA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50" name="ph2150"/>
              <p:cNvSpPr/>
              <p:nvPr/>
            </p:nvSpPr>
            <p:spPr>
              <a:xfrm>
                <a:off x="2984057" y="216338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89DABC">
                  <a:alpha val="100000"/>
                </a:srgbClr>
              </a:solidFill>
              <a:ln w="5420" cap="flat">
                <a:solidFill>
                  <a:srgbClr val="89DA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51" name="ph2151"/>
              <p:cNvSpPr/>
              <p:nvPr/>
            </p:nvSpPr>
            <p:spPr>
              <a:xfrm>
                <a:off x="2993441" y="216338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8D9BC">
                  <a:alpha val="100000"/>
                </a:srgbClr>
              </a:solidFill>
              <a:ln w="5420" cap="flat">
                <a:solidFill>
                  <a:srgbClr val="88D9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52" name="ph2152"/>
              <p:cNvSpPr/>
              <p:nvPr/>
            </p:nvSpPr>
            <p:spPr>
              <a:xfrm>
                <a:off x="3002825" y="216338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7D9BB">
                  <a:alpha val="100000"/>
                </a:srgbClr>
              </a:solidFill>
              <a:ln w="5420" cap="flat">
                <a:solidFill>
                  <a:srgbClr val="87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53" name="ph2153"/>
              <p:cNvSpPr/>
              <p:nvPr/>
            </p:nvSpPr>
            <p:spPr>
              <a:xfrm>
                <a:off x="3012210" y="216338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5D8BB">
                  <a:alpha val="100000"/>
                </a:srgbClr>
              </a:solidFill>
              <a:ln w="5420" cap="flat">
                <a:solidFill>
                  <a:srgbClr val="85D8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54" name="ph2154"/>
              <p:cNvSpPr/>
              <p:nvPr/>
            </p:nvSpPr>
            <p:spPr>
              <a:xfrm>
                <a:off x="3021594" y="216338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4D8BA">
                  <a:alpha val="100000"/>
                </a:srgbClr>
              </a:solidFill>
              <a:ln w="5420" cap="flat">
                <a:solidFill>
                  <a:srgbClr val="84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55" name="ph2155"/>
              <p:cNvSpPr/>
              <p:nvPr/>
            </p:nvSpPr>
            <p:spPr>
              <a:xfrm>
                <a:off x="3030978" y="216338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83D8B9">
                  <a:alpha val="100000"/>
                </a:srgbClr>
              </a:solidFill>
              <a:ln w="5420" cap="flat">
                <a:solidFill>
                  <a:srgbClr val="83D8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56" name="ph2156"/>
              <p:cNvSpPr/>
              <p:nvPr/>
            </p:nvSpPr>
            <p:spPr>
              <a:xfrm>
                <a:off x="2965288" y="217492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9DABC">
                  <a:alpha val="100000"/>
                </a:srgbClr>
              </a:solidFill>
              <a:ln w="5420" cap="flat">
                <a:solidFill>
                  <a:srgbClr val="89DA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57" name="ph2157"/>
              <p:cNvSpPr/>
              <p:nvPr/>
            </p:nvSpPr>
            <p:spPr>
              <a:xfrm>
                <a:off x="2974673" y="217492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CDABD">
                  <a:alpha val="100000"/>
                </a:srgbClr>
              </a:solidFill>
              <a:ln w="5420" cap="flat">
                <a:solidFill>
                  <a:srgbClr val="8CDAB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58" name="ph2158"/>
              <p:cNvSpPr/>
              <p:nvPr/>
            </p:nvSpPr>
            <p:spPr>
              <a:xfrm>
                <a:off x="2984057" y="217492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8CDBBE">
                  <a:alpha val="100000"/>
                </a:srgbClr>
              </a:solidFill>
              <a:ln w="5420" cap="flat">
                <a:solidFill>
                  <a:srgbClr val="8CDBB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59" name="ph2159"/>
              <p:cNvSpPr/>
              <p:nvPr/>
            </p:nvSpPr>
            <p:spPr>
              <a:xfrm>
                <a:off x="2993441" y="217492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ADABD">
                  <a:alpha val="100000"/>
                </a:srgbClr>
              </a:solidFill>
              <a:ln w="5420" cap="flat">
                <a:solidFill>
                  <a:srgbClr val="8ADAB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60" name="ph2160"/>
              <p:cNvSpPr/>
              <p:nvPr/>
            </p:nvSpPr>
            <p:spPr>
              <a:xfrm>
                <a:off x="3002825" y="217492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8D9BC">
                  <a:alpha val="100000"/>
                </a:srgbClr>
              </a:solidFill>
              <a:ln w="5420" cap="flat">
                <a:solidFill>
                  <a:srgbClr val="88D9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61" name="ph2161"/>
              <p:cNvSpPr/>
              <p:nvPr/>
            </p:nvSpPr>
            <p:spPr>
              <a:xfrm>
                <a:off x="3012210" y="217492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6D9BB">
                  <a:alpha val="100000"/>
                </a:srgbClr>
              </a:solidFill>
              <a:ln w="5420" cap="flat">
                <a:solidFill>
                  <a:srgbClr val="86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62" name="ph2162"/>
              <p:cNvSpPr/>
              <p:nvPr/>
            </p:nvSpPr>
            <p:spPr>
              <a:xfrm>
                <a:off x="3021594" y="217492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4D8BA">
                  <a:alpha val="100000"/>
                </a:srgbClr>
              </a:solidFill>
              <a:ln w="5420" cap="flat">
                <a:solidFill>
                  <a:srgbClr val="84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63" name="ph2163"/>
              <p:cNvSpPr/>
              <p:nvPr/>
            </p:nvSpPr>
            <p:spPr>
              <a:xfrm>
                <a:off x="2946520" y="218645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5D8BA">
                  <a:alpha val="100000"/>
                </a:srgbClr>
              </a:solidFill>
              <a:ln w="5420" cap="flat">
                <a:solidFill>
                  <a:srgbClr val="85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64" name="ph2164"/>
              <p:cNvSpPr/>
              <p:nvPr/>
            </p:nvSpPr>
            <p:spPr>
              <a:xfrm>
                <a:off x="2955904" y="218645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86D9BB">
                  <a:alpha val="100000"/>
                </a:srgbClr>
              </a:solidFill>
              <a:ln w="5420" cap="flat">
                <a:solidFill>
                  <a:srgbClr val="86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65" name="ph2165"/>
              <p:cNvSpPr/>
              <p:nvPr/>
            </p:nvSpPr>
            <p:spPr>
              <a:xfrm>
                <a:off x="2965288" y="218645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8D9BC">
                  <a:alpha val="100000"/>
                </a:srgbClr>
              </a:solidFill>
              <a:ln w="5420" cap="flat">
                <a:solidFill>
                  <a:srgbClr val="88D9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66" name="ph2166"/>
              <p:cNvSpPr/>
              <p:nvPr/>
            </p:nvSpPr>
            <p:spPr>
              <a:xfrm>
                <a:off x="2974673" y="218645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FDBBF">
                  <a:alpha val="100000"/>
                </a:srgbClr>
              </a:solidFill>
              <a:ln w="5420" cap="flat">
                <a:solidFill>
                  <a:srgbClr val="8FDBB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67" name="ph2167"/>
              <p:cNvSpPr/>
              <p:nvPr/>
            </p:nvSpPr>
            <p:spPr>
              <a:xfrm>
                <a:off x="2984057" y="218645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8FDCBF">
                  <a:alpha val="100000"/>
                </a:srgbClr>
              </a:solidFill>
              <a:ln w="5420" cap="flat">
                <a:solidFill>
                  <a:srgbClr val="8FDCB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68" name="ph2168"/>
              <p:cNvSpPr/>
              <p:nvPr/>
            </p:nvSpPr>
            <p:spPr>
              <a:xfrm>
                <a:off x="2993441" y="218645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CDBBD">
                  <a:alpha val="100000"/>
                </a:srgbClr>
              </a:solidFill>
              <a:ln w="5420" cap="flat">
                <a:solidFill>
                  <a:srgbClr val="8CDBB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69" name="ph2169"/>
              <p:cNvSpPr/>
              <p:nvPr/>
            </p:nvSpPr>
            <p:spPr>
              <a:xfrm>
                <a:off x="3002825" y="218645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9DABC">
                  <a:alpha val="100000"/>
                </a:srgbClr>
              </a:solidFill>
              <a:ln w="5420" cap="flat">
                <a:solidFill>
                  <a:srgbClr val="89DA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70" name="ph2170"/>
              <p:cNvSpPr/>
              <p:nvPr/>
            </p:nvSpPr>
            <p:spPr>
              <a:xfrm>
                <a:off x="3012210" y="218645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7D9BB">
                  <a:alpha val="100000"/>
                </a:srgbClr>
              </a:solidFill>
              <a:ln w="5420" cap="flat">
                <a:solidFill>
                  <a:srgbClr val="87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71" name="ph2171"/>
              <p:cNvSpPr/>
              <p:nvPr/>
            </p:nvSpPr>
            <p:spPr>
              <a:xfrm>
                <a:off x="2946520" y="219798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4D8BA">
                  <a:alpha val="100000"/>
                </a:srgbClr>
              </a:solidFill>
              <a:ln w="5420" cap="flat">
                <a:solidFill>
                  <a:srgbClr val="84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72" name="ph2172"/>
              <p:cNvSpPr/>
              <p:nvPr/>
            </p:nvSpPr>
            <p:spPr>
              <a:xfrm>
                <a:off x="2955904" y="219798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85D8BA">
                  <a:alpha val="100000"/>
                </a:srgbClr>
              </a:solidFill>
              <a:ln w="5420" cap="flat">
                <a:solidFill>
                  <a:srgbClr val="85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73" name="ph2173"/>
              <p:cNvSpPr/>
              <p:nvPr/>
            </p:nvSpPr>
            <p:spPr>
              <a:xfrm>
                <a:off x="2965288" y="219798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3D8BA">
                  <a:alpha val="100000"/>
                </a:srgbClr>
              </a:solidFill>
              <a:ln w="5420" cap="flat">
                <a:solidFill>
                  <a:srgbClr val="83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74" name="ph2174"/>
              <p:cNvSpPr/>
              <p:nvPr/>
            </p:nvSpPr>
            <p:spPr>
              <a:xfrm>
                <a:off x="2974673" y="219798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DDBBE">
                  <a:alpha val="100000"/>
                </a:srgbClr>
              </a:solidFill>
              <a:ln w="5420" cap="flat">
                <a:solidFill>
                  <a:srgbClr val="8DDBB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75" name="ph2175"/>
              <p:cNvSpPr/>
              <p:nvPr/>
            </p:nvSpPr>
            <p:spPr>
              <a:xfrm>
                <a:off x="2984057" y="219798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90DCBF">
                  <a:alpha val="100000"/>
                </a:srgbClr>
              </a:solidFill>
              <a:ln w="5420" cap="flat">
                <a:solidFill>
                  <a:srgbClr val="90DCB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76" name="ph2176"/>
              <p:cNvSpPr/>
              <p:nvPr/>
            </p:nvSpPr>
            <p:spPr>
              <a:xfrm>
                <a:off x="2993441" y="219798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CDBBD">
                  <a:alpha val="100000"/>
                </a:srgbClr>
              </a:solidFill>
              <a:ln w="5420" cap="flat">
                <a:solidFill>
                  <a:srgbClr val="8CDBB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77" name="ph2177"/>
              <p:cNvSpPr/>
              <p:nvPr/>
            </p:nvSpPr>
            <p:spPr>
              <a:xfrm>
                <a:off x="3002825" y="219798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9DABC">
                  <a:alpha val="100000"/>
                </a:srgbClr>
              </a:solidFill>
              <a:ln w="5420" cap="flat">
                <a:solidFill>
                  <a:srgbClr val="89DA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78" name="ph2178"/>
              <p:cNvSpPr/>
              <p:nvPr/>
            </p:nvSpPr>
            <p:spPr>
              <a:xfrm>
                <a:off x="2937135" y="220951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FD7B8">
                  <a:alpha val="100000"/>
                </a:srgbClr>
              </a:solidFill>
              <a:ln w="5420" cap="flat">
                <a:solidFill>
                  <a:srgbClr val="7F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79" name="ph2179"/>
              <p:cNvSpPr/>
              <p:nvPr/>
            </p:nvSpPr>
            <p:spPr>
              <a:xfrm>
                <a:off x="2946520" y="220951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2D7B9">
                  <a:alpha val="100000"/>
                </a:srgbClr>
              </a:solidFill>
              <a:ln w="5420" cap="flat">
                <a:solidFill>
                  <a:srgbClr val="82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80" name="ph2180"/>
              <p:cNvSpPr/>
              <p:nvPr/>
            </p:nvSpPr>
            <p:spPr>
              <a:xfrm>
                <a:off x="2955904" y="220951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84D8BA">
                  <a:alpha val="100000"/>
                </a:srgbClr>
              </a:solidFill>
              <a:ln w="5420" cap="flat">
                <a:solidFill>
                  <a:srgbClr val="84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81" name="ph2181"/>
              <p:cNvSpPr/>
              <p:nvPr/>
            </p:nvSpPr>
            <p:spPr>
              <a:xfrm>
                <a:off x="2965288" y="220951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5D8BA">
                  <a:alpha val="100000"/>
                </a:srgbClr>
              </a:solidFill>
              <a:ln w="5420" cap="flat">
                <a:solidFill>
                  <a:srgbClr val="85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82" name="ph2182"/>
              <p:cNvSpPr/>
              <p:nvPr/>
            </p:nvSpPr>
            <p:spPr>
              <a:xfrm>
                <a:off x="2974673" y="220951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9DABC">
                  <a:alpha val="100000"/>
                </a:srgbClr>
              </a:solidFill>
              <a:ln w="5420" cap="flat">
                <a:solidFill>
                  <a:srgbClr val="89DA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83" name="ph2183"/>
              <p:cNvSpPr/>
              <p:nvPr/>
            </p:nvSpPr>
            <p:spPr>
              <a:xfrm>
                <a:off x="2984057" y="220951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8CDBBE">
                  <a:alpha val="100000"/>
                </a:srgbClr>
              </a:solidFill>
              <a:ln w="5420" cap="flat">
                <a:solidFill>
                  <a:srgbClr val="8CDBB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84" name="ph2184"/>
              <p:cNvSpPr/>
              <p:nvPr/>
            </p:nvSpPr>
            <p:spPr>
              <a:xfrm>
                <a:off x="2993441" y="220951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BDABD">
                  <a:alpha val="100000"/>
                </a:srgbClr>
              </a:solidFill>
              <a:ln w="5420" cap="flat">
                <a:solidFill>
                  <a:srgbClr val="8BDAB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85" name="ph2185"/>
              <p:cNvSpPr/>
              <p:nvPr/>
            </p:nvSpPr>
            <p:spPr>
              <a:xfrm>
                <a:off x="2937135" y="222104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86" name="ph2186"/>
              <p:cNvSpPr/>
              <p:nvPr/>
            </p:nvSpPr>
            <p:spPr>
              <a:xfrm>
                <a:off x="2946520" y="222104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9D5B5">
                  <a:alpha val="100000"/>
                </a:srgbClr>
              </a:solidFill>
              <a:ln w="5420" cap="flat">
                <a:solidFill>
                  <a:srgbClr val="79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87" name="ph2187"/>
              <p:cNvSpPr/>
              <p:nvPr/>
            </p:nvSpPr>
            <p:spPr>
              <a:xfrm>
                <a:off x="2955904" y="222104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7BD5B6">
                  <a:alpha val="100000"/>
                </a:srgbClr>
              </a:solidFill>
              <a:ln w="5420" cap="flat">
                <a:solidFill>
                  <a:srgbClr val="7B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88" name="ph2188"/>
              <p:cNvSpPr/>
              <p:nvPr/>
            </p:nvSpPr>
            <p:spPr>
              <a:xfrm>
                <a:off x="2965288" y="222104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ED6B8">
                  <a:alpha val="100000"/>
                </a:srgbClr>
              </a:solidFill>
              <a:ln w="5420" cap="flat">
                <a:solidFill>
                  <a:srgbClr val="7ED6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89" name="ph2189"/>
              <p:cNvSpPr/>
              <p:nvPr/>
            </p:nvSpPr>
            <p:spPr>
              <a:xfrm>
                <a:off x="2974673" y="222104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0D7B9">
                  <a:alpha val="100000"/>
                </a:srgbClr>
              </a:solidFill>
              <a:ln w="5420" cap="flat">
                <a:solidFill>
                  <a:srgbClr val="80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90" name="ph2190"/>
              <p:cNvSpPr/>
              <p:nvPr/>
            </p:nvSpPr>
            <p:spPr>
              <a:xfrm>
                <a:off x="2984057" y="222104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85D8BA">
                  <a:alpha val="100000"/>
                </a:srgbClr>
              </a:solidFill>
              <a:ln w="5420" cap="flat">
                <a:solidFill>
                  <a:srgbClr val="85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91" name="ph2191"/>
              <p:cNvSpPr/>
              <p:nvPr/>
            </p:nvSpPr>
            <p:spPr>
              <a:xfrm>
                <a:off x="2927751" y="223258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92" name="ph2192"/>
              <p:cNvSpPr/>
              <p:nvPr/>
            </p:nvSpPr>
            <p:spPr>
              <a:xfrm>
                <a:off x="2937135" y="223258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93" name="ph2193"/>
              <p:cNvSpPr/>
              <p:nvPr/>
            </p:nvSpPr>
            <p:spPr>
              <a:xfrm>
                <a:off x="2946520" y="223258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4D3B4">
                  <a:alpha val="100000"/>
                </a:srgbClr>
              </a:solidFill>
              <a:ln w="5420" cap="flat">
                <a:solidFill>
                  <a:srgbClr val="74D3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94" name="ph2194"/>
              <p:cNvSpPr/>
              <p:nvPr/>
            </p:nvSpPr>
            <p:spPr>
              <a:xfrm>
                <a:off x="2955904" y="223258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95" name="ph2195"/>
              <p:cNvSpPr/>
              <p:nvPr/>
            </p:nvSpPr>
            <p:spPr>
              <a:xfrm>
                <a:off x="2965288" y="223258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8D5B5">
                  <a:alpha val="100000"/>
                </a:srgbClr>
              </a:solidFill>
              <a:ln w="5420" cap="flat">
                <a:solidFill>
                  <a:srgbClr val="78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96" name="ph2196"/>
              <p:cNvSpPr/>
              <p:nvPr/>
            </p:nvSpPr>
            <p:spPr>
              <a:xfrm>
                <a:off x="2974673" y="223258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BD5B6">
                  <a:alpha val="100000"/>
                </a:srgbClr>
              </a:solidFill>
              <a:ln w="5420" cap="flat">
                <a:solidFill>
                  <a:srgbClr val="7B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97" name="ph2197"/>
              <p:cNvSpPr/>
              <p:nvPr/>
            </p:nvSpPr>
            <p:spPr>
              <a:xfrm>
                <a:off x="2927751" y="224411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98" name="ph2198"/>
              <p:cNvSpPr/>
              <p:nvPr/>
            </p:nvSpPr>
            <p:spPr>
              <a:xfrm>
                <a:off x="2937135" y="224411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99" name="ph2199"/>
              <p:cNvSpPr/>
              <p:nvPr/>
            </p:nvSpPr>
            <p:spPr>
              <a:xfrm>
                <a:off x="2946520" y="224411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00" name="ph2200"/>
              <p:cNvSpPr/>
              <p:nvPr/>
            </p:nvSpPr>
            <p:spPr>
              <a:xfrm>
                <a:off x="2955904" y="224411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01" name="ph2201"/>
              <p:cNvSpPr/>
              <p:nvPr/>
            </p:nvSpPr>
            <p:spPr>
              <a:xfrm>
                <a:off x="2965288" y="224411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5D4B4">
                  <a:alpha val="100000"/>
                </a:srgbClr>
              </a:solidFill>
              <a:ln w="5420" cap="flat">
                <a:solidFill>
                  <a:srgbClr val="75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02" name="ph2202"/>
              <p:cNvSpPr/>
              <p:nvPr/>
            </p:nvSpPr>
            <p:spPr>
              <a:xfrm>
                <a:off x="2918367" y="225564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03" name="ph2203"/>
              <p:cNvSpPr/>
              <p:nvPr/>
            </p:nvSpPr>
            <p:spPr>
              <a:xfrm>
                <a:off x="2927751" y="225564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04" name="ph2204"/>
              <p:cNvSpPr/>
              <p:nvPr/>
            </p:nvSpPr>
            <p:spPr>
              <a:xfrm>
                <a:off x="2937135" y="225564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05" name="ph2205"/>
              <p:cNvSpPr/>
              <p:nvPr/>
            </p:nvSpPr>
            <p:spPr>
              <a:xfrm>
                <a:off x="2946520" y="225564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06" name="ph2206"/>
              <p:cNvSpPr/>
              <p:nvPr/>
            </p:nvSpPr>
            <p:spPr>
              <a:xfrm>
                <a:off x="2955904" y="225564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07" name="ph2207"/>
              <p:cNvSpPr/>
              <p:nvPr/>
            </p:nvSpPr>
            <p:spPr>
              <a:xfrm>
                <a:off x="2965288" y="225564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08" name="ph2208"/>
              <p:cNvSpPr/>
              <p:nvPr/>
            </p:nvSpPr>
            <p:spPr>
              <a:xfrm>
                <a:off x="2918367" y="226717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09" name="ph2209"/>
              <p:cNvSpPr/>
              <p:nvPr/>
            </p:nvSpPr>
            <p:spPr>
              <a:xfrm>
                <a:off x="2927751" y="226717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10" name="ph2210"/>
              <p:cNvSpPr/>
              <p:nvPr/>
            </p:nvSpPr>
            <p:spPr>
              <a:xfrm>
                <a:off x="2937135" y="226717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2D3B2">
                  <a:alpha val="100000"/>
                </a:srgbClr>
              </a:solidFill>
              <a:ln w="5420" cap="flat">
                <a:solidFill>
                  <a:srgbClr val="72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11" name="ph2211"/>
              <p:cNvSpPr/>
              <p:nvPr/>
            </p:nvSpPr>
            <p:spPr>
              <a:xfrm>
                <a:off x="2946520" y="226717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12" name="ph2212"/>
              <p:cNvSpPr/>
              <p:nvPr/>
            </p:nvSpPr>
            <p:spPr>
              <a:xfrm>
                <a:off x="2955904" y="226717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13" name="ph2213"/>
              <p:cNvSpPr/>
              <p:nvPr/>
            </p:nvSpPr>
            <p:spPr>
              <a:xfrm>
                <a:off x="2908983" y="2278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6DD1B1">
                  <a:alpha val="100000"/>
                </a:srgbClr>
              </a:solidFill>
              <a:ln w="5420" cap="flat">
                <a:solidFill>
                  <a:srgbClr val="6DD1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14" name="ph2214"/>
              <p:cNvSpPr/>
              <p:nvPr/>
            </p:nvSpPr>
            <p:spPr>
              <a:xfrm>
                <a:off x="2918367" y="2278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15" name="ph2215"/>
              <p:cNvSpPr/>
              <p:nvPr/>
            </p:nvSpPr>
            <p:spPr>
              <a:xfrm>
                <a:off x="2927751" y="2278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FD2B1">
                  <a:alpha val="100000"/>
                </a:srgbClr>
              </a:solidFill>
              <a:ln w="5420" cap="flat">
                <a:solidFill>
                  <a:srgbClr val="6F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16" name="ph2216"/>
              <p:cNvSpPr/>
              <p:nvPr/>
            </p:nvSpPr>
            <p:spPr>
              <a:xfrm>
                <a:off x="2937135" y="2278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17" name="ph2217"/>
              <p:cNvSpPr/>
              <p:nvPr/>
            </p:nvSpPr>
            <p:spPr>
              <a:xfrm>
                <a:off x="2946520" y="2278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18" name="ph2218"/>
              <p:cNvSpPr/>
              <p:nvPr/>
            </p:nvSpPr>
            <p:spPr>
              <a:xfrm>
                <a:off x="2955904" y="2278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19" name="ph2219"/>
              <p:cNvSpPr/>
              <p:nvPr/>
            </p:nvSpPr>
            <p:spPr>
              <a:xfrm>
                <a:off x="2908983" y="2290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67D0AF">
                  <a:alpha val="100000"/>
                </a:srgbClr>
              </a:solidFill>
              <a:ln w="5420" cap="flat">
                <a:solidFill>
                  <a:srgbClr val="67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20" name="ph2220"/>
              <p:cNvSpPr/>
              <p:nvPr/>
            </p:nvSpPr>
            <p:spPr>
              <a:xfrm>
                <a:off x="2918367" y="2290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9D0AF">
                  <a:alpha val="100000"/>
                </a:srgbClr>
              </a:solidFill>
              <a:ln w="5420" cap="flat">
                <a:solidFill>
                  <a:srgbClr val="69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21" name="ph2221"/>
              <p:cNvSpPr/>
              <p:nvPr/>
            </p:nvSpPr>
            <p:spPr>
              <a:xfrm>
                <a:off x="2927751" y="2290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AD1B0">
                  <a:alpha val="100000"/>
                </a:srgbClr>
              </a:solidFill>
              <a:ln w="5420" cap="flat">
                <a:solidFill>
                  <a:srgbClr val="6A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22" name="ph2222"/>
              <p:cNvSpPr/>
              <p:nvPr/>
            </p:nvSpPr>
            <p:spPr>
              <a:xfrm>
                <a:off x="2937135" y="2290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BD1B0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23" name="ph2223"/>
              <p:cNvSpPr/>
              <p:nvPr/>
            </p:nvSpPr>
            <p:spPr>
              <a:xfrm>
                <a:off x="2946520" y="2290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BD1B0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24" name="ph2224"/>
              <p:cNvSpPr/>
              <p:nvPr/>
            </p:nvSpPr>
            <p:spPr>
              <a:xfrm>
                <a:off x="2955904" y="2290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6CD1B0">
                  <a:alpha val="100000"/>
                </a:srgbClr>
              </a:solidFill>
              <a:ln w="5420" cap="flat">
                <a:solidFill>
                  <a:srgbClr val="6C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25" name="ph2225"/>
              <p:cNvSpPr/>
              <p:nvPr/>
            </p:nvSpPr>
            <p:spPr>
              <a:xfrm>
                <a:off x="2908983" y="2301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26" name="ph2226"/>
              <p:cNvSpPr/>
              <p:nvPr/>
            </p:nvSpPr>
            <p:spPr>
              <a:xfrm>
                <a:off x="2918367" y="2301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27" name="ph2227"/>
              <p:cNvSpPr/>
              <p:nvPr/>
            </p:nvSpPr>
            <p:spPr>
              <a:xfrm>
                <a:off x="2927751" y="2301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28" name="ph2228"/>
              <p:cNvSpPr/>
              <p:nvPr/>
            </p:nvSpPr>
            <p:spPr>
              <a:xfrm>
                <a:off x="2937135" y="2301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2CEAD">
                  <a:alpha val="100000"/>
                </a:srgbClr>
              </a:solidFill>
              <a:ln w="5420" cap="flat">
                <a:solidFill>
                  <a:srgbClr val="62CE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29" name="ph2229"/>
              <p:cNvSpPr/>
              <p:nvPr/>
            </p:nvSpPr>
            <p:spPr>
              <a:xfrm>
                <a:off x="2946520" y="2301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30" name="ph2230"/>
              <p:cNvSpPr/>
              <p:nvPr/>
            </p:nvSpPr>
            <p:spPr>
              <a:xfrm>
                <a:off x="2355311" y="2313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CD1B0">
                  <a:alpha val="100000"/>
                </a:srgbClr>
              </a:solidFill>
              <a:ln w="5420" cap="flat">
                <a:solidFill>
                  <a:srgbClr val="6C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31" name="ph2231"/>
              <p:cNvSpPr/>
              <p:nvPr/>
            </p:nvSpPr>
            <p:spPr>
              <a:xfrm>
                <a:off x="2364695" y="2313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6CD1B0">
                  <a:alpha val="100000"/>
                </a:srgbClr>
              </a:solidFill>
              <a:ln w="5420" cap="flat">
                <a:solidFill>
                  <a:srgbClr val="6C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32" name="ph2232"/>
              <p:cNvSpPr/>
              <p:nvPr/>
            </p:nvSpPr>
            <p:spPr>
              <a:xfrm>
                <a:off x="2374079" y="2313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CD1B0">
                  <a:alpha val="100000"/>
                </a:srgbClr>
              </a:solidFill>
              <a:ln w="5420" cap="flat">
                <a:solidFill>
                  <a:srgbClr val="6C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33" name="ph2233"/>
              <p:cNvSpPr/>
              <p:nvPr/>
            </p:nvSpPr>
            <p:spPr>
              <a:xfrm>
                <a:off x="2383463" y="2313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BD1B0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34" name="ph2234"/>
              <p:cNvSpPr/>
              <p:nvPr/>
            </p:nvSpPr>
            <p:spPr>
              <a:xfrm>
                <a:off x="2908983" y="2313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35" name="ph2235"/>
              <p:cNvSpPr/>
              <p:nvPr/>
            </p:nvSpPr>
            <p:spPr>
              <a:xfrm>
                <a:off x="2918367" y="2313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36" name="ph2236"/>
              <p:cNvSpPr/>
              <p:nvPr/>
            </p:nvSpPr>
            <p:spPr>
              <a:xfrm>
                <a:off x="2927751" y="2313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37" name="ph2237"/>
              <p:cNvSpPr/>
              <p:nvPr/>
            </p:nvSpPr>
            <p:spPr>
              <a:xfrm>
                <a:off x="2937135" y="2313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38" name="ph2238"/>
              <p:cNvSpPr/>
              <p:nvPr/>
            </p:nvSpPr>
            <p:spPr>
              <a:xfrm>
                <a:off x="2355311" y="2324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DD1B1">
                  <a:alpha val="100000"/>
                </a:srgbClr>
              </a:solidFill>
              <a:ln w="5420" cap="flat">
                <a:solidFill>
                  <a:srgbClr val="6DD1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39" name="ph2239"/>
              <p:cNvSpPr/>
              <p:nvPr/>
            </p:nvSpPr>
            <p:spPr>
              <a:xfrm>
                <a:off x="2364695" y="2324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6CD1B1">
                  <a:alpha val="100000"/>
                </a:srgbClr>
              </a:solidFill>
              <a:ln w="5420" cap="flat">
                <a:solidFill>
                  <a:srgbClr val="6CD1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40" name="ph2240"/>
              <p:cNvSpPr/>
              <p:nvPr/>
            </p:nvSpPr>
            <p:spPr>
              <a:xfrm>
                <a:off x="2374079" y="2324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CD1B0">
                  <a:alpha val="100000"/>
                </a:srgbClr>
              </a:solidFill>
              <a:ln w="5420" cap="flat">
                <a:solidFill>
                  <a:srgbClr val="6C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41" name="ph2241"/>
              <p:cNvSpPr/>
              <p:nvPr/>
            </p:nvSpPr>
            <p:spPr>
              <a:xfrm>
                <a:off x="2383463" y="2324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BD1B0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42" name="ph2242"/>
              <p:cNvSpPr/>
              <p:nvPr/>
            </p:nvSpPr>
            <p:spPr>
              <a:xfrm>
                <a:off x="2392848" y="2324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6BD1B0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43" name="ph2243"/>
              <p:cNvSpPr/>
              <p:nvPr/>
            </p:nvSpPr>
            <p:spPr>
              <a:xfrm>
                <a:off x="2430385" y="2324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44" name="ph2244"/>
              <p:cNvSpPr/>
              <p:nvPr/>
            </p:nvSpPr>
            <p:spPr>
              <a:xfrm>
                <a:off x="2439769" y="2324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45" name="ph2245"/>
              <p:cNvSpPr/>
              <p:nvPr/>
            </p:nvSpPr>
            <p:spPr>
              <a:xfrm>
                <a:off x="2449153" y="2324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46" name="ph2246"/>
              <p:cNvSpPr/>
              <p:nvPr/>
            </p:nvSpPr>
            <p:spPr>
              <a:xfrm>
                <a:off x="2458538" y="2324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47" name="ph2247"/>
              <p:cNvSpPr/>
              <p:nvPr/>
            </p:nvSpPr>
            <p:spPr>
              <a:xfrm>
                <a:off x="2467922" y="2324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2CEAD">
                  <a:alpha val="100000"/>
                </a:srgbClr>
              </a:solidFill>
              <a:ln w="5420" cap="flat">
                <a:solidFill>
                  <a:srgbClr val="62CE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48" name="ph2248"/>
              <p:cNvSpPr/>
              <p:nvPr/>
            </p:nvSpPr>
            <p:spPr>
              <a:xfrm>
                <a:off x="2908983" y="2324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49" name="ph2249"/>
              <p:cNvSpPr/>
              <p:nvPr/>
            </p:nvSpPr>
            <p:spPr>
              <a:xfrm>
                <a:off x="2918367" y="2324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50" name="ph2250"/>
              <p:cNvSpPr/>
              <p:nvPr/>
            </p:nvSpPr>
            <p:spPr>
              <a:xfrm>
                <a:off x="2927751" y="2324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51" name="ph2251"/>
              <p:cNvSpPr/>
              <p:nvPr/>
            </p:nvSpPr>
            <p:spPr>
              <a:xfrm>
                <a:off x="2937135" y="2324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2AC">
                  <a:alpha val="100000"/>
                </a:srgbClr>
              </a:solidFill>
              <a:ln w="5420" cap="flat">
                <a:solidFill>
                  <a:srgbClr val="59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52" name="ph2252"/>
              <p:cNvSpPr/>
              <p:nvPr/>
            </p:nvSpPr>
            <p:spPr>
              <a:xfrm>
                <a:off x="2946520" y="2324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53" name="ph2253"/>
              <p:cNvSpPr/>
              <p:nvPr/>
            </p:nvSpPr>
            <p:spPr>
              <a:xfrm>
                <a:off x="2289621" y="2336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54" name="ph2254"/>
              <p:cNvSpPr/>
              <p:nvPr/>
            </p:nvSpPr>
            <p:spPr>
              <a:xfrm>
                <a:off x="2299005" y="2336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55" name="ph2255"/>
              <p:cNvSpPr/>
              <p:nvPr/>
            </p:nvSpPr>
            <p:spPr>
              <a:xfrm>
                <a:off x="2345926" y="2336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56" name="ph2256"/>
              <p:cNvSpPr/>
              <p:nvPr/>
            </p:nvSpPr>
            <p:spPr>
              <a:xfrm>
                <a:off x="2355311" y="2336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DD2B1">
                  <a:alpha val="100000"/>
                </a:srgbClr>
              </a:solidFill>
              <a:ln w="5420" cap="flat">
                <a:solidFill>
                  <a:srgbClr val="6D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57" name="ph2257"/>
              <p:cNvSpPr/>
              <p:nvPr/>
            </p:nvSpPr>
            <p:spPr>
              <a:xfrm>
                <a:off x="2364695" y="2336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6DD2B1">
                  <a:alpha val="100000"/>
                </a:srgbClr>
              </a:solidFill>
              <a:ln w="5420" cap="flat">
                <a:solidFill>
                  <a:srgbClr val="6D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58" name="ph2258"/>
              <p:cNvSpPr/>
              <p:nvPr/>
            </p:nvSpPr>
            <p:spPr>
              <a:xfrm>
                <a:off x="2374079" y="2336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DD1B1">
                  <a:alpha val="100000"/>
                </a:srgbClr>
              </a:solidFill>
              <a:ln w="5420" cap="flat">
                <a:solidFill>
                  <a:srgbClr val="6DD1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59" name="ph2259"/>
              <p:cNvSpPr/>
              <p:nvPr/>
            </p:nvSpPr>
            <p:spPr>
              <a:xfrm>
                <a:off x="2383463" y="2336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CD1B0">
                  <a:alpha val="100000"/>
                </a:srgbClr>
              </a:solidFill>
              <a:ln w="5420" cap="flat">
                <a:solidFill>
                  <a:srgbClr val="6C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60" name="ph2260"/>
              <p:cNvSpPr/>
              <p:nvPr/>
            </p:nvSpPr>
            <p:spPr>
              <a:xfrm>
                <a:off x="2392848" y="2336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6CD1B0">
                  <a:alpha val="100000"/>
                </a:srgbClr>
              </a:solidFill>
              <a:ln w="5420" cap="flat">
                <a:solidFill>
                  <a:srgbClr val="6C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61" name="ph2261"/>
              <p:cNvSpPr/>
              <p:nvPr/>
            </p:nvSpPr>
            <p:spPr>
              <a:xfrm>
                <a:off x="2430385" y="2336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62" name="ph2262"/>
              <p:cNvSpPr/>
              <p:nvPr/>
            </p:nvSpPr>
            <p:spPr>
              <a:xfrm>
                <a:off x="2439769" y="2336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63" name="ph2263"/>
              <p:cNvSpPr/>
              <p:nvPr/>
            </p:nvSpPr>
            <p:spPr>
              <a:xfrm>
                <a:off x="2449153" y="2336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64" name="ph2264"/>
              <p:cNvSpPr/>
              <p:nvPr/>
            </p:nvSpPr>
            <p:spPr>
              <a:xfrm>
                <a:off x="2458538" y="2336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62CFAD">
                  <a:alpha val="100000"/>
                </a:srgbClr>
              </a:solidFill>
              <a:ln w="5420" cap="flat">
                <a:solidFill>
                  <a:srgbClr val="62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65" name="ph2265"/>
              <p:cNvSpPr/>
              <p:nvPr/>
            </p:nvSpPr>
            <p:spPr>
              <a:xfrm>
                <a:off x="2467922" y="2336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66" name="ph2266"/>
              <p:cNvSpPr/>
              <p:nvPr/>
            </p:nvSpPr>
            <p:spPr>
              <a:xfrm>
                <a:off x="2477306" y="2336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67" name="ph2267"/>
              <p:cNvSpPr/>
              <p:nvPr/>
            </p:nvSpPr>
            <p:spPr>
              <a:xfrm>
                <a:off x="2486690" y="2336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68" name="ph2268"/>
              <p:cNvSpPr/>
              <p:nvPr/>
            </p:nvSpPr>
            <p:spPr>
              <a:xfrm>
                <a:off x="2496075" y="2336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69" name="ph2269"/>
              <p:cNvSpPr/>
              <p:nvPr/>
            </p:nvSpPr>
            <p:spPr>
              <a:xfrm>
                <a:off x="2505459" y="2336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70" name="ph2270"/>
              <p:cNvSpPr/>
              <p:nvPr/>
            </p:nvSpPr>
            <p:spPr>
              <a:xfrm>
                <a:off x="2514843" y="2336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71" name="ph2271"/>
              <p:cNvSpPr/>
              <p:nvPr/>
            </p:nvSpPr>
            <p:spPr>
              <a:xfrm>
                <a:off x="2524228" y="2336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72" name="ph2272"/>
              <p:cNvSpPr/>
              <p:nvPr/>
            </p:nvSpPr>
            <p:spPr>
              <a:xfrm>
                <a:off x="2533612" y="2336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73" name="ph2273"/>
              <p:cNvSpPr/>
              <p:nvPr/>
            </p:nvSpPr>
            <p:spPr>
              <a:xfrm>
                <a:off x="2908983" y="2336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74" name="ph2274"/>
              <p:cNvSpPr/>
              <p:nvPr/>
            </p:nvSpPr>
            <p:spPr>
              <a:xfrm>
                <a:off x="2918367" y="2336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6AB">
                  <a:alpha val="100000"/>
                </a:srgbClr>
              </a:solidFill>
              <a:ln w="5420" cap="flat">
                <a:solidFill>
                  <a:srgbClr val="4F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75" name="ph2275"/>
              <p:cNvSpPr/>
              <p:nvPr/>
            </p:nvSpPr>
            <p:spPr>
              <a:xfrm>
                <a:off x="2927751" y="2336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76" name="ph2276"/>
              <p:cNvSpPr/>
              <p:nvPr/>
            </p:nvSpPr>
            <p:spPr>
              <a:xfrm>
                <a:off x="2937135" y="2336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77" name="ph2277"/>
              <p:cNvSpPr/>
              <p:nvPr/>
            </p:nvSpPr>
            <p:spPr>
              <a:xfrm>
                <a:off x="2946520" y="2336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78" name="ph2278"/>
              <p:cNvSpPr/>
              <p:nvPr/>
            </p:nvSpPr>
            <p:spPr>
              <a:xfrm>
                <a:off x="2167625" y="2347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AD1B0">
                  <a:alpha val="100000"/>
                </a:srgbClr>
              </a:solidFill>
              <a:ln w="5420" cap="flat">
                <a:solidFill>
                  <a:srgbClr val="6A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79" name="ph2279"/>
              <p:cNvSpPr/>
              <p:nvPr/>
            </p:nvSpPr>
            <p:spPr>
              <a:xfrm>
                <a:off x="2177009" y="2347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BD1B0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80" name="ph2280"/>
              <p:cNvSpPr/>
              <p:nvPr/>
            </p:nvSpPr>
            <p:spPr>
              <a:xfrm>
                <a:off x="2186394" y="2347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CD1B0">
                  <a:alpha val="100000"/>
                </a:srgbClr>
              </a:solidFill>
              <a:ln w="5420" cap="flat">
                <a:solidFill>
                  <a:srgbClr val="6C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81" name="ph2281"/>
              <p:cNvSpPr/>
              <p:nvPr/>
            </p:nvSpPr>
            <p:spPr>
              <a:xfrm>
                <a:off x="2195778" y="2347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DD1B1">
                  <a:alpha val="100000"/>
                </a:srgbClr>
              </a:solidFill>
              <a:ln w="5420" cap="flat">
                <a:solidFill>
                  <a:srgbClr val="6DD1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82" name="ph2282"/>
              <p:cNvSpPr/>
              <p:nvPr/>
            </p:nvSpPr>
            <p:spPr>
              <a:xfrm>
                <a:off x="2205162" y="2347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83" name="ph2283"/>
              <p:cNvSpPr/>
              <p:nvPr/>
            </p:nvSpPr>
            <p:spPr>
              <a:xfrm>
                <a:off x="2252084" y="2347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84" name="ph2284"/>
              <p:cNvSpPr/>
              <p:nvPr/>
            </p:nvSpPr>
            <p:spPr>
              <a:xfrm>
                <a:off x="2261468" y="2347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85" name="ph2285"/>
              <p:cNvSpPr/>
              <p:nvPr/>
            </p:nvSpPr>
            <p:spPr>
              <a:xfrm>
                <a:off x="2270852" y="2347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86" name="ph2286"/>
              <p:cNvSpPr/>
              <p:nvPr/>
            </p:nvSpPr>
            <p:spPr>
              <a:xfrm>
                <a:off x="2280236" y="2347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FD2B2">
                  <a:alpha val="100000"/>
                </a:srgbClr>
              </a:solidFill>
              <a:ln w="5420" cap="flat">
                <a:solidFill>
                  <a:srgbClr val="6F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87" name="ph2287"/>
              <p:cNvSpPr/>
              <p:nvPr/>
            </p:nvSpPr>
            <p:spPr>
              <a:xfrm>
                <a:off x="2289621" y="2347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FD2B2">
                  <a:alpha val="100000"/>
                </a:srgbClr>
              </a:solidFill>
              <a:ln w="5420" cap="flat">
                <a:solidFill>
                  <a:srgbClr val="6F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88" name="ph2288"/>
              <p:cNvSpPr/>
              <p:nvPr/>
            </p:nvSpPr>
            <p:spPr>
              <a:xfrm>
                <a:off x="2299005" y="2347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FD2B1">
                  <a:alpha val="100000"/>
                </a:srgbClr>
              </a:solidFill>
              <a:ln w="5420" cap="flat">
                <a:solidFill>
                  <a:srgbClr val="6F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89" name="ph2289"/>
              <p:cNvSpPr/>
              <p:nvPr/>
            </p:nvSpPr>
            <p:spPr>
              <a:xfrm>
                <a:off x="2308389" y="2347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90" name="ph2290"/>
              <p:cNvSpPr/>
              <p:nvPr/>
            </p:nvSpPr>
            <p:spPr>
              <a:xfrm>
                <a:off x="2317774" y="2347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91" name="ph2291"/>
              <p:cNvSpPr/>
              <p:nvPr/>
            </p:nvSpPr>
            <p:spPr>
              <a:xfrm>
                <a:off x="2327158" y="2347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92" name="ph2292"/>
              <p:cNvSpPr/>
              <p:nvPr/>
            </p:nvSpPr>
            <p:spPr>
              <a:xfrm>
                <a:off x="2336542" y="2347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93" name="ph2293"/>
              <p:cNvSpPr/>
              <p:nvPr/>
            </p:nvSpPr>
            <p:spPr>
              <a:xfrm>
                <a:off x="2345926" y="2347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94" name="ph2294"/>
              <p:cNvSpPr/>
              <p:nvPr/>
            </p:nvSpPr>
            <p:spPr>
              <a:xfrm>
                <a:off x="2355311" y="2347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95" name="ph2295"/>
              <p:cNvSpPr/>
              <p:nvPr/>
            </p:nvSpPr>
            <p:spPr>
              <a:xfrm>
                <a:off x="2364695" y="2347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6DD2B1">
                  <a:alpha val="100000"/>
                </a:srgbClr>
              </a:solidFill>
              <a:ln w="5420" cap="flat">
                <a:solidFill>
                  <a:srgbClr val="6D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96" name="ph2296"/>
              <p:cNvSpPr/>
              <p:nvPr/>
            </p:nvSpPr>
            <p:spPr>
              <a:xfrm>
                <a:off x="2374079" y="2347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DD1B1">
                  <a:alpha val="100000"/>
                </a:srgbClr>
              </a:solidFill>
              <a:ln w="5420" cap="flat">
                <a:solidFill>
                  <a:srgbClr val="6DD1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97" name="ph2297"/>
              <p:cNvSpPr/>
              <p:nvPr/>
            </p:nvSpPr>
            <p:spPr>
              <a:xfrm>
                <a:off x="2383463" y="2347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CD1B1">
                  <a:alpha val="100000"/>
                </a:srgbClr>
              </a:solidFill>
              <a:ln w="5420" cap="flat">
                <a:solidFill>
                  <a:srgbClr val="6CD1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98" name="ph2298"/>
              <p:cNvSpPr/>
              <p:nvPr/>
            </p:nvSpPr>
            <p:spPr>
              <a:xfrm>
                <a:off x="2392848" y="2347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6CD1B0">
                  <a:alpha val="100000"/>
                </a:srgbClr>
              </a:solidFill>
              <a:ln w="5420" cap="flat">
                <a:solidFill>
                  <a:srgbClr val="6C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99" name="ph2299"/>
              <p:cNvSpPr/>
              <p:nvPr/>
            </p:nvSpPr>
            <p:spPr>
              <a:xfrm>
                <a:off x="2402232" y="2347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BD1B0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00" name="ph2300"/>
              <p:cNvSpPr/>
              <p:nvPr/>
            </p:nvSpPr>
            <p:spPr>
              <a:xfrm>
                <a:off x="2411616" y="2347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9D0AF">
                  <a:alpha val="100000"/>
                </a:srgbClr>
              </a:solidFill>
              <a:ln w="5420" cap="flat">
                <a:solidFill>
                  <a:srgbClr val="69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01" name="ph2301"/>
              <p:cNvSpPr/>
              <p:nvPr/>
            </p:nvSpPr>
            <p:spPr>
              <a:xfrm>
                <a:off x="2421001" y="2347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8D0AF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02" name="ph2302"/>
              <p:cNvSpPr/>
              <p:nvPr/>
            </p:nvSpPr>
            <p:spPr>
              <a:xfrm>
                <a:off x="2430385" y="2347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03" name="ph2303"/>
              <p:cNvSpPr/>
              <p:nvPr/>
            </p:nvSpPr>
            <p:spPr>
              <a:xfrm>
                <a:off x="2439769" y="2347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04" name="ph2304"/>
              <p:cNvSpPr/>
              <p:nvPr/>
            </p:nvSpPr>
            <p:spPr>
              <a:xfrm>
                <a:off x="2449153" y="2347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05" name="ph2305"/>
              <p:cNvSpPr/>
              <p:nvPr/>
            </p:nvSpPr>
            <p:spPr>
              <a:xfrm>
                <a:off x="2458538" y="2347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62CFAD">
                  <a:alpha val="100000"/>
                </a:srgbClr>
              </a:solidFill>
              <a:ln w="5420" cap="flat">
                <a:solidFill>
                  <a:srgbClr val="62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06" name="ph2306"/>
              <p:cNvSpPr/>
              <p:nvPr/>
            </p:nvSpPr>
            <p:spPr>
              <a:xfrm>
                <a:off x="2467922" y="2347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07" name="ph2307"/>
              <p:cNvSpPr/>
              <p:nvPr/>
            </p:nvSpPr>
            <p:spPr>
              <a:xfrm>
                <a:off x="2477306" y="2347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08" name="ph2308"/>
              <p:cNvSpPr/>
              <p:nvPr/>
            </p:nvSpPr>
            <p:spPr>
              <a:xfrm>
                <a:off x="2486690" y="2347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09" name="ph2309"/>
              <p:cNvSpPr/>
              <p:nvPr/>
            </p:nvSpPr>
            <p:spPr>
              <a:xfrm>
                <a:off x="2496075" y="2347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10" name="ph2310"/>
              <p:cNvSpPr/>
              <p:nvPr/>
            </p:nvSpPr>
            <p:spPr>
              <a:xfrm>
                <a:off x="2505459" y="2347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11" name="ph2311"/>
              <p:cNvSpPr/>
              <p:nvPr/>
            </p:nvSpPr>
            <p:spPr>
              <a:xfrm>
                <a:off x="2514843" y="2347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12" name="ph2312"/>
              <p:cNvSpPr/>
              <p:nvPr/>
            </p:nvSpPr>
            <p:spPr>
              <a:xfrm>
                <a:off x="2524228" y="2347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13" name="ph2313"/>
              <p:cNvSpPr/>
              <p:nvPr/>
            </p:nvSpPr>
            <p:spPr>
              <a:xfrm>
                <a:off x="2533612" y="2347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14" name="ph2314"/>
              <p:cNvSpPr/>
              <p:nvPr/>
            </p:nvSpPr>
            <p:spPr>
              <a:xfrm>
                <a:off x="2542996" y="2347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15" name="ph2315"/>
              <p:cNvSpPr/>
              <p:nvPr/>
            </p:nvSpPr>
            <p:spPr>
              <a:xfrm>
                <a:off x="2571149" y="2347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16" name="ph2316"/>
              <p:cNvSpPr/>
              <p:nvPr/>
            </p:nvSpPr>
            <p:spPr>
              <a:xfrm>
                <a:off x="2908983" y="2347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17" name="ph2317"/>
              <p:cNvSpPr/>
              <p:nvPr/>
            </p:nvSpPr>
            <p:spPr>
              <a:xfrm>
                <a:off x="2918367" y="2347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18" name="ph2318"/>
              <p:cNvSpPr/>
              <p:nvPr/>
            </p:nvSpPr>
            <p:spPr>
              <a:xfrm>
                <a:off x="2927751" y="2347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19" name="ph2319"/>
              <p:cNvSpPr/>
              <p:nvPr/>
            </p:nvSpPr>
            <p:spPr>
              <a:xfrm>
                <a:off x="2937135" y="2347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20" name="ph2320"/>
              <p:cNvSpPr/>
              <p:nvPr/>
            </p:nvSpPr>
            <p:spPr>
              <a:xfrm>
                <a:off x="2946520" y="2347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21" name="ph2321"/>
              <p:cNvSpPr/>
              <p:nvPr/>
            </p:nvSpPr>
            <p:spPr>
              <a:xfrm>
                <a:off x="2158241" y="2359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9D0AF">
                  <a:alpha val="100000"/>
                </a:srgbClr>
              </a:solidFill>
              <a:ln w="5420" cap="flat">
                <a:solidFill>
                  <a:srgbClr val="69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22" name="ph2322"/>
              <p:cNvSpPr/>
              <p:nvPr/>
            </p:nvSpPr>
            <p:spPr>
              <a:xfrm>
                <a:off x="2167625" y="2359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AD1B0">
                  <a:alpha val="100000"/>
                </a:srgbClr>
              </a:solidFill>
              <a:ln w="5420" cap="flat">
                <a:solidFill>
                  <a:srgbClr val="6A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23" name="ph2323"/>
              <p:cNvSpPr/>
              <p:nvPr/>
            </p:nvSpPr>
            <p:spPr>
              <a:xfrm>
                <a:off x="2177009" y="2359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BD1B0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24" name="ph2324"/>
              <p:cNvSpPr/>
              <p:nvPr/>
            </p:nvSpPr>
            <p:spPr>
              <a:xfrm>
                <a:off x="2186394" y="2359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CD1B0">
                  <a:alpha val="100000"/>
                </a:srgbClr>
              </a:solidFill>
              <a:ln w="5420" cap="flat">
                <a:solidFill>
                  <a:srgbClr val="6C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25" name="ph2325"/>
              <p:cNvSpPr/>
              <p:nvPr/>
            </p:nvSpPr>
            <p:spPr>
              <a:xfrm>
                <a:off x="2195778" y="2359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DD1B1">
                  <a:alpha val="100000"/>
                </a:srgbClr>
              </a:solidFill>
              <a:ln w="5420" cap="flat">
                <a:solidFill>
                  <a:srgbClr val="6DD1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26" name="ph2326"/>
              <p:cNvSpPr/>
              <p:nvPr/>
            </p:nvSpPr>
            <p:spPr>
              <a:xfrm>
                <a:off x="2205162" y="2359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27" name="ph2327"/>
              <p:cNvSpPr/>
              <p:nvPr/>
            </p:nvSpPr>
            <p:spPr>
              <a:xfrm>
                <a:off x="2214547" y="2359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FD2B2">
                  <a:alpha val="100000"/>
                </a:srgbClr>
              </a:solidFill>
              <a:ln w="5420" cap="flat">
                <a:solidFill>
                  <a:srgbClr val="6F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28" name="ph2328"/>
              <p:cNvSpPr/>
              <p:nvPr/>
            </p:nvSpPr>
            <p:spPr>
              <a:xfrm>
                <a:off x="2223931" y="2359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29" name="ph2329"/>
              <p:cNvSpPr/>
              <p:nvPr/>
            </p:nvSpPr>
            <p:spPr>
              <a:xfrm>
                <a:off x="2233315" y="2359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30" name="ph2330"/>
              <p:cNvSpPr/>
              <p:nvPr/>
            </p:nvSpPr>
            <p:spPr>
              <a:xfrm>
                <a:off x="2242699" y="2359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31" name="ph2331"/>
              <p:cNvSpPr/>
              <p:nvPr/>
            </p:nvSpPr>
            <p:spPr>
              <a:xfrm>
                <a:off x="2252084" y="2359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32" name="ph2332"/>
              <p:cNvSpPr/>
              <p:nvPr/>
            </p:nvSpPr>
            <p:spPr>
              <a:xfrm>
                <a:off x="2261468" y="2359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33" name="ph2333"/>
              <p:cNvSpPr/>
              <p:nvPr/>
            </p:nvSpPr>
            <p:spPr>
              <a:xfrm>
                <a:off x="2270852" y="2359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34" name="ph2334"/>
              <p:cNvSpPr/>
              <p:nvPr/>
            </p:nvSpPr>
            <p:spPr>
              <a:xfrm>
                <a:off x="2280236" y="2359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35" name="ph2335"/>
              <p:cNvSpPr/>
              <p:nvPr/>
            </p:nvSpPr>
            <p:spPr>
              <a:xfrm>
                <a:off x="2289621" y="2359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36" name="ph2336"/>
              <p:cNvSpPr/>
              <p:nvPr/>
            </p:nvSpPr>
            <p:spPr>
              <a:xfrm>
                <a:off x="2299005" y="2359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FD2B2">
                  <a:alpha val="100000"/>
                </a:srgbClr>
              </a:solidFill>
              <a:ln w="5420" cap="flat">
                <a:solidFill>
                  <a:srgbClr val="6F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37" name="ph2337"/>
              <p:cNvSpPr/>
              <p:nvPr/>
            </p:nvSpPr>
            <p:spPr>
              <a:xfrm>
                <a:off x="2308389" y="2359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38" name="ph2338"/>
              <p:cNvSpPr/>
              <p:nvPr/>
            </p:nvSpPr>
            <p:spPr>
              <a:xfrm>
                <a:off x="2317774" y="2359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39" name="ph2339"/>
              <p:cNvSpPr/>
              <p:nvPr/>
            </p:nvSpPr>
            <p:spPr>
              <a:xfrm>
                <a:off x="2327158" y="2359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40" name="ph2340"/>
              <p:cNvSpPr/>
              <p:nvPr/>
            </p:nvSpPr>
            <p:spPr>
              <a:xfrm>
                <a:off x="2336542" y="2359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41" name="ph2341"/>
              <p:cNvSpPr/>
              <p:nvPr/>
            </p:nvSpPr>
            <p:spPr>
              <a:xfrm>
                <a:off x="2345926" y="2359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42" name="ph2342"/>
              <p:cNvSpPr/>
              <p:nvPr/>
            </p:nvSpPr>
            <p:spPr>
              <a:xfrm>
                <a:off x="2355311" y="2359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43" name="ph2343"/>
              <p:cNvSpPr/>
              <p:nvPr/>
            </p:nvSpPr>
            <p:spPr>
              <a:xfrm>
                <a:off x="2364695" y="2359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44" name="ph2344"/>
              <p:cNvSpPr/>
              <p:nvPr/>
            </p:nvSpPr>
            <p:spPr>
              <a:xfrm>
                <a:off x="2374079" y="2359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DD2B1">
                  <a:alpha val="100000"/>
                </a:srgbClr>
              </a:solidFill>
              <a:ln w="5420" cap="flat">
                <a:solidFill>
                  <a:srgbClr val="6D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45" name="ph2345"/>
              <p:cNvSpPr/>
              <p:nvPr/>
            </p:nvSpPr>
            <p:spPr>
              <a:xfrm>
                <a:off x="2383463" y="2359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DD1B1">
                  <a:alpha val="100000"/>
                </a:srgbClr>
              </a:solidFill>
              <a:ln w="5420" cap="flat">
                <a:solidFill>
                  <a:srgbClr val="6DD1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46" name="ph2346"/>
              <p:cNvSpPr/>
              <p:nvPr/>
            </p:nvSpPr>
            <p:spPr>
              <a:xfrm>
                <a:off x="2392848" y="2359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6CD1B0">
                  <a:alpha val="100000"/>
                </a:srgbClr>
              </a:solidFill>
              <a:ln w="5420" cap="flat">
                <a:solidFill>
                  <a:srgbClr val="6C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47" name="ph2347"/>
              <p:cNvSpPr/>
              <p:nvPr/>
            </p:nvSpPr>
            <p:spPr>
              <a:xfrm>
                <a:off x="2402232" y="2359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BD1B0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48" name="ph2348"/>
              <p:cNvSpPr/>
              <p:nvPr/>
            </p:nvSpPr>
            <p:spPr>
              <a:xfrm>
                <a:off x="2411616" y="2359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9D0AF">
                  <a:alpha val="100000"/>
                </a:srgbClr>
              </a:solidFill>
              <a:ln w="5420" cap="flat">
                <a:solidFill>
                  <a:srgbClr val="69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49" name="ph2349"/>
              <p:cNvSpPr/>
              <p:nvPr/>
            </p:nvSpPr>
            <p:spPr>
              <a:xfrm>
                <a:off x="2421001" y="2359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8D0AF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50" name="ph2350"/>
              <p:cNvSpPr/>
              <p:nvPr/>
            </p:nvSpPr>
            <p:spPr>
              <a:xfrm>
                <a:off x="2430385" y="2359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51" name="ph2351"/>
              <p:cNvSpPr/>
              <p:nvPr/>
            </p:nvSpPr>
            <p:spPr>
              <a:xfrm>
                <a:off x="2439769" y="2359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52" name="ph2352"/>
              <p:cNvSpPr/>
              <p:nvPr/>
            </p:nvSpPr>
            <p:spPr>
              <a:xfrm>
                <a:off x="2449153" y="2359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53" name="ph2353"/>
              <p:cNvSpPr/>
              <p:nvPr/>
            </p:nvSpPr>
            <p:spPr>
              <a:xfrm>
                <a:off x="2458538" y="2359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62CEAD">
                  <a:alpha val="100000"/>
                </a:srgbClr>
              </a:solidFill>
              <a:ln w="5420" cap="flat">
                <a:solidFill>
                  <a:srgbClr val="62CE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54" name="ph2354"/>
              <p:cNvSpPr/>
              <p:nvPr/>
            </p:nvSpPr>
            <p:spPr>
              <a:xfrm>
                <a:off x="2467922" y="2359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55" name="ph2355"/>
              <p:cNvSpPr/>
              <p:nvPr/>
            </p:nvSpPr>
            <p:spPr>
              <a:xfrm>
                <a:off x="2477306" y="2359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56" name="ph2356"/>
              <p:cNvSpPr/>
              <p:nvPr/>
            </p:nvSpPr>
            <p:spPr>
              <a:xfrm>
                <a:off x="2486690" y="2359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57" name="ph2357"/>
              <p:cNvSpPr/>
              <p:nvPr/>
            </p:nvSpPr>
            <p:spPr>
              <a:xfrm>
                <a:off x="2496075" y="2359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58" name="ph2358"/>
              <p:cNvSpPr/>
              <p:nvPr/>
            </p:nvSpPr>
            <p:spPr>
              <a:xfrm>
                <a:off x="2505459" y="2359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59" name="ph2359"/>
              <p:cNvSpPr/>
              <p:nvPr/>
            </p:nvSpPr>
            <p:spPr>
              <a:xfrm>
                <a:off x="2514843" y="2359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60" name="ph2360"/>
              <p:cNvSpPr/>
              <p:nvPr/>
            </p:nvSpPr>
            <p:spPr>
              <a:xfrm>
                <a:off x="2524228" y="2359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61" name="ph2361"/>
              <p:cNvSpPr/>
              <p:nvPr/>
            </p:nvSpPr>
            <p:spPr>
              <a:xfrm>
                <a:off x="2533612" y="2359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62" name="ph2362"/>
              <p:cNvSpPr/>
              <p:nvPr/>
            </p:nvSpPr>
            <p:spPr>
              <a:xfrm>
                <a:off x="2542996" y="2359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63" name="ph2363"/>
              <p:cNvSpPr/>
              <p:nvPr/>
            </p:nvSpPr>
            <p:spPr>
              <a:xfrm>
                <a:off x="2552380" y="2359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64" name="ph2364"/>
              <p:cNvSpPr/>
              <p:nvPr/>
            </p:nvSpPr>
            <p:spPr>
              <a:xfrm>
                <a:off x="2561765" y="2359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65" name="ph2365"/>
              <p:cNvSpPr/>
              <p:nvPr/>
            </p:nvSpPr>
            <p:spPr>
              <a:xfrm>
                <a:off x="2571149" y="2359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66" name="ph2366"/>
              <p:cNvSpPr/>
              <p:nvPr/>
            </p:nvSpPr>
            <p:spPr>
              <a:xfrm>
                <a:off x="2580533" y="2359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67" name="ph2367"/>
              <p:cNvSpPr/>
              <p:nvPr/>
            </p:nvSpPr>
            <p:spPr>
              <a:xfrm>
                <a:off x="2589917" y="2359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68" name="ph2368"/>
              <p:cNvSpPr/>
              <p:nvPr/>
            </p:nvSpPr>
            <p:spPr>
              <a:xfrm>
                <a:off x="2918367" y="2359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69" name="ph2369"/>
              <p:cNvSpPr/>
              <p:nvPr/>
            </p:nvSpPr>
            <p:spPr>
              <a:xfrm>
                <a:off x="2927751" y="2359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CB0AB">
                  <a:alpha val="100000"/>
                </a:srgbClr>
              </a:solidFill>
              <a:ln w="5420" cap="flat">
                <a:solidFill>
                  <a:srgbClr val="4C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70" name="ph2370"/>
              <p:cNvSpPr/>
              <p:nvPr/>
            </p:nvSpPr>
            <p:spPr>
              <a:xfrm>
                <a:off x="2937135" y="2359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71" name="ph2371"/>
              <p:cNvSpPr/>
              <p:nvPr/>
            </p:nvSpPr>
            <p:spPr>
              <a:xfrm>
                <a:off x="2946520" y="2359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72" name="ph2372"/>
              <p:cNvSpPr/>
              <p:nvPr/>
            </p:nvSpPr>
            <p:spPr>
              <a:xfrm>
                <a:off x="2148857" y="2370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8D0AF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73" name="ph2373"/>
              <p:cNvSpPr/>
              <p:nvPr/>
            </p:nvSpPr>
            <p:spPr>
              <a:xfrm>
                <a:off x="2158241" y="2370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9D0AF">
                  <a:alpha val="100000"/>
                </a:srgbClr>
              </a:solidFill>
              <a:ln w="5420" cap="flat">
                <a:solidFill>
                  <a:srgbClr val="69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74" name="ph2374"/>
              <p:cNvSpPr/>
              <p:nvPr/>
            </p:nvSpPr>
            <p:spPr>
              <a:xfrm>
                <a:off x="2167625" y="2370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AD1AF">
                  <a:alpha val="100000"/>
                </a:srgbClr>
              </a:solidFill>
              <a:ln w="5420" cap="flat">
                <a:solidFill>
                  <a:srgbClr val="6AD1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75" name="ph2375"/>
              <p:cNvSpPr/>
              <p:nvPr/>
            </p:nvSpPr>
            <p:spPr>
              <a:xfrm>
                <a:off x="2177009" y="2370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BD1B0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76" name="ph2376"/>
              <p:cNvSpPr/>
              <p:nvPr/>
            </p:nvSpPr>
            <p:spPr>
              <a:xfrm>
                <a:off x="2186394" y="2370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CD1B0">
                  <a:alpha val="100000"/>
                </a:srgbClr>
              </a:solidFill>
              <a:ln w="5420" cap="flat">
                <a:solidFill>
                  <a:srgbClr val="6C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77" name="ph2377"/>
              <p:cNvSpPr/>
              <p:nvPr/>
            </p:nvSpPr>
            <p:spPr>
              <a:xfrm>
                <a:off x="2195778" y="2370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78" name="ph2378"/>
              <p:cNvSpPr/>
              <p:nvPr/>
            </p:nvSpPr>
            <p:spPr>
              <a:xfrm>
                <a:off x="2205162" y="2370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FD2B1">
                  <a:alpha val="100000"/>
                </a:srgbClr>
              </a:solidFill>
              <a:ln w="5420" cap="flat">
                <a:solidFill>
                  <a:srgbClr val="6F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79" name="ph2379"/>
              <p:cNvSpPr/>
              <p:nvPr/>
            </p:nvSpPr>
            <p:spPr>
              <a:xfrm>
                <a:off x="2214547" y="2370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80" name="ph2380"/>
              <p:cNvSpPr/>
              <p:nvPr/>
            </p:nvSpPr>
            <p:spPr>
              <a:xfrm>
                <a:off x="2223931" y="2370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81" name="ph2381"/>
              <p:cNvSpPr/>
              <p:nvPr/>
            </p:nvSpPr>
            <p:spPr>
              <a:xfrm>
                <a:off x="2233315" y="2370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82" name="ph2382"/>
              <p:cNvSpPr/>
              <p:nvPr/>
            </p:nvSpPr>
            <p:spPr>
              <a:xfrm>
                <a:off x="2242699" y="2370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83" name="ph2383"/>
              <p:cNvSpPr/>
              <p:nvPr/>
            </p:nvSpPr>
            <p:spPr>
              <a:xfrm>
                <a:off x="2252084" y="2370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84" name="ph2384"/>
              <p:cNvSpPr/>
              <p:nvPr/>
            </p:nvSpPr>
            <p:spPr>
              <a:xfrm>
                <a:off x="2261468" y="2370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85" name="ph2385"/>
              <p:cNvSpPr/>
              <p:nvPr/>
            </p:nvSpPr>
            <p:spPr>
              <a:xfrm>
                <a:off x="2270852" y="2370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86" name="ph2386"/>
              <p:cNvSpPr/>
              <p:nvPr/>
            </p:nvSpPr>
            <p:spPr>
              <a:xfrm>
                <a:off x="2280236" y="2370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87" name="ph2387"/>
              <p:cNvSpPr/>
              <p:nvPr/>
            </p:nvSpPr>
            <p:spPr>
              <a:xfrm>
                <a:off x="2289621" y="2370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1D2B2">
                  <a:alpha val="100000"/>
                </a:srgbClr>
              </a:solidFill>
              <a:ln w="5420" cap="flat">
                <a:solidFill>
                  <a:srgbClr val="71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88" name="ph2388"/>
              <p:cNvSpPr/>
              <p:nvPr/>
            </p:nvSpPr>
            <p:spPr>
              <a:xfrm>
                <a:off x="2299005" y="2370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89" name="ph2389"/>
              <p:cNvSpPr/>
              <p:nvPr/>
            </p:nvSpPr>
            <p:spPr>
              <a:xfrm>
                <a:off x="2308389" y="2370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FD2B1">
                  <a:alpha val="100000"/>
                </a:srgbClr>
              </a:solidFill>
              <a:ln w="5420" cap="flat">
                <a:solidFill>
                  <a:srgbClr val="6F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90" name="ph2390"/>
              <p:cNvSpPr/>
              <p:nvPr/>
            </p:nvSpPr>
            <p:spPr>
              <a:xfrm>
                <a:off x="2317774" y="2370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91" name="ph2391"/>
              <p:cNvSpPr/>
              <p:nvPr/>
            </p:nvSpPr>
            <p:spPr>
              <a:xfrm>
                <a:off x="2327158" y="2370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92" name="ph2392"/>
              <p:cNvSpPr/>
              <p:nvPr/>
            </p:nvSpPr>
            <p:spPr>
              <a:xfrm>
                <a:off x="2336542" y="2370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93" name="ph2393"/>
              <p:cNvSpPr/>
              <p:nvPr/>
            </p:nvSpPr>
            <p:spPr>
              <a:xfrm>
                <a:off x="2345926" y="2370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94" name="ph2394"/>
              <p:cNvSpPr/>
              <p:nvPr/>
            </p:nvSpPr>
            <p:spPr>
              <a:xfrm>
                <a:off x="2355311" y="2370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95" name="ph2395"/>
              <p:cNvSpPr/>
              <p:nvPr/>
            </p:nvSpPr>
            <p:spPr>
              <a:xfrm>
                <a:off x="2364695" y="2370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96" name="ph2396"/>
              <p:cNvSpPr/>
              <p:nvPr/>
            </p:nvSpPr>
            <p:spPr>
              <a:xfrm>
                <a:off x="2374079" y="2370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DD1B1">
                  <a:alpha val="100000"/>
                </a:srgbClr>
              </a:solidFill>
              <a:ln w="5420" cap="flat">
                <a:solidFill>
                  <a:srgbClr val="6DD1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97" name="ph2397"/>
              <p:cNvSpPr/>
              <p:nvPr/>
            </p:nvSpPr>
            <p:spPr>
              <a:xfrm>
                <a:off x="2383463" y="2370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DD1B1">
                  <a:alpha val="100000"/>
                </a:srgbClr>
              </a:solidFill>
              <a:ln w="5420" cap="flat">
                <a:solidFill>
                  <a:srgbClr val="6DD1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98" name="ph2398"/>
              <p:cNvSpPr/>
              <p:nvPr/>
            </p:nvSpPr>
            <p:spPr>
              <a:xfrm>
                <a:off x="2392848" y="2370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6CD1B0">
                  <a:alpha val="100000"/>
                </a:srgbClr>
              </a:solidFill>
              <a:ln w="5420" cap="flat">
                <a:solidFill>
                  <a:srgbClr val="6C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99" name="ph2399"/>
              <p:cNvSpPr/>
              <p:nvPr/>
            </p:nvSpPr>
            <p:spPr>
              <a:xfrm>
                <a:off x="2402232" y="2370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BD1B0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00" name="ph2400"/>
              <p:cNvSpPr/>
              <p:nvPr/>
            </p:nvSpPr>
            <p:spPr>
              <a:xfrm>
                <a:off x="2411616" y="2370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9D0AF">
                  <a:alpha val="100000"/>
                </a:srgbClr>
              </a:solidFill>
              <a:ln w="5420" cap="flat">
                <a:solidFill>
                  <a:srgbClr val="69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01" name="ph2401"/>
              <p:cNvSpPr/>
              <p:nvPr/>
            </p:nvSpPr>
            <p:spPr>
              <a:xfrm>
                <a:off x="2421001" y="2370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7D0AF">
                  <a:alpha val="100000"/>
                </a:srgbClr>
              </a:solidFill>
              <a:ln w="5420" cap="flat">
                <a:solidFill>
                  <a:srgbClr val="67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02" name="ph2402"/>
              <p:cNvSpPr/>
              <p:nvPr/>
            </p:nvSpPr>
            <p:spPr>
              <a:xfrm>
                <a:off x="2430385" y="2370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03" name="ph2403"/>
              <p:cNvSpPr/>
              <p:nvPr/>
            </p:nvSpPr>
            <p:spPr>
              <a:xfrm>
                <a:off x="2439769" y="2370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04" name="ph2404"/>
              <p:cNvSpPr/>
              <p:nvPr/>
            </p:nvSpPr>
            <p:spPr>
              <a:xfrm>
                <a:off x="2449153" y="2370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05" name="ph2405"/>
              <p:cNvSpPr/>
              <p:nvPr/>
            </p:nvSpPr>
            <p:spPr>
              <a:xfrm>
                <a:off x="2458538" y="2370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61CEAD">
                  <a:alpha val="100000"/>
                </a:srgbClr>
              </a:solidFill>
              <a:ln w="5420" cap="flat">
                <a:solidFill>
                  <a:srgbClr val="61CE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06" name="ph2406"/>
              <p:cNvSpPr/>
              <p:nvPr/>
            </p:nvSpPr>
            <p:spPr>
              <a:xfrm>
                <a:off x="2467922" y="2370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07" name="ph2407"/>
              <p:cNvSpPr/>
              <p:nvPr/>
            </p:nvSpPr>
            <p:spPr>
              <a:xfrm>
                <a:off x="2477306" y="2370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08" name="ph2408"/>
              <p:cNvSpPr/>
              <p:nvPr/>
            </p:nvSpPr>
            <p:spPr>
              <a:xfrm>
                <a:off x="2486690" y="2370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09" name="ph2409"/>
              <p:cNvSpPr/>
              <p:nvPr/>
            </p:nvSpPr>
            <p:spPr>
              <a:xfrm>
                <a:off x="2496075" y="2370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10" name="ph2410"/>
              <p:cNvSpPr/>
              <p:nvPr/>
            </p:nvSpPr>
            <p:spPr>
              <a:xfrm>
                <a:off x="2505459" y="2370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11" name="ph2411"/>
              <p:cNvSpPr/>
              <p:nvPr/>
            </p:nvSpPr>
            <p:spPr>
              <a:xfrm>
                <a:off x="2514843" y="2370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12" name="ph2412"/>
              <p:cNvSpPr/>
              <p:nvPr/>
            </p:nvSpPr>
            <p:spPr>
              <a:xfrm>
                <a:off x="2524228" y="2370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13" name="ph2413"/>
              <p:cNvSpPr/>
              <p:nvPr/>
            </p:nvSpPr>
            <p:spPr>
              <a:xfrm>
                <a:off x="2533612" y="2370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14" name="ph2414"/>
              <p:cNvSpPr/>
              <p:nvPr/>
            </p:nvSpPr>
            <p:spPr>
              <a:xfrm>
                <a:off x="2542996" y="2370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15" name="ph2415"/>
              <p:cNvSpPr/>
              <p:nvPr/>
            </p:nvSpPr>
            <p:spPr>
              <a:xfrm>
                <a:off x="2552380" y="2370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16" name="ph2416"/>
              <p:cNvSpPr/>
              <p:nvPr/>
            </p:nvSpPr>
            <p:spPr>
              <a:xfrm>
                <a:off x="2561765" y="2370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17" name="ph2417"/>
              <p:cNvSpPr/>
              <p:nvPr/>
            </p:nvSpPr>
            <p:spPr>
              <a:xfrm>
                <a:off x="2571149" y="2370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18" name="ph2418"/>
              <p:cNvSpPr/>
              <p:nvPr/>
            </p:nvSpPr>
            <p:spPr>
              <a:xfrm>
                <a:off x="2580533" y="2370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19" name="ph2419"/>
              <p:cNvSpPr/>
              <p:nvPr/>
            </p:nvSpPr>
            <p:spPr>
              <a:xfrm>
                <a:off x="2589917" y="2370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20" name="ph2420"/>
              <p:cNvSpPr/>
              <p:nvPr/>
            </p:nvSpPr>
            <p:spPr>
              <a:xfrm>
                <a:off x="2683760" y="2370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21" name="ph2421"/>
              <p:cNvSpPr/>
              <p:nvPr/>
            </p:nvSpPr>
            <p:spPr>
              <a:xfrm>
                <a:off x="2693144" y="2370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22" name="ph2422"/>
              <p:cNvSpPr/>
              <p:nvPr/>
            </p:nvSpPr>
            <p:spPr>
              <a:xfrm>
                <a:off x="2702529" y="2370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23" name="ph2423"/>
              <p:cNvSpPr/>
              <p:nvPr/>
            </p:nvSpPr>
            <p:spPr>
              <a:xfrm>
                <a:off x="2711913" y="2370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24" name="ph2424"/>
              <p:cNvSpPr/>
              <p:nvPr/>
            </p:nvSpPr>
            <p:spPr>
              <a:xfrm>
                <a:off x="2918367" y="2370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25" name="ph2425"/>
              <p:cNvSpPr/>
              <p:nvPr/>
            </p:nvSpPr>
            <p:spPr>
              <a:xfrm>
                <a:off x="2927751" y="2370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26" name="ph2426"/>
              <p:cNvSpPr/>
              <p:nvPr/>
            </p:nvSpPr>
            <p:spPr>
              <a:xfrm>
                <a:off x="2937135" y="2370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27" name="ph2427"/>
              <p:cNvSpPr/>
              <p:nvPr/>
            </p:nvSpPr>
            <p:spPr>
              <a:xfrm>
                <a:off x="2946520" y="2370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28" name="ph2428"/>
              <p:cNvSpPr/>
              <p:nvPr/>
            </p:nvSpPr>
            <p:spPr>
              <a:xfrm>
                <a:off x="2955904" y="2370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29" name="ph2429"/>
              <p:cNvSpPr/>
              <p:nvPr/>
            </p:nvSpPr>
            <p:spPr>
              <a:xfrm>
                <a:off x="1867328" y="2382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30" name="ph2430"/>
              <p:cNvSpPr/>
              <p:nvPr/>
            </p:nvSpPr>
            <p:spPr>
              <a:xfrm>
                <a:off x="1876713" y="2382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FD2B2">
                  <a:alpha val="100000"/>
                </a:srgbClr>
              </a:solidFill>
              <a:ln w="5420" cap="flat">
                <a:solidFill>
                  <a:srgbClr val="6F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31" name="ph2431"/>
              <p:cNvSpPr/>
              <p:nvPr/>
            </p:nvSpPr>
            <p:spPr>
              <a:xfrm>
                <a:off x="2148857" y="2382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7D0AE">
                  <a:alpha val="100000"/>
                </a:srgbClr>
              </a:solidFill>
              <a:ln w="5420" cap="flat">
                <a:solidFill>
                  <a:srgbClr val="67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32" name="ph2432"/>
              <p:cNvSpPr/>
              <p:nvPr/>
            </p:nvSpPr>
            <p:spPr>
              <a:xfrm>
                <a:off x="2158241" y="2382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8D0AF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33" name="ph2433"/>
              <p:cNvSpPr/>
              <p:nvPr/>
            </p:nvSpPr>
            <p:spPr>
              <a:xfrm>
                <a:off x="2167625" y="2382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9D0AF">
                  <a:alpha val="100000"/>
                </a:srgbClr>
              </a:solidFill>
              <a:ln w="5420" cap="flat">
                <a:solidFill>
                  <a:srgbClr val="69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34" name="ph2434"/>
              <p:cNvSpPr/>
              <p:nvPr/>
            </p:nvSpPr>
            <p:spPr>
              <a:xfrm>
                <a:off x="2177009" y="2382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BD1B0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35" name="ph2435"/>
              <p:cNvSpPr/>
              <p:nvPr/>
            </p:nvSpPr>
            <p:spPr>
              <a:xfrm>
                <a:off x="2186394" y="2382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CD1B1">
                  <a:alpha val="100000"/>
                </a:srgbClr>
              </a:solidFill>
              <a:ln w="5420" cap="flat">
                <a:solidFill>
                  <a:srgbClr val="6CD1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36" name="ph2436"/>
              <p:cNvSpPr/>
              <p:nvPr/>
            </p:nvSpPr>
            <p:spPr>
              <a:xfrm>
                <a:off x="2195778" y="2382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37" name="ph2437"/>
              <p:cNvSpPr/>
              <p:nvPr/>
            </p:nvSpPr>
            <p:spPr>
              <a:xfrm>
                <a:off x="2205162" y="2382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38" name="ph2438"/>
              <p:cNvSpPr/>
              <p:nvPr/>
            </p:nvSpPr>
            <p:spPr>
              <a:xfrm>
                <a:off x="2214547" y="2382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39" name="ph2439"/>
              <p:cNvSpPr/>
              <p:nvPr/>
            </p:nvSpPr>
            <p:spPr>
              <a:xfrm>
                <a:off x="2223931" y="2382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4D3B4">
                  <a:alpha val="100000"/>
                </a:srgbClr>
              </a:solidFill>
              <a:ln w="5420" cap="flat">
                <a:solidFill>
                  <a:srgbClr val="74D3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40" name="ph2440"/>
              <p:cNvSpPr/>
              <p:nvPr/>
            </p:nvSpPr>
            <p:spPr>
              <a:xfrm>
                <a:off x="2233315" y="2382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5D4B4">
                  <a:alpha val="100000"/>
                </a:srgbClr>
              </a:solidFill>
              <a:ln w="5420" cap="flat">
                <a:solidFill>
                  <a:srgbClr val="75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41" name="ph2441"/>
              <p:cNvSpPr/>
              <p:nvPr/>
            </p:nvSpPr>
            <p:spPr>
              <a:xfrm>
                <a:off x="2242699" y="2382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5D4B4">
                  <a:alpha val="100000"/>
                </a:srgbClr>
              </a:solidFill>
              <a:ln w="5420" cap="flat">
                <a:solidFill>
                  <a:srgbClr val="75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42" name="ph2442"/>
              <p:cNvSpPr/>
              <p:nvPr/>
            </p:nvSpPr>
            <p:spPr>
              <a:xfrm>
                <a:off x="2252084" y="2382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5D4B4">
                  <a:alpha val="100000"/>
                </a:srgbClr>
              </a:solidFill>
              <a:ln w="5420" cap="flat">
                <a:solidFill>
                  <a:srgbClr val="75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43" name="ph2443"/>
              <p:cNvSpPr/>
              <p:nvPr/>
            </p:nvSpPr>
            <p:spPr>
              <a:xfrm>
                <a:off x="2261468" y="2382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5D4B4">
                  <a:alpha val="100000"/>
                </a:srgbClr>
              </a:solidFill>
              <a:ln w="5420" cap="flat">
                <a:solidFill>
                  <a:srgbClr val="75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44" name="ph2444"/>
              <p:cNvSpPr/>
              <p:nvPr/>
            </p:nvSpPr>
            <p:spPr>
              <a:xfrm>
                <a:off x="2270852" y="2382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4D3B3">
                  <a:alpha val="100000"/>
                </a:srgbClr>
              </a:solidFill>
              <a:ln w="5420" cap="flat">
                <a:solidFill>
                  <a:srgbClr val="74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45" name="ph2445"/>
              <p:cNvSpPr/>
              <p:nvPr/>
            </p:nvSpPr>
            <p:spPr>
              <a:xfrm>
                <a:off x="2280236" y="2382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46" name="ph2446"/>
              <p:cNvSpPr/>
              <p:nvPr/>
            </p:nvSpPr>
            <p:spPr>
              <a:xfrm>
                <a:off x="2289621" y="2382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47" name="ph2447"/>
              <p:cNvSpPr/>
              <p:nvPr/>
            </p:nvSpPr>
            <p:spPr>
              <a:xfrm>
                <a:off x="2299005" y="2382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48" name="ph2448"/>
              <p:cNvSpPr/>
              <p:nvPr/>
            </p:nvSpPr>
            <p:spPr>
              <a:xfrm>
                <a:off x="2308389" y="2382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FD2B2">
                  <a:alpha val="100000"/>
                </a:srgbClr>
              </a:solidFill>
              <a:ln w="5420" cap="flat">
                <a:solidFill>
                  <a:srgbClr val="6F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49" name="ph2449"/>
              <p:cNvSpPr/>
              <p:nvPr/>
            </p:nvSpPr>
            <p:spPr>
              <a:xfrm>
                <a:off x="2317774" y="2382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50" name="ph2450"/>
              <p:cNvSpPr/>
              <p:nvPr/>
            </p:nvSpPr>
            <p:spPr>
              <a:xfrm>
                <a:off x="2327158" y="2382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51" name="ph2451"/>
              <p:cNvSpPr/>
              <p:nvPr/>
            </p:nvSpPr>
            <p:spPr>
              <a:xfrm>
                <a:off x="2336542" y="2382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52" name="ph2452"/>
              <p:cNvSpPr/>
              <p:nvPr/>
            </p:nvSpPr>
            <p:spPr>
              <a:xfrm>
                <a:off x="2345926" y="2382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53" name="ph2453"/>
              <p:cNvSpPr/>
              <p:nvPr/>
            </p:nvSpPr>
            <p:spPr>
              <a:xfrm>
                <a:off x="2355311" y="2382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54" name="ph2454"/>
              <p:cNvSpPr/>
              <p:nvPr/>
            </p:nvSpPr>
            <p:spPr>
              <a:xfrm>
                <a:off x="2364695" y="2382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6DD2B1">
                  <a:alpha val="100000"/>
                </a:srgbClr>
              </a:solidFill>
              <a:ln w="5420" cap="flat">
                <a:solidFill>
                  <a:srgbClr val="6D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55" name="ph2455"/>
              <p:cNvSpPr/>
              <p:nvPr/>
            </p:nvSpPr>
            <p:spPr>
              <a:xfrm>
                <a:off x="2374079" y="2382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DD1B1">
                  <a:alpha val="100000"/>
                </a:srgbClr>
              </a:solidFill>
              <a:ln w="5420" cap="flat">
                <a:solidFill>
                  <a:srgbClr val="6DD1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56" name="ph2456"/>
              <p:cNvSpPr/>
              <p:nvPr/>
            </p:nvSpPr>
            <p:spPr>
              <a:xfrm>
                <a:off x="2383463" y="2382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CD1B1">
                  <a:alpha val="100000"/>
                </a:srgbClr>
              </a:solidFill>
              <a:ln w="5420" cap="flat">
                <a:solidFill>
                  <a:srgbClr val="6CD1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57" name="ph2457"/>
              <p:cNvSpPr/>
              <p:nvPr/>
            </p:nvSpPr>
            <p:spPr>
              <a:xfrm>
                <a:off x="2392848" y="2382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6CD1B0">
                  <a:alpha val="100000"/>
                </a:srgbClr>
              </a:solidFill>
              <a:ln w="5420" cap="flat">
                <a:solidFill>
                  <a:srgbClr val="6C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58" name="ph2458"/>
              <p:cNvSpPr/>
              <p:nvPr/>
            </p:nvSpPr>
            <p:spPr>
              <a:xfrm>
                <a:off x="2402232" y="2382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BD1B0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59" name="ph2459"/>
              <p:cNvSpPr/>
              <p:nvPr/>
            </p:nvSpPr>
            <p:spPr>
              <a:xfrm>
                <a:off x="2411616" y="2382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9D0AF">
                  <a:alpha val="100000"/>
                </a:srgbClr>
              </a:solidFill>
              <a:ln w="5420" cap="flat">
                <a:solidFill>
                  <a:srgbClr val="69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60" name="ph2460"/>
              <p:cNvSpPr/>
              <p:nvPr/>
            </p:nvSpPr>
            <p:spPr>
              <a:xfrm>
                <a:off x="2421001" y="2382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7D0AF">
                  <a:alpha val="100000"/>
                </a:srgbClr>
              </a:solidFill>
              <a:ln w="5420" cap="flat">
                <a:solidFill>
                  <a:srgbClr val="67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61" name="ph2461"/>
              <p:cNvSpPr/>
              <p:nvPr/>
            </p:nvSpPr>
            <p:spPr>
              <a:xfrm>
                <a:off x="2430385" y="2382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62" name="ph2462"/>
              <p:cNvSpPr/>
              <p:nvPr/>
            </p:nvSpPr>
            <p:spPr>
              <a:xfrm>
                <a:off x="2439769" y="2382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4CFAE">
                  <a:alpha val="100000"/>
                </a:srgbClr>
              </a:solidFill>
              <a:ln w="5420" cap="flat">
                <a:solidFill>
                  <a:srgbClr val="64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63" name="ph2463"/>
              <p:cNvSpPr/>
              <p:nvPr/>
            </p:nvSpPr>
            <p:spPr>
              <a:xfrm>
                <a:off x="2449153" y="2382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64" name="ph2464"/>
              <p:cNvSpPr/>
              <p:nvPr/>
            </p:nvSpPr>
            <p:spPr>
              <a:xfrm>
                <a:off x="2458538" y="2382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65" name="ph2465"/>
              <p:cNvSpPr/>
              <p:nvPr/>
            </p:nvSpPr>
            <p:spPr>
              <a:xfrm>
                <a:off x="2467922" y="2382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66" name="ph2466"/>
              <p:cNvSpPr/>
              <p:nvPr/>
            </p:nvSpPr>
            <p:spPr>
              <a:xfrm>
                <a:off x="2477306" y="2382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67" name="ph2467"/>
              <p:cNvSpPr/>
              <p:nvPr/>
            </p:nvSpPr>
            <p:spPr>
              <a:xfrm>
                <a:off x="2486690" y="2382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68" name="ph2468"/>
              <p:cNvSpPr/>
              <p:nvPr/>
            </p:nvSpPr>
            <p:spPr>
              <a:xfrm>
                <a:off x="2496075" y="2382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69" name="ph2469"/>
              <p:cNvSpPr/>
              <p:nvPr/>
            </p:nvSpPr>
            <p:spPr>
              <a:xfrm>
                <a:off x="2505459" y="2382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70" name="ph2470"/>
              <p:cNvSpPr/>
              <p:nvPr/>
            </p:nvSpPr>
            <p:spPr>
              <a:xfrm>
                <a:off x="2514843" y="2382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71" name="ph2471"/>
              <p:cNvSpPr/>
              <p:nvPr/>
            </p:nvSpPr>
            <p:spPr>
              <a:xfrm>
                <a:off x="2524228" y="2382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72" name="ph2472"/>
              <p:cNvSpPr/>
              <p:nvPr/>
            </p:nvSpPr>
            <p:spPr>
              <a:xfrm>
                <a:off x="2533612" y="2382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73" name="ph2473"/>
              <p:cNvSpPr/>
              <p:nvPr/>
            </p:nvSpPr>
            <p:spPr>
              <a:xfrm>
                <a:off x="2542996" y="2382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74" name="ph2474"/>
              <p:cNvSpPr/>
              <p:nvPr/>
            </p:nvSpPr>
            <p:spPr>
              <a:xfrm>
                <a:off x="2552380" y="2382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75" name="ph2475"/>
              <p:cNvSpPr/>
              <p:nvPr/>
            </p:nvSpPr>
            <p:spPr>
              <a:xfrm>
                <a:off x="2561765" y="2382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76" name="ph2476"/>
              <p:cNvSpPr/>
              <p:nvPr/>
            </p:nvSpPr>
            <p:spPr>
              <a:xfrm>
                <a:off x="2571149" y="2382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77" name="ph2477"/>
              <p:cNvSpPr/>
              <p:nvPr/>
            </p:nvSpPr>
            <p:spPr>
              <a:xfrm>
                <a:off x="2580533" y="2382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78" name="ph2478"/>
              <p:cNvSpPr/>
              <p:nvPr/>
            </p:nvSpPr>
            <p:spPr>
              <a:xfrm>
                <a:off x="2589917" y="2382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79" name="ph2479"/>
              <p:cNvSpPr/>
              <p:nvPr/>
            </p:nvSpPr>
            <p:spPr>
              <a:xfrm>
                <a:off x="2674376" y="2382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80" name="ph2480"/>
              <p:cNvSpPr/>
              <p:nvPr/>
            </p:nvSpPr>
            <p:spPr>
              <a:xfrm>
                <a:off x="2683760" y="2382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BC5AC">
                  <a:alpha val="100000"/>
                </a:srgbClr>
              </a:solidFill>
              <a:ln w="5420" cap="flat">
                <a:solidFill>
                  <a:srgbClr val="5B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81" name="ph2481"/>
              <p:cNvSpPr/>
              <p:nvPr/>
            </p:nvSpPr>
            <p:spPr>
              <a:xfrm>
                <a:off x="2693144" y="2382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82" name="ph2482"/>
              <p:cNvSpPr/>
              <p:nvPr/>
            </p:nvSpPr>
            <p:spPr>
              <a:xfrm>
                <a:off x="2702529" y="2382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83" name="ph2483"/>
              <p:cNvSpPr/>
              <p:nvPr/>
            </p:nvSpPr>
            <p:spPr>
              <a:xfrm>
                <a:off x="2711913" y="2382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84" name="ph2484"/>
              <p:cNvSpPr/>
              <p:nvPr/>
            </p:nvSpPr>
            <p:spPr>
              <a:xfrm>
                <a:off x="2721297" y="2382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85" name="ph2485"/>
              <p:cNvSpPr/>
              <p:nvPr/>
            </p:nvSpPr>
            <p:spPr>
              <a:xfrm>
                <a:off x="2730681" y="2382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86" name="ph2486"/>
              <p:cNvSpPr/>
              <p:nvPr/>
            </p:nvSpPr>
            <p:spPr>
              <a:xfrm>
                <a:off x="2918367" y="2382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87" name="ph2487"/>
              <p:cNvSpPr/>
              <p:nvPr/>
            </p:nvSpPr>
            <p:spPr>
              <a:xfrm>
                <a:off x="2927751" y="2382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88" name="ph2488"/>
              <p:cNvSpPr/>
              <p:nvPr/>
            </p:nvSpPr>
            <p:spPr>
              <a:xfrm>
                <a:off x="2937135" y="2382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89" name="ph2489"/>
              <p:cNvSpPr/>
              <p:nvPr/>
            </p:nvSpPr>
            <p:spPr>
              <a:xfrm>
                <a:off x="2946520" y="2382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90" name="ph2490"/>
              <p:cNvSpPr/>
              <p:nvPr/>
            </p:nvSpPr>
            <p:spPr>
              <a:xfrm>
                <a:off x="2955904" y="2382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91" name="ph2491"/>
              <p:cNvSpPr/>
              <p:nvPr/>
            </p:nvSpPr>
            <p:spPr>
              <a:xfrm>
                <a:off x="1857944" y="2394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92" name="ph2492"/>
              <p:cNvSpPr/>
              <p:nvPr/>
            </p:nvSpPr>
            <p:spPr>
              <a:xfrm>
                <a:off x="1867328" y="2394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93" name="ph2493"/>
              <p:cNvSpPr/>
              <p:nvPr/>
            </p:nvSpPr>
            <p:spPr>
              <a:xfrm>
                <a:off x="1876713" y="2394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FD2B2">
                  <a:alpha val="100000"/>
                </a:srgbClr>
              </a:solidFill>
              <a:ln w="5420" cap="flat">
                <a:solidFill>
                  <a:srgbClr val="6F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94" name="ph2494"/>
              <p:cNvSpPr/>
              <p:nvPr/>
            </p:nvSpPr>
            <p:spPr>
              <a:xfrm>
                <a:off x="1886097" y="2394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FD2B1">
                  <a:alpha val="100000"/>
                </a:srgbClr>
              </a:solidFill>
              <a:ln w="5420" cap="flat">
                <a:solidFill>
                  <a:srgbClr val="6F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95" name="ph2495"/>
              <p:cNvSpPr/>
              <p:nvPr/>
            </p:nvSpPr>
            <p:spPr>
              <a:xfrm>
                <a:off x="1895481" y="2394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96" name="ph2496"/>
              <p:cNvSpPr/>
              <p:nvPr/>
            </p:nvSpPr>
            <p:spPr>
              <a:xfrm>
                <a:off x="2148857" y="2394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6CFAE">
                  <a:alpha val="100000"/>
                </a:srgbClr>
              </a:solidFill>
              <a:ln w="5420" cap="flat">
                <a:solidFill>
                  <a:srgbClr val="66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97" name="ph2497"/>
              <p:cNvSpPr/>
              <p:nvPr/>
            </p:nvSpPr>
            <p:spPr>
              <a:xfrm>
                <a:off x="2158241" y="2394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7D0AF">
                  <a:alpha val="100000"/>
                </a:srgbClr>
              </a:solidFill>
              <a:ln w="5420" cap="flat">
                <a:solidFill>
                  <a:srgbClr val="67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98" name="ph2498"/>
              <p:cNvSpPr/>
              <p:nvPr/>
            </p:nvSpPr>
            <p:spPr>
              <a:xfrm>
                <a:off x="2167625" y="2394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9D0AF">
                  <a:alpha val="100000"/>
                </a:srgbClr>
              </a:solidFill>
              <a:ln w="5420" cap="flat">
                <a:solidFill>
                  <a:srgbClr val="69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99" name="ph2499"/>
              <p:cNvSpPr/>
              <p:nvPr/>
            </p:nvSpPr>
            <p:spPr>
              <a:xfrm>
                <a:off x="2177009" y="2394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BD1B0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00" name="ph2500"/>
              <p:cNvSpPr/>
              <p:nvPr/>
            </p:nvSpPr>
            <p:spPr>
              <a:xfrm>
                <a:off x="2186394" y="2394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CD1B1">
                  <a:alpha val="100000"/>
                </a:srgbClr>
              </a:solidFill>
              <a:ln w="5420" cap="flat">
                <a:solidFill>
                  <a:srgbClr val="6CD1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01" name="ph2501"/>
              <p:cNvSpPr/>
              <p:nvPr/>
            </p:nvSpPr>
            <p:spPr>
              <a:xfrm>
                <a:off x="2195778" y="2394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02" name="ph2502"/>
              <p:cNvSpPr/>
              <p:nvPr/>
            </p:nvSpPr>
            <p:spPr>
              <a:xfrm>
                <a:off x="2205162" y="2394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1D2B2">
                  <a:alpha val="100000"/>
                </a:srgbClr>
              </a:solidFill>
              <a:ln w="5420" cap="flat">
                <a:solidFill>
                  <a:srgbClr val="71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03" name="ph2503"/>
              <p:cNvSpPr/>
              <p:nvPr/>
            </p:nvSpPr>
            <p:spPr>
              <a:xfrm>
                <a:off x="2214547" y="2394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04" name="ph2504"/>
              <p:cNvSpPr/>
              <p:nvPr/>
            </p:nvSpPr>
            <p:spPr>
              <a:xfrm>
                <a:off x="2223931" y="2394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05" name="ph2505"/>
              <p:cNvSpPr/>
              <p:nvPr/>
            </p:nvSpPr>
            <p:spPr>
              <a:xfrm>
                <a:off x="2233315" y="2394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06" name="ph2506"/>
              <p:cNvSpPr/>
              <p:nvPr/>
            </p:nvSpPr>
            <p:spPr>
              <a:xfrm>
                <a:off x="2242699" y="2394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8D5B5">
                  <a:alpha val="100000"/>
                </a:srgbClr>
              </a:solidFill>
              <a:ln w="5420" cap="flat">
                <a:solidFill>
                  <a:srgbClr val="78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07" name="ph2507"/>
              <p:cNvSpPr/>
              <p:nvPr/>
            </p:nvSpPr>
            <p:spPr>
              <a:xfrm>
                <a:off x="2252084" y="2394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8D5B5">
                  <a:alpha val="100000"/>
                </a:srgbClr>
              </a:solidFill>
              <a:ln w="5420" cap="flat">
                <a:solidFill>
                  <a:srgbClr val="78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08" name="ph2508"/>
              <p:cNvSpPr/>
              <p:nvPr/>
            </p:nvSpPr>
            <p:spPr>
              <a:xfrm>
                <a:off x="2261468" y="2394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09" name="ph2509"/>
              <p:cNvSpPr/>
              <p:nvPr/>
            </p:nvSpPr>
            <p:spPr>
              <a:xfrm>
                <a:off x="2270852" y="2394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10" name="ph2510"/>
              <p:cNvSpPr/>
              <p:nvPr/>
            </p:nvSpPr>
            <p:spPr>
              <a:xfrm>
                <a:off x="2355311" y="2394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DD2B1">
                  <a:alpha val="100000"/>
                </a:srgbClr>
              </a:solidFill>
              <a:ln w="5420" cap="flat">
                <a:solidFill>
                  <a:srgbClr val="6D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11" name="ph2511"/>
              <p:cNvSpPr/>
              <p:nvPr/>
            </p:nvSpPr>
            <p:spPr>
              <a:xfrm>
                <a:off x="2364695" y="2394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6DD2B1">
                  <a:alpha val="100000"/>
                </a:srgbClr>
              </a:solidFill>
              <a:ln w="5420" cap="flat">
                <a:solidFill>
                  <a:srgbClr val="6D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12" name="ph2512"/>
              <p:cNvSpPr/>
              <p:nvPr/>
            </p:nvSpPr>
            <p:spPr>
              <a:xfrm>
                <a:off x="2374079" y="2394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DD1B1">
                  <a:alpha val="100000"/>
                </a:srgbClr>
              </a:solidFill>
              <a:ln w="5420" cap="flat">
                <a:solidFill>
                  <a:srgbClr val="6DD1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13" name="ph2513"/>
              <p:cNvSpPr/>
              <p:nvPr/>
            </p:nvSpPr>
            <p:spPr>
              <a:xfrm>
                <a:off x="2383463" y="2394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CD1B0">
                  <a:alpha val="100000"/>
                </a:srgbClr>
              </a:solidFill>
              <a:ln w="5420" cap="flat">
                <a:solidFill>
                  <a:srgbClr val="6C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14" name="ph2514"/>
              <p:cNvSpPr/>
              <p:nvPr/>
            </p:nvSpPr>
            <p:spPr>
              <a:xfrm>
                <a:off x="2392848" y="2394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6BD1B0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15" name="ph2515"/>
              <p:cNvSpPr/>
              <p:nvPr/>
            </p:nvSpPr>
            <p:spPr>
              <a:xfrm>
                <a:off x="2402232" y="2394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AD1B0">
                  <a:alpha val="100000"/>
                </a:srgbClr>
              </a:solidFill>
              <a:ln w="5420" cap="flat">
                <a:solidFill>
                  <a:srgbClr val="6A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16" name="ph2516"/>
              <p:cNvSpPr/>
              <p:nvPr/>
            </p:nvSpPr>
            <p:spPr>
              <a:xfrm>
                <a:off x="2411616" y="2394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8D0AF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17" name="ph2517"/>
              <p:cNvSpPr/>
              <p:nvPr/>
            </p:nvSpPr>
            <p:spPr>
              <a:xfrm>
                <a:off x="2421001" y="2394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7D0AE">
                  <a:alpha val="100000"/>
                </a:srgbClr>
              </a:solidFill>
              <a:ln w="5420" cap="flat">
                <a:solidFill>
                  <a:srgbClr val="67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18" name="ph2518"/>
              <p:cNvSpPr/>
              <p:nvPr/>
            </p:nvSpPr>
            <p:spPr>
              <a:xfrm>
                <a:off x="2430385" y="2394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6CFAE">
                  <a:alpha val="100000"/>
                </a:srgbClr>
              </a:solidFill>
              <a:ln w="5420" cap="flat">
                <a:solidFill>
                  <a:srgbClr val="66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19" name="ph2519"/>
              <p:cNvSpPr/>
              <p:nvPr/>
            </p:nvSpPr>
            <p:spPr>
              <a:xfrm>
                <a:off x="2439769" y="2394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20" name="ph2520"/>
              <p:cNvSpPr/>
              <p:nvPr/>
            </p:nvSpPr>
            <p:spPr>
              <a:xfrm>
                <a:off x="2524228" y="2394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21" name="ph2521"/>
              <p:cNvSpPr/>
              <p:nvPr/>
            </p:nvSpPr>
            <p:spPr>
              <a:xfrm>
                <a:off x="2533612" y="2394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22" name="ph2522"/>
              <p:cNvSpPr/>
              <p:nvPr/>
            </p:nvSpPr>
            <p:spPr>
              <a:xfrm>
                <a:off x="2542996" y="2394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23" name="ph2523"/>
              <p:cNvSpPr/>
              <p:nvPr/>
            </p:nvSpPr>
            <p:spPr>
              <a:xfrm>
                <a:off x="2552380" y="2394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24" name="ph2524"/>
              <p:cNvSpPr/>
              <p:nvPr/>
            </p:nvSpPr>
            <p:spPr>
              <a:xfrm>
                <a:off x="2561765" y="2394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25" name="ph2525"/>
              <p:cNvSpPr/>
              <p:nvPr/>
            </p:nvSpPr>
            <p:spPr>
              <a:xfrm>
                <a:off x="2571149" y="2394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BC5AC">
                  <a:alpha val="100000"/>
                </a:srgbClr>
              </a:solidFill>
              <a:ln w="5420" cap="flat">
                <a:solidFill>
                  <a:srgbClr val="5B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26" name="ph2526"/>
              <p:cNvSpPr/>
              <p:nvPr/>
            </p:nvSpPr>
            <p:spPr>
              <a:xfrm>
                <a:off x="2580533" y="2394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27" name="ph2527"/>
              <p:cNvSpPr/>
              <p:nvPr/>
            </p:nvSpPr>
            <p:spPr>
              <a:xfrm>
                <a:off x="2589917" y="2394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28" name="ph2528"/>
              <p:cNvSpPr/>
              <p:nvPr/>
            </p:nvSpPr>
            <p:spPr>
              <a:xfrm>
                <a:off x="2599302" y="2394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29" name="ph2529"/>
              <p:cNvSpPr/>
              <p:nvPr/>
            </p:nvSpPr>
            <p:spPr>
              <a:xfrm>
                <a:off x="2655607" y="2394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30" name="ph2530"/>
              <p:cNvSpPr/>
              <p:nvPr/>
            </p:nvSpPr>
            <p:spPr>
              <a:xfrm>
                <a:off x="2664992" y="2394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31" name="ph2531"/>
              <p:cNvSpPr/>
              <p:nvPr/>
            </p:nvSpPr>
            <p:spPr>
              <a:xfrm>
                <a:off x="2674376" y="2394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32" name="ph2532"/>
              <p:cNvSpPr/>
              <p:nvPr/>
            </p:nvSpPr>
            <p:spPr>
              <a:xfrm>
                <a:off x="2683760" y="2394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33" name="ph2533"/>
              <p:cNvSpPr/>
              <p:nvPr/>
            </p:nvSpPr>
            <p:spPr>
              <a:xfrm>
                <a:off x="2693144" y="2394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34" name="ph2534"/>
              <p:cNvSpPr/>
              <p:nvPr/>
            </p:nvSpPr>
            <p:spPr>
              <a:xfrm>
                <a:off x="2702529" y="2394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35" name="ph2535"/>
              <p:cNvSpPr/>
              <p:nvPr/>
            </p:nvSpPr>
            <p:spPr>
              <a:xfrm>
                <a:off x="2711913" y="2394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36" name="ph2536"/>
              <p:cNvSpPr/>
              <p:nvPr/>
            </p:nvSpPr>
            <p:spPr>
              <a:xfrm>
                <a:off x="2721297" y="2394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37" name="ph2537"/>
              <p:cNvSpPr/>
              <p:nvPr/>
            </p:nvSpPr>
            <p:spPr>
              <a:xfrm>
                <a:off x="2730681" y="2394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38" name="ph2538"/>
              <p:cNvSpPr/>
              <p:nvPr/>
            </p:nvSpPr>
            <p:spPr>
              <a:xfrm>
                <a:off x="2740066" y="2394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39" name="ph2539"/>
              <p:cNvSpPr/>
              <p:nvPr/>
            </p:nvSpPr>
            <p:spPr>
              <a:xfrm>
                <a:off x="2749450" y="2394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40" name="ph2540"/>
              <p:cNvSpPr/>
              <p:nvPr/>
            </p:nvSpPr>
            <p:spPr>
              <a:xfrm>
                <a:off x="2918367" y="2394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2B8AB">
                  <a:alpha val="100000"/>
                </a:srgbClr>
              </a:solidFill>
              <a:ln w="5420" cap="flat">
                <a:solidFill>
                  <a:srgbClr val="52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41" name="ph2541"/>
              <p:cNvSpPr/>
              <p:nvPr/>
            </p:nvSpPr>
            <p:spPr>
              <a:xfrm>
                <a:off x="2927751" y="2394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42" name="ph2542"/>
              <p:cNvSpPr/>
              <p:nvPr/>
            </p:nvSpPr>
            <p:spPr>
              <a:xfrm>
                <a:off x="2937135" y="2394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43" name="ph2543"/>
              <p:cNvSpPr/>
              <p:nvPr/>
            </p:nvSpPr>
            <p:spPr>
              <a:xfrm>
                <a:off x="2946520" y="2394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44" name="ph2544"/>
              <p:cNvSpPr/>
              <p:nvPr/>
            </p:nvSpPr>
            <p:spPr>
              <a:xfrm>
                <a:off x="2955904" y="2394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45" name="ph2545"/>
              <p:cNvSpPr/>
              <p:nvPr/>
            </p:nvSpPr>
            <p:spPr>
              <a:xfrm>
                <a:off x="1782870" y="2405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0D7B8">
                  <a:alpha val="100000"/>
                </a:srgbClr>
              </a:solidFill>
              <a:ln w="5420" cap="flat">
                <a:solidFill>
                  <a:srgbClr val="80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46" name="ph2546"/>
              <p:cNvSpPr/>
              <p:nvPr/>
            </p:nvSpPr>
            <p:spPr>
              <a:xfrm>
                <a:off x="1792254" y="2405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ED6B8">
                  <a:alpha val="100000"/>
                </a:srgbClr>
              </a:solidFill>
              <a:ln w="5420" cap="flat">
                <a:solidFill>
                  <a:srgbClr val="7ED6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47" name="ph2547"/>
              <p:cNvSpPr/>
              <p:nvPr/>
            </p:nvSpPr>
            <p:spPr>
              <a:xfrm>
                <a:off x="1801639" y="2405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DD6B7">
                  <a:alpha val="100000"/>
                </a:srgbClr>
              </a:solidFill>
              <a:ln w="5420" cap="flat">
                <a:solidFill>
                  <a:srgbClr val="7D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48" name="ph2548"/>
              <p:cNvSpPr/>
              <p:nvPr/>
            </p:nvSpPr>
            <p:spPr>
              <a:xfrm>
                <a:off x="1848560" y="2405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49" name="ph2549"/>
              <p:cNvSpPr/>
              <p:nvPr/>
            </p:nvSpPr>
            <p:spPr>
              <a:xfrm>
                <a:off x="1857944" y="2405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1D2B2">
                  <a:alpha val="100000"/>
                </a:srgbClr>
              </a:solidFill>
              <a:ln w="5420" cap="flat">
                <a:solidFill>
                  <a:srgbClr val="71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50" name="ph2550"/>
              <p:cNvSpPr/>
              <p:nvPr/>
            </p:nvSpPr>
            <p:spPr>
              <a:xfrm>
                <a:off x="1867328" y="2405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51" name="ph2551"/>
              <p:cNvSpPr/>
              <p:nvPr/>
            </p:nvSpPr>
            <p:spPr>
              <a:xfrm>
                <a:off x="1876713" y="2405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52" name="ph2552"/>
              <p:cNvSpPr/>
              <p:nvPr/>
            </p:nvSpPr>
            <p:spPr>
              <a:xfrm>
                <a:off x="1886097" y="2405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FD2B2">
                  <a:alpha val="100000"/>
                </a:srgbClr>
              </a:solidFill>
              <a:ln w="5420" cap="flat">
                <a:solidFill>
                  <a:srgbClr val="6F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53" name="ph2553"/>
              <p:cNvSpPr/>
              <p:nvPr/>
            </p:nvSpPr>
            <p:spPr>
              <a:xfrm>
                <a:off x="1895481" y="2405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54" name="ph2554"/>
              <p:cNvSpPr/>
              <p:nvPr/>
            </p:nvSpPr>
            <p:spPr>
              <a:xfrm>
                <a:off x="1904866" y="2405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DD2B1">
                  <a:alpha val="100000"/>
                </a:srgbClr>
              </a:solidFill>
              <a:ln w="5420" cap="flat">
                <a:solidFill>
                  <a:srgbClr val="6D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55" name="ph2555"/>
              <p:cNvSpPr/>
              <p:nvPr/>
            </p:nvSpPr>
            <p:spPr>
              <a:xfrm>
                <a:off x="1914250" y="2405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DD1B1">
                  <a:alpha val="100000"/>
                </a:srgbClr>
              </a:solidFill>
              <a:ln w="5420" cap="flat">
                <a:solidFill>
                  <a:srgbClr val="6DD1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56" name="ph2556"/>
              <p:cNvSpPr/>
              <p:nvPr/>
            </p:nvSpPr>
            <p:spPr>
              <a:xfrm>
                <a:off x="1923634" y="2405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DD1B1">
                  <a:alpha val="100000"/>
                </a:srgbClr>
              </a:solidFill>
              <a:ln w="5420" cap="flat">
                <a:solidFill>
                  <a:srgbClr val="6DD1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57" name="ph2557"/>
              <p:cNvSpPr/>
              <p:nvPr/>
            </p:nvSpPr>
            <p:spPr>
              <a:xfrm>
                <a:off x="1933018" y="2405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DD1B1">
                  <a:alpha val="100000"/>
                </a:srgbClr>
              </a:solidFill>
              <a:ln w="5420" cap="flat">
                <a:solidFill>
                  <a:srgbClr val="6DD1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58" name="ph2558"/>
              <p:cNvSpPr/>
              <p:nvPr/>
            </p:nvSpPr>
            <p:spPr>
              <a:xfrm>
                <a:off x="1942403" y="2405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DD1B1">
                  <a:alpha val="100000"/>
                </a:srgbClr>
              </a:solidFill>
              <a:ln w="5420" cap="flat">
                <a:solidFill>
                  <a:srgbClr val="6DD1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59" name="ph2559"/>
              <p:cNvSpPr/>
              <p:nvPr/>
            </p:nvSpPr>
            <p:spPr>
              <a:xfrm>
                <a:off x="2017477" y="2405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FD2B2">
                  <a:alpha val="100000"/>
                </a:srgbClr>
              </a:solidFill>
              <a:ln w="5420" cap="flat">
                <a:solidFill>
                  <a:srgbClr val="6F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60" name="ph2560"/>
              <p:cNvSpPr/>
              <p:nvPr/>
            </p:nvSpPr>
            <p:spPr>
              <a:xfrm>
                <a:off x="2026861" y="2405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61" name="ph2561"/>
              <p:cNvSpPr/>
              <p:nvPr/>
            </p:nvSpPr>
            <p:spPr>
              <a:xfrm>
                <a:off x="2036245" y="2405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62" name="ph2562"/>
              <p:cNvSpPr/>
              <p:nvPr/>
            </p:nvSpPr>
            <p:spPr>
              <a:xfrm>
                <a:off x="2045630" y="2405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FD2B2">
                  <a:alpha val="100000"/>
                </a:srgbClr>
              </a:solidFill>
              <a:ln w="5420" cap="flat">
                <a:solidFill>
                  <a:srgbClr val="6F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63" name="ph2563"/>
              <p:cNvSpPr/>
              <p:nvPr/>
            </p:nvSpPr>
            <p:spPr>
              <a:xfrm>
                <a:off x="2055014" y="2405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FD2B2">
                  <a:alpha val="100000"/>
                </a:srgbClr>
              </a:solidFill>
              <a:ln w="5420" cap="flat">
                <a:solidFill>
                  <a:srgbClr val="6F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64" name="ph2564"/>
              <p:cNvSpPr/>
              <p:nvPr/>
            </p:nvSpPr>
            <p:spPr>
              <a:xfrm>
                <a:off x="2148857" y="2405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4CFAE">
                  <a:alpha val="100000"/>
                </a:srgbClr>
              </a:solidFill>
              <a:ln w="5420" cap="flat">
                <a:solidFill>
                  <a:srgbClr val="64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65" name="ph2565"/>
              <p:cNvSpPr/>
              <p:nvPr/>
            </p:nvSpPr>
            <p:spPr>
              <a:xfrm>
                <a:off x="2158241" y="2405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66" name="ph2566"/>
              <p:cNvSpPr/>
              <p:nvPr/>
            </p:nvSpPr>
            <p:spPr>
              <a:xfrm>
                <a:off x="2167625" y="2405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8D0AF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67" name="ph2567"/>
              <p:cNvSpPr/>
              <p:nvPr/>
            </p:nvSpPr>
            <p:spPr>
              <a:xfrm>
                <a:off x="2177009" y="2405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AD1B0">
                  <a:alpha val="100000"/>
                </a:srgbClr>
              </a:solidFill>
              <a:ln w="5420" cap="flat">
                <a:solidFill>
                  <a:srgbClr val="6A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68" name="ph2568"/>
              <p:cNvSpPr/>
              <p:nvPr/>
            </p:nvSpPr>
            <p:spPr>
              <a:xfrm>
                <a:off x="2186394" y="2405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CD1B1">
                  <a:alpha val="100000"/>
                </a:srgbClr>
              </a:solidFill>
              <a:ln w="5420" cap="flat">
                <a:solidFill>
                  <a:srgbClr val="6CD1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69" name="ph2569"/>
              <p:cNvSpPr/>
              <p:nvPr/>
            </p:nvSpPr>
            <p:spPr>
              <a:xfrm>
                <a:off x="2195778" y="2405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FD2B1">
                  <a:alpha val="100000"/>
                </a:srgbClr>
              </a:solidFill>
              <a:ln w="5420" cap="flat">
                <a:solidFill>
                  <a:srgbClr val="6F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70" name="ph2570"/>
              <p:cNvSpPr/>
              <p:nvPr/>
            </p:nvSpPr>
            <p:spPr>
              <a:xfrm>
                <a:off x="2205162" y="2405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71" name="ph2571"/>
              <p:cNvSpPr/>
              <p:nvPr/>
            </p:nvSpPr>
            <p:spPr>
              <a:xfrm>
                <a:off x="2214547" y="2405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4D3B3">
                  <a:alpha val="100000"/>
                </a:srgbClr>
              </a:solidFill>
              <a:ln w="5420" cap="flat">
                <a:solidFill>
                  <a:srgbClr val="74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72" name="ph2572"/>
              <p:cNvSpPr/>
              <p:nvPr/>
            </p:nvSpPr>
            <p:spPr>
              <a:xfrm>
                <a:off x="2223931" y="2405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9D5B5">
                  <a:alpha val="100000"/>
                </a:srgbClr>
              </a:solidFill>
              <a:ln w="5420" cap="flat">
                <a:solidFill>
                  <a:srgbClr val="79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73" name="ph2573"/>
              <p:cNvSpPr/>
              <p:nvPr/>
            </p:nvSpPr>
            <p:spPr>
              <a:xfrm>
                <a:off x="2233315" y="2405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74" name="ph2574"/>
              <p:cNvSpPr/>
              <p:nvPr/>
            </p:nvSpPr>
            <p:spPr>
              <a:xfrm>
                <a:off x="2242699" y="2405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BD5B6">
                  <a:alpha val="100000"/>
                </a:srgbClr>
              </a:solidFill>
              <a:ln w="5420" cap="flat">
                <a:solidFill>
                  <a:srgbClr val="7B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75" name="ph2575"/>
              <p:cNvSpPr/>
              <p:nvPr/>
            </p:nvSpPr>
            <p:spPr>
              <a:xfrm>
                <a:off x="2252084" y="2405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BD5B6">
                  <a:alpha val="100000"/>
                </a:srgbClr>
              </a:solidFill>
              <a:ln w="5420" cap="flat">
                <a:solidFill>
                  <a:srgbClr val="7B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76" name="ph2576"/>
              <p:cNvSpPr/>
              <p:nvPr/>
            </p:nvSpPr>
            <p:spPr>
              <a:xfrm>
                <a:off x="2261468" y="2405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77" name="ph2577"/>
              <p:cNvSpPr/>
              <p:nvPr/>
            </p:nvSpPr>
            <p:spPr>
              <a:xfrm>
                <a:off x="2270852" y="2405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8D5B5">
                  <a:alpha val="100000"/>
                </a:srgbClr>
              </a:solidFill>
              <a:ln w="5420" cap="flat">
                <a:solidFill>
                  <a:srgbClr val="78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78" name="ph2578"/>
              <p:cNvSpPr/>
              <p:nvPr/>
            </p:nvSpPr>
            <p:spPr>
              <a:xfrm>
                <a:off x="2552380" y="2405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79" name="ph2579"/>
              <p:cNvSpPr/>
              <p:nvPr/>
            </p:nvSpPr>
            <p:spPr>
              <a:xfrm>
                <a:off x="2561765" y="2405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80" name="ph2580"/>
              <p:cNvSpPr/>
              <p:nvPr/>
            </p:nvSpPr>
            <p:spPr>
              <a:xfrm>
                <a:off x="2571149" y="2405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81" name="ph2581"/>
              <p:cNvSpPr/>
              <p:nvPr/>
            </p:nvSpPr>
            <p:spPr>
              <a:xfrm>
                <a:off x="2580533" y="2405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82" name="ph2582"/>
              <p:cNvSpPr/>
              <p:nvPr/>
            </p:nvSpPr>
            <p:spPr>
              <a:xfrm>
                <a:off x="2589917" y="2405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83" name="ph2583"/>
              <p:cNvSpPr/>
              <p:nvPr/>
            </p:nvSpPr>
            <p:spPr>
              <a:xfrm>
                <a:off x="2599302" y="2405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84" name="ph2584"/>
              <p:cNvSpPr/>
              <p:nvPr/>
            </p:nvSpPr>
            <p:spPr>
              <a:xfrm>
                <a:off x="2608686" y="2405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85" name="ph2585"/>
              <p:cNvSpPr/>
              <p:nvPr/>
            </p:nvSpPr>
            <p:spPr>
              <a:xfrm>
                <a:off x="2627454" y="2405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86" name="ph2586"/>
              <p:cNvSpPr/>
              <p:nvPr/>
            </p:nvSpPr>
            <p:spPr>
              <a:xfrm>
                <a:off x="2636839" y="2405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87" name="ph2587"/>
              <p:cNvSpPr/>
              <p:nvPr/>
            </p:nvSpPr>
            <p:spPr>
              <a:xfrm>
                <a:off x="2646223" y="2405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88" name="ph2588"/>
              <p:cNvSpPr/>
              <p:nvPr/>
            </p:nvSpPr>
            <p:spPr>
              <a:xfrm>
                <a:off x="2655607" y="2405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89" name="ph2589"/>
              <p:cNvSpPr/>
              <p:nvPr/>
            </p:nvSpPr>
            <p:spPr>
              <a:xfrm>
                <a:off x="2664992" y="2405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90" name="ph2590"/>
              <p:cNvSpPr/>
              <p:nvPr/>
            </p:nvSpPr>
            <p:spPr>
              <a:xfrm>
                <a:off x="2674376" y="2405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91" name="ph2591"/>
              <p:cNvSpPr/>
              <p:nvPr/>
            </p:nvSpPr>
            <p:spPr>
              <a:xfrm>
                <a:off x="2683760" y="2405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92" name="ph2592"/>
              <p:cNvSpPr/>
              <p:nvPr/>
            </p:nvSpPr>
            <p:spPr>
              <a:xfrm>
                <a:off x="2693144" y="2405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93" name="ph2593"/>
              <p:cNvSpPr/>
              <p:nvPr/>
            </p:nvSpPr>
            <p:spPr>
              <a:xfrm>
                <a:off x="2702529" y="2405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94" name="ph2594"/>
              <p:cNvSpPr/>
              <p:nvPr/>
            </p:nvSpPr>
            <p:spPr>
              <a:xfrm>
                <a:off x="2711913" y="2405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95" name="ph2595"/>
              <p:cNvSpPr/>
              <p:nvPr/>
            </p:nvSpPr>
            <p:spPr>
              <a:xfrm>
                <a:off x="2721297" y="2405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96" name="ph2596"/>
              <p:cNvSpPr/>
              <p:nvPr/>
            </p:nvSpPr>
            <p:spPr>
              <a:xfrm>
                <a:off x="2730681" y="2405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97" name="ph2597"/>
              <p:cNvSpPr/>
              <p:nvPr/>
            </p:nvSpPr>
            <p:spPr>
              <a:xfrm>
                <a:off x="2740066" y="2405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98" name="ph2598"/>
              <p:cNvSpPr/>
              <p:nvPr/>
            </p:nvSpPr>
            <p:spPr>
              <a:xfrm>
                <a:off x="2749450" y="2405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99" name="ph2599"/>
              <p:cNvSpPr/>
              <p:nvPr/>
            </p:nvSpPr>
            <p:spPr>
              <a:xfrm>
                <a:off x="2758834" y="2405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00" name="ph2600"/>
              <p:cNvSpPr/>
              <p:nvPr/>
            </p:nvSpPr>
            <p:spPr>
              <a:xfrm>
                <a:off x="2927751" y="2405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01" name="ph2601"/>
              <p:cNvSpPr/>
              <p:nvPr/>
            </p:nvSpPr>
            <p:spPr>
              <a:xfrm>
                <a:off x="2937135" y="2405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02" name="ph2602"/>
              <p:cNvSpPr/>
              <p:nvPr/>
            </p:nvSpPr>
            <p:spPr>
              <a:xfrm>
                <a:off x="2946520" y="2405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03" name="ph2603"/>
              <p:cNvSpPr/>
              <p:nvPr/>
            </p:nvSpPr>
            <p:spPr>
              <a:xfrm>
                <a:off x="2955904" y="2405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04" name="ph2604"/>
              <p:cNvSpPr/>
              <p:nvPr/>
            </p:nvSpPr>
            <p:spPr>
              <a:xfrm>
                <a:off x="1764101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2D8B9">
                  <a:alpha val="100000"/>
                </a:srgbClr>
              </a:solidFill>
              <a:ln w="5420" cap="flat">
                <a:solidFill>
                  <a:srgbClr val="82D8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05" name="ph2605"/>
              <p:cNvSpPr/>
              <p:nvPr/>
            </p:nvSpPr>
            <p:spPr>
              <a:xfrm>
                <a:off x="1773486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3D8BA">
                  <a:alpha val="100000"/>
                </a:srgbClr>
              </a:solidFill>
              <a:ln w="5420" cap="flat">
                <a:solidFill>
                  <a:srgbClr val="83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06" name="ph2606"/>
              <p:cNvSpPr/>
              <p:nvPr/>
            </p:nvSpPr>
            <p:spPr>
              <a:xfrm>
                <a:off x="1782870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3D8BA">
                  <a:alpha val="100000"/>
                </a:srgbClr>
              </a:solidFill>
              <a:ln w="5420" cap="flat">
                <a:solidFill>
                  <a:srgbClr val="83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07" name="ph2607"/>
              <p:cNvSpPr/>
              <p:nvPr/>
            </p:nvSpPr>
            <p:spPr>
              <a:xfrm>
                <a:off x="1792254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1D7B9">
                  <a:alpha val="100000"/>
                </a:srgbClr>
              </a:solidFill>
              <a:ln w="5420" cap="flat">
                <a:solidFill>
                  <a:srgbClr val="81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08" name="ph2608"/>
              <p:cNvSpPr/>
              <p:nvPr/>
            </p:nvSpPr>
            <p:spPr>
              <a:xfrm>
                <a:off x="1801639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FD7B8">
                  <a:alpha val="100000"/>
                </a:srgbClr>
              </a:solidFill>
              <a:ln w="5420" cap="flat">
                <a:solidFill>
                  <a:srgbClr val="7F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09" name="ph2609"/>
              <p:cNvSpPr/>
              <p:nvPr/>
            </p:nvSpPr>
            <p:spPr>
              <a:xfrm>
                <a:off x="1811023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CD6B7">
                  <a:alpha val="100000"/>
                </a:srgbClr>
              </a:solidFill>
              <a:ln w="5420" cap="flat">
                <a:solidFill>
                  <a:srgbClr val="7C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10" name="ph2610"/>
              <p:cNvSpPr/>
              <p:nvPr/>
            </p:nvSpPr>
            <p:spPr>
              <a:xfrm>
                <a:off x="1839176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11" name="ph2611"/>
              <p:cNvSpPr/>
              <p:nvPr/>
            </p:nvSpPr>
            <p:spPr>
              <a:xfrm>
                <a:off x="1848560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12" name="ph2612"/>
              <p:cNvSpPr/>
              <p:nvPr/>
            </p:nvSpPr>
            <p:spPr>
              <a:xfrm>
                <a:off x="1857944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13" name="ph2613"/>
              <p:cNvSpPr/>
              <p:nvPr/>
            </p:nvSpPr>
            <p:spPr>
              <a:xfrm>
                <a:off x="1867328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1D2B2">
                  <a:alpha val="100000"/>
                </a:srgbClr>
              </a:solidFill>
              <a:ln w="5420" cap="flat">
                <a:solidFill>
                  <a:srgbClr val="71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14" name="ph2614"/>
              <p:cNvSpPr/>
              <p:nvPr/>
            </p:nvSpPr>
            <p:spPr>
              <a:xfrm>
                <a:off x="1876713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15" name="ph2615"/>
              <p:cNvSpPr/>
              <p:nvPr/>
            </p:nvSpPr>
            <p:spPr>
              <a:xfrm>
                <a:off x="1886097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FD2B2">
                  <a:alpha val="100000"/>
                </a:srgbClr>
              </a:solidFill>
              <a:ln w="5420" cap="flat">
                <a:solidFill>
                  <a:srgbClr val="6F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16" name="ph2616"/>
              <p:cNvSpPr/>
              <p:nvPr/>
            </p:nvSpPr>
            <p:spPr>
              <a:xfrm>
                <a:off x="1895481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17" name="ph2617"/>
              <p:cNvSpPr/>
              <p:nvPr/>
            </p:nvSpPr>
            <p:spPr>
              <a:xfrm>
                <a:off x="1904866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DD2B1">
                  <a:alpha val="100000"/>
                </a:srgbClr>
              </a:solidFill>
              <a:ln w="5420" cap="flat">
                <a:solidFill>
                  <a:srgbClr val="6D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18" name="ph2618"/>
              <p:cNvSpPr/>
              <p:nvPr/>
            </p:nvSpPr>
            <p:spPr>
              <a:xfrm>
                <a:off x="1914250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DD1B1">
                  <a:alpha val="100000"/>
                </a:srgbClr>
              </a:solidFill>
              <a:ln w="5420" cap="flat">
                <a:solidFill>
                  <a:srgbClr val="6DD1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19" name="ph2619"/>
              <p:cNvSpPr/>
              <p:nvPr/>
            </p:nvSpPr>
            <p:spPr>
              <a:xfrm>
                <a:off x="1923634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DD1B1">
                  <a:alpha val="100000"/>
                </a:srgbClr>
              </a:solidFill>
              <a:ln w="5420" cap="flat">
                <a:solidFill>
                  <a:srgbClr val="6DD1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20" name="ph2620"/>
              <p:cNvSpPr/>
              <p:nvPr/>
            </p:nvSpPr>
            <p:spPr>
              <a:xfrm>
                <a:off x="1933018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DD1B1">
                  <a:alpha val="100000"/>
                </a:srgbClr>
              </a:solidFill>
              <a:ln w="5420" cap="flat">
                <a:solidFill>
                  <a:srgbClr val="6DD1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21" name="ph2621"/>
              <p:cNvSpPr/>
              <p:nvPr/>
            </p:nvSpPr>
            <p:spPr>
              <a:xfrm>
                <a:off x="1942403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DD1B1">
                  <a:alpha val="100000"/>
                </a:srgbClr>
              </a:solidFill>
              <a:ln w="5420" cap="flat">
                <a:solidFill>
                  <a:srgbClr val="6DD1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22" name="ph2622"/>
              <p:cNvSpPr/>
              <p:nvPr/>
            </p:nvSpPr>
            <p:spPr>
              <a:xfrm>
                <a:off x="1951787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DD1B1">
                  <a:alpha val="100000"/>
                </a:srgbClr>
              </a:solidFill>
              <a:ln w="5420" cap="flat">
                <a:solidFill>
                  <a:srgbClr val="6DD1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23" name="ph2623"/>
              <p:cNvSpPr/>
              <p:nvPr/>
            </p:nvSpPr>
            <p:spPr>
              <a:xfrm>
                <a:off x="1961171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DD2B1">
                  <a:alpha val="100000"/>
                </a:srgbClr>
              </a:solidFill>
              <a:ln w="5420" cap="flat">
                <a:solidFill>
                  <a:srgbClr val="6D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24" name="ph2624"/>
              <p:cNvSpPr/>
              <p:nvPr/>
            </p:nvSpPr>
            <p:spPr>
              <a:xfrm>
                <a:off x="2008093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25" name="ph2625"/>
              <p:cNvSpPr/>
              <p:nvPr/>
            </p:nvSpPr>
            <p:spPr>
              <a:xfrm>
                <a:off x="2017477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26" name="ph2626"/>
              <p:cNvSpPr/>
              <p:nvPr/>
            </p:nvSpPr>
            <p:spPr>
              <a:xfrm>
                <a:off x="2026861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27" name="ph2627"/>
              <p:cNvSpPr/>
              <p:nvPr/>
            </p:nvSpPr>
            <p:spPr>
              <a:xfrm>
                <a:off x="2036245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28" name="ph2628"/>
              <p:cNvSpPr/>
              <p:nvPr/>
            </p:nvSpPr>
            <p:spPr>
              <a:xfrm>
                <a:off x="2045630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29" name="ph2629"/>
              <p:cNvSpPr/>
              <p:nvPr/>
            </p:nvSpPr>
            <p:spPr>
              <a:xfrm>
                <a:off x="2055014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30" name="ph2630"/>
              <p:cNvSpPr/>
              <p:nvPr/>
            </p:nvSpPr>
            <p:spPr>
              <a:xfrm>
                <a:off x="2064398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FD2B2">
                  <a:alpha val="100000"/>
                </a:srgbClr>
              </a:solidFill>
              <a:ln w="5420" cap="flat">
                <a:solidFill>
                  <a:srgbClr val="6F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31" name="ph2631"/>
              <p:cNvSpPr/>
              <p:nvPr/>
            </p:nvSpPr>
            <p:spPr>
              <a:xfrm>
                <a:off x="2073782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32" name="ph2632"/>
              <p:cNvSpPr/>
              <p:nvPr/>
            </p:nvSpPr>
            <p:spPr>
              <a:xfrm>
                <a:off x="2167625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7D0AF">
                  <a:alpha val="100000"/>
                </a:srgbClr>
              </a:solidFill>
              <a:ln w="5420" cap="flat">
                <a:solidFill>
                  <a:srgbClr val="67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33" name="ph2633"/>
              <p:cNvSpPr/>
              <p:nvPr/>
            </p:nvSpPr>
            <p:spPr>
              <a:xfrm>
                <a:off x="2177009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AD1AF">
                  <a:alpha val="100000"/>
                </a:srgbClr>
              </a:solidFill>
              <a:ln w="5420" cap="flat">
                <a:solidFill>
                  <a:srgbClr val="6AD1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34" name="ph2634"/>
              <p:cNvSpPr/>
              <p:nvPr/>
            </p:nvSpPr>
            <p:spPr>
              <a:xfrm>
                <a:off x="2186394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CD1B0">
                  <a:alpha val="100000"/>
                </a:srgbClr>
              </a:solidFill>
              <a:ln w="5420" cap="flat">
                <a:solidFill>
                  <a:srgbClr val="6C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35" name="ph2635"/>
              <p:cNvSpPr/>
              <p:nvPr/>
            </p:nvSpPr>
            <p:spPr>
              <a:xfrm>
                <a:off x="2195778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FD2B1">
                  <a:alpha val="100000"/>
                </a:srgbClr>
              </a:solidFill>
              <a:ln w="5420" cap="flat">
                <a:solidFill>
                  <a:srgbClr val="6F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36" name="ph2636"/>
              <p:cNvSpPr/>
              <p:nvPr/>
            </p:nvSpPr>
            <p:spPr>
              <a:xfrm>
                <a:off x="2205162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37" name="ph2637"/>
              <p:cNvSpPr/>
              <p:nvPr/>
            </p:nvSpPr>
            <p:spPr>
              <a:xfrm>
                <a:off x="2214547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5D4B4">
                  <a:alpha val="100000"/>
                </a:srgbClr>
              </a:solidFill>
              <a:ln w="5420" cap="flat">
                <a:solidFill>
                  <a:srgbClr val="75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38" name="ph2638"/>
              <p:cNvSpPr/>
              <p:nvPr/>
            </p:nvSpPr>
            <p:spPr>
              <a:xfrm>
                <a:off x="2223931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CD6B7">
                  <a:alpha val="100000"/>
                </a:srgbClr>
              </a:solidFill>
              <a:ln w="5420" cap="flat">
                <a:solidFill>
                  <a:srgbClr val="7C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39" name="ph2639"/>
              <p:cNvSpPr/>
              <p:nvPr/>
            </p:nvSpPr>
            <p:spPr>
              <a:xfrm>
                <a:off x="2233315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ED6B7">
                  <a:alpha val="100000"/>
                </a:srgbClr>
              </a:solidFill>
              <a:ln w="5420" cap="flat">
                <a:solidFill>
                  <a:srgbClr val="7E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40" name="ph2640"/>
              <p:cNvSpPr/>
              <p:nvPr/>
            </p:nvSpPr>
            <p:spPr>
              <a:xfrm>
                <a:off x="2242699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FD6B8">
                  <a:alpha val="100000"/>
                </a:srgbClr>
              </a:solidFill>
              <a:ln w="5420" cap="flat">
                <a:solidFill>
                  <a:srgbClr val="7FD6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41" name="ph2641"/>
              <p:cNvSpPr/>
              <p:nvPr/>
            </p:nvSpPr>
            <p:spPr>
              <a:xfrm>
                <a:off x="2252084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ED6B8">
                  <a:alpha val="100000"/>
                </a:srgbClr>
              </a:solidFill>
              <a:ln w="5420" cap="flat">
                <a:solidFill>
                  <a:srgbClr val="7ED6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42" name="ph2642"/>
              <p:cNvSpPr/>
              <p:nvPr/>
            </p:nvSpPr>
            <p:spPr>
              <a:xfrm>
                <a:off x="2261468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DD6B7">
                  <a:alpha val="100000"/>
                </a:srgbClr>
              </a:solidFill>
              <a:ln w="5420" cap="flat">
                <a:solidFill>
                  <a:srgbClr val="7D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43" name="ph2643"/>
              <p:cNvSpPr/>
              <p:nvPr/>
            </p:nvSpPr>
            <p:spPr>
              <a:xfrm>
                <a:off x="2270852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BD5B6">
                  <a:alpha val="100000"/>
                </a:srgbClr>
              </a:solidFill>
              <a:ln w="5420" cap="flat">
                <a:solidFill>
                  <a:srgbClr val="7B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44" name="ph2644"/>
              <p:cNvSpPr/>
              <p:nvPr/>
            </p:nvSpPr>
            <p:spPr>
              <a:xfrm>
                <a:off x="2561765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45" name="ph2645"/>
              <p:cNvSpPr/>
              <p:nvPr/>
            </p:nvSpPr>
            <p:spPr>
              <a:xfrm>
                <a:off x="2571149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46" name="ph2646"/>
              <p:cNvSpPr/>
              <p:nvPr/>
            </p:nvSpPr>
            <p:spPr>
              <a:xfrm>
                <a:off x="2580533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47" name="ph2647"/>
              <p:cNvSpPr/>
              <p:nvPr/>
            </p:nvSpPr>
            <p:spPr>
              <a:xfrm>
                <a:off x="2589917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48" name="ph2648"/>
              <p:cNvSpPr/>
              <p:nvPr/>
            </p:nvSpPr>
            <p:spPr>
              <a:xfrm>
                <a:off x="2599302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49" name="ph2649"/>
              <p:cNvSpPr/>
              <p:nvPr/>
            </p:nvSpPr>
            <p:spPr>
              <a:xfrm>
                <a:off x="2608686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50" name="ph2650"/>
              <p:cNvSpPr/>
              <p:nvPr/>
            </p:nvSpPr>
            <p:spPr>
              <a:xfrm>
                <a:off x="2618070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51" name="ph2651"/>
              <p:cNvSpPr/>
              <p:nvPr/>
            </p:nvSpPr>
            <p:spPr>
              <a:xfrm>
                <a:off x="2627454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52" name="ph2652"/>
              <p:cNvSpPr/>
              <p:nvPr/>
            </p:nvSpPr>
            <p:spPr>
              <a:xfrm>
                <a:off x="2636839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53" name="ph2653"/>
              <p:cNvSpPr/>
              <p:nvPr/>
            </p:nvSpPr>
            <p:spPr>
              <a:xfrm>
                <a:off x="2646223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2AC">
                  <a:alpha val="100000"/>
                </a:srgbClr>
              </a:solidFill>
              <a:ln w="5420" cap="flat">
                <a:solidFill>
                  <a:srgbClr val="59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54" name="ph2654"/>
              <p:cNvSpPr/>
              <p:nvPr/>
            </p:nvSpPr>
            <p:spPr>
              <a:xfrm>
                <a:off x="2655607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55" name="ph2655"/>
              <p:cNvSpPr/>
              <p:nvPr/>
            </p:nvSpPr>
            <p:spPr>
              <a:xfrm>
                <a:off x="2664992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56" name="ph2656"/>
              <p:cNvSpPr/>
              <p:nvPr/>
            </p:nvSpPr>
            <p:spPr>
              <a:xfrm>
                <a:off x="2674376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57" name="ph2657"/>
              <p:cNvSpPr/>
              <p:nvPr/>
            </p:nvSpPr>
            <p:spPr>
              <a:xfrm>
                <a:off x="2683760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58" name="ph2658"/>
              <p:cNvSpPr/>
              <p:nvPr/>
            </p:nvSpPr>
            <p:spPr>
              <a:xfrm>
                <a:off x="2693144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59" name="ph2659"/>
              <p:cNvSpPr/>
              <p:nvPr/>
            </p:nvSpPr>
            <p:spPr>
              <a:xfrm>
                <a:off x="2702529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60" name="ph2660"/>
              <p:cNvSpPr/>
              <p:nvPr/>
            </p:nvSpPr>
            <p:spPr>
              <a:xfrm>
                <a:off x="2711913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61" name="ph2661"/>
              <p:cNvSpPr/>
              <p:nvPr/>
            </p:nvSpPr>
            <p:spPr>
              <a:xfrm>
                <a:off x="2721297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62" name="ph2662"/>
              <p:cNvSpPr/>
              <p:nvPr/>
            </p:nvSpPr>
            <p:spPr>
              <a:xfrm>
                <a:off x="2730681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63" name="ph2663"/>
              <p:cNvSpPr/>
              <p:nvPr/>
            </p:nvSpPr>
            <p:spPr>
              <a:xfrm>
                <a:off x="2740066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64" name="ph2664"/>
              <p:cNvSpPr/>
              <p:nvPr/>
            </p:nvSpPr>
            <p:spPr>
              <a:xfrm>
                <a:off x="2749450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65" name="ph2665"/>
              <p:cNvSpPr/>
              <p:nvPr/>
            </p:nvSpPr>
            <p:spPr>
              <a:xfrm>
                <a:off x="2758834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66" name="ph2666"/>
              <p:cNvSpPr/>
              <p:nvPr/>
            </p:nvSpPr>
            <p:spPr>
              <a:xfrm>
                <a:off x="2768219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67" name="ph2667"/>
              <p:cNvSpPr/>
              <p:nvPr/>
            </p:nvSpPr>
            <p:spPr>
              <a:xfrm>
                <a:off x="2927751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68" name="ph2668"/>
              <p:cNvSpPr/>
              <p:nvPr/>
            </p:nvSpPr>
            <p:spPr>
              <a:xfrm>
                <a:off x="2937135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69" name="ph2669"/>
              <p:cNvSpPr/>
              <p:nvPr/>
            </p:nvSpPr>
            <p:spPr>
              <a:xfrm>
                <a:off x="2946520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70" name="ph2670"/>
              <p:cNvSpPr/>
              <p:nvPr/>
            </p:nvSpPr>
            <p:spPr>
              <a:xfrm>
                <a:off x="2955904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71" name="ph2671"/>
              <p:cNvSpPr/>
              <p:nvPr/>
            </p:nvSpPr>
            <p:spPr>
              <a:xfrm>
                <a:off x="2965288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72" name="ph2672"/>
              <p:cNvSpPr/>
              <p:nvPr/>
            </p:nvSpPr>
            <p:spPr>
              <a:xfrm>
                <a:off x="1754717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4D8BA">
                  <a:alpha val="100000"/>
                </a:srgbClr>
              </a:solidFill>
              <a:ln w="5420" cap="flat">
                <a:solidFill>
                  <a:srgbClr val="84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73" name="ph2673"/>
              <p:cNvSpPr/>
              <p:nvPr/>
            </p:nvSpPr>
            <p:spPr>
              <a:xfrm>
                <a:off x="1764101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6D9BB">
                  <a:alpha val="100000"/>
                </a:srgbClr>
              </a:solidFill>
              <a:ln w="5420" cap="flat">
                <a:solidFill>
                  <a:srgbClr val="86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74" name="ph2674"/>
              <p:cNvSpPr/>
              <p:nvPr/>
            </p:nvSpPr>
            <p:spPr>
              <a:xfrm>
                <a:off x="1773486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7D9BB">
                  <a:alpha val="100000"/>
                </a:srgbClr>
              </a:solidFill>
              <a:ln w="5420" cap="flat">
                <a:solidFill>
                  <a:srgbClr val="87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75" name="ph2675"/>
              <p:cNvSpPr/>
              <p:nvPr/>
            </p:nvSpPr>
            <p:spPr>
              <a:xfrm>
                <a:off x="1782870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7D9BB">
                  <a:alpha val="100000"/>
                </a:srgbClr>
              </a:solidFill>
              <a:ln w="5420" cap="flat">
                <a:solidFill>
                  <a:srgbClr val="87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76" name="ph2676"/>
              <p:cNvSpPr/>
              <p:nvPr/>
            </p:nvSpPr>
            <p:spPr>
              <a:xfrm>
                <a:off x="1792254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6D9BB">
                  <a:alpha val="100000"/>
                </a:srgbClr>
              </a:solidFill>
              <a:ln w="5420" cap="flat">
                <a:solidFill>
                  <a:srgbClr val="86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77" name="ph2677"/>
              <p:cNvSpPr/>
              <p:nvPr/>
            </p:nvSpPr>
            <p:spPr>
              <a:xfrm>
                <a:off x="1801639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3D8BA">
                  <a:alpha val="100000"/>
                </a:srgbClr>
              </a:solidFill>
              <a:ln w="5420" cap="flat">
                <a:solidFill>
                  <a:srgbClr val="83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78" name="ph2678"/>
              <p:cNvSpPr/>
              <p:nvPr/>
            </p:nvSpPr>
            <p:spPr>
              <a:xfrm>
                <a:off x="1811023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FD7B8">
                  <a:alpha val="100000"/>
                </a:srgbClr>
              </a:solidFill>
              <a:ln w="5420" cap="flat">
                <a:solidFill>
                  <a:srgbClr val="7F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79" name="ph2679"/>
              <p:cNvSpPr/>
              <p:nvPr/>
            </p:nvSpPr>
            <p:spPr>
              <a:xfrm>
                <a:off x="1820407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BD5B6">
                  <a:alpha val="100000"/>
                </a:srgbClr>
              </a:solidFill>
              <a:ln w="5420" cap="flat">
                <a:solidFill>
                  <a:srgbClr val="7B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80" name="ph2680"/>
              <p:cNvSpPr/>
              <p:nvPr/>
            </p:nvSpPr>
            <p:spPr>
              <a:xfrm>
                <a:off x="1829791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81" name="ph2681"/>
              <p:cNvSpPr/>
              <p:nvPr/>
            </p:nvSpPr>
            <p:spPr>
              <a:xfrm>
                <a:off x="1839176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4D3B3">
                  <a:alpha val="100000"/>
                </a:srgbClr>
              </a:solidFill>
              <a:ln w="5420" cap="flat">
                <a:solidFill>
                  <a:srgbClr val="74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82" name="ph2682"/>
              <p:cNvSpPr/>
              <p:nvPr/>
            </p:nvSpPr>
            <p:spPr>
              <a:xfrm>
                <a:off x="1848560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83" name="ph2683"/>
              <p:cNvSpPr/>
              <p:nvPr/>
            </p:nvSpPr>
            <p:spPr>
              <a:xfrm>
                <a:off x="1857944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84" name="ph2684"/>
              <p:cNvSpPr/>
              <p:nvPr/>
            </p:nvSpPr>
            <p:spPr>
              <a:xfrm>
                <a:off x="1867328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85" name="ph2685"/>
              <p:cNvSpPr/>
              <p:nvPr/>
            </p:nvSpPr>
            <p:spPr>
              <a:xfrm>
                <a:off x="1876713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86" name="ph2686"/>
              <p:cNvSpPr/>
              <p:nvPr/>
            </p:nvSpPr>
            <p:spPr>
              <a:xfrm>
                <a:off x="1886097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FD2B2">
                  <a:alpha val="100000"/>
                </a:srgbClr>
              </a:solidFill>
              <a:ln w="5420" cap="flat">
                <a:solidFill>
                  <a:srgbClr val="6F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87" name="ph2687"/>
              <p:cNvSpPr/>
              <p:nvPr/>
            </p:nvSpPr>
            <p:spPr>
              <a:xfrm>
                <a:off x="1895481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88" name="ph2688"/>
              <p:cNvSpPr/>
              <p:nvPr/>
            </p:nvSpPr>
            <p:spPr>
              <a:xfrm>
                <a:off x="1904866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DD2B1">
                  <a:alpha val="100000"/>
                </a:srgbClr>
              </a:solidFill>
              <a:ln w="5420" cap="flat">
                <a:solidFill>
                  <a:srgbClr val="6D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89" name="ph2689"/>
              <p:cNvSpPr/>
              <p:nvPr/>
            </p:nvSpPr>
            <p:spPr>
              <a:xfrm>
                <a:off x="1914250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DD1B1">
                  <a:alpha val="100000"/>
                </a:srgbClr>
              </a:solidFill>
              <a:ln w="5420" cap="flat">
                <a:solidFill>
                  <a:srgbClr val="6DD1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90" name="ph2690"/>
              <p:cNvSpPr/>
              <p:nvPr/>
            </p:nvSpPr>
            <p:spPr>
              <a:xfrm>
                <a:off x="1923634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DD1B1">
                  <a:alpha val="100000"/>
                </a:srgbClr>
              </a:solidFill>
              <a:ln w="5420" cap="flat">
                <a:solidFill>
                  <a:srgbClr val="6DD1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91" name="ph2691"/>
              <p:cNvSpPr/>
              <p:nvPr/>
            </p:nvSpPr>
            <p:spPr>
              <a:xfrm>
                <a:off x="1933018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DD1B1">
                  <a:alpha val="100000"/>
                </a:srgbClr>
              </a:solidFill>
              <a:ln w="5420" cap="flat">
                <a:solidFill>
                  <a:srgbClr val="6DD1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92" name="ph2692"/>
              <p:cNvSpPr/>
              <p:nvPr/>
            </p:nvSpPr>
            <p:spPr>
              <a:xfrm>
                <a:off x="1942403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DD1B1">
                  <a:alpha val="100000"/>
                </a:srgbClr>
              </a:solidFill>
              <a:ln w="5420" cap="flat">
                <a:solidFill>
                  <a:srgbClr val="6DD1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93" name="ph2693"/>
              <p:cNvSpPr/>
              <p:nvPr/>
            </p:nvSpPr>
            <p:spPr>
              <a:xfrm>
                <a:off x="1951787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DD1B1">
                  <a:alpha val="100000"/>
                </a:srgbClr>
              </a:solidFill>
              <a:ln w="5420" cap="flat">
                <a:solidFill>
                  <a:srgbClr val="6DD1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94" name="ph2694"/>
              <p:cNvSpPr/>
              <p:nvPr/>
            </p:nvSpPr>
            <p:spPr>
              <a:xfrm>
                <a:off x="1961171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DD2B1">
                  <a:alpha val="100000"/>
                </a:srgbClr>
              </a:solidFill>
              <a:ln w="5420" cap="flat">
                <a:solidFill>
                  <a:srgbClr val="6D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95" name="ph2695"/>
              <p:cNvSpPr/>
              <p:nvPr/>
            </p:nvSpPr>
            <p:spPr>
              <a:xfrm>
                <a:off x="1970555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96" name="ph2696"/>
              <p:cNvSpPr/>
              <p:nvPr/>
            </p:nvSpPr>
            <p:spPr>
              <a:xfrm>
                <a:off x="1979940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97" name="ph2697"/>
              <p:cNvSpPr/>
              <p:nvPr/>
            </p:nvSpPr>
            <p:spPr>
              <a:xfrm>
                <a:off x="1989324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FD2B1">
                  <a:alpha val="100000"/>
                </a:srgbClr>
              </a:solidFill>
              <a:ln w="5420" cap="flat">
                <a:solidFill>
                  <a:srgbClr val="6F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98" name="ph2698"/>
              <p:cNvSpPr/>
              <p:nvPr/>
            </p:nvSpPr>
            <p:spPr>
              <a:xfrm>
                <a:off x="1998708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99" name="ph2699"/>
              <p:cNvSpPr/>
              <p:nvPr/>
            </p:nvSpPr>
            <p:spPr>
              <a:xfrm>
                <a:off x="2008093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1D2B2">
                  <a:alpha val="100000"/>
                </a:srgbClr>
              </a:solidFill>
              <a:ln w="5420" cap="flat">
                <a:solidFill>
                  <a:srgbClr val="71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00" name="ph2700"/>
              <p:cNvSpPr/>
              <p:nvPr/>
            </p:nvSpPr>
            <p:spPr>
              <a:xfrm>
                <a:off x="2017477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01" name="ph2701"/>
              <p:cNvSpPr/>
              <p:nvPr/>
            </p:nvSpPr>
            <p:spPr>
              <a:xfrm>
                <a:off x="2026861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02" name="ph2702"/>
              <p:cNvSpPr/>
              <p:nvPr/>
            </p:nvSpPr>
            <p:spPr>
              <a:xfrm>
                <a:off x="2036245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5D4B4">
                  <a:alpha val="100000"/>
                </a:srgbClr>
              </a:solidFill>
              <a:ln w="5420" cap="flat">
                <a:solidFill>
                  <a:srgbClr val="75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03" name="ph2703"/>
              <p:cNvSpPr/>
              <p:nvPr/>
            </p:nvSpPr>
            <p:spPr>
              <a:xfrm>
                <a:off x="2045630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5D4B4">
                  <a:alpha val="100000"/>
                </a:srgbClr>
              </a:solidFill>
              <a:ln w="5420" cap="flat">
                <a:solidFill>
                  <a:srgbClr val="75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04" name="ph2704"/>
              <p:cNvSpPr/>
              <p:nvPr/>
            </p:nvSpPr>
            <p:spPr>
              <a:xfrm>
                <a:off x="2055014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4D3B3">
                  <a:alpha val="100000"/>
                </a:srgbClr>
              </a:solidFill>
              <a:ln w="5420" cap="flat">
                <a:solidFill>
                  <a:srgbClr val="74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05" name="ph2705"/>
              <p:cNvSpPr/>
              <p:nvPr/>
            </p:nvSpPr>
            <p:spPr>
              <a:xfrm>
                <a:off x="2064398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06" name="ph2706"/>
              <p:cNvSpPr/>
              <p:nvPr/>
            </p:nvSpPr>
            <p:spPr>
              <a:xfrm>
                <a:off x="2073782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FD2B1">
                  <a:alpha val="100000"/>
                </a:srgbClr>
              </a:solidFill>
              <a:ln w="5420" cap="flat">
                <a:solidFill>
                  <a:srgbClr val="6F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07" name="ph2707"/>
              <p:cNvSpPr/>
              <p:nvPr/>
            </p:nvSpPr>
            <p:spPr>
              <a:xfrm>
                <a:off x="2083167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BD1B0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08" name="ph2708"/>
              <p:cNvSpPr/>
              <p:nvPr/>
            </p:nvSpPr>
            <p:spPr>
              <a:xfrm>
                <a:off x="2092551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6CFAE">
                  <a:alpha val="100000"/>
                </a:srgbClr>
              </a:solidFill>
              <a:ln w="5420" cap="flat">
                <a:solidFill>
                  <a:srgbClr val="66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09" name="ph2709"/>
              <p:cNvSpPr/>
              <p:nvPr/>
            </p:nvSpPr>
            <p:spPr>
              <a:xfrm>
                <a:off x="2101935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10" name="ph2710"/>
              <p:cNvSpPr/>
              <p:nvPr/>
            </p:nvSpPr>
            <p:spPr>
              <a:xfrm>
                <a:off x="2177009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9D0AF">
                  <a:alpha val="100000"/>
                </a:srgbClr>
              </a:solidFill>
              <a:ln w="5420" cap="flat">
                <a:solidFill>
                  <a:srgbClr val="69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11" name="ph2711"/>
              <p:cNvSpPr/>
              <p:nvPr/>
            </p:nvSpPr>
            <p:spPr>
              <a:xfrm>
                <a:off x="2186394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BD1B0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12" name="ph2712"/>
              <p:cNvSpPr/>
              <p:nvPr/>
            </p:nvSpPr>
            <p:spPr>
              <a:xfrm>
                <a:off x="2195778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13" name="ph2713"/>
              <p:cNvSpPr/>
              <p:nvPr/>
            </p:nvSpPr>
            <p:spPr>
              <a:xfrm>
                <a:off x="2214547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5D4B4">
                  <a:alpha val="100000"/>
                </a:srgbClr>
              </a:solidFill>
              <a:ln w="5420" cap="flat">
                <a:solidFill>
                  <a:srgbClr val="75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14" name="ph2714"/>
              <p:cNvSpPr/>
              <p:nvPr/>
            </p:nvSpPr>
            <p:spPr>
              <a:xfrm>
                <a:off x="2223931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ED6B8">
                  <a:alpha val="100000"/>
                </a:srgbClr>
              </a:solidFill>
              <a:ln w="5420" cap="flat">
                <a:solidFill>
                  <a:srgbClr val="7ED6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15" name="ph2715"/>
              <p:cNvSpPr/>
              <p:nvPr/>
            </p:nvSpPr>
            <p:spPr>
              <a:xfrm>
                <a:off x="2233315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1D7B9">
                  <a:alpha val="100000"/>
                </a:srgbClr>
              </a:solidFill>
              <a:ln w="5420" cap="flat">
                <a:solidFill>
                  <a:srgbClr val="81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16" name="ph2716"/>
              <p:cNvSpPr/>
              <p:nvPr/>
            </p:nvSpPr>
            <p:spPr>
              <a:xfrm>
                <a:off x="2242699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2D8B9">
                  <a:alpha val="100000"/>
                </a:srgbClr>
              </a:solidFill>
              <a:ln w="5420" cap="flat">
                <a:solidFill>
                  <a:srgbClr val="82D8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17" name="ph2717"/>
              <p:cNvSpPr/>
              <p:nvPr/>
            </p:nvSpPr>
            <p:spPr>
              <a:xfrm>
                <a:off x="2252084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1D7B9">
                  <a:alpha val="100000"/>
                </a:srgbClr>
              </a:solidFill>
              <a:ln w="5420" cap="flat">
                <a:solidFill>
                  <a:srgbClr val="81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18" name="ph2718"/>
              <p:cNvSpPr/>
              <p:nvPr/>
            </p:nvSpPr>
            <p:spPr>
              <a:xfrm>
                <a:off x="2261468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FD7B8">
                  <a:alpha val="100000"/>
                </a:srgbClr>
              </a:solidFill>
              <a:ln w="5420" cap="flat">
                <a:solidFill>
                  <a:srgbClr val="7F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19" name="ph2719"/>
              <p:cNvSpPr/>
              <p:nvPr/>
            </p:nvSpPr>
            <p:spPr>
              <a:xfrm>
                <a:off x="2270852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DD6B7">
                  <a:alpha val="100000"/>
                </a:srgbClr>
              </a:solidFill>
              <a:ln w="5420" cap="flat">
                <a:solidFill>
                  <a:srgbClr val="7D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20" name="ph2720"/>
              <p:cNvSpPr/>
              <p:nvPr/>
            </p:nvSpPr>
            <p:spPr>
              <a:xfrm>
                <a:off x="2571149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21" name="ph2721"/>
              <p:cNvSpPr/>
              <p:nvPr/>
            </p:nvSpPr>
            <p:spPr>
              <a:xfrm>
                <a:off x="2580533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22" name="ph2722"/>
              <p:cNvSpPr/>
              <p:nvPr/>
            </p:nvSpPr>
            <p:spPr>
              <a:xfrm>
                <a:off x="2589917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23" name="ph2723"/>
              <p:cNvSpPr/>
              <p:nvPr/>
            </p:nvSpPr>
            <p:spPr>
              <a:xfrm>
                <a:off x="2599302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24" name="ph2724"/>
              <p:cNvSpPr/>
              <p:nvPr/>
            </p:nvSpPr>
            <p:spPr>
              <a:xfrm>
                <a:off x="2608686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25" name="ph2725"/>
              <p:cNvSpPr/>
              <p:nvPr/>
            </p:nvSpPr>
            <p:spPr>
              <a:xfrm>
                <a:off x="2618070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26" name="ph2726"/>
              <p:cNvSpPr/>
              <p:nvPr/>
            </p:nvSpPr>
            <p:spPr>
              <a:xfrm>
                <a:off x="2627454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27" name="ph2727"/>
              <p:cNvSpPr/>
              <p:nvPr/>
            </p:nvSpPr>
            <p:spPr>
              <a:xfrm>
                <a:off x="2636839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28" name="ph2728"/>
              <p:cNvSpPr/>
              <p:nvPr/>
            </p:nvSpPr>
            <p:spPr>
              <a:xfrm>
                <a:off x="2646223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29" name="ph2729"/>
              <p:cNvSpPr/>
              <p:nvPr/>
            </p:nvSpPr>
            <p:spPr>
              <a:xfrm>
                <a:off x="2655607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30" name="ph2730"/>
              <p:cNvSpPr/>
              <p:nvPr/>
            </p:nvSpPr>
            <p:spPr>
              <a:xfrm>
                <a:off x="2664992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2AC">
                  <a:alpha val="100000"/>
                </a:srgbClr>
              </a:solidFill>
              <a:ln w="5420" cap="flat">
                <a:solidFill>
                  <a:srgbClr val="59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31" name="ph2731"/>
              <p:cNvSpPr/>
              <p:nvPr/>
            </p:nvSpPr>
            <p:spPr>
              <a:xfrm>
                <a:off x="2674376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32" name="ph2732"/>
              <p:cNvSpPr/>
              <p:nvPr/>
            </p:nvSpPr>
            <p:spPr>
              <a:xfrm>
                <a:off x="2683760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33" name="ph2733"/>
              <p:cNvSpPr/>
              <p:nvPr/>
            </p:nvSpPr>
            <p:spPr>
              <a:xfrm>
                <a:off x="2693144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34" name="ph2734"/>
              <p:cNvSpPr/>
              <p:nvPr/>
            </p:nvSpPr>
            <p:spPr>
              <a:xfrm>
                <a:off x="2721297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35" name="ph2735"/>
              <p:cNvSpPr/>
              <p:nvPr/>
            </p:nvSpPr>
            <p:spPr>
              <a:xfrm>
                <a:off x="2730681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36" name="ph2736"/>
              <p:cNvSpPr/>
              <p:nvPr/>
            </p:nvSpPr>
            <p:spPr>
              <a:xfrm>
                <a:off x="2740066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37" name="ph2737"/>
              <p:cNvSpPr/>
              <p:nvPr/>
            </p:nvSpPr>
            <p:spPr>
              <a:xfrm>
                <a:off x="2749450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38" name="ph2738"/>
              <p:cNvSpPr/>
              <p:nvPr/>
            </p:nvSpPr>
            <p:spPr>
              <a:xfrm>
                <a:off x="2758834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39" name="ph2739"/>
              <p:cNvSpPr/>
              <p:nvPr/>
            </p:nvSpPr>
            <p:spPr>
              <a:xfrm>
                <a:off x="2768219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40" name="ph2740"/>
              <p:cNvSpPr/>
              <p:nvPr/>
            </p:nvSpPr>
            <p:spPr>
              <a:xfrm>
                <a:off x="2777603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41" name="ph2741"/>
              <p:cNvSpPr/>
              <p:nvPr/>
            </p:nvSpPr>
            <p:spPr>
              <a:xfrm>
                <a:off x="2927751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42" name="ph2742"/>
              <p:cNvSpPr/>
              <p:nvPr/>
            </p:nvSpPr>
            <p:spPr>
              <a:xfrm>
                <a:off x="2937135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43" name="ph2743"/>
              <p:cNvSpPr/>
              <p:nvPr/>
            </p:nvSpPr>
            <p:spPr>
              <a:xfrm>
                <a:off x="2946520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44" name="ph2744"/>
              <p:cNvSpPr/>
              <p:nvPr/>
            </p:nvSpPr>
            <p:spPr>
              <a:xfrm>
                <a:off x="2955904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45" name="ph2745"/>
              <p:cNvSpPr/>
              <p:nvPr/>
            </p:nvSpPr>
            <p:spPr>
              <a:xfrm>
                <a:off x="2965288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46" name="ph2746"/>
              <p:cNvSpPr/>
              <p:nvPr/>
            </p:nvSpPr>
            <p:spPr>
              <a:xfrm>
                <a:off x="1754717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6D9BB">
                  <a:alpha val="100000"/>
                </a:srgbClr>
              </a:solidFill>
              <a:ln w="5420" cap="flat">
                <a:solidFill>
                  <a:srgbClr val="86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47" name="ph2747"/>
              <p:cNvSpPr/>
              <p:nvPr/>
            </p:nvSpPr>
            <p:spPr>
              <a:xfrm>
                <a:off x="1764101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9DABC">
                  <a:alpha val="100000"/>
                </a:srgbClr>
              </a:solidFill>
              <a:ln w="5420" cap="flat">
                <a:solidFill>
                  <a:srgbClr val="89DA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48" name="ph2748"/>
              <p:cNvSpPr/>
              <p:nvPr/>
            </p:nvSpPr>
            <p:spPr>
              <a:xfrm>
                <a:off x="1773486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BDABD">
                  <a:alpha val="100000"/>
                </a:srgbClr>
              </a:solidFill>
              <a:ln w="5420" cap="flat">
                <a:solidFill>
                  <a:srgbClr val="8BDAB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49" name="ph2749"/>
              <p:cNvSpPr/>
              <p:nvPr/>
            </p:nvSpPr>
            <p:spPr>
              <a:xfrm>
                <a:off x="1782870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BDABD">
                  <a:alpha val="100000"/>
                </a:srgbClr>
              </a:solidFill>
              <a:ln w="5420" cap="flat">
                <a:solidFill>
                  <a:srgbClr val="8BDAB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50" name="ph2750"/>
              <p:cNvSpPr/>
              <p:nvPr/>
            </p:nvSpPr>
            <p:spPr>
              <a:xfrm>
                <a:off x="1792254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9DABC">
                  <a:alpha val="100000"/>
                </a:srgbClr>
              </a:solidFill>
              <a:ln w="5420" cap="flat">
                <a:solidFill>
                  <a:srgbClr val="89DA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51" name="ph2751"/>
              <p:cNvSpPr/>
              <p:nvPr/>
            </p:nvSpPr>
            <p:spPr>
              <a:xfrm>
                <a:off x="1801639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6D9BB">
                  <a:alpha val="100000"/>
                </a:srgbClr>
              </a:solidFill>
              <a:ln w="5420" cap="flat">
                <a:solidFill>
                  <a:srgbClr val="86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52" name="ph2752"/>
              <p:cNvSpPr/>
              <p:nvPr/>
            </p:nvSpPr>
            <p:spPr>
              <a:xfrm>
                <a:off x="1811023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1D7B9">
                  <a:alpha val="100000"/>
                </a:srgbClr>
              </a:solidFill>
              <a:ln w="5420" cap="flat">
                <a:solidFill>
                  <a:srgbClr val="81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53" name="ph2753"/>
              <p:cNvSpPr/>
              <p:nvPr/>
            </p:nvSpPr>
            <p:spPr>
              <a:xfrm>
                <a:off x="1820407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CD6B7">
                  <a:alpha val="100000"/>
                </a:srgbClr>
              </a:solidFill>
              <a:ln w="5420" cap="flat">
                <a:solidFill>
                  <a:srgbClr val="7C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54" name="ph2754"/>
              <p:cNvSpPr/>
              <p:nvPr/>
            </p:nvSpPr>
            <p:spPr>
              <a:xfrm>
                <a:off x="1829791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8D5B5">
                  <a:alpha val="100000"/>
                </a:srgbClr>
              </a:solidFill>
              <a:ln w="5420" cap="flat">
                <a:solidFill>
                  <a:srgbClr val="78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55" name="ph2755"/>
              <p:cNvSpPr/>
              <p:nvPr/>
            </p:nvSpPr>
            <p:spPr>
              <a:xfrm>
                <a:off x="1839176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4D4B4">
                  <a:alpha val="100000"/>
                </a:srgbClr>
              </a:solidFill>
              <a:ln w="5420" cap="flat">
                <a:solidFill>
                  <a:srgbClr val="74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56" name="ph2756"/>
              <p:cNvSpPr/>
              <p:nvPr/>
            </p:nvSpPr>
            <p:spPr>
              <a:xfrm>
                <a:off x="1848560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57" name="ph2757"/>
              <p:cNvSpPr/>
              <p:nvPr/>
            </p:nvSpPr>
            <p:spPr>
              <a:xfrm>
                <a:off x="1857944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58" name="ph2758"/>
              <p:cNvSpPr/>
              <p:nvPr/>
            </p:nvSpPr>
            <p:spPr>
              <a:xfrm>
                <a:off x="1867328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59" name="ph2759"/>
              <p:cNvSpPr/>
              <p:nvPr/>
            </p:nvSpPr>
            <p:spPr>
              <a:xfrm>
                <a:off x="1876713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60" name="ph2760"/>
              <p:cNvSpPr/>
              <p:nvPr/>
            </p:nvSpPr>
            <p:spPr>
              <a:xfrm>
                <a:off x="1886097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61" name="ph2761"/>
              <p:cNvSpPr/>
              <p:nvPr/>
            </p:nvSpPr>
            <p:spPr>
              <a:xfrm>
                <a:off x="1895481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62" name="ph2762"/>
              <p:cNvSpPr/>
              <p:nvPr/>
            </p:nvSpPr>
            <p:spPr>
              <a:xfrm>
                <a:off x="1904866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63" name="ph2763"/>
              <p:cNvSpPr/>
              <p:nvPr/>
            </p:nvSpPr>
            <p:spPr>
              <a:xfrm>
                <a:off x="1914250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DD1B1">
                  <a:alpha val="100000"/>
                </a:srgbClr>
              </a:solidFill>
              <a:ln w="5420" cap="flat">
                <a:solidFill>
                  <a:srgbClr val="6DD1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64" name="ph2764"/>
              <p:cNvSpPr/>
              <p:nvPr/>
            </p:nvSpPr>
            <p:spPr>
              <a:xfrm>
                <a:off x="1923634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DD1B1">
                  <a:alpha val="100000"/>
                </a:srgbClr>
              </a:solidFill>
              <a:ln w="5420" cap="flat">
                <a:solidFill>
                  <a:srgbClr val="6DD1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65" name="ph2765"/>
              <p:cNvSpPr/>
              <p:nvPr/>
            </p:nvSpPr>
            <p:spPr>
              <a:xfrm>
                <a:off x="1933018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DD1B1">
                  <a:alpha val="100000"/>
                </a:srgbClr>
              </a:solidFill>
              <a:ln w="5420" cap="flat">
                <a:solidFill>
                  <a:srgbClr val="6DD1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66" name="ph2766"/>
              <p:cNvSpPr/>
              <p:nvPr/>
            </p:nvSpPr>
            <p:spPr>
              <a:xfrm>
                <a:off x="1942403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DD1B1">
                  <a:alpha val="100000"/>
                </a:srgbClr>
              </a:solidFill>
              <a:ln w="5420" cap="flat">
                <a:solidFill>
                  <a:srgbClr val="6DD1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67" name="ph2767"/>
              <p:cNvSpPr/>
              <p:nvPr/>
            </p:nvSpPr>
            <p:spPr>
              <a:xfrm>
                <a:off x="1951787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DD2B1">
                  <a:alpha val="100000"/>
                </a:srgbClr>
              </a:solidFill>
              <a:ln w="5420" cap="flat">
                <a:solidFill>
                  <a:srgbClr val="6D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68" name="ph2768"/>
              <p:cNvSpPr/>
              <p:nvPr/>
            </p:nvSpPr>
            <p:spPr>
              <a:xfrm>
                <a:off x="1961171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DD2B1">
                  <a:alpha val="100000"/>
                </a:srgbClr>
              </a:solidFill>
              <a:ln w="5420" cap="flat">
                <a:solidFill>
                  <a:srgbClr val="6D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69" name="ph2769"/>
              <p:cNvSpPr/>
              <p:nvPr/>
            </p:nvSpPr>
            <p:spPr>
              <a:xfrm>
                <a:off x="1970555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70" name="ph2770"/>
              <p:cNvSpPr/>
              <p:nvPr/>
            </p:nvSpPr>
            <p:spPr>
              <a:xfrm>
                <a:off x="1979940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71" name="ph2771"/>
              <p:cNvSpPr/>
              <p:nvPr/>
            </p:nvSpPr>
            <p:spPr>
              <a:xfrm>
                <a:off x="1989324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FD2B2">
                  <a:alpha val="100000"/>
                </a:srgbClr>
              </a:solidFill>
              <a:ln w="5420" cap="flat">
                <a:solidFill>
                  <a:srgbClr val="6F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72" name="ph2772"/>
              <p:cNvSpPr/>
              <p:nvPr/>
            </p:nvSpPr>
            <p:spPr>
              <a:xfrm>
                <a:off x="1998708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73" name="ph2773"/>
              <p:cNvSpPr/>
              <p:nvPr/>
            </p:nvSpPr>
            <p:spPr>
              <a:xfrm>
                <a:off x="2008093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74" name="ph2774"/>
              <p:cNvSpPr/>
              <p:nvPr/>
            </p:nvSpPr>
            <p:spPr>
              <a:xfrm>
                <a:off x="2017477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75" name="ph2775"/>
              <p:cNvSpPr/>
              <p:nvPr/>
            </p:nvSpPr>
            <p:spPr>
              <a:xfrm>
                <a:off x="2026861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5D4B4">
                  <a:alpha val="100000"/>
                </a:srgbClr>
              </a:solidFill>
              <a:ln w="5420" cap="flat">
                <a:solidFill>
                  <a:srgbClr val="75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76" name="ph2776"/>
              <p:cNvSpPr/>
              <p:nvPr/>
            </p:nvSpPr>
            <p:spPr>
              <a:xfrm>
                <a:off x="2036245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8D5B5">
                  <a:alpha val="100000"/>
                </a:srgbClr>
              </a:solidFill>
              <a:ln w="5420" cap="flat">
                <a:solidFill>
                  <a:srgbClr val="78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77" name="ph2777"/>
              <p:cNvSpPr/>
              <p:nvPr/>
            </p:nvSpPr>
            <p:spPr>
              <a:xfrm>
                <a:off x="2045630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9D5B5">
                  <a:alpha val="100000"/>
                </a:srgbClr>
              </a:solidFill>
              <a:ln w="5420" cap="flat">
                <a:solidFill>
                  <a:srgbClr val="79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78" name="ph2778"/>
              <p:cNvSpPr/>
              <p:nvPr/>
            </p:nvSpPr>
            <p:spPr>
              <a:xfrm>
                <a:off x="2055014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8D5B5">
                  <a:alpha val="100000"/>
                </a:srgbClr>
              </a:solidFill>
              <a:ln w="5420" cap="flat">
                <a:solidFill>
                  <a:srgbClr val="78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79" name="ph2779"/>
              <p:cNvSpPr/>
              <p:nvPr/>
            </p:nvSpPr>
            <p:spPr>
              <a:xfrm>
                <a:off x="2064398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5D4B4">
                  <a:alpha val="100000"/>
                </a:srgbClr>
              </a:solidFill>
              <a:ln w="5420" cap="flat">
                <a:solidFill>
                  <a:srgbClr val="75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80" name="ph2780"/>
              <p:cNvSpPr/>
              <p:nvPr/>
            </p:nvSpPr>
            <p:spPr>
              <a:xfrm>
                <a:off x="2073782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81" name="ph2781"/>
              <p:cNvSpPr/>
              <p:nvPr/>
            </p:nvSpPr>
            <p:spPr>
              <a:xfrm>
                <a:off x="2083167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BD1B0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82" name="ph2782"/>
              <p:cNvSpPr/>
              <p:nvPr/>
            </p:nvSpPr>
            <p:spPr>
              <a:xfrm>
                <a:off x="2092551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83" name="ph2783"/>
              <p:cNvSpPr/>
              <p:nvPr/>
            </p:nvSpPr>
            <p:spPr>
              <a:xfrm>
                <a:off x="2101935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84" name="ph2784"/>
              <p:cNvSpPr/>
              <p:nvPr/>
            </p:nvSpPr>
            <p:spPr>
              <a:xfrm>
                <a:off x="2111320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85" name="ph2785"/>
              <p:cNvSpPr/>
              <p:nvPr/>
            </p:nvSpPr>
            <p:spPr>
              <a:xfrm>
                <a:off x="2167625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86" name="ph2786"/>
              <p:cNvSpPr/>
              <p:nvPr/>
            </p:nvSpPr>
            <p:spPr>
              <a:xfrm>
                <a:off x="2177009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8D0AF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87" name="ph2787"/>
              <p:cNvSpPr/>
              <p:nvPr/>
            </p:nvSpPr>
            <p:spPr>
              <a:xfrm>
                <a:off x="2186394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BD1B0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88" name="ph2788"/>
              <p:cNvSpPr/>
              <p:nvPr/>
            </p:nvSpPr>
            <p:spPr>
              <a:xfrm>
                <a:off x="2195778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DD1B1">
                  <a:alpha val="100000"/>
                </a:srgbClr>
              </a:solidFill>
              <a:ln w="5420" cap="flat">
                <a:solidFill>
                  <a:srgbClr val="6DD1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89" name="ph2789"/>
              <p:cNvSpPr/>
              <p:nvPr/>
            </p:nvSpPr>
            <p:spPr>
              <a:xfrm>
                <a:off x="2205162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FD2B2">
                  <a:alpha val="100000"/>
                </a:srgbClr>
              </a:solidFill>
              <a:ln w="5420" cap="flat">
                <a:solidFill>
                  <a:srgbClr val="6F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90" name="ph2790"/>
              <p:cNvSpPr/>
              <p:nvPr/>
            </p:nvSpPr>
            <p:spPr>
              <a:xfrm>
                <a:off x="2214547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4D3B3">
                  <a:alpha val="100000"/>
                </a:srgbClr>
              </a:solidFill>
              <a:ln w="5420" cap="flat">
                <a:solidFill>
                  <a:srgbClr val="74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91" name="ph2791"/>
              <p:cNvSpPr/>
              <p:nvPr/>
            </p:nvSpPr>
            <p:spPr>
              <a:xfrm>
                <a:off x="2223931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0D7B8">
                  <a:alpha val="100000"/>
                </a:srgbClr>
              </a:solidFill>
              <a:ln w="5420" cap="flat">
                <a:solidFill>
                  <a:srgbClr val="80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92" name="ph2792"/>
              <p:cNvSpPr/>
              <p:nvPr/>
            </p:nvSpPr>
            <p:spPr>
              <a:xfrm>
                <a:off x="2233315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4D8BA">
                  <a:alpha val="100000"/>
                </a:srgbClr>
              </a:solidFill>
              <a:ln w="5420" cap="flat">
                <a:solidFill>
                  <a:srgbClr val="84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93" name="ph2793"/>
              <p:cNvSpPr/>
              <p:nvPr/>
            </p:nvSpPr>
            <p:spPr>
              <a:xfrm>
                <a:off x="2242699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5D8BA">
                  <a:alpha val="100000"/>
                </a:srgbClr>
              </a:solidFill>
              <a:ln w="5420" cap="flat">
                <a:solidFill>
                  <a:srgbClr val="85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94" name="ph2794"/>
              <p:cNvSpPr/>
              <p:nvPr/>
            </p:nvSpPr>
            <p:spPr>
              <a:xfrm>
                <a:off x="2252084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3D8BA">
                  <a:alpha val="100000"/>
                </a:srgbClr>
              </a:solidFill>
              <a:ln w="5420" cap="flat">
                <a:solidFill>
                  <a:srgbClr val="83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95" name="ph2795"/>
              <p:cNvSpPr/>
              <p:nvPr/>
            </p:nvSpPr>
            <p:spPr>
              <a:xfrm>
                <a:off x="2261468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1D7B9">
                  <a:alpha val="100000"/>
                </a:srgbClr>
              </a:solidFill>
              <a:ln w="5420" cap="flat">
                <a:solidFill>
                  <a:srgbClr val="81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96" name="ph2796"/>
              <p:cNvSpPr/>
              <p:nvPr/>
            </p:nvSpPr>
            <p:spPr>
              <a:xfrm>
                <a:off x="2580533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97" name="ph2797"/>
              <p:cNvSpPr/>
              <p:nvPr/>
            </p:nvSpPr>
            <p:spPr>
              <a:xfrm>
                <a:off x="2589917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98" name="ph2798"/>
              <p:cNvSpPr/>
              <p:nvPr/>
            </p:nvSpPr>
            <p:spPr>
              <a:xfrm>
                <a:off x="2599302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99" name="ph2799"/>
              <p:cNvSpPr/>
              <p:nvPr/>
            </p:nvSpPr>
            <p:spPr>
              <a:xfrm>
                <a:off x="2608686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00" name="ph2800"/>
              <p:cNvSpPr/>
              <p:nvPr/>
            </p:nvSpPr>
            <p:spPr>
              <a:xfrm>
                <a:off x="2618070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01" name="ph2801"/>
              <p:cNvSpPr/>
              <p:nvPr/>
            </p:nvSpPr>
            <p:spPr>
              <a:xfrm>
                <a:off x="2627454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9C2AC">
                  <a:alpha val="100000"/>
                </a:srgbClr>
              </a:solidFill>
              <a:ln w="5420" cap="flat">
                <a:solidFill>
                  <a:srgbClr val="59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02" name="ph2802"/>
              <p:cNvSpPr/>
              <p:nvPr/>
            </p:nvSpPr>
            <p:spPr>
              <a:xfrm>
                <a:off x="2636839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03" name="ph2803"/>
              <p:cNvSpPr/>
              <p:nvPr/>
            </p:nvSpPr>
            <p:spPr>
              <a:xfrm>
                <a:off x="2646223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04" name="ph2804"/>
              <p:cNvSpPr/>
              <p:nvPr/>
            </p:nvSpPr>
            <p:spPr>
              <a:xfrm>
                <a:off x="2655607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05" name="ph2805"/>
              <p:cNvSpPr/>
              <p:nvPr/>
            </p:nvSpPr>
            <p:spPr>
              <a:xfrm>
                <a:off x="2664992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06" name="ph2806"/>
              <p:cNvSpPr/>
              <p:nvPr/>
            </p:nvSpPr>
            <p:spPr>
              <a:xfrm>
                <a:off x="2730681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07" name="ph2807"/>
              <p:cNvSpPr/>
              <p:nvPr/>
            </p:nvSpPr>
            <p:spPr>
              <a:xfrm>
                <a:off x="2740066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08" name="ph2808"/>
              <p:cNvSpPr/>
              <p:nvPr/>
            </p:nvSpPr>
            <p:spPr>
              <a:xfrm>
                <a:off x="2749450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09" name="ph2809"/>
              <p:cNvSpPr/>
              <p:nvPr/>
            </p:nvSpPr>
            <p:spPr>
              <a:xfrm>
                <a:off x="2758834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10" name="ph2810"/>
              <p:cNvSpPr/>
              <p:nvPr/>
            </p:nvSpPr>
            <p:spPr>
              <a:xfrm>
                <a:off x="2768219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11" name="ph2811"/>
              <p:cNvSpPr/>
              <p:nvPr/>
            </p:nvSpPr>
            <p:spPr>
              <a:xfrm>
                <a:off x="2777603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12" name="ph2812"/>
              <p:cNvSpPr/>
              <p:nvPr/>
            </p:nvSpPr>
            <p:spPr>
              <a:xfrm>
                <a:off x="2937135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13" name="ph2813"/>
              <p:cNvSpPr/>
              <p:nvPr/>
            </p:nvSpPr>
            <p:spPr>
              <a:xfrm>
                <a:off x="2946520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2AC">
                  <a:alpha val="100000"/>
                </a:srgbClr>
              </a:solidFill>
              <a:ln w="5420" cap="flat">
                <a:solidFill>
                  <a:srgbClr val="59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14" name="ph2814"/>
              <p:cNvSpPr/>
              <p:nvPr/>
            </p:nvSpPr>
            <p:spPr>
              <a:xfrm>
                <a:off x="2955904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15" name="ph2815"/>
              <p:cNvSpPr/>
              <p:nvPr/>
            </p:nvSpPr>
            <p:spPr>
              <a:xfrm>
                <a:off x="2965288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16" name="ph2816"/>
              <p:cNvSpPr/>
              <p:nvPr/>
            </p:nvSpPr>
            <p:spPr>
              <a:xfrm>
                <a:off x="2974673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17" name="ph2817"/>
              <p:cNvSpPr/>
              <p:nvPr/>
            </p:nvSpPr>
            <p:spPr>
              <a:xfrm>
                <a:off x="1754717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8D9BC">
                  <a:alpha val="100000"/>
                </a:srgbClr>
              </a:solidFill>
              <a:ln w="5420" cap="flat">
                <a:solidFill>
                  <a:srgbClr val="88D9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18" name="ph2818"/>
              <p:cNvSpPr/>
              <p:nvPr/>
            </p:nvSpPr>
            <p:spPr>
              <a:xfrm>
                <a:off x="1764101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BDABD">
                  <a:alpha val="100000"/>
                </a:srgbClr>
              </a:solidFill>
              <a:ln w="5420" cap="flat">
                <a:solidFill>
                  <a:srgbClr val="8BDAB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19" name="ph2819"/>
              <p:cNvSpPr/>
              <p:nvPr/>
            </p:nvSpPr>
            <p:spPr>
              <a:xfrm>
                <a:off x="1773486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DDBBE">
                  <a:alpha val="100000"/>
                </a:srgbClr>
              </a:solidFill>
              <a:ln w="5420" cap="flat">
                <a:solidFill>
                  <a:srgbClr val="8DDBB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20" name="ph2820"/>
              <p:cNvSpPr/>
              <p:nvPr/>
            </p:nvSpPr>
            <p:spPr>
              <a:xfrm>
                <a:off x="1782870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DDBBE">
                  <a:alpha val="100000"/>
                </a:srgbClr>
              </a:solidFill>
              <a:ln w="5420" cap="flat">
                <a:solidFill>
                  <a:srgbClr val="8DDBB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21" name="ph2821"/>
              <p:cNvSpPr/>
              <p:nvPr/>
            </p:nvSpPr>
            <p:spPr>
              <a:xfrm>
                <a:off x="1792254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CDBBD">
                  <a:alpha val="100000"/>
                </a:srgbClr>
              </a:solidFill>
              <a:ln w="5420" cap="flat">
                <a:solidFill>
                  <a:srgbClr val="8CDBB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22" name="ph2822"/>
              <p:cNvSpPr/>
              <p:nvPr/>
            </p:nvSpPr>
            <p:spPr>
              <a:xfrm>
                <a:off x="1801639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8D9BC">
                  <a:alpha val="100000"/>
                </a:srgbClr>
              </a:solidFill>
              <a:ln w="5420" cap="flat">
                <a:solidFill>
                  <a:srgbClr val="88D9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23" name="ph2823"/>
              <p:cNvSpPr/>
              <p:nvPr/>
            </p:nvSpPr>
            <p:spPr>
              <a:xfrm>
                <a:off x="1811023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4D8BA">
                  <a:alpha val="100000"/>
                </a:srgbClr>
              </a:solidFill>
              <a:ln w="5420" cap="flat">
                <a:solidFill>
                  <a:srgbClr val="84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24" name="ph2824"/>
              <p:cNvSpPr/>
              <p:nvPr/>
            </p:nvSpPr>
            <p:spPr>
              <a:xfrm>
                <a:off x="1820407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ED6B8">
                  <a:alpha val="100000"/>
                </a:srgbClr>
              </a:solidFill>
              <a:ln w="5420" cap="flat">
                <a:solidFill>
                  <a:srgbClr val="7ED6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25" name="ph2825"/>
              <p:cNvSpPr/>
              <p:nvPr/>
            </p:nvSpPr>
            <p:spPr>
              <a:xfrm>
                <a:off x="1829791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26" name="ph2826"/>
              <p:cNvSpPr/>
              <p:nvPr/>
            </p:nvSpPr>
            <p:spPr>
              <a:xfrm>
                <a:off x="1839176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27" name="ph2827"/>
              <p:cNvSpPr/>
              <p:nvPr/>
            </p:nvSpPr>
            <p:spPr>
              <a:xfrm>
                <a:off x="1848560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28" name="ph2828"/>
              <p:cNvSpPr/>
              <p:nvPr/>
            </p:nvSpPr>
            <p:spPr>
              <a:xfrm>
                <a:off x="1857944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29" name="ph2829"/>
              <p:cNvSpPr/>
              <p:nvPr/>
            </p:nvSpPr>
            <p:spPr>
              <a:xfrm>
                <a:off x="1867328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1D2B2">
                  <a:alpha val="100000"/>
                </a:srgbClr>
              </a:solidFill>
              <a:ln w="5420" cap="flat">
                <a:solidFill>
                  <a:srgbClr val="71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30" name="ph2830"/>
              <p:cNvSpPr/>
              <p:nvPr/>
            </p:nvSpPr>
            <p:spPr>
              <a:xfrm>
                <a:off x="1876713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31" name="ph2831"/>
              <p:cNvSpPr/>
              <p:nvPr/>
            </p:nvSpPr>
            <p:spPr>
              <a:xfrm>
                <a:off x="1886097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FD2B2">
                  <a:alpha val="100000"/>
                </a:srgbClr>
              </a:solidFill>
              <a:ln w="5420" cap="flat">
                <a:solidFill>
                  <a:srgbClr val="6F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32" name="ph2832"/>
              <p:cNvSpPr/>
              <p:nvPr/>
            </p:nvSpPr>
            <p:spPr>
              <a:xfrm>
                <a:off x="1895481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FD2B1">
                  <a:alpha val="100000"/>
                </a:srgbClr>
              </a:solidFill>
              <a:ln w="5420" cap="flat">
                <a:solidFill>
                  <a:srgbClr val="6F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33" name="ph2833"/>
              <p:cNvSpPr/>
              <p:nvPr/>
            </p:nvSpPr>
            <p:spPr>
              <a:xfrm>
                <a:off x="1904866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34" name="ph2834"/>
              <p:cNvSpPr/>
              <p:nvPr/>
            </p:nvSpPr>
            <p:spPr>
              <a:xfrm>
                <a:off x="1914250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35" name="ph2835"/>
              <p:cNvSpPr/>
              <p:nvPr/>
            </p:nvSpPr>
            <p:spPr>
              <a:xfrm>
                <a:off x="1923634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DD2B1">
                  <a:alpha val="100000"/>
                </a:srgbClr>
              </a:solidFill>
              <a:ln w="5420" cap="flat">
                <a:solidFill>
                  <a:srgbClr val="6D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36" name="ph2836"/>
              <p:cNvSpPr/>
              <p:nvPr/>
            </p:nvSpPr>
            <p:spPr>
              <a:xfrm>
                <a:off x="1933018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DD2B1">
                  <a:alpha val="100000"/>
                </a:srgbClr>
              </a:solidFill>
              <a:ln w="5420" cap="flat">
                <a:solidFill>
                  <a:srgbClr val="6D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37" name="ph2837"/>
              <p:cNvSpPr/>
              <p:nvPr/>
            </p:nvSpPr>
            <p:spPr>
              <a:xfrm>
                <a:off x="1942403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DD2B1">
                  <a:alpha val="100000"/>
                </a:srgbClr>
              </a:solidFill>
              <a:ln w="5420" cap="flat">
                <a:solidFill>
                  <a:srgbClr val="6D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38" name="ph2838"/>
              <p:cNvSpPr/>
              <p:nvPr/>
            </p:nvSpPr>
            <p:spPr>
              <a:xfrm>
                <a:off x="1951787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DD2B1">
                  <a:alpha val="100000"/>
                </a:srgbClr>
              </a:solidFill>
              <a:ln w="5420" cap="flat">
                <a:solidFill>
                  <a:srgbClr val="6D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39" name="ph2839"/>
              <p:cNvSpPr/>
              <p:nvPr/>
            </p:nvSpPr>
            <p:spPr>
              <a:xfrm>
                <a:off x="1961171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DD2B1">
                  <a:alpha val="100000"/>
                </a:srgbClr>
              </a:solidFill>
              <a:ln w="5420" cap="flat">
                <a:solidFill>
                  <a:srgbClr val="6D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40" name="ph2840"/>
              <p:cNvSpPr/>
              <p:nvPr/>
            </p:nvSpPr>
            <p:spPr>
              <a:xfrm>
                <a:off x="1970555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41" name="ph2841"/>
              <p:cNvSpPr/>
              <p:nvPr/>
            </p:nvSpPr>
            <p:spPr>
              <a:xfrm>
                <a:off x="1979940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FD2B1">
                  <a:alpha val="100000"/>
                </a:srgbClr>
              </a:solidFill>
              <a:ln w="5420" cap="flat">
                <a:solidFill>
                  <a:srgbClr val="6F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42" name="ph2842"/>
              <p:cNvSpPr/>
              <p:nvPr/>
            </p:nvSpPr>
            <p:spPr>
              <a:xfrm>
                <a:off x="1989324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43" name="ph2843"/>
              <p:cNvSpPr/>
              <p:nvPr/>
            </p:nvSpPr>
            <p:spPr>
              <a:xfrm>
                <a:off x="1998708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44" name="ph2844"/>
              <p:cNvSpPr/>
              <p:nvPr/>
            </p:nvSpPr>
            <p:spPr>
              <a:xfrm>
                <a:off x="2008093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45" name="ph2845"/>
              <p:cNvSpPr/>
              <p:nvPr/>
            </p:nvSpPr>
            <p:spPr>
              <a:xfrm>
                <a:off x="2017477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46" name="ph2846"/>
              <p:cNvSpPr/>
              <p:nvPr/>
            </p:nvSpPr>
            <p:spPr>
              <a:xfrm>
                <a:off x="2026861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8D5B5">
                  <a:alpha val="100000"/>
                </a:srgbClr>
              </a:solidFill>
              <a:ln w="5420" cap="flat">
                <a:solidFill>
                  <a:srgbClr val="78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47" name="ph2847"/>
              <p:cNvSpPr/>
              <p:nvPr/>
            </p:nvSpPr>
            <p:spPr>
              <a:xfrm>
                <a:off x="2036245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DD6B7">
                  <a:alpha val="100000"/>
                </a:srgbClr>
              </a:solidFill>
              <a:ln w="5420" cap="flat">
                <a:solidFill>
                  <a:srgbClr val="7D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48" name="ph2848"/>
              <p:cNvSpPr/>
              <p:nvPr/>
            </p:nvSpPr>
            <p:spPr>
              <a:xfrm>
                <a:off x="2045630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FD7B8">
                  <a:alpha val="100000"/>
                </a:srgbClr>
              </a:solidFill>
              <a:ln w="5420" cap="flat">
                <a:solidFill>
                  <a:srgbClr val="7F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49" name="ph2849"/>
              <p:cNvSpPr/>
              <p:nvPr/>
            </p:nvSpPr>
            <p:spPr>
              <a:xfrm>
                <a:off x="2055014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0D7B8">
                  <a:alpha val="100000"/>
                </a:srgbClr>
              </a:solidFill>
              <a:ln w="5420" cap="flat">
                <a:solidFill>
                  <a:srgbClr val="80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50" name="ph2850"/>
              <p:cNvSpPr/>
              <p:nvPr/>
            </p:nvSpPr>
            <p:spPr>
              <a:xfrm>
                <a:off x="2064398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DD6B7">
                  <a:alpha val="100000"/>
                </a:srgbClr>
              </a:solidFill>
              <a:ln w="5420" cap="flat">
                <a:solidFill>
                  <a:srgbClr val="7D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51" name="ph2851"/>
              <p:cNvSpPr/>
              <p:nvPr/>
            </p:nvSpPr>
            <p:spPr>
              <a:xfrm>
                <a:off x="2073782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52" name="ph2852"/>
              <p:cNvSpPr/>
              <p:nvPr/>
            </p:nvSpPr>
            <p:spPr>
              <a:xfrm>
                <a:off x="2083167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CD1B0">
                  <a:alpha val="100000"/>
                </a:srgbClr>
              </a:solidFill>
              <a:ln w="5420" cap="flat">
                <a:solidFill>
                  <a:srgbClr val="6C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53" name="ph2853"/>
              <p:cNvSpPr/>
              <p:nvPr/>
            </p:nvSpPr>
            <p:spPr>
              <a:xfrm>
                <a:off x="2092551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54" name="ph2854"/>
              <p:cNvSpPr/>
              <p:nvPr/>
            </p:nvSpPr>
            <p:spPr>
              <a:xfrm>
                <a:off x="2101935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55" name="ph2855"/>
              <p:cNvSpPr/>
              <p:nvPr/>
            </p:nvSpPr>
            <p:spPr>
              <a:xfrm>
                <a:off x="2111320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56" name="ph2856"/>
              <p:cNvSpPr/>
              <p:nvPr/>
            </p:nvSpPr>
            <p:spPr>
              <a:xfrm>
                <a:off x="2158241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57" name="ph2857"/>
              <p:cNvSpPr/>
              <p:nvPr/>
            </p:nvSpPr>
            <p:spPr>
              <a:xfrm>
                <a:off x="2167625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58" name="ph2858"/>
              <p:cNvSpPr/>
              <p:nvPr/>
            </p:nvSpPr>
            <p:spPr>
              <a:xfrm>
                <a:off x="2177009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7D0AF">
                  <a:alpha val="100000"/>
                </a:srgbClr>
              </a:solidFill>
              <a:ln w="5420" cap="flat">
                <a:solidFill>
                  <a:srgbClr val="67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59" name="ph2859"/>
              <p:cNvSpPr/>
              <p:nvPr/>
            </p:nvSpPr>
            <p:spPr>
              <a:xfrm>
                <a:off x="2186394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AD1AF">
                  <a:alpha val="100000"/>
                </a:srgbClr>
              </a:solidFill>
              <a:ln w="5420" cap="flat">
                <a:solidFill>
                  <a:srgbClr val="6AD1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60" name="ph2860"/>
              <p:cNvSpPr/>
              <p:nvPr/>
            </p:nvSpPr>
            <p:spPr>
              <a:xfrm>
                <a:off x="2195778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AD1B0">
                  <a:alpha val="100000"/>
                </a:srgbClr>
              </a:solidFill>
              <a:ln w="5420" cap="flat">
                <a:solidFill>
                  <a:srgbClr val="6A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61" name="ph2861"/>
              <p:cNvSpPr/>
              <p:nvPr/>
            </p:nvSpPr>
            <p:spPr>
              <a:xfrm>
                <a:off x="2205162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BD1B0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62" name="ph2862"/>
              <p:cNvSpPr/>
              <p:nvPr/>
            </p:nvSpPr>
            <p:spPr>
              <a:xfrm>
                <a:off x="2214547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63" name="ph2863"/>
              <p:cNvSpPr/>
              <p:nvPr/>
            </p:nvSpPr>
            <p:spPr>
              <a:xfrm>
                <a:off x="2223931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BD5B6">
                  <a:alpha val="100000"/>
                </a:srgbClr>
              </a:solidFill>
              <a:ln w="5420" cap="flat">
                <a:solidFill>
                  <a:srgbClr val="7B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64" name="ph2864"/>
              <p:cNvSpPr/>
              <p:nvPr/>
            </p:nvSpPr>
            <p:spPr>
              <a:xfrm>
                <a:off x="2233315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0D7B8">
                  <a:alpha val="100000"/>
                </a:srgbClr>
              </a:solidFill>
              <a:ln w="5420" cap="flat">
                <a:solidFill>
                  <a:srgbClr val="80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65" name="ph2865"/>
              <p:cNvSpPr/>
              <p:nvPr/>
            </p:nvSpPr>
            <p:spPr>
              <a:xfrm>
                <a:off x="2242699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2D7B9">
                  <a:alpha val="100000"/>
                </a:srgbClr>
              </a:solidFill>
              <a:ln w="5420" cap="flat">
                <a:solidFill>
                  <a:srgbClr val="82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66" name="ph2866"/>
              <p:cNvSpPr/>
              <p:nvPr/>
            </p:nvSpPr>
            <p:spPr>
              <a:xfrm>
                <a:off x="2252084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1D7B9">
                  <a:alpha val="100000"/>
                </a:srgbClr>
              </a:solidFill>
              <a:ln w="5420" cap="flat">
                <a:solidFill>
                  <a:srgbClr val="81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67" name="ph2867"/>
              <p:cNvSpPr/>
              <p:nvPr/>
            </p:nvSpPr>
            <p:spPr>
              <a:xfrm>
                <a:off x="2261468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FD7B8">
                  <a:alpha val="100000"/>
                </a:srgbClr>
              </a:solidFill>
              <a:ln w="5420" cap="flat">
                <a:solidFill>
                  <a:srgbClr val="7F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68" name="ph2868"/>
              <p:cNvSpPr/>
              <p:nvPr/>
            </p:nvSpPr>
            <p:spPr>
              <a:xfrm>
                <a:off x="2270852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DD6B7">
                  <a:alpha val="100000"/>
                </a:srgbClr>
              </a:solidFill>
              <a:ln w="5420" cap="flat">
                <a:solidFill>
                  <a:srgbClr val="7D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69" name="ph2869"/>
              <p:cNvSpPr/>
              <p:nvPr/>
            </p:nvSpPr>
            <p:spPr>
              <a:xfrm>
                <a:off x="2280236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70" name="ph2870"/>
              <p:cNvSpPr/>
              <p:nvPr/>
            </p:nvSpPr>
            <p:spPr>
              <a:xfrm>
                <a:off x="2580533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71" name="ph2871"/>
              <p:cNvSpPr/>
              <p:nvPr/>
            </p:nvSpPr>
            <p:spPr>
              <a:xfrm>
                <a:off x="2589917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72" name="ph2872"/>
              <p:cNvSpPr/>
              <p:nvPr/>
            </p:nvSpPr>
            <p:spPr>
              <a:xfrm>
                <a:off x="2599302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73" name="ph2873"/>
              <p:cNvSpPr/>
              <p:nvPr/>
            </p:nvSpPr>
            <p:spPr>
              <a:xfrm>
                <a:off x="2608686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74" name="ph2874"/>
              <p:cNvSpPr/>
              <p:nvPr/>
            </p:nvSpPr>
            <p:spPr>
              <a:xfrm>
                <a:off x="2618070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75" name="ph2875"/>
              <p:cNvSpPr/>
              <p:nvPr/>
            </p:nvSpPr>
            <p:spPr>
              <a:xfrm>
                <a:off x="2627454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76" name="ph2876"/>
              <p:cNvSpPr/>
              <p:nvPr/>
            </p:nvSpPr>
            <p:spPr>
              <a:xfrm>
                <a:off x="2636839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77" name="ph2877"/>
              <p:cNvSpPr/>
              <p:nvPr/>
            </p:nvSpPr>
            <p:spPr>
              <a:xfrm>
                <a:off x="2646223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78" name="ph2878"/>
              <p:cNvSpPr/>
              <p:nvPr/>
            </p:nvSpPr>
            <p:spPr>
              <a:xfrm>
                <a:off x="2740066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79" name="ph2879"/>
              <p:cNvSpPr/>
              <p:nvPr/>
            </p:nvSpPr>
            <p:spPr>
              <a:xfrm>
                <a:off x="2749450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80" name="ph2880"/>
              <p:cNvSpPr/>
              <p:nvPr/>
            </p:nvSpPr>
            <p:spPr>
              <a:xfrm>
                <a:off x="2758834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DC8AC">
                  <a:alpha val="100000"/>
                </a:srgbClr>
              </a:solidFill>
              <a:ln w="5420" cap="flat">
                <a:solidFill>
                  <a:srgbClr val="5D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81" name="ph2881"/>
              <p:cNvSpPr/>
              <p:nvPr/>
            </p:nvSpPr>
            <p:spPr>
              <a:xfrm>
                <a:off x="2768219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82" name="ph2882"/>
              <p:cNvSpPr/>
              <p:nvPr/>
            </p:nvSpPr>
            <p:spPr>
              <a:xfrm>
                <a:off x="2777603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83" name="ph2883"/>
              <p:cNvSpPr/>
              <p:nvPr/>
            </p:nvSpPr>
            <p:spPr>
              <a:xfrm>
                <a:off x="2786987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84" name="ph2884"/>
              <p:cNvSpPr/>
              <p:nvPr/>
            </p:nvSpPr>
            <p:spPr>
              <a:xfrm>
                <a:off x="2796371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85" name="ph2885"/>
              <p:cNvSpPr/>
              <p:nvPr/>
            </p:nvSpPr>
            <p:spPr>
              <a:xfrm>
                <a:off x="2937135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86" name="ph2886"/>
              <p:cNvSpPr/>
              <p:nvPr/>
            </p:nvSpPr>
            <p:spPr>
              <a:xfrm>
                <a:off x="2946520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BC5AC">
                  <a:alpha val="100000"/>
                </a:srgbClr>
              </a:solidFill>
              <a:ln w="5420" cap="flat">
                <a:solidFill>
                  <a:srgbClr val="5B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87" name="ph2887"/>
              <p:cNvSpPr/>
              <p:nvPr/>
            </p:nvSpPr>
            <p:spPr>
              <a:xfrm>
                <a:off x="2955904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88" name="ph2888"/>
              <p:cNvSpPr/>
              <p:nvPr/>
            </p:nvSpPr>
            <p:spPr>
              <a:xfrm>
                <a:off x="2965288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89" name="ph2889"/>
              <p:cNvSpPr/>
              <p:nvPr/>
            </p:nvSpPr>
            <p:spPr>
              <a:xfrm>
                <a:off x="2974673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90" name="ph2890"/>
              <p:cNvSpPr/>
              <p:nvPr/>
            </p:nvSpPr>
            <p:spPr>
              <a:xfrm>
                <a:off x="1754717" y="2463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6D9BB">
                  <a:alpha val="100000"/>
                </a:srgbClr>
              </a:solidFill>
              <a:ln w="5420" cap="flat">
                <a:solidFill>
                  <a:srgbClr val="86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91" name="ph2891"/>
              <p:cNvSpPr/>
              <p:nvPr/>
            </p:nvSpPr>
            <p:spPr>
              <a:xfrm>
                <a:off x="1764101" y="2463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9DABC">
                  <a:alpha val="100000"/>
                </a:srgbClr>
              </a:solidFill>
              <a:ln w="5420" cap="flat">
                <a:solidFill>
                  <a:srgbClr val="89DA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92" name="ph2892"/>
              <p:cNvSpPr/>
              <p:nvPr/>
            </p:nvSpPr>
            <p:spPr>
              <a:xfrm>
                <a:off x="1773486" y="2463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BDABD">
                  <a:alpha val="100000"/>
                </a:srgbClr>
              </a:solidFill>
              <a:ln w="5420" cap="flat">
                <a:solidFill>
                  <a:srgbClr val="8BDAB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93" name="ph2893"/>
              <p:cNvSpPr/>
              <p:nvPr/>
            </p:nvSpPr>
            <p:spPr>
              <a:xfrm>
                <a:off x="1782870" y="2463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BDABD">
                  <a:alpha val="100000"/>
                </a:srgbClr>
              </a:solidFill>
              <a:ln w="5420" cap="flat">
                <a:solidFill>
                  <a:srgbClr val="8BDAB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94" name="ph2894"/>
              <p:cNvSpPr/>
              <p:nvPr/>
            </p:nvSpPr>
            <p:spPr>
              <a:xfrm>
                <a:off x="1792254" y="2463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ADABC">
                  <a:alpha val="100000"/>
                </a:srgbClr>
              </a:solidFill>
              <a:ln w="5420" cap="flat">
                <a:solidFill>
                  <a:srgbClr val="8ADA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95" name="ph2895"/>
              <p:cNvSpPr/>
              <p:nvPr/>
            </p:nvSpPr>
            <p:spPr>
              <a:xfrm>
                <a:off x="1801639" y="2463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7D9BB">
                  <a:alpha val="100000"/>
                </a:srgbClr>
              </a:solidFill>
              <a:ln w="5420" cap="flat">
                <a:solidFill>
                  <a:srgbClr val="87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96" name="ph2896"/>
              <p:cNvSpPr/>
              <p:nvPr/>
            </p:nvSpPr>
            <p:spPr>
              <a:xfrm>
                <a:off x="1811023" y="2463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2D8B9">
                  <a:alpha val="100000"/>
                </a:srgbClr>
              </a:solidFill>
              <a:ln w="5420" cap="flat">
                <a:solidFill>
                  <a:srgbClr val="82D8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97" name="ph2897"/>
              <p:cNvSpPr/>
              <p:nvPr/>
            </p:nvSpPr>
            <p:spPr>
              <a:xfrm>
                <a:off x="1820407" y="2463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ED6B7">
                  <a:alpha val="100000"/>
                </a:srgbClr>
              </a:solidFill>
              <a:ln w="5420" cap="flat">
                <a:solidFill>
                  <a:srgbClr val="7E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98" name="ph2898"/>
              <p:cNvSpPr/>
              <p:nvPr/>
            </p:nvSpPr>
            <p:spPr>
              <a:xfrm>
                <a:off x="1829791" y="2463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99" name="ph2899"/>
              <p:cNvSpPr/>
              <p:nvPr/>
            </p:nvSpPr>
            <p:spPr>
              <a:xfrm>
                <a:off x="1839176" y="2463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00" name="ph2900"/>
              <p:cNvSpPr/>
              <p:nvPr/>
            </p:nvSpPr>
            <p:spPr>
              <a:xfrm>
                <a:off x="1848560" y="2463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01" name="ph2901"/>
              <p:cNvSpPr/>
              <p:nvPr/>
            </p:nvSpPr>
            <p:spPr>
              <a:xfrm>
                <a:off x="1857944" y="2463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02" name="ph2902"/>
              <p:cNvSpPr/>
              <p:nvPr/>
            </p:nvSpPr>
            <p:spPr>
              <a:xfrm>
                <a:off x="1951787" y="2463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DD2B1">
                  <a:alpha val="100000"/>
                </a:srgbClr>
              </a:solidFill>
              <a:ln w="5420" cap="flat">
                <a:solidFill>
                  <a:srgbClr val="6D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03" name="ph2903"/>
              <p:cNvSpPr/>
              <p:nvPr/>
            </p:nvSpPr>
            <p:spPr>
              <a:xfrm>
                <a:off x="1961171" y="2463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DD2B1">
                  <a:alpha val="100000"/>
                </a:srgbClr>
              </a:solidFill>
              <a:ln w="5420" cap="flat">
                <a:solidFill>
                  <a:srgbClr val="6D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04" name="ph2904"/>
              <p:cNvSpPr/>
              <p:nvPr/>
            </p:nvSpPr>
            <p:spPr>
              <a:xfrm>
                <a:off x="1970555" y="2463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05" name="ph2905"/>
              <p:cNvSpPr/>
              <p:nvPr/>
            </p:nvSpPr>
            <p:spPr>
              <a:xfrm>
                <a:off x="1979940" y="2463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FD2B1">
                  <a:alpha val="100000"/>
                </a:srgbClr>
              </a:solidFill>
              <a:ln w="5420" cap="flat">
                <a:solidFill>
                  <a:srgbClr val="6F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06" name="ph2906"/>
              <p:cNvSpPr/>
              <p:nvPr/>
            </p:nvSpPr>
            <p:spPr>
              <a:xfrm>
                <a:off x="1989324" y="2463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07" name="ph2907"/>
              <p:cNvSpPr/>
              <p:nvPr/>
            </p:nvSpPr>
            <p:spPr>
              <a:xfrm>
                <a:off x="1998708" y="2463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08" name="ph2908"/>
              <p:cNvSpPr/>
              <p:nvPr/>
            </p:nvSpPr>
            <p:spPr>
              <a:xfrm>
                <a:off x="2008093" y="2463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09" name="ph2909"/>
              <p:cNvSpPr/>
              <p:nvPr/>
            </p:nvSpPr>
            <p:spPr>
              <a:xfrm>
                <a:off x="2017477" y="2463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10" name="ph2910"/>
              <p:cNvSpPr/>
              <p:nvPr/>
            </p:nvSpPr>
            <p:spPr>
              <a:xfrm>
                <a:off x="2026861" y="2463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9D5B5">
                  <a:alpha val="100000"/>
                </a:srgbClr>
              </a:solidFill>
              <a:ln w="5420" cap="flat">
                <a:solidFill>
                  <a:srgbClr val="79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11" name="ph2911"/>
              <p:cNvSpPr/>
              <p:nvPr/>
            </p:nvSpPr>
            <p:spPr>
              <a:xfrm>
                <a:off x="2036245" y="2463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ED6B7">
                  <a:alpha val="100000"/>
                </a:srgbClr>
              </a:solidFill>
              <a:ln w="5420" cap="flat">
                <a:solidFill>
                  <a:srgbClr val="7E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12" name="ph2912"/>
              <p:cNvSpPr/>
              <p:nvPr/>
            </p:nvSpPr>
            <p:spPr>
              <a:xfrm>
                <a:off x="2055014" y="2463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0D7B9">
                  <a:alpha val="100000"/>
                </a:srgbClr>
              </a:solidFill>
              <a:ln w="5420" cap="flat">
                <a:solidFill>
                  <a:srgbClr val="80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13" name="ph2913"/>
              <p:cNvSpPr/>
              <p:nvPr/>
            </p:nvSpPr>
            <p:spPr>
              <a:xfrm>
                <a:off x="2064398" y="2463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DD6B7">
                  <a:alpha val="100000"/>
                </a:srgbClr>
              </a:solidFill>
              <a:ln w="5420" cap="flat">
                <a:solidFill>
                  <a:srgbClr val="7D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14" name="ph2914"/>
              <p:cNvSpPr/>
              <p:nvPr/>
            </p:nvSpPr>
            <p:spPr>
              <a:xfrm>
                <a:off x="2073782" y="2463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15" name="ph2915"/>
              <p:cNvSpPr/>
              <p:nvPr/>
            </p:nvSpPr>
            <p:spPr>
              <a:xfrm>
                <a:off x="2083167" y="2463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AD1B0">
                  <a:alpha val="100000"/>
                </a:srgbClr>
              </a:solidFill>
              <a:ln w="5420" cap="flat">
                <a:solidFill>
                  <a:srgbClr val="6A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16" name="ph2916"/>
              <p:cNvSpPr/>
              <p:nvPr/>
            </p:nvSpPr>
            <p:spPr>
              <a:xfrm>
                <a:off x="2092551" y="2463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17" name="ph2917"/>
              <p:cNvSpPr/>
              <p:nvPr/>
            </p:nvSpPr>
            <p:spPr>
              <a:xfrm>
                <a:off x="2101935" y="2463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18" name="ph2918"/>
              <p:cNvSpPr/>
              <p:nvPr/>
            </p:nvSpPr>
            <p:spPr>
              <a:xfrm>
                <a:off x="2111320" y="2463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19" name="ph2919"/>
              <p:cNvSpPr/>
              <p:nvPr/>
            </p:nvSpPr>
            <p:spPr>
              <a:xfrm>
                <a:off x="2120704" y="2463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20" name="ph2920"/>
              <p:cNvSpPr/>
              <p:nvPr/>
            </p:nvSpPr>
            <p:spPr>
              <a:xfrm>
                <a:off x="2139472" y="2463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21" name="ph2921"/>
              <p:cNvSpPr/>
              <p:nvPr/>
            </p:nvSpPr>
            <p:spPr>
              <a:xfrm>
                <a:off x="2148857" y="2463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22" name="ph2922"/>
              <p:cNvSpPr/>
              <p:nvPr/>
            </p:nvSpPr>
            <p:spPr>
              <a:xfrm>
                <a:off x="2158241" y="2463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23" name="ph2923"/>
              <p:cNvSpPr/>
              <p:nvPr/>
            </p:nvSpPr>
            <p:spPr>
              <a:xfrm>
                <a:off x="2167625" y="2463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24" name="ph2924"/>
              <p:cNvSpPr/>
              <p:nvPr/>
            </p:nvSpPr>
            <p:spPr>
              <a:xfrm>
                <a:off x="2177009" y="2463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7D0AE">
                  <a:alpha val="100000"/>
                </a:srgbClr>
              </a:solidFill>
              <a:ln w="5420" cap="flat">
                <a:solidFill>
                  <a:srgbClr val="67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25" name="ph2925"/>
              <p:cNvSpPr/>
              <p:nvPr/>
            </p:nvSpPr>
            <p:spPr>
              <a:xfrm>
                <a:off x="2186394" y="2463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9D0AF">
                  <a:alpha val="100000"/>
                </a:srgbClr>
              </a:solidFill>
              <a:ln w="5420" cap="flat">
                <a:solidFill>
                  <a:srgbClr val="69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26" name="ph2926"/>
              <p:cNvSpPr/>
              <p:nvPr/>
            </p:nvSpPr>
            <p:spPr>
              <a:xfrm>
                <a:off x="2195778" y="2463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AD1B0">
                  <a:alpha val="100000"/>
                </a:srgbClr>
              </a:solidFill>
              <a:ln w="5420" cap="flat">
                <a:solidFill>
                  <a:srgbClr val="6A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27" name="ph2927"/>
              <p:cNvSpPr/>
              <p:nvPr/>
            </p:nvSpPr>
            <p:spPr>
              <a:xfrm>
                <a:off x="2205162" y="2463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AD1B0">
                  <a:alpha val="100000"/>
                </a:srgbClr>
              </a:solidFill>
              <a:ln w="5420" cap="flat">
                <a:solidFill>
                  <a:srgbClr val="6A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28" name="ph2928"/>
              <p:cNvSpPr/>
              <p:nvPr/>
            </p:nvSpPr>
            <p:spPr>
              <a:xfrm>
                <a:off x="2214547" y="2463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CD1B0">
                  <a:alpha val="100000"/>
                </a:srgbClr>
              </a:solidFill>
              <a:ln w="5420" cap="flat">
                <a:solidFill>
                  <a:srgbClr val="6C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29" name="ph2929"/>
              <p:cNvSpPr/>
              <p:nvPr/>
            </p:nvSpPr>
            <p:spPr>
              <a:xfrm>
                <a:off x="2223931" y="2463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30" name="ph2930"/>
              <p:cNvSpPr/>
              <p:nvPr/>
            </p:nvSpPr>
            <p:spPr>
              <a:xfrm>
                <a:off x="2233315" y="2463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BD5B6">
                  <a:alpha val="100000"/>
                </a:srgbClr>
              </a:solidFill>
              <a:ln w="5420" cap="flat">
                <a:solidFill>
                  <a:srgbClr val="7B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31" name="ph2931"/>
              <p:cNvSpPr/>
              <p:nvPr/>
            </p:nvSpPr>
            <p:spPr>
              <a:xfrm>
                <a:off x="2242699" y="2463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DD6B7">
                  <a:alpha val="100000"/>
                </a:srgbClr>
              </a:solidFill>
              <a:ln w="5420" cap="flat">
                <a:solidFill>
                  <a:srgbClr val="7D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32" name="ph2932"/>
              <p:cNvSpPr/>
              <p:nvPr/>
            </p:nvSpPr>
            <p:spPr>
              <a:xfrm>
                <a:off x="2252084" y="2463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DD6B7">
                  <a:alpha val="100000"/>
                </a:srgbClr>
              </a:solidFill>
              <a:ln w="5420" cap="flat">
                <a:solidFill>
                  <a:srgbClr val="7D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33" name="ph2933"/>
              <p:cNvSpPr/>
              <p:nvPr/>
            </p:nvSpPr>
            <p:spPr>
              <a:xfrm>
                <a:off x="2261468" y="2463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CD6B7">
                  <a:alpha val="100000"/>
                </a:srgbClr>
              </a:solidFill>
              <a:ln w="5420" cap="flat">
                <a:solidFill>
                  <a:srgbClr val="7C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34" name="ph2934"/>
              <p:cNvSpPr/>
              <p:nvPr/>
            </p:nvSpPr>
            <p:spPr>
              <a:xfrm>
                <a:off x="2270852" y="2463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35" name="ph2935"/>
              <p:cNvSpPr/>
              <p:nvPr/>
            </p:nvSpPr>
            <p:spPr>
              <a:xfrm>
                <a:off x="2280236" y="2463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9D5B5">
                  <a:alpha val="100000"/>
                </a:srgbClr>
              </a:solidFill>
              <a:ln w="5420" cap="flat">
                <a:solidFill>
                  <a:srgbClr val="79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36" name="ph2936"/>
              <p:cNvSpPr/>
              <p:nvPr/>
            </p:nvSpPr>
            <p:spPr>
              <a:xfrm>
                <a:off x="2289621" y="2463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37" name="ph2937"/>
              <p:cNvSpPr/>
              <p:nvPr/>
            </p:nvSpPr>
            <p:spPr>
              <a:xfrm>
                <a:off x="2599302" y="2463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38" name="ph2938"/>
              <p:cNvSpPr/>
              <p:nvPr/>
            </p:nvSpPr>
            <p:spPr>
              <a:xfrm>
                <a:off x="2749450" y="2463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39" name="ph2939"/>
              <p:cNvSpPr/>
              <p:nvPr/>
            </p:nvSpPr>
            <p:spPr>
              <a:xfrm>
                <a:off x="2758834" y="2463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40" name="ph2940"/>
              <p:cNvSpPr/>
              <p:nvPr/>
            </p:nvSpPr>
            <p:spPr>
              <a:xfrm>
                <a:off x="2768219" y="2463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41" name="ph2941"/>
              <p:cNvSpPr/>
              <p:nvPr/>
            </p:nvSpPr>
            <p:spPr>
              <a:xfrm>
                <a:off x="2777603" y="2463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42" name="ph2942"/>
              <p:cNvSpPr/>
              <p:nvPr/>
            </p:nvSpPr>
            <p:spPr>
              <a:xfrm>
                <a:off x="2786987" y="2463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43" name="ph2943"/>
              <p:cNvSpPr/>
              <p:nvPr/>
            </p:nvSpPr>
            <p:spPr>
              <a:xfrm>
                <a:off x="2796371" y="2463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44" name="ph2944"/>
              <p:cNvSpPr/>
              <p:nvPr/>
            </p:nvSpPr>
            <p:spPr>
              <a:xfrm>
                <a:off x="2805756" y="2463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45" name="ph2945"/>
              <p:cNvSpPr/>
              <p:nvPr/>
            </p:nvSpPr>
            <p:spPr>
              <a:xfrm>
                <a:off x="2937135" y="2463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46" name="ph2946"/>
              <p:cNvSpPr/>
              <p:nvPr/>
            </p:nvSpPr>
            <p:spPr>
              <a:xfrm>
                <a:off x="2946520" y="2463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47" name="ph2947"/>
              <p:cNvSpPr/>
              <p:nvPr/>
            </p:nvSpPr>
            <p:spPr>
              <a:xfrm>
                <a:off x="2955904" y="2463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48" name="ph2948"/>
              <p:cNvSpPr/>
              <p:nvPr/>
            </p:nvSpPr>
            <p:spPr>
              <a:xfrm>
                <a:off x="2965288" y="2463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49" name="ph2949"/>
              <p:cNvSpPr/>
              <p:nvPr/>
            </p:nvSpPr>
            <p:spPr>
              <a:xfrm>
                <a:off x="2974673" y="2463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50" name="ph2950"/>
              <p:cNvSpPr/>
              <p:nvPr/>
            </p:nvSpPr>
            <p:spPr>
              <a:xfrm>
                <a:off x="1745333" y="2474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9D5B6">
                  <a:alpha val="100000"/>
                </a:srgbClr>
              </a:solidFill>
              <a:ln w="5420" cap="flat">
                <a:solidFill>
                  <a:srgbClr val="79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51" name="ph2951"/>
              <p:cNvSpPr/>
              <p:nvPr/>
            </p:nvSpPr>
            <p:spPr>
              <a:xfrm>
                <a:off x="1754717" y="2474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2D7B9">
                  <a:alpha val="100000"/>
                </a:srgbClr>
              </a:solidFill>
              <a:ln w="5420" cap="flat">
                <a:solidFill>
                  <a:srgbClr val="82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52" name="ph2952"/>
              <p:cNvSpPr/>
              <p:nvPr/>
            </p:nvSpPr>
            <p:spPr>
              <a:xfrm>
                <a:off x="1764101" y="2474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5D8BA">
                  <a:alpha val="100000"/>
                </a:srgbClr>
              </a:solidFill>
              <a:ln w="5420" cap="flat">
                <a:solidFill>
                  <a:srgbClr val="85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53" name="ph2953"/>
              <p:cNvSpPr/>
              <p:nvPr/>
            </p:nvSpPr>
            <p:spPr>
              <a:xfrm>
                <a:off x="1773486" y="2474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7D9BB">
                  <a:alpha val="100000"/>
                </a:srgbClr>
              </a:solidFill>
              <a:ln w="5420" cap="flat">
                <a:solidFill>
                  <a:srgbClr val="87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54" name="ph2954"/>
              <p:cNvSpPr/>
              <p:nvPr/>
            </p:nvSpPr>
            <p:spPr>
              <a:xfrm>
                <a:off x="1782870" y="2474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7D9BB">
                  <a:alpha val="100000"/>
                </a:srgbClr>
              </a:solidFill>
              <a:ln w="5420" cap="flat">
                <a:solidFill>
                  <a:srgbClr val="87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55" name="ph2955"/>
              <p:cNvSpPr/>
              <p:nvPr/>
            </p:nvSpPr>
            <p:spPr>
              <a:xfrm>
                <a:off x="1792254" y="2474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6D9BB">
                  <a:alpha val="100000"/>
                </a:srgbClr>
              </a:solidFill>
              <a:ln w="5420" cap="flat">
                <a:solidFill>
                  <a:srgbClr val="86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56" name="ph2956"/>
              <p:cNvSpPr/>
              <p:nvPr/>
            </p:nvSpPr>
            <p:spPr>
              <a:xfrm>
                <a:off x="1801639" y="2474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3D8BA">
                  <a:alpha val="100000"/>
                </a:srgbClr>
              </a:solidFill>
              <a:ln w="5420" cap="flat">
                <a:solidFill>
                  <a:srgbClr val="83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57" name="ph2957"/>
              <p:cNvSpPr/>
              <p:nvPr/>
            </p:nvSpPr>
            <p:spPr>
              <a:xfrm>
                <a:off x="1811023" y="2474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0D7B8">
                  <a:alpha val="100000"/>
                </a:srgbClr>
              </a:solidFill>
              <a:ln w="5420" cap="flat">
                <a:solidFill>
                  <a:srgbClr val="80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58" name="ph2958"/>
              <p:cNvSpPr/>
              <p:nvPr/>
            </p:nvSpPr>
            <p:spPr>
              <a:xfrm>
                <a:off x="1820407" y="2474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CD6B7">
                  <a:alpha val="100000"/>
                </a:srgbClr>
              </a:solidFill>
              <a:ln w="5420" cap="flat">
                <a:solidFill>
                  <a:srgbClr val="7C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59" name="ph2959"/>
              <p:cNvSpPr/>
              <p:nvPr/>
            </p:nvSpPr>
            <p:spPr>
              <a:xfrm>
                <a:off x="1829791" y="2474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9D5B6">
                  <a:alpha val="100000"/>
                </a:srgbClr>
              </a:solidFill>
              <a:ln w="5420" cap="flat">
                <a:solidFill>
                  <a:srgbClr val="79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60" name="ph2960"/>
              <p:cNvSpPr/>
              <p:nvPr/>
            </p:nvSpPr>
            <p:spPr>
              <a:xfrm>
                <a:off x="1998708" y="2474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61" name="ph2961"/>
              <p:cNvSpPr/>
              <p:nvPr/>
            </p:nvSpPr>
            <p:spPr>
              <a:xfrm>
                <a:off x="2008093" y="2474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62" name="ph2962"/>
              <p:cNvSpPr/>
              <p:nvPr/>
            </p:nvSpPr>
            <p:spPr>
              <a:xfrm>
                <a:off x="2064398" y="2474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BD5B6">
                  <a:alpha val="100000"/>
                </a:srgbClr>
              </a:solidFill>
              <a:ln w="5420" cap="flat">
                <a:solidFill>
                  <a:srgbClr val="7B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63" name="ph2963"/>
              <p:cNvSpPr/>
              <p:nvPr/>
            </p:nvSpPr>
            <p:spPr>
              <a:xfrm>
                <a:off x="2073782" y="2474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64" name="ph2964"/>
              <p:cNvSpPr/>
              <p:nvPr/>
            </p:nvSpPr>
            <p:spPr>
              <a:xfrm>
                <a:off x="2083167" y="2474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65" name="ph2965"/>
              <p:cNvSpPr/>
              <p:nvPr/>
            </p:nvSpPr>
            <p:spPr>
              <a:xfrm>
                <a:off x="2092551" y="2474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66" name="ph2966"/>
              <p:cNvSpPr/>
              <p:nvPr/>
            </p:nvSpPr>
            <p:spPr>
              <a:xfrm>
                <a:off x="2101935" y="2474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67" name="ph2967"/>
              <p:cNvSpPr/>
              <p:nvPr/>
            </p:nvSpPr>
            <p:spPr>
              <a:xfrm>
                <a:off x="2111320" y="2474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68" name="ph2968"/>
              <p:cNvSpPr/>
              <p:nvPr/>
            </p:nvSpPr>
            <p:spPr>
              <a:xfrm>
                <a:off x="2120704" y="2474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69" name="ph2969"/>
              <p:cNvSpPr/>
              <p:nvPr/>
            </p:nvSpPr>
            <p:spPr>
              <a:xfrm>
                <a:off x="2130088" y="2474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70" name="ph2970"/>
              <p:cNvSpPr/>
              <p:nvPr/>
            </p:nvSpPr>
            <p:spPr>
              <a:xfrm>
                <a:off x="2139472" y="2474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71" name="ph2971"/>
              <p:cNvSpPr/>
              <p:nvPr/>
            </p:nvSpPr>
            <p:spPr>
              <a:xfrm>
                <a:off x="2148857" y="2474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72" name="ph2972"/>
              <p:cNvSpPr/>
              <p:nvPr/>
            </p:nvSpPr>
            <p:spPr>
              <a:xfrm>
                <a:off x="2158241" y="2474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73" name="ph2973"/>
              <p:cNvSpPr/>
              <p:nvPr/>
            </p:nvSpPr>
            <p:spPr>
              <a:xfrm>
                <a:off x="2167625" y="2474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74" name="ph2974"/>
              <p:cNvSpPr/>
              <p:nvPr/>
            </p:nvSpPr>
            <p:spPr>
              <a:xfrm>
                <a:off x="2177009" y="2474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75" name="ph2975"/>
              <p:cNvSpPr/>
              <p:nvPr/>
            </p:nvSpPr>
            <p:spPr>
              <a:xfrm>
                <a:off x="2186394" y="2474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8D0AF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76" name="ph2976"/>
              <p:cNvSpPr/>
              <p:nvPr/>
            </p:nvSpPr>
            <p:spPr>
              <a:xfrm>
                <a:off x="2195778" y="2474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AD1B0">
                  <a:alpha val="100000"/>
                </a:srgbClr>
              </a:solidFill>
              <a:ln w="5420" cap="flat">
                <a:solidFill>
                  <a:srgbClr val="6A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77" name="ph2977"/>
              <p:cNvSpPr/>
              <p:nvPr/>
            </p:nvSpPr>
            <p:spPr>
              <a:xfrm>
                <a:off x="2205162" y="2474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AD1B0">
                  <a:alpha val="100000"/>
                </a:srgbClr>
              </a:solidFill>
              <a:ln w="5420" cap="flat">
                <a:solidFill>
                  <a:srgbClr val="6A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78" name="ph2978"/>
              <p:cNvSpPr/>
              <p:nvPr/>
            </p:nvSpPr>
            <p:spPr>
              <a:xfrm>
                <a:off x="2214547" y="2474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CD1B0">
                  <a:alpha val="100000"/>
                </a:srgbClr>
              </a:solidFill>
              <a:ln w="5420" cap="flat">
                <a:solidFill>
                  <a:srgbClr val="6C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79" name="ph2979"/>
              <p:cNvSpPr/>
              <p:nvPr/>
            </p:nvSpPr>
            <p:spPr>
              <a:xfrm>
                <a:off x="2223931" y="2474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80" name="ph2980"/>
              <p:cNvSpPr/>
              <p:nvPr/>
            </p:nvSpPr>
            <p:spPr>
              <a:xfrm>
                <a:off x="2233315" y="2474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81" name="ph2981"/>
              <p:cNvSpPr/>
              <p:nvPr/>
            </p:nvSpPr>
            <p:spPr>
              <a:xfrm>
                <a:off x="2242699" y="2474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8D5B5">
                  <a:alpha val="100000"/>
                </a:srgbClr>
              </a:solidFill>
              <a:ln w="5420" cap="flat">
                <a:solidFill>
                  <a:srgbClr val="78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82" name="ph2982"/>
              <p:cNvSpPr/>
              <p:nvPr/>
            </p:nvSpPr>
            <p:spPr>
              <a:xfrm>
                <a:off x="2252084" y="2474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9D5B6">
                  <a:alpha val="100000"/>
                </a:srgbClr>
              </a:solidFill>
              <a:ln w="5420" cap="flat">
                <a:solidFill>
                  <a:srgbClr val="79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83" name="ph2983"/>
              <p:cNvSpPr/>
              <p:nvPr/>
            </p:nvSpPr>
            <p:spPr>
              <a:xfrm>
                <a:off x="2261468" y="2474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9D5B5">
                  <a:alpha val="100000"/>
                </a:srgbClr>
              </a:solidFill>
              <a:ln w="5420" cap="flat">
                <a:solidFill>
                  <a:srgbClr val="79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84" name="ph2984"/>
              <p:cNvSpPr/>
              <p:nvPr/>
            </p:nvSpPr>
            <p:spPr>
              <a:xfrm>
                <a:off x="2270852" y="2474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8D5B5">
                  <a:alpha val="100000"/>
                </a:srgbClr>
              </a:solidFill>
              <a:ln w="5420" cap="flat">
                <a:solidFill>
                  <a:srgbClr val="78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85" name="ph2985"/>
              <p:cNvSpPr/>
              <p:nvPr/>
            </p:nvSpPr>
            <p:spPr>
              <a:xfrm>
                <a:off x="2280236" y="2474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86" name="ph2986"/>
              <p:cNvSpPr/>
              <p:nvPr/>
            </p:nvSpPr>
            <p:spPr>
              <a:xfrm>
                <a:off x="2289621" y="2474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5D4B4">
                  <a:alpha val="100000"/>
                </a:srgbClr>
              </a:solidFill>
              <a:ln w="5420" cap="flat">
                <a:solidFill>
                  <a:srgbClr val="75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87" name="ph2987"/>
              <p:cNvSpPr/>
              <p:nvPr/>
            </p:nvSpPr>
            <p:spPr>
              <a:xfrm>
                <a:off x="2299005" y="2474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4D3B3">
                  <a:alpha val="100000"/>
                </a:srgbClr>
              </a:solidFill>
              <a:ln w="5420" cap="flat">
                <a:solidFill>
                  <a:srgbClr val="74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88" name="ph2988"/>
              <p:cNvSpPr/>
              <p:nvPr/>
            </p:nvSpPr>
            <p:spPr>
              <a:xfrm>
                <a:off x="2758834" y="2474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89" name="ph2989"/>
              <p:cNvSpPr/>
              <p:nvPr/>
            </p:nvSpPr>
            <p:spPr>
              <a:xfrm>
                <a:off x="2768219" y="2474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90" name="ph2990"/>
              <p:cNvSpPr/>
              <p:nvPr/>
            </p:nvSpPr>
            <p:spPr>
              <a:xfrm>
                <a:off x="2777603" y="2474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91" name="ph2991"/>
              <p:cNvSpPr/>
              <p:nvPr/>
            </p:nvSpPr>
            <p:spPr>
              <a:xfrm>
                <a:off x="2786987" y="2474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92" name="ph2992"/>
              <p:cNvSpPr/>
              <p:nvPr/>
            </p:nvSpPr>
            <p:spPr>
              <a:xfrm>
                <a:off x="2796371" y="2474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93" name="ph2993"/>
              <p:cNvSpPr/>
              <p:nvPr/>
            </p:nvSpPr>
            <p:spPr>
              <a:xfrm>
                <a:off x="2805756" y="2474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94" name="ph2994"/>
              <p:cNvSpPr/>
              <p:nvPr/>
            </p:nvSpPr>
            <p:spPr>
              <a:xfrm>
                <a:off x="2815140" y="2474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95" name="ph2995"/>
              <p:cNvSpPr/>
              <p:nvPr/>
            </p:nvSpPr>
            <p:spPr>
              <a:xfrm>
                <a:off x="2946520" y="2474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96" name="ph2996"/>
              <p:cNvSpPr/>
              <p:nvPr/>
            </p:nvSpPr>
            <p:spPr>
              <a:xfrm>
                <a:off x="2955904" y="2474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97" name="ph2997"/>
              <p:cNvSpPr/>
              <p:nvPr/>
            </p:nvSpPr>
            <p:spPr>
              <a:xfrm>
                <a:off x="2965288" y="2474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98" name="ph2998"/>
              <p:cNvSpPr/>
              <p:nvPr/>
            </p:nvSpPr>
            <p:spPr>
              <a:xfrm>
                <a:off x="2974673" y="2474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99" name="ph2999"/>
              <p:cNvSpPr/>
              <p:nvPr/>
            </p:nvSpPr>
            <p:spPr>
              <a:xfrm>
                <a:off x="2984057" y="2474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00" name="ph3000"/>
              <p:cNvSpPr/>
              <p:nvPr/>
            </p:nvSpPr>
            <p:spPr>
              <a:xfrm>
                <a:off x="1745333" y="248628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4D3B4">
                  <a:alpha val="100000"/>
                </a:srgbClr>
              </a:solidFill>
              <a:ln w="5420" cap="flat">
                <a:solidFill>
                  <a:srgbClr val="74D3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01" name="ph3001"/>
              <p:cNvSpPr/>
              <p:nvPr/>
            </p:nvSpPr>
            <p:spPr>
              <a:xfrm>
                <a:off x="1754717" y="248628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DD6B7">
                  <a:alpha val="100000"/>
                </a:srgbClr>
              </a:solidFill>
              <a:ln w="5420" cap="flat">
                <a:solidFill>
                  <a:srgbClr val="7D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02" name="ph3002"/>
              <p:cNvSpPr/>
              <p:nvPr/>
            </p:nvSpPr>
            <p:spPr>
              <a:xfrm>
                <a:off x="1764101" y="248628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0D7B8">
                  <a:alpha val="100000"/>
                </a:srgbClr>
              </a:solidFill>
              <a:ln w="5420" cap="flat">
                <a:solidFill>
                  <a:srgbClr val="80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03" name="ph3003"/>
              <p:cNvSpPr/>
              <p:nvPr/>
            </p:nvSpPr>
            <p:spPr>
              <a:xfrm>
                <a:off x="1773486" y="248628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2D7B9">
                  <a:alpha val="100000"/>
                </a:srgbClr>
              </a:solidFill>
              <a:ln w="5420" cap="flat">
                <a:solidFill>
                  <a:srgbClr val="82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04" name="ph3004"/>
              <p:cNvSpPr/>
              <p:nvPr/>
            </p:nvSpPr>
            <p:spPr>
              <a:xfrm>
                <a:off x="1782870" y="248628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2D8B9">
                  <a:alpha val="100000"/>
                </a:srgbClr>
              </a:solidFill>
              <a:ln w="5420" cap="flat">
                <a:solidFill>
                  <a:srgbClr val="82D8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05" name="ph3005"/>
              <p:cNvSpPr/>
              <p:nvPr/>
            </p:nvSpPr>
            <p:spPr>
              <a:xfrm>
                <a:off x="1792254" y="248628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1D7B9">
                  <a:alpha val="100000"/>
                </a:srgbClr>
              </a:solidFill>
              <a:ln w="5420" cap="flat">
                <a:solidFill>
                  <a:srgbClr val="81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06" name="ph3006"/>
              <p:cNvSpPr/>
              <p:nvPr/>
            </p:nvSpPr>
            <p:spPr>
              <a:xfrm>
                <a:off x="1801639" y="248628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0D7B8">
                  <a:alpha val="100000"/>
                </a:srgbClr>
              </a:solidFill>
              <a:ln w="5420" cap="flat">
                <a:solidFill>
                  <a:srgbClr val="80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07" name="ph3007"/>
              <p:cNvSpPr/>
              <p:nvPr/>
            </p:nvSpPr>
            <p:spPr>
              <a:xfrm>
                <a:off x="1811023" y="248628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ED6B7">
                  <a:alpha val="100000"/>
                </a:srgbClr>
              </a:solidFill>
              <a:ln w="5420" cap="flat">
                <a:solidFill>
                  <a:srgbClr val="7E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08" name="ph3008"/>
              <p:cNvSpPr/>
              <p:nvPr/>
            </p:nvSpPr>
            <p:spPr>
              <a:xfrm>
                <a:off x="2073782" y="248628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DD1B1">
                  <a:alpha val="100000"/>
                </a:srgbClr>
              </a:solidFill>
              <a:ln w="5420" cap="flat">
                <a:solidFill>
                  <a:srgbClr val="6DD1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09" name="ph3009"/>
              <p:cNvSpPr/>
              <p:nvPr/>
            </p:nvSpPr>
            <p:spPr>
              <a:xfrm>
                <a:off x="2083167" y="248628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10" name="ph3010"/>
              <p:cNvSpPr/>
              <p:nvPr/>
            </p:nvSpPr>
            <p:spPr>
              <a:xfrm>
                <a:off x="2092551" y="248628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11" name="ph3011"/>
              <p:cNvSpPr/>
              <p:nvPr/>
            </p:nvSpPr>
            <p:spPr>
              <a:xfrm>
                <a:off x="2101935" y="248628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12" name="ph3012"/>
              <p:cNvSpPr/>
              <p:nvPr/>
            </p:nvSpPr>
            <p:spPr>
              <a:xfrm>
                <a:off x="2111320" y="248628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13" name="ph3013"/>
              <p:cNvSpPr/>
              <p:nvPr/>
            </p:nvSpPr>
            <p:spPr>
              <a:xfrm>
                <a:off x="2120704" y="248628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14" name="ph3014"/>
              <p:cNvSpPr/>
              <p:nvPr/>
            </p:nvSpPr>
            <p:spPr>
              <a:xfrm>
                <a:off x="2130088" y="248628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15" name="ph3015"/>
              <p:cNvSpPr/>
              <p:nvPr/>
            </p:nvSpPr>
            <p:spPr>
              <a:xfrm>
                <a:off x="2139472" y="248628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16" name="ph3016"/>
              <p:cNvSpPr/>
              <p:nvPr/>
            </p:nvSpPr>
            <p:spPr>
              <a:xfrm>
                <a:off x="2148857" y="248628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17" name="ph3017"/>
              <p:cNvSpPr/>
              <p:nvPr/>
            </p:nvSpPr>
            <p:spPr>
              <a:xfrm>
                <a:off x="2158241" y="248628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18" name="ph3018"/>
              <p:cNvSpPr/>
              <p:nvPr/>
            </p:nvSpPr>
            <p:spPr>
              <a:xfrm>
                <a:off x="2167625" y="248628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19" name="ph3019"/>
              <p:cNvSpPr/>
              <p:nvPr/>
            </p:nvSpPr>
            <p:spPr>
              <a:xfrm>
                <a:off x="2177009" y="248628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20" name="ph3020"/>
              <p:cNvSpPr/>
              <p:nvPr/>
            </p:nvSpPr>
            <p:spPr>
              <a:xfrm>
                <a:off x="2186394" y="248628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7D0AE">
                  <a:alpha val="100000"/>
                </a:srgbClr>
              </a:solidFill>
              <a:ln w="5420" cap="flat">
                <a:solidFill>
                  <a:srgbClr val="67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21" name="ph3021"/>
              <p:cNvSpPr/>
              <p:nvPr/>
            </p:nvSpPr>
            <p:spPr>
              <a:xfrm>
                <a:off x="2195778" y="248628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9D0AF">
                  <a:alpha val="100000"/>
                </a:srgbClr>
              </a:solidFill>
              <a:ln w="5420" cap="flat">
                <a:solidFill>
                  <a:srgbClr val="69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22" name="ph3022"/>
              <p:cNvSpPr/>
              <p:nvPr/>
            </p:nvSpPr>
            <p:spPr>
              <a:xfrm>
                <a:off x="2205162" y="248628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AD1B0">
                  <a:alpha val="100000"/>
                </a:srgbClr>
              </a:solidFill>
              <a:ln w="5420" cap="flat">
                <a:solidFill>
                  <a:srgbClr val="6A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23" name="ph3023"/>
              <p:cNvSpPr/>
              <p:nvPr/>
            </p:nvSpPr>
            <p:spPr>
              <a:xfrm>
                <a:off x="2214547" y="248628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CD1B0">
                  <a:alpha val="100000"/>
                </a:srgbClr>
              </a:solidFill>
              <a:ln w="5420" cap="flat">
                <a:solidFill>
                  <a:srgbClr val="6C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24" name="ph3024"/>
              <p:cNvSpPr/>
              <p:nvPr/>
            </p:nvSpPr>
            <p:spPr>
              <a:xfrm>
                <a:off x="2223931" y="248628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1D2B2">
                  <a:alpha val="100000"/>
                </a:srgbClr>
              </a:solidFill>
              <a:ln w="5420" cap="flat">
                <a:solidFill>
                  <a:srgbClr val="71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25" name="ph3025"/>
              <p:cNvSpPr/>
              <p:nvPr/>
            </p:nvSpPr>
            <p:spPr>
              <a:xfrm>
                <a:off x="2233315" y="248628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26" name="ph3026"/>
              <p:cNvSpPr/>
              <p:nvPr/>
            </p:nvSpPr>
            <p:spPr>
              <a:xfrm>
                <a:off x="2242699" y="248628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5D4B4">
                  <a:alpha val="100000"/>
                </a:srgbClr>
              </a:solidFill>
              <a:ln w="5420" cap="flat">
                <a:solidFill>
                  <a:srgbClr val="75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27" name="ph3027"/>
              <p:cNvSpPr/>
              <p:nvPr/>
            </p:nvSpPr>
            <p:spPr>
              <a:xfrm>
                <a:off x="2252084" y="248628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28" name="ph3028"/>
              <p:cNvSpPr/>
              <p:nvPr/>
            </p:nvSpPr>
            <p:spPr>
              <a:xfrm>
                <a:off x="2261468" y="248628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29" name="ph3029"/>
              <p:cNvSpPr/>
              <p:nvPr/>
            </p:nvSpPr>
            <p:spPr>
              <a:xfrm>
                <a:off x="2270852" y="248628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5D4B4">
                  <a:alpha val="100000"/>
                </a:srgbClr>
              </a:solidFill>
              <a:ln w="5420" cap="flat">
                <a:solidFill>
                  <a:srgbClr val="75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30" name="ph3030"/>
              <p:cNvSpPr/>
              <p:nvPr/>
            </p:nvSpPr>
            <p:spPr>
              <a:xfrm>
                <a:off x="2280236" y="248628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5D4B4">
                  <a:alpha val="100000"/>
                </a:srgbClr>
              </a:solidFill>
              <a:ln w="5420" cap="flat">
                <a:solidFill>
                  <a:srgbClr val="75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31" name="ph3031"/>
              <p:cNvSpPr/>
              <p:nvPr/>
            </p:nvSpPr>
            <p:spPr>
              <a:xfrm>
                <a:off x="2289621" y="248628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4D3B3">
                  <a:alpha val="100000"/>
                </a:srgbClr>
              </a:solidFill>
              <a:ln w="5420" cap="flat">
                <a:solidFill>
                  <a:srgbClr val="74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32" name="ph3032"/>
              <p:cNvSpPr/>
              <p:nvPr/>
            </p:nvSpPr>
            <p:spPr>
              <a:xfrm>
                <a:off x="2299005" y="248628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33" name="ph3033"/>
              <p:cNvSpPr/>
              <p:nvPr/>
            </p:nvSpPr>
            <p:spPr>
              <a:xfrm>
                <a:off x="2768219" y="248628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34" name="ph3034"/>
              <p:cNvSpPr/>
              <p:nvPr/>
            </p:nvSpPr>
            <p:spPr>
              <a:xfrm>
                <a:off x="2777603" y="248628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35" name="ph3035"/>
              <p:cNvSpPr/>
              <p:nvPr/>
            </p:nvSpPr>
            <p:spPr>
              <a:xfrm>
                <a:off x="2786987" y="248628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36" name="ph3036"/>
              <p:cNvSpPr/>
              <p:nvPr/>
            </p:nvSpPr>
            <p:spPr>
              <a:xfrm>
                <a:off x="2796371" y="248628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37" name="ph3037"/>
              <p:cNvSpPr/>
              <p:nvPr/>
            </p:nvSpPr>
            <p:spPr>
              <a:xfrm>
                <a:off x="2805756" y="248628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38" name="ph3038"/>
              <p:cNvSpPr/>
              <p:nvPr/>
            </p:nvSpPr>
            <p:spPr>
              <a:xfrm>
                <a:off x="2815140" y="248628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39" name="ph3039"/>
              <p:cNvSpPr/>
              <p:nvPr/>
            </p:nvSpPr>
            <p:spPr>
              <a:xfrm>
                <a:off x="2824524" y="248628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40" name="ph3040"/>
              <p:cNvSpPr/>
              <p:nvPr/>
            </p:nvSpPr>
            <p:spPr>
              <a:xfrm>
                <a:off x="2946520" y="248628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41" name="ph3041"/>
              <p:cNvSpPr/>
              <p:nvPr/>
            </p:nvSpPr>
            <p:spPr>
              <a:xfrm>
                <a:off x="2955904" y="248628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42" name="ph3042"/>
              <p:cNvSpPr/>
              <p:nvPr/>
            </p:nvSpPr>
            <p:spPr>
              <a:xfrm>
                <a:off x="2965288" y="248628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43" name="ph3043"/>
              <p:cNvSpPr/>
              <p:nvPr/>
            </p:nvSpPr>
            <p:spPr>
              <a:xfrm>
                <a:off x="2974673" y="248628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44" name="ph3044"/>
              <p:cNvSpPr/>
              <p:nvPr/>
            </p:nvSpPr>
            <p:spPr>
              <a:xfrm>
                <a:off x="2984057" y="248628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45" name="ph3045"/>
              <p:cNvSpPr/>
              <p:nvPr/>
            </p:nvSpPr>
            <p:spPr>
              <a:xfrm>
                <a:off x="1735949" y="249781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AD1B0">
                  <a:alpha val="100000"/>
                </a:srgbClr>
              </a:solidFill>
              <a:ln w="5420" cap="flat">
                <a:solidFill>
                  <a:srgbClr val="6A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46" name="ph3046"/>
              <p:cNvSpPr/>
              <p:nvPr/>
            </p:nvSpPr>
            <p:spPr>
              <a:xfrm>
                <a:off x="1745333" y="249781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FD2B1">
                  <a:alpha val="100000"/>
                </a:srgbClr>
              </a:solidFill>
              <a:ln w="5420" cap="flat">
                <a:solidFill>
                  <a:srgbClr val="6F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47" name="ph3047"/>
              <p:cNvSpPr/>
              <p:nvPr/>
            </p:nvSpPr>
            <p:spPr>
              <a:xfrm>
                <a:off x="1754717" y="249781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48" name="ph3048"/>
              <p:cNvSpPr/>
              <p:nvPr/>
            </p:nvSpPr>
            <p:spPr>
              <a:xfrm>
                <a:off x="1764101" y="249781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49" name="ph3049"/>
              <p:cNvSpPr/>
              <p:nvPr/>
            </p:nvSpPr>
            <p:spPr>
              <a:xfrm>
                <a:off x="1773486" y="249781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CD6B7">
                  <a:alpha val="100000"/>
                </a:srgbClr>
              </a:solidFill>
              <a:ln w="5420" cap="flat">
                <a:solidFill>
                  <a:srgbClr val="7C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50" name="ph3050"/>
              <p:cNvSpPr/>
              <p:nvPr/>
            </p:nvSpPr>
            <p:spPr>
              <a:xfrm>
                <a:off x="1782870" y="249781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DD6B7">
                  <a:alpha val="100000"/>
                </a:srgbClr>
              </a:solidFill>
              <a:ln w="5420" cap="flat">
                <a:solidFill>
                  <a:srgbClr val="7D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51" name="ph3051"/>
              <p:cNvSpPr/>
              <p:nvPr/>
            </p:nvSpPr>
            <p:spPr>
              <a:xfrm>
                <a:off x="2083167" y="249781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52" name="ph3052"/>
              <p:cNvSpPr/>
              <p:nvPr/>
            </p:nvSpPr>
            <p:spPr>
              <a:xfrm>
                <a:off x="2092551" y="249781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53" name="ph3053"/>
              <p:cNvSpPr/>
              <p:nvPr/>
            </p:nvSpPr>
            <p:spPr>
              <a:xfrm>
                <a:off x="2101935" y="249781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54" name="ph3054"/>
              <p:cNvSpPr/>
              <p:nvPr/>
            </p:nvSpPr>
            <p:spPr>
              <a:xfrm>
                <a:off x="2111320" y="249781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55" name="ph3055"/>
              <p:cNvSpPr/>
              <p:nvPr/>
            </p:nvSpPr>
            <p:spPr>
              <a:xfrm>
                <a:off x="2120704" y="249781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56" name="ph3056"/>
              <p:cNvSpPr/>
              <p:nvPr/>
            </p:nvSpPr>
            <p:spPr>
              <a:xfrm>
                <a:off x="2130088" y="249781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57" name="ph3057"/>
              <p:cNvSpPr/>
              <p:nvPr/>
            </p:nvSpPr>
            <p:spPr>
              <a:xfrm>
                <a:off x="2139472" y="249781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58" name="ph3058"/>
              <p:cNvSpPr/>
              <p:nvPr/>
            </p:nvSpPr>
            <p:spPr>
              <a:xfrm>
                <a:off x="2148857" y="249781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59" name="ph3059"/>
              <p:cNvSpPr/>
              <p:nvPr/>
            </p:nvSpPr>
            <p:spPr>
              <a:xfrm>
                <a:off x="2158241" y="249781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60" name="ph3060"/>
              <p:cNvSpPr/>
              <p:nvPr/>
            </p:nvSpPr>
            <p:spPr>
              <a:xfrm>
                <a:off x="2167625" y="249781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61" name="ph3061"/>
              <p:cNvSpPr/>
              <p:nvPr/>
            </p:nvSpPr>
            <p:spPr>
              <a:xfrm>
                <a:off x="2177009" y="249781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62" name="ph3062"/>
              <p:cNvSpPr/>
              <p:nvPr/>
            </p:nvSpPr>
            <p:spPr>
              <a:xfrm>
                <a:off x="2186394" y="249781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63" name="ph3063"/>
              <p:cNvSpPr/>
              <p:nvPr/>
            </p:nvSpPr>
            <p:spPr>
              <a:xfrm>
                <a:off x="2195778" y="249781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8D0AF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64" name="ph3064"/>
              <p:cNvSpPr/>
              <p:nvPr/>
            </p:nvSpPr>
            <p:spPr>
              <a:xfrm>
                <a:off x="2205162" y="249781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AD1AF">
                  <a:alpha val="100000"/>
                </a:srgbClr>
              </a:solidFill>
              <a:ln w="5420" cap="flat">
                <a:solidFill>
                  <a:srgbClr val="6AD1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65" name="ph3065"/>
              <p:cNvSpPr/>
              <p:nvPr/>
            </p:nvSpPr>
            <p:spPr>
              <a:xfrm>
                <a:off x="2214547" y="249781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BD1B0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66" name="ph3066"/>
              <p:cNvSpPr/>
              <p:nvPr/>
            </p:nvSpPr>
            <p:spPr>
              <a:xfrm>
                <a:off x="2223931" y="249781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FD2B2">
                  <a:alpha val="100000"/>
                </a:srgbClr>
              </a:solidFill>
              <a:ln w="5420" cap="flat">
                <a:solidFill>
                  <a:srgbClr val="6F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67" name="ph3067"/>
              <p:cNvSpPr/>
              <p:nvPr/>
            </p:nvSpPr>
            <p:spPr>
              <a:xfrm>
                <a:off x="2233315" y="249781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68" name="ph3068"/>
              <p:cNvSpPr/>
              <p:nvPr/>
            </p:nvSpPr>
            <p:spPr>
              <a:xfrm>
                <a:off x="2242699" y="249781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69" name="ph3069"/>
              <p:cNvSpPr/>
              <p:nvPr/>
            </p:nvSpPr>
            <p:spPr>
              <a:xfrm>
                <a:off x="2252084" y="249781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70" name="ph3070"/>
              <p:cNvSpPr/>
              <p:nvPr/>
            </p:nvSpPr>
            <p:spPr>
              <a:xfrm>
                <a:off x="2261468" y="249781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71" name="ph3071"/>
              <p:cNvSpPr/>
              <p:nvPr/>
            </p:nvSpPr>
            <p:spPr>
              <a:xfrm>
                <a:off x="2270852" y="249781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72" name="ph3072"/>
              <p:cNvSpPr/>
              <p:nvPr/>
            </p:nvSpPr>
            <p:spPr>
              <a:xfrm>
                <a:off x="2280236" y="249781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73" name="ph3073"/>
              <p:cNvSpPr/>
              <p:nvPr/>
            </p:nvSpPr>
            <p:spPr>
              <a:xfrm>
                <a:off x="2289621" y="249781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74" name="ph3074"/>
              <p:cNvSpPr/>
              <p:nvPr/>
            </p:nvSpPr>
            <p:spPr>
              <a:xfrm>
                <a:off x="2299005" y="249781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75" name="ph3075"/>
              <p:cNvSpPr/>
              <p:nvPr/>
            </p:nvSpPr>
            <p:spPr>
              <a:xfrm>
                <a:off x="2777603" y="249781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76" name="ph3076"/>
              <p:cNvSpPr/>
              <p:nvPr/>
            </p:nvSpPr>
            <p:spPr>
              <a:xfrm>
                <a:off x="2786987" y="249781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77" name="ph3077"/>
              <p:cNvSpPr/>
              <p:nvPr/>
            </p:nvSpPr>
            <p:spPr>
              <a:xfrm>
                <a:off x="2796371" y="249781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78" name="ph3078"/>
              <p:cNvSpPr/>
              <p:nvPr/>
            </p:nvSpPr>
            <p:spPr>
              <a:xfrm>
                <a:off x="2805756" y="249781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79" name="ph3079"/>
              <p:cNvSpPr/>
              <p:nvPr/>
            </p:nvSpPr>
            <p:spPr>
              <a:xfrm>
                <a:off x="2815140" y="249781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80" name="ph3080"/>
              <p:cNvSpPr/>
              <p:nvPr/>
            </p:nvSpPr>
            <p:spPr>
              <a:xfrm>
                <a:off x="2824524" y="249781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81" name="ph3081"/>
              <p:cNvSpPr/>
              <p:nvPr/>
            </p:nvSpPr>
            <p:spPr>
              <a:xfrm>
                <a:off x="2833908" y="249781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82" name="ph3082"/>
              <p:cNvSpPr/>
              <p:nvPr/>
            </p:nvSpPr>
            <p:spPr>
              <a:xfrm>
                <a:off x="2955904" y="249781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83" name="ph3083"/>
              <p:cNvSpPr/>
              <p:nvPr/>
            </p:nvSpPr>
            <p:spPr>
              <a:xfrm>
                <a:off x="2965288" y="249781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84" name="ph3084"/>
              <p:cNvSpPr/>
              <p:nvPr/>
            </p:nvSpPr>
            <p:spPr>
              <a:xfrm>
                <a:off x="2974673" y="249781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85" name="ph3085"/>
              <p:cNvSpPr/>
              <p:nvPr/>
            </p:nvSpPr>
            <p:spPr>
              <a:xfrm>
                <a:off x="2984057" y="249781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86" name="ph3086"/>
              <p:cNvSpPr/>
              <p:nvPr/>
            </p:nvSpPr>
            <p:spPr>
              <a:xfrm>
                <a:off x="2993441" y="249781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87" name="ph3087"/>
              <p:cNvSpPr/>
              <p:nvPr/>
            </p:nvSpPr>
            <p:spPr>
              <a:xfrm>
                <a:off x="1717180" y="250934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88" name="ph3088"/>
              <p:cNvSpPr/>
              <p:nvPr/>
            </p:nvSpPr>
            <p:spPr>
              <a:xfrm>
                <a:off x="1726564" y="250934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89" name="ph3089"/>
              <p:cNvSpPr/>
              <p:nvPr/>
            </p:nvSpPr>
            <p:spPr>
              <a:xfrm>
                <a:off x="1735949" y="250934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90" name="ph3090"/>
              <p:cNvSpPr/>
              <p:nvPr/>
            </p:nvSpPr>
            <p:spPr>
              <a:xfrm>
                <a:off x="1745333" y="250934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AD1B0">
                  <a:alpha val="100000"/>
                </a:srgbClr>
              </a:solidFill>
              <a:ln w="5420" cap="flat">
                <a:solidFill>
                  <a:srgbClr val="6A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91" name="ph3091"/>
              <p:cNvSpPr/>
              <p:nvPr/>
            </p:nvSpPr>
            <p:spPr>
              <a:xfrm>
                <a:off x="1754717" y="250934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92" name="ph3092"/>
              <p:cNvSpPr/>
              <p:nvPr/>
            </p:nvSpPr>
            <p:spPr>
              <a:xfrm>
                <a:off x="1764101" y="250934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4D4B4">
                  <a:alpha val="100000"/>
                </a:srgbClr>
              </a:solidFill>
              <a:ln w="5420" cap="flat">
                <a:solidFill>
                  <a:srgbClr val="74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93" name="ph3093"/>
              <p:cNvSpPr/>
              <p:nvPr/>
            </p:nvSpPr>
            <p:spPr>
              <a:xfrm>
                <a:off x="1773486" y="250934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7D4B4">
                  <a:alpha val="100000"/>
                </a:srgbClr>
              </a:solidFill>
              <a:ln w="5420" cap="flat">
                <a:solidFill>
                  <a:srgbClr val="77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94" name="ph3094"/>
              <p:cNvSpPr/>
              <p:nvPr/>
            </p:nvSpPr>
            <p:spPr>
              <a:xfrm>
                <a:off x="2101935" y="250934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95" name="ph3095"/>
              <p:cNvSpPr/>
              <p:nvPr/>
            </p:nvSpPr>
            <p:spPr>
              <a:xfrm>
                <a:off x="2111320" y="250934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96" name="ph3096"/>
              <p:cNvSpPr/>
              <p:nvPr/>
            </p:nvSpPr>
            <p:spPr>
              <a:xfrm>
                <a:off x="2120704" y="250934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97" name="ph3097"/>
              <p:cNvSpPr/>
              <p:nvPr/>
            </p:nvSpPr>
            <p:spPr>
              <a:xfrm>
                <a:off x="2130088" y="250934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98" name="ph3098"/>
              <p:cNvSpPr/>
              <p:nvPr/>
            </p:nvSpPr>
            <p:spPr>
              <a:xfrm>
                <a:off x="2139472" y="250934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99" name="ph3099"/>
              <p:cNvSpPr/>
              <p:nvPr/>
            </p:nvSpPr>
            <p:spPr>
              <a:xfrm>
                <a:off x="2148857" y="250934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00" name="ph3100"/>
              <p:cNvSpPr/>
              <p:nvPr/>
            </p:nvSpPr>
            <p:spPr>
              <a:xfrm>
                <a:off x="2158241" y="250934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01" name="ph3101"/>
              <p:cNvSpPr/>
              <p:nvPr/>
            </p:nvSpPr>
            <p:spPr>
              <a:xfrm>
                <a:off x="2167625" y="250934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02" name="ph3102"/>
              <p:cNvSpPr/>
              <p:nvPr/>
            </p:nvSpPr>
            <p:spPr>
              <a:xfrm>
                <a:off x="2177009" y="250934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03" name="ph3103"/>
              <p:cNvSpPr/>
              <p:nvPr/>
            </p:nvSpPr>
            <p:spPr>
              <a:xfrm>
                <a:off x="2186394" y="250934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04" name="ph3104"/>
              <p:cNvSpPr/>
              <p:nvPr/>
            </p:nvSpPr>
            <p:spPr>
              <a:xfrm>
                <a:off x="2195778" y="250934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05" name="ph3105"/>
              <p:cNvSpPr/>
              <p:nvPr/>
            </p:nvSpPr>
            <p:spPr>
              <a:xfrm>
                <a:off x="2205162" y="250934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8D0AF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06" name="ph3106"/>
              <p:cNvSpPr/>
              <p:nvPr/>
            </p:nvSpPr>
            <p:spPr>
              <a:xfrm>
                <a:off x="2233315" y="250934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FD2B1">
                  <a:alpha val="100000"/>
                </a:srgbClr>
              </a:solidFill>
              <a:ln w="5420" cap="flat">
                <a:solidFill>
                  <a:srgbClr val="6F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07" name="ph3107"/>
              <p:cNvSpPr/>
              <p:nvPr/>
            </p:nvSpPr>
            <p:spPr>
              <a:xfrm>
                <a:off x="2242699" y="250934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08" name="ph3108"/>
              <p:cNvSpPr/>
              <p:nvPr/>
            </p:nvSpPr>
            <p:spPr>
              <a:xfrm>
                <a:off x="2252084" y="250934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09" name="ph3109"/>
              <p:cNvSpPr/>
              <p:nvPr/>
            </p:nvSpPr>
            <p:spPr>
              <a:xfrm>
                <a:off x="2261468" y="250934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10" name="ph3110"/>
              <p:cNvSpPr/>
              <p:nvPr/>
            </p:nvSpPr>
            <p:spPr>
              <a:xfrm>
                <a:off x="2270852" y="250934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11" name="ph3111"/>
              <p:cNvSpPr/>
              <p:nvPr/>
            </p:nvSpPr>
            <p:spPr>
              <a:xfrm>
                <a:off x="2280236" y="250934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12" name="ph3112"/>
              <p:cNvSpPr/>
              <p:nvPr/>
            </p:nvSpPr>
            <p:spPr>
              <a:xfrm>
                <a:off x="2289621" y="250934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1D2B2">
                  <a:alpha val="100000"/>
                </a:srgbClr>
              </a:solidFill>
              <a:ln w="5420" cap="flat">
                <a:solidFill>
                  <a:srgbClr val="71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13" name="ph3113"/>
              <p:cNvSpPr/>
              <p:nvPr/>
            </p:nvSpPr>
            <p:spPr>
              <a:xfrm>
                <a:off x="2299005" y="250934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14" name="ph3114"/>
              <p:cNvSpPr/>
              <p:nvPr/>
            </p:nvSpPr>
            <p:spPr>
              <a:xfrm>
                <a:off x="2796371" y="250934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15" name="ph3115"/>
              <p:cNvSpPr/>
              <p:nvPr/>
            </p:nvSpPr>
            <p:spPr>
              <a:xfrm>
                <a:off x="2805756" y="250934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16" name="ph3116"/>
              <p:cNvSpPr/>
              <p:nvPr/>
            </p:nvSpPr>
            <p:spPr>
              <a:xfrm>
                <a:off x="2815140" y="250934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17" name="ph3117"/>
              <p:cNvSpPr/>
              <p:nvPr/>
            </p:nvSpPr>
            <p:spPr>
              <a:xfrm>
                <a:off x="2824524" y="250934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18" name="ph3118"/>
              <p:cNvSpPr/>
              <p:nvPr/>
            </p:nvSpPr>
            <p:spPr>
              <a:xfrm>
                <a:off x="2833908" y="250934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19" name="ph3119"/>
              <p:cNvSpPr/>
              <p:nvPr/>
            </p:nvSpPr>
            <p:spPr>
              <a:xfrm>
                <a:off x="2843293" y="250934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20" name="ph3120"/>
              <p:cNvSpPr/>
              <p:nvPr/>
            </p:nvSpPr>
            <p:spPr>
              <a:xfrm>
                <a:off x="2955904" y="250934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21" name="ph3121"/>
              <p:cNvSpPr/>
              <p:nvPr/>
            </p:nvSpPr>
            <p:spPr>
              <a:xfrm>
                <a:off x="2965288" y="250934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22" name="ph3122"/>
              <p:cNvSpPr/>
              <p:nvPr/>
            </p:nvSpPr>
            <p:spPr>
              <a:xfrm>
                <a:off x="2974673" y="250934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23" name="ph3123"/>
              <p:cNvSpPr/>
              <p:nvPr/>
            </p:nvSpPr>
            <p:spPr>
              <a:xfrm>
                <a:off x="2984057" y="250934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24" name="ph3124"/>
              <p:cNvSpPr/>
              <p:nvPr/>
            </p:nvSpPr>
            <p:spPr>
              <a:xfrm>
                <a:off x="2993441" y="250934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ECCAC">
                  <a:alpha val="100000"/>
                </a:srgbClr>
              </a:solidFill>
              <a:ln w="5420" cap="flat">
                <a:solidFill>
                  <a:srgbClr val="5E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25" name="ph3125"/>
              <p:cNvSpPr/>
              <p:nvPr/>
            </p:nvSpPr>
            <p:spPr>
              <a:xfrm>
                <a:off x="3002825" y="250934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26" name="ph3126"/>
              <p:cNvSpPr/>
              <p:nvPr/>
            </p:nvSpPr>
            <p:spPr>
              <a:xfrm>
                <a:off x="1623337" y="252087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27" name="ph3127"/>
              <p:cNvSpPr/>
              <p:nvPr/>
            </p:nvSpPr>
            <p:spPr>
              <a:xfrm>
                <a:off x="1632722" y="252087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28" name="ph3128"/>
              <p:cNvSpPr/>
              <p:nvPr/>
            </p:nvSpPr>
            <p:spPr>
              <a:xfrm>
                <a:off x="1642106" y="252087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29" name="ph3129"/>
              <p:cNvSpPr/>
              <p:nvPr/>
            </p:nvSpPr>
            <p:spPr>
              <a:xfrm>
                <a:off x="1651490" y="252087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30" name="ph3130"/>
              <p:cNvSpPr/>
              <p:nvPr/>
            </p:nvSpPr>
            <p:spPr>
              <a:xfrm>
                <a:off x="1660874" y="252087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31" name="ph3131"/>
              <p:cNvSpPr/>
              <p:nvPr/>
            </p:nvSpPr>
            <p:spPr>
              <a:xfrm>
                <a:off x="1670259" y="252087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32" name="ph3132"/>
              <p:cNvSpPr/>
              <p:nvPr/>
            </p:nvSpPr>
            <p:spPr>
              <a:xfrm>
                <a:off x="1698412" y="252087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33" name="ph3133"/>
              <p:cNvSpPr/>
              <p:nvPr/>
            </p:nvSpPr>
            <p:spPr>
              <a:xfrm>
                <a:off x="1707796" y="252087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34" name="ph3134"/>
              <p:cNvSpPr/>
              <p:nvPr/>
            </p:nvSpPr>
            <p:spPr>
              <a:xfrm>
                <a:off x="1717180" y="252087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35" name="ph3135"/>
              <p:cNvSpPr/>
              <p:nvPr/>
            </p:nvSpPr>
            <p:spPr>
              <a:xfrm>
                <a:off x="1726564" y="252087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36" name="ph3136"/>
              <p:cNvSpPr/>
              <p:nvPr/>
            </p:nvSpPr>
            <p:spPr>
              <a:xfrm>
                <a:off x="1735949" y="252087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37" name="ph3137"/>
              <p:cNvSpPr/>
              <p:nvPr/>
            </p:nvSpPr>
            <p:spPr>
              <a:xfrm>
                <a:off x="1745333" y="252087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38" name="ph3138"/>
              <p:cNvSpPr/>
              <p:nvPr/>
            </p:nvSpPr>
            <p:spPr>
              <a:xfrm>
                <a:off x="1754717" y="252087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CD1B0">
                  <a:alpha val="100000"/>
                </a:srgbClr>
              </a:solidFill>
              <a:ln w="5420" cap="flat">
                <a:solidFill>
                  <a:srgbClr val="6C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39" name="ph3139"/>
              <p:cNvSpPr/>
              <p:nvPr/>
            </p:nvSpPr>
            <p:spPr>
              <a:xfrm>
                <a:off x="1764101" y="252087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FD2B2">
                  <a:alpha val="100000"/>
                </a:srgbClr>
              </a:solidFill>
              <a:ln w="5420" cap="flat">
                <a:solidFill>
                  <a:srgbClr val="6F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40" name="ph3140"/>
              <p:cNvSpPr/>
              <p:nvPr/>
            </p:nvSpPr>
            <p:spPr>
              <a:xfrm>
                <a:off x="2177009" y="252087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41" name="ph3141"/>
              <p:cNvSpPr/>
              <p:nvPr/>
            </p:nvSpPr>
            <p:spPr>
              <a:xfrm>
                <a:off x="2186394" y="252087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2CFAD">
                  <a:alpha val="100000"/>
                </a:srgbClr>
              </a:solidFill>
              <a:ln w="5420" cap="flat">
                <a:solidFill>
                  <a:srgbClr val="62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42" name="ph3142"/>
              <p:cNvSpPr/>
              <p:nvPr/>
            </p:nvSpPr>
            <p:spPr>
              <a:xfrm>
                <a:off x="2242699" y="252087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43" name="ph3143"/>
              <p:cNvSpPr/>
              <p:nvPr/>
            </p:nvSpPr>
            <p:spPr>
              <a:xfrm>
                <a:off x="2252084" y="252087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FD2B1">
                  <a:alpha val="100000"/>
                </a:srgbClr>
              </a:solidFill>
              <a:ln w="5420" cap="flat">
                <a:solidFill>
                  <a:srgbClr val="6F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44" name="ph3144"/>
              <p:cNvSpPr/>
              <p:nvPr/>
            </p:nvSpPr>
            <p:spPr>
              <a:xfrm>
                <a:off x="2261468" y="252087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FD2B2">
                  <a:alpha val="100000"/>
                </a:srgbClr>
              </a:solidFill>
              <a:ln w="5420" cap="flat">
                <a:solidFill>
                  <a:srgbClr val="6F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45" name="ph3145"/>
              <p:cNvSpPr/>
              <p:nvPr/>
            </p:nvSpPr>
            <p:spPr>
              <a:xfrm>
                <a:off x="2270852" y="252087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FD2B2">
                  <a:alpha val="100000"/>
                </a:srgbClr>
              </a:solidFill>
              <a:ln w="5420" cap="flat">
                <a:solidFill>
                  <a:srgbClr val="6F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46" name="ph3146"/>
              <p:cNvSpPr/>
              <p:nvPr/>
            </p:nvSpPr>
            <p:spPr>
              <a:xfrm>
                <a:off x="2280236" y="252087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FD2B2">
                  <a:alpha val="100000"/>
                </a:srgbClr>
              </a:solidFill>
              <a:ln w="5420" cap="flat">
                <a:solidFill>
                  <a:srgbClr val="6F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47" name="ph3147"/>
              <p:cNvSpPr/>
              <p:nvPr/>
            </p:nvSpPr>
            <p:spPr>
              <a:xfrm>
                <a:off x="2289621" y="252087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FD2B2">
                  <a:alpha val="100000"/>
                </a:srgbClr>
              </a:solidFill>
              <a:ln w="5420" cap="flat">
                <a:solidFill>
                  <a:srgbClr val="6F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48" name="ph3148"/>
              <p:cNvSpPr/>
              <p:nvPr/>
            </p:nvSpPr>
            <p:spPr>
              <a:xfrm>
                <a:off x="2805756" y="252087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49" name="ph3149"/>
              <p:cNvSpPr/>
              <p:nvPr/>
            </p:nvSpPr>
            <p:spPr>
              <a:xfrm>
                <a:off x="2815140" y="252087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50" name="ph3150"/>
              <p:cNvSpPr/>
              <p:nvPr/>
            </p:nvSpPr>
            <p:spPr>
              <a:xfrm>
                <a:off x="2824524" y="252087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51" name="ph3151"/>
              <p:cNvSpPr/>
              <p:nvPr/>
            </p:nvSpPr>
            <p:spPr>
              <a:xfrm>
                <a:off x="2833908" y="252087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52" name="ph3152"/>
              <p:cNvSpPr/>
              <p:nvPr/>
            </p:nvSpPr>
            <p:spPr>
              <a:xfrm>
                <a:off x="2843293" y="252087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53" name="ph3153"/>
              <p:cNvSpPr/>
              <p:nvPr/>
            </p:nvSpPr>
            <p:spPr>
              <a:xfrm>
                <a:off x="2965288" y="252087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54" name="ph3154"/>
              <p:cNvSpPr/>
              <p:nvPr/>
            </p:nvSpPr>
            <p:spPr>
              <a:xfrm>
                <a:off x="2974673" y="252087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55" name="ph3155"/>
              <p:cNvSpPr/>
              <p:nvPr/>
            </p:nvSpPr>
            <p:spPr>
              <a:xfrm>
                <a:off x="2984057" y="252087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56" name="ph3156"/>
              <p:cNvSpPr/>
              <p:nvPr/>
            </p:nvSpPr>
            <p:spPr>
              <a:xfrm>
                <a:off x="2993441" y="252087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57" name="ph3157"/>
              <p:cNvSpPr/>
              <p:nvPr/>
            </p:nvSpPr>
            <p:spPr>
              <a:xfrm>
                <a:off x="3002825" y="252087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58" name="ph3158"/>
              <p:cNvSpPr/>
              <p:nvPr/>
            </p:nvSpPr>
            <p:spPr>
              <a:xfrm>
                <a:off x="1613953" y="2532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59" name="ph3159"/>
              <p:cNvSpPr/>
              <p:nvPr/>
            </p:nvSpPr>
            <p:spPr>
              <a:xfrm>
                <a:off x="1623337" y="2532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60" name="ph3160"/>
              <p:cNvSpPr/>
              <p:nvPr/>
            </p:nvSpPr>
            <p:spPr>
              <a:xfrm>
                <a:off x="1632722" y="2532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61" name="ph3161"/>
              <p:cNvSpPr/>
              <p:nvPr/>
            </p:nvSpPr>
            <p:spPr>
              <a:xfrm>
                <a:off x="1642106" y="2532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62" name="ph3162"/>
              <p:cNvSpPr/>
              <p:nvPr/>
            </p:nvSpPr>
            <p:spPr>
              <a:xfrm>
                <a:off x="1651490" y="2532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63" name="ph3163"/>
              <p:cNvSpPr/>
              <p:nvPr/>
            </p:nvSpPr>
            <p:spPr>
              <a:xfrm>
                <a:off x="1660874" y="2532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64" name="ph3164"/>
              <p:cNvSpPr/>
              <p:nvPr/>
            </p:nvSpPr>
            <p:spPr>
              <a:xfrm>
                <a:off x="1670259" y="2532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65" name="ph3165"/>
              <p:cNvSpPr/>
              <p:nvPr/>
            </p:nvSpPr>
            <p:spPr>
              <a:xfrm>
                <a:off x="1679643" y="2532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66" name="ph3166"/>
              <p:cNvSpPr/>
              <p:nvPr/>
            </p:nvSpPr>
            <p:spPr>
              <a:xfrm>
                <a:off x="1689027" y="2532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ECCAC">
                  <a:alpha val="100000"/>
                </a:srgbClr>
              </a:solidFill>
              <a:ln w="5420" cap="flat">
                <a:solidFill>
                  <a:srgbClr val="5E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67" name="ph3167"/>
              <p:cNvSpPr/>
              <p:nvPr/>
            </p:nvSpPr>
            <p:spPr>
              <a:xfrm>
                <a:off x="1698412" y="2532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68" name="ph3168"/>
              <p:cNvSpPr/>
              <p:nvPr/>
            </p:nvSpPr>
            <p:spPr>
              <a:xfrm>
                <a:off x="1707796" y="2532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69" name="ph3169"/>
              <p:cNvSpPr/>
              <p:nvPr/>
            </p:nvSpPr>
            <p:spPr>
              <a:xfrm>
                <a:off x="1717180" y="2532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70" name="ph3170"/>
              <p:cNvSpPr/>
              <p:nvPr/>
            </p:nvSpPr>
            <p:spPr>
              <a:xfrm>
                <a:off x="1726564" y="2532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71" name="ph3171"/>
              <p:cNvSpPr/>
              <p:nvPr/>
            </p:nvSpPr>
            <p:spPr>
              <a:xfrm>
                <a:off x="1735949" y="2532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72" name="ph3172"/>
              <p:cNvSpPr/>
              <p:nvPr/>
            </p:nvSpPr>
            <p:spPr>
              <a:xfrm>
                <a:off x="1745333" y="2532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73" name="ph3173"/>
              <p:cNvSpPr/>
              <p:nvPr/>
            </p:nvSpPr>
            <p:spPr>
              <a:xfrm>
                <a:off x="1754717" y="2532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7D0AF">
                  <a:alpha val="100000"/>
                </a:srgbClr>
              </a:solidFill>
              <a:ln w="5420" cap="flat">
                <a:solidFill>
                  <a:srgbClr val="67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74" name="ph3174"/>
              <p:cNvSpPr/>
              <p:nvPr/>
            </p:nvSpPr>
            <p:spPr>
              <a:xfrm>
                <a:off x="2242699" y="2532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DD1B1">
                  <a:alpha val="100000"/>
                </a:srgbClr>
              </a:solidFill>
              <a:ln w="5420" cap="flat">
                <a:solidFill>
                  <a:srgbClr val="6DD1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75" name="ph3175"/>
              <p:cNvSpPr/>
              <p:nvPr/>
            </p:nvSpPr>
            <p:spPr>
              <a:xfrm>
                <a:off x="2252084" y="2532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DD2B1">
                  <a:alpha val="100000"/>
                </a:srgbClr>
              </a:solidFill>
              <a:ln w="5420" cap="flat">
                <a:solidFill>
                  <a:srgbClr val="6D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76" name="ph3176"/>
              <p:cNvSpPr/>
              <p:nvPr/>
            </p:nvSpPr>
            <p:spPr>
              <a:xfrm>
                <a:off x="2261468" y="2532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77" name="ph3177"/>
              <p:cNvSpPr/>
              <p:nvPr/>
            </p:nvSpPr>
            <p:spPr>
              <a:xfrm>
                <a:off x="2270852" y="2532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78" name="ph3178"/>
              <p:cNvSpPr/>
              <p:nvPr/>
            </p:nvSpPr>
            <p:spPr>
              <a:xfrm>
                <a:off x="2805756" y="2532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79" name="ph3179"/>
              <p:cNvSpPr/>
              <p:nvPr/>
            </p:nvSpPr>
            <p:spPr>
              <a:xfrm>
                <a:off x="2815140" y="2532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80" name="ph3180"/>
              <p:cNvSpPr/>
              <p:nvPr/>
            </p:nvSpPr>
            <p:spPr>
              <a:xfrm>
                <a:off x="2824524" y="2532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81" name="ph3181"/>
              <p:cNvSpPr/>
              <p:nvPr/>
            </p:nvSpPr>
            <p:spPr>
              <a:xfrm>
                <a:off x="2833908" y="2532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82" name="ph3182"/>
              <p:cNvSpPr/>
              <p:nvPr/>
            </p:nvSpPr>
            <p:spPr>
              <a:xfrm>
                <a:off x="2843293" y="2532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83" name="ph3183"/>
              <p:cNvSpPr/>
              <p:nvPr/>
            </p:nvSpPr>
            <p:spPr>
              <a:xfrm>
                <a:off x="2965288" y="2532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84" name="ph3184"/>
              <p:cNvSpPr/>
              <p:nvPr/>
            </p:nvSpPr>
            <p:spPr>
              <a:xfrm>
                <a:off x="2974673" y="2532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85" name="ph3185"/>
              <p:cNvSpPr/>
              <p:nvPr/>
            </p:nvSpPr>
            <p:spPr>
              <a:xfrm>
                <a:off x="2984057" y="2532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86" name="ph3186"/>
              <p:cNvSpPr/>
              <p:nvPr/>
            </p:nvSpPr>
            <p:spPr>
              <a:xfrm>
                <a:off x="2993441" y="2532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87" name="ph3187"/>
              <p:cNvSpPr/>
              <p:nvPr/>
            </p:nvSpPr>
            <p:spPr>
              <a:xfrm>
                <a:off x="3002825" y="2532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88" name="ph3188"/>
              <p:cNvSpPr/>
              <p:nvPr/>
            </p:nvSpPr>
            <p:spPr>
              <a:xfrm>
                <a:off x="3012210" y="2532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89" name="ph3189"/>
              <p:cNvSpPr/>
              <p:nvPr/>
            </p:nvSpPr>
            <p:spPr>
              <a:xfrm>
                <a:off x="1613953" y="2543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90" name="ph3190"/>
              <p:cNvSpPr/>
              <p:nvPr/>
            </p:nvSpPr>
            <p:spPr>
              <a:xfrm>
                <a:off x="1623337" y="2543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6AB">
                  <a:alpha val="100000"/>
                </a:srgbClr>
              </a:solidFill>
              <a:ln w="5420" cap="flat">
                <a:solidFill>
                  <a:srgbClr val="4F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91" name="ph3191"/>
              <p:cNvSpPr/>
              <p:nvPr/>
            </p:nvSpPr>
            <p:spPr>
              <a:xfrm>
                <a:off x="1632722" y="2543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92" name="ph3192"/>
              <p:cNvSpPr/>
              <p:nvPr/>
            </p:nvSpPr>
            <p:spPr>
              <a:xfrm>
                <a:off x="1642106" y="2543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93" name="ph3193"/>
              <p:cNvSpPr/>
              <p:nvPr/>
            </p:nvSpPr>
            <p:spPr>
              <a:xfrm>
                <a:off x="1651490" y="2543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94" name="ph3194"/>
              <p:cNvSpPr/>
              <p:nvPr/>
            </p:nvSpPr>
            <p:spPr>
              <a:xfrm>
                <a:off x="1660874" y="2543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95" name="ph3195"/>
              <p:cNvSpPr/>
              <p:nvPr/>
            </p:nvSpPr>
            <p:spPr>
              <a:xfrm>
                <a:off x="1670259" y="2543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96" name="ph3196"/>
              <p:cNvSpPr/>
              <p:nvPr/>
            </p:nvSpPr>
            <p:spPr>
              <a:xfrm>
                <a:off x="1679643" y="2543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97" name="ph3197"/>
              <p:cNvSpPr/>
              <p:nvPr/>
            </p:nvSpPr>
            <p:spPr>
              <a:xfrm>
                <a:off x="1689027" y="2543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ECCAC">
                  <a:alpha val="100000"/>
                </a:srgbClr>
              </a:solidFill>
              <a:ln w="5420" cap="flat">
                <a:solidFill>
                  <a:srgbClr val="5E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98" name="ph3198"/>
              <p:cNvSpPr/>
              <p:nvPr/>
            </p:nvSpPr>
            <p:spPr>
              <a:xfrm>
                <a:off x="1698412" y="2543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99" name="ph3199"/>
              <p:cNvSpPr/>
              <p:nvPr/>
            </p:nvSpPr>
            <p:spPr>
              <a:xfrm>
                <a:off x="1707796" y="2543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00" name="ph3200"/>
              <p:cNvSpPr/>
              <p:nvPr/>
            </p:nvSpPr>
            <p:spPr>
              <a:xfrm>
                <a:off x="1717180" y="2543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01" name="ph3201"/>
              <p:cNvSpPr/>
              <p:nvPr/>
            </p:nvSpPr>
            <p:spPr>
              <a:xfrm>
                <a:off x="1726564" y="2543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02" name="ph3202"/>
              <p:cNvSpPr/>
              <p:nvPr/>
            </p:nvSpPr>
            <p:spPr>
              <a:xfrm>
                <a:off x="1735949" y="2543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ECCAC">
                  <a:alpha val="100000"/>
                </a:srgbClr>
              </a:solidFill>
              <a:ln w="5420" cap="flat">
                <a:solidFill>
                  <a:srgbClr val="5E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03" name="ph3203"/>
              <p:cNvSpPr/>
              <p:nvPr/>
            </p:nvSpPr>
            <p:spPr>
              <a:xfrm>
                <a:off x="1745333" y="2543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04" name="ph3204"/>
              <p:cNvSpPr/>
              <p:nvPr/>
            </p:nvSpPr>
            <p:spPr>
              <a:xfrm>
                <a:off x="2805756" y="2543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05" name="ph3205"/>
              <p:cNvSpPr/>
              <p:nvPr/>
            </p:nvSpPr>
            <p:spPr>
              <a:xfrm>
                <a:off x="2815140" y="2543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06" name="ph3206"/>
              <p:cNvSpPr/>
              <p:nvPr/>
            </p:nvSpPr>
            <p:spPr>
              <a:xfrm>
                <a:off x="2824524" y="2543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07" name="ph3207"/>
              <p:cNvSpPr/>
              <p:nvPr/>
            </p:nvSpPr>
            <p:spPr>
              <a:xfrm>
                <a:off x="2833908" y="2543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08" name="ph3208"/>
              <p:cNvSpPr/>
              <p:nvPr/>
            </p:nvSpPr>
            <p:spPr>
              <a:xfrm>
                <a:off x="2843293" y="2543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09" name="ph3209"/>
              <p:cNvSpPr/>
              <p:nvPr/>
            </p:nvSpPr>
            <p:spPr>
              <a:xfrm>
                <a:off x="2965288" y="2543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10" name="ph3210"/>
              <p:cNvSpPr/>
              <p:nvPr/>
            </p:nvSpPr>
            <p:spPr>
              <a:xfrm>
                <a:off x="2974673" y="2543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11" name="ph3211"/>
              <p:cNvSpPr/>
              <p:nvPr/>
            </p:nvSpPr>
            <p:spPr>
              <a:xfrm>
                <a:off x="2984057" y="2543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12" name="ph3212"/>
              <p:cNvSpPr/>
              <p:nvPr/>
            </p:nvSpPr>
            <p:spPr>
              <a:xfrm>
                <a:off x="2993441" y="2543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13" name="ph3213"/>
              <p:cNvSpPr/>
              <p:nvPr/>
            </p:nvSpPr>
            <p:spPr>
              <a:xfrm>
                <a:off x="3002825" y="2543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14" name="ph3214"/>
              <p:cNvSpPr/>
              <p:nvPr/>
            </p:nvSpPr>
            <p:spPr>
              <a:xfrm>
                <a:off x="3012210" y="2543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15" name="ph3215"/>
              <p:cNvSpPr/>
              <p:nvPr/>
            </p:nvSpPr>
            <p:spPr>
              <a:xfrm>
                <a:off x="3021594" y="2543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16" name="ph3216"/>
              <p:cNvSpPr/>
              <p:nvPr/>
            </p:nvSpPr>
            <p:spPr>
              <a:xfrm>
                <a:off x="1604569" y="2555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17" name="ph3217"/>
              <p:cNvSpPr/>
              <p:nvPr/>
            </p:nvSpPr>
            <p:spPr>
              <a:xfrm>
                <a:off x="1613953" y="2555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18" name="ph3218"/>
              <p:cNvSpPr/>
              <p:nvPr/>
            </p:nvSpPr>
            <p:spPr>
              <a:xfrm>
                <a:off x="1623337" y="2555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19" name="ph3219"/>
              <p:cNvSpPr/>
              <p:nvPr/>
            </p:nvSpPr>
            <p:spPr>
              <a:xfrm>
                <a:off x="1632722" y="2555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20" name="ph3220"/>
              <p:cNvSpPr/>
              <p:nvPr/>
            </p:nvSpPr>
            <p:spPr>
              <a:xfrm>
                <a:off x="1642106" y="2555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21" name="ph3221"/>
              <p:cNvSpPr/>
              <p:nvPr/>
            </p:nvSpPr>
            <p:spPr>
              <a:xfrm>
                <a:off x="1651490" y="2555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22" name="ph3222"/>
              <p:cNvSpPr/>
              <p:nvPr/>
            </p:nvSpPr>
            <p:spPr>
              <a:xfrm>
                <a:off x="1660874" y="2555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23" name="ph3223"/>
              <p:cNvSpPr/>
              <p:nvPr/>
            </p:nvSpPr>
            <p:spPr>
              <a:xfrm>
                <a:off x="1670259" y="2555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24" name="ph3224"/>
              <p:cNvSpPr/>
              <p:nvPr/>
            </p:nvSpPr>
            <p:spPr>
              <a:xfrm>
                <a:off x="1679643" y="2555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25" name="ph3225"/>
              <p:cNvSpPr/>
              <p:nvPr/>
            </p:nvSpPr>
            <p:spPr>
              <a:xfrm>
                <a:off x="1689027" y="2555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26" name="ph3226"/>
              <p:cNvSpPr/>
              <p:nvPr/>
            </p:nvSpPr>
            <p:spPr>
              <a:xfrm>
                <a:off x="1698412" y="2555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27" name="ph3227"/>
              <p:cNvSpPr/>
              <p:nvPr/>
            </p:nvSpPr>
            <p:spPr>
              <a:xfrm>
                <a:off x="1707796" y="2555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28" name="ph3228"/>
              <p:cNvSpPr/>
              <p:nvPr/>
            </p:nvSpPr>
            <p:spPr>
              <a:xfrm>
                <a:off x="1717180" y="2555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29" name="ph3229"/>
              <p:cNvSpPr/>
              <p:nvPr/>
            </p:nvSpPr>
            <p:spPr>
              <a:xfrm>
                <a:off x="1726564" y="2555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30" name="ph3230"/>
              <p:cNvSpPr/>
              <p:nvPr/>
            </p:nvSpPr>
            <p:spPr>
              <a:xfrm>
                <a:off x="2805756" y="2555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31" name="ph3231"/>
              <p:cNvSpPr/>
              <p:nvPr/>
            </p:nvSpPr>
            <p:spPr>
              <a:xfrm>
                <a:off x="2815140" y="2555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32" name="ph3232"/>
              <p:cNvSpPr/>
              <p:nvPr/>
            </p:nvSpPr>
            <p:spPr>
              <a:xfrm>
                <a:off x="2824524" y="2555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33" name="ph3233"/>
              <p:cNvSpPr/>
              <p:nvPr/>
            </p:nvSpPr>
            <p:spPr>
              <a:xfrm>
                <a:off x="2833908" y="2555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34" name="ph3234"/>
              <p:cNvSpPr/>
              <p:nvPr/>
            </p:nvSpPr>
            <p:spPr>
              <a:xfrm>
                <a:off x="2843293" y="2555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35" name="ph3235"/>
              <p:cNvSpPr/>
              <p:nvPr/>
            </p:nvSpPr>
            <p:spPr>
              <a:xfrm>
                <a:off x="2965288" y="2555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36" name="ph3236"/>
              <p:cNvSpPr/>
              <p:nvPr/>
            </p:nvSpPr>
            <p:spPr>
              <a:xfrm>
                <a:off x="2974673" y="2555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37" name="ph3237"/>
              <p:cNvSpPr/>
              <p:nvPr/>
            </p:nvSpPr>
            <p:spPr>
              <a:xfrm>
                <a:off x="2984057" y="2555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38" name="ph3238"/>
              <p:cNvSpPr/>
              <p:nvPr/>
            </p:nvSpPr>
            <p:spPr>
              <a:xfrm>
                <a:off x="2993441" y="2555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39" name="ph3239"/>
              <p:cNvSpPr/>
              <p:nvPr/>
            </p:nvSpPr>
            <p:spPr>
              <a:xfrm>
                <a:off x="3002825" y="2555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40" name="ph3240"/>
              <p:cNvSpPr/>
              <p:nvPr/>
            </p:nvSpPr>
            <p:spPr>
              <a:xfrm>
                <a:off x="3012210" y="2555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41" name="ph3241"/>
              <p:cNvSpPr/>
              <p:nvPr/>
            </p:nvSpPr>
            <p:spPr>
              <a:xfrm>
                <a:off x="3021594" y="2555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42" name="ph3242"/>
              <p:cNvSpPr/>
              <p:nvPr/>
            </p:nvSpPr>
            <p:spPr>
              <a:xfrm>
                <a:off x="1604569" y="2567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43" name="ph3243"/>
              <p:cNvSpPr/>
              <p:nvPr/>
            </p:nvSpPr>
            <p:spPr>
              <a:xfrm>
                <a:off x="1613953" y="2567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44" name="ph3244"/>
              <p:cNvSpPr/>
              <p:nvPr/>
            </p:nvSpPr>
            <p:spPr>
              <a:xfrm>
                <a:off x="1623337" y="2567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45" name="ph3245"/>
              <p:cNvSpPr/>
              <p:nvPr/>
            </p:nvSpPr>
            <p:spPr>
              <a:xfrm>
                <a:off x="1632722" y="2567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46" name="ph3246"/>
              <p:cNvSpPr/>
              <p:nvPr/>
            </p:nvSpPr>
            <p:spPr>
              <a:xfrm>
                <a:off x="1642106" y="2567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47" name="ph3247"/>
              <p:cNvSpPr/>
              <p:nvPr/>
            </p:nvSpPr>
            <p:spPr>
              <a:xfrm>
                <a:off x="1651490" y="2567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48" name="ph3248"/>
              <p:cNvSpPr/>
              <p:nvPr/>
            </p:nvSpPr>
            <p:spPr>
              <a:xfrm>
                <a:off x="1660874" y="2567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49" name="ph3249"/>
              <p:cNvSpPr/>
              <p:nvPr/>
            </p:nvSpPr>
            <p:spPr>
              <a:xfrm>
                <a:off x="1670259" y="2567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50" name="ph3250"/>
              <p:cNvSpPr/>
              <p:nvPr/>
            </p:nvSpPr>
            <p:spPr>
              <a:xfrm>
                <a:off x="1679643" y="2567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51" name="ph3251"/>
              <p:cNvSpPr/>
              <p:nvPr/>
            </p:nvSpPr>
            <p:spPr>
              <a:xfrm>
                <a:off x="1689027" y="2567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52" name="ph3252"/>
              <p:cNvSpPr/>
              <p:nvPr/>
            </p:nvSpPr>
            <p:spPr>
              <a:xfrm>
                <a:off x="1698412" y="2567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53" name="ph3253"/>
              <p:cNvSpPr/>
              <p:nvPr/>
            </p:nvSpPr>
            <p:spPr>
              <a:xfrm>
                <a:off x="1707796" y="2567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54" name="ph3254"/>
              <p:cNvSpPr/>
              <p:nvPr/>
            </p:nvSpPr>
            <p:spPr>
              <a:xfrm>
                <a:off x="2805756" y="2567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55" name="ph3255"/>
              <p:cNvSpPr/>
              <p:nvPr/>
            </p:nvSpPr>
            <p:spPr>
              <a:xfrm>
                <a:off x="2815140" y="2567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56" name="ph3256"/>
              <p:cNvSpPr/>
              <p:nvPr/>
            </p:nvSpPr>
            <p:spPr>
              <a:xfrm>
                <a:off x="2824524" y="2567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57" name="ph3257"/>
              <p:cNvSpPr/>
              <p:nvPr/>
            </p:nvSpPr>
            <p:spPr>
              <a:xfrm>
                <a:off x="2833908" y="2567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58" name="ph3258"/>
              <p:cNvSpPr/>
              <p:nvPr/>
            </p:nvSpPr>
            <p:spPr>
              <a:xfrm>
                <a:off x="2843293" y="2567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59" name="ph3259"/>
              <p:cNvSpPr/>
              <p:nvPr/>
            </p:nvSpPr>
            <p:spPr>
              <a:xfrm>
                <a:off x="2974673" y="2567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60" name="ph3260"/>
              <p:cNvSpPr/>
              <p:nvPr/>
            </p:nvSpPr>
            <p:spPr>
              <a:xfrm>
                <a:off x="2984057" y="2567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61" name="ph3261"/>
              <p:cNvSpPr/>
              <p:nvPr/>
            </p:nvSpPr>
            <p:spPr>
              <a:xfrm>
                <a:off x="2993441" y="2567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62" name="ph3262"/>
              <p:cNvSpPr/>
              <p:nvPr/>
            </p:nvSpPr>
            <p:spPr>
              <a:xfrm>
                <a:off x="3002825" y="2567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63" name="ph3263"/>
              <p:cNvSpPr/>
              <p:nvPr/>
            </p:nvSpPr>
            <p:spPr>
              <a:xfrm>
                <a:off x="3012210" y="2567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64" name="ph3264"/>
              <p:cNvSpPr/>
              <p:nvPr/>
            </p:nvSpPr>
            <p:spPr>
              <a:xfrm>
                <a:off x="3021594" y="2567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65" name="ph3265"/>
              <p:cNvSpPr/>
              <p:nvPr/>
            </p:nvSpPr>
            <p:spPr>
              <a:xfrm>
                <a:off x="1576416" y="2578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66" name="ph3266"/>
              <p:cNvSpPr/>
              <p:nvPr/>
            </p:nvSpPr>
            <p:spPr>
              <a:xfrm>
                <a:off x="1585800" y="2578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67" name="ph3267"/>
              <p:cNvSpPr/>
              <p:nvPr/>
            </p:nvSpPr>
            <p:spPr>
              <a:xfrm>
                <a:off x="1595185" y="2578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68" name="ph3268"/>
              <p:cNvSpPr/>
              <p:nvPr/>
            </p:nvSpPr>
            <p:spPr>
              <a:xfrm>
                <a:off x="1604569" y="2578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69" name="ph3269"/>
              <p:cNvSpPr/>
              <p:nvPr/>
            </p:nvSpPr>
            <p:spPr>
              <a:xfrm>
                <a:off x="1613953" y="2578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70" name="ph3270"/>
              <p:cNvSpPr/>
              <p:nvPr/>
            </p:nvSpPr>
            <p:spPr>
              <a:xfrm>
                <a:off x="1623337" y="2578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71" name="ph3271"/>
              <p:cNvSpPr/>
              <p:nvPr/>
            </p:nvSpPr>
            <p:spPr>
              <a:xfrm>
                <a:off x="1632722" y="2578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72" name="ph3272"/>
              <p:cNvSpPr/>
              <p:nvPr/>
            </p:nvSpPr>
            <p:spPr>
              <a:xfrm>
                <a:off x="1642106" y="2578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8ADAB">
                  <a:alpha val="100000"/>
                </a:srgbClr>
              </a:solidFill>
              <a:ln w="5420" cap="flat">
                <a:solidFill>
                  <a:srgbClr val="48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73" name="ph3273"/>
              <p:cNvSpPr/>
              <p:nvPr/>
            </p:nvSpPr>
            <p:spPr>
              <a:xfrm>
                <a:off x="1651490" y="2578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74" name="ph3274"/>
              <p:cNvSpPr/>
              <p:nvPr/>
            </p:nvSpPr>
            <p:spPr>
              <a:xfrm>
                <a:off x="1660874" y="2578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75" name="ph3275"/>
              <p:cNvSpPr/>
              <p:nvPr/>
            </p:nvSpPr>
            <p:spPr>
              <a:xfrm>
                <a:off x="1670259" y="2578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76" name="ph3276"/>
              <p:cNvSpPr/>
              <p:nvPr/>
            </p:nvSpPr>
            <p:spPr>
              <a:xfrm>
                <a:off x="1679643" y="2578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77" name="ph3277"/>
              <p:cNvSpPr/>
              <p:nvPr/>
            </p:nvSpPr>
            <p:spPr>
              <a:xfrm>
                <a:off x="1689027" y="2578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78" name="ph3278"/>
              <p:cNvSpPr/>
              <p:nvPr/>
            </p:nvSpPr>
            <p:spPr>
              <a:xfrm>
                <a:off x="2805756" y="2578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79" name="ph3279"/>
              <p:cNvSpPr/>
              <p:nvPr/>
            </p:nvSpPr>
            <p:spPr>
              <a:xfrm>
                <a:off x="2815140" y="2578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80" name="ph3280"/>
              <p:cNvSpPr/>
              <p:nvPr/>
            </p:nvSpPr>
            <p:spPr>
              <a:xfrm>
                <a:off x="2824524" y="2578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81" name="ph3281"/>
              <p:cNvSpPr/>
              <p:nvPr/>
            </p:nvSpPr>
            <p:spPr>
              <a:xfrm>
                <a:off x="2833908" y="2578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ECCAC">
                  <a:alpha val="100000"/>
                </a:srgbClr>
              </a:solidFill>
              <a:ln w="5420" cap="flat">
                <a:solidFill>
                  <a:srgbClr val="5E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82" name="ph3282"/>
              <p:cNvSpPr/>
              <p:nvPr/>
            </p:nvSpPr>
            <p:spPr>
              <a:xfrm>
                <a:off x="2843293" y="2578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ECCAC">
                  <a:alpha val="100000"/>
                </a:srgbClr>
              </a:solidFill>
              <a:ln w="5420" cap="flat">
                <a:solidFill>
                  <a:srgbClr val="5E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83" name="ph3283"/>
              <p:cNvSpPr/>
              <p:nvPr/>
            </p:nvSpPr>
            <p:spPr>
              <a:xfrm>
                <a:off x="2974673" y="2578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84" name="ph3284"/>
              <p:cNvSpPr/>
              <p:nvPr/>
            </p:nvSpPr>
            <p:spPr>
              <a:xfrm>
                <a:off x="2984057" y="2578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85" name="ph3285"/>
              <p:cNvSpPr/>
              <p:nvPr/>
            </p:nvSpPr>
            <p:spPr>
              <a:xfrm>
                <a:off x="2993441" y="2578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86" name="ph3286"/>
              <p:cNvSpPr/>
              <p:nvPr/>
            </p:nvSpPr>
            <p:spPr>
              <a:xfrm>
                <a:off x="3002825" y="2578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87" name="ph3287"/>
              <p:cNvSpPr/>
              <p:nvPr/>
            </p:nvSpPr>
            <p:spPr>
              <a:xfrm>
                <a:off x="3012210" y="2578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88" name="ph3288"/>
              <p:cNvSpPr/>
              <p:nvPr/>
            </p:nvSpPr>
            <p:spPr>
              <a:xfrm>
                <a:off x="3021594" y="2578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89" name="ph3289"/>
              <p:cNvSpPr/>
              <p:nvPr/>
            </p:nvSpPr>
            <p:spPr>
              <a:xfrm>
                <a:off x="1576416" y="2590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90" name="ph3290"/>
              <p:cNvSpPr/>
              <p:nvPr/>
            </p:nvSpPr>
            <p:spPr>
              <a:xfrm>
                <a:off x="1585800" y="2590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91" name="ph3291"/>
              <p:cNvSpPr/>
              <p:nvPr/>
            </p:nvSpPr>
            <p:spPr>
              <a:xfrm>
                <a:off x="1595185" y="2590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92" name="ph3292"/>
              <p:cNvSpPr/>
              <p:nvPr/>
            </p:nvSpPr>
            <p:spPr>
              <a:xfrm>
                <a:off x="1604569" y="2590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93" name="ph3293"/>
              <p:cNvSpPr/>
              <p:nvPr/>
            </p:nvSpPr>
            <p:spPr>
              <a:xfrm>
                <a:off x="1613953" y="2590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94" name="ph3294"/>
              <p:cNvSpPr/>
              <p:nvPr/>
            </p:nvSpPr>
            <p:spPr>
              <a:xfrm>
                <a:off x="1623337" y="2590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690A7">
                  <a:alpha val="100000"/>
                </a:srgbClr>
              </a:solidFill>
              <a:ln w="5420" cap="flat">
                <a:solidFill>
                  <a:srgbClr val="3690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95" name="ph3295"/>
              <p:cNvSpPr/>
              <p:nvPr/>
            </p:nvSpPr>
            <p:spPr>
              <a:xfrm>
                <a:off x="1632722" y="2590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96" name="ph3296"/>
              <p:cNvSpPr/>
              <p:nvPr/>
            </p:nvSpPr>
            <p:spPr>
              <a:xfrm>
                <a:off x="1642106" y="2590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97" name="ph3297"/>
              <p:cNvSpPr/>
              <p:nvPr/>
            </p:nvSpPr>
            <p:spPr>
              <a:xfrm>
                <a:off x="1651490" y="2590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98" name="ph3298"/>
              <p:cNvSpPr/>
              <p:nvPr/>
            </p:nvSpPr>
            <p:spPr>
              <a:xfrm>
                <a:off x="2796371" y="2590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99" name="ph3299"/>
              <p:cNvSpPr/>
              <p:nvPr/>
            </p:nvSpPr>
            <p:spPr>
              <a:xfrm>
                <a:off x="2805756" y="2590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00" name="ph3300"/>
              <p:cNvSpPr/>
              <p:nvPr/>
            </p:nvSpPr>
            <p:spPr>
              <a:xfrm>
                <a:off x="2815140" y="2590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ECCAC">
                  <a:alpha val="100000"/>
                </a:srgbClr>
              </a:solidFill>
              <a:ln w="5420" cap="flat">
                <a:solidFill>
                  <a:srgbClr val="5E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01" name="ph3301"/>
              <p:cNvSpPr/>
              <p:nvPr/>
            </p:nvSpPr>
            <p:spPr>
              <a:xfrm>
                <a:off x="2824524" y="2590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02" name="ph3302"/>
              <p:cNvSpPr/>
              <p:nvPr/>
            </p:nvSpPr>
            <p:spPr>
              <a:xfrm>
                <a:off x="2833908" y="2590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03" name="ph3303"/>
              <p:cNvSpPr/>
              <p:nvPr/>
            </p:nvSpPr>
            <p:spPr>
              <a:xfrm>
                <a:off x="2974673" y="2590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04" name="ph3304"/>
              <p:cNvSpPr/>
              <p:nvPr/>
            </p:nvSpPr>
            <p:spPr>
              <a:xfrm>
                <a:off x="2984057" y="2590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05" name="ph3305"/>
              <p:cNvSpPr/>
              <p:nvPr/>
            </p:nvSpPr>
            <p:spPr>
              <a:xfrm>
                <a:off x="2993441" y="2590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06" name="ph3306"/>
              <p:cNvSpPr/>
              <p:nvPr/>
            </p:nvSpPr>
            <p:spPr>
              <a:xfrm>
                <a:off x="3002825" y="2590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07" name="ph3307"/>
              <p:cNvSpPr/>
              <p:nvPr/>
            </p:nvSpPr>
            <p:spPr>
              <a:xfrm>
                <a:off x="3012210" y="2590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08" name="ph3308"/>
              <p:cNvSpPr/>
              <p:nvPr/>
            </p:nvSpPr>
            <p:spPr>
              <a:xfrm>
                <a:off x="3021594" y="2590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09" name="ph3309"/>
              <p:cNvSpPr/>
              <p:nvPr/>
            </p:nvSpPr>
            <p:spPr>
              <a:xfrm>
                <a:off x="1567032" y="260160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10" name="ph3310"/>
              <p:cNvSpPr/>
              <p:nvPr/>
            </p:nvSpPr>
            <p:spPr>
              <a:xfrm>
                <a:off x="1576416" y="260160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11" name="ph3311"/>
              <p:cNvSpPr/>
              <p:nvPr/>
            </p:nvSpPr>
            <p:spPr>
              <a:xfrm>
                <a:off x="1585800" y="260160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12" name="ph3312"/>
              <p:cNvSpPr/>
              <p:nvPr/>
            </p:nvSpPr>
            <p:spPr>
              <a:xfrm>
                <a:off x="1595185" y="260160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13" name="ph3313"/>
              <p:cNvSpPr/>
              <p:nvPr/>
            </p:nvSpPr>
            <p:spPr>
              <a:xfrm>
                <a:off x="1604569" y="260160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14" name="ph3314"/>
              <p:cNvSpPr/>
              <p:nvPr/>
            </p:nvSpPr>
            <p:spPr>
              <a:xfrm>
                <a:off x="1613953" y="260160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15" name="ph3315"/>
              <p:cNvSpPr/>
              <p:nvPr/>
            </p:nvSpPr>
            <p:spPr>
              <a:xfrm>
                <a:off x="1623337" y="260160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88CA7">
                  <a:alpha val="100000"/>
                </a:srgbClr>
              </a:solidFill>
              <a:ln w="5420" cap="flat">
                <a:solidFill>
                  <a:srgbClr val="38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16" name="ph3316"/>
              <p:cNvSpPr/>
              <p:nvPr/>
            </p:nvSpPr>
            <p:spPr>
              <a:xfrm>
                <a:off x="1632722" y="260160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17" name="ph3317"/>
              <p:cNvSpPr/>
              <p:nvPr/>
            </p:nvSpPr>
            <p:spPr>
              <a:xfrm>
                <a:off x="2796371" y="260160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18" name="ph3318"/>
              <p:cNvSpPr/>
              <p:nvPr/>
            </p:nvSpPr>
            <p:spPr>
              <a:xfrm>
                <a:off x="2805756" y="260160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ECCAC">
                  <a:alpha val="100000"/>
                </a:srgbClr>
              </a:solidFill>
              <a:ln w="5420" cap="flat">
                <a:solidFill>
                  <a:srgbClr val="5E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19" name="ph3319"/>
              <p:cNvSpPr/>
              <p:nvPr/>
            </p:nvSpPr>
            <p:spPr>
              <a:xfrm>
                <a:off x="2815140" y="260160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20" name="ph3320"/>
              <p:cNvSpPr/>
              <p:nvPr/>
            </p:nvSpPr>
            <p:spPr>
              <a:xfrm>
                <a:off x="2824524" y="260160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21" name="ph3321"/>
              <p:cNvSpPr/>
              <p:nvPr/>
            </p:nvSpPr>
            <p:spPr>
              <a:xfrm>
                <a:off x="2833908" y="260160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22" name="ph3322"/>
              <p:cNvSpPr/>
              <p:nvPr/>
            </p:nvSpPr>
            <p:spPr>
              <a:xfrm>
                <a:off x="2843293" y="260160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23" name="ph3323"/>
              <p:cNvSpPr/>
              <p:nvPr/>
            </p:nvSpPr>
            <p:spPr>
              <a:xfrm>
                <a:off x="2852677" y="260160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24" name="ph3324"/>
              <p:cNvSpPr/>
              <p:nvPr/>
            </p:nvSpPr>
            <p:spPr>
              <a:xfrm>
                <a:off x="2984057" y="260160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25" name="ph3325"/>
              <p:cNvSpPr/>
              <p:nvPr/>
            </p:nvSpPr>
            <p:spPr>
              <a:xfrm>
                <a:off x="2993441" y="260160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26" name="ph3326"/>
              <p:cNvSpPr/>
              <p:nvPr/>
            </p:nvSpPr>
            <p:spPr>
              <a:xfrm>
                <a:off x="3002825" y="260160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27" name="ph3327"/>
              <p:cNvSpPr/>
              <p:nvPr/>
            </p:nvSpPr>
            <p:spPr>
              <a:xfrm>
                <a:off x="3012210" y="260160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28" name="ph3328"/>
              <p:cNvSpPr/>
              <p:nvPr/>
            </p:nvSpPr>
            <p:spPr>
              <a:xfrm>
                <a:off x="3021594" y="260160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2CEAD">
                  <a:alpha val="100000"/>
                </a:srgbClr>
              </a:solidFill>
              <a:ln w="5420" cap="flat">
                <a:solidFill>
                  <a:srgbClr val="62CE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29" name="ph3329"/>
              <p:cNvSpPr/>
              <p:nvPr/>
            </p:nvSpPr>
            <p:spPr>
              <a:xfrm>
                <a:off x="1557647" y="261313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30" name="ph3330"/>
              <p:cNvSpPr/>
              <p:nvPr/>
            </p:nvSpPr>
            <p:spPr>
              <a:xfrm>
                <a:off x="1567032" y="261313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31" name="ph3331"/>
              <p:cNvSpPr/>
              <p:nvPr/>
            </p:nvSpPr>
            <p:spPr>
              <a:xfrm>
                <a:off x="1576416" y="261313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32" name="ph3332"/>
              <p:cNvSpPr/>
              <p:nvPr/>
            </p:nvSpPr>
            <p:spPr>
              <a:xfrm>
                <a:off x="1585800" y="261313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33" name="ph3333"/>
              <p:cNvSpPr/>
              <p:nvPr/>
            </p:nvSpPr>
            <p:spPr>
              <a:xfrm>
                <a:off x="1595185" y="261313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34" name="ph3334"/>
              <p:cNvSpPr/>
              <p:nvPr/>
            </p:nvSpPr>
            <p:spPr>
              <a:xfrm>
                <a:off x="1604569" y="261313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35" name="ph3335"/>
              <p:cNvSpPr/>
              <p:nvPr/>
            </p:nvSpPr>
            <p:spPr>
              <a:xfrm>
                <a:off x="1613953" y="261313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36" name="ph3336"/>
              <p:cNvSpPr/>
              <p:nvPr/>
            </p:nvSpPr>
            <p:spPr>
              <a:xfrm>
                <a:off x="1623337" y="261313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37" name="ph3337"/>
              <p:cNvSpPr/>
              <p:nvPr/>
            </p:nvSpPr>
            <p:spPr>
              <a:xfrm>
                <a:off x="2796371" y="261313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38" name="ph3338"/>
              <p:cNvSpPr/>
              <p:nvPr/>
            </p:nvSpPr>
            <p:spPr>
              <a:xfrm>
                <a:off x="2805756" y="261313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39" name="ph3339"/>
              <p:cNvSpPr/>
              <p:nvPr/>
            </p:nvSpPr>
            <p:spPr>
              <a:xfrm>
                <a:off x="2815140" y="261313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40" name="ph3340"/>
              <p:cNvSpPr/>
              <p:nvPr/>
            </p:nvSpPr>
            <p:spPr>
              <a:xfrm>
                <a:off x="2824524" y="261313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41" name="ph3341"/>
              <p:cNvSpPr/>
              <p:nvPr/>
            </p:nvSpPr>
            <p:spPr>
              <a:xfrm>
                <a:off x="2833908" y="261313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42" name="ph3342"/>
              <p:cNvSpPr/>
              <p:nvPr/>
            </p:nvSpPr>
            <p:spPr>
              <a:xfrm>
                <a:off x="2843293" y="261313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43" name="ph3343"/>
              <p:cNvSpPr/>
              <p:nvPr/>
            </p:nvSpPr>
            <p:spPr>
              <a:xfrm>
                <a:off x="2852677" y="261313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44" name="ph3344"/>
              <p:cNvSpPr/>
              <p:nvPr/>
            </p:nvSpPr>
            <p:spPr>
              <a:xfrm>
                <a:off x="2862061" y="261313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45" name="ph3345"/>
              <p:cNvSpPr/>
              <p:nvPr/>
            </p:nvSpPr>
            <p:spPr>
              <a:xfrm>
                <a:off x="2984057" y="261313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46" name="ph3346"/>
              <p:cNvSpPr/>
              <p:nvPr/>
            </p:nvSpPr>
            <p:spPr>
              <a:xfrm>
                <a:off x="2993441" y="261313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47" name="ph3347"/>
              <p:cNvSpPr/>
              <p:nvPr/>
            </p:nvSpPr>
            <p:spPr>
              <a:xfrm>
                <a:off x="3002825" y="261313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48" name="ph3348"/>
              <p:cNvSpPr/>
              <p:nvPr/>
            </p:nvSpPr>
            <p:spPr>
              <a:xfrm>
                <a:off x="3012210" y="261313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49" name="ph3349"/>
              <p:cNvSpPr/>
              <p:nvPr/>
            </p:nvSpPr>
            <p:spPr>
              <a:xfrm>
                <a:off x="3021594" y="261313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2CEAD">
                  <a:alpha val="100000"/>
                </a:srgbClr>
              </a:solidFill>
              <a:ln w="5420" cap="flat">
                <a:solidFill>
                  <a:srgbClr val="62CE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50" name="ph3350"/>
              <p:cNvSpPr/>
              <p:nvPr/>
            </p:nvSpPr>
            <p:spPr>
              <a:xfrm>
                <a:off x="3030978" y="261313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62CFAD">
                  <a:alpha val="100000"/>
                </a:srgbClr>
              </a:solidFill>
              <a:ln w="5420" cap="flat">
                <a:solidFill>
                  <a:srgbClr val="62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51" name="ph3351"/>
              <p:cNvSpPr/>
              <p:nvPr/>
            </p:nvSpPr>
            <p:spPr>
              <a:xfrm>
                <a:off x="1548263" y="262466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52" name="ph3352"/>
              <p:cNvSpPr/>
              <p:nvPr/>
            </p:nvSpPr>
            <p:spPr>
              <a:xfrm>
                <a:off x="1557647" y="262466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53" name="ph3353"/>
              <p:cNvSpPr/>
              <p:nvPr/>
            </p:nvSpPr>
            <p:spPr>
              <a:xfrm>
                <a:off x="1567032" y="262466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54" name="ph3354"/>
              <p:cNvSpPr/>
              <p:nvPr/>
            </p:nvSpPr>
            <p:spPr>
              <a:xfrm>
                <a:off x="1576416" y="262466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55" name="ph3355"/>
              <p:cNvSpPr/>
              <p:nvPr/>
            </p:nvSpPr>
            <p:spPr>
              <a:xfrm>
                <a:off x="1585800" y="262466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56" name="ph3356"/>
              <p:cNvSpPr/>
              <p:nvPr/>
            </p:nvSpPr>
            <p:spPr>
              <a:xfrm>
                <a:off x="1595185" y="262466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57" name="ph3357"/>
              <p:cNvSpPr/>
              <p:nvPr/>
            </p:nvSpPr>
            <p:spPr>
              <a:xfrm>
                <a:off x="1604569" y="262466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58" name="ph3358"/>
              <p:cNvSpPr/>
              <p:nvPr/>
            </p:nvSpPr>
            <p:spPr>
              <a:xfrm>
                <a:off x="1613953" y="262466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59" name="ph3359"/>
              <p:cNvSpPr/>
              <p:nvPr/>
            </p:nvSpPr>
            <p:spPr>
              <a:xfrm>
                <a:off x="2796371" y="262466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60" name="ph3360"/>
              <p:cNvSpPr/>
              <p:nvPr/>
            </p:nvSpPr>
            <p:spPr>
              <a:xfrm>
                <a:off x="2805756" y="262466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61" name="ph3361"/>
              <p:cNvSpPr/>
              <p:nvPr/>
            </p:nvSpPr>
            <p:spPr>
              <a:xfrm>
                <a:off x="2815140" y="262466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62" name="ph3362"/>
              <p:cNvSpPr/>
              <p:nvPr/>
            </p:nvSpPr>
            <p:spPr>
              <a:xfrm>
                <a:off x="2824524" y="262466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63" name="ph3363"/>
              <p:cNvSpPr/>
              <p:nvPr/>
            </p:nvSpPr>
            <p:spPr>
              <a:xfrm>
                <a:off x="2833908" y="262466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64" name="ph3364"/>
              <p:cNvSpPr/>
              <p:nvPr/>
            </p:nvSpPr>
            <p:spPr>
              <a:xfrm>
                <a:off x="2843293" y="262466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65" name="ph3365"/>
              <p:cNvSpPr/>
              <p:nvPr/>
            </p:nvSpPr>
            <p:spPr>
              <a:xfrm>
                <a:off x="2852677" y="262466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66" name="ph3366"/>
              <p:cNvSpPr/>
              <p:nvPr/>
            </p:nvSpPr>
            <p:spPr>
              <a:xfrm>
                <a:off x="2862061" y="262466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67" name="ph3367"/>
              <p:cNvSpPr/>
              <p:nvPr/>
            </p:nvSpPr>
            <p:spPr>
              <a:xfrm>
                <a:off x="2993441" y="262466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68" name="ph3368"/>
              <p:cNvSpPr/>
              <p:nvPr/>
            </p:nvSpPr>
            <p:spPr>
              <a:xfrm>
                <a:off x="3002825" y="262466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69" name="ph3369"/>
              <p:cNvSpPr/>
              <p:nvPr/>
            </p:nvSpPr>
            <p:spPr>
              <a:xfrm>
                <a:off x="3012210" y="262466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2CEAD">
                  <a:alpha val="100000"/>
                </a:srgbClr>
              </a:solidFill>
              <a:ln w="5420" cap="flat">
                <a:solidFill>
                  <a:srgbClr val="62CE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70" name="ph3370"/>
              <p:cNvSpPr/>
              <p:nvPr/>
            </p:nvSpPr>
            <p:spPr>
              <a:xfrm>
                <a:off x="3021594" y="262466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2CFAD">
                  <a:alpha val="100000"/>
                </a:srgbClr>
              </a:solidFill>
              <a:ln w="5420" cap="flat">
                <a:solidFill>
                  <a:srgbClr val="62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71" name="ph3371"/>
              <p:cNvSpPr/>
              <p:nvPr/>
            </p:nvSpPr>
            <p:spPr>
              <a:xfrm>
                <a:off x="3030978" y="262466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72" name="ph3372"/>
              <p:cNvSpPr/>
              <p:nvPr/>
            </p:nvSpPr>
            <p:spPr>
              <a:xfrm>
                <a:off x="1548263" y="263619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887A6">
                  <a:alpha val="100000"/>
                </a:srgbClr>
              </a:solidFill>
              <a:ln w="5420" cap="flat">
                <a:solidFill>
                  <a:srgbClr val="38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73" name="ph3373"/>
              <p:cNvSpPr/>
              <p:nvPr/>
            </p:nvSpPr>
            <p:spPr>
              <a:xfrm>
                <a:off x="1557647" y="263619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74" name="ph3374"/>
              <p:cNvSpPr/>
              <p:nvPr/>
            </p:nvSpPr>
            <p:spPr>
              <a:xfrm>
                <a:off x="1567032" y="263619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75" name="ph3375"/>
              <p:cNvSpPr/>
              <p:nvPr/>
            </p:nvSpPr>
            <p:spPr>
              <a:xfrm>
                <a:off x="1576416" y="263619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76" name="ph3376"/>
              <p:cNvSpPr/>
              <p:nvPr/>
            </p:nvSpPr>
            <p:spPr>
              <a:xfrm>
                <a:off x="1585800" y="263619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77" name="ph3377"/>
              <p:cNvSpPr/>
              <p:nvPr/>
            </p:nvSpPr>
            <p:spPr>
              <a:xfrm>
                <a:off x="1595185" y="263619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78" name="ph3378"/>
              <p:cNvSpPr/>
              <p:nvPr/>
            </p:nvSpPr>
            <p:spPr>
              <a:xfrm>
                <a:off x="1604569" y="263619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79" name="ph3379"/>
              <p:cNvSpPr/>
              <p:nvPr/>
            </p:nvSpPr>
            <p:spPr>
              <a:xfrm>
                <a:off x="2796371" y="263619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80" name="ph3380"/>
              <p:cNvSpPr/>
              <p:nvPr/>
            </p:nvSpPr>
            <p:spPr>
              <a:xfrm>
                <a:off x="2805756" y="263619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81" name="ph3381"/>
              <p:cNvSpPr/>
              <p:nvPr/>
            </p:nvSpPr>
            <p:spPr>
              <a:xfrm>
                <a:off x="2815140" y="263619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82" name="ph3382"/>
              <p:cNvSpPr/>
              <p:nvPr/>
            </p:nvSpPr>
            <p:spPr>
              <a:xfrm>
                <a:off x="2824524" y="263619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83" name="ph3383"/>
              <p:cNvSpPr/>
              <p:nvPr/>
            </p:nvSpPr>
            <p:spPr>
              <a:xfrm>
                <a:off x="2833908" y="263619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84" name="ph3384"/>
              <p:cNvSpPr/>
              <p:nvPr/>
            </p:nvSpPr>
            <p:spPr>
              <a:xfrm>
                <a:off x="2843293" y="263619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85" name="ph3385"/>
              <p:cNvSpPr/>
              <p:nvPr/>
            </p:nvSpPr>
            <p:spPr>
              <a:xfrm>
                <a:off x="2852677" y="263619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86" name="ph3386"/>
              <p:cNvSpPr/>
              <p:nvPr/>
            </p:nvSpPr>
            <p:spPr>
              <a:xfrm>
                <a:off x="2862061" y="263619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87" name="ph3387"/>
              <p:cNvSpPr/>
              <p:nvPr/>
            </p:nvSpPr>
            <p:spPr>
              <a:xfrm>
                <a:off x="2993441" y="263619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88" name="ph3388"/>
              <p:cNvSpPr/>
              <p:nvPr/>
            </p:nvSpPr>
            <p:spPr>
              <a:xfrm>
                <a:off x="3002825" y="263619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2CEAD">
                  <a:alpha val="100000"/>
                </a:srgbClr>
              </a:solidFill>
              <a:ln w="5420" cap="flat">
                <a:solidFill>
                  <a:srgbClr val="62CE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89" name="ph3389"/>
              <p:cNvSpPr/>
              <p:nvPr/>
            </p:nvSpPr>
            <p:spPr>
              <a:xfrm>
                <a:off x="3012210" y="263619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2CFAD">
                  <a:alpha val="100000"/>
                </a:srgbClr>
              </a:solidFill>
              <a:ln w="5420" cap="flat">
                <a:solidFill>
                  <a:srgbClr val="62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90" name="ph3390"/>
              <p:cNvSpPr/>
              <p:nvPr/>
            </p:nvSpPr>
            <p:spPr>
              <a:xfrm>
                <a:off x="3021594" y="263619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91" name="ph3391"/>
              <p:cNvSpPr/>
              <p:nvPr/>
            </p:nvSpPr>
            <p:spPr>
              <a:xfrm>
                <a:off x="3030978" y="263619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92" name="ph3392"/>
              <p:cNvSpPr/>
              <p:nvPr/>
            </p:nvSpPr>
            <p:spPr>
              <a:xfrm>
                <a:off x="1529495" y="264773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93" name="ph3393"/>
              <p:cNvSpPr/>
              <p:nvPr/>
            </p:nvSpPr>
            <p:spPr>
              <a:xfrm>
                <a:off x="1538879" y="264773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94" name="ph3394"/>
              <p:cNvSpPr/>
              <p:nvPr/>
            </p:nvSpPr>
            <p:spPr>
              <a:xfrm>
                <a:off x="1557647" y="264773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95" name="ph3395"/>
              <p:cNvSpPr/>
              <p:nvPr/>
            </p:nvSpPr>
            <p:spPr>
              <a:xfrm>
                <a:off x="1567032" y="264773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96" name="ph3396"/>
              <p:cNvSpPr/>
              <p:nvPr/>
            </p:nvSpPr>
            <p:spPr>
              <a:xfrm>
                <a:off x="1576416" y="264773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97" name="ph3397"/>
              <p:cNvSpPr/>
              <p:nvPr/>
            </p:nvSpPr>
            <p:spPr>
              <a:xfrm>
                <a:off x="1585800" y="264773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98" name="ph3398"/>
              <p:cNvSpPr/>
              <p:nvPr/>
            </p:nvSpPr>
            <p:spPr>
              <a:xfrm>
                <a:off x="1595185" y="264773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99" name="ph3399"/>
              <p:cNvSpPr/>
              <p:nvPr/>
            </p:nvSpPr>
            <p:spPr>
              <a:xfrm>
                <a:off x="2796371" y="264773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00" name="ph3400"/>
              <p:cNvSpPr/>
              <p:nvPr/>
            </p:nvSpPr>
            <p:spPr>
              <a:xfrm>
                <a:off x="2805756" y="264773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01" name="ph3401"/>
              <p:cNvSpPr/>
              <p:nvPr/>
            </p:nvSpPr>
            <p:spPr>
              <a:xfrm>
                <a:off x="2815140" y="264773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02" name="ph3402"/>
              <p:cNvSpPr/>
              <p:nvPr/>
            </p:nvSpPr>
            <p:spPr>
              <a:xfrm>
                <a:off x="2824524" y="264773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03" name="ph3403"/>
              <p:cNvSpPr/>
              <p:nvPr/>
            </p:nvSpPr>
            <p:spPr>
              <a:xfrm>
                <a:off x="2833908" y="264773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04" name="ph3404"/>
              <p:cNvSpPr/>
              <p:nvPr/>
            </p:nvSpPr>
            <p:spPr>
              <a:xfrm>
                <a:off x="2843293" y="264773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05" name="ph3405"/>
              <p:cNvSpPr/>
              <p:nvPr/>
            </p:nvSpPr>
            <p:spPr>
              <a:xfrm>
                <a:off x="2852677" y="264773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06" name="ph3406"/>
              <p:cNvSpPr/>
              <p:nvPr/>
            </p:nvSpPr>
            <p:spPr>
              <a:xfrm>
                <a:off x="2862061" y="264773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07" name="ph3407"/>
              <p:cNvSpPr/>
              <p:nvPr/>
            </p:nvSpPr>
            <p:spPr>
              <a:xfrm>
                <a:off x="2993441" y="264773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2CEAD">
                  <a:alpha val="100000"/>
                </a:srgbClr>
              </a:solidFill>
              <a:ln w="5420" cap="flat">
                <a:solidFill>
                  <a:srgbClr val="62CE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08" name="ph3408"/>
              <p:cNvSpPr/>
              <p:nvPr/>
            </p:nvSpPr>
            <p:spPr>
              <a:xfrm>
                <a:off x="3002825" y="264773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2CFAD">
                  <a:alpha val="100000"/>
                </a:srgbClr>
              </a:solidFill>
              <a:ln w="5420" cap="flat">
                <a:solidFill>
                  <a:srgbClr val="62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09" name="ph3409"/>
              <p:cNvSpPr/>
              <p:nvPr/>
            </p:nvSpPr>
            <p:spPr>
              <a:xfrm>
                <a:off x="3012210" y="264773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2CFAD">
                  <a:alpha val="100000"/>
                </a:srgbClr>
              </a:solidFill>
              <a:ln w="5420" cap="flat">
                <a:solidFill>
                  <a:srgbClr val="62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10" name="ph3410"/>
              <p:cNvSpPr/>
              <p:nvPr/>
            </p:nvSpPr>
            <p:spPr>
              <a:xfrm>
                <a:off x="3021594" y="264773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11" name="ph3411"/>
              <p:cNvSpPr/>
              <p:nvPr/>
            </p:nvSpPr>
            <p:spPr>
              <a:xfrm>
                <a:off x="3030978" y="264773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12" name="ph3412"/>
              <p:cNvSpPr/>
              <p:nvPr/>
            </p:nvSpPr>
            <p:spPr>
              <a:xfrm>
                <a:off x="1520110" y="265926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13" name="ph3413"/>
              <p:cNvSpPr/>
              <p:nvPr/>
            </p:nvSpPr>
            <p:spPr>
              <a:xfrm>
                <a:off x="1529495" y="265926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14" name="ph3414"/>
              <p:cNvSpPr/>
              <p:nvPr/>
            </p:nvSpPr>
            <p:spPr>
              <a:xfrm>
                <a:off x="1538879" y="265926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15" name="ph3415"/>
              <p:cNvSpPr/>
              <p:nvPr/>
            </p:nvSpPr>
            <p:spPr>
              <a:xfrm>
                <a:off x="1548263" y="265926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16" name="ph3416"/>
              <p:cNvSpPr/>
              <p:nvPr/>
            </p:nvSpPr>
            <p:spPr>
              <a:xfrm>
                <a:off x="1557647" y="265926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17" name="ph3417"/>
              <p:cNvSpPr/>
              <p:nvPr/>
            </p:nvSpPr>
            <p:spPr>
              <a:xfrm>
                <a:off x="1567032" y="265926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18" name="ph3418"/>
              <p:cNvSpPr/>
              <p:nvPr/>
            </p:nvSpPr>
            <p:spPr>
              <a:xfrm>
                <a:off x="1576416" y="265926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19" name="ph3419"/>
              <p:cNvSpPr/>
              <p:nvPr/>
            </p:nvSpPr>
            <p:spPr>
              <a:xfrm>
                <a:off x="1585800" y="265926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20" name="ph3420"/>
              <p:cNvSpPr/>
              <p:nvPr/>
            </p:nvSpPr>
            <p:spPr>
              <a:xfrm>
                <a:off x="1595185" y="265926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21" name="ph3421"/>
              <p:cNvSpPr/>
              <p:nvPr/>
            </p:nvSpPr>
            <p:spPr>
              <a:xfrm>
                <a:off x="2805756" y="265926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22" name="ph3422"/>
              <p:cNvSpPr/>
              <p:nvPr/>
            </p:nvSpPr>
            <p:spPr>
              <a:xfrm>
                <a:off x="2815140" y="265926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23" name="ph3423"/>
              <p:cNvSpPr/>
              <p:nvPr/>
            </p:nvSpPr>
            <p:spPr>
              <a:xfrm>
                <a:off x="2824524" y="265926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24" name="ph3424"/>
              <p:cNvSpPr/>
              <p:nvPr/>
            </p:nvSpPr>
            <p:spPr>
              <a:xfrm>
                <a:off x="2833908" y="265926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25" name="ph3425"/>
              <p:cNvSpPr/>
              <p:nvPr/>
            </p:nvSpPr>
            <p:spPr>
              <a:xfrm>
                <a:off x="2843293" y="265926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26" name="ph3426"/>
              <p:cNvSpPr/>
              <p:nvPr/>
            </p:nvSpPr>
            <p:spPr>
              <a:xfrm>
                <a:off x="2852677" y="265926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27" name="ph3427"/>
              <p:cNvSpPr/>
              <p:nvPr/>
            </p:nvSpPr>
            <p:spPr>
              <a:xfrm>
                <a:off x="3002825" y="265926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2CFAD">
                  <a:alpha val="100000"/>
                </a:srgbClr>
              </a:solidFill>
              <a:ln w="5420" cap="flat">
                <a:solidFill>
                  <a:srgbClr val="62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28" name="ph3428"/>
              <p:cNvSpPr/>
              <p:nvPr/>
            </p:nvSpPr>
            <p:spPr>
              <a:xfrm>
                <a:off x="3012210" y="265926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29" name="ph3429"/>
              <p:cNvSpPr/>
              <p:nvPr/>
            </p:nvSpPr>
            <p:spPr>
              <a:xfrm>
                <a:off x="3021594" y="265926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30" name="ph3430"/>
              <p:cNvSpPr/>
              <p:nvPr/>
            </p:nvSpPr>
            <p:spPr>
              <a:xfrm>
                <a:off x="3030978" y="265926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31" name="ph3431"/>
              <p:cNvSpPr/>
              <p:nvPr/>
            </p:nvSpPr>
            <p:spPr>
              <a:xfrm>
                <a:off x="3040362" y="265926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32" name="ph3432"/>
              <p:cNvSpPr/>
              <p:nvPr/>
            </p:nvSpPr>
            <p:spPr>
              <a:xfrm>
                <a:off x="1520110" y="267079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33" name="ph3433"/>
              <p:cNvSpPr/>
              <p:nvPr/>
            </p:nvSpPr>
            <p:spPr>
              <a:xfrm>
                <a:off x="1529495" y="267079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34" name="ph3434"/>
              <p:cNvSpPr/>
              <p:nvPr/>
            </p:nvSpPr>
            <p:spPr>
              <a:xfrm>
                <a:off x="1538879" y="267079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35" name="ph3435"/>
              <p:cNvSpPr/>
              <p:nvPr/>
            </p:nvSpPr>
            <p:spPr>
              <a:xfrm>
                <a:off x="1548263" y="267079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36" name="ph3436"/>
              <p:cNvSpPr/>
              <p:nvPr/>
            </p:nvSpPr>
            <p:spPr>
              <a:xfrm>
                <a:off x="1557647" y="267079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37" name="ph3437"/>
              <p:cNvSpPr/>
              <p:nvPr/>
            </p:nvSpPr>
            <p:spPr>
              <a:xfrm>
                <a:off x="1567032" y="267079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38" name="ph3438"/>
              <p:cNvSpPr/>
              <p:nvPr/>
            </p:nvSpPr>
            <p:spPr>
              <a:xfrm>
                <a:off x="1576416" y="267079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39" name="ph3439"/>
              <p:cNvSpPr/>
              <p:nvPr/>
            </p:nvSpPr>
            <p:spPr>
              <a:xfrm>
                <a:off x="1585800" y="267079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40" name="ph3440"/>
              <p:cNvSpPr/>
              <p:nvPr/>
            </p:nvSpPr>
            <p:spPr>
              <a:xfrm>
                <a:off x="2805756" y="267079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41" name="ph3441"/>
              <p:cNvSpPr/>
              <p:nvPr/>
            </p:nvSpPr>
            <p:spPr>
              <a:xfrm>
                <a:off x="2815140" y="267079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42" name="ph3442"/>
              <p:cNvSpPr/>
              <p:nvPr/>
            </p:nvSpPr>
            <p:spPr>
              <a:xfrm>
                <a:off x="2824524" y="267079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43" name="ph3443"/>
              <p:cNvSpPr/>
              <p:nvPr/>
            </p:nvSpPr>
            <p:spPr>
              <a:xfrm>
                <a:off x="2833908" y="267079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44" name="ph3444"/>
              <p:cNvSpPr/>
              <p:nvPr/>
            </p:nvSpPr>
            <p:spPr>
              <a:xfrm>
                <a:off x="2843293" y="267079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45" name="ph3445"/>
              <p:cNvSpPr/>
              <p:nvPr/>
            </p:nvSpPr>
            <p:spPr>
              <a:xfrm>
                <a:off x="3002825" y="267079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46" name="ph3446"/>
              <p:cNvSpPr/>
              <p:nvPr/>
            </p:nvSpPr>
            <p:spPr>
              <a:xfrm>
                <a:off x="3012210" y="267079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47" name="ph3447"/>
              <p:cNvSpPr/>
              <p:nvPr/>
            </p:nvSpPr>
            <p:spPr>
              <a:xfrm>
                <a:off x="3021594" y="267079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48" name="ph3448"/>
              <p:cNvSpPr/>
              <p:nvPr/>
            </p:nvSpPr>
            <p:spPr>
              <a:xfrm>
                <a:off x="3030978" y="267079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49" name="ph3449"/>
              <p:cNvSpPr/>
              <p:nvPr/>
            </p:nvSpPr>
            <p:spPr>
              <a:xfrm>
                <a:off x="3040362" y="267079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50" name="ph3450"/>
              <p:cNvSpPr/>
              <p:nvPr/>
            </p:nvSpPr>
            <p:spPr>
              <a:xfrm>
                <a:off x="1520110" y="268232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51" name="ph3451"/>
              <p:cNvSpPr/>
              <p:nvPr/>
            </p:nvSpPr>
            <p:spPr>
              <a:xfrm>
                <a:off x="1529495" y="268232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52" name="ph3452"/>
              <p:cNvSpPr/>
              <p:nvPr/>
            </p:nvSpPr>
            <p:spPr>
              <a:xfrm>
                <a:off x="1538879" y="268232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53" name="ph3453"/>
              <p:cNvSpPr/>
              <p:nvPr/>
            </p:nvSpPr>
            <p:spPr>
              <a:xfrm>
                <a:off x="1548263" y="268232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54" name="ph3454"/>
              <p:cNvSpPr/>
              <p:nvPr/>
            </p:nvSpPr>
            <p:spPr>
              <a:xfrm>
                <a:off x="1557647" y="268232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55" name="ph3455"/>
              <p:cNvSpPr/>
              <p:nvPr/>
            </p:nvSpPr>
            <p:spPr>
              <a:xfrm>
                <a:off x="1567032" y="268232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6A9">
                  <a:alpha val="100000"/>
                </a:srgbClr>
              </a:solidFill>
              <a:ln w="5420" cap="flat">
                <a:solidFill>
                  <a:srgbClr val="35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56" name="ph3456"/>
              <p:cNvSpPr/>
              <p:nvPr/>
            </p:nvSpPr>
            <p:spPr>
              <a:xfrm>
                <a:off x="1576416" y="268232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57" name="ph3457"/>
              <p:cNvSpPr/>
              <p:nvPr/>
            </p:nvSpPr>
            <p:spPr>
              <a:xfrm>
                <a:off x="1585800" y="268232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58" name="ph3458"/>
              <p:cNvSpPr/>
              <p:nvPr/>
            </p:nvSpPr>
            <p:spPr>
              <a:xfrm>
                <a:off x="2805756" y="268232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59" name="ph3459"/>
              <p:cNvSpPr/>
              <p:nvPr/>
            </p:nvSpPr>
            <p:spPr>
              <a:xfrm>
                <a:off x="2815140" y="268232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60" name="ph3460"/>
              <p:cNvSpPr/>
              <p:nvPr/>
            </p:nvSpPr>
            <p:spPr>
              <a:xfrm>
                <a:off x="2824524" y="268232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61" name="ph3461"/>
              <p:cNvSpPr/>
              <p:nvPr/>
            </p:nvSpPr>
            <p:spPr>
              <a:xfrm>
                <a:off x="2833908" y="268232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62" name="ph3462"/>
              <p:cNvSpPr/>
              <p:nvPr/>
            </p:nvSpPr>
            <p:spPr>
              <a:xfrm>
                <a:off x="2843293" y="268232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63" name="ph3463"/>
              <p:cNvSpPr/>
              <p:nvPr/>
            </p:nvSpPr>
            <p:spPr>
              <a:xfrm>
                <a:off x="2852677" y="268232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64" name="ph3464"/>
              <p:cNvSpPr/>
              <p:nvPr/>
            </p:nvSpPr>
            <p:spPr>
              <a:xfrm>
                <a:off x="3012210" y="268232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65" name="ph3465"/>
              <p:cNvSpPr/>
              <p:nvPr/>
            </p:nvSpPr>
            <p:spPr>
              <a:xfrm>
                <a:off x="3021594" y="268232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66" name="ph3466"/>
              <p:cNvSpPr/>
              <p:nvPr/>
            </p:nvSpPr>
            <p:spPr>
              <a:xfrm>
                <a:off x="3030978" y="268232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67" name="ph3467"/>
              <p:cNvSpPr/>
              <p:nvPr/>
            </p:nvSpPr>
            <p:spPr>
              <a:xfrm>
                <a:off x="3040362" y="268232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4CFAE">
                  <a:alpha val="100000"/>
                </a:srgbClr>
              </a:solidFill>
              <a:ln w="5420" cap="flat">
                <a:solidFill>
                  <a:srgbClr val="64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68" name="ph3468"/>
              <p:cNvSpPr/>
              <p:nvPr/>
            </p:nvSpPr>
            <p:spPr>
              <a:xfrm>
                <a:off x="3049747" y="268232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69" name="ph3469"/>
              <p:cNvSpPr/>
              <p:nvPr/>
            </p:nvSpPr>
            <p:spPr>
              <a:xfrm>
                <a:off x="1529495" y="269385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70" name="ph3470"/>
              <p:cNvSpPr/>
              <p:nvPr/>
            </p:nvSpPr>
            <p:spPr>
              <a:xfrm>
                <a:off x="1538879" y="269385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71" name="ph3471"/>
              <p:cNvSpPr/>
              <p:nvPr/>
            </p:nvSpPr>
            <p:spPr>
              <a:xfrm>
                <a:off x="1548263" y="269385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72" name="ph3472"/>
              <p:cNvSpPr/>
              <p:nvPr/>
            </p:nvSpPr>
            <p:spPr>
              <a:xfrm>
                <a:off x="1557647" y="269385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73" name="ph3473"/>
              <p:cNvSpPr/>
              <p:nvPr/>
            </p:nvSpPr>
            <p:spPr>
              <a:xfrm>
                <a:off x="1567032" y="269385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74" name="ph3474"/>
              <p:cNvSpPr/>
              <p:nvPr/>
            </p:nvSpPr>
            <p:spPr>
              <a:xfrm>
                <a:off x="1576416" y="269385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75" name="ph3475"/>
              <p:cNvSpPr/>
              <p:nvPr/>
            </p:nvSpPr>
            <p:spPr>
              <a:xfrm>
                <a:off x="2815140" y="269385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76" name="ph3476"/>
              <p:cNvSpPr/>
              <p:nvPr/>
            </p:nvSpPr>
            <p:spPr>
              <a:xfrm>
                <a:off x="2824524" y="269385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77" name="ph3477"/>
              <p:cNvSpPr/>
              <p:nvPr/>
            </p:nvSpPr>
            <p:spPr>
              <a:xfrm>
                <a:off x="2833908" y="269385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78" name="ph3478"/>
              <p:cNvSpPr/>
              <p:nvPr/>
            </p:nvSpPr>
            <p:spPr>
              <a:xfrm>
                <a:off x="2843293" y="269385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79" name="ph3479"/>
              <p:cNvSpPr/>
              <p:nvPr/>
            </p:nvSpPr>
            <p:spPr>
              <a:xfrm>
                <a:off x="2852677" y="269385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80" name="ph3480"/>
              <p:cNvSpPr/>
              <p:nvPr/>
            </p:nvSpPr>
            <p:spPr>
              <a:xfrm>
                <a:off x="3012210" y="269385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81" name="ph3481"/>
              <p:cNvSpPr/>
              <p:nvPr/>
            </p:nvSpPr>
            <p:spPr>
              <a:xfrm>
                <a:off x="3021594" y="269385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82" name="ph3482"/>
              <p:cNvSpPr/>
              <p:nvPr/>
            </p:nvSpPr>
            <p:spPr>
              <a:xfrm>
                <a:off x="3030978" y="269385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64CFAE">
                  <a:alpha val="100000"/>
                </a:srgbClr>
              </a:solidFill>
              <a:ln w="5420" cap="flat">
                <a:solidFill>
                  <a:srgbClr val="64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83" name="ph3483"/>
              <p:cNvSpPr/>
              <p:nvPr/>
            </p:nvSpPr>
            <p:spPr>
              <a:xfrm>
                <a:off x="3040362" y="269385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84" name="ph3484"/>
              <p:cNvSpPr/>
              <p:nvPr/>
            </p:nvSpPr>
            <p:spPr>
              <a:xfrm>
                <a:off x="3049747" y="269385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85" name="ph3485"/>
              <p:cNvSpPr/>
              <p:nvPr/>
            </p:nvSpPr>
            <p:spPr>
              <a:xfrm>
                <a:off x="3059131" y="269385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86" name="ph3486"/>
              <p:cNvSpPr/>
              <p:nvPr/>
            </p:nvSpPr>
            <p:spPr>
              <a:xfrm>
                <a:off x="1529495" y="270538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87" name="ph3487"/>
              <p:cNvSpPr/>
              <p:nvPr/>
            </p:nvSpPr>
            <p:spPr>
              <a:xfrm>
                <a:off x="1538879" y="270538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88" name="ph3488"/>
              <p:cNvSpPr/>
              <p:nvPr/>
            </p:nvSpPr>
            <p:spPr>
              <a:xfrm>
                <a:off x="1548263" y="270538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9DA9">
                  <a:alpha val="100000"/>
                </a:srgbClr>
              </a:solidFill>
              <a:ln w="5420" cap="flat">
                <a:solidFill>
                  <a:srgbClr val="3B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89" name="ph3489"/>
              <p:cNvSpPr/>
              <p:nvPr/>
            </p:nvSpPr>
            <p:spPr>
              <a:xfrm>
                <a:off x="1557647" y="270538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90" name="ph3490"/>
              <p:cNvSpPr/>
              <p:nvPr/>
            </p:nvSpPr>
            <p:spPr>
              <a:xfrm>
                <a:off x="1567032" y="270538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91" name="ph3491"/>
              <p:cNvSpPr/>
              <p:nvPr/>
            </p:nvSpPr>
            <p:spPr>
              <a:xfrm>
                <a:off x="1576416" y="270538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92" name="ph3492"/>
              <p:cNvSpPr/>
              <p:nvPr/>
            </p:nvSpPr>
            <p:spPr>
              <a:xfrm>
                <a:off x="2824524" y="270538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93" name="ph3493"/>
              <p:cNvSpPr/>
              <p:nvPr/>
            </p:nvSpPr>
            <p:spPr>
              <a:xfrm>
                <a:off x="2833908" y="270538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94" name="ph3494"/>
              <p:cNvSpPr/>
              <p:nvPr/>
            </p:nvSpPr>
            <p:spPr>
              <a:xfrm>
                <a:off x="2843293" y="270538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95" name="ph3495"/>
              <p:cNvSpPr/>
              <p:nvPr/>
            </p:nvSpPr>
            <p:spPr>
              <a:xfrm>
                <a:off x="2852677" y="270538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96" name="ph3496"/>
              <p:cNvSpPr/>
              <p:nvPr/>
            </p:nvSpPr>
            <p:spPr>
              <a:xfrm>
                <a:off x="2862061" y="270538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97" name="ph3497"/>
              <p:cNvSpPr/>
              <p:nvPr/>
            </p:nvSpPr>
            <p:spPr>
              <a:xfrm>
                <a:off x="2871446" y="270538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98" name="ph3498"/>
              <p:cNvSpPr/>
              <p:nvPr/>
            </p:nvSpPr>
            <p:spPr>
              <a:xfrm>
                <a:off x="2880830" y="270538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99" name="ph3499"/>
              <p:cNvSpPr/>
              <p:nvPr/>
            </p:nvSpPr>
            <p:spPr>
              <a:xfrm>
                <a:off x="2890214" y="270538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00" name="ph3500"/>
              <p:cNvSpPr/>
              <p:nvPr/>
            </p:nvSpPr>
            <p:spPr>
              <a:xfrm>
                <a:off x="3021594" y="270538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01" name="ph3501"/>
              <p:cNvSpPr/>
              <p:nvPr/>
            </p:nvSpPr>
            <p:spPr>
              <a:xfrm>
                <a:off x="3030978" y="270538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64CFAE">
                  <a:alpha val="100000"/>
                </a:srgbClr>
              </a:solidFill>
              <a:ln w="5420" cap="flat">
                <a:solidFill>
                  <a:srgbClr val="64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02" name="ph3502"/>
              <p:cNvSpPr/>
              <p:nvPr/>
            </p:nvSpPr>
            <p:spPr>
              <a:xfrm>
                <a:off x="3040362" y="270538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03" name="ph3503"/>
              <p:cNvSpPr/>
              <p:nvPr/>
            </p:nvSpPr>
            <p:spPr>
              <a:xfrm>
                <a:off x="3049747" y="270538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04" name="ph3504"/>
              <p:cNvSpPr/>
              <p:nvPr/>
            </p:nvSpPr>
            <p:spPr>
              <a:xfrm>
                <a:off x="3059131" y="270538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05" name="ph3505"/>
              <p:cNvSpPr/>
              <p:nvPr/>
            </p:nvSpPr>
            <p:spPr>
              <a:xfrm>
                <a:off x="1538879" y="271692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06" name="ph3506"/>
              <p:cNvSpPr/>
              <p:nvPr/>
            </p:nvSpPr>
            <p:spPr>
              <a:xfrm>
                <a:off x="1548263" y="271692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07" name="ph3507"/>
              <p:cNvSpPr/>
              <p:nvPr/>
            </p:nvSpPr>
            <p:spPr>
              <a:xfrm>
                <a:off x="1557647" y="271692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08" name="ph3508"/>
              <p:cNvSpPr/>
              <p:nvPr/>
            </p:nvSpPr>
            <p:spPr>
              <a:xfrm>
                <a:off x="1567032" y="271692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09" name="ph3509"/>
              <p:cNvSpPr/>
              <p:nvPr/>
            </p:nvSpPr>
            <p:spPr>
              <a:xfrm>
                <a:off x="1576416" y="271692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10" name="ph3510"/>
              <p:cNvSpPr/>
              <p:nvPr/>
            </p:nvSpPr>
            <p:spPr>
              <a:xfrm>
                <a:off x="2824524" y="271692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11" name="ph3511"/>
              <p:cNvSpPr/>
              <p:nvPr/>
            </p:nvSpPr>
            <p:spPr>
              <a:xfrm>
                <a:off x="2833908" y="271692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12" name="ph3512"/>
              <p:cNvSpPr/>
              <p:nvPr/>
            </p:nvSpPr>
            <p:spPr>
              <a:xfrm>
                <a:off x="2843293" y="271692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13" name="ph3513"/>
              <p:cNvSpPr/>
              <p:nvPr/>
            </p:nvSpPr>
            <p:spPr>
              <a:xfrm>
                <a:off x="2852677" y="271692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14" name="ph3514"/>
              <p:cNvSpPr/>
              <p:nvPr/>
            </p:nvSpPr>
            <p:spPr>
              <a:xfrm>
                <a:off x="2862061" y="271692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15" name="ph3515"/>
              <p:cNvSpPr/>
              <p:nvPr/>
            </p:nvSpPr>
            <p:spPr>
              <a:xfrm>
                <a:off x="2871446" y="271692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16" name="ph3516"/>
              <p:cNvSpPr/>
              <p:nvPr/>
            </p:nvSpPr>
            <p:spPr>
              <a:xfrm>
                <a:off x="2880830" y="271692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17" name="ph3517"/>
              <p:cNvSpPr/>
              <p:nvPr/>
            </p:nvSpPr>
            <p:spPr>
              <a:xfrm>
                <a:off x="2890214" y="271692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18" name="ph3518"/>
              <p:cNvSpPr/>
              <p:nvPr/>
            </p:nvSpPr>
            <p:spPr>
              <a:xfrm>
                <a:off x="2899598" y="271692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19" name="ph3519"/>
              <p:cNvSpPr/>
              <p:nvPr/>
            </p:nvSpPr>
            <p:spPr>
              <a:xfrm>
                <a:off x="3021594" y="271692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4CFAE">
                  <a:alpha val="100000"/>
                </a:srgbClr>
              </a:solidFill>
              <a:ln w="5420" cap="flat">
                <a:solidFill>
                  <a:srgbClr val="64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20" name="ph3520"/>
              <p:cNvSpPr/>
              <p:nvPr/>
            </p:nvSpPr>
            <p:spPr>
              <a:xfrm>
                <a:off x="3030978" y="271692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21" name="ph3521"/>
              <p:cNvSpPr/>
              <p:nvPr/>
            </p:nvSpPr>
            <p:spPr>
              <a:xfrm>
                <a:off x="3040362" y="271692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22" name="ph3522"/>
              <p:cNvSpPr/>
              <p:nvPr/>
            </p:nvSpPr>
            <p:spPr>
              <a:xfrm>
                <a:off x="3049747" y="271692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23" name="ph3523"/>
              <p:cNvSpPr/>
              <p:nvPr/>
            </p:nvSpPr>
            <p:spPr>
              <a:xfrm>
                <a:off x="3059131" y="271692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24" name="ph3524"/>
              <p:cNvSpPr/>
              <p:nvPr/>
            </p:nvSpPr>
            <p:spPr>
              <a:xfrm>
                <a:off x="1538879" y="272845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25" name="ph3525"/>
              <p:cNvSpPr/>
              <p:nvPr/>
            </p:nvSpPr>
            <p:spPr>
              <a:xfrm>
                <a:off x="1548263" y="272845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26" name="ph3526"/>
              <p:cNvSpPr/>
              <p:nvPr/>
            </p:nvSpPr>
            <p:spPr>
              <a:xfrm>
                <a:off x="1557647" y="272845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27" name="ph3527"/>
              <p:cNvSpPr/>
              <p:nvPr/>
            </p:nvSpPr>
            <p:spPr>
              <a:xfrm>
                <a:off x="1567032" y="272845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28" name="ph3528"/>
              <p:cNvSpPr/>
              <p:nvPr/>
            </p:nvSpPr>
            <p:spPr>
              <a:xfrm>
                <a:off x="1576416" y="272845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29" name="ph3529"/>
              <p:cNvSpPr/>
              <p:nvPr/>
            </p:nvSpPr>
            <p:spPr>
              <a:xfrm>
                <a:off x="2833908" y="272845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30" name="ph3530"/>
              <p:cNvSpPr/>
              <p:nvPr/>
            </p:nvSpPr>
            <p:spPr>
              <a:xfrm>
                <a:off x="2843293" y="272845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31" name="ph3531"/>
              <p:cNvSpPr/>
              <p:nvPr/>
            </p:nvSpPr>
            <p:spPr>
              <a:xfrm>
                <a:off x="2852677" y="272845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32" name="ph3532"/>
              <p:cNvSpPr/>
              <p:nvPr/>
            </p:nvSpPr>
            <p:spPr>
              <a:xfrm>
                <a:off x="2862061" y="272845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33" name="ph3533"/>
              <p:cNvSpPr/>
              <p:nvPr/>
            </p:nvSpPr>
            <p:spPr>
              <a:xfrm>
                <a:off x="2871446" y="272845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34" name="ph3534"/>
              <p:cNvSpPr/>
              <p:nvPr/>
            </p:nvSpPr>
            <p:spPr>
              <a:xfrm>
                <a:off x="2880830" y="272845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35" name="ph3535"/>
              <p:cNvSpPr/>
              <p:nvPr/>
            </p:nvSpPr>
            <p:spPr>
              <a:xfrm>
                <a:off x="2890214" y="272845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36" name="ph3536"/>
              <p:cNvSpPr/>
              <p:nvPr/>
            </p:nvSpPr>
            <p:spPr>
              <a:xfrm>
                <a:off x="2899598" y="272845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37" name="ph3537"/>
              <p:cNvSpPr/>
              <p:nvPr/>
            </p:nvSpPr>
            <p:spPr>
              <a:xfrm>
                <a:off x="3030978" y="272845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38" name="ph3538"/>
              <p:cNvSpPr/>
              <p:nvPr/>
            </p:nvSpPr>
            <p:spPr>
              <a:xfrm>
                <a:off x="3040362" y="272845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39" name="ph3539"/>
              <p:cNvSpPr/>
              <p:nvPr/>
            </p:nvSpPr>
            <p:spPr>
              <a:xfrm>
                <a:off x="3049747" y="272845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40" name="ph3540"/>
              <p:cNvSpPr/>
              <p:nvPr/>
            </p:nvSpPr>
            <p:spPr>
              <a:xfrm>
                <a:off x="3059131" y="272845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6CFAE">
                  <a:alpha val="100000"/>
                </a:srgbClr>
              </a:solidFill>
              <a:ln w="5420" cap="flat">
                <a:solidFill>
                  <a:srgbClr val="66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41" name="ph3541"/>
              <p:cNvSpPr/>
              <p:nvPr/>
            </p:nvSpPr>
            <p:spPr>
              <a:xfrm>
                <a:off x="3068515" y="272845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42" name="ph3542"/>
              <p:cNvSpPr/>
              <p:nvPr/>
            </p:nvSpPr>
            <p:spPr>
              <a:xfrm>
                <a:off x="1538879" y="273998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43" name="ph3543"/>
              <p:cNvSpPr/>
              <p:nvPr/>
            </p:nvSpPr>
            <p:spPr>
              <a:xfrm>
                <a:off x="1548263" y="273998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44" name="ph3544"/>
              <p:cNvSpPr/>
              <p:nvPr/>
            </p:nvSpPr>
            <p:spPr>
              <a:xfrm>
                <a:off x="1557647" y="273998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45" name="ph3545"/>
              <p:cNvSpPr/>
              <p:nvPr/>
            </p:nvSpPr>
            <p:spPr>
              <a:xfrm>
                <a:off x="1567032" y="273998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46" name="ph3546"/>
              <p:cNvSpPr/>
              <p:nvPr/>
            </p:nvSpPr>
            <p:spPr>
              <a:xfrm>
                <a:off x="1576416" y="273998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47" name="ph3547"/>
              <p:cNvSpPr/>
              <p:nvPr/>
            </p:nvSpPr>
            <p:spPr>
              <a:xfrm>
                <a:off x="2843293" y="273998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48" name="ph3548"/>
              <p:cNvSpPr/>
              <p:nvPr/>
            </p:nvSpPr>
            <p:spPr>
              <a:xfrm>
                <a:off x="2852677" y="273998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49" name="ph3549"/>
              <p:cNvSpPr/>
              <p:nvPr/>
            </p:nvSpPr>
            <p:spPr>
              <a:xfrm>
                <a:off x="2862061" y="273998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50" name="ph3550"/>
              <p:cNvSpPr/>
              <p:nvPr/>
            </p:nvSpPr>
            <p:spPr>
              <a:xfrm>
                <a:off x="2871446" y="273998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51" name="ph3551"/>
              <p:cNvSpPr/>
              <p:nvPr/>
            </p:nvSpPr>
            <p:spPr>
              <a:xfrm>
                <a:off x="2880830" y="273998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52" name="ph3552"/>
              <p:cNvSpPr/>
              <p:nvPr/>
            </p:nvSpPr>
            <p:spPr>
              <a:xfrm>
                <a:off x="2890214" y="273998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53" name="ph3553"/>
              <p:cNvSpPr/>
              <p:nvPr/>
            </p:nvSpPr>
            <p:spPr>
              <a:xfrm>
                <a:off x="2899598" y="273998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54" name="ph3554"/>
              <p:cNvSpPr/>
              <p:nvPr/>
            </p:nvSpPr>
            <p:spPr>
              <a:xfrm>
                <a:off x="2908983" y="273998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55" name="ph3555"/>
              <p:cNvSpPr/>
              <p:nvPr/>
            </p:nvSpPr>
            <p:spPr>
              <a:xfrm>
                <a:off x="3030978" y="273998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56" name="ph3556"/>
              <p:cNvSpPr/>
              <p:nvPr/>
            </p:nvSpPr>
            <p:spPr>
              <a:xfrm>
                <a:off x="3040362" y="273998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57" name="ph3557"/>
              <p:cNvSpPr/>
              <p:nvPr/>
            </p:nvSpPr>
            <p:spPr>
              <a:xfrm>
                <a:off x="3049747" y="273998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58" name="ph3558"/>
              <p:cNvSpPr/>
              <p:nvPr/>
            </p:nvSpPr>
            <p:spPr>
              <a:xfrm>
                <a:off x="3059131" y="273998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6CFAE">
                  <a:alpha val="100000"/>
                </a:srgbClr>
              </a:solidFill>
              <a:ln w="5420" cap="flat">
                <a:solidFill>
                  <a:srgbClr val="66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59" name="ph3559"/>
              <p:cNvSpPr/>
              <p:nvPr/>
            </p:nvSpPr>
            <p:spPr>
              <a:xfrm>
                <a:off x="3068515" y="273998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60" name="ph3560"/>
              <p:cNvSpPr/>
              <p:nvPr/>
            </p:nvSpPr>
            <p:spPr>
              <a:xfrm>
                <a:off x="1548263" y="275151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3A7AA">
                  <a:alpha val="100000"/>
                </a:srgbClr>
              </a:solidFill>
              <a:ln w="5420" cap="flat">
                <a:solidFill>
                  <a:srgbClr val="43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61" name="ph3561"/>
              <p:cNvSpPr/>
              <p:nvPr/>
            </p:nvSpPr>
            <p:spPr>
              <a:xfrm>
                <a:off x="1557647" y="275151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43A7AA">
                  <a:alpha val="100000"/>
                </a:srgbClr>
              </a:solidFill>
              <a:ln w="5420" cap="flat">
                <a:solidFill>
                  <a:srgbClr val="43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62" name="ph3562"/>
              <p:cNvSpPr/>
              <p:nvPr/>
            </p:nvSpPr>
            <p:spPr>
              <a:xfrm>
                <a:off x="1567032" y="275151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63" name="ph3563"/>
              <p:cNvSpPr/>
              <p:nvPr/>
            </p:nvSpPr>
            <p:spPr>
              <a:xfrm>
                <a:off x="1576416" y="275151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64" name="ph3564"/>
              <p:cNvSpPr/>
              <p:nvPr/>
            </p:nvSpPr>
            <p:spPr>
              <a:xfrm>
                <a:off x="2852677" y="275151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65" name="ph3565"/>
              <p:cNvSpPr/>
              <p:nvPr/>
            </p:nvSpPr>
            <p:spPr>
              <a:xfrm>
                <a:off x="2862061" y="275151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66" name="ph3566"/>
              <p:cNvSpPr/>
              <p:nvPr/>
            </p:nvSpPr>
            <p:spPr>
              <a:xfrm>
                <a:off x="2871446" y="275151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67" name="ph3567"/>
              <p:cNvSpPr/>
              <p:nvPr/>
            </p:nvSpPr>
            <p:spPr>
              <a:xfrm>
                <a:off x="2880830" y="275151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68" name="ph3568"/>
              <p:cNvSpPr/>
              <p:nvPr/>
            </p:nvSpPr>
            <p:spPr>
              <a:xfrm>
                <a:off x="2890214" y="275151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69" name="ph3569"/>
              <p:cNvSpPr/>
              <p:nvPr/>
            </p:nvSpPr>
            <p:spPr>
              <a:xfrm>
                <a:off x="2899598" y="275151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70" name="ph3570"/>
              <p:cNvSpPr/>
              <p:nvPr/>
            </p:nvSpPr>
            <p:spPr>
              <a:xfrm>
                <a:off x="2908983" y="275151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71" name="ph3571"/>
              <p:cNvSpPr/>
              <p:nvPr/>
            </p:nvSpPr>
            <p:spPr>
              <a:xfrm>
                <a:off x="2918367" y="275151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1CEAD">
                  <a:alpha val="100000"/>
                </a:srgbClr>
              </a:solidFill>
              <a:ln w="5420" cap="flat">
                <a:solidFill>
                  <a:srgbClr val="61CE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72" name="ph3572"/>
              <p:cNvSpPr/>
              <p:nvPr/>
            </p:nvSpPr>
            <p:spPr>
              <a:xfrm>
                <a:off x="3030978" y="275151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73" name="ph3573"/>
              <p:cNvSpPr/>
              <p:nvPr/>
            </p:nvSpPr>
            <p:spPr>
              <a:xfrm>
                <a:off x="3040362" y="275151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74" name="ph3574"/>
              <p:cNvSpPr/>
              <p:nvPr/>
            </p:nvSpPr>
            <p:spPr>
              <a:xfrm>
                <a:off x="3049747" y="275151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75" name="ph3575"/>
              <p:cNvSpPr/>
              <p:nvPr/>
            </p:nvSpPr>
            <p:spPr>
              <a:xfrm>
                <a:off x="3059131" y="275151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76" name="ph3576"/>
              <p:cNvSpPr/>
              <p:nvPr/>
            </p:nvSpPr>
            <p:spPr>
              <a:xfrm>
                <a:off x="3068515" y="275151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77" name="ph3577"/>
              <p:cNvSpPr/>
              <p:nvPr/>
            </p:nvSpPr>
            <p:spPr>
              <a:xfrm>
                <a:off x="1548263" y="276304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78" name="ph3578"/>
              <p:cNvSpPr/>
              <p:nvPr/>
            </p:nvSpPr>
            <p:spPr>
              <a:xfrm>
                <a:off x="1557647" y="276304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79" name="ph3579"/>
              <p:cNvSpPr/>
              <p:nvPr/>
            </p:nvSpPr>
            <p:spPr>
              <a:xfrm>
                <a:off x="1567032" y="276304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80" name="ph3580"/>
              <p:cNvSpPr/>
              <p:nvPr/>
            </p:nvSpPr>
            <p:spPr>
              <a:xfrm>
                <a:off x="1576416" y="276304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81" name="ph3581"/>
              <p:cNvSpPr/>
              <p:nvPr/>
            </p:nvSpPr>
            <p:spPr>
              <a:xfrm>
                <a:off x="2862061" y="276304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82" name="ph3582"/>
              <p:cNvSpPr/>
              <p:nvPr/>
            </p:nvSpPr>
            <p:spPr>
              <a:xfrm>
                <a:off x="2871446" y="276304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83" name="ph3583"/>
              <p:cNvSpPr/>
              <p:nvPr/>
            </p:nvSpPr>
            <p:spPr>
              <a:xfrm>
                <a:off x="2880830" y="276304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84" name="ph3584"/>
              <p:cNvSpPr/>
              <p:nvPr/>
            </p:nvSpPr>
            <p:spPr>
              <a:xfrm>
                <a:off x="2890214" y="276304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85" name="ph3585"/>
              <p:cNvSpPr/>
              <p:nvPr/>
            </p:nvSpPr>
            <p:spPr>
              <a:xfrm>
                <a:off x="2899598" y="276304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86" name="ph3586"/>
              <p:cNvSpPr/>
              <p:nvPr/>
            </p:nvSpPr>
            <p:spPr>
              <a:xfrm>
                <a:off x="2908983" y="276304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62CEAD">
                  <a:alpha val="100000"/>
                </a:srgbClr>
              </a:solidFill>
              <a:ln w="5420" cap="flat">
                <a:solidFill>
                  <a:srgbClr val="62CE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87" name="ph3587"/>
              <p:cNvSpPr/>
              <p:nvPr/>
            </p:nvSpPr>
            <p:spPr>
              <a:xfrm>
                <a:off x="3030978" y="276304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88" name="ph3588"/>
              <p:cNvSpPr/>
              <p:nvPr/>
            </p:nvSpPr>
            <p:spPr>
              <a:xfrm>
                <a:off x="3040362" y="276304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89" name="ph3589"/>
              <p:cNvSpPr/>
              <p:nvPr/>
            </p:nvSpPr>
            <p:spPr>
              <a:xfrm>
                <a:off x="3049747" y="276304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6CFAE">
                  <a:alpha val="100000"/>
                </a:srgbClr>
              </a:solidFill>
              <a:ln w="5420" cap="flat">
                <a:solidFill>
                  <a:srgbClr val="66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90" name="ph3590"/>
              <p:cNvSpPr/>
              <p:nvPr/>
            </p:nvSpPr>
            <p:spPr>
              <a:xfrm>
                <a:off x="3059131" y="276304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91" name="ph3591"/>
              <p:cNvSpPr/>
              <p:nvPr/>
            </p:nvSpPr>
            <p:spPr>
              <a:xfrm>
                <a:off x="3068515" y="276304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92" name="ph3592"/>
              <p:cNvSpPr/>
              <p:nvPr/>
            </p:nvSpPr>
            <p:spPr>
              <a:xfrm>
                <a:off x="1548263" y="277458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93" name="ph3593"/>
              <p:cNvSpPr/>
              <p:nvPr/>
            </p:nvSpPr>
            <p:spPr>
              <a:xfrm>
                <a:off x="1557647" y="277458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94" name="ph3594"/>
              <p:cNvSpPr/>
              <p:nvPr/>
            </p:nvSpPr>
            <p:spPr>
              <a:xfrm>
                <a:off x="1567032" y="277458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95" name="ph3595"/>
              <p:cNvSpPr/>
              <p:nvPr/>
            </p:nvSpPr>
            <p:spPr>
              <a:xfrm>
                <a:off x="1576416" y="277458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96" name="ph3596"/>
              <p:cNvSpPr/>
              <p:nvPr/>
            </p:nvSpPr>
            <p:spPr>
              <a:xfrm>
                <a:off x="1585800" y="277458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97" name="ph3597"/>
              <p:cNvSpPr/>
              <p:nvPr/>
            </p:nvSpPr>
            <p:spPr>
              <a:xfrm>
                <a:off x="2862061" y="277458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98" name="ph3598"/>
              <p:cNvSpPr/>
              <p:nvPr/>
            </p:nvSpPr>
            <p:spPr>
              <a:xfrm>
                <a:off x="2871446" y="277458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99" name="ph3599"/>
              <p:cNvSpPr/>
              <p:nvPr/>
            </p:nvSpPr>
            <p:spPr>
              <a:xfrm>
                <a:off x="2880830" y="277458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00" name="ph3600"/>
              <p:cNvSpPr/>
              <p:nvPr/>
            </p:nvSpPr>
            <p:spPr>
              <a:xfrm>
                <a:off x="2890214" y="277458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01" name="ph3601"/>
              <p:cNvSpPr/>
              <p:nvPr/>
            </p:nvSpPr>
            <p:spPr>
              <a:xfrm>
                <a:off x="2899598" y="277458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2CEAD">
                  <a:alpha val="100000"/>
                </a:srgbClr>
              </a:solidFill>
              <a:ln w="5420" cap="flat">
                <a:solidFill>
                  <a:srgbClr val="62CE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02" name="ph3602"/>
              <p:cNvSpPr/>
              <p:nvPr/>
            </p:nvSpPr>
            <p:spPr>
              <a:xfrm>
                <a:off x="2908983" y="277458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62CEAD">
                  <a:alpha val="100000"/>
                </a:srgbClr>
              </a:solidFill>
              <a:ln w="5420" cap="flat">
                <a:solidFill>
                  <a:srgbClr val="62CE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03" name="ph3603"/>
              <p:cNvSpPr/>
              <p:nvPr/>
            </p:nvSpPr>
            <p:spPr>
              <a:xfrm>
                <a:off x="3030978" y="277458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04" name="ph3604"/>
              <p:cNvSpPr/>
              <p:nvPr/>
            </p:nvSpPr>
            <p:spPr>
              <a:xfrm>
                <a:off x="3040362" y="277458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05" name="ph3605"/>
              <p:cNvSpPr/>
              <p:nvPr/>
            </p:nvSpPr>
            <p:spPr>
              <a:xfrm>
                <a:off x="3049747" y="277458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6CFAE">
                  <a:alpha val="100000"/>
                </a:srgbClr>
              </a:solidFill>
              <a:ln w="5420" cap="flat">
                <a:solidFill>
                  <a:srgbClr val="66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06" name="ph3606"/>
              <p:cNvSpPr/>
              <p:nvPr/>
            </p:nvSpPr>
            <p:spPr>
              <a:xfrm>
                <a:off x="3059131" y="277458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07" name="ph3607"/>
              <p:cNvSpPr/>
              <p:nvPr/>
            </p:nvSpPr>
            <p:spPr>
              <a:xfrm>
                <a:off x="3068515" y="277458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08" name="ph3608"/>
              <p:cNvSpPr/>
              <p:nvPr/>
            </p:nvSpPr>
            <p:spPr>
              <a:xfrm>
                <a:off x="1548263" y="278611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09" name="ph3609"/>
              <p:cNvSpPr/>
              <p:nvPr/>
            </p:nvSpPr>
            <p:spPr>
              <a:xfrm>
                <a:off x="1557647" y="278611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10" name="ph3610"/>
              <p:cNvSpPr/>
              <p:nvPr/>
            </p:nvSpPr>
            <p:spPr>
              <a:xfrm>
                <a:off x="1567032" y="278611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11" name="ph3611"/>
              <p:cNvSpPr/>
              <p:nvPr/>
            </p:nvSpPr>
            <p:spPr>
              <a:xfrm>
                <a:off x="1576416" y="278611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12" name="ph3612"/>
              <p:cNvSpPr/>
              <p:nvPr/>
            </p:nvSpPr>
            <p:spPr>
              <a:xfrm>
                <a:off x="1585800" y="278611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13" name="ph3613"/>
              <p:cNvSpPr/>
              <p:nvPr/>
            </p:nvSpPr>
            <p:spPr>
              <a:xfrm>
                <a:off x="2871446" y="278611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14" name="ph3614"/>
              <p:cNvSpPr/>
              <p:nvPr/>
            </p:nvSpPr>
            <p:spPr>
              <a:xfrm>
                <a:off x="2880830" y="278611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15" name="ph3615"/>
              <p:cNvSpPr/>
              <p:nvPr/>
            </p:nvSpPr>
            <p:spPr>
              <a:xfrm>
                <a:off x="2890214" y="278611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2CEAD">
                  <a:alpha val="100000"/>
                </a:srgbClr>
              </a:solidFill>
              <a:ln w="5420" cap="flat">
                <a:solidFill>
                  <a:srgbClr val="62CE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16" name="ph3616"/>
              <p:cNvSpPr/>
              <p:nvPr/>
            </p:nvSpPr>
            <p:spPr>
              <a:xfrm>
                <a:off x="2899598" y="278611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2CEAD">
                  <a:alpha val="100000"/>
                </a:srgbClr>
              </a:solidFill>
              <a:ln w="5420" cap="flat">
                <a:solidFill>
                  <a:srgbClr val="62CE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17" name="ph3617"/>
              <p:cNvSpPr/>
              <p:nvPr/>
            </p:nvSpPr>
            <p:spPr>
              <a:xfrm>
                <a:off x="2908983" y="278611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62CEAD">
                  <a:alpha val="100000"/>
                </a:srgbClr>
              </a:solidFill>
              <a:ln w="5420" cap="flat">
                <a:solidFill>
                  <a:srgbClr val="62CE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18" name="ph3618"/>
              <p:cNvSpPr/>
              <p:nvPr/>
            </p:nvSpPr>
            <p:spPr>
              <a:xfrm>
                <a:off x="3030978" y="278611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19" name="ph3619"/>
              <p:cNvSpPr/>
              <p:nvPr/>
            </p:nvSpPr>
            <p:spPr>
              <a:xfrm>
                <a:off x="3040362" y="278611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20" name="ph3620"/>
              <p:cNvSpPr/>
              <p:nvPr/>
            </p:nvSpPr>
            <p:spPr>
              <a:xfrm>
                <a:off x="3049747" y="278611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6CFAE">
                  <a:alpha val="100000"/>
                </a:srgbClr>
              </a:solidFill>
              <a:ln w="5420" cap="flat">
                <a:solidFill>
                  <a:srgbClr val="66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21" name="ph3621"/>
              <p:cNvSpPr/>
              <p:nvPr/>
            </p:nvSpPr>
            <p:spPr>
              <a:xfrm>
                <a:off x="3059131" y="278611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22" name="ph3622"/>
              <p:cNvSpPr/>
              <p:nvPr/>
            </p:nvSpPr>
            <p:spPr>
              <a:xfrm>
                <a:off x="1557647" y="279764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23" name="ph3623"/>
              <p:cNvSpPr/>
              <p:nvPr/>
            </p:nvSpPr>
            <p:spPr>
              <a:xfrm>
                <a:off x="1567032" y="279764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24" name="ph3624"/>
              <p:cNvSpPr/>
              <p:nvPr/>
            </p:nvSpPr>
            <p:spPr>
              <a:xfrm>
                <a:off x="1576416" y="279764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25" name="ph3625"/>
              <p:cNvSpPr/>
              <p:nvPr/>
            </p:nvSpPr>
            <p:spPr>
              <a:xfrm>
                <a:off x="1585800" y="279764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26" name="ph3626"/>
              <p:cNvSpPr/>
              <p:nvPr/>
            </p:nvSpPr>
            <p:spPr>
              <a:xfrm>
                <a:off x="1595185" y="279764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27" name="ph3627"/>
              <p:cNvSpPr/>
              <p:nvPr/>
            </p:nvSpPr>
            <p:spPr>
              <a:xfrm>
                <a:off x="2880830" y="279764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2CEAD">
                  <a:alpha val="100000"/>
                </a:srgbClr>
              </a:solidFill>
              <a:ln w="5420" cap="flat">
                <a:solidFill>
                  <a:srgbClr val="62CE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28" name="ph3628"/>
              <p:cNvSpPr/>
              <p:nvPr/>
            </p:nvSpPr>
            <p:spPr>
              <a:xfrm>
                <a:off x="2890214" y="279764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2CEAD">
                  <a:alpha val="100000"/>
                </a:srgbClr>
              </a:solidFill>
              <a:ln w="5420" cap="flat">
                <a:solidFill>
                  <a:srgbClr val="62CE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29" name="ph3629"/>
              <p:cNvSpPr/>
              <p:nvPr/>
            </p:nvSpPr>
            <p:spPr>
              <a:xfrm>
                <a:off x="2899598" y="279764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2CFAD">
                  <a:alpha val="100000"/>
                </a:srgbClr>
              </a:solidFill>
              <a:ln w="5420" cap="flat">
                <a:solidFill>
                  <a:srgbClr val="62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30" name="ph3630"/>
              <p:cNvSpPr/>
              <p:nvPr/>
            </p:nvSpPr>
            <p:spPr>
              <a:xfrm>
                <a:off x="2908983" y="279764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62CFAD">
                  <a:alpha val="100000"/>
                </a:srgbClr>
              </a:solidFill>
              <a:ln w="5420" cap="flat">
                <a:solidFill>
                  <a:srgbClr val="62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31" name="ph3631"/>
              <p:cNvSpPr/>
              <p:nvPr/>
            </p:nvSpPr>
            <p:spPr>
              <a:xfrm>
                <a:off x="2918367" y="279764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2CFAD">
                  <a:alpha val="100000"/>
                </a:srgbClr>
              </a:solidFill>
              <a:ln w="5420" cap="flat">
                <a:solidFill>
                  <a:srgbClr val="62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32" name="ph3632"/>
              <p:cNvSpPr/>
              <p:nvPr/>
            </p:nvSpPr>
            <p:spPr>
              <a:xfrm>
                <a:off x="3030978" y="279764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33" name="ph3633"/>
              <p:cNvSpPr/>
              <p:nvPr/>
            </p:nvSpPr>
            <p:spPr>
              <a:xfrm>
                <a:off x="3040362" y="279764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6CFAE">
                  <a:alpha val="100000"/>
                </a:srgbClr>
              </a:solidFill>
              <a:ln w="5420" cap="flat">
                <a:solidFill>
                  <a:srgbClr val="66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34" name="ph3634"/>
              <p:cNvSpPr/>
              <p:nvPr/>
            </p:nvSpPr>
            <p:spPr>
              <a:xfrm>
                <a:off x="3049747" y="279764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35" name="ph3635"/>
              <p:cNvSpPr/>
              <p:nvPr/>
            </p:nvSpPr>
            <p:spPr>
              <a:xfrm>
                <a:off x="3059131" y="279764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36" name="ph3636"/>
              <p:cNvSpPr/>
              <p:nvPr/>
            </p:nvSpPr>
            <p:spPr>
              <a:xfrm>
                <a:off x="1557647" y="280917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4CB0AB">
                  <a:alpha val="100000"/>
                </a:srgbClr>
              </a:solidFill>
              <a:ln w="5420" cap="flat">
                <a:solidFill>
                  <a:srgbClr val="4C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37" name="ph3637"/>
              <p:cNvSpPr/>
              <p:nvPr/>
            </p:nvSpPr>
            <p:spPr>
              <a:xfrm>
                <a:off x="1567032" y="280917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38" name="ph3638"/>
              <p:cNvSpPr/>
              <p:nvPr/>
            </p:nvSpPr>
            <p:spPr>
              <a:xfrm>
                <a:off x="1576416" y="280917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CB2AB">
                  <a:alpha val="100000"/>
                </a:srgbClr>
              </a:solidFill>
              <a:ln w="5420" cap="flat">
                <a:solidFill>
                  <a:srgbClr val="4C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39" name="ph3639"/>
              <p:cNvSpPr/>
              <p:nvPr/>
            </p:nvSpPr>
            <p:spPr>
              <a:xfrm>
                <a:off x="1585800" y="280917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40" name="ph3640"/>
              <p:cNvSpPr/>
              <p:nvPr/>
            </p:nvSpPr>
            <p:spPr>
              <a:xfrm>
                <a:off x="1595185" y="280917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41" name="ph3641"/>
              <p:cNvSpPr/>
              <p:nvPr/>
            </p:nvSpPr>
            <p:spPr>
              <a:xfrm>
                <a:off x="1604569" y="280917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42" name="ph3642"/>
              <p:cNvSpPr/>
              <p:nvPr/>
            </p:nvSpPr>
            <p:spPr>
              <a:xfrm>
                <a:off x="2880830" y="280917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2CEAD">
                  <a:alpha val="100000"/>
                </a:srgbClr>
              </a:solidFill>
              <a:ln w="5420" cap="flat">
                <a:solidFill>
                  <a:srgbClr val="62CE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43" name="ph3643"/>
              <p:cNvSpPr/>
              <p:nvPr/>
            </p:nvSpPr>
            <p:spPr>
              <a:xfrm>
                <a:off x="2890214" y="280917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2CFAD">
                  <a:alpha val="100000"/>
                </a:srgbClr>
              </a:solidFill>
              <a:ln w="5420" cap="flat">
                <a:solidFill>
                  <a:srgbClr val="62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44" name="ph3644"/>
              <p:cNvSpPr/>
              <p:nvPr/>
            </p:nvSpPr>
            <p:spPr>
              <a:xfrm>
                <a:off x="2899598" y="280917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2CFAD">
                  <a:alpha val="100000"/>
                </a:srgbClr>
              </a:solidFill>
              <a:ln w="5420" cap="flat">
                <a:solidFill>
                  <a:srgbClr val="62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45" name="ph3645"/>
              <p:cNvSpPr/>
              <p:nvPr/>
            </p:nvSpPr>
            <p:spPr>
              <a:xfrm>
                <a:off x="2908983" y="280917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62CFAD">
                  <a:alpha val="100000"/>
                </a:srgbClr>
              </a:solidFill>
              <a:ln w="5420" cap="flat">
                <a:solidFill>
                  <a:srgbClr val="62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46" name="ph3646"/>
              <p:cNvSpPr/>
              <p:nvPr/>
            </p:nvSpPr>
            <p:spPr>
              <a:xfrm>
                <a:off x="2918367" y="280917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47" name="ph3647"/>
              <p:cNvSpPr/>
              <p:nvPr/>
            </p:nvSpPr>
            <p:spPr>
              <a:xfrm>
                <a:off x="3030978" y="280917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48" name="ph3648"/>
              <p:cNvSpPr/>
              <p:nvPr/>
            </p:nvSpPr>
            <p:spPr>
              <a:xfrm>
                <a:off x="3040362" y="280917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6CFAE">
                  <a:alpha val="100000"/>
                </a:srgbClr>
              </a:solidFill>
              <a:ln w="5420" cap="flat">
                <a:solidFill>
                  <a:srgbClr val="66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49" name="ph3649"/>
              <p:cNvSpPr/>
              <p:nvPr/>
            </p:nvSpPr>
            <p:spPr>
              <a:xfrm>
                <a:off x="3049747" y="280917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50" name="ph3650"/>
              <p:cNvSpPr/>
              <p:nvPr/>
            </p:nvSpPr>
            <p:spPr>
              <a:xfrm>
                <a:off x="3059131" y="280917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51" name="ph3651"/>
              <p:cNvSpPr/>
              <p:nvPr/>
            </p:nvSpPr>
            <p:spPr>
              <a:xfrm>
                <a:off x="1567032" y="2820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52" name="ph3652"/>
              <p:cNvSpPr/>
              <p:nvPr/>
            </p:nvSpPr>
            <p:spPr>
              <a:xfrm>
                <a:off x="1576416" y="2820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53" name="ph3653"/>
              <p:cNvSpPr/>
              <p:nvPr/>
            </p:nvSpPr>
            <p:spPr>
              <a:xfrm>
                <a:off x="1585800" y="2820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54" name="ph3654"/>
              <p:cNvSpPr/>
              <p:nvPr/>
            </p:nvSpPr>
            <p:spPr>
              <a:xfrm>
                <a:off x="1595185" y="2820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55" name="ph3655"/>
              <p:cNvSpPr/>
              <p:nvPr/>
            </p:nvSpPr>
            <p:spPr>
              <a:xfrm>
                <a:off x="1604569" y="2820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56" name="ph3656"/>
              <p:cNvSpPr/>
              <p:nvPr/>
            </p:nvSpPr>
            <p:spPr>
              <a:xfrm>
                <a:off x="2880830" y="2820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2CEAD">
                  <a:alpha val="100000"/>
                </a:srgbClr>
              </a:solidFill>
              <a:ln w="5420" cap="flat">
                <a:solidFill>
                  <a:srgbClr val="62CE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57" name="ph3657"/>
              <p:cNvSpPr/>
              <p:nvPr/>
            </p:nvSpPr>
            <p:spPr>
              <a:xfrm>
                <a:off x="2890214" y="2820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2CFAD">
                  <a:alpha val="100000"/>
                </a:srgbClr>
              </a:solidFill>
              <a:ln w="5420" cap="flat">
                <a:solidFill>
                  <a:srgbClr val="62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58" name="ph3658"/>
              <p:cNvSpPr/>
              <p:nvPr/>
            </p:nvSpPr>
            <p:spPr>
              <a:xfrm>
                <a:off x="2899598" y="2820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2CFAD">
                  <a:alpha val="100000"/>
                </a:srgbClr>
              </a:solidFill>
              <a:ln w="5420" cap="flat">
                <a:solidFill>
                  <a:srgbClr val="62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59" name="ph3659"/>
              <p:cNvSpPr/>
              <p:nvPr/>
            </p:nvSpPr>
            <p:spPr>
              <a:xfrm>
                <a:off x="2908983" y="2820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60" name="ph3660"/>
              <p:cNvSpPr/>
              <p:nvPr/>
            </p:nvSpPr>
            <p:spPr>
              <a:xfrm>
                <a:off x="2918367" y="2820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61" name="ph3661"/>
              <p:cNvSpPr/>
              <p:nvPr/>
            </p:nvSpPr>
            <p:spPr>
              <a:xfrm>
                <a:off x="2927751" y="2820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62" name="ph3662"/>
              <p:cNvSpPr/>
              <p:nvPr/>
            </p:nvSpPr>
            <p:spPr>
              <a:xfrm>
                <a:off x="2937135" y="2820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63" name="ph3663"/>
              <p:cNvSpPr/>
              <p:nvPr/>
            </p:nvSpPr>
            <p:spPr>
              <a:xfrm>
                <a:off x="2946520" y="2820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64" name="ph3664"/>
              <p:cNvSpPr/>
              <p:nvPr/>
            </p:nvSpPr>
            <p:spPr>
              <a:xfrm>
                <a:off x="3030978" y="2820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66CFAE">
                  <a:alpha val="100000"/>
                </a:srgbClr>
              </a:solidFill>
              <a:ln w="5420" cap="flat">
                <a:solidFill>
                  <a:srgbClr val="66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65" name="ph3665"/>
              <p:cNvSpPr/>
              <p:nvPr/>
            </p:nvSpPr>
            <p:spPr>
              <a:xfrm>
                <a:off x="3040362" y="2820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66" name="ph3666"/>
              <p:cNvSpPr/>
              <p:nvPr/>
            </p:nvSpPr>
            <p:spPr>
              <a:xfrm>
                <a:off x="3049747" y="2820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67" name="ph3667"/>
              <p:cNvSpPr/>
              <p:nvPr/>
            </p:nvSpPr>
            <p:spPr>
              <a:xfrm>
                <a:off x="3059131" y="2820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68" name="ph3668"/>
              <p:cNvSpPr/>
              <p:nvPr/>
            </p:nvSpPr>
            <p:spPr>
              <a:xfrm>
                <a:off x="1576416" y="2832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69" name="ph3669"/>
              <p:cNvSpPr/>
              <p:nvPr/>
            </p:nvSpPr>
            <p:spPr>
              <a:xfrm>
                <a:off x="1585800" y="2832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4AB">
                  <a:alpha val="100000"/>
                </a:srgbClr>
              </a:solidFill>
              <a:ln w="5420" cap="flat">
                <a:solidFill>
                  <a:srgbClr val="4F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70" name="ph3670"/>
              <p:cNvSpPr/>
              <p:nvPr/>
            </p:nvSpPr>
            <p:spPr>
              <a:xfrm>
                <a:off x="1595185" y="2832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71" name="ph3671"/>
              <p:cNvSpPr/>
              <p:nvPr/>
            </p:nvSpPr>
            <p:spPr>
              <a:xfrm>
                <a:off x="1604569" y="2832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72" name="ph3672"/>
              <p:cNvSpPr/>
              <p:nvPr/>
            </p:nvSpPr>
            <p:spPr>
              <a:xfrm>
                <a:off x="2890214" y="2832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2CFAD">
                  <a:alpha val="100000"/>
                </a:srgbClr>
              </a:solidFill>
              <a:ln w="5420" cap="flat">
                <a:solidFill>
                  <a:srgbClr val="62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73" name="ph3673"/>
              <p:cNvSpPr/>
              <p:nvPr/>
            </p:nvSpPr>
            <p:spPr>
              <a:xfrm>
                <a:off x="2899598" y="2832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74" name="ph3674"/>
              <p:cNvSpPr/>
              <p:nvPr/>
            </p:nvSpPr>
            <p:spPr>
              <a:xfrm>
                <a:off x="2908983" y="2832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75" name="ph3675"/>
              <p:cNvSpPr/>
              <p:nvPr/>
            </p:nvSpPr>
            <p:spPr>
              <a:xfrm>
                <a:off x="2918367" y="2832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76" name="ph3676"/>
              <p:cNvSpPr/>
              <p:nvPr/>
            </p:nvSpPr>
            <p:spPr>
              <a:xfrm>
                <a:off x="2927751" y="2832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77" name="ph3677"/>
              <p:cNvSpPr/>
              <p:nvPr/>
            </p:nvSpPr>
            <p:spPr>
              <a:xfrm>
                <a:off x="2937135" y="2832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78" name="ph3678"/>
              <p:cNvSpPr/>
              <p:nvPr/>
            </p:nvSpPr>
            <p:spPr>
              <a:xfrm>
                <a:off x="2946520" y="2832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79" name="ph3679"/>
              <p:cNvSpPr/>
              <p:nvPr/>
            </p:nvSpPr>
            <p:spPr>
              <a:xfrm>
                <a:off x="2955904" y="2832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80" name="ph3680"/>
              <p:cNvSpPr/>
              <p:nvPr/>
            </p:nvSpPr>
            <p:spPr>
              <a:xfrm>
                <a:off x="3021594" y="2832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81" name="ph3681"/>
              <p:cNvSpPr/>
              <p:nvPr/>
            </p:nvSpPr>
            <p:spPr>
              <a:xfrm>
                <a:off x="3030978" y="2832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66CFAE">
                  <a:alpha val="100000"/>
                </a:srgbClr>
              </a:solidFill>
              <a:ln w="5420" cap="flat">
                <a:solidFill>
                  <a:srgbClr val="66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82" name="ph3682"/>
              <p:cNvSpPr/>
              <p:nvPr/>
            </p:nvSpPr>
            <p:spPr>
              <a:xfrm>
                <a:off x="3040362" y="2832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83" name="ph3683"/>
              <p:cNvSpPr/>
              <p:nvPr/>
            </p:nvSpPr>
            <p:spPr>
              <a:xfrm>
                <a:off x="3049747" y="2832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84" name="ph3684"/>
              <p:cNvSpPr/>
              <p:nvPr/>
            </p:nvSpPr>
            <p:spPr>
              <a:xfrm>
                <a:off x="3059131" y="2832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85" name="ph3685"/>
              <p:cNvSpPr/>
              <p:nvPr/>
            </p:nvSpPr>
            <p:spPr>
              <a:xfrm>
                <a:off x="1576416" y="2843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86" name="ph3686"/>
              <p:cNvSpPr/>
              <p:nvPr/>
            </p:nvSpPr>
            <p:spPr>
              <a:xfrm>
                <a:off x="1585800" y="2843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6AB">
                  <a:alpha val="100000"/>
                </a:srgbClr>
              </a:solidFill>
              <a:ln w="5420" cap="flat">
                <a:solidFill>
                  <a:srgbClr val="4F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87" name="ph3687"/>
              <p:cNvSpPr/>
              <p:nvPr/>
            </p:nvSpPr>
            <p:spPr>
              <a:xfrm>
                <a:off x="1595185" y="2843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88" name="ph3688"/>
              <p:cNvSpPr/>
              <p:nvPr/>
            </p:nvSpPr>
            <p:spPr>
              <a:xfrm>
                <a:off x="1604569" y="2843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89" name="ph3689"/>
              <p:cNvSpPr/>
              <p:nvPr/>
            </p:nvSpPr>
            <p:spPr>
              <a:xfrm>
                <a:off x="2899598" y="2843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90" name="ph3690"/>
              <p:cNvSpPr/>
              <p:nvPr/>
            </p:nvSpPr>
            <p:spPr>
              <a:xfrm>
                <a:off x="2908983" y="2843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91" name="ph3691"/>
              <p:cNvSpPr/>
              <p:nvPr/>
            </p:nvSpPr>
            <p:spPr>
              <a:xfrm>
                <a:off x="2918367" y="2843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92" name="ph3692"/>
              <p:cNvSpPr/>
              <p:nvPr/>
            </p:nvSpPr>
            <p:spPr>
              <a:xfrm>
                <a:off x="2927751" y="2843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93" name="ph3693"/>
              <p:cNvSpPr/>
              <p:nvPr/>
            </p:nvSpPr>
            <p:spPr>
              <a:xfrm>
                <a:off x="2937135" y="2843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94" name="ph3694"/>
              <p:cNvSpPr/>
              <p:nvPr/>
            </p:nvSpPr>
            <p:spPr>
              <a:xfrm>
                <a:off x="2946520" y="2843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95" name="ph3695"/>
              <p:cNvSpPr/>
              <p:nvPr/>
            </p:nvSpPr>
            <p:spPr>
              <a:xfrm>
                <a:off x="2955904" y="2843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96" name="ph3696"/>
              <p:cNvSpPr/>
              <p:nvPr/>
            </p:nvSpPr>
            <p:spPr>
              <a:xfrm>
                <a:off x="3021594" y="2843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97" name="ph3697"/>
              <p:cNvSpPr/>
              <p:nvPr/>
            </p:nvSpPr>
            <p:spPr>
              <a:xfrm>
                <a:off x="3030978" y="2843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66CFAE">
                  <a:alpha val="100000"/>
                </a:srgbClr>
              </a:solidFill>
              <a:ln w="5420" cap="flat">
                <a:solidFill>
                  <a:srgbClr val="66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98" name="ph3698"/>
              <p:cNvSpPr/>
              <p:nvPr/>
            </p:nvSpPr>
            <p:spPr>
              <a:xfrm>
                <a:off x="3040362" y="2843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99" name="ph3699"/>
              <p:cNvSpPr/>
              <p:nvPr/>
            </p:nvSpPr>
            <p:spPr>
              <a:xfrm>
                <a:off x="3049747" y="2843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00" name="ph3700"/>
              <p:cNvSpPr/>
              <p:nvPr/>
            </p:nvSpPr>
            <p:spPr>
              <a:xfrm>
                <a:off x="3059131" y="2843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01" name="ph3701"/>
              <p:cNvSpPr/>
              <p:nvPr/>
            </p:nvSpPr>
            <p:spPr>
              <a:xfrm>
                <a:off x="1567032" y="2855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02" name="ph3702"/>
              <p:cNvSpPr/>
              <p:nvPr/>
            </p:nvSpPr>
            <p:spPr>
              <a:xfrm>
                <a:off x="1576416" y="2855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03" name="ph3703"/>
              <p:cNvSpPr/>
              <p:nvPr/>
            </p:nvSpPr>
            <p:spPr>
              <a:xfrm>
                <a:off x="1585800" y="2855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04" name="ph3704"/>
              <p:cNvSpPr/>
              <p:nvPr/>
            </p:nvSpPr>
            <p:spPr>
              <a:xfrm>
                <a:off x="1595185" y="2855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05" name="ph3705"/>
              <p:cNvSpPr/>
              <p:nvPr/>
            </p:nvSpPr>
            <p:spPr>
              <a:xfrm>
                <a:off x="1604569" y="2855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06" name="ph3706"/>
              <p:cNvSpPr/>
              <p:nvPr/>
            </p:nvSpPr>
            <p:spPr>
              <a:xfrm>
                <a:off x="2908983" y="2855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07" name="ph3707"/>
              <p:cNvSpPr/>
              <p:nvPr/>
            </p:nvSpPr>
            <p:spPr>
              <a:xfrm>
                <a:off x="2918367" y="2855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08" name="ph3708"/>
              <p:cNvSpPr/>
              <p:nvPr/>
            </p:nvSpPr>
            <p:spPr>
              <a:xfrm>
                <a:off x="2927751" y="2855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09" name="ph3709"/>
              <p:cNvSpPr/>
              <p:nvPr/>
            </p:nvSpPr>
            <p:spPr>
              <a:xfrm>
                <a:off x="2937135" y="2855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10" name="ph3710"/>
              <p:cNvSpPr/>
              <p:nvPr/>
            </p:nvSpPr>
            <p:spPr>
              <a:xfrm>
                <a:off x="2946520" y="2855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11" name="ph3711"/>
              <p:cNvSpPr/>
              <p:nvPr/>
            </p:nvSpPr>
            <p:spPr>
              <a:xfrm>
                <a:off x="2955904" y="2855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12" name="ph3712"/>
              <p:cNvSpPr/>
              <p:nvPr/>
            </p:nvSpPr>
            <p:spPr>
              <a:xfrm>
                <a:off x="2965288" y="2855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13" name="ph3713"/>
              <p:cNvSpPr/>
              <p:nvPr/>
            </p:nvSpPr>
            <p:spPr>
              <a:xfrm>
                <a:off x="3012210" y="2855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14" name="ph3714"/>
              <p:cNvSpPr/>
              <p:nvPr/>
            </p:nvSpPr>
            <p:spPr>
              <a:xfrm>
                <a:off x="3021594" y="2855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6CFAE">
                  <a:alpha val="100000"/>
                </a:srgbClr>
              </a:solidFill>
              <a:ln w="5420" cap="flat">
                <a:solidFill>
                  <a:srgbClr val="66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15" name="ph3715"/>
              <p:cNvSpPr/>
              <p:nvPr/>
            </p:nvSpPr>
            <p:spPr>
              <a:xfrm>
                <a:off x="3030978" y="2855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66CFAE">
                  <a:alpha val="100000"/>
                </a:srgbClr>
              </a:solidFill>
              <a:ln w="5420" cap="flat">
                <a:solidFill>
                  <a:srgbClr val="66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16" name="ph3716"/>
              <p:cNvSpPr/>
              <p:nvPr/>
            </p:nvSpPr>
            <p:spPr>
              <a:xfrm>
                <a:off x="3040362" y="2855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17" name="ph3717"/>
              <p:cNvSpPr/>
              <p:nvPr/>
            </p:nvSpPr>
            <p:spPr>
              <a:xfrm>
                <a:off x="3049747" y="2855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18" name="ph3718"/>
              <p:cNvSpPr/>
              <p:nvPr/>
            </p:nvSpPr>
            <p:spPr>
              <a:xfrm>
                <a:off x="3059131" y="2855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19" name="ph3719"/>
              <p:cNvSpPr/>
              <p:nvPr/>
            </p:nvSpPr>
            <p:spPr>
              <a:xfrm>
                <a:off x="1567032" y="2866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20" name="ph3720"/>
              <p:cNvSpPr/>
              <p:nvPr/>
            </p:nvSpPr>
            <p:spPr>
              <a:xfrm>
                <a:off x="1576416" y="2866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21" name="ph3721"/>
              <p:cNvSpPr/>
              <p:nvPr/>
            </p:nvSpPr>
            <p:spPr>
              <a:xfrm>
                <a:off x="1585800" y="2866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22" name="ph3722"/>
              <p:cNvSpPr/>
              <p:nvPr/>
            </p:nvSpPr>
            <p:spPr>
              <a:xfrm>
                <a:off x="1595185" y="2866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23" name="ph3723"/>
              <p:cNvSpPr/>
              <p:nvPr/>
            </p:nvSpPr>
            <p:spPr>
              <a:xfrm>
                <a:off x="1604569" y="2866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24" name="ph3724"/>
              <p:cNvSpPr/>
              <p:nvPr/>
            </p:nvSpPr>
            <p:spPr>
              <a:xfrm>
                <a:off x="2927751" y="2866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25" name="ph3725"/>
              <p:cNvSpPr/>
              <p:nvPr/>
            </p:nvSpPr>
            <p:spPr>
              <a:xfrm>
                <a:off x="2937135" y="2866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26" name="ph3726"/>
              <p:cNvSpPr/>
              <p:nvPr/>
            </p:nvSpPr>
            <p:spPr>
              <a:xfrm>
                <a:off x="2946520" y="2866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27" name="ph3727"/>
              <p:cNvSpPr/>
              <p:nvPr/>
            </p:nvSpPr>
            <p:spPr>
              <a:xfrm>
                <a:off x="2955904" y="2866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28" name="ph3728"/>
              <p:cNvSpPr/>
              <p:nvPr/>
            </p:nvSpPr>
            <p:spPr>
              <a:xfrm>
                <a:off x="2965288" y="2866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4CFAE">
                  <a:alpha val="100000"/>
                </a:srgbClr>
              </a:solidFill>
              <a:ln w="5420" cap="flat">
                <a:solidFill>
                  <a:srgbClr val="64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29" name="ph3729"/>
              <p:cNvSpPr/>
              <p:nvPr/>
            </p:nvSpPr>
            <p:spPr>
              <a:xfrm>
                <a:off x="3012210" y="2866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30" name="ph3730"/>
              <p:cNvSpPr/>
              <p:nvPr/>
            </p:nvSpPr>
            <p:spPr>
              <a:xfrm>
                <a:off x="3021594" y="2866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6CFAE">
                  <a:alpha val="100000"/>
                </a:srgbClr>
              </a:solidFill>
              <a:ln w="5420" cap="flat">
                <a:solidFill>
                  <a:srgbClr val="66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31" name="ph3731"/>
              <p:cNvSpPr/>
              <p:nvPr/>
            </p:nvSpPr>
            <p:spPr>
              <a:xfrm>
                <a:off x="3030978" y="2866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32" name="ph3732"/>
              <p:cNvSpPr/>
              <p:nvPr/>
            </p:nvSpPr>
            <p:spPr>
              <a:xfrm>
                <a:off x="3040362" y="2866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33" name="ph3733"/>
              <p:cNvSpPr/>
              <p:nvPr/>
            </p:nvSpPr>
            <p:spPr>
              <a:xfrm>
                <a:off x="3049747" y="2866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34" name="ph3734"/>
              <p:cNvSpPr/>
              <p:nvPr/>
            </p:nvSpPr>
            <p:spPr>
              <a:xfrm>
                <a:off x="1557647" y="2878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35" name="ph3735"/>
              <p:cNvSpPr/>
              <p:nvPr/>
            </p:nvSpPr>
            <p:spPr>
              <a:xfrm>
                <a:off x="1567032" y="2878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36" name="ph3736"/>
              <p:cNvSpPr/>
              <p:nvPr/>
            </p:nvSpPr>
            <p:spPr>
              <a:xfrm>
                <a:off x="1576416" y="2878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37" name="ph3737"/>
              <p:cNvSpPr/>
              <p:nvPr/>
            </p:nvSpPr>
            <p:spPr>
              <a:xfrm>
                <a:off x="1585800" y="2878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2B8AB">
                  <a:alpha val="100000"/>
                </a:srgbClr>
              </a:solidFill>
              <a:ln w="5420" cap="flat">
                <a:solidFill>
                  <a:srgbClr val="52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38" name="ph3738"/>
              <p:cNvSpPr/>
              <p:nvPr/>
            </p:nvSpPr>
            <p:spPr>
              <a:xfrm>
                <a:off x="1595185" y="2878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39" name="ph3739"/>
              <p:cNvSpPr/>
              <p:nvPr/>
            </p:nvSpPr>
            <p:spPr>
              <a:xfrm>
                <a:off x="2937135" y="2878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40" name="ph3740"/>
              <p:cNvSpPr/>
              <p:nvPr/>
            </p:nvSpPr>
            <p:spPr>
              <a:xfrm>
                <a:off x="2946520" y="2878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41" name="ph3741"/>
              <p:cNvSpPr/>
              <p:nvPr/>
            </p:nvSpPr>
            <p:spPr>
              <a:xfrm>
                <a:off x="2955904" y="2878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42" name="ph3742"/>
              <p:cNvSpPr/>
              <p:nvPr/>
            </p:nvSpPr>
            <p:spPr>
              <a:xfrm>
                <a:off x="2965288" y="2878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4CFAE">
                  <a:alpha val="100000"/>
                </a:srgbClr>
              </a:solidFill>
              <a:ln w="5420" cap="flat">
                <a:solidFill>
                  <a:srgbClr val="64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43" name="ph3743"/>
              <p:cNvSpPr/>
              <p:nvPr/>
            </p:nvSpPr>
            <p:spPr>
              <a:xfrm>
                <a:off x="2974673" y="2878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44" name="ph3744"/>
              <p:cNvSpPr/>
              <p:nvPr/>
            </p:nvSpPr>
            <p:spPr>
              <a:xfrm>
                <a:off x="2984057" y="2878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45" name="ph3745"/>
              <p:cNvSpPr/>
              <p:nvPr/>
            </p:nvSpPr>
            <p:spPr>
              <a:xfrm>
                <a:off x="3002825" y="2878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46" name="ph3746"/>
              <p:cNvSpPr/>
              <p:nvPr/>
            </p:nvSpPr>
            <p:spPr>
              <a:xfrm>
                <a:off x="3012210" y="2878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47" name="ph3747"/>
              <p:cNvSpPr/>
              <p:nvPr/>
            </p:nvSpPr>
            <p:spPr>
              <a:xfrm>
                <a:off x="3021594" y="2878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6CFAE">
                  <a:alpha val="100000"/>
                </a:srgbClr>
              </a:solidFill>
              <a:ln w="5420" cap="flat">
                <a:solidFill>
                  <a:srgbClr val="66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48" name="ph3748"/>
              <p:cNvSpPr/>
              <p:nvPr/>
            </p:nvSpPr>
            <p:spPr>
              <a:xfrm>
                <a:off x="3030978" y="2878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49" name="ph3749"/>
              <p:cNvSpPr/>
              <p:nvPr/>
            </p:nvSpPr>
            <p:spPr>
              <a:xfrm>
                <a:off x="3040362" y="2878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50" name="ph3750"/>
              <p:cNvSpPr/>
              <p:nvPr/>
            </p:nvSpPr>
            <p:spPr>
              <a:xfrm>
                <a:off x="1548263" y="2889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51" name="ph3751"/>
              <p:cNvSpPr/>
              <p:nvPr/>
            </p:nvSpPr>
            <p:spPr>
              <a:xfrm>
                <a:off x="1557647" y="2889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2B8AB">
                  <a:alpha val="100000"/>
                </a:srgbClr>
              </a:solidFill>
              <a:ln w="5420" cap="flat">
                <a:solidFill>
                  <a:srgbClr val="52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52" name="ph3752"/>
              <p:cNvSpPr/>
              <p:nvPr/>
            </p:nvSpPr>
            <p:spPr>
              <a:xfrm>
                <a:off x="1567032" y="2889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53" name="ph3753"/>
              <p:cNvSpPr/>
              <p:nvPr/>
            </p:nvSpPr>
            <p:spPr>
              <a:xfrm>
                <a:off x="1576416" y="2889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54" name="ph3754"/>
              <p:cNvSpPr/>
              <p:nvPr/>
            </p:nvSpPr>
            <p:spPr>
              <a:xfrm>
                <a:off x="1585800" y="2889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55" name="ph3755"/>
              <p:cNvSpPr/>
              <p:nvPr/>
            </p:nvSpPr>
            <p:spPr>
              <a:xfrm>
                <a:off x="1595185" y="2889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56" name="ph3756"/>
              <p:cNvSpPr/>
              <p:nvPr/>
            </p:nvSpPr>
            <p:spPr>
              <a:xfrm>
                <a:off x="2937135" y="2889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57" name="ph3757"/>
              <p:cNvSpPr/>
              <p:nvPr/>
            </p:nvSpPr>
            <p:spPr>
              <a:xfrm>
                <a:off x="2946520" y="2889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58" name="ph3758"/>
              <p:cNvSpPr/>
              <p:nvPr/>
            </p:nvSpPr>
            <p:spPr>
              <a:xfrm>
                <a:off x="2955904" y="2889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64CFAE">
                  <a:alpha val="100000"/>
                </a:srgbClr>
              </a:solidFill>
              <a:ln w="5420" cap="flat">
                <a:solidFill>
                  <a:srgbClr val="64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59" name="ph3759"/>
              <p:cNvSpPr/>
              <p:nvPr/>
            </p:nvSpPr>
            <p:spPr>
              <a:xfrm>
                <a:off x="2965288" y="2889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4CFAE">
                  <a:alpha val="100000"/>
                </a:srgbClr>
              </a:solidFill>
              <a:ln w="5420" cap="flat">
                <a:solidFill>
                  <a:srgbClr val="64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60" name="ph3760"/>
              <p:cNvSpPr/>
              <p:nvPr/>
            </p:nvSpPr>
            <p:spPr>
              <a:xfrm>
                <a:off x="2974673" y="2889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61" name="ph3761"/>
              <p:cNvSpPr/>
              <p:nvPr/>
            </p:nvSpPr>
            <p:spPr>
              <a:xfrm>
                <a:off x="2984057" y="2889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62" name="ph3762"/>
              <p:cNvSpPr/>
              <p:nvPr/>
            </p:nvSpPr>
            <p:spPr>
              <a:xfrm>
                <a:off x="2993441" y="2889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63" name="ph3763"/>
              <p:cNvSpPr/>
              <p:nvPr/>
            </p:nvSpPr>
            <p:spPr>
              <a:xfrm>
                <a:off x="3002825" y="2889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64" name="ph3764"/>
              <p:cNvSpPr/>
              <p:nvPr/>
            </p:nvSpPr>
            <p:spPr>
              <a:xfrm>
                <a:off x="3012210" y="2889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65" name="ph3765"/>
              <p:cNvSpPr/>
              <p:nvPr/>
            </p:nvSpPr>
            <p:spPr>
              <a:xfrm>
                <a:off x="3021594" y="2889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6CFAE">
                  <a:alpha val="100000"/>
                </a:srgbClr>
              </a:solidFill>
              <a:ln w="5420" cap="flat">
                <a:solidFill>
                  <a:srgbClr val="66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66" name="ph3766"/>
              <p:cNvSpPr/>
              <p:nvPr/>
            </p:nvSpPr>
            <p:spPr>
              <a:xfrm>
                <a:off x="3030978" y="2889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67" name="ph3767"/>
              <p:cNvSpPr/>
              <p:nvPr/>
            </p:nvSpPr>
            <p:spPr>
              <a:xfrm>
                <a:off x="3040362" y="2889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68" name="ph3768"/>
              <p:cNvSpPr/>
              <p:nvPr/>
            </p:nvSpPr>
            <p:spPr>
              <a:xfrm>
                <a:off x="1548263" y="2901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69" name="ph3769"/>
              <p:cNvSpPr/>
              <p:nvPr/>
            </p:nvSpPr>
            <p:spPr>
              <a:xfrm>
                <a:off x="1557647" y="2901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70" name="ph3770"/>
              <p:cNvSpPr/>
              <p:nvPr/>
            </p:nvSpPr>
            <p:spPr>
              <a:xfrm>
                <a:off x="1567032" y="2901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2BAAB">
                  <a:alpha val="100000"/>
                </a:srgbClr>
              </a:solidFill>
              <a:ln w="5420" cap="flat">
                <a:solidFill>
                  <a:srgbClr val="52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71" name="ph3771"/>
              <p:cNvSpPr/>
              <p:nvPr/>
            </p:nvSpPr>
            <p:spPr>
              <a:xfrm>
                <a:off x="1576416" y="2901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72" name="ph3772"/>
              <p:cNvSpPr/>
              <p:nvPr/>
            </p:nvSpPr>
            <p:spPr>
              <a:xfrm>
                <a:off x="1585800" y="2901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73" name="ph3773"/>
              <p:cNvSpPr/>
              <p:nvPr/>
            </p:nvSpPr>
            <p:spPr>
              <a:xfrm>
                <a:off x="2937135" y="2901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74" name="ph3774"/>
              <p:cNvSpPr/>
              <p:nvPr/>
            </p:nvSpPr>
            <p:spPr>
              <a:xfrm>
                <a:off x="2946520" y="2901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75" name="ph3775"/>
              <p:cNvSpPr/>
              <p:nvPr/>
            </p:nvSpPr>
            <p:spPr>
              <a:xfrm>
                <a:off x="2955904" y="2901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64CFAE">
                  <a:alpha val="100000"/>
                </a:srgbClr>
              </a:solidFill>
              <a:ln w="5420" cap="flat">
                <a:solidFill>
                  <a:srgbClr val="64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76" name="ph3776"/>
              <p:cNvSpPr/>
              <p:nvPr/>
            </p:nvSpPr>
            <p:spPr>
              <a:xfrm>
                <a:off x="2965288" y="2901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4CFAE">
                  <a:alpha val="100000"/>
                </a:srgbClr>
              </a:solidFill>
              <a:ln w="5420" cap="flat">
                <a:solidFill>
                  <a:srgbClr val="64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77" name="ph3777"/>
              <p:cNvSpPr/>
              <p:nvPr/>
            </p:nvSpPr>
            <p:spPr>
              <a:xfrm>
                <a:off x="2974673" y="2901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78" name="ph3778"/>
              <p:cNvSpPr/>
              <p:nvPr/>
            </p:nvSpPr>
            <p:spPr>
              <a:xfrm>
                <a:off x="2984057" y="2901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79" name="ph3779"/>
              <p:cNvSpPr/>
              <p:nvPr/>
            </p:nvSpPr>
            <p:spPr>
              <a:xfrm>
                <a:off x="2993441" y="2901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80" name="ph3780"/>
              <p:cNvSpPr/>
              <p:nvPr/>
            </p:nvSpPr>
            <p:spPr>
              <a:xfrm>
                <a:off x="3002825" y="2901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81" name="ph3781"/>
              <p:cNvSpPr/>
              <p:nvPr/>
            </p:nvSpPr>
            <p:spPr>
              <a:xfrm>
                <a:off x="3012210" y="2901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6CFAE">
                  <a:alpha val="100000"/>
                </a:srgbClr>
              </a:solidFill>
              <a:ln w="5420" cap="flat">
                <a:solidFill>
                  <a:srgbClr val="66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82" name="ph3782"/>
              <p:cNvSpPr/>
              <p:nvPr/>
            </p:nvSpPr>
            <p:spPr>
              <a:xfrm>
                <a:off x="3021594" y="2901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6CFAE">
                  <a:alpha val="100000"/>
                </a:srgbClr>
              </a:solidFill>
              <a:ln w="5420" cap="flat">
                <a:solidFill>
                  <a:srgbClr val="66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83" name="ph3783"/>
              <p:cNvSpPr/>
              <p:nvPr/>
            </p:nvSpPr>
            <p:spPr>
              <a:xfrm>
                <a:off x="3030978" y="2901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84" name="ph3784"/>
              <p:cNvSpPr/>
              <p:nvPr/>
            </p:nvSpPr>
            <p:spPr>
              <a:xfrm>
                <a:off x="3040362" y="2901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85" name="ph3785"/>
              <p:cNvSpPr/>
              <p:nvPr/>
            </p:nvSpPr>
            <p:spPr>
              <a:xfrm>
                <a:off x="1548263" y="2912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86" name="ph3786"/>
              <p:cNvSpPr/>
              <p:nvPr/>
            </p:nvSpPr>
            <p:spPr>
              <a:xfrm>
                <a:off x="1557647" y="2912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87" name="ph3787"/>
              <p:cNvSpPr/>
              <p:nvPr/>
            </p:nvSpPr>
            <p:spPr>
              <a:xfrm>
                <a:off x="1567032" y="2912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88" name="ph3788"/>
              <p:cNvSpPr/>
              <p:nvPr/>
            </p:nvSpPr>
            <p:spPr>
              <a:xfrm>
                <a:off x="1576416" y="2912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89" name="ph3789"/>
              <p:cNvSpPr/>
              <p:nvPr/>
            </p:nvSpPr>
            <p:spPr>
              <a:xfrm>
                <a:off x="1585800" y="2912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90" name="ph3790"/>
              <p:cNvSpPr/>
              <p:nvPr/>
            </p:nvSpPr>
            <p:spPr>
              <a:xfrm>
                <a:off x="2937135" y="2912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91" name="ph3791"/>
              <p:cNvSpPr/>
              <p:nvPr/>
            </p:nvSpPr>
            <p:spPr>
              <a:xfrm>
                <a:off x="2946520" y="2912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4CFAE">
                  <a:alpha val="100000"/>
                </a:srgbClr>
              </a:solidFill>
              <a:ln w="5420" cap="flat">
                <a:solidFill>
                  <a:srgbClr val="64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92" name="ph3792"/>
              <p:cNvSpPr/>
              <p:nvPr/>
            </p:nvSpPr>
            <p:spPr>
              <a:xfrm>
                <a:off x="2955904" y="2912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64CFAE">
                  <a:alpha val="100000"/>
                </a:srgbClr>
              </a:solidFill>
              <a:ln w="5420" cap="flat">
                <a:solidFill>
                  <a:srgbClr val="64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93" name="ph3793"/>
              <p:cNvSpPr/>
              <p:nvPr/>
            </p:nvSpPr>
            <p:spPr>
              <a:xfrm>
                <a:off x="2965288" y="2912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94" name="ph3794"/>
              <p:cNvSpPr/>
              <p:nvPr/>
            </p:nvSpPr>
            <p:spPr>
              <a:xfrm>
                <a:off x="2974673" y="2912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95" name="ph3795"/>
              <p:cNvSpPr/>
              <p:nvPr/>
            </p:nvSpPr>
            <p:spPr>
              <a:xfrm>
                <a:off x="2984057" y="2912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96" name="ph3796"/>
              <p:cNvSpPr/>
              <p:nvPr/>
            </p:nvSpPr>
            <p:spPr>
              <a:xfrm>
                <a:off x="2993441" y="2912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97" name="ph3797"/>
              <p:cNvSpPr/>
              <p:nvPr/>
            </p:nvSpPr>
            <p:spPr>
              <a:xfrm>
                <a:off x="3002825" y="2912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98" name="ph3798"/>
              <p:cNvSpPr/>
              <p:nvPr/>
            </p:nvSpPr>
            <p:spPr>
              <a:xfrm>
                <a:off x="3012210" y="2912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6CFAE">
                  <a:alpha val="100000"/>
                </a:srgbClr>
              </a:solidFill>
              <a:ln w="5420" cap="flat">
                <a:solidFill>
                  <a:srgbClr val="66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99" name="ph3799"/>
              <p:cNvSpPr/>
              <p:nvPr/>
            </p:nvSpPr>
            <p:spPr>
              <a:xfrm>
                <a:off x="3021594" y="2912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00" name="ph3800"/>
              <p:cNvSpPr/>
              <p:nvPr/>
            </p:nvSpPr>
            <p:spPr>
              <a:xfrm>
                <a:off x="3030978" y="2912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01" name="ph3801"/>
              <p:cNvSpPr/>
              <p:nvPr/>
            </p:nvSpPr>
            <p:spPr>
              <a:xfrm>
                <a:off x="1538879" y="2924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02" name="ph3802"/>
              <p:cNvSpPr/>
              <p:nvPr/>
            </p:nvSpPr>
            <p:spPr>
              <a:xfrm>
                <a:off x="1548263" y="2924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03" name="ph3803"/>
              <p:cNvSpPr/>
              <p:nvPr/>
            </p:nvSpPr>
            <p:spPr>
              <a:xfrm>
                <a:off x="1557647" y="2924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04" name="ph3804"/>
              <p:cNvSpPr/>
              <p:nvPr/>
            </p:nvSpPr>
            <p:spPr>
              <a:xfrm>
                <a:off x="1567032" y="2924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05" name="ph3805"/>
              <p:cNvSpPr/>
              <p:nvPr/>
            </p:nvSpPr>
            <p:spPr>
              <a:xfrm>
                <a:off x="1576416" y="2924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06" name="ph3806"/>
              <p:cNvSpPr/>
              <p:nvPr/>
            </p:nvSpPr>
            <p:spPr>
              <a:xfrm>
                <a:off x="2946520" y="2924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4CFAE">
                  <a:alpha val="100000"/>
                </a:srgbClr>
              </a:solidFill>
              <a:ln w="5420" cap="flat">
                <a:solidFill>
                  <a:srgbClr val="64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07" name="ph3807"/>
              <p:cNvSpPr/>
              <p:nvPr/>
            </p:nvSpPr>
            <p:spPr>
              <a:xfrm>
                <a:off x="2955904" y="2924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08" name="ph3808"/>
              <p:cNvSpPr/>
              <p:nvPr/>
            </p:nvSpPr>
            <p:spPr>
              <a:xfrm>
                <a:off x="2965288" y="2924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09" name="ph3809"/>
              <p:cNvSpPr/>
              <p:nvPr/>
            </p:nvSpPr>
            <p:spPr>
              <a:xfrm>
                <a:off x="2974673" y="2924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10" name="ph3810"/>
              <p:cNvSpPr/>
              <p:nvPr/>
            </p:nvSpPr>
            <p:spPr>
              <a:xfrm>
                <a:off x="2984057" y="2924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11" name="ph3811"/>
              <p:cNvSpPr/>
              <p:nvPr/>
            </p:nvSpPr>
            <p:spPr>
              <a:xfrm>
                <a:off x="2993441" y="2924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12" name="ph3812"/>
              <p:cNvSpPr/>
              <p:nvPr/>
            </p:nvSpPr>
            <p:spPr>
              <a:xfrm>
                <a:off x="3002825" y="2924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13" name="ph3813"/>
              <p:cNvSpPr/>
              <p:nvPr/>
            </p:nvSpPr>
            <p:spPr>
              <a:xfrm>
                <a:off x="3012210" y="2924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6CFAE">
                  <a:alpha val="100000"/>
                </a:srgbClr>
              </a:solidFill>
              <a:ln w="5420" cap="flat">
                <a:solidFill>
                  <a:srgbClr val="66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14" name="ph3814"/>
              <p:cNvSpPr/>
              <p:nvPr/>
            </p:nvSpPr>
            <p:spPr>
              <a:xfrm>
                <a:off x="3021594" y="2924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15" name="ph3815"/>
              <p:cNvSpPr/>
              <p:nvPr/>
            </p:nvSpPr>
            <p:spPr>
              <a:xfrm>
                <a:off x="1538879" y="293602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16" name="ph3816"/>
              <p:cNvSpPr/>
              <p:nvPr/>
            </p:nvSpPr>
            <p:spPr>
              <a:xfrm>
                <a:off x="1548263" y="293602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17" name="ph3817"/>
              <p:cNvSpPr/>
              <p:nvPr/>
            </p:nvSpPr>
            <p:spPr>
              <a:xfrm>
                <a:off x="1557647" y="293602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18" name="ph3818"/>
              <p:cNvSpPr/>
              <p:nvPr/>
            </p:nvSpPr>
            <p:spPr>
              <a:xfrm>
                <a:off x="1567032" y="293602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19" name="ph3819"/>
              <p:cNvSpPr/>
              <p:nvPr/>
            </p:nvSpPr>
            <p:spPr>
              <a:xfrm>
                <a:off x="1576416" y="293602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20" name="ph3820"/>
              <p:cNvSpPr/>
              <p:nvPr/>
            </p:nvSpPr>
            <p:spPr>
              <a:xfrm>
                <a:off x="2955904" y="293602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21" name="ph3821"/>
              <p:cNvSpPr/>
              <p:nvPr/>
            </p:nvSpPr>
            <p:spPr>
              <a:xfrm>
                <a:off x="2965288" y="293602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22" name="ph3822"/>
              <p:cNvSpPr/>
              <p:nvPr/>
            </p:nvSpPr>
            <p:spPr>
              <a:xfrm>
                <a:off x="2974673" y="293602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23" name="ph3823"/>
              <p:cNvSpPr/>
              <p:nvPr/>
            </p:nvSpPr>
            <p:spPr>
              <a:xfrm>
                <a:off x="2984057" y="293602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24" name="ph3824"/>
              <p:cNvSpPr/>
              <p:nvPr/>
            </p:nvSpPr>
            <p:spPr>
              <a:xfrm>
                <a:off x="2993441" y="293602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25" name="ph3825"/>
              <p:cNvSpPr/>
              <p:nvPr/>
            </p:nvSpPr>
            <p:spPr>
              <a:xfrm>
                <a:off x="1538879" y="294756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26" name="ph3826"/>
              <p:cNvSpPr/>
              <p:nvPr/>
            </p:nvSpPr>
            <p:spPr>
              <a:xfrm>
                <a:off x="1548263" y="294756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27" name="ph3827"/>
              <p:cNvSpPr/>
              <p:nvPr/>
            </p:nvSpPr>
            <p:spPr>
              <a:xfrm>
                <a:off x="1557647" y="294756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28" name="ph3828"/>
              <p:cNvSpPr/>
              <p:nvPr/>
            </p:nvSpPr>
            <p:spPr>
              <a:xfrm>
                <a:off x="1567032" y="294756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29" name="ph3829"/>
              <p:cNvSpPr/>
              <p:nvPr/>
            </p:nvSpPr>
            <p:spPr>
              <a:xfrm>
                <a:off x="1576416" y="294756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30" name="ph3830"/>
              <p:cNvSpPr/>
              <p:nvPr/>
            </p:nvSpPr>
            <p:spPr>
              <a:xfrm>
                <a:off x="1538879" y="2959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31" name="ph3831"/>
              <p:cNvSpPr/>
              <p:nvPr/>
            </p:nvSpPr>
            <p:spPr>
              <a:xfrm>
                <a:off x="1548263" y="2959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32" name="ph3832"/>
              <p:cNvSpPr/>
              <p:nvPr/>
            </p:nvSpPr>
            <p:spPr>
              <a:xfrm>
                <a:off x="1557647" y="2959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33" name="ph3833"/>
              <p:cNvSpPr/>
              <p:nvPr/>
            </p:nvSpPr>
            <p:spPr>
              <a:xfrm>
                <a:off x="1567032" y="2959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34" name="ph3834"/>
              <p:cNvSpPr/>
              <p:nvPr/>
            </p:nvSpPr>
            <p:spPr>
              <a:xfrm>
                <a:off x="1529495" y="2970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35" name="ph3835"/>
              <p:cNvSpPr/>
              <p:nvPr/>
            </p:nvSpPr>
            <p:spPr>
              <a:xfrm>
                <a:off x="1538879" y="2970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36" name="ph3836"/>
              <p:cNvSpPr/>
              <p:nvPr/>
            </p:nvSpPr>
            <p:spPr>
              <a:xfrm>
                <a:off x="1548263" y="2970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37" name="ph3837"/>
              <p:cNvSpPr/>
              <p:nvPr/>
            </p:nvSpPr>
            <p:spPr>
              <a:xfrm>
                <a:off x="1557647" y="2970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38" name="ph3838"/>
              <p:cNvSpPr/>
              <p:nvPr/>
            </p:nvSpPr>
            <p:spPr>
              <a:xfrm>
                <a:off x="1567032" y="2970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39" name="ph3839"/>
              <p:cNvSpPr/>
              <p:nvPr/>
            </p:nvSpPr>
            <p:spPr>
              <a:xfrm>
                <a:off x="1529495" y="2982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40" name="ph3840"/>
              <p:cNvSpPr/>
              <p:nvPr/>
            </p:nvSpPr>
            <p:spPr>
              <a:xfrm>
                <a:off x="1538879" y="2982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41" name="ph3841"/>
              <p:cNvSpPr/>
              <p:nvPr/>
            </p:nvSpPr>
            <p:spPr>
              <a:xfrm>
                <a:off x="1548263" y="2982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42" name="ph3842"/>
              <p:cNvSpPr/>
              <p:nvPr/>
            </p:nvSpPr>
            <p:spPr>
              <a:xfrm>
                <a:off x="1557647" y="2982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43" name="ph3843"/>
              <p:cNvSpPr/>
              <p:nvPr/>
            </p:nvSpPr>
            <p:spPr>
              <a:xfrm>
                <a:off x="1567032" y="2982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44" name="ph3844"/>
              <p:cNvSpPr/>
              <p:nvPr/>
            </p:nvSpPr>
            <p:spPr>
              <a:xfrm>
                <a:off x="1529495" y="2993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45" name="ph3845"/>
              <p:cNvSpPr/>
              <p:nvPr/>
            </p:nvSpPr>
            <p:spPr>
              <a:xfrm>
                <a:off x="1538879" y="2993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46" name="ph3846"/>
              <p:cNvSpPr/>
              <p:nvPr/>
            </p:nvSpPr>
            <p:spPr>
              <a:xfrm>
                <a:off x="1548263" y="2993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47" name="ph3847"/>
              <p:cNvSpPr/>
              <p:nvPr/>
            </p:nvSpPr>
            <p:spPr>
              <a:xfrm>
                <a:off x="1557647" y="2993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48" name="ph3848"/>
              <p:cNvSpPr/>
              <p:nvPr/>
            </p:nvSpPr>
            <p:spPr>
              <a:xfrm>
                <a:off x="1567032" y="2993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49" name="ph3849"/>
              <p:cNvSpPr/>
              <p:nvPr/>
            </p:nvSpPr>
            <p:spPr>
              <a:xfrm>
                <a:off x="1529495" y="3005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50" name="ph3850"/>
              <p:cNvSpPr/>
              <p:nvPr/>
            </p:nvSpPr>
            <p:spPr>
              <a:xfrm>
                <a:off x="1538879" y="3005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51" name="ph3851"/>
              <p:cNvSpPr/>
              <p:nvPr/>
            </p:nvSpPr>
            <p:spPr>
              <a:xfrm>
                <a:off x="1548263" y="3005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52" name="ph3852"/>
              <p:cNvSpPr/>
              <p:nvPr/>
            </p:nvSpPr>
            <p:spPr>
              <a:xfrm>
                <a:off x="1557647" y="3005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53" name="ph3853"/>
              <p:cNvSpPr/>
              <p:nvPr/>
            </p:nvSpPr>
            <p:spPr>
              <a:xfrm>
                <a:off x="1529495" y="3016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54" name="ph3854"/>
              <p:cNvSpPr/>
              <p:nvPr/>
            </p:nvSpPr>
            <p:spPr>
              <a:xfrm>
                <a:off x="1538879" y="3016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55" name="ph3855"/>
              <p:cNvSpPr/>
              <p:nvPr/>
            </p:nvSpPr>
            <p:spPr>
              <a:xfrm>
                <a:off x="1548263" y="3016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56" name="ph3856"/>
              <p:cNvSpPr/>
              <p:nvPr/>
            </p:nvSpPr>
            <p:spPr>
              <a:xfrm>
                <a:off x="1557647" y="3016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57" name="ph3857"/>
              <p:cNvSpPr/>
              <p:nvPr/>
            </p:nvSpPr>
            <p:spPr>
              <a:xfrm>
                <a:off x="1529495" y="302828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58" name="ph3858"/>
              <p:cNvSpPr/>
              <p:nvPr/>
            </p:nvSpPr>
            <p:spPr>
              <a:xfrm>
                <a:off x="1538879" y="302828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59" name="ph3859"/>
              <p:cNvSpPr/>
              <p:nvPr/>
            </p:nvSpPr>
            <p:spPr>
              <a:xfrm>
                <a:off x="1548263" y="302828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60" name="ph3860"/>
              <p:cNvSpPr/>
              <p:nvPr/>
            </p:nvSpPr>
            <p:spPr>
              <a:xfrm>
                <a:off x="1557647" y="302828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61" name="ph3861"/>
              <p:cNvSpPr/>
              <p:nvPr/>
            </p:nvSpPr>
            <p:spPr>
              <a:xfrm>
                <a:off x="1529495" y="303981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62" name="ph3862"/>
              <p:cNvSpPr/>
              <p:nvPr/>
            </p:nvSpPr>
            <p:spPr>
              <a:xfrm>
                <a:off x="1538879" y="303981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63" name="ph3863"/>
              <p:cNvSpPr/>
              <p:nvPr/>
            </p:nvSpPr>
            <p:spPr>
              <a:xfrm>
                <a:off x="1548263" y="303981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64" name="ph3864"/>
              <p:cNvSpPr/>
              <p:nvPr/>
            </p:nvSpPr>
            <p:spPr>
              <a:xfrm>
                <a:off x="1557647" y="303981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65" name="ph3865"/>
              <p:cNvSpPr/>
              <p:nvPr/>
            </p:nvSpPr>
            <p:spPr>
              <a:xfrm>
                <a:off x="1529495" y="305134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66" name="ph3866"/>
              <p:cNvSpPr/>
              <p:nvPr/>
            </p:nvSpPr>
            <p:spPr>
              <a:xfrm>
                <a:off x="1538879" y="305134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67" name="ph3867"/>
              <p:cNvSpPr/>
              <p:nvPr/>
            </p:nvSpPr>
            <p:spPr>
              <a:xfrm>
                <a:off x="1548263" y="305134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68" name="ph3868"/>
              <p:cNvSpPr/>
              <p:nvPr/>
            </p:nvSpPr>
            <p:spPr>
              <a:xfrm>
                <a:off x="2094707" y="835854"/>
                <a:ext cx="2988173" cy="2998361"/>
              </a:xfrm>
              <a:custGeom>
                <a:avLst/>
                <a:gdLst/>
                <a:ahLst/>
                <a:cxnLst/>
                <a:rect l="0" t="0" r="0" b="0"/>
                <a:pathLst>
                  <a:path w="2988173" h="2998361">
                    <a:moveTo>
                      <a:pt x="2333048" y="914399"/>
                    </a:moveTo>
                    <a:lnTo>
                      <a:pt x="2352921" y="914369"/>
                    </a:lnTo>
                    <a:lnTo>
                      <a:pt x="2388435" y="914318"/>
                    </a:lnTo>
                    <a:lnTo>
                      <a:pt x="2423948" y="914266"/>
                    </a:lnTo>
                    <a:lnTo>
                      <a:pt x="2459461" y="914220"/>
                    </a:lnTo>
                    <a:lnTo>
                      <a:pt x="2494974" y="914169"/>
                    </a:lnTo>
                    <a:lnTo>
                      <a:pt x="2530491" y="914118"/>
                    </a:lnTo>
                    <a:lnTo>
                      <a:pt x="2566004" y="914067"/>
                    </a:lnTo>
                    <a:lnTo>
                      <a:pt x="2601517" y="914015"/>
                    </a:lnTo>
                    <a:lnTo>
                      <a:pt x="2609922" y="893798"/>
                    </a:lnTo>
                    <a:lnTo>
                      <a:pt x="2617753" y="884386"/>
                    </a:lnTo>
                    <a:lnTo>
                      <a:pt x="2628479" y="887504"/>
                    </a:lnTo>
                    <a:lnTo>
                      <a:pt x="2634192" y="887243"/>
                    </a:lnTo>
                    <a:lnTo>
                      <a:pt x="2640543" y="882389"/>
                    </a:lnTo>
                    <a:lnTo>
                      <a:pt x="2645694" y="879439"/>
                    </a:lnTo>
                    <a:lnTo>
                      <a:pt x="2649086" y="879874"/>
                    </a:lnTo>
                    <a:lnTo>
                      <a:pt x="2651982" y="884319"/>
                    </a:lnTo>
                    <a:lnTo>
                      <a:pt x="2654391" y="887284"/>
                    </a:lnTo>
                    <a:lnTo>
                      <a:pt x="2657204" y="886419"/>
                    </a:lnTo>
                    <a:lnTo>
                      <a:pt x="2659612" y="882225"/>
                    </a:lnTo>
                    <a:lnTo>
                      <a:pt x="2659529" y="876407"/>
                    </a:lnTo>
                    <a:lnTo>
                      <a:pt x="2662825" y="872357"/>
                    </a:lnTo>
                    <a:lnTo>
                      <a:pt x="2666738" y="871737"/>
                    </a:lnTo>
                    <a:lnTo>
                      <a:pt x="2670355" y="871865"/>
                    </a:lnTo>
                    <a:lnTo>
                      <a:pt x="2672160" y="869888"/>
                    </a:lnTo>
                    <a:lnTo>
                      <a:pt x="2671960" y="867052"/>
                    </a:lnTo>
                    <a:lnTo>
                      <a:pt x="2670656" y="862484"/>
                    </a:lnTo>
                    <a:lnTo>
                      <a:pt x="2671097" y="856984"/>
                    </a:lnTo>
                    <a:lnTo>
                      <a:pt x="2680132" y="847269"/>
                    </a:lnTo>
                    <a:lnTo>
                      <a:pt x="2691208" y="840679"/>
                    </a:lnTo>
                    <a:lnTo>
                      <a:pt x="2695092" y="837386"/>
                    </a:lnTo>
                    <a:lnTo>
                      <a:pt x="2696221" y="830708"/>
                    </a:lnTo>
                    <a:lnTo>
                      <a:pt x="2702572" y="823770"/>
                    </a:lnTo>
                    <a:lnTo>
                      <a:pt x="2705748" y="819780"/>
                    </a:lnTo>
                    <a:lnTo>
                      <a:pt x="2706523" y="816313"/>
                    </a:lnTo>
                    <a:lnTo>
                      <a:pt x="2704877" y="812048"/>
                    </a:lnTo>
                    <a:lnTo>
                      <a:pt x="2705043" y="803916"/>
                    </a:lnTo>
                    <a:lnTo>
                      <a:pt x="2707227" y="794201"/>
                    </a:lnTo>
                    <a:lnTo>
                      <a:pt x="2709840" y="783622"/>
                    </a:lnTo>
                    <a:lnTo>
                      <a:pt x="2715695" y="774081"/>
                    </a:lnTo>
                    <a:lnTo>
                      <a:pt x="2725296" y="763676"/>
                    </a:lnTo>
                    <a:lnTo>
                      <a:pt x="2727767" y="750003"/>
                    </a:lnTo>
                    <a:lnTo>
                      <a:pt x="2730372" y="735582"/>
                    </a:lnTo>
                    <a:lnTo>
                      <a:pt x="2741978" y="721530"/>
                    </a:lnTo>
                    <a:lnTo>
                      <a:pt x="2755138" y="705594"/>
                    </a:lnTo>
                    <a:lnTo>
                      <a:pt x="2759911" y="699813"/>
                    </a:lnTo>
                    <a:lnTo>
                      <a:pt x="2918285" y="699813"/>
                    </a:lnTo>
                    <a:lnTo>
                      <a:pt x="2918547" y="711796"/>
                    </a:lnTo>
                    <a:lnTo>
                      <a:pt x="2918759" y="728142"/>
                    </a:lnTo>
                    <a:lnTo>
                      <a:pt x="2918984" y="745368"/>
                    </a:lnTo>
                    <a:lnTo>
                      <a:pt x="2919147" y="757664"/>
                    </a:lnTo>
                    <a:lnTo>
                      <a:pt x="2919426" y="774547"/>
                    </a:lnTo>
                    <a:lnTo>
                      <a:pt x="2919647" y="787979"/>
                    </a:lnTo>
                    <a:lnTo>
                      <a:pt x="2919943" y="805513"/>
                    </a:lnTo>
                    <a:lnTo>
                      <a:pt x="2920097" y="814885"/>
                    </a:lnTo>
                    <a:lnTo>
                      <a:pt x="2921601" y="817589"/>
                    </a:lnTo>
                    <a:lnTo>
                      <a:pt x="2920697" y="821281"/>
                    </a:lnTo>
                    <a:lnTo>
                      <a:pt x="2920301" y="823129"/>
                    </a:lnTo>
                    <a:lnTo>
                      <a:pt x="2920397" y="824599"/>
                    </a:lnTo>
                    <a:lnTo>
                      <a:pt x="2920997" y="826448"/>
                    </a:lnTo>
                    <a:lnTo>
                      <a:pt x="2920897" y="829034"/>
                    </a:lnTo>
                    <a:lnTo>
                      <a:pt x="2919497" y="831374"/>
                    </a:lnTo>
                    <a:lnTo>
                      <a:pt x="2918797" y="834078"/>
                    </a:lnTo>
                    <a:lnTo>
                      <a:pt x="2918597" y="838508"/>
                    </a:lnTo>
                    <a:lnTo>
                      <a:pt x="2920097" y="841216"/>
                    </a:lnTo>
                    <a:lnTo>
                      <a:pt x="2922602" y="842814"/>
                    </a:lnTo>
                    <a:lnTo>
                      <a:pt x="2924706" y="842814"/>
                    </a:lnTo>
                    <a:lnTo>
                      <a:pt x="2927411" y="844417"/>
                    </a:lnTo>
                    <a:lnTo>
                      <a:pt x="2930915" y="847249"/>
                    </a:lnTo>
                    <a:lnTo>
                      <a:pt x="2936220" y="849707"/>
                    </a:lnTo>
                    <a:lnTo>
                      <a:pt x="2941729" y="850567"/>
                    </a:lnTo>
                    <a:lnTo>
                      <a:pt x="2945534" y="849953"/>
                    </a:lnTo>
                    <a:lnTo>
                      <a:pt x="2950139" y="851556"/>
                    </a:lnTo>
                    <a:lnTo>
                      <a:pt x="2951743" y="855494"/>
                    </a:lnTo>
                    <a:lnTo>
                      <a:pt x="2950843" y="859181"/>
                    </a:lnTo>
                    <a:lnTo>
                      <a:pt x="2948238" y="860906"/>
                    </a:lnTo>
                    <a:lnTo>
                      <a:pt x="2945434" y="862263"/>
                    </a:lnTo>
                    <a:lnTo>
                      <a:pt x="2944934" y="865090"/>
                    </a:lnTo>
                    <a:lnTo>
                      <a:pt x="2946334" y="868045"/>
                    </a:lnTo>
                    <a:lnTo>
                      <a:pt x="2948338" y="870631"/>
                    </a:lnTo>
                    <a:lnTo>
                      <a:pt x="2950543" y="875173"/>
                    </a:lnTo>
                    <a:lnTo>
                      <a:pt x="2949639" y="879111"/>
                    </a:lnTo>
                    <a:lnTo>
                      <a:pt x="2947638" y="882435"/>
                    </a:lnTo>
                    <a:lnTo>
                      <a:pt x="2946734" y="885876"/>
                    </a:lnTo>
                    <a:lnTo>
                      <a:pt x="2948438" y="888836"/>
                    </a:lnTo>
                    <a:lnTo>
                      <a:pt x="2952943" y="892769"/>
                    </a:lnTo>
                    <a:lnTo>
                      <a:pt x="2955748" y="896584"/>
                    </a:lnTo>
                    <a:lnTo>
                      <a:pt x="2960157" y="898678"/>
                    </a:lnTo>
                    <a:lnTo>
                      <a:pt x="2962257" y="897198"/>
                    </a:lnTo>
                    <a:lnTo>
                      <a:pt x="2963961" y="895227"/>
                    </a:lnTo>
                    <a:lnTo>
                      <a:pt x="2965762" y="893752"/>
                    </a:lnTo>
                    <a:lnTo>
                      <a:pt x="2968866" y="894617"/>
                    </a:lnTo>
                    <a:lnTo>
                      <a:pt x="2972471" y="895724"/>
                    </a:lnTo>
                    <a:lnTo>
                      <a:pt x="2976409" y="897040"/>
                    </a:lnTo>
                    <a:lnTo>
                      <a:pt x="2975938" y="900230"/>
                    </a:lnTo>
                    <a:lnTo>
                      <a:pt x="2978338" y="905607"/>
                    </a:lnTo>
                    <a:lnTo>
                      <a:pt x="2980197" y="915946"/>
                    </a:lnTo>
                    <a:lnTo>
                      <a:pt x="2977342" y="920642"/>
                    </a:lnTo>
                    <a:lnTo>
                      <a:pt x="2977955" y="926864"/>
                    </a:lnTo>
                    <a:lnTo>
                      <a:pt x="2985868" y="928677"/>
                    </a:lnTo>
                    <a:lnTo>
                      <a:pt x="2987794" y="930582"/>
                    </a:lnTo>
                    <a:lnTo>
                      <a:pt x="2988173" y="932881"/>
                    </a:lnTo>
                    <a:lnTo>
                      <a:pt x="2970741" y="948833"/>
                    </a:lnTo>
                    <a:lnTo>
                      <a:pt x="2955994" y="946600"/>
                    </a:lnTo>
                    <a:lnTo>
                      <a:pt x="2947992" y="950830"/>
                    </a:lnTo>
                    <a:lnTo>
                      <a:pt x="2939612" y="952064"/>
                    </a:lnTo>
                    <a:lnTo>
                      <a:pt x="2935937" y="959192"/>
                    </a:lnTo>
                    <a:lnTo>
                      <a:pt x="2931336" y="960703"/>
                    </a:lnTo>
                    <a:lnTo>
                      <a:pt x="2925035" y="960273"/>
                    </a:lnTo>
                    <a:lnTo>
                      <a:pt x="2919601" y="958260"/>
                    </a:lnTo>
                    <a:lnTo>
                      <a:pt x="2915455" y="959248"/>
                    </a:lnTo>
                    <a:lnTo>
                      <a:pt x="2909654" y="972112"/>
                    </a:lnTo>
                    <a:lnTo>
                      <a:pt x="2904903" y="970991"/>
                    </a:lnTo>
                    <a:lnTo>
                      <a:pt x="2903011" y="975620"/>
                    </a:lnTo>
                    <a:lnTo>
                      <a:pt x="2900528" y="977643"/>
                    </a:lnTo>
                    <a:lnTo>
                      <a:pt x="2896886" y="979379"/>
                    </a:lnTo>
                    <a:lnTo>
                      <a:pt x="2893723" y="973664"/>
                    </a:lnTo>
                    <a:lnTo>
                      <a:pt x="2891710" y="968231"/>
                    </a:lnTo>
                    <a:lnTo>
                      <a:pt x="2888743" y="967037"/>
                    </a:lnTo>
                    <a:lnTo>
                      <a:pt x="2884801" y="965650"/>
                    </a:lnTo>
                    <a:lnTo>
                      <a:pt x="2880746" y="965696"/>
                    </a:lnTo>
                    <a:lnTo>
                      <a:pt x="2878041" y="966474"/>
                    </a:lnTo>
                    <a:lnTo>
                      <a:pt x="2874687" y="969987"/>
                    </a:lnTo>
                    <a:lnTo>
                      <a:pt x="2869824" y="973003"/>
                    </a:lnTo>
                    <a:lnTo>
                      <a:pt x="2866144" y="970489"/>
                    </a:lnTo>
                    <a:lnTo>
                      <a:pt x="2863265" y="966448"/>
                    </a:lnTo>
                    <a:lnTo>
                      <a:pt x="2860802" y="972947"/>
                    </a:lnTo>
                    <a:lnTo>
                      <a:pt x="2857218" y="979809"/>
                    </a:lnTo>
                    <a:lnTo>
                      <a:pt x="2857814" y="987813"/>
                    </a:lnTo>
                    <a:lnTo>
                      <a:pt x="2856272" y="992560"/>
                    </a:lnTo>
                    <a:lnTo>
                      <a:pt x="2852871" y="991280"/>
                    </a:lnTo>
                    <a:lnTo>
                      <a:pt x="2849488" y="987117"/>
                    </a:lnTo>
                    <a:lnTo>
                      <a:pt x="2839991" y="983788"/>
                    </a:lnTo>
                    <a:lnTo>
                      <a:pt x="2832427" y="984095"/>
                    </a:lnTo>
                    <a:lnTo>
                      <a:pt x="2833965" y="979650"/>
                    </a:lnTo>
                    <a:lnTo>
                      <a:pt x="2841116" y="973270"/>
                    </a:lnTo>
                    <a:lnTo>
                      <a:pt x="2838915" y="972020"/>
                    </a:lnTo>
                    <a:lnTo>
                      <a:pt x="2835407" y="972906"/>
                    </a:lnTo>
                    <a:lnTo>
                      <a:pt x="2833877" y="972020"/>
                    </a:lnTo>
                    <a:lnTo>
                      <a:pt x="2836386" y="966223"/>
                    </a:lnTo>
                    <a:lnTo>
                      <a:pt x="2836628" y="959827"/>
                    </a:lnTo>
                    <a:lnTo>
                      <a:pt x="2833427" y="962065"/>
                    </a:lnTo>
                    <a:lnTo>
                      <a:pt x="2829402" y="968814"/>
                    </a:lnTo>
                    <a:lnTo>
                      <a:pt x="2819663" y="974186"/>
                    </a:lnTo>
                    <a:lnTo>
                      <a:pt x="2820117" y="983179"/>
                    </a:lnTo>
                    <a:lnTo>
                      <a:pt x="2810949" y="1001609"/>
                    </a:lnTo>
                    <a:lnTo>
                      <a:pt x="2810541" y="1009454"/>
                    </a:lnTo>
                    <a:lnTo>
                      <a:pt x="2804661" y="1015717"/>
                    </a:lnTo>
                    <a:lnTo>
                      <a:pt x="2797081" y="1021104"/>
                    </a:lnTo>
                    <a:lnTo>
                      <a:pt x="2786971" y="1019588"/>
                    </a:lnTo>
                    <a:lnTo>
                      <a:pt x="2779253" y="1024269"/>
                    </a:lnTo>
                    <a:lnTo>
                      <a:pt x="2775336" y="1029641"/>
                    </a:lnTo>
                    <a:lnTo>
                      <a:pt x="2771932" y="1030450"/>
                    </a:lnTo>
                    <a:lnTo>
                      <a:pt x="2770156" y="1023608"/>
                    </a:lnTo>
                    <a:lnTo>
                      <a:pt x="2768864" y="1021493"/>
                    </a:lnTo>
                    <a:lnTo>
                      <a:pt x="2766022" y="1031581"/>
                    </a:lnTo>
                    <a:lnTo>
                      <a:pt x="2763126" y="1032206"/>
                    </a:lnTo>
                    <a:lnTo>
                      <a:pt x="2762030" y="1025052"/>
                    </a:lnTo>
                    <a:lnTo>
                      <a:pt x="2760655" y="1020326"/>
                    </a:lnTo>
                    <a:lnTo>
                      <a:pt x="2756709" y="1024402"/>
                    </a:lnTo>
                    <a:lnTo>
                      <a:pt x="2754087" y="1035207"/>
                    </a:lnTo>
                    <a:lnTo>
                      <a:pt x="2751341" y="1034296"/>
                    </a:lnTo>
                    <a:lnTo>
                      <a:pt x="2750466" y="1030276"/>
                    </a:lnTo>
                    <a:lnTo>
                      <a:pt x="2748499" y="1029057"/>
                    </a:lnTo>
                    <a:lnTo>
                      <a:pt x="2747824" y="1033650"/>
                    </a:lnTo>
                    <a:lnTo>
                      <a:pt x="2748816" y="1040113"/>
                    </a:lnTo>
                    <a:lnTo>
                      <a:pt x="2747387" y="1043564"/>
                    </a:lnTo>
                    <a:lnTo>
                      <a:pt x="2744657" y="1041721"/>
                    </a:lnTo>
                    <a:lnTo>
                      <a:pt x="2741911" y="1038612"/>
                    </a:lnTo>
                    <a:lnTo>
                      <a:pt x="2737381" y="1040973"/>
                    </a:lnTo>
                    <a:lnTo>
                      <a:pt x="2733222" y="1041931"/>
                    </a:lnTo>
                    <a:lnTo>
                      <a:pt x="2733206" y="1038766"/>
                    </a:lnTo>
                    <a:lnTo>
                      <a:pt x="2733997" y="1034884"/>
                    </a:lnTo>
                    <a:lnTo>
                      <a:pt x="2725709" y="1037030"/>
                    </a:lnTo>
                    <a:lnTo>
                      <a:pt x="2715770" y="1044189"/>
                    </a:lnTo>
                    <a:lnTo>
                      <a:pt x="2708052" y="1054093"/>
                    </a:lnTo>
                    <a:lnTo>
                      <a:pt x="2710728" y="1055742"/>
                    </a:lnTo>
                    <a:lnTo>
                      <a:pt x="2713740" y="1058896"/>
                    </a:lnTo>
                    <a:lnTo>
                      <a:pt x="2700334" y="1074198"/>
                    </a:lnTo>
                    <a:lnTo>
                      <a:pt x="2686591" y="1087978"/>
                    </a:lnTo>
                    <a:lnTo>
                      <a:pt x="2676210" y="1110464"/>
                    </a:lnTo>
                    <a:lnTo>
                      <a:pt x="2672043" y="1113096"/>
                    </a:lnTo>
                    <a:lnTo>
                      <a:pt x="2668464" y="1117218"/>
                    </a:lnTo>
                    <a:lnTo>
                      <a:pt x="2664663" y="1130794"/>
                    </a:lnTo>
                    <a:lnTo>
                      <a:pt x="2660275" y="1142879"/>
                    </a:lnTo>
                    <a:lnTo>
                      <a:pt x="2662729" y="1148261"/>
                    </a:lnTo>
                    <a:lnTo>
                      <a:pt x="2664346" y="1153797"/>
                    </a:lnTo>
                    <a:lnTo>
                      <a:pt x="2668243" y="1159246"/>
                    </a:lnTo>
                    <a:lnTo>
                      <a:pt x="2671556" y="1159737"/>
                    </a:lnTo>
                    <a:lnTo>
                      <a:pt x="2675144" y="1158754"/>
                    </a:lnTo>
                    <a:lnTo>
                      <a:pt x="2677777" y="1158985"/>
                    </a:lnTo>
                    <a:lnTo>
                      <a:pt x="2679469" y="1161299"/>
                    </a:lnTo>
                    <a:lnTo>
                      <a:pt x="2678719" y="1164075"/>
                    </a:lnTo>
                    <a:lnTo>
                      <a:pt x="2674581" y="1164766"/>
                    </a:lnTo>
                    <a:lnTo>
                      <a:pt x="2666863" y="1169621"/>
                    </a:lnTo>
                    <a:lnTo>
                      <a:pt x="2660096" y="1171485"/>
                    </a:lnTo>
                    <a:lnTo>
                      <a:pt x="2656704" y="1177353"/>
                    </a:lnTo>
                    <a:lnTo>
                      <a:pt x="2651620" y="1184134"/>
                    </a:lnTo>
                    <a:lnTo>
                      <a:pt x="2641743" y="1194713"/>
                    </a:lnTo>
                    <a:lnTo>
                      <a:pt x="2645965" y="1197975"/>
                    </a:lnTo>
                    <a:lnTo>
                      <a:pt x="2661221" y="1201652"/>
                    </a:lnTo>
                    <a:lnTo>
                      <a:pt x="2668022" y="1205437"/>
                    </a:lnTo>
                    <a:lnTo>
                      <a:pt x="2678315" y="1225198"/>
                    </a:lnTo>
                    <a:lnTo>
                      <a:pt x="2675965" y="1227175"/>
                    </a:lnTo>
                    <a:lnTo>
                      <a:pt x="2675031" y="1230795"/>
                    </a:lnTo>
                    <a:lnTo>
                      <a:pt x="2684182" y="1235875"/>
                    </a:lnTo>
                    <a:lnTo>
                      <a:pt x="2687104" y="1250065"/>
                    </a:lnTo>
                    <a:lnTo>
                      <a:pt x="2694617" y="1254894"/>
                    </a:lnTo>
                    <a:lnTo>
                      <a:pt x="2705814" y="1257864"/>
                    </a:lnTo>
                    <a:lnTo>
                      <a:pt x="2719508" y="1253573"/>
                    </a:lnTo>
                    <a:lnTo>
                      <a:pt x="2730909" y="1247669"/>
                    </a:lnTo>
                    <a:lnTo>
                      <a:pt x="2730509" y="1242829"/>
                    </a:lnTo>
                    <a:lnTo>
                      <a:pt x="2723346" y="1231569"/>
                    </a:lnTo>
                    <a:lnTo>
                      <a:pt x="2721621" y="1226279"/>
                    </a:lnTo>
                    <a:lnTo>
                      <a:pt x="2716303" y="1222853"/>
                    </a:lnTo>
                    <a:lnTo>
                      <a:pt x="2714282" y="1225756"/>
                    </a:lnTo>
                    <a:lnTo>
                      <a:pt x="2710844" y="1221987"/>
                    </a:lnTo>
                    <a:lnTo>
                      <a:pt x="2710457" y="1219872"/>
                    </a:lnTo>
                    <a:lnTo>
                      <a:pt x="2713661" y="1218843"/>
                    </a:lnTo>
                    <a:lnTo>
                      <a:pt x="2717387" y="1219253"/>
                    </a:lnTo>
                    <a:lnTo>
                      <a:pt x="2721733" y="1221224"/>
                    </a:lnTo>
                    <a:lnTo>
                      <a:pt x="2732918" y="1233499"/>
                    </a:lnTo>
                    <a:lnTo>
                      <a:pt x="2736014" y="1249589"/>
                    </a:lnTo>
                    <a:lnTo>
                      <a:pt x="2736677" y="1259805"/>
                    </a:lnTo>
                    <a:lnTo>
                      <a:pt x="2735414" y="1263298"/>
                    </a:lnTo>
                    <a:lnTo>
                      <a:pt x="2732160" y="1262581"/>
                    </a:lnTo>
                    <a:lnTo>
                      <a:pt x="2725950" y="1263277"/>
                    </a:lnTo>
                    <a:lnTo>
                      <a:pt x="2696492" y="1268567"/>
                    </a:lnTo>
                    <a:lnTo>
                      <a:pt x="2689950" y="1273227"/>
                    </a:lnTo>
                    <a:lnTo>
                      <a:pt x="2674948" y="1278287"/>
                    </a:lnTo>
                    <a:lnTo>
                      <a:pt x="2674014" y="1275762"/>
                    </a:lnTo>
                    <a:lnTo>
                      <a:pt x="2675098" y="1270539"/>
                    </a:lnTo>
                    <a:lnTo>
                      <a:pt x="2674152" y="1259841"/>
                    </a:lnTo>
                    <a:lnTo>
                      <a:pt x="2671193" y="1259344"/>
                    </a:lnTo>
                    <a:lnTo>
                      <a:pt x="2647886" y="1276786"/>
                    </a:lnTo>
                    <a:lnTo>
                      <a:pt x="2638876" y="1277882"/>
                    </a:lnTo>
                    <a:lnTo>
                      <a:pt x="2631300" y="1282988"/>
                    </a:lnTo>
                    <a:lnTo>
                      <a:pt x="2629604" y="1280156"/>
                    </a:lnTo>
                    <a:lnTo>
                      <a:pt x="2628250" y="1267077"/>
                    </a:lnTo>
                    <a:lnTo>
                      <a:pt x="2632992" y="1256108"/>
                    </a:lnTo>
                    <a:lnTo>
                      <a:pt x="2630467" y="1256282"/>
                    </a:lnTo>
                    <a:lnTo>
                      <a:pt x="2622549" y="1262868"/>
                    </a:lnTo>
                    <a:lnTo>
                      <a:pt x="2619165" y="1258817"/>
                    </a:lnTo>
                    <a:lnTo>
                      <a:pt x="2617469" y="1254372"/>
                    </a:lnTo>
                    <a:lnTo>
                      <a:pt x="2615031" y="1251858"/>
                    </a:lnTo>
                    <a:lnTo>
                      <a:pt x="2612389" y="1250905"/>
                    </a:lnTo>
                    <a:lnTo>
                      <a:pt x="2614648" y="1260614"/>
                    </a:lnTo>
                    <a:lnTo>
                      <a:pt x="2609281" y="1267896"/>
                    </a:lnTo>
                    <a:lnTo>
                      <a:pt x="2607810" y="1286731"/>
                    </a:lnTo>
                    <a:lnTo>
                      <a:pt x="2601063" y="1294571"/>
                    </a:lnTo>
                    <a:lnTo>
                      <a:pt x="2580031" y="1299610"/>
                    </a:lnTo>
                    <a:lnTo>
                      <a:pt x="2566321" y="1298545"/>
                    </a:lnTo>
                    <a:lnTo>
                      <a:pt x="2554036" y="1300112"/>
                    </a:lnTo>
                    <a:lnTo>
                      <a:pt x="2537700" y="1303727"/>
                    </a:lnTo>
                    <a:lnTo>
                      <a:pt x="2528674" y="1301577"/>
                    </a:lnTo>
                    <a:lnTo>
                      <a:pt x="2519427" y="1305392"/>
                    </a:lnTo>
                    <a:lnTo>
                      <a:pt x="2488039" y="1306431"/>
                    </a:lnTo>
                    <a:lnTo>
                      <a:pt x="2481422" y="1304408"/>
                    </a:lnTo>
                    <a:lnTo>
                      <a:pt x="2472971" y="1311614"/>
                    </a:lnTo>
                    <a:lnTo>
                      <a:pt x="2459440" y="1315874"/>
                    </a:lnTo>
                    <a:lnTo>
                      <a:pt x="2425239" y="1332020"/>
                    </a:lnTo>
                    <a:lnTo>
                      <a:pt x="2417697" y="1337894"/>
                    </a:lnTo>
                    <a:lnTo>
                      <a:pt x="2408512" y="1347066"/>
                    </a:lnTo>
                    <a:lnTo>
                      <a:pt x="2402345" y="1351997"/>
                    </a:lnTo>
                    <a:lnTo>
                      <a:pt x="2397273" y="1353600"/>
                    </a:lnTo>
                    <a:lnTo>
                      <a:pt x="2394156" y="1357707"/>
                    </a:lnTo>
                    <a:lnTo>
                      <a:pt x="2390752" y="1360390"/>
                    </a:lnTo>
                    <a:lnTo>
                      <a:pt x="2394039" y="1351224"/>
                    </a:lnTo>
                    <a:lnTo>
                      <a:pt x="2397611" y="1343496"/>
                    </a:lnTo>
                    <a:lnTo>
                      <a:pt x="2400578" y="1328528"/>
                    </a:lnTo>
                    <a:lnTo>
                      <a:pt x="2399703" y="1316422"/>
                    </a:lnTo>
                    <a:lnTo>
                      <a:pt x="2396023" y="1311445"/>
                    </a:lnTo>
                    <a:lnTo>
                      <a:pt x="2392218" y="1308126"/>
                    </a:lnTo>
                    <a:lnTo>
                      <a:pt x="2396677" y="1320073"/>
                    </a:lnTo>
                    <a:lnTo>
                      <a:pt x="2397398" y="1334724"/>
                    </a:lnTo>
                    <a:lnTo>
                      <a:pt x="2395865" y="1343307"/>
                    </a:lnTo>
                    <a:lnTo>
                      <a:pt x="2387476" y="1359863"/>
                    </a:lnTo>
                    <a:lnTo>
                      <a:pt x="2383905" y="1363719"/>
                    </a:lnTo>
                    <a:lnTo>
                      <a:pt x="2379729" y="1367109"/>
                    </a:lnTo>
                    <a:lnTo>
                      <a:pt x="2376583" y="1368584"/>
                    </a:lnTo>
                    <a:lnTo>
                      <a:pt x="2373678" y="1371231"/>
                    </a:lnTo>
                    <a:lnTo>
                      <a:pt x="2370303" y="1375425"/>
                    </a:lnTo>
                    <a:lnTo>
                      <a:pt x="2367103" y="1383752"/>
                    </a:lnTo>
                    <a:lnTo>
                      <a:pt x="2369040" y="1391341"/>
                    </a:lnTo>
                    <a:lnTo>
                      <a:pt x="2385397" y="1394112"/>
                    </a:lnTo>
                    <a:lnTo>
                      <a:pt x="2389785" y="1391771"/>
                    </a:lnTo>
                    <a:lnTo>
                      <a:pt x="2392018" y="1397205"/>
                    </a:lnTo>
                    <a:lnTo>
                      <a:pt x="2393269" y="1404753"/>
                    </a:lnTo>
                    <a:lnTo>
                      <a:pt x="2392043" y="1412916"/>
                    </a:lnTo>
                    <a:lnTo>
                      <a:pt x="2389310" y="1421222"/>
                    </a:lnTo>
                    <a:lnTo>
                      <a:pt x="2387234" y="1431535"/>
                    </a:lnTo>
                    <a:lnTo>
                      <a:pt x="2385476" y="1447262"/>
                    </a:lnTo>
                    <a:lnTo>
                      <a:pt x="2382830" y="1461411"/>
                    </a:lnTo>
                    <a:lnTo>
                      <a:pt x="2382484" y="1457114"/>
                    </a:lnTo>
                    <a:lnTo>
                      <a:pt x="2384138" y="1439913"/>
                    </a:lnTo>
                    <a:lnTo>
                      <a:pt x="2381459" y="1441710"/>
                    </a:lnTo>
                    <a:lnTo>
                      <a:pt x="2379613" y="1445679"/>
                    </a:lnTo>
                    <a:lnTo>
                      <a:pt x="2374620" y="1467863"/>
                    </a:lnTo>
                    <a:lnTo>
                      <a:pt x="2367757" y="1479687"/>
                    </a:lnTo>
                    <a:lnTo>
                      <a:pt x="2361435" y="1487865"/>
                    </a:lnTo>
                    <a:lnTo>
                      <a:pt x="2354913" y="1486513"/>
                    </a:lnTo>
                    <a:lnTo>
                      <a:pt x="2356380" y="1493012"/>
                    </a:lnTo>
                    <a:lnTo>
                      <a:pt x="2354588" y="1496397"/>
                    </a:lnTo>
                    <a:lnTo>
                      <a:pt x="2353055" y="1503458"/>
                    </a:lnTo>
                    <a:lnTo>
                      <a:pt x="2349167" y="1508139"/>
                    </a:lnTo>
                    <a:lnTo>
                      <a:pt x="2345512" y="1507688"/>
                    </a:lnTo>
                    <a:lnTo>
                      <a:pt x="2340261" y="1510915"/>
                    </a:lnTo>
                    <a:lnTo>
                      <a:pt x="2338190" y="1513383"/>
                    </a:lnTo>
                    <a:lnTo>
                      <a:pt x="2338036" y="1518109"/>
                    </a:lnTo>
                    <a:lnTo>
                      <a:pt x="2334523" y="1522268"/>
                    </a:lnTo>
                    <a:lnTo>
                      <a:pt x="2321847" y="1543868"/>
                    </a:lnTo>
                    <a:lnTo>
                      <a:pt x="2310841" y="1550243"/>
                    </a:lnTo>
                    <a:lnTo>
                      <a:pt x="2308207" y="1549316"/>
                    </a:lnTo>
                    <a:lnTo>
                      <a:pt x="2311108" y="1539121"/>
                    </a:lnTo>
                    <a:lnTo>
                      <a:pt x="2313095" y="1528812"/>
                    </a:lnTo>
                    <a:lnTo>
                      <a:pt x="2306415" y="1524326"/>
                    </a:lnTo>
                    <a:lnTo>
                      <a:pt x="2300023" y="1521955"/>
                    </a:lnTo>
                    <a:lnTo>
                      <a:pt x="2292688" y="1522268"/>
                    </a:lnTo>
                    <a:lnTo>
                      <a:pt x="2284587" y="1514253"/>
                    </a:lnTo>
                    <a:lnTo>
                      <a:pt x="2274144" y="1508426"/>
                    </a:lnTo>
                    <a:lnTo>
                      <a:pt x="2259567" y="1492658"/>
                    </a:lnTo>
                    <a:lnTo>
                      <a:pt x="2259992" y="1488285"/>
                    </a:lnTo>
                    <a:lnTo>
                      <a:pt x="2259626" y="1480947"/>
                    </a:lnTo>
                    <a:lnTo>
                      <a:pt x="2264055" y="1469353"/>
                    </a:lnTo>
                    <a:lnTo>
                      <a:pt x="2268302" y="1461247"/>
                    </a:lnTo>
                    <a:lnTo>
                      <a:pt x="2274165" y="1457048"/>
                    </a:lnTo>
                    <a:lnTo>
                      <a:pt x="2291180" y="1452772"/>
                    </a:lnTo>
                    <a:lnTo>
                      <a:pt x="2295447" y="1446340"/>
                    </a:lnTo>
                    <a:lnTo>
                      <a:pt x="2297977" y="1440922"/>
                    </a:lnTo>
                    <a:lnTo>
                      <a:pt x="2289546" y="1450227"/>
                    </a:lnTo>
                    <a:lnTo>
                      <a:pt x="2276920" y="1453381"/>
                    </a:lnTo>
                    <a:lnTo>
                      <a:pt x="2270115" y="1456853"/>
                    </a:lnTo>
                    <a:lnTo>
                      <a:pt x="2264672" y="1462163"/>
                    </a:lnTo>
                    <a:lnTo>
                      <a:pt x="2261451" y="1468831"/>
                    </a:lnTo>
                    <a:lnTo>
                      <a:pt x="2254158" y="1476866"/>
                    </a:lnTo>
                    <a:lnTo>
                      <a:pt x="2254671" y="1482248"/>
                    </a:lnTo>
                    <a:lnTo>
                      <a:pt x="2255892" y="1486073"/>
                    </a:lnTo>
                    <a:lnTo>
                      <a:pt x="2255329" y="1494046"/>
                    </a:lnTo>
                    <a:lnTo>
                      <a:pt x="2259942" y="1501820"/>
                    </a:lnTo>
                    <a:lnTo>
                      <a:pt x="2269089" y="1514555"/>
                    </a:lnTo>
                    <a:lnTo>
                      <a:pt x="2270836" y="1534338"/>
                    </a:lnTo>
                    <a:lnTo>
                      <a:pt x="2277816" y="1547575"/>
                    </a:lnTo>
                    <a:lnTo>
                      <a:pt x="2288513" y="1563010"/>
                    </a:lnTo>
                    <a:lnTo>
                      <a:pt x="2296739" y="1567398"/>
                    </a:lnTo>
                    <a:lnTo>
                      <a:pt x="2297139" y="1573139"/>
                    </a:lnTo>
                    <a:lnTo>
                      <a:pt x="2293343" y="1582618"/>
                    </a:lnTo>
                    <a:lnTo>
                      <a:pt x="2288338" y="1586950"/>
                    </a:lnTo>
                    <a:lnTo>
                      <a:pt x="2294847" y="1586084"/>
                    </a:lnTo>
                    <a:lnTo>
                      <a:pt x="2298089" y="1588251"/>
                    </a:lnTo>
                    <a:lnTo>
                      <a:pt x="2301244" y="1596157"/>
                    </a:lnTo>
                    <a:lnTo>
                      <a:pt x="2300998" y="1604228"/>
                    </a:lnTo>
                    <a:lnTo>
                      <a:pt x="2299931" y="1608775"/>
                    </a:lnTo>
                    <a:lnTo>
                      <a:pt x="2297960" y="1610588"/>
                    </a:lnTo>
                    <a:lnTo>
                      <a:pt x="2298043" y="1605943"/>
                    </a:lnTo>
                    <a:lnTo>
                      <a:pt x="2296647" y="1604330"/>
                    </a:lnTo>
                    <a:lnTo>
                      <a:pt x="2294343" y="1606343"/>
                    </a:lnTo>
                    <a:lnTo>
                      <a:pt x="2292851" y="1608637"/>
                    </a:lnTo>
                    <a:lnTo>
                      <a:pt x="2292230" y="1617675"/>
                    </a:lnTo>
                    <a:lnTo>
                      <a:pt x="2290651" y="1622192"/>
                    </a:lnTo>
                    <a:lnTo>
                      <a:pt x="2285067" y="1623534"/>
                    </a:lnTo>
                    <a:lnTo>
                      <a:pt x="2279403" y="1635394"/>
                    </a:lnTo>
                    <a:lnTo>
                      <a:pt x="2274136" y="1642123"/>
                    </a:lnTo>
                    <a:lnTo>
                      <a:pt x="2253408" y="1687622"/>
                    </a:lnTo>
                    <a:lnTo>
                      <a:pt x="2254200" y="1695227"/>
                    </a:lnTo>
                    <a:lnTo>
                      <a:pt x="2250408" y="1697674"/>
                    </a:lnTo>
                    <a:lnTo>
                      <a:pt x="2244665" y="1699666"/>
                    </a:lnTo>
                    <a:lnTo>
                      <a:pt x="2238856" y="1704214"/>
                    </a:lnTo>
                    <a:lnTo>
                      <a:pt x="2235002" y="1709227"/>
                    </a:lnTo>
                    <a:lnTo>
                      <a:pt x="2231422" y="1722710"/>
                    </a:lnTo>
                    <a:lnTo>
                      <a:pt x="2224563" y="1737889"/>
                    </a:lnTo>
                    <a:lnTo>
                      <a:pt x="2220283" y="1731565"/>
                    </a:lnTo>
                    <a:lnTo>
                      <a:pt x="2219187" y="1726152"/>
                    </a:lnTo>
                    <a:lnTo>
                      <a:pt x="2221091" y="1712033"/>
                    </a:lnTo>
                    <a:lnTo>
                      <a:pt x="2228509" y="1688887"/>
                    </a:lnTo>
                    <a:lnTo>
                      <a:pt x="2236681" y="1674497"/>
                    </a:lnTo>
                    <a:lnTo>
                      <a:pt x="2242915" y="1667676"/>
                    </a:lnTo>
                    <a:lnTo>
                      <a:pt x="2248041" y="1653773"/>
                    </a:lnTo>
                    <a:lnTo>
                      <a:pt x="2241565" y="1651699"/>
                    </a:lnTo>
                    <a:lnTo>
                      <a:pt x="2231693" y="1651924"/>
                    </a:lnTo>
                    <a:lnTo>
                      <a:pt x="2233551" y="1645508"/>
                    </a:lnTo>
                    <a:lnTo>
                      <a:pt x="2236431" y="1639854"/>
                    </a:lnTo>
                    <a:lnTo>
                      <a:pt x="2231284" y="1634221"/>
                    </a:lnTo>
                    <a:lnTo>
                      <a:pt x="2228238" y="1633504"/>
                    </a:lnTo>
                    <a:lnTo>
                      <a:pt x="2225100" y="1631195"/>
                    </a:lnTo>
                    <a:lnTo>
                      <a:pt x="2228780" y="1626504"/>
                    </a:lnTo>
                    <a:lnTo>
                      <a:pt x="2230576" y="1621547"/>
                    </a:lnTo>
                    <a:lnTo>
                      <a:pt x="2229480" y="1615514"/>
                    </a:lnTo>
                    <a:lnTo>
                      <a:pt x="2231022" y="1610972"/>
                    </a:lnTo>
                    <a:lnTo>
                      <a:pt x="2228451" y="1611658"/>
                    </a:lnTo>
                    <a:lnTo>
                      <a:pt x="2224317" y="1616467"/>
                    </a:lnTo>
                    <a:lnTo>
                      <a:pt x="2221746" y="1618387"/>
                    </a:lnTo>
                    <a:lnTo>
                      <a:pt x="2220179" y="1614132"/>
                    </a:lnTo>
                    <a:lnTo>
                      <a:pt x="2218391" y="1615094"/>
                    </a:lnTo>
                    <a:lnTo>
                      <a:pt x="2217228" y="1618018"/>
                    </a:lnTo>
                    <a:lnTo>
                      <a:pt x="2214591" y="1619626"/>
                    </a:lnTo>
                    <a:lnTo>
                      <a:pt x="2209019" y="1615627"/>
                    </a:lnTo>
                    <a:lnTo>
                      <a:pt x="2200897" y="1611049"/>
                    </a:lnTo>
                    <a:lnTo>
                      <a:pt x="2196376" y="1603173"/>
                    </a:lnTo>
                    <a:lnTo>
                      <a:pt x="2193796" y="1597069"/>
                    </a:lnTo>
                    <a:lnTo>
                      <a:pt x="2196417" y="1586023"/>
                    </a:lnTo>
                    <a:lnTo>
                      <a:pt x="2202031" y="1584062"/>
                    </a:lnTo>
                    <a:lnTo>
                      <a:pt x="2209323" y="1585854"/>
                    </a:lnTo>
                    <a:lnTo>
                      <a:pt x="2218883" y="1585839"/>
                    </a:lnTo>
                    <a:lnTo>
                      <a:pt x="2217516" y="1583386"/>
                    </a:lnTo>
                    <a:lnTo>
                      <a:pt x="2214103" y="1583790"/>
                    </a:lnTo>
                    <a:lnTo>
                      <a:pt x="2204027" y="1574829"/>
                    </a:lnTo>
                    <a:lnTo>
                      <a:pt x="2200785" y="1569416"/>
                    </a:lnTo>
                    <a:lnTo>
                      <a:pt x="2195209" y="1567931"/>
                    </a:lnTo>
                    <a:lnTo>
                      <a:pt x="2192667" y="1573134"/>
                    </a:lnTo>
                    <a:lnTo>
                      <a:pt x="2189846" y="1574516"/>
                    </a:lnTo>
                    <a:lnTo>
                      <a:pt x="2193329" y="1563132"/>
                    </a:lnTo>
                    <a:lnTo>
                      <a:pt x="2197884" y="1562666"/>
                    </a:lnTo>
                    <a:lnTo>
                      <a:pt x="2204610" y="1559512"/>
                    </a:lnTo>
                    <a:lnTo>
                      <a:pt x="2202656" y="1552921"/>
                    </a:lnTo>
                    <a:lnTo>
                      <a:pt x="2198409" y="1550038"/>
                    </a:lnTo>
                    <a:lnTo>
                      <a:pt x="2190742" y="1553654"/>
                    </a:lnTo>
                    <a:lnTo>
                      <a:pt x="2190833" y="1549019"/>
                    </a:lnTo>
                    <a:lnTo>
                      <a:pt x="2192271" y="1543084"/>
                    </a:lnTo>
                    <a:lnTo>
                      <a:pt x="2198051" y="1543105"/>
                    </a:lnTo>
                    <a:lnTo>
                      <a:pt x="2203114" y="1545040"/>
                    </a:lnTo>
                    <a:lnTo>
                      <a:pt x="2207423" y="1535454"/>
                    </a:lnTo>
                    <a:lnTo>
                      <a:pt x="2207615" y="1531173"/>
                    </a:lnTo>
                    <a:lnTo>
                      <a:pt x="2200455" y="1537395"/>
                    </a:lnTo>
                    <a:lnTo>
                      <a:pt x="2198847" y="1523973"/>
                    </a:lnTo>
                    <a:lnTo>
                      <a:pt x="2205894" y="1511027"/>
                    </a:lnTo>
                    <a:lnTo>
                      <a:pt x="2212615" y="1505384"/>
                    </a:lnTo>
                    <a:lnTo>
                      <a:pt x="2221012" y="1505548"/>
                    </a:lnTo>
                    <a:lnTo>
                      <a:pt x="2229547" y="1504636"/>
                    </a:lnTo>
                    <a:lnTo>
                      <a:pt x="2224192" y="1502265"/>
                    </a:lnTo>
                    <a:lnTo>
                      <a:pt x="2218695" y="1500980"/>
                    </a:lnTo>
                    <a:lnTo>
                      <a:pt x="2222825" y="1495864"/>
                    </a:lnTo>
                    <a:lnTo>
                      <a:pt x="2226346" y="1494947"/>
                    </a:lnTo>
                    <a:lnTo>
                      <a:pt x="2229805" y="1490487"/>
                    </a:lnTo>
                    <a:lnTo>
                      <a:pt x="2221487" y="1491148"/>
                    </a:lnTo>
                    <a:lnTo>
                      <a:pt x="2222467" y="1482708"/>
                    </a:lnTo>
                    <a:lnTo>
                      <a:pt x="2218424" y="1484424"/>
                    </a:lnTo>
                    <a:lnTo>
                      <a:pt x="2213586" y="1485218"/>
                    </a:lnTo>
                    <a:lnTo>
                      <a:pt x="2211703" y="1488797"/>
                    </a:lnTo>
                    <a:lnTo>
                      <a:pt x="2212074" y="1494743"/>
                    </a:lnTo>
                    <a:lnTo>
                      <a:pt x="2210661" y="1498645"/>
                    </a:lnTo>
                    <a:lnTo>
                      <a:pt x="2206898" y="1501779"/>
                    </a:lnTo>
                    <a:lnTo>
                      <a:pt x="2200543" y="1504221"/>
                    </a:lnTo>
                    <a:lnTo>
                      <a:pt x="2199926" y="1499986"/>
                    </a:lnTo>
                    <a:lnTo>
                      <a:pt x="2197826" y="1498066"/>
                    </a:lnTo>
                    <a:lnTo>
                      <a:pt x="2197042" y="1507135"/>
                    </a:lnTo>
                    <a:lnTo>
                      <a:pt x="2195375" y="1510218"/>
                    </a:lnTo>
                    <a:lnTo>
                      <a:pt x="2190729" y="1501707"/>
                    </a:lnTo>
                    <a:lnTo>
                      <a:pt x="2189333" y="1503423"/>
                    </a:lnTo>
                    <a:lnTo>
                      <a:pt x="2189512" y="1505840"/>
                    </a:lnTo>
                    <a:lnTo>
                      <a:pt x="2188325" y="1510018"/>
                    </a:lnTo>
                    <a:lnTo>
                      <a:pt x="2184341" y="1512195"/>
                    </a:lnTo>
                    <a:lnTo>
                      <a:pt x="2184587" y="1517551"/>
                    </a:lnTo>
                    <a:lnTo>
                      <a:pt x="2183041" y="1520470"/>
                    </a:lnTo>
                    <a:lnTo>
                      <a:pt x="2170280" y="1515820"/>
                    </a:lnTo>
                    <a:lnTo>
                      <a:pt x="2169980" y="1517398"/>
                    </a:lnTo>
                    <a:lnTo>
                      <a:pt x="2177198" y="1527424"/>
                    </a:lnTo>
                    <a:lnTo>
                      <a:pt x="2182470" y="1530850"/>
                    </a:lnTo>
                    <a:lnTo>
                      <a:pt x="2183111" y="1536319"/>
                    </a:lnTo>
                    <a:lnTo>
                      <a:pt x="2178586" y="1540856"/>
                    </a:lnTo>
                    <a:lnTo>
                      <a:pt x="2172343" y="1536939"/>
                    </a:lnTo>
                    <a:lnTo>
                      <a:pt x="2171293" y="1537226"/>
                    </a:lnTo>
                    <a:lnTo>
                      <a:pt x="2174685" y="1543944"/>
                    </a:lnTo>
                    <a:lnTo>
                      <a:pt x="2176823" y="1549813"/>
                    </a:lnTo>
                    <a:lnTo>
                      <a:pt x="2174623" y="1554729"/>
                    </a:lnTo>
                    <a:lnTo>
                      <a:pt x="2174964" y="1560782"/>
                    </a:lnTo>
                    <a:lnTo>
                      <a:pt x="2174489" y="1566272"/>
                    </a:lnTo>
                    <a:lnTo>
                      <a:pt x="2173143" y="1571060"/>
                    </a:lnTo>
                    <a:lnTo>
                      <a:pt x="2176177" y="1593131"/>
                    </a:lnTo>
                    <a:lnTo>
                      <a:pt x="2179832" y="1599133"/>
                    </a:lnTo>
                    <a:lnTo>
                      <a:pt x="2183424" y="1604873"/>
                    </a:lnTo>
                    <a:lnTo>
                      <a:pt x="2185328" y="1610245"/>
                    </a:lnTo>
                    <a:lnTo>
                      <a:pt x="2181515" y="1611028"/>
                    </a:lnTo>
                    <a:lnTo>
                      <a:pt x="2175444" y="1606609"/>
                    </a:lnTo>
                    <a:lnTo>
                      <a:pt x="2170110" y="1603239"/>
                    </a:lnTo>
                    <a:lnTo>
                      <a:pt x="2163755" y="1592465"/>
                    </a:lnTo>
                    <a:lnTo>
                      <a:pt x="2162704" y="1588164"/>
                    </a:lnTo>
                    <a:lnTo>
                      <a:pt x="2161154" y="1584763"/>
                    </a:lnTo>
                    <a:lnTo>
                      <a:pt x="2161904" y="1592573"/>
                    </a:lnTo>
                    <a:lnTo>
                      <a:pt x="2164171" y="1601294"/>
                    </a:lnTo>
                    <a:lnTo>
                      <a:pt x="2184074" y="1620809"/>
                    </a:lnTo>
                    <a:lnTo>
                      <a:pt x="2187749" y="1628296"/>
                    </a:lnTo>
                    <a:lnTo>
                      <a:pt x="2190550" y="1634180"/>
                    </a:lnTo>
                    <a:lnTo>
                      <a:pt x="2189846" y="1639818"/>
                    </a:lnTo>
                    <a:lnTo>
                      <a:pt x="2184657" y="1635829"/>
                    </a:lnTo>
                    <a:lnTo>
                      <a:pt x="2180182" y="1630744"/>
                    </a:lnTo>
                    <a:lnTo>
                      <a:pt x="2168301" y="1624998"/>
                    </a:lnTo>
                    <a:lnTo>
                      <a:pt x="2153320" y="1621368"/>
                    </a:lnTo>
                    <a:lnTo>
                      <a:pt x="2144873" y="1608012"/>
                    </a:lnTo>
                    <a:lnTo>
                      <a:pt x="2144902" y="1613584"/>
                    </a:lnTo>
                    <a:lnTo>
                      <a:pt x="2143027" y="1618310"/>
                    </a:lnTo>
                    <a:lnTo>
                      <a:pt x="2137864" y="1612549"/>
                    </a:lnTo>
                    <a:lnTo>
                      <a:pt x="2134609" y="1607633"/>
                    </a:lnTo>
                    <a:lnTo>
                      <a:pt x="2133517" y="1602246"/>
                    </a:lnTo>
                    <a:lnTo>
                      <a:pt x="2127071" y="1602615"/>
                    </a:lnTo>
                    <a:lnTo>
                      <a:pt x="2120311" y="1607295"/>
                    </a:lnTo>
                    <a:lnTo>
                      <a:pt x="2113773" y="1606184"/>
                    </a:lnTo>
                    <a:lnTo>
                      <a:pt x="2112998" y="1597048"/>
                    </a:lnTo>
                    <a:lnTo>
                      <a:pt x="2114765" y="1592209"/>
                    </a:lnTo>
                    <a:lnTo>
                      <a:pt x="2122103" y="1580764"/>
                    </a:lnTo>
                    <a:lnTo>
                      <a:pt x="2129017" y="1574921"/>
                    </a:lnTo>
                    <a:lnTo>
                      <a:pt x="2132067" y="1567378"/>
                    </a:lnTo>
                    <a:lnTo>
                      <a:pt x="2131025" y="1555682"/>
                    </a:lnTo>
                    <a:lnTo>
                      <a:pt x="2129725" y="1567583"/>
                    </a:lnTo>
                    <a:lnTo>
                      <a:pt x="2125775" y="1573482"/>
                    </a:lnTo>
                    <a:lnTo>
                      <a:pt x="2119565" y="1577988"/>
                    </a:lnTo>
                    <a:lnTo>
                      <a:pt x="2111393" y="1586018"/>
                    </a:lnTo>
                    <a:lnTo>
                      <a:pt x="2109397" y="1593443"/>
                    </a:lnTo>
                    <a:lnTo>
                      <a:pt x="2106847" y="1607346"/>
                    </a:lnTo>
                    <a:lnTo>
                      <a:pt x="2110297" y="1612053"/>
                    </a:lnTo>
                    <a:lnTo>
                      <a:pt x="2113823" y="1613282"/>
                    </a:lnTo>
                    <a:lnTo>
                      <a:pt x="2124237" y="1610127"/>
                    </a:lnTo>
                    <a:lnTo>
                      <a:pt x="2129625" y="1611535"/>
                    </a:lnTo>
                    <a:lnTo>
                      <a:pt x="2141610" y="1628276"/>
                    </a:lnTo>
                    <a:lnTo>
                      <a:pt x="2163925" y="1634897"/>
                    </a:lnTo>
                    <a:lnTo>
                      <a:pt x="2172064" y="1639035"/>
                    </a:lnTo>
                    <a:lnTo>
                      <a:pt x="2178698" y="1647771"/>
                    </a:lnTo>
                    <a:lnTo>
                      <a:pt x="2188670" y="1652800"/>
                    </a:lnTo>
                    <a:lnTo>
                      <a:pt x="2196409" y="1660107"/>
                    </a:lnTo>
                    <a:lnTo>
                      <a:pt x="2196617" y="1664875"/>
                    </a:lnTo>
                    <a:lnTo>
                      <a:pt x="2193938" y="1670513"/>
                    </a:lnTo>
                    <a:lnTo>
                      <a:pt x="2192879" y="1678143"/>
                    </a:lnTo>
                    <a:lnTo>
                      <a:pt x="2189591" y="1682957"/>
                    </a:lnTo>
                    <a:lnTo>
                      <a:pt x="2181699" y="1683510"/>
                    </a:lnTo>
                    <a:lnTo>
                      <a:pt x="2176931" y="1682271"/>
                    </a:lnTo>
                    <a:lnTo>
                      <a:pt x="2151303" y="1655447"/>
                    </a:lnTo>
                    <a:lnTo>
                      <a:pt x="2148244" y="1652979"/>
                    </a:lnTo>
                    <a:lnTo>
                      <a:pt x="2138739" y="1638932"/>
                    </a:lnTo>
                    <a:lnTo>
                      <a:pt x="2127587" y="1631410"/>
                    </a:lnTo>
                    <a:lnTo>
                      <a:pt x="2124137" y="1631568"/>
                    </a:lnTo>
                    <a:lnTo>
                      <a:pt x="2140010" y="1645482"/>
                    </a:lnTo>
                    <a:lnTo>
                      <a:pt x="2146490" y="1655212"/>
                    </a:lnTo>
                    <a:lnTo>
                      <a:pt x="2157904" y="1668854"/>
                    </a:lnTo>
                    <a:lnTo>
                      <a:pt x="2166063" y="1674630"/>
                    </a:lnTo>
                    <a:lnTo>
                      <a:pt x="2172068" y="1683643"/>
                    </a:lnTo>
                    <a:lnTo>
                      <a:pt x="2177648" y="1687868"/>
                    </a:lnTo>
                    <a:lnTo>
                      <a:pt x="2192883" y="1693885"/>
                    </a:lnTo>
                    <a:lnTo>
                      <a:pt x="2187587" y="1698207"/>
                    </a:lnTo>
                    <a:lnTo>
                      <a:pt x="2196042" y="1701889"/>
                    </a:lnTo>
                    <a:lnTo>
                      <a:pt x="2197251" y="1708659"/>
                    </a:lnTo>
                    <a:lnTo>
                      <a:pt x="2196476" y="1716376"/>
                    </a:lnTo>
                    <a:lnTo>
                      <a:pt x="2184741" y="1713324"/>
                    </a:lnTo>
                    <a:lnTo>
                      <a:pt x="2184357" y="1719008"/>
                    </a:lnTo>
                    <a:lnTo>
                      <a:pt x="2185407" y="1722362"/>
                    </a:lnTo>
                    <a:lnTo>
                      <a:pt x="2180223" y="1725133"/>
                    </a:lnTo>
                    <a:lnTo>
                      <a:pt x="2173014" y="1721374"/>
                    </a:lnTo>
                    <a:lnTo>
                      <a:pt x="2154295" y="1700813"/>
                    </a:lnTo>
                    <a:lnTo>
                      <a:pt x="2154453" y="1703563"/>
                    </a:lnTo>
                    <a:lnTo>
                      <a:pt x="2155970" y="1706754"/>
                    </a:lnTo>
                    <a:lnTo>
                      <a:pt x="2166826" y="1719991"/>
                    </a:lnTo>
                    <a:lnTo>
                      <a:pt x="2176515" y="1727929"/>
                    </a:lnTo>
                    <a:lnTo>
                      <a:pt x="2184728" y="1731513"/>
                    </a:lnTo>
                    <a:lnTo>
                      <a:pt x="2191058" y="1738165"/>
                    </a:lnTo>
                    <a:lnTo>
                      <a:pt x="2193292" y="1742190"/>
                    </a:lnTo>
                    <a:lnTo>
                      <a:pt x="2194784" y="1748295"/>
                    </a:lnTo>
                    <a:lnTo>
                      <a:pt x="2190091" y="1752443"/>
                    </a:lnTo>
                    <a:lnTo>
                      <a:pt x="2184749" y="1754732"/>
                    </a:lnTo>
                    <a:lnTo>
                      <a:pt x="2179532" y="1750594"/>
                    </a:lnTo>
                    <a:lnTo>
                      <a:pt x="2175706" y="1746236"/>
                    </a:lnTo>
                    <a:lnTo>
                      <a:pt x="2167559" y="1738836"/>
                    </a:lnTo>
                    <a:lnTo>
                      <a:pt x="2165117" y="1730566"/>
                    </a:lnTo>
                    <a:lnTo>
                      <a:pt x="2158921" y="1730991"/>
                    </a:lnTo>
                    <a:lnTo>
                      <a:pt x="2133021" y="1720503"/>
                    </a:lnTo>
                    <a:lnTo>
                      <a:pt x="2112206" y="1719295"/>
                    </a:lnTo>
                    <a:lnTo>
                      <a:pt x="2114240" y="1721405"/>
                    </a:lnTo>
                    <a:lnTo>
                      <a:pt x="2116873" y="1722808"/>
                    </a:lnTo>
                    <a:lnTo>
                      <a:pt x="2133451" y="1725394"/>
                    </a:lnTo>
                    <a:lnTo>
                      <a:pt x="2140001" y="1730223"/>
                    </a:lnTo>
                    <a:lnTo>
                      <a:pt x="2153637" y="1734509"/>
                    </a:lnTo>
                    <a:lnTo>
                      <a:pt x="2161621" y="1735682"/>
                    </a:lnTo>
                    <a:lnTo>
                      <a:pt x="2164859" y="1748848"/>
                    </a:lnTo>
                    <a:lnTo>
                      <a:pt x="2175894" y="1757907"/>
                    </a:lnTo>
                    <a:lnTo>
                      <a:pt x="2177327" y="1764620"/>
                    </a:lnTo>
                    <a:lnTo>
                      <a:pt x="2184862" y="1765373"/>
                    </a:lnTo>
                    <a:lnTo>
                      <a:pt x="2198118" y="1758787"/>
                    </a:lnTo>
                    <a:lnTo>
                      <a:pt x="2206673" y="1761097"/>
                    </a:lnTo>
                    <a:lnTo>
                      <a:pt x="2219012" y="1762981"/>
                    </a:lnTo>
                    <a:lnTo>
                      <a:pt x="2221833" y="1768297"/>
                    </a:lnTo>
                    <a:lnTo>
                      <a:pt x="2223950" y="1778411"/>
                    </a:lnTo>
                    <a:lnTo>
                      <a:pt x="2228313" y="1789789"/>
                    </a:lnTo>
                    <a:lnTo>
                      <a:pt x="2239627" y="1834654"/>
                    </a:lnTo>
                    <a:lnTo>
                      <a:pt x="2256625" y="1871350"/>
                    </a:lnTo>
                    <a:lnTo>
                      <a:pt x="2258717" y="1877669"/>
                    </a:lnTo>
                    <a:lnTo>
                      <a:pt x="2254767" y="1872123"/>
                    </a:lnTo>
                    <a:lnTo>
                      <a:pt x="2242157" y="1847820"/>
                    </a:lnTo>
                    <a:lnTo>
                      <a:pt x="2235197" y="1830270"/>
                    </a:lnTo>
                    <a:lnTo>
                      <a:pt x="2228047" y="1799284"/>
                    </a:lnTo>
                    <a:lnTo>
                      <a:pt x="2225971" y="1792345"/>
                    </a:lnTo>
                    <a:lnTo>
                      <a:pt x="2223529" y="1789574"/>
                    </a:lnTo>
                    <a:lnTo>
                      <a:pt x="2221921" y="1791827"/>
                    </a:lnTo>
                    <a:lnTo>
                      <a:pt x="2221229" y="1795776"/>
                    </a:lnTo>
                    <a:lnTo>
                      <a:pt x="2222396" y="1798807"/>
                    </a:lnTo>
                    <a:lnTo>
                      <a:pt x="2219579" y="1809008"/>
                    </a:lnTo>
                    <a:lnTo>
                      <a:pt x="2220800" y="1813689"/>
                    </a:lnTo>
                    <a:lnTo>
                      <a:pt x="2225375" y="1818528"/>
                    </a:lnTo>
                    <a:lnTo>
                      <a:pt x="2230347" y="1830603"/>
                    </a:lnTo>
                    <a:lnTo>
                      <a:pt x="2234318" y="1846862"/>
                    </a:lnTo>
                    <a:lnTo>
                      <a:pt x="2228947" y="1840271"/>
                    </a:lnTo>
                    <a:lnTo>
                      <a:pt x="2223213" y="1836779"/>
                    </a:lnTo>
                    <a:lnTo>
                      <a:pt x="2214291" y="1834101"/>
                    </a:lnTo>
                    <a:lnTo>
                      <a:pt x="2206344" y="1829405"/>
                    </a:lnTo>
                    <a:lnTo>
                      <a:pt x="2206923" y="1836139"/>
                    </a:lnTo>
                    <a:lnTo>
                      <a:pt x="2206160" y="1843410"/>
                    </a:lnTo>
                    <a:lnTo>
                      <a:pt x="2200034" y="1841193"/>
                    </a:lnTo>
                    <a:lnTo>
                      <a:pt x="2195867" y="1838781"/>
                    </a:lnTo>
                    <a:lnTo>
                      <a:pt x="2199555" y="1846529"/>
                    </a:lnTo>
                    <a:lnTo>
                      <a:pt x="2191550" y="1844204"/>
                    </a:lnTo>
                    <a:lnTo>
                      <a:pt x="2186216" y="1844691"/>
                    </a:lnTo>
                    <a:lnTo>
                      <a:pt x="2182749" y="1851568"/>
                    </a:lnTo>
                    <a:lnTo>
                      <a:pt x="2178098" y="1855742"/>
                    </a:lnTo>
                    <a:lnTo>
                      <a:pt x="2171222" y="1857088"/>
                    </a:lnTo>
                    <a:lnTo>
                      <a:pt x="2161021" y="1850800"/>
                    </a:lnTo>
                    <a:lnTo>
                      <a:pt x="2157716" y="1843165"/>
                    </a:lnTo>
                    <a:lnTo>
                      <a:pt x="2156349" y="1834664"/>
                    </a:lnTo>
                    <a:lnTo>
                      <a:pt x="2155804" y="1844716"/>
                    </a:lnTo>
                    <a:lnTo>
                      <a:pt x="2157620" y="1855183"/>
                    </a:lnTo>
                    <a:lnTo>
                      <a:pt x="2156983" y="1863141"/>
                    </a:lnTo>
                    <a:lnTo>
                      <a:pt x="2166805" y="1864606"/>
                    </a:lnTo>
                    <a:lnTo>
                      <a:pt x="2175990" y="1863305"/>
                    </a:lnTo>
                    <a:lnTo>
                      <a:pt x="2188383" y="1863638"/>
                    </a:lnTo>
                    <a:lnTo>
                      <a:pt x="2196467" y="1862148"/>
                    </a:lnTo>
                    <a:lnTo>
                      <a:pt x="2201335" y="1859618"/>
                    </a:lnTo>
                    <a:lnTo>
                      <a:pt x="2213007" y="1861810"/>
                    </a:lnTo>
                    <a:lnTo>
                      <a:pt x="2213836" y="1871422"/>
                    </a:lnTo>
                    <a:lnTo>
                      <a:pt x="2212503" y="1880977"/>
                    </a:lnTo>
                    <a:lnTo>
                      <a:pt x="2211828" y="1891153"/>
                    </a:lnTo>
                    <a:lnTo>
                      <a:pt x="2215061" y="1891086"/>
                    </a:lnTo>
                    <a:lnTo>
                      <a:pt x="2218862" y="1887834"/>
                    </a:lnTo>
                    <a:lnTo>
                      <a:pt x="2220762" y="1869609"/>
                    </a:lnTo>
                    <a:lnTo>
                      <a:pt x="2231430" y="1862875"/>
                    </a:lnTo>
                    <a:lnTo>
                      <a:pt x="2235006" y="1863336"/>
                    </a:lnTo>
                    <a:lnTo>
                      <a:pt x="2238402" y="1869194"/>
                    </a:lnTo>
                    <a:lnTo>
                      <a:pt x="2239544" y="1875135"/>
                    </a:lnTo>
                    <a:lnTo>
                      <a:pt x="2240748" y="1883292"/>
                    </a:lnTo>
                    <a:lnTo>
                      <a:pt x="2238256" y="1895721"/>
                    </a:lnTo>
                    <a:lnTo>
                      <a:pt x="2221867" y="1910254"/>
                    </a:lnTo>
                    <a:lnTo>
                      <a:pt x="2210127" y="1923691"/>
                    </a:lnTo>
                    <a:lnTo>
                      <a:pt x="2204127" y="1926431"/>
                    </a:lnTo>
                    <a:lnTo>
                      <a:pt x="2195471" y="1924869"/>
                    </a:lnTo>
                    <a:lnTo>
                      <a:pt x="2185658" y="1921489"/>
                    </a:lnTo>
                    <a:lnTo>
                      <a:pt x="2180844" y="1920808"/>
                    </a:lnTo>
                    <a:lnTo>
                      <a:pt x="2177186" y="1921935"/>
                    </a:lnTo>
                    <a:lnTo>
                      <a:pt x="2174956" y="1917797"/>
                    </a:lnTo>
                    <a:lnTo>
                      <a:pt x="2173518" y="1910249"/>
                    </a:lnTo>
                    <a:lnTo>
                      <a:pt x="2169701" y="1907745"/>
                    </a:lnTo>
                    <a:lnTo>
                      <a:pt x="2166813" y="1908021"/>
                    </a:lnTo>
                    <a:lnTo>
                      <a:pt x="2164842" y="1916040"/>
                    </a:lnTo>
                    <a:lnTo>
                      <a:pt x="2155687" y="1918319"/>
                    </a:lnTo>
                    <a:lnTo>
                      <a:pt x="2143239" y="1915006"/>
                    </a:lnTo>
                    <a:lnTo>
                      <a:pt x="2130204" y="1908262"/>
                    </a:lnTo>
                    <a:lnTo>
                      <a:pt x="2135797" y="1915498"/>
                    </a:lnTo>
                    <a:lnTo>
                      <a:pt x="2168143" y="1928996"/>
                    </a:lnTo>
                    <a:lnTo>
                      <a:pt x="2171785" y="1931521"/>
                    </a:lnTo>
                    <a:lnTo>
                      <a:pt x="2175185" y="1935213"/>
                    </a:lnTo>
                    <a:lnTo>
                      <a:pt x="2170660" y="1941005"/>
                    </a:lnTo>
                    <a:lnTo>
                      <a:pt x="2167113" y="1947529"/>
                    </a:lnTo>
                    <a:lnTo>
                      <a:pt x="2166613" y="1952650"/>
                    </a:lnTo>
                    <a:lnTo>
                      <a:pt x="2165363" y="1955881"/>
                    </a:lnTo>
                    <a:lnTo>
                      <a:pt x="2152466" y="1964587"/>
                    </a:lnTo>
                    <a:lnTo>
                      <a:pt x="2145477" y="1963050"/>
                    </a:lnTo>
                    <a:lnTo>
                      <a:pt x="2127621" y="1947355"/>
                    </a:lnTo>
                    <a:lnTo>
                      <a:pt x="2135755" y="1960930"/>
                    </a:lnTo>
                    <a:lnTo>
                      <a:pt x="2142268" y="1966691"/>
                    </a:lnTo>
                    <a:lnTo>
                      <a:pt x="2155383" y="1969764"/>
                    </a:lnTo>
                    <a:lnTo>
                      <a:pt x="2179982" y="1964689"/>
                    </a:lnTo>
                    <a:lnTo>
                      <a:pt x="2188050" y="1970230"/>
                    </a:lnTo>
                    <a:lnTo>
                      <a:pt x="2181428" y="1980047"/>
                    </a:lnTo>
                    <a:lnTo>
                      <a:pt x="2174848" y="1986934"/>
                    </a:lnTo>
                    <a:lnTo>
                      <a:pt x="2166217" y="1987702"/>
                    </a:lnTo>
                    <a:lnTo>
                      <a:pt x="2158616" y="1989567"/>
                    </a:lnTo>
                    <a:lnTo>
                      <a:pt x="2156387" y="1994303"/>
                    </a:lnTo>
                    <a:lnTo>
                      <a:pt x="2150970" y="1994600"/>
                    </a:lnTo>
                    <a:lnTo>
                      <a:pt x="2142502" y="1994882"/>
                    </a:lnTo>
                    <a:lnTo>
                      <a:pt x="2129392" y="1995312"/>
                    </a:lnTo>
                    <a:lnTo>
                      <a:pt x="2122191" y="1994206"/>
                    </a:lnTo>
                    <a:lnTo>
                      <a:pt x="2112131" y="2003885"/>
                    </a:lnTo>
                    <a:lnTo>
                      <a:pt x="2108335" y="2005216"/>
                    </a:lnTo>
                    <a:lnTo>
                      <a:pt x="2103030" y="2003398"/>
                    </a:lnTo>
                    <a:lnTo>
                      <a:pt x="2100805" y="1995625"/>
                    </a:lnTo>
                    <a:lnTo>
                      <a:pt x="2098433" y="1991804"/>
                    </a:lnTo>
                    <a:lnTo>
                      <a:pt x="2098375" y="2006348"/>
                    </a:lnTo>
                    <a:lnTo>
                      <a:pt x="2099304" y="2010265"/>
                    </a:lnTo>
                    <a:lnTo>
                      <a:pt x="2101205" y="2013220"/>
                    </a:lnTo>
                    <a:lnTo>
                      <a:pt x="2089436" y="2021111"/>
                    </a:lnTo>
                    <a:lnTo>
                      <a:pt x="2078172" y="2030954"/>
                    </a:lnTo>
                    <a:lnTo>
                      <a:pt x="2074134" y="2033632"/>
                    </a:lnTo>
                    <a:lnTo>
                      <a:pt x="2069546" y="2038563"/>
                    </a:lnTo>
                    <a:lnTo>
                      <a:pt x="2060149" y="2052805"/>
                    </a:lnTo>
                    <a:lnTo>
                      <a:pt x="2057828" y="2063190"/>
                    </a:lnTo>
                    <a:lnTo>
                      <a:pt x="2054432" y="2074768"/>
                    </a:lnTo>
                    <a:lnTo>
                      <a:pt x="2054002" y="2069555"/>
                    </a:lnTo>
                    <a:lnTo>
                      <a:pt x="2054586" y="2060778"/>
                    </a:lnTo>
                    <a:lnTo>
                      <a:pt x="2052261" y="2050726"/>
                    </a:lnTo>
                    <a:lnTo>
                      <a:pt x="2050785" y="2069140"/>
                    </a:lnTo>
                    <a:lnTo>
                      <a:pt x="2047135" y="2077697"/>
                    </a:lnTo>
                    <a:lnTo>
                      <a:pt x="2013635" y="2077093"/>
                    </a:lnTo>
                    <a:lnTo>
                      <a:pt x="1998970" y="2081743"/>
                    </a:lnTo>
                    <a:lnTo>
                      <a:pt x="1976459" y="2097387"/>
                    </a:lnTo>
                    <a:lnTo>
                      <a:pt x="1969729" y="2104244"/>
                    </a:lnTo>
                    <a:lnTo>
                      <a:pt x="1951135" y="2130755"/>
                    </a:lnTo>
                    <a:lnTo>
                      <a:pt x="1946388" y="2147721"/>
                    </a:lnTo>
                    <a:lnTo>
                      <a:pt x="1942583" y="2140587"/>
                    </a:lnTo>
                    <a:lnTo>
                      <a:pt x="1943525" y="2135236"/>
                    </a:lnTo>
                    <a:lnTo>
                      <a:pt x="1943600" y="2130863"/>
                    </a:lnTo>
                    <a:lnTo>
                      <a:pt x="1938916" y="2140244"/>
                    </a:lnTo>
                    <a:lnTo>
                      <a:pt x="1943363" y="2153907"/>
                    </a:lnTo>
                    <a:lnTo>
                      <a:pt x="1939371" y="2159125"/>
                    </a:lnTo>
                    <a:lnTo>
                      <a:pt x="1927090" y="2168865"/>
                    </a:lnTo>
                    <a:lnTo>
                      <a:pt x="1920368" y="2170463"/>
                    </a:lnTo>
                    <a:lnTo>
                      <a:pt x="1912821" y="2173233"/>
                    </a:lnTo>
                    <a:lnTo>
                      <a:pt x="1910446" y="2182840"/>
                    </a:lnTo>
                    <a:lnTo>
                      <a:pt x="1900199" y="2191699"/>
                    </a:lnTo>
                    <a:lnTo>
                      <a:pt x="1894227" y="2195622"/>
                    </a:lnTo>
                    <a:lnTo>
                      <a:pt x="1883292" y="2193246"/>
                    </a:lnTo>
                    <a:lnTo>
                      <a:pt x="1886659" y="2201777"/>
                    </a:lnTo>
                    <a:lnTo>
                      <a:pt x="1882642" y="2208235"/>
                    </a:lnTo>
                    <a:lnTo>
                      <a:pt x="1875725" y="2213187"/>
                    </a:lnTo>
                    <a:lnTo>
                      <a:pt x="1867123" y="2216418"/>
                    </a:lnTo>
                    <a:lnTo>
                      <a:pt x="1862194" y="2216024"/>
                    </a:lnTo>
                    <a:lnTo>
                      <a:pt x="1857981" y="2217739"/>
                    </a:lnTo>
                    <a:lnTo>
                      <a:pt x="1854680" y="2221846"/>
                    </a:lnTo>
                    <a:lnTo>
                      <a:pt x="1846616" y="2225687"/>
                    </a:lnTo>
                    <a:lnTo>
                      <a:pt x="1838240" y="2223526"/>
                    </a:lnTo>
                    <a:lnTo>
                      <a:pt x="1828747" y="2222230"/>
                    </a:lnTo>
                    <a:lnTo>
                      <a:pt x="1823459" y="2224535"/>
                    </a:lnTo>
                    <a:lnTo>
                      <a:pt x="1832348" y="2228345"/>
                    </a:lnTo>
                    <a:lnTo>
                      <a:pt x="1837107" y="2233865"/>
                    </a:lnTo>
                    <a:lnTo>
                      <a:pt x="1836128" y="2241306"/>
                    </a:lnTo>
                    <a:lnTo>
                      <a:pt x="1833748" y="2244178"/>
                    </a:lnTo>
                    <a:lnTo>
                      <a:pt x="1828139" y="2248070"/>
                    </a:lnTo>
                    <a:lnTo>
                      <a:pt x="1825676" y="2247492"/>
                    </a:lnTo>
                    <a:lnTo>
                      <a:pt x="1824172" y="2243984"/>
                    </a:lnTo>
                    <a:lnTo>
                      <a:pt x="1822347" y="2236676"/>
                    </a:lnTo>
                    <a:lnTo>
                      <a:pt x="1819738" y="2238233"/>
                    </a:lnTo>
                    <a:lnTo>
                      <a:pt x="1819288" y="2241638"/>
                    </a:lnTo>
                    <a:lnTo>
                      <a:pt x="1817046" y="2242852"/>
                    </a:lnTo>
                    <a:lnTo>
                      <a:pt x="1809091" y="2231212"/>
                    </a:lnTo>
                    <a:lnTo>
                      <a:pt x="1809487" y="2240092"/>
                    </a:lnTo>
                    <a:lnTo>
                      <a:pt x="1812266" y="2246913"/>
                    </a:lnTo>
                    <a:lnTo>
                      <a:pt x="1814954" y="2250375"/>
                    </a:lnTo>
                    <a:lnTo>
                      <a:pt x="1817667" y="2252413"/>
                    </a:lnTo>
                    <a:lnTo>
                      <a:pt x="1818334" y="2255578"/>
                    </a:lnTo>
                    <a:lnTo>
                      <a:pt x="1812891" y="2263290"/>
                    </a:lnTo>
                    <a:lnTo>
                      <a:pt x="1810091" y="2265005"/>
                    </a:lnTo>
                    <a:lnTo>
                      <a:pt x="1805107" y="2266255"/>
                    </a:lnTo>
                    <a:lnTo>
                      <a:pt x="1802302" y="2271007"/>
                    </a:lnTo>
                    <a:lnTo>
                      <a:pt x="1803132" y="2275099"/>
                    </a:lnTo>
                    <a:lnTo>
                      <a:pt x="1798773" y="2283978"/>
                    </a:lnTo>
                    <a:lnTo>
                      <a:pt x="1788350" y="2289524"/>
                    </a:lnTo>
                    <a:lnTo>
                      <a:pt x="1785167" y="2289309"/>
                    </a:lnTo>
                    <a:lnTo>
                      <a:pt x="1782570" y="2290932"/>
                    </a:lnTo>
                    <a:lnTo>
                      <a:pt x="1784087" y="2294886"/>
                    </a:lnTo>
                    <a:lnTo>
                      <a:pt x="1786688" y="2297764"/>
                    </a:lnTo>
                    <a:lnTo>
                      <a:pt x="1786596" y="2300437"/>
                    </a:lnTo>
                    <a:lnTo>
                      <a:pt x="1783841" y="2304068"/>
                    </a:lnTo>
                    <a:lnTo>
                      <a:pt x="1778403" y="2305081"/>
                    </a:lnTo>
                    <a:lnTo>
                      <a:pt x="1775349" y="2309224"/>
                    </a:lnTo>
                    <a:lnTo>
                      <a:pt x="1776315" y="2313132"/>
                    </a:lnTo>
                    <a:lnTo>
                      <a:pt x="1778112" y="2315313"/>
                    </a:lnTo>
                    <a:lnTo>
                      <a:pt x="1777736" y="2319072"/>
                    </a:lnTo>
                    <a:lnTo>
                      <a:pt x="1771552" y="2322846"/>
                    </a:lnTo>
                    <a:lnTo>
                      <a:pt x="1770102" y="2326559"/>
                    </a:lnTo>
                    <a:lnTo>
                      <a:pt x="1773173" y="2327654"/>
                    </a:lnTo>
                    <a:lnTo>
                      <a:pt x="1775536" y="2326559"/>
                    </a:lnTo>
                    <a:lnTo>
                      <a:pt x="1777266" y="2327357"/>
                    </a:lnTo>
                    <a:lnTo>
                      <a:pt x="1773557" y="2333564"/>
                    </a:lnTo>
                    <a:lnTo>
                      <a:pt x="1770227" y="2337348"/>
                    </a:lnTo>
                    <a:lnTo>
                      <a:pt x="1767064" y="2344149"/>
                    </a:lnTo>
                    <a:lnTo>
                      <a:pt x="1759726" y="2346028"/>
                    </a:lnTo>
                    <a:lnTo>
                      <a:pt x="1760001" y="2348225"/>
                    </a:lnTo>
                    <a:lnTo>
                      <a:pt x="1764147" y="2350171"/>
                    </a:lnTo>
                    <a:lnTo>
                      <a:pt x="1767618" y="2355400"/>
                    </a:lnTo>
                    <a:lnTo>
                      <a:pt x="1761097" y="2365053"/>
                    </a:lnTo>
                    <a:lnTo>
                      <a:pt x="1757025" y="2364259"/>
                    </a:lnTo>
                    <a:lnTo>
                      <a:pt x="1754538" y="2362134"/>
                    </a:lnTo>
                    <a:lnTo>
                      <a:pt x="1752950" y="2369754"/>
                    </a:lnTo>
                    <a:lnTo>
                      <a:pt x="1753558" y="2373820"/>
                    </a:lnTo>
                    <a:lnTo>
                      <a:pt x="1752008" y="2382131"/>
                    </a:lnTo>
                    <a:lnTo>
                      <a:pt x="1749516" y="2392122"/>
                    </a:lnTo>
                    <a:lnTo>
                      <a:pt x="1747824" y="2396224"/>
                    </a:lnTo>
                    <a:lnTo>
                      <a:pt x="1748183" y="2403864"/>
                    </a:lnTo>
                    <a:lnTo>
                      <a:pt x="1749229" y="2411243"/>
                    </a:lnTo>
                    <a:lnTo>
                      <a:pt x="1753221" y="2420753"/>
                    </a:lnTo>
                    <a:lnTo>
                      <a:pt x="1759317" y="2459641"/>
                    </a:lnTo>
                    <a:lnTo>
                      <a:pt x="1763468" y="2473145"/>
                    </a:lnTo>
                    <a:lnTo>
                      <a:pt x="1770944" y="2509580"/>
                    </a:lnTo>
                    <a:lnTo>
                      <a:pt x="1783316" y="2544904"/>
                    </a:lnTo>
                    <a:lnTo>
                      <a:pt x="1800773" y="2587602"/>
                    </a:lnTo>
                    <a:lnTo>
                      <a:pt x="1829423" y="2639354"/>
                    </a:lnTo>
                    <a:lnTo>
                      <a:pt x="1832852" y="2646729"/>
                    </a:lnTo>
                    <a:lnTo>
                      <a:pt x="1829122" y="2652981"/>
                    </a:lnTo>
                    <a:lnTo>
                      <a:pt x="1827985" y="2659459"/>
                    </a:lnTo>
                    <a:lnTo>
                      <a:pt x="1827660" y="2669225"/>
                    </a:lnTo>
                    <a:lnTo>
                      <a:pt x="1828693" y="2678739"/>
                    </a:lnTo>
                    <a:lnTo>
                      <a:pt x="1832081" y="2690359"/>
                    </a:lnTo>
                    <a:lnTo>
                      <a:pt x="1838590" y="2708123"/>
                    </a:lnTo>
                    <a:lnTo>
                      <a:pt x="1834948" y="2704580"/>
                    </a:lnTo>
                    <a:lnTo>
                      <a:pt x="1825522" y="2679082"/>
                    </a:lnTo>
                    <a:lnTo>
                      <a:pt x="1824426" y="2664109"/>
                    </a:lnTo>
                    <a:lnTo>
                      <a:pt x="1825785" y="2642867"/>
                    </a:lnTo>
                    <a:lnTo>
                      <a:pt x="1823572" y="2643379"/>
                    </a:lnTo>
                    <a:lnTo>
                      <a:pt x="1821776" y="2650282"/>
                    </a:lnTo>
                    <a:lnTo>
                      <a:pt x="1820788" y="2658389"/>
                    </a:lnTo>
                    <a:lnTo>
                      <a:pt x="1818396" y="2661528"/>
                    </a:lnTo>
                    <a:lnTo>
                      <a:pt x="1815133" y="2649161"/>
                    </a:lnTo>
                    <a:lnTo>
                      <a:pt x="1815362" y="2643569"/>
                    </a:lnTo>
                    <a:lnTo>
                      <a:pt x="1818825" y="2637035"/>
                    </a:lnTo>
                    <a:lnTo>
                      <a:pt x="1817821" y="2634684"/>
                    </a:lnTo>
                    <a:lnTo>
                      <a:pt x="1812216" y="2631340"/>
                    </a:lnTo>
                    <a:lnTo>
                      <a:pt x="1811024" y="2626081"/>
                    </a:lnTo>
                    <a:lnTo>
                      <a:pt x="1811783" y="2620888"/>
                    </a:lnTo>
                    <a:lnTo>
                      <a:pt x="1808566" y="2618113"/>
                    </a:lnTo>
                    <a:lnTo>
                      <a:pt x="1806049" y="2618246"/>
                    </a:lnTo>
                    <a:lnTo>
                      <a:pt x="1807736" y="2631048"/>
                    </a:lnTo>
                    <a:lnTo>
                      <a:pt x="1810399" y="2638909"/>
                    </a:lnTo>
                    <a:lnTo>
                      <a:pt x="1813691" y="2657749"/>
                    </a:lnTo>
                    <a:lnTo>
                      <a:pt x="1819004" y="2669163"/>
                    </a:lnTo>
                    <a:lnTo>
                      <a:pt x="1822101" y="2678734"/>
                    </a:lnTo>
                    <a:lnTo>
                      <a:pt x="1858285" y="2780871"/>
                    </a:lnTo>
                    <a:lnTo>
                      <a:pt x="1866848" y="2793878"/>
                    </a:lnTo>
                    <a:lnTo>
                      <a:pt x="1870015" y="2803219"/>
                    </a:lnTo>
                    <a:lnTo>
                      <a:pt x="1873312" y="2822750"/>
                    </a:lnTo>
                    <a:lnTo>
                      <a:pt x="1874058" y="2847827"/>
                    </a:lnTo>
                    <a:lnTo>
                      <a:pt x="1868144" y="2893659"/>
                    </a:lnTo>
                    <a:lnTo>
                      <a:pt x="1866798" y="2924922"/>
                    </a:lnTo>
                    <a:lnTo>
                      <a:pt x="1865952" y="2923965"/>
                    </a:lnTo>
                    <a:lnTo>
                      <a:pt x="1865386" y="2920672"/>
                    </a:lnTo>
                    <a:lnTo>
                      <a:pt x="1864019" y="2920221"/>
                    </a:lnTo>
                    <a:lnTo>
                      <a:pt x="1858885" y="2934544"/>
                    </a:lnTo>
                    <a:lnTo>
                      <a:pt x="1851909" y="2947465"/>
                    </a:lnTo>
                    <a:lnTo>
                      <a:pt x="1849613" y="2967544"/>
                    </a:lnTo>
                    <a:lnTo>
                      <a:pt x="1846266" y="2977596"/>
                    </a:lnTo>
                    <a:lnTo>
                      <a:pt x="1836219" y="2988232"/>
                    </a:lnTo>
                    <a:lnTo>
                      <a:pt x="1829993" y="2987961"/>
                    </a:lnTo>
                    <a:lnTo>
                      <a:pt x="1814725" y="2995939"/>
                    </a:lnTo>
                    <a:lnTo>
                      <a:pt x="1803998" y="2993860"/>
                    </a:lnTo>
                    <a:lnTo>
                      <a:pt x="1791217" y="2998361"/>
                    </a:lnTo>
                    <a:lnTo>
                      <a:pt x="1782808" y="2997859"/>
                    </a:lnTo>
                    <a:lnTo>
                      <a:pt x="1777953" y="2988370"/>
                    </a:lnTo>
                    <a:lnTo>
                      <a:pt x="1778695" y="2984125"/>
                    </a:lnTo>
                    <a:lnTo>
                      <a:pt x="1780629" y="2979859"/>
                    </a:lnTo>
                    <a:lnTo>
                      <a:pt x="1783904" y="2978866"/>
                    </a:lnTo>
                    <a:lnTo>
                      <a:pt x="1795193" y="2988811"/>
                    </a:lnTo>
                    <a:lnTo>
                      <a:pt x="1797322" y="2984627"/>
                    </a:lnTo>
                    <a:lnTo>
                      <a:pt x="1793914" y="2979650"/>
                    </a:lnTo>
                    <a:lnTo>
                      <a:pt x="1787388" y="2976874"/>
                    </a:lnTo>
                    <a:lnTo>
                      <a:pt x="1782566" y="2973822"/>
                    </a:lnTo>
                    <a:lnTo>
                      <a:pt x="1772852" y="2951152"/>
                    </a:lnTo>
                    <a:lnTo>
                      <a:pt x="1762789" y="2935584"/>
                    </a:lnTo>
                    <a:lnTo>
                      <a:pt x="1761093" y="2925178"/>
                    </a:lnTo>
                    <a:lnTo>
                      <a:pt x="1743740" y="2918834"/>
                    </a:lnTo>
                    <a:lnTo>
                      <a:pt x="1731176" y="2909227"/>
                    </a:lnTo>
                    <a:lnTo>
                      <a:pt x="1722983" y="2892138"/>
                    </a:lnTo>
                    <a:lnTo>
                      <a:pt x="1718283" y="2861838"/>
                    </a:lnTo>
                    <a:lnTo>
                      <a:pt x="1712740" y="2858432"/>
                    </a:lnTo>
                    <a:lnTo>
                      <a:pt x="1710398" y="2856077"/>
                    </a:lnTo>
                    <a:lnTo>
                      <a:pt x="1715812" y="2844831"/>
                    </a:lnTo>
                    <a:lnTo>
                      <a:pt x="1721516" y="2835404"/>
                    </a:lnTo>
                    <a:lnTo>
                      <a:pt x="1717003" y="2837749"/>
                    </a:lnTo>
                    <a:lnTo>
                      <a:pt x="1713674" y="2841236"/>
                    </a:lnTo>
                    <a:lnTo>
                      <a:pt x="1709440" y="2849563"/>
                    </a:lnTo>
                    <a:lnTo>
                      <a:pt x="1706348" y="2850843"/>
                    </a:lnTo>
                    <a:lnTo>
                      <a:pt x="1703514" y="2849563"/>
                    </a:lnTo>
                    <a:lnTo>
                      <a:pt x="1700247" y="2833591"/>
                    </a:lnTo>
                    <a:lnTo>
                      <a:pt x="1701180" y="2813957"/>
                    </a:lnTo>
                    <a:lnTo>
                      <a:pt x="1705760" y="2806614"/>
                    </a:lnTo>
                    <a:lnTo>
                      <a:pt x="1698726" y="2806419"/>
                    </a:lnTo>
                    <a:lnTo>
                      <a:pt x="1691437" y="2809215"/>
                    </a:lnTo>
                    <a:lnTo>
                      <a:pt x="1692504" y="2815760"/>
                    </a:lnTo>
                    <a:lnTo>
                      <a:pt x="1691475" y="2819355"/>
                    </a:lnTo>
                    <a:lnTo>
                      <a:pt x="1686166" y="2818433"/>
                    </a:lnTo>
                    <a:lnTo>
                      <a:pt x="1682140" y="2816134"/>
                    </a:lnTo>
                    <a:lnTo>
                      <a:pt x="1676677" y="2809323"/>
                    </a:lnTo>
                    <a:lnTo>
                      <a:pt x="1669226" y="2796326"/>
                    </a:lnTo>
                    <a:lnTo>
                      <a:pt x="1653941" y="2760520"/>
                    </a:lnTo>
                    <a:lnTo>
                      <a:pt x="1650961" y="2755471"/>
                    </a:lnTo>
                    <a:lnTo>
                      <a:pt x="1645906" y="2750186"/>
                    </a:lnTo>
                    <a:lnTo>
                      <a:pt x="1648286" y="2748543"/>
                    </a:lnTo>
                    <a:lnTo>
                      <a:pt x="1652628" y="2747570"/>
                    </a:lnTo>
                    <a:lnTo>
                      <a:pt x="1662442" y="2731449"/>
                    </a:lnTo>
                    <a:lnTo>
                      <a:pt x="1670151" y="2721709"/>
                    </a:lnTo>
                    <a:lnTo>
                      <a:pt x="1672710" y="2714970"/>
                    </a:lnTo>
                    <a:lnTo>
                      <a:pt x="1672264" y="2712087"/>
                    </a:lnTo>
                    <a:lnTo>
                      <a:pt x="1668855" y="2707898"/>
                    </a:lnTo>
                    <a:lnTo>
                      <a:pt x="1664380" y="2711559"/>
                    </a:lnTo>
                    <a:lnTo>
                      <a:pt x="1662463" y="2710515"/>
                    </a:lnTo>
                    <a:lnTo>
                      <a:pt x="1657429" y="2702065"/>
                    </a:lnTo>
                    <a:lnTo>
                      <a:pt x="1652620" y="2699679"/>
                    </a:lnTo>
                    <a:lnTo>
                      <a:pt x="1649269" y="2701507"/>
                    </a:lnTo>
                    <a:lnTo>
                      <a:pt x="1652803" y="2708430"/>
                    </a:lnTo>
                    <a:lnTo>
                      <a:pt x="1655979" y="2711001"/>
                    </a:lnTo>
                    <a:lnTo>
                      <a:pt x="1654749" y="2721069"/>
                    </a:lnTo>
                    <a:lnTo>
                      <a:pt x="1653466" y="2724346"/>
                    </a:lnTo>
                    <a:lnTo>
                      <a:pt x="1650490" y="2727240"/>
                    </a:lnTo>
                    <a:lnTo>
                      <a:pt x="1645844" y="2725698"/>
                    </a:lnTo>
                    <a:lnTo>
                      <a:pt x="1643494" y="2728187"/>
                    </a:lnTo>
                    <a:lnTo>
                      <a:pt x="1640727" y="2725565"/>
                    </a:lnTo>
                    <a:lnTo>
                      <a:pt x="1637972" y="2721141"/>
                    </a:lnTo>
                    <a:lnTo>
                      <a:pt x="1634905" y="2713859"/>
                    </a:lnTo>
                    <a:lnTo>
                      <a:pt x="1643010" y="2672871"/>
                    </a:lnTo>
                    <a:lnTo>
                      <a:pt x="1650511" y="2646754"/>
                    </a:lnTo>
                    <a:lnTo>
                      <a:pt x="1651370" y="2616961"/>
                    </a:lnTo>
                    <a:lnTo>
                      <a:pt x="1651928" y="2612546"/>
                    </a:lnTo>
                    <a:lnTo>
                      <a:pt x="1651295" y="2604629"/>
                    </a:lnTo>
                    <a:lnTo>
                      <a:pt x="1641235" y="2587423"/>
                    </a:lnTo>
                    <a:lnTo>
                      <a:pt x="1596758" y="2545437"/>
                    </a:lnTo>
                    <a:lnTo>
                      <a:pt x="1562287" y="2495718"/>
                    </a:lnTo>
                    <a:lnTo>
                      <a:pt x="1532429" y="2477067"/>
                    </a:lnTo>
                    <a:lnTo>
                      <a:pt x="1509776" y="2481164"/>
                    </a:lnTo>
                    <a:lnTo>
                      <a:pt x="1505854" y="2484913"/>
                    </a:lnTo>
                    <a:lnTo>
                      <a:pt x="1504171" y="2489813"/>
                    </a:lnTo>
                    <a:lnTo>
                      <a:pt x="1505592" y="2495359"/>
                    </a:lnTo>
                    <a:lnTo>
                      <a:pt x="1503533" y="2497669"/>
                    </a:lnTo>
                    <a:lnTo>
                      <a:pt x="1497453" y="2497377"/>
                    </a:lnTo>
                    <a:lnTo>
                      <a:pt x="1489265" y="2498667"/>
                    </a:lnTo>
                    <a:lnTo>
                      <a:pt x="1467883" y="2511757"/>
                    </a:lnTo>
                    <a:lnTo>
                      <a:pt x="1460340" y="2511275"/>
                    </a:lnTo>
                    <a:lnTo>
                      <a:pt x="1453489" y="2514665"/>
                    </a:lnTo>
                    <a:lnTo>
                      <a:pt x="1448359" y="2517205"/>
                    </a:lnTo>
                    <a:lnTo>
                      <a:pt x="1434982" y="2518588"/>
                    </a:lnTo>
                    <a:lnTo>
                      <a:pt x="1423639" y="2521491"/>
                    </a:lnTo>
                    <a:lnTo>
                      <a:pt x="1418739" y="2519919"/>
                    </a:lnTo>
                    <a:lnTo>
                      <a:pt x="1415542" y="2512330"/>
                    </a:lnTo>
                    <a:lnTo>
                      <a:pt x="1415542" y="2504475"/>
                    </a:lnTo>
                    <a:lnTo>
                      <a:pt x="1418134" y="2510497"/>
                    </a:lnTo>
                    <a:lnTo>
                      <a:pt x="1422147" y="2515208"/>
                    </a:lnTo>
                    <a:lnTo>
                      <a:pt x="1423985" y="2513324"/>
                    </a:lnTo>
                    <a:lnTo>
                      <a:pt x="1424673" y="2509155"/>
                    </a:lnTo>
                    <a:lnTo>
                      <a:pt x="1420681" y="2500987"/>
                    </a:lnTo>
                    <a:lnTo>
                      <a:pt x="1407820" y="2490494"/>
                    </a:lnTo>
                    <a:lnTo>
                      <a:pt x="1393185" y="2475168"/>
                    </a:lnTo>
                    <a:lnTo>
                      <a:pt x="1397648" y="2475675"/>
                    </a:lnTo>
                    <a:lnTo>
                      <a:pt x="1398778" y="2472392"/>
                    </a:lnTo>
                    <a:lnTo>
                      <a:pt x="1394240" y="2468085"/>
                    </a:lnTo>
                    <a:lnTo>
                      <a:pt x="1396156" y="2463108"/>
                    </a:lnTo>
                    <a:lnTo>
                      <a:pt x="1399353" y="2457879"/>
                    </a:lnTo>
                    <a:lnTo>
                      <a:pt x="1393177" y="2458663"/>
                    </a:lnTo>
                    <a:lnTo>
                      <a:pt x="1387634" y="2462324"/>
                    </a:lnTo>
                    <a:lnTo>
                      <a:pt x="1387451" y="2466846"/>
                    </a:lnTo>
                    <a:lnTo>
                      <a:pt x="1386355" y="2470441"/>
                    </a:lnTo>
                    <a:lnTo>
                      <a:pt x="1383371" y="2469919"/>
                    </a:lnTo>
                    <a:lnTo>
                      <a:pt x="1377833" y="2465469"/>
                    </a:lnTo>
                    <a:lnTo>
                      <a:pt x="1350567" y="2453081"/>
                    </a:lnTo>
                    <a:lnTo>
                      <a:pt x="1326731" y="2446096"/>
                    </a:lnTo>
                    <a:lnTo>
                      <a:pt x="1345025" y="2442952"/>
                    </a:lnTo>
                    <a:lnTo>
                      <a:pt x="1354947" y="2445395"/>
                    </a:lnTo>
                    <a:lnTo>
                      <a:pt x="1353763" y="2441646"/>
                    </a:lnTo>
                    <a:lnTo>
                      <a:pt x="1351375" y="2439265"/>
                    </a:lnTo>
                    <a:lnTo>
                      <a:pt x="1343549" y="2436249"/>
                    </a:lnTo>
                    <a:lnTo>
                      <a:pt x="1333581" y="2437396"/>
                    </a:lnTo>
                    <a:lnTo>
                      <a:pt x="1327285" y="2435977"/>
                    </a:lnTo>
                    <a:lnTo>
                      <a:pt x="1320846" y="2438968"/>
                    </a:lnTo>
                    <a:lnTo>
                      <a:pt x="1313791" y="2443413"/>
                    </a:lnTo>
                    <a:lnTo>
                      <a:pt x="1307511" y="2445702"/>
                    </a:lnTo>
                    <a:lnTo>
                      <a:pt x="1282933" y="2448902"/>
                    </a:lnTo>
                    <a:lnTo>
                      <a:pt x="1263001" y="2452374"/>
                    </a:lnTo>
                    <a:lnTo>
                      <a:pt x="1266197" y="2448708"/>
                    </a:lnTo>
                    <a:lnTo>
                      <a:pt x="1269606" y="2446352"/>
                    </a:lnTo>
                    <a:lnTo>
                      <a:pt x="1281383" y="2442768"/>
                    </a:lnTo>
                    <a:lnTo>
                      <a:pt x="1283146" y="2435317"/>
                    </a:lnTo>
                    <a:lnTo>
                      <a:pt x="1280379" y="2428142"/>
                    </a:lnTo>
                    <a:lnTo>
                      <a:pt x="1277278" y="2429863"/>
                    </a:lnTo>
                    <a:lnTo>
                      <a:pt x="1274023" y="2435470"/>
                    </a:lnTo>
                    <a:lnTo>
                      <a:pt x="1270031" y="2431430"/>
                    </a:lnTo>
                    <a:lnTo>
                      <a:pt x="1265610" y="2431450"/>
                    </a:lnTo>
                    <a:lnTo>
                      <a:pt x="1264410" y="2440371"/>
                    </a:lnTo>
                    <a:lnTo>
                      <a:pt x="1258742" y="2446352"/>
                    </a:lnTo>
                    <a:lnTo>
                      <a:pt x="1256184" y="2452374"/>
                    </a:lnTo>
                    <a:lnTo>
                      <a:pt x="1239565" y="2457091"/>
                    </a:lnTo>
                    <a:lnTo>
                      <a:pt x="1237435" y="2455519"/>
                    </a:lnTo>
                    <a:lnTo>
                      <a:pt x="1242298" y="2449799"/>
                    </a:lnTo>
                    <a:lnTo>
                      <a:pt x="1241911" y="2446618"/>
                    </a:lnTo>
                    <a:lnTo>
                      <a:pt x="1236364" y="2449348"/>
                    </a:lnTo>
                    <a:lnTo>
                      <a:pt x="1227063" y="2460189"/>
                    </a:lnTo>
                    <a:lnTo>
                      <a:pt x="1194317" y="2463738"/>
                    </a:lnTo>
                    <a:lnTo>
                      <a:pt x="1196105" y="2461275"/>
                    </a:lnTo>
                    <a:lnTo>
                      <a:pt x="1203018" y="2460783"/>
                    </a:lnTo>
                    <a:lnTo>
                      <a:pt x="1212724" y="2457352"/>
                    </a:lnTo>
                    <a:lnTo>
                      <a:pt x="1210761" y="2451576"/>
                    </a:lnTo>
                    <a:lnTo>
                      <a:pt x="1207019" y="2445226"/>
                    </a:lnTo>
                    <a:lnTo>
                      <a:pt x="1203564" y="2444519"/>
                    </a:lnTo>
                    <a:lnTo>
                      <a:pt x="1201285" y="2440796"/>
                    </a:lnTo>
                    <a:lnTo>
                      <a:pt x="1201397" y="2429064"/>
                    </a:lnTo>
                    <a:lnTo>
                      <a:pt x="1199189" y="2422207"/>
                    </a:lnTo>
                    <a:lnTo>
                      <a:pt x="1193859" y="2415150"/>
                    </a:lnTo>
                    <a:lnTo>
                      <a:pt x="1192058" y="2416508"/>
                    </a:lnTo>
                    <a:lnTo>
                      <a:pt x="1188137" y="2428572"/>
                    </a:lnTo>
                    <a:lnTo>
                      <a:pt x="1184878" y="2444396"/>
                    </a:lnTo>
                    <a:lnTo>
                      <a:pt x="1183266" y="2449507"/>
                    </a:lnTo>
                    <a:lnTo>
                      <a:pt x="1173556" y="2449865"/>
                    </a:lnTo>
                    <a:lnTo>
                      <a:pt x="1164963" y="2448785"/>
                    </a:lnTo>
                    <a:lnTo>
                      <a:pt x="1135759" y="2450684"/>
                    </a:lnTo>
                    <a:lnTo>
                      <a:pt x="1124849" y="2445323"/>
                    </a:lnTo>
                    <a:lnTo>
                      <a:pt x="1120324" y="2444294"/>
                    </a:lnTo>
                    <a:lnTo>
                      <a:pt x="1117569" y="2444416"/>
                    </a:lnTo>
                    <a:lnTo>
                      <a:pt x="1104868" y="2449333"/>
                    </a:lnTo>
                    <a:lnTo>
                      <a:pt x="1090395" y="2453096"/>
                    </a:lnTo>
                    <a:lnTo>
                      <a:pt x="1086986" y="2451914"/>
                    </a:lnTo>
                    <a:lnTo>
                      <a:pt x="1082123" y="2451739"/>
                    </a:lnTo>
                    <a:lnTo>
                      <a:pt x="1071630" y="2464552"/>
                    </a:lnTo>
                    <a:lnTo>
                      <a:pt x="1059257" y="2470549"/>
                    </a:lnTo>
                    <a:lnTo>
                      <a:pt x="1028041" y="2459769"/>
                    </a:lnTo>
                    <a:lnTo>
                      <a:pt x="1020277" y="2451099"/>
                    </a:lnTo>
                    <a:lnTo>
                      <a:pt x="1013385" y="2449246"/>
                    </a:lnTo>
                    <a:lnTo>
                      <a:pt x="1004908" y="2448175"/>
                    </a:lnTo>
                    <a:lnTo>
                      <a:pt x="995803" y="2458842"/>
                    </a:lnTo>
                    <a:lnTo>
                      <a:pt x="988885" y="2473237"/>
                    </a:lnTo>
                    <a:lnTo>
                      <a:pt x="999816" y="2481128"/>
                    </a:lnTo>
                    <a:lnTo>
                      <a:pt x="1009172" y="2484902"/>
                    </a:lnTo>
                    <a:lnTo>
                      <a:pt x="1024632" y="2481738"/>
                    </a:lnTo>
                    <a:lnTo>
                      <a:pt x="1033179" y="2474753"/>
                    </a:lnTo>
                    <a:lnTo>
                      <a:pt x="1040159" y="2474983"/>
                    </a:lnTo>
                    <a:lnTo>
                      <a:pt x="1043497" y="2473565"/>
                    </a:lnTo>
                    <a:lnTo>
                      <a:pt x="1046543" y="2469919"/>
                    </a:lnTo>
                    <a:lnTo>
                      <a:pt x="1052511" y="2472797"/>
                    </a:lnTo>
                    <a:lnTo>
                      <a:pt x="1052723" y="2475680"/>
                    </a:lnTo>
                    <a:lnTo>
                      <a:pt x="1048485" y="2479741"/>
                    </a:lnTo>
                    <a:lnTo>
                      <a:pt x="1043147" y="2483161"/>
                    </a:lnTo>
                    <a:lnTo>
                      <a:pt x="1039909" y="2487192"/>
                    </a:lnTo>
                    <a:lnTo>
                      <a:pt x="1046001" y="2495313"/>
                    </a:lnTo>
                    <a:lnTo>
                      <a:pt x="1055569" y="2498043"/>
                    </a:lnTo>
                    <a:lnTo>
                      <a:pt x="1059170" y="2496865"/>
                    </a:lnTo>
                    <a:lnTo>
                      <a:pt x="1061399" y="2487734"/>
                    </a:lnTo>
                    <a:lnTo>
                      <a:pt x="1067283" y="2481856"/>
                    </a:lnTo>
                    <a:lnTo>
                      <a:pt x="1075280" y="2483126"/>
                    </a:lnTo>
                    <a:lnTo>
                      <a:pt x="1074143" y="2486813"/>
                    </a:lnTo>
                    <a:lnTo>
                      <a:pt x="1075264" y="2490295"/>
                    </a:lnTo>
                    <a:lnTo>
                      <a:pt x="1078939" y="2496240"/>
                    </a:lnTo>
                    <a:lnTo>
                      <a:pt x="1078518" y="2504756"/>
                    </a:lnTo>
                    <a:lnTo>
                      <a:pt x="1079231" y="2506810"/>
                    </a:lnTo>
                    <a:lnTo>
                      <a:pt x="1070613" y="2510568"/>
                    </a:lnTo>
                    <a:lnTo>
                      <a:pt x="1064191" y="2511844"/>
                    </a:lnTo>
                    <a:lnTo>
                      <a:pt x="1059053" y="2516765"/>
                    </a:lnTo>
                    <a:lnTo>
                      <a:pt x="1061745" y="2519622"/>
                    </a:lnTo>
                    <a:lnTo>
                      <a:pt x="1056511" y="2522132"/>
                    </a:lnTo>
                    <a:lnTo>
                      <a:pt x="1052973" y="2521128"/>
                    </a:lnTo>
                    <a:lnTo>
                      <a:pt x="1051194" y="2522055"/>
                    </a:lnTo>
                    <a:lnTo>
                      <a:pt x="1050660" y="2525076"/>
                    </a:lnTo>
                    <a:lnTo>
                      <a:pt x="1047956" y="2527882"/>
                    </a:lnTo>
                    <a:lnTo>
                      <a:pt x="1051890" y="2536337"/>
                    </a:lnTo>
                    <a:lnTo>
                      <a:pt x="1059953" y="2541857"/>
                    </a:lnTo>
                    <a:lnTo>
                      <a:pt x="1065642" y="2548776"/>
                    </a:lnTo>
                    <a:lnTo>
                      <a:pt x="1088511" y="2557886"/>
                    </a:lnTo>
                    <a:lnTo>
                      <a:pt x="1094054" y="2557625"/>
                    </a:lnTo>
                    <a:lnTo>
                      <a:pt x="1099509" y="2566796"/>
                    </a:lnTo>
                    <a:lnTo>
                      <a:pt x="1103905" y="2569951"/>
                    </a:lnTo>
                    <a:lnTo>
                      <a:pt x="1108139" y="2571553"/>
                    </a:lnTo>
                    <a:lnTo>
                      <a:pt x="1107655" y="2577862"/>
                    </a:lnTo>
                    <a:lnTo>
                      <a:pt x="1100134" y="2582482"/>
                    </a:lnTo>
                    <a:lnTo>
                      <a:pt x="1098100" y="2587992"/>
                    </a:lnTo>
                    <a:lnTo>
                      <a:pt x="1096208" y="2591090"/>
                    </a:lnTo>
                    <a:lnTo>
                      <a:pt x="1092816" y="2587167"/>
                    </a:lnTo>
                    <a:lnTo>
                      <a:pt x="1089332" y="2584325"/>
                    </a:lnTo>
                    <a:lnTo>
                      <a:pt x="1081269" y="2592969"/>
                    </a:lnTo>
                    <a:lnTo>
                      <a:pt x="1077381" y="2594787"/>
                    </a:lnTo>
                    <a:lnTo>
                      <a:pt x="1079310" y="2585467"/>
                    </a:lnTo>
                    <a:lnTo>
                      <a:pt x="1076264" y="2581816"/>
                    </a:lnTo>
                    <a:lnTo>
                      <a:pt x="1071659" y="2572470"/>
                    </a:lnTo>
                    <a:lnTo>
                      <a:pt x="1064950" y="2566689"/>
                    </a:lnTo>
                    <a:lnTo>
                      <a:pt x="1060224" y="2564773"/>
                    </a:lnTo>
                    <a:lnTo>
                      <a:pt x="1056545" y="2561117"/>
                    </a:lnTo>
                    <a:lnTo>
                      <a:pt x="1052090" y="2559637"/>
                    </a:lnTo>
                    <a:lnTo>
                      <a:pt x="1048289" y="2560016"/>
                    </a:lnTo>
                    <a:lnTo>
                      <a:pt x="1041855" y="2557886"/>
                    </a:lnTo>
                    <a:lnTo>
                      <a:pt x="1041430" y="2552913"/>
                    </a:lnTo>
                    <a:lnTo>
                      <a:pt x="1039646" y="2549190"/>
                    </a:lnTo>
                    <a:lnTo>
                      <a:pt x="1034612" y="2544797"/>
                    </a:lnTo>
                    <a:lnTo>
                      <a:pt x="1010559" y="2536496"/>
                    </a:lnTo>
                    <a:lnTo>
                      <a:pt x="1010413" y="2539932"/>
                    </a:lnTo>
                    <a:lnTo>
                      <a:pt x="1012080" y="2542518"/>
                    </a:lnTo>
                    <a:lnTo>
                      <a:pt x="1015535" y="2544239"/>
                    </a:lnTo>
                    <a:lnTo>
                      <a:pt x="1019669" y="2547588"/>
                    </a:lnTo>
                    <a:lnTo>
                      <a:pt x="1019631" y="2557507"/>
                    </a:lnTo>
                    <a:lnTo>
                      <a:pt x="1017844" y="2561706"/>
                    </a:lnTo>
                    <a:lnTo>
                      <a:pt x="1017077" y="2567687"/>
                    </a:lnTo>
                    <a:lnTo>
                      <a:pt x="1015485" y="2573766"/>
                    </a:lnTo>
                    <a:lnTo>
                      <a:pt x="1012543" y="2578559"/>
                    </a:lnTo>
                    <a:lnTo>
                      <a:pt x="1005975" y="2581826"/>
                    </a:lnTo>
                    <a:lnTo>
                      <a:pt x="1003079" y="2579091"/>
                    </a:lnTo>
                    <a:lnTo>
                      <a:pt x="998395" y="2566002"/>
                    </a:lnTo>
                    <a:lnTo>
                      <a:pt x="991773" y="2561880"/>
                    </a:lnTo>
                    <a:lnTo>
                      <a:pt x="981251" y="2561394"/>
                    </a:lnTo>
                    <a:lnTo>
                      <a:pt x="974104" y="2564353"/>
                    </a:lnTo>
                    <a:lnTo>
                      <a:pt x="966316" y="2577033"/>
                    </a:lnTo>
                    <a:lnTo>
                      <a:pt x="960040" y="2579107"/>
                    </a:lnTo>
                    <a:lnTo>
                      <a:pt x="938558" y="2572537"/>
                    </a:lnTo>
                    <a:lnTo>
                      <a:pt x="914030" y="2562525"/>
                    </a:lnTo>
                    <a:lnTo>
                      <a:pt x="914663" y="2559192"/>
                    </a:lnTo>
                    <a:lnTo>
                      <a:pt x="918522" y="2558121"/>
                    </a:lnTo>
                    <a:lnTo>
                      <a:pt x="925923" y="2559489"/>
                    </a:lnTo>
                    <a:lnTo>
                      <a:pt x="925531" y="2556052"/>
                    </a:lnTo>
                    <a:lnTo>
                      <a:pt x="917968" y="2544868"/>
                    </a:lnTo>
                    <a:lnTo>
                      <a:pt x="916580" y="2539819"/>
                    </a:lnTo>
                    <a:lnTo>
                      <a:pt x="917555" y="2533659"/>
                    </a:lnTo>
                    <a:lnTo>
                      <a:pt x="915088" y="2533797"/>
                    </a:lnTo>
                    <a:lnTo>
                      <a:pt x="910546" y="2538969"/>
                    </a:lnTo>
                    <a:lnTo>
                      <a:pt x="894906" y="2534586"/>
                    </a:lnTo>
                    <a:lnTo>
                      <a:pt x="890589" y="2529347"/>
                    </a:lnTo>
                    <a:lnTo>
                      <a:pt x="881400" y="2514583"/>
                    </a:lnTo>
                    <a:lnTo>
                      <a:pt x="868432" y="2514102"/>
                    </a:lnTo>
                    <a:lnTo>
                      <a:pt x="862564" y="2505151"/>
                    </a:lnTo>
                    <a:lnTo>
                      <a:pt x="851967" y="2508899"/>
                    </a:lnTo>
                    <a:lnTo>
                      <a:pt x="846600" y="2513047"/>
                    </a:lnTo>
                    <a:lnTo>
                      <a:pt x="841883" y="2519474"/>
                    </a:lnTo>
                    <a:lnTo>
                      <a:pt x="843720" y="2522807"/>
                    </a:lnTo>
                    <a:lnTo>
                      <a:pt x="848421" y="2528103"/>
                    </a:lnTo>
                    <a:lnTo>
                      <a:pt x="846275" y="2530658"/>
                    </a:lnTo>
                    <a:lnTo>
                      <a:pt x="831185" y="2534432"/>
                    </a:lnTo>
                    <a:lnTo>
                      <a:pt x="796156" y="2530212"/>
                    </a:lnTo>
                    <a:lnTo>
                      <a:pt x="785913" y="2526269"/>
                    </a:lnTo>
                    <a:lnTo>
                      <a:pt x="772165" y="2517932"/>
                    </a:lnTo>
                    <a:lnTo>
                      <a:pt x="753108" y="2511137"/>
                    </a:lnTo>
                    <a:lnTo>
                      <a:pt x="743932" y="2510041"/>
                    </a:lnTo>
                    <a:lnTo>
                      <a:pt x="734947" y="2511388"/>
                    </a:lnTo>
                    <a:lnTo>
                      <a:pt x="708802" y="2512084"/>
                    </a:lnTo>
                    <a:lnTo>
                      <a:pt x="702735" y="2513892"/>
                    </a:lnTo>
                    <a:lnTo>
                      <a:pt x="697567" y="2516780"/>
                    </a:lnTo>
                    <a:lnTo>
                      <a:pt x="694217" y="2513585"/>
                    </a:lnTo>
                    <a:lnTo>
                      <a:pt x="692667" y="2507880"/>
                    </a:lnTo>
                    <a:lnTo>
                      <a:pt x="695701" y="2506953"/>
                    </a:lnTo>
                    <a:lnTo>
                      <a:pt x="699076" y="2503599"/>
                    </a:lnTo>
                    <a:lnTo>
                      <a:pt x="702122" y="2496967"/>
                    </a:lnTo>
                    <a:lnTo>
                      <a:pt x="702468" y="2492958"/>
                    </a:lnTo>
                    <a:lnTo>
                      <a:pt x="700339" y="2490341"/>
                    </a:lnTo>
                    <a:lnTo>
                      <a:pt x="696288" y="2490080"/>
                    </a:lnTo>
                    <a:lnTo>
                      <a:pt x="687341" y="2507358"/>
                    </a:lnTo>
                    <a:lnTo>
                      <a:pt x="692454" y="2517041"/>
                    </a:lnTo>
                    <a:lnTo>
                      <a:pt x="692104" y="2520534"/>
                    </a:lnTo>
                    <a:lnTo>
                      <a:pt x="674252" y="2522521"/>
                    </a:lnTo>
                    <a:lnTo>
                      <a:pt x="633730" y="2542016"/>
                    </a:lnTo>
                    <a:lnTo>
                      <a:pt x="617928" y="2552529"/>
                    </a:lnTo>
                    <a:lnTo>
                      <a:pt x="618736" y="2548991"/>
                    </a:lnTo>
                    <a:lnTo>
                      <a:pt x="637843" y="2535364"/>
                    </a:lnTo>
                    <a:lnTo>
                      <a:pt x="631096" y="2533280"/>
                    </a:lnTo>
                    <a:lnTo>
                      <a:pt x="620232" y="2536685"/>
                    </a:lnTo>
                    <a:lnTo>
                      <a:pt x="616336" y="2535374"/>
                    </a:lnTo>
                    <a:lnTo>
                      <a:pt x="620936" y="2524108"/>
                    </a:lnTo>
                    <a:lnTo>
                      <a:pt x="619436" y="2514174"/>
                    </a:lnTo>
                    <a:lnTo>
                      <a:pt x="611723" y="2513902"/>
                    </a:lnTo>
                    <a:lnTo>
                      <a:pt x="606810" y="2521835"/>
                    </a:lnTo>
                    <a:lnTo>
                      <a:pt x="603397" y="2521497"/>
                    </a:lnTo>
                    <a:lnTo>
                      <a:pt x="598925" y="2518096"/>
                    </a:lnTo>
                    <a:lnTo>
                      <a:pt x="595462" y="2519172"/>
                    </a:lnTo>
                    <a:lnTo>
                      <a:pt x="598025" y="2537146"/>
                    </a:lnTo>
                    <a:lnTo>
                      <a:pt x="602884" y="2544541"/>
                    </a:lnTo>
                    <a:lnTo>
                      <a:pt x="606947" y="2553968"/>
                    </a:lnTo>
                    <a:lnTo>
                      <a:pt x="595850" y="2565618"/>
                    </a:lnTo>
                    <a:lnTo>
                      <a:pt x="585544" y="2575230"/>
                    </a:lnTo>
                    <a:lnTo>
                      <a:pt x="584427" y="2584520"/>
                    </a:lnTo>
                    <a:lnTo>
                      <a:pt x="574072" y="2596620"/>
                    </a:lnTo>
                    <a:lnTo>
                      <a:pt x="564329" y="2603482"/>
                    </a:lnTo>
                    <a:lnTo>
                      <a:pt x="541438" y="2619613"/>
                    </a:lnTo>
                    <a:lnTo>
                      <a:pt x="534908" y="2623065"/>
                    </a:lnTo>
                    <a:lnTo>
                      <a:pt x="524578" y="2630552"/>
                    </a:lnTo>
                    <a:lnTo>
                      <a:pt x="510326" y="2636164"/>
                    </a:lnTo>
                    <a:lnTo>
                      <a:pt x="496662" y="2645074"/>
                    </a:lnTo>
                    <a:lnTo>
                      <a:pt x="492053" y="2646426"/>
                    </a:lnTo>
                    <a:lnTo>
                      <a:pt x="500779" y="2638883"/>
                    </a:lnTo>
                    <a:lnTo>
                      <a:pt x="511126" y="2631432"/>
                    </a:lnTo>
                    <a:lnTo>
                      <a:pt x="502250" y="2632451"/>
                    </a:lnTo>
                    <a:lnTo>
                      <a:pt x="488569" y="2629000"/>
                    </a:lnTo>
                    <a:lnTo>
                      <a:pt x="480197" y="2628800"/>
                    </a:lnTo>
                    <a:lnTo>
                      <a:pt x="480139" y="2631519"/>
                    </a:lnTo>
                    <a:lnTo>
                      <a:pt x="473771" y="2635360"/>
                    </a:lnTo>
                    <a:lnTo>
                      <a:pt x="467174" y="2629717"/>
                    </a:lnTo>
                    <a:lnTo>
                      <a:pt x="464299" y="2625922"/>
                    </a:lnTo>
                    <a:lnTo>
                      <a:pt x="462936" y="2622645"/>
                    </a:lnTo>
                    <a:lnTo>
                      <a:pt x="460136" y="2621851"/>
                    </a:lnTo>
                    <a:lnTo>
                      <a:pt x="457444" y="2623372"/>
                    </a:lnTo>
                    <a:lnTo>
                      <a:pt x="467291" y="2646452"/>
                    </a:lnTo>
                    <a:lnTo>
                      <a:pt x="471487" y="2647451"/>
                    </a:lnTo>
                    <a:lnTo>
                      <a:pt x="476130" y="2649745"/>
                    </a:lnTo>
                    <a:lnTo>
                      <a:pt x="470350" y="2655122"/>
                    </a:lnTo>
                    <a:lnTo>
                      <a:pt x="464128" y="2659203"/>
                    </a:lnTo>
                    <a:lnTo>
                      <a:pt x="454343" y="2661912"/>
                    </a:lnTo>
                    <a:lnTo>
                      <a:pt x="446051" y="2653488"/>
                    </a:lnTo>
                    <a:lnTo>
                      <a:pt x="444255" y="2664058"/>
                    </a:lnTo>
                    <a:lnTo>
                      <a:pt x="443204" y="2674612"/>
                    </a:lnTo>
                    <a:lnTo>
                      <a:pt x="440421" y="2677321"/>
                    </a:lnTo>
                    <a:lnTo>
                      <a:pt x="435974" y="2681182"/>
                    </a:lnTo>
                    <a:lnTo>
                      <a:pt x="433561" y="2678268"/>
                    </a:lnTo>
                    <a:lnTo>
                      <a:pt x="432415" y="2674187"/>
                    </a:lnTo>
                    <a:lnTo>
                      <a:pt x="429569" y="2677828"/>
                    </a:lnTo>
                    <a:lnTo>
                      <a:pt x="425402" y="2680562"/>
                    </a:lnTo>
                    <a:lnTo>
                      <a:pt x="418526" y="2681110"/>
                    </a:lnTo>
                    <a:lnTo>
                      <a:pt x="413367" y="2682570"/>
                    </a:lnTo>
                    <a:lnTo>
                      <a:pt x="413488" y="2686943"/>
                    </a:lnTo>
                    <a:lnTo>
                      <a:pt x="414667" y="2691337"/>
                    </a:lnTo>
                    <a:lnTo>
                      <a:pt x="423793" y="2687865"/>
                    </a:lnTo>
                    <a:lnTo>
                      <a:pt x="420485" y="2699167"/>
                    </a:lnTo>
                    <a:lnTo>
                      <a:pt x="412092" y="2710335"/>
                    </a:lnTo>
                    <a:lnTo>
                      <a:pt x="405254" y="2712973"/>
                    </a:lnTo>
                    <a:lnTo>
                      <a:pt x="394794" y="2711339"/>
                    </a:lnTo>
                    <a:lnTo>
                      <a:pt x="392210" y="2712461"/>
                    </a:lnTo>
                    <a:lnTo>
                      <a:pt x="389897" y="2714780"/>
                    </a:lnTo>
                    <a:lnTo>
                      <a:pt x="402082" y="2732253"/>
                    </a:lnTo>
                    <a:lnTo>
                      <a:pt x="394252" y="2758605"/>
                    </a:lnTo>
                    <a:lnTo>
                      <a:pt x="389247" y="2768156"/>
                    </a:lnTo>
                    <a:lnTo>
                      <a:pt x="385776" y="2769380"/>
                    </a:lnTo>
                    <a:lnTo>
                      <a:pt x="382013" y="2769656"/>
                    </a:lnTo>
                    <a:lnTo>
                      <a:pt x="368507" y="2761166"/>
                    </a:lnTo>
                    <a:lnTo>
                      <a:pt x="361139" y="2754601"/>
                    </a:lnTo>
                    <a:lnTo>
                      <a:pt x="367632" y="2772467"/>
                    </a:lnTo>
                    <a:lnTo>
                      <a:pt x="385322" y="2777686"/>
                    </a:lnTo>
                    <a:lnTo>
                      <a:pt x="386226" y="2784445"/>
                    </a:lnTo>
                    <a:lnTo>
                      <a:pt x="386126" y="2790222"/>
                    </a:lnTo>
                    <a:lnTo>
                      <a:pt x="382642" y="2797002"/>
                    </a:lnTo>
                    <a:lnTo>
                      <a:pt x="379383" y="2806009"/>
                    </a:lnTo>
                    <a:lnTo>
                      <a:pt x="381788" y="2812283"/>
                    </a:lnTo>
                    <a:lnTo>
                      <a:pt x="384580" y="2827794"/>
                    </a:lnTo>
                    <a:lnTo>
                      <a:pt x="386968" y="2834912"/>
                    </a:lnTo>
                    <a:lnTo>
                      <a:pt x="389593" y="2856507"/>
                    </a:lnTo>
                    <a:lnTo>
                      <a:pt x="392385" y="2865873"/>
                    </a:lnTo>
                    <a:lnTo>
                      <a:pt x="408466" y="2900342"/>
                    </a:lnTo>
                    <a:lnTo>
                      <a:pt x="413888" y="2900608"/>
                    </a:lnTo>
                    <a:lnTo>
                      <a:pt x="414759" y="2904341"/>
                    </a:lnTo>
                    <a:lnTo>
                      <a:pt x="414242" y="2911500"/>
                    </a:lnTo>
                    <a:lnTo>
                      <a:pt x="402674" y="2913585"/>
                    </a:lnTo>
                    <a:lnTo>
                      <a:pt x="397819" y="2916775"/>
                    </a:lnTo>
                    <a:lnTo>
                      <a:pt x="396873" y="2919545"/>
                    </a:lnTo>
                    <a:lnTo>
                      <a:pt x="396156" y="2921041"/>
                    </a:lnTo>
                    <a:lnTo>
                      <a:pt x="394665" y="2920902"/>
                    </a:lnTo>
                    <a:lnTo>
                      <a:pt x="389147" y="2918910"/>
                    </a:lnTo>
                    <a:lnTo>
                      <a:pt x="376604" y="2909119"/>
                    </a:lnTo>
                    <a:lnTo>
                      <a:pt x="358326" y="2903051"/>
                    </a:lnTo>
                    <a:lnTo>
                      <a:pt x="334311" y="2900700"/>
                    </a:lnTo>
                    <a:lnTo>
                      <a:pt x="317904" y="2895800"/>
                    </a:lnTo>
                    <a:lnTo>
                      <a:pt x="309107" y="2888333"/>
                    </a:lnTo>
                    <a:lnTo>
                      <a:pt x="299910" y="2883909"/>
                    </a:lnTo>
                    <a:lnTo>
                      <a:pt x="290317" y="2882516"/>
                    </a:lnTo>
                    <a:lnTo>
                      <a:pt x="282370" y="2878465"/>
                    </a:lnTo>
                    <a:lnTo>
                      <a:pt x="276070" y="2871757"/>
                    </a:lnTo>
                    <a:lnTo>
                      <a:pt x="266856" y="2867476"/>
                    </a:lnTo>
                    <a:lnTo>
                      <a:pt x="254729" y="2865617"/>
                    </a:lnTo>
                    <a:lnTo>
                      <a:pt x="246837" y="2860588"/>
                    </a:lnTo>
                    <a:lnTo>
                      <a:pt x="241348" y="2848293"/>
                    </a:lnTo>
                    <a:lnTo>
                      <a:pt x="241323" y="2848109"/>
                    </a:lnTo>
                    <a:lnTo>
                      <a:pt x="236410" y="2827553"/>
                    </a:lnTo>
                    <a:lnTo>
                      <a:pt x="230222" y="2814674"/>
                    </a:lnTo>
                    <a:lnTo>
                      <a:pt x="218179" y="2798738"/>
                    </a:lnTo>
                    <a:lnTo>
                      <a:pt x="217070" y="2796638"/>
                    </a:lnTo>
                    <a:lnTo>
                      <a:pt x="216970" y="2794016"/>
                    </a:lnTo>
                    <a:lnTo>
                      <a:pt x="218462" y="2784742"/>
                    </a:lnTo>
                    <a:lnTo>
                      <a:pt x="217191" y="2778075"/>
                    </a:lnTo>
                    <a:lnTo>
                      <a:pt x="213378" y="2772642"/>
                    </a:lnTo>
                    <a:lnTo>
                      <a:pt x="212503" y="2766891"/>
                    </a:lnTo>
                    <a:lnTo>
                      <a:pt x="214570" y="2760838"/>
                    </a:lnTo>
                    <a:lnTo>
                      <a:pt x="214703" y="2753566"/>
                    </a:lnTo>
                    <a:lnTo>
                      <a:pt x="212907" y="2745076"/>
                    </a:lnTo>
                    <a:lnTo>
                      <a:pt x="205227" y="2735894"/>
                    </a:lnTo>
                    <a:lnTo>
                      <a:pt x="191663" y="2726031"/>
                    </a:lnTo>
                    <a:lnTo>
                      <a:pt x="180107" y="2711626"/>
                    </a:lnTo>
                    <a:lnTo>
                      <a:pt x="170568" y="2692689"/>
                    </a:lnTo>
                    <a:lnTo>
                      <a:pt x="161133" y="2679569"/>
                    </a:lnTo>
                    <a:lnTo>
                      <a:pt x="151803" y="2672261"/>
                    </a:lnTo>
                    <a:lnTo>
                      <a:pt x="145423" y="2663341"/>
                    </a:lnTo>
                    <a:lnTo>
                      <a:pt x="141989" y="2652807"/>
                    </a:lnTo>
                    <a:lnTo>
                      <a:pt x="140977" y="2646693"/>
                    </a:lnTo>
                    <a:lnTo>
                      <a:pt x="142377" y="2645003"/>
                    </a:lnTo>
                    <a:lnTo>
                      <a:pt x="136643" y="2633291"/>
                    </a:lnTo>
                    <a:lnTo>
                      <a:pt x="123774" y="2611568"/>
                    </a:lnTo>
                    <a:lnTo>
                      <a:pt x="116382" y="2595683"/>
                    </a:lnTo>
                    <a:lnTo>
                      <a:pt x="114477" y="2585641"/>
                    </a:lnTo>
                    <a:lnTo>
                      <a:pt x="106289" y="2573689"/>
                    </a:lnTo>
                    <a:lnTo>
                      <a:pt x="91820" y="2559827"/>
                    </a:lnTo>
                    <a:lnTo>
                      <a:pt x="83952" y="2550809"/>
                    </a:lnTo>
                    <a:lnTo>
                      <a:pt x="82019" y="2544546"/>
                    </a:lnTo>
                    <a:lnTo>
                      <a:pt x="59441" y="2526331"/>
                    </a:lnTo>
                    <a:lnTo>
                      <a:pt x="52882" y="2514952"/>
                    </a:lnTo>
                    <a:lnTo>
                      <a:pt x="47760" y="2511357"/>
                    </a:lnTo>
                    <a:lnTo>
                      <a:pt x="41880" y="2511746"/>
                    </a:lnTo>
                    <a:lnTo>
                      <a:pt x="38863" y="2510656"/>
                    </a:lnTo>
                    <a:lnTo>
                      <a:pt x="38713" y="2508085"/>
                    </a:lnTo>
                    <a:lnTo>
                      <a:pt x="36809" y="2507962"/>
                    </a:lnTo>
                    <a:lnTo>
                      <a:pt x="33146" y="2510297"/>
                    </a:lnTo>
                    <a:lnTo>
                      <a:pt x="21136" y="2510768"/>
                    </a:lnTo>
                    <a:lnTo>
                      <a:pt x="775" y="2509380"/>
                    </a:lnTo>
                    <a:lnTo>
                      <a:pt x="0" y="2509217"/>
                    </a:lnTo>
                    <a:lnTo>
                      <a:pt x="0" y="699813"/>
                    </a:lnTo>
                    <a:lnTo>
                      <a:pt x="1430380" y="699813"/>
                    </a:lnTo>
                    <a:lnTo>
                      <a:pt x="1444880" y="707161"/>
                    </a:lnTo>
                    <a:lnTo>
                      <a:pt x="1461444" y="715554"/>
                    </a:lnTo>
                    <a:lnTo>
                      <a:pt x="1465620" y="729509"/>
                    </a:lnTo>
                    <a:lnTo>
                      <a:pt x="1469687" y="743095"/>
                    </a:lnTo>
                    <a:lnTo>
                      <a:pt x="1479384" y="752958"/>
                    </a:lnTo>
                    <a:lnTo>
                      <a:pt x="1488260" y="761965"/>
                    </a:lnTo>
                    <a:lnTo>
                      <a:pt x="1493399" y="761494"/>
                    </a:lnTo>
                    <a:lnTo>
                      <a:pt x="1498612" y="757689"/>
                    </a:lnTo>
                    <a:lnTo>
                      <a:pt x="1501921" y="755856"/>
                    </a:lnTo>
                    <a:lnTo>
                      <a:pt x="1507467" y="755554"/>
                    </a:lnTo>
                    <a:lnTo>
                      <a:pt x="1519802" y="752297"/>
                    </a:lnTo>
                    <a:lnTo>
                      <a:pt x="1523448" y="753009"/>
                    </a:lnTo>
                    <a:lnTo>
                      <a:pt x="1525520" y="754637"/>
                    </a:lnTo>
                    <a:lnTo>
                      <a:pt x="1525690" y="757187"/>
                    </a:lnTo>
                    <a:lnTo>
                      <a:pt x="1525269" y="759215"/>
                    </a:lnTo>
                    <a:lnTo>
                      <a:pt x="1523361" y="763286"/>
                    </a:lnTo>
                    <a:lnTo>
                      <a:pt x="1526374" y="771045"/>
                    </a:lnTo>
                    <a:lnTo>
                      <a:pt x="1527007" y="779663"/>
                    </a:lnTo>
                    <a:lnTo>
                      <a:pt x="1528662" y="786177"/>
                    </a:lnTo>
                    <a:lnTo>
                      <a:pt x="1533712" y="794514"/>
                    </a:lnTo>
                    <a:lnTo>
                      <a:pt x="1538100" y="801028"/>
                    </a:lnTo>
                    <a:lnTo>
                      <a:pt x="1543626" y="802287"/>
                    </a:lnTo>
                    <a:lnTo>
                      <a:pt x="1556415" y="798493"/>
                    </a:lnTo>
                    <a:lnTo>
                      <a:pt x="1564429" y="797059"/>
                    </a:lnTo>
                    <a:lnTo>
                      <a:pt x="1568979" y="797678"/>
                    </a:lnTo>
                    <a:lnTo>
                      <a:pt x="1576764" y="803777"/>
                    </a:lnTo>
                    <a:lnTo>
                      <a:pt x="1580573" y="807444"/>
                    </a:lnTo>
                    <a:lnTo>
                      <a:pt x="1581481" y="810491"/>
                    </a:lnTo>
                    <a:lnTo>
                      <a:pt x="1570967" y="829111"/>
                    </a:lnTo>
                    <a:lnTo>
                      <a:pt x="1587640" y="838349"/>
                    </a:lnTo>
                    <a:lnTo>
                      <a:pt x="1606247" y="848447"/>
                    </a:lnTo>
                    <a:lnTo>
                      <a:pt x="1628433" y="860486"/>
                    </a:lnTo>
                    <a:lnTo>
                      <a:pt x="1641998" y="867855"/>
                    </a:lnTo>
                    <a:lnTo>
                      <a:pt x="1659862" y="878379"/>
                    </a:lnTo>
                    <a:lnTo>
                      <a:pt x="1662921" y="893373"/>
                    </a:lnTo>
                    <a:lnTo>
                      <a:pt x="1665497" y="906027"/>
                    </a:lnTo>
                    <a:lnTo>
                      <a:pt x="1668780" y="923668"/>
                    </a:lnTo>
                    <a:lnTo>
                      <a:pt x="1672127" y="941663"/>
                    </a:lnTo>
                    <a:lnTo>
                      <a:pt x="1675465" y="959592"/>
                    </a:lnTo>
                    <a:lnTo>
                      <a:pt x="1679002" y="978621"/>
                    </a:lnTo>
                    <a:lnTo>
                      <a:pt x="1682890" y="999524"/>
                    </a:lnTo>
                    <a:lnTo>
                      <a:pt x="1686345" y="1018078"/>
                    </a:lnTo>
                    <a:lnTo>
                      <a:pt x="1690116" y="1038331"/>
                    </a:lnTo>
                    <a:lnTo>
                      <a:pt x="1695130" y="1064688"/>
                    </a:lnTo>
                    <a:lnTo>
                      <a:pt x="1690646" y="1074843"/>
                    </a:lnTo>
                    <a:lnTo>
                      <a:pt x="1680882" y="1096955"/>
                    </a:lnTo>
                    <a:lnTo>
                      <a:pt x="1672056" y="1116942"/>
                    </a:lnTo>
                    <a:lnTo>
                      <a:pt x="1671285" y="1122739"/>
                    </a:lnTo>
                    <a:lnTo>
                      <a:pt x="1665217" y="1151882"/>
                    </a:lnTo>
                    <a:lnTo>
                      <a:pt x="1660354" y="1163921"/>
                    </a:lnTo>
                    <a:lnTo>
                      <a:pt x="1651836" y="1170911"/>
                    </a:lnTo>
                    <a:lnTo>
                      <a:pt x="1643381" y="1177686"/>
                    </a:lnTo>
                    <a:lnTo>
                      <a:pt x="1632834" y="1189039"/>
                    </a:lnTo>
                    <a:lnTo>
                      <a:pt x="1621232" y="1194647"/>
                    </a:lnTo>
                    <a:lnTo>
                      <a:pt x="1615306" y="1197945"/>
                    </a:lnTo>
                    <a:lnTo>
                      <a:pt x="1612202" y="1203147"/>
                    </a:lnTo>
                    <a:lnTo>
                      <a:pt x="1608776" y="1214552"/>
                    </a:lnTo>
                    <a:lnTo>
                      <a:pt x="1609435" y="1231968"/>
                    </a:lnTo>
                    <a:lnTo>
                      <a:pt x="1618990" y="1246957"/>
                    </a:lnTo>
                    <a:lnTo>
                      <a:pt x="1632967" y="1255340"/>
                    </a:lnTo>
                    <a:lnTo>
                      <a:pt x="1648003" y="1263503"/>
                    </a:lnTo>
                    <a:lnTo>
                      <a:pt x="1669422" y="1263538"/>
                    </a:lnTo>
                    <a:lnTo>
                      <a:pt x="1688687" y="1252646"/>
                    </a:lnTo>
                    <a:lnTo>
                      <a:pt x="1709098" y="1241109"/>
                    </a:lnTo>
                    <a:lnTo>
                      <a:pt x="1727296" y="1230821"/>
                    </a:lnTo>
                    <a:lnTo>
                      <a:pt x="1748941" y="1218587"/>
                    </a:lnTo>
                    <a:lnTo>
                      <a:pt x="1768544" y="1207500"/>
                    </a:lnTo>
                    <a:lnTo>
                      <a:pt x="1789830" y="1203516"/>
                    </a:lnTo>
                    <a:lnTo>
                      <a:pt x="1819325" y="1198001"/>
                    </a:lnTo>
                    <a:lnTo>
                      <a:pt x="1856455" y="1191052"/>
                    </a:lnTo>
                    <a:lnTo>
                      <a:pt x="1874533" y="1183140"/>
                    </a:lnTo>
                    <a:lnTo>
                      <a:pt x="1897894" y="1172914"/>
                    </a:lnTo>
                    <a:lnTo>
                      <a:pt x="1924844" y="1161115"/>
                    </a:lnTo>
                    <a:lnTo>
                      <a:pt x="1948101" y="1150935"/>
                    </a:lnTo>
                    <a:lnTo>
                      <a:pt x="1959794" y="1145291"/>
                    </a:lnTo>
                    <a:lnTo>
                      <a:pt x="1968112" y="1138854"/>
                    </a:lnTo>
                    <a:lnTo>
                      <a:pt x="1970175" y="1134092"/>
                    </a:lnTo>
                    <a:lnTo>
                      <a:pt x="1969683" y="1131357"/>
                    </a:lnTo>
                    <a:lnTo>
                      <a:pt x="1967537" y="1128618"/>
                    </a:lnTo>
                    <a:lnTo>
                      <a:pt x="1964570" y="1126595"/>
                    </a:lnTo>
                    <a:lnTo>
                      <a:pt x="1961932" y="1124874"/>
                    </a:lnTo>
                    <a:lnTo>
                      <a:pt x="1960694" y="1122744"/>
                    </a:lnTo>
                    <a:lnTo>
                      <a:pt x="1960448" y="1118084"/>
                    </a:lnTo>
                    <a:lnTo>
                      <a:pt x="1958831" y="1115406"/>
                    </a:lnTo>
                    <a:lnTo>
                      <a:pt x="1957290" y="1113434"/>
                    </a:lnTo>
                    <a:lnTo>
                      <a:pt x="1957873" y="1095398"/>
                    </a:lnTo>
                    <a:lnTo>
                      <a:pt x="1955839" y="1089806"/>
                    </a:lnTo>
                    <a:lnTo>
                      <a:pt x="1948259" y="1075632"/>
                    </a:lnTo>
                    <a:lnTo>
                      <a:pt x="1962715" y="1069276"/>
                    </a:lnTo>
                    <a:lnTo>
                      <a:pt x="1976109" y="1063382"/>
                    </a:lnTo>
                    <a:lnTo>
                      <a:pt x="1986789" y="1059019"/>
                    </a:lnTo>
                    <a:lnTo>
                      <a:pt x="2009163" y="1058333"/>
                    </a:lnTo>
                    <a:lnTo>
                      <a:pt x="2029941" y="1058420"/>
                    </a:lnTo>
                    <a:lnTo>
                      <a:pt x="2058578" y="1058538"/>
                    </a:lnTo>
                    <a:lnTo>
                      <a:pt x="2082706" y="1058635"/>
                    </a:lnTo>
                    <a:lnTo>
                      <a:pt x="2110856" y="1058753"/>
                    </a:lnTo>
                    <a:lnTo>
                      <a:pt x="2127358" y="1058820"/>
                    </a:lnTo>
                    <a:lnTo>
                      <a:pt x="2148982" y="1058615"/>
                    </a:lnTo>
                    <a:lnTo>
                      <a:pt x="2159521" y="1042253"/>
                    </a:lnTo>
                    <a:lnTo>
                      <a:pt x="2168939" y="1027623"/>
                    </a:lnTo>
                    <a:lnTo>
                      <a:pt x="2179311" y="1013643"/>
                    </a:lnTo>
                    <a:lnTo>
                      <a:pt x="2197751" y="997230"/>
                    </a:lnTo>
                    <a:lnTo>
                      <a:pt x="2203106" y="994281"/>
                    </a:lnTo>
                    <a:lnTo>
                      <a:pt x="2206060" y="987808"/>
                    </a:lnTo>
                    <a:lnTo>
                      <a:pt x="2217237" y="981658"/>
                    </a:lnTo>
                    <a:lnTo>
                      <a:pt x="2229551" y="975953"/>
                    </a:lnTo>
                    <a:lnTo>
                      <a:pt x="2234381" y="970602"/>
                    </a:lnTo>
                    <a:lnTo>
                      <a:pt x="2236718" y="967555"/>
                    </a:lnTo>
                    <a:lnTo>
                      <a:pt x="2270060" y="938693"/>
                    </a:lnTo>
                    <a:lnTo>
                      <a:pt x="2288996" y="925363"/>
                    </a:lnTo>
                    <a:lnTo>
                      <a:pt x="2304636" y="917943"/>
                    </a:lnTo>
                    <a:lnTo>
                      <a:pt x="2316542" y="914399"/>
                    </a:lnTo>
                    <a:lnTo>
                      <a:pt x="2324580" y="914906"/>
                    </a:lnTo>
                    <a:lnTo>
                      <a:pt x="2329152" y="91440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69" name="ph3869"/>
              <p:cNvSpPr/>
              <p:nvPr/>
            </p:nvSpPr>
            <p:spPr>
              <a:xfrm>
                <a:off x="3691075" y="1264019"/>
                <a:ext cx="972232" cy="951193"/>
              </a:xfrm>
              <a:custGeom>
                <a:avLst/>
                <a:gdLst/>
                <a:ahLst/>
                <a:cxnLst/>
                <a:rect l="0" t="0" r="0" b="0"/>
                <a:pathLst>
                  <a:path w="972232" h="951193">
                    <a:moveTo>
                      <a:pt x="914400" y="914400"/>
                    </a:moveTo>
                    <a:lnTo>
                      <a:pt x="919884" y="915086"/>
                    </a:lnTo>
                    <a:lnTo>
                      <a:pt x="924601" y="913094"/>
                    </a:lnTo>
                    <a:lnTo>
                      <a:pt x="929068" y="909069"/>
                    </a:lnTo>
                    <a:lnTo>
                      <a:pt x="939440" y="903625"/>
                    </a:lnTo>
                    <a:lnTo>
                      <a:pt x="948279" y="901244"/>
                    </a:lnTo>
                    <a:lnTo>
                      <a:pt x="951063" y="900752"/>
                    </a:lnTo>
                    <a:lnTo>
                      <a:pt x="955276" y="904572"/>
                    </a:lnTo>
                    <a:lnTo>
                      <a:pt x="963635" y="901505"/>
                    </a:lnTo>
                    <a:lnTo>
                      <a:pt x="972232" y="899784"/>
                    </a:lnTo>
                    <a:lnTo>
                      <a:pt x="935044" y="917252"/>
                    </a:lnTo>
                    <a:lnTo>
                      <a:pt x="927439" y="919218"/>
                    </a:lnTo>
                    <a:lnTo>
                      <a:pt x="916558" y="924421"/>
                    </a:lnTo>
                    <a:lnTo>
                      <a:pt x="906273" y="928108"/>
                    </a:lnTo>
                    <a:lnTo>
                      <a:pt x="898868" y="929450"/>
                    </a:lnTo>
                    <a:lnTo>
                      <a:pt x="862047" y="942416"/>
                    </a:lnTo>
                    <a:lnTo>
                      <a:pt x="859125" y="942698"/>
                    </a:lnTo>
                    <a:lnTo>
                      <a:pt x="855967" y="941433"/>
                    </a:lnTo>
                    <a:lnTo>
                      <a:pt x="825638" y="948110"/>
                    </a:lnTo>
                    <a:lnTo>
                      <a:pt x="813190" y="948863"/>
                    </a:lnTo>
                    <a:lnTo>
                      <a:pt x="801855" y="951193"/>
                    </a:lnTo>
                    <a:lnTo>
                      <a:pt x="810240" y="945816"/>
                    </a:lnTo>
                    <a:lnTo>
                      <a:pt x="810423" y="943804"/>
                    </a:lnTo>
                    <a:lnTo>
                      <a:pt x="808419" y="942232"/>
                    </a:lnTo>
                    <a:lnTo>
                      <a:pt x="803935" y="942687"/>
                    </a:lnTo>
                    <a:lnTo>
                      <a:pt x="799342" y="948223"/>
                    </a:lnTo>
                    <a:lnTo>
                      <a:pt x="792012" y="950072"/>
                    </a:lnTo>
                    <a:lnTo>
                      <a:pt x="790550" y="944044"/>
                    </a:lnTo>
                    <a:lnTo>
                      <a:pt x="792996" y="939379"/>
                    </a:lnTo>
                    <a:lnTo>
                      <a:pt x="796309" y="934955"/>
                    </a:lnTo>
                    <a:lnTo>
                      <a:pt x="803589" y="928001"/>
                    </a:lnTo>
                    <a:lnTo>
                      <a:pt x="814003" y="923592"/>
                    </a:lnTo>
                    <a:lnTo>
                      <a:pt x="819295" y="919782"/>
                    </a:lnTo>
                    <a:lnTo>
                      <a:pt x="822962" y="923136"/>
                    </a:lnTo>
                    <a:lnTo>
                      <a:pt x="823767" y="918604"/>
                    </a:lnTo>
                    <a:lnTo>
                      <a:pt x="826588" y="915987"/>
                    </a:lnTo>
                    <a:lnTo>
                      <a:pt x="829655" y="914579"/>
                    </a:lnTo>
                    <a:lnTo>
                      <a:pt x="837031" y="914543"/>
                    </a:lnTo>
                    <a:lnTo>
                      <a:pt x="841002" y="913831"/>
                    </a:lnTo>
                    <a:lnTo>
                      <a:pt x="843873" y="912326"/>
                    </a:lnTo>
                    <a:lnTo>
                      <a:pt x="846820" y="912044"/>
                    </a:lnTo>
                    <a:lnTo>
                      <a:pt x="854887" y="914097"/>
                    </a:lnTo>
                    <a:lnTo>
                      <a:pt x="862768" y="913508"/>
                    </a:lnTo>
                    <a:lnTo>
                      <a:pt x="869131" y="910671"/>
                    </a:lnTo>
                    <a:lnTo>
                      <a:pt x="875744" y="909719"/>
                    </a:lnTo>
                    <a:lnTo>
                      <a:pt x="893238" y="909079"/>
                    </a:lnTo>
                    <a:lnTo>
                      <a:pt x="910624" y="907005"/>
                    </a:lnTo>
                    <a:lnTo>
                      <a:pt x="917575" y="903318"/>
                    </a:lnTo>
                    <a:lnTo>
                      <a:pt x="932177" y="892984"/>
                    </a:lnTo>
                    <a:lnTo>
                      <a:pt x="940578" y="890101"/>
                    </a:lnTo>
                    <a:lnTo>
                      <a:pt x="927497" y="902109"/>
                    </a:lnTo>
                    <a:lnTo>
                      <a:pt x="920467" y="907614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70" name="ph3870"/>
              <p:cNvSpPr/>
              <p:nvPr/>
            </p:nvSpPr>
            <p:spPr>
              <a:xfrm>
                <a:off x="4061078" y="908315"/>
                <a:ext cx="919367" cy="921036"/>
              </a:xfrm>
              <a:custGeom>
                <a:avLst/>
                <a:gdLst/>
                <a:ahLst/>
                <a:cxnLst/>
                <a:rect l="0" t="0" r="0" b="0"/>
                <a:pathLst>
                  <a:path w="919367" h="921036">
                    <a:moveTo>
                      <a:pt x="914400" y="914399"/>
                    </a:moveTo>
                    <a:lnTo>
                      <a:pt x="908953" y="913508"/>
                    </a:lnTo>
                    <a:lnTo>
                      <a:pt x="909065" y="919044"/>
                    </a:lnTo>
                    <a:lnTo>
                      <a:pt x="908457" y="921036"/>
                    </a:lnTo>
                    <a:lnTo>
                      <a:pt x="902423" y="918189"/>
                    </a:lnTo>
                    <a:lnTo>
                      <a:pt x="900210" y="916356"/>
                    </a:lnTo>
                    <a:lnTo>
                      <a:pt x="900402" y="909023"/>
                    </a:lnTo>
                    <a:lnTo>
                      <a:pt x="905732" y="902089"/>
                    </a:lnTo>
                    <a:lnTo>
                      <a:pt x="909795" y="899349"/>
                    </a:lnTo>
                    <a:lnTo>
                      <a:pt x="915033" y="901249"/>
                    </a:lnTo>
                    <a:lnTo>
                      <a:pt x="919054" y="909012"/>
                    </a:lnTo>
                    <a:lnTo>
                      <a:pt x="919367" y="91235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71" name="ph3871"/>
              <p:cNvSpPr/>
              <p:nvPr/>
            </p:nvSpPr>
            <p:spPr>
              <a:xfrm>
                <a:off x="3549827" y="1306246"/>
                <a:ext cx="928781" cy="914399"/>
              </a:xfrm>
              <a:custGeom>
                <a:avLst/>
                <a:gdLst/>
                <a:ahLst/>
                <a:cxnLst/>
                <a:rect l="0" t="0" r="0" b="0"/>
                <a:pathLst>
                  <a:path w="928781" h="914399">
                    <a:moveTo>
                      <a:pt x="914400" y="914399"/>
                    </a:moveTo>
                    <a:lnTo>
                      <a:pt x="918471" y="904342"/>
                    </a:lnTo>
                    <a:lnTo>
                      <a:pt x="925955" y="899743"/>
                    </a:lnTo>
                    <a:lnTo>
                      <a:pt x="928664" y="900701"/>
                    </a:lnTo>
                    <a:lnTo>
                      <a:pt x="928781" y="904255"/>
                    </a:lnTo>
                    <a:lnTo>
                      <a:pt x="927730" y="907292"/>
                    </a:lnTo>
                    <a:lnTo>
                      <a:pt x="922709" y="911972"/>
                    </a:lnTo>
                    <a:lnTo>
                      <a:pt x="918475" y="913964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72" name="ph3872"/>
              <p:cNvSpPr/>
              <p:nvPr/>
            </p:nvSpPr>
            <p:spPr>
              <a:xfrm>
                <a:off x="3844316" y="1221428"/>
                <a:ext cx="937903" cy="914399"/>
              </a:xfrm>
              <a:custGeom>
                <a:avLst/>
                <a:gdLst/>
                <a:ahLst/>
                <a:cxnLst/>
                <a:rect l="0" t="0" r="0" b="0"/>
                <a:pathLst>
                  <a:path w="937903" h="914399">
                    <a:moveTo>
                      <a:pt x="914400" y="914399"/>
                    </a:moveTo>
                    <a:lnTo>
                      <a:pt x="910653" y="911091"/>
                    </a:lnTo>
                    <a:lnTo>
                      <a:pt x="916516" y="909560"/>
                    </a:lnTo>
                    <a:lnTo>
                      <a:pt x="923922" y="901700"/>
                    </a:lnTo>
                    <a:lnTo>
                      <a:pt x="928847" y="900788"/>
                    </a:lnTo>
                    <a:lnTo>
                      <a:pt x="936586" y="905238"/>
                    </a:lnTo>
                    <a:lnTo>
                      <a:pt x="937903" y="90927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73" name="ph3873"/>
              <p:cNvSpPr/>
              <p:nvPr/>
            </p:nvSpPr>
            <p:spPr>
              <a:xfrm>
                <a:off x="3801164" y="1207043"/>
                <a:ext cx="919425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19425" h="914400">
                    <a:moveTo>
                      <a:pt x="914400" y="914400"/>
                    </a:moveTo>
                    <a:lnTo>
                      <a:pt x="909678" y="913898"/>
                    </a:lnTo>
                    <a:lnTo>
                      <a:pt x="912074" y="910026"/>
                    </a:lnTo>
                    <a:lnTo>
                      <a:pt x="912987" y="904342"/>
                    </a:lnTo>
                    <a:lnTo>
                      <a:pt x="915316" y="898100"/>
                    </a:lnTo>
                    <a:lnTo>
                      <a:pt x="916658" y="896190"/>
                    </a:lnTo>
                    <a:lnTo>
                      <a:pt x="919425" y="894505"/>
                    </a:lnTo>
                    <a:lnTo>
                      <a:pt x="918625" y="91153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74" name="ph3874"/>
              <p:cNvSpPr/>
              <p:nvPr/>
            </p:nvSpPr>
            <p:spPr>
              <a:xfrm>
                <a:off x="3906637" y="1229606"/>
                <a:ext cx="920984" cy="914399"/>
              </a:xfrm>
              <a:custGeom>
                <a:avLst/>
                <a:gdLst/>
                <a:ahLst/>
                <a:cxnLst/>
                <a:rect l="0" t="0" r="0" b="0"/>
                <a:pathLst>
                  <a:path w="920984" h="914399">
                    <a:moveTo>
                      <a:pt x="914400" y="914399"/>
                    </a:moveTo>
                    <a:lnTo>
                      <a:pt x="899210" y="910533"/>
                    </a:lnTo>
                    <a:lnTo>
                      <a:pt x="911707" y="907256"/>
                    </a:lnTo>
                    <a:lnTo>
                      <a:pt x="913749" y="906114"/>
                    </a:lnTo>
                    <a:lnTo>
                      <a:pt x="915379" y="901295"/>
                    </a:lnTo>
                    <a:lnTo>
                      <a:pt x="915583" y="898878"/>
                    </a:lnTo>
                    <a:lnTo>
                      <a:pt x="920329" y="909243"/>
                    </a:lnTo>
                    <a:lnTo>
                      <a:pt x="920984" y="91271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75" name="ph3875"/>
              <p:cNvSpPr/>
              <p:nvPr/>
            </p:nvSpPr>
            <p:spPr>
              <a:xfrm>
                <a:off x="3429073" y="1797393"/>
                <a:ext cx="915687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15687" h="914400">
                    <a:moveTo>
                      <a:pt x="914400" y="914400"/>
                    </a:moveTo>
                    <a:lnTo>
                      <a:pt x="908732" y="902806"/>
                    </a:lnTo>
                    <a:lnTo>
                      <a:pt x="914562" y="906554"/>
                    </a:lnTo>
                    <a:lnTo>
                      <a:pt x="915604" y="909673"/>
                    </a:lnTo>
                    <a:lnTo>
                      <a:pt x="915687" y="912269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76" name="ph3876"/>
              <p:cNvSpPr/>
              <p:nvPr/>
            </p:nvSpPr>
            <p:spPr>
              <a:xfrm>
                <a:off x="3426727" y="1862705"/>
                <a:ext cx="933331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33331" h="914400">
                    <a:moveTo>
                      <a:pt x="914400" y="914400"/>
                    </a:moveTo>
                    <a:lnTo>
                      <a:pt x="913391" y="913483"/>
                    </a:lnTo>
                    <a:lnTo>
                      <a:pt x="926509" y="907502"/>
                    </a:lnTo>
                    <a:lnTo>
                      <a:pt x="930647" y="886434"/>
                    </a:lnTo>
                    <a:lnTo>
                      <a:pt x="931214" y="876720"/>
                    </a:lnTo>
                    <a:lnTo>
                      <a:pt x="929247" y="859595"/>
                    </a:lnTo>
                    <a:lnTo>
                      <a:pt x="929314" y="856057"/>
                    </a:lnTo>
                    <a:lnTo>
                      <a:pt x="931448" y="861577"/>
                    </a:lnTo>
                    <a:lnTo>
                      <a:pt x="933331" y="877555"/>
                    </a:lnTo>
                    <a:lnTo>
                      <a:pt x="932623" y="889671"/>
                    </a:lnTo>
                    <a:lnTo>
                      <a:pt x="928818" y="907322"/>
                    </a:lnTo>
                    <a:lnTo>
                      <a:pt x="925847" y="91154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77" name="ph3877"/>
              <p:cNvSpPr/>
              <p:nvPr/>
            </p:nvSpPr>
            <p:spPr>
              <a:xfrm>
                <a:off x="3402370" y="1872563"/>
                <a:ext cx="929910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29910" h="914400">
                    <a:moveTo>
                      <a:pt x="914400" y="914400"/>
                    </a:moveTo>
                    <a:lnTo>
                      <a:pt x="912649" y="913954"/>
                    </a:lnTo>
                    <a:lnTo>
                      <a:pt x="922826" y="908603"/>
                    </a:lnTo>
                    <a:lnTo>
                      <a:pt x="929910" y="90691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78" name="ph3878"/>
              <p:cNvSpPr/>
              <p:nvPr/>
            </p:nvSpPr>
            <p:spPr>
              <a:xfrm>
                <a:off x="3354159" y="1923675"/>
                <a:ext cx="941811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41811" h="914400">
                    <a:moveTo>
                      <a:pt x="914400" y="914400"/>
                    </a:moveTo>
                    <a:lnTo>
                      <a:pt x="922213" y="901305"/>
                    </a:lnTo>
                    <a:lnTo>
                      <a:pt x="937644" y="884698"/>
                    </a:lnTo>
                    <a:lnTo>
                      <a:pt x="941811" y="882158"/>
                    </a:lnTo>
                    <a:lnTo>
                      <a:pt x="928981" y="896343"/>
                    </a:lnTo>
                    <a:lnTo>
                      <a:pt x="916525" y="91319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79" name="ph3879"/>
              <p:cNvSpPr/>
              <p:nvPr/>
            </p:nvSpPr>
            <p:spPr>
              <a:xfrm>
                <a:off x="2880983" y="2784076"/>
                <a:ext cx="917442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17442" h="914400">
                    <a:moveTo>
                      <a:pt x="914400" y="914400"/>
                    </a:moveTo>
                    <a:lnTo>
                      <a:pt x="908245" y="912392"/>
                    </a:lnTo>
                    <a:lnTo>
                      <a:pt x="904882" y="908797"/>
                    </a:lnTo>
                    <a:lnTo>
                      <a:pt x="903431" y="901761"/>
                    </a:lnTo>
                    <a:lnTo>
                      <a:pt x="908790" y="909212"/>
                    </a:lnTo>
                    <a:lnTo>
                      <a:pt x="910712" y="910897"/>
                    </a:lnTo>
                    <a:lnTo>
                      <a:pt x="917442" y="91166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80" name="ph3880"/>
              <p:cNvSpPr/>
              <p:nvPr/>
            </p:nvSpPr>
            <p:spPr>
              <a:xfrm>
                <a:off x="2879929" y="2777147"/>
                <a:ext cx="914520" cy="914399"/>
              </a:xfrm>
              <a:custGeom>
                <a:avLst/>
                <a:gdLst/>
                <a:ahLst/>
                <a:cxnLst/>
                <a:rect l="0" t="0" r="0" b="0"/>
                <a:pathLst>
                  <a:path w="914520" h="914399">
                    <a:moveTo>
                      <a:pt x="914400" y="914399"/>
                    </a:moveTo>
                    <a:lnTo>
                      <a:pt x="910099" y="904081"/>
                    </a:lnTo>
                    <a:lnTo>
                      <a:pt x="907236" y="892677"/>
                    </a:lnTo>
                    <a:lnTo>
                      <a:pt x="911332" y="896369"/>
                    </a:lnTo>
                    <a:lnTo>
                      <a:pt x="914520" y="908239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81" name="ph3881"/>
              <p:cNvSpPr/>
              <p:nvPr/>
            </p:nvSpPr>
            <p:spPr>
              <a:xfrm>
                <a:off x="3008342" y="2938589"/>
                <a:ext cx="942007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42007" h="914400">
                    <a:moveTo>
                      <a:pt x="914400" y="914400"/>
                    </a:moveTo>
                    <a:lnTo>
                      <a:pt x="916279" y="909463"/>
                    </a:lnTo>
                    <a:lnTo>
                      <a:pt x="922892" y="898909"/>
                    </a:lnTo>
                    <a:lnTo>
                      <a:pt x="925030" y="893941"/>
                    </a:lnTo>
                    <a:lnTo>
                      <a:pt x="929497" y="890792"/>
                    </a:lnTo>
                    <a:lnTo>
                      <a:pt x="933656" y="885098"/>
                    </a:lnTo>
                    <a:lnTo>
                      <a:pt x="933969" y="878456"/>
                    </a:lnTo>
                    <a:lnTo>
                      <a:pt x="940011" y="873811"/>
                    </a:lnTo>
                    <a:lnTo>
                      <a:pt x="942007" y="873145"/>
                    </a:lnTo>
                    <a:lnTo>
                      <a:pt x="931360" y="894679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82" name="ph3882"/>
              <p:cNvSpPr/>
              <p:nvPr/>
            </p:nvSpPr>
            <p:spPr>
              <a:xfrm>
                <a:off x="2048189" y="2463265"/>
                <a:ext cx="920934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20934" h="914400">
                    <a:moveTo>
                      <a:pt x="914400" y="914400"/>
                    </a:moveTo>
                    <a:lnTo>
                      <a:pt x="900285" y="905315"/>
                    </a:lnTo>
                    <a:lnTo>
                      <a:pt x="899398" y="901413"/>
                    </a:lnTo>
                    <a:lnTo>
                      <a:pt x="906361" y="897885"/>
                    </a:lnTo>
                    <a:lnTo>
                      <a:pt x="910611" y="898197"/>
                    </a:lnTo>
                    <a:lnTo>
                      <a:pt x="917333" y="902811"/>
                    </a:lnTo>
                    <a:lnTo>
                      <a:pt x="919792" y="904096"/>
                    </a:lnTo>
                    <a:lnTo>
                      <a:pt x="920934" y="905965"/>
                    </a:lnTo>
                    <a:lnTo>
                      <a:pt x="920284" y="908889"/>
                    </a:lnTo>
                    <a:lnTo>
                      <a:pt x="917571" y="912904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83" name="ph3883"/>
              <p:cNvSpPr/>
              <p:nvPr/>
            </p:nvSpPr>
            <p:spPr>
              <a:xfrm>
                <a:off x="1603955" y="2629736"/>
                <a:ext cx="931152" cy="914399"/>
              </a:xfrm>
              <a:custGeom>
                <a:avLst/>
                <a:gdLst/>
                <a:ahLst/>
                <a:cxnLst/>
                <a:rect l="0" t="0" r="0" b="0"/>
                <a:pathLst>
                  <a:path w="931152" h="914399">
                    <a:moveTo>
                      <a:pt x="914400" y="914399"/>
                    </a:moveTo>
                    <a:lnTo>
                      <a:pt x="918529" y="905812"/>
                    </a:lnTo>
                    <a:lnTo>
                      <a:pt x="919296" y="902370"/>
                    </a:lnTo>
                    <a:lnTo>
                      <a:pt x="926068" y="891504"/>
                    </a:lnTo>
                    <a:lnTo>
                      <a:pt x="929643" y="889886"/>
                    </a:lnTo>
                    <a:lnTo>
                      <a:pt x="931152" y="894510"/>
                    </a:lnTo>
                    <a:lnTo>
                      <a:pt x="924188" y="902145"/>
                    </a:lnTo>
                    <a:lnTo>
                      <a:pt x="916250" y="91414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84" name="ph3884"/>
              <p:cNvSpPr/>
              <p:nvPr/>
            </p:nvSpPr>
            <p:spPr>
              <a:xfrm>
                <a:off x="1624003" y="2603594"/>
                <a:ext cx="948329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48329" h="914400">
                    <a:moveTo>
                      <a:pt x="914399" y="914400"/>
                    </a:moveTo>
                    <a:lnTo>
                      <a:pt x="918283" y="908736"/>
                    </a:lnTo>
                    <a:lnTo>
                      <a:pt x="924597" y="905878"/>
                    </a:lnTo>
                    <a:lnTo>
                      <a:pt x="938449" y="894996"/>
                    </a:lnTo>
                    <a:lnTo>
                      <a:pt x="944099" y="894249"/>
                    </a:lnTo>
                    <a:lnTo>
                      <a:pt x="947041" y="890500"/>
                    </a:lnTo>
                    <a:lnTo>
                      <a:pt x="948329" y="889947"/>
                    </a:lnTo>
                    <a:lnTo>
                      <a:pt x="947496" y="894541"/>
                    </a:lnTo>
                    <a:lnTo>
                      <a:pt x="936352" y="901065"/>
                    </a:lnTo>
                    <a:lnTo>
                      <a:pt x="917533" y="913964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85" name="ph3885"/>
              <p:cNvSpPr/>
              <p:nvPr/>
            </p:nvSpPr>
            <p:spPr>
              <a:xfrm>
                <a:off x="1574188" y="2698602"/>
                <a:ext cx="942074" cy="914399"/>
              </a:xfrm>
              <a:custGeom>
                <a:avLst/>
                <a:gdLst/>
                <a:ahLst/>
                <a:cxnLst/>
                <a:rect l="0" t="0" r="0" b="0"/>
                <a:pathLst>
                  <a:path w="942074" h="914399">
                    <a:moveTo>
                      <a:pt x="914399" y="914399"/>
                    </a:moveTo>
                    <a:lnTo>
                      <a:pt x="915133" y="905407"/>
                    </a:lnTo>
                    <a:lnTo>
                      <a:pt x="922063" y="884975"/>
                    </a:lnTo>
                    <a:lnTo>
                      <a:pt x="936144" y="858121"/>
                    </a:lnTo>
                    <a:lnTo>
                      <a:pt x="942074" y="853624"/>
                    </a:lnTo>
                    <a:lnTo>
                      <a:pt x="925830" y="883075"/>
                    </a:lnTo>
                    <a:lnTo>
                      <a:pt x="917062" y="908367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86" name="ph3886"/>
              <p:cNvSpPr/>
              <p:nvPr/>
            </p:nvSpPr>
            <p:spPr>
              <a:xfrm>
                <a:off x="1770069" y="2499988"/>
                <a:ext cx="941882" cy="914399"/>
              </a:xfrm>
              <a:custGeom>
                <a:avLst/>
                <a:gdLst/>
                <a:ahLst/>
                <a:cxnLst/>
                <a:rect l="0" t="0" r="0" b="0"/>
                <a:pathLst>
                  <a:path w="941882" h="914399">
                    <a:moveTo>
                      <a:pt x="914400" y="914399"/>
                    </a:moveTo>
                    <a:lnTo>
                      <a:pt x="933002" y="898269"/>
                    </a:lnTo>
                    <a:lnTo>
                      <a:pt x="936902" y="892902"/>
                    </a:lnTo>
                    <a:lnTo>
                      <a:pt x="941882" y="893137"/>
                    </a:lnTo>
                    <a:lnTo>
                      <a:pt x="933577" y="902176"/>
                    </a:lnTo>
                    <a:lnTo>
                      <a:pt x="918663" y="91339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87" name="ph3887"/>
              <p:cNvSpPr/>
              <p:nvPr/>
            </p:nvSpPr>
            <p:spPr>
              <a:xfrm>
                <a:off x="1591282" y="2817070"/>
                <a:ext cx="915579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15579" h="914400">
                    <a:moveTo>
                      <a:pt x="914399" y="914400"/>
                    </a:moveTo>
                    <a:lnTo>
                      <a:pt x="907332" y="891658"/>
                    </a:lnTo>
                    <a:lnTo>
                      <a:pt x="895830" y="840192"/>
                    </a:lnTo>
                    <a:lnTo>
                      <a:pt x="895397" y="810860"/>
                    </a:lnTo>
                    <a:lnTo>
                      <a:pt x="897206" y="800761"/>
                    </a:lnTo>
                    <a:lnTo>
                      <a:pt x="900173" y="842189"/>
                    </a:lnTo>
                    <a:lnTo>
                      <a:pt x="912887" y="894802"/>
                    </a:lnTo>
                    <a:lnTo>
                      <a:pt x="915579" y="90953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88" name="ph3888"/>
              <p:cNvSpPr/>
              <p:nvPr/>
            </p:nvSpPr>
            <p:spPr>
              <a:xfrm>
                <a:off x="3792447" y="1206818"/>
                <a:ext cx="917692" cy="914399"/>
              </a:xfrm>
              <a:custGeom>
                <a:avLst/>
                <a:gdLst/>
                <a:ahLst/>
                <a:cxnLst/>
                <a:rect l="0" t="0" r="0" b="0"/>
                <a:pathLst>
                  <a:path w="917692" h="914399">
                    <a:moveTo>
                      <a:pt x="914400" y="914399"/>
                    </a:moveTo>
                    <a:lnTo>
                      <a:pt x="913516" y="909335"/>
                    </a:lnTo>
                    <a:lnTo>
                      <a:pt x="915175" y="903512"/>
                    </a:lnTo>
                    <a:lnTo>
                      <a:pt x="916854" y="903379"/>
                    </a:lnTo>
                    <a:lnTo>
                      <a:pt x="917692" y="906477"/>
                    </a:lnTo>
                    <a:lnTo>
                      <a:pt x="916766" y="912459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89" name="ph3889"/>
              <p:cNvSpPr/>
              <p:nvPr/>
            </p:nvSpPr>
            <p:spPr>
              <a:xfrm>
                <a:off x="3548581" y="1410001"/>
                <a:ext cx="926668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26668" h="914400">
                    <a:moveTo>
                      <a:pt x="914400" y="914400"/>
                    </a:moveTo>
                    <a:lnTo>
                      <a:pt x="914170" y="911347"/>
                    </a:lnTo>
                    <a:lnTo>
                      <a:pt x="926668" y="891637"/>
                    </a:lnTo>
                    <a:lnTo>
                      <a:pt x="924409" y="89852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90" name="ph3890"/>
              <p:cNvSpPr/>
              <p:nvPr/>
            </p:nvSpPr>
            <p:spPr>
              <a:xfrm>
                <a:off x="3452310" y="1583815"/>
                <a:ext cx="938349" cy="914399"/>
              </a:xfrm>
              <a:custGeom>
                <a:avLst/>
                <a:gdLst/>
                <a:ahLst/>
                <a:cxnLst/>
                <a:rect l="0" t="0" r="0" b="0"/>
                <a:pathLst>
                  <a:path w="938349" h="914399">
                    <a:moveTo>
                      <a:pt x="914400" y="914399"/>
                    </a:moveTo>
                    <a:lnTo>
                      <a:pt x="927418" y="893399"/>
                    </a:lnTo>
                    <a:lnTo>
                      <a:pt x="934977" y="875803"/>
                    </a:lnTo>
                    <a:lnTo>
                      <a:pt x="938349" y="869720"/>
                    </a:lnTo>
                    <a:lnTo>
                      <a:pt x="935077" y="882051"/>
                    </a:lnTo>
                    <a:lnTo>
                      <a:pt x="929360" y="893388"/>
                    </a:lnTo>
                    <a:lnTo>
                      <a:pt x="918279" y="912699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91" name="ph3891"/>
              <p:cNvSpPr/>
              <p:nvPr/>
            </p:nvSpPr>
            <p:spPr>
              <a:xfrm>
                <a:off x="3350750" y="1921467"/>
                <a:ext cx="916300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16300" h="914400">
                    <a:moveTo>
                      <a:pt x="914400" y="914400"/>
                    </a:moveTo>
                    <a:lnTo>
                      <a:pt x="911045" y="913242"/>
                    </a:lnTo>
                    <a:lnTo>
                      <a:pt x="906423" y="911030"/>
                    </a:lnTo>
                    <a:lnTo>
                      <a:pt x="905402" y="909407"/>
                    </a:lnTo>
                    <a:lnTo>
                      <a:pt x="909811" y="909996"/>
                    </a:lnTo>
                    <a:lnTo>
                      <a:pt x="916300" y="914154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92" name="ph3892"/>
              <p:cNvSpPr/>
              <p:nvPr/>
            </p:nvSpPr>
            <p:spPr>
              <a:xfrm>
                <a:off x="2941412" y="2972602"/>
                <a:ext cx="918238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18238" h="914400">
                    <a:moveTo>
                      <a:pt x="914400" y="914400"/>
                    </a:moveTo>
                    <a:lnTo>
                      <a:pt x="913183" y="913734"/>
                    </a:lnTo>
                    <a:lnTo>
                      <a:pt x="913183" y="910590"/>
                    </a:lnTo>
                    <a:lnTo>
                      <a:pt x="909545" y="903630"/>
                    </a:lnTo>
                    <a:lnTo>
                      <a:pt x="909682" y="901807"/>
                    </a:lnTo>
                    <a:lnTo>
                      <a:pt x="918025" y="908618"/>
                    </a:lnTo>
                    <a:lnTo>
                      <a:pt x="918238" y="910446"/>
                    </a:lnTo>
                    <a:lnTo>
                      <a:pt x="916958" y="912244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93" name="ph3893"/>
              <p:cNvSpPr/>
              <p:nvPr/>
            </p:nvSpPr>
            <p:spPr>
              <a:xfrm>
                <a:off x="2985489" y="2954382"/>
                <a:ext cx="919788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19788" h="914400">
                    <a:moveTo>
                      <a:pt x="914400" y="914400"/>
                    </a:moveTo>
                    <a:lnTo>
                      <a:pt x="915208" y="912909"/>
                    </a:lnTo>
                    <a:lnTo>
                      <a:pt x="918575" y="909929"/>
                    </a:lnTo>
                    <a:lnTo>
                      <a:pt x="919788" y="911086"/>
                    </a:lnTo>
                    <a:lnTo>
                      <a:pt x="919654" y="912576"/>
                    </a:lnTo>
                    <a:lnTo>
                      <a:pt x="916016" y="91440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94" name="ph3894"/>
              <p:cNvSpPr/>
              <p:nvPr/>
            </p:nvSpPr>
            <p:spPr>
              <a:xfrm>
                <a:off x="3001124" y="2944442"/>
                <a:ext cx="918713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18713" h="914400">
                    <a:moveTo>
                      <a:pt x="914399" y="914400"/>
                    </a:moveTo>
                    <a:lnTo>
                      <a:pt x="917767" y="909924"/>
                    </a:lnTo>
                    <a:lnTo>
                      <a:pt x="918713" y="910257"/>
                    </a:lnTo>
                    <a:lnTo>
                      <a:pt x="916691" y="91390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95" name="ph3895"/>
              <p:cNvSpPr/>
              <p:nvPr/>
            </p:nvSpPr>
            <p:spPr>
              <a:xfrm>
                <a:off x="2964865" y="2965976"/>
                <a:ext cx="928014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28014" h="914400">
                    <a:moveTo>
                      <a:pt x="914399" y="914400"/>
                    </a:moveTo>
                    <a:lnTo>
                      <a:pt x="910357" y="912576"/>
                    </a:lnTo>
                    <a:lnTo>
                      <a:pt x="914804" y="910093"/>
                    </a:lnTo>
                    <a:lnTo>
                      <a:pt x="928014" y="907440"/>
                    </a:lnTo>
                    <a:lnTo>
                      <a:pt x="923026" y="910753"/>
                    </a:lnTo>
                    <a:lnTo>
                      <a:pt x="918308" y="91191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96" name="ph3896"/>
              <p:cNvSpPr/>
              <p:nvPr/>
            </p:nvSpPr>
            <p:spPr>
              <a:xfrm>
                <a:off x="2932990" y="2333082"/>
                <a:ext cx="918196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18196" h="914400">
                    <a:moveTo>
                      <a:pt x="914400" y="914400"/>
                    </a:moveTo>
                    <a:lnTo>
                      <a:pt x="912758" y="905351"/>
                    </a:lnTo>
                    <a:lnTo>
                      <a:pt x="912595" y="896563"/>
                    </a:lnTo>
                    <a:lnTo>
                      <a:pt x="915470" y="891366"/>
                    </a:lnTo>
                    <a:lnTo>
                      <a:pt x="918196" y="88884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97" name="ph3897"/>
              <p:cNvSpPr/>
              <p:nvPr/>
            </p:nvSpPr>
            <p:spPr>
              <a:xfrm>
                <a:off x="2918651" y="2976786"/>
                <a:ext cx="922921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22921" h="914400">
                    <a:moveTo>
                      <a:pt x="914400" y="914400"/>
                    </a:moveTo>
                    <a:lnTo>
                      <a:pt x="918858" y="910272"/>
                    </a:lnTo>
                    <a:lnTo>
                      <a:pt x="920304" y="904004"/>
                    </a:lnTo>
                    <a:lnTo>
                      <a:pt x="922921" y="908900"/>
                    </a:lnTo>
                    <a:lnTo>
                      <a:pt x="922871" y="911870"/>
                    </a:lnTo>
                    <a:lnTo>
                      <a:pt x="919929" y="91336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98" name="ph3898"/>
              <p:cNvSpPr/>
              <p:nvPr/>
            </p:nvSpPr>
            <p:spPr>
              <a:xfrm>
                <a:off x="3043338" y="2702561"/>
                <a:ext cx="914400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14400" h="914400">
                    <a:moveTo>
                      <a:pt x="914400" y="914400"/>
                    </a:moveTo>
                    <a:lnTo>
                      <a:pt x="906553" y="896487"/>
                    </a:lnTo>
                    <a:lnTo>
                      <a:pt x="896855" y="868398"/>
                    </a:lnTo>
                    <a:lnTo>
                      <a:pt x="891663" y="846675"/>
                    </a:lnTo>
                    <a:lnTo>
                      <a:pt x="895176" y="852549"/>
                    </a:lnTo>
                    <a:lnTo>
                      <a:pt x="898610" y="864706"/>
                    </a:lnTo>
                    <a:lnTo>
                      <a:pt x="913012" y="906677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99" name="ph3899"/>
              <p:cNvSpPr/>
              <p:nvPr/>
            </p:nvSpPr>
            <p:spPr>
              <a:xfrm>
                <a:off x="2903482" y="2981789"/>
                <a:ext cx="920421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20421" h="914400">
                    <a:moveTo>
                      <a:pt x="914400" y="914400"/>
                    </a:moveTo>
                    <a:lnTo>
                      <a:pt x="914212" y="912776"/>
                    </a:lnTo>
                    <a:lnTo>
                      <a:pt x="917946" y="910794"/>
                    </a:lnTo>
                    <a:lnTo>
                      <a:pt x="920421" y="910928"/>
                    </a:lnTo>
                    <a:lnTo>
                      <a:pt x="920329" y="913124"/>
                    </a:lnTo>
                    <a:lnTo>
                      <a:pt x="916566" y="914164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00" name="ph3900"/>
              <p:cNvSpPr/>
              <p:nvPr/>
            </p:nvSpPr>
            <p:spPr>
              <a:xfrm>
                <a:off x="2294601" y="2445040"/>
                <a:ext cx="920454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20454" h="914400">
                    <a:moveTo>
                      <a:pt x="914400" y="914400"/>
                    </a:moveTo>
                    <a:lnTo>
                      <a:pt x="914612" y="912305"/>
                    </a:lnTo>
                    <a:lnTo>
                      <a:pt x="918021" y="906810"/>
                    </a:lnTo>
                    <a:lnTo>
                      <a:pt x="920454" y="904675"/>
                    </a:lnTo>
                    <a:lnTo>
                      <a:pt x="919033" y="90891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01" name="ph3901"/>
              <p:cNvSpPr/>
              <p:nvPr/>
            </p:nvSpPr>
            <p:spPr>
              <a:xfrm>
                <a:off x="2326430" y="2387932"/>
                <a:ext cx="915470" cy="914399"/>
              </a:xfrm>
              <a:custGeom>
                <a:avLst/>
                <a:gdLst/>
                <a:ahLst/>
                <a:cxnLst/>
                <a:rect l="0" t="0" r="0" b="0"/>
                <a:pathLst>
                  <a:path w="915470" h="914399">
                    <a:moveTo>
                      <a:pt x="914400" y="914399"/>
                    </a:moveTo>
                    <a:lnTo>
                      <a:pt x="906840" y="912218"/>
                    </a:lnTo>
                    <a:lnTo>
                      <a:pt x="902244" y="910190"/>
                    </a:lnTo>
                    <a:lnTo>
                      <a:pt x="901410" y="908162"/>
                    </a:lnTo>
                    <a:lnTo>
                      <a:pt x="914116" y="911844"/>
                    </a:lnTo>
                    <a:lnTo>
                      <a:pt x="915470" y="91323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02" name="ph3902"/>
              <p:cNvSpPr/>
              <p:nvPr/>
            </p:nvSpPr>
            <p:spPr>
              <a:xfrm>
                <a:off x="2361535" y="2385192"/>
                <a:ext cx="921909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21909" h="914400">
                    <a:moveTo>
                      <a:pt x="914399" y="914400"/>
                    </a:moveTo>
                    <a:lnTo>
                      <a:pt x="903269" y="914190"/>
                    </a:lnTo>
                    <a:lnTo>
                      <a:pt x="901006" y="913401"/>
                    </a:lnTo>
                    <a:lnTo>
                      <a:pt x="905473" y="911900"/>
                    </a:lnTo>
                    <a:lnTo>
                      <a:pt x="918663" y="909908"/>
                    </a:lnTo>
                    <a:lnTo>
                      <a:pt x="921909" y="912151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03" name="ph3903"/>
              <p:cNvSpPr/>
              <p:nvPr/>
            </p:nvSpPr>
            <p:spPr>
              <a:xfrm>
                <a:off x="2270973" y="2405466"/>
                <a:ext cx="917454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17454" h="914400">
                    <a:moveTo>
                      <a:pt x="914400" y="914400"/>
                    </a:moveTo>
                    <a:lnTo>
                      <a:pt x="910220" y="911972"/>
                    </a:lnTo>
                    <a:lnTo>
                      <a:pt x="904027" y="911752"/>
                    </a:lnTo>
                    <a:lnTo>
                      <a:pt x="906753" y="910088"/>
                    </a:lnTo>
                    <a:lnTo>
                      <a:pt x="908665" y="908464"/>
                    </a:lnTo>
                    <a:lnTo>
                      <a:pt x="909620" y="906718"/>
                    </a:lnTo>
                    <a:lnTo>
                      <a:pt x="917454" y="900655"/>
                    </a:lnTo>
                    <a:lnTo>
                      <a:pt x="915233" y="905105"/>
                    </a:lnTo>
                    <a:lnTo>
                      <a:pt x="914099" y="909524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04" name="ph3904"/>
              <p:cNvSpPr/>
              <p:nvPr/>
            </p:nvSpPr>
            <p:spPr>
              <a:xfrm>
                <a:off x="2302106" y="2432914"/>
                <a:ext cx="918075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18075" h="914400">
                    <a:moveTo>
                      <a:pt x="914400" y="914400"/>
                    </a:moveTo>
                    <a:lnTo>
                      <a:pt x="916762" y="898407"/>
                    </a:lnTo>
                    <a:lnTo>
                      <a:pt x="913441" y="884944"/>
                    </a:lnTo>
                    <a:lnTo>
                      <a:pt x="916942" y="890854"/>
                    </a:lnTo>
                    <a:lnTo>
                      <a:pt x="918075" y="897885"/>
                    </a:lnTo>
                    <a:lnTo>
                      <a:pt x="916808" y="911061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05" name="ph3905"/>
              <p:cNvSpPr/>
              <p:nvPr/>
            </p:nvSpPr>
            <p:spPr>
              <a:xfrm>
                <a:off x="2630463" y="2450663"/>
                <a:ext cx="937536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37536" h="914400">
                    <a:moveTo>
                      <a:pt x="914400" y="914400"/>
                    </a:moveTo>
                    <a:lnTo>
                      <a:pt x="905140" y="911655"/>
                    </a:lnTo>
                    <a:lnTo>
                      <a:pt x="910895" y="911132"/>
                    </a:lnTo>
                    <a:lnTo>
                      <a:pt x="915058" y="912244"/>
                    </a:lnTo>
                    <a:lnTo>
                      <a:pt x="925601" y="906846"/>
                    </a:lnTo>
                    <a:lnTo>
                      <a:pt x="931131" y="902760"/>
                    </a:lnTo>
                    <a:lnTo>
                      <a:pt x="937536" y="901208"/>
                    </a:lnTo>
                    <a:lnTo>
                      <a:pt x="922963" y="91062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06" name="ph3906"/>
              <p:cNvSpPr/>
              <p:nvPr/>
            </p:nvSpPr>
            <p:spPr>
              <a:xfrm>
                <a:off x="4025599" y="922653"/>
                <a:ext cx="917642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17642" h="914400">
                    <a:moveTo>
                      <a:pt x="914400" y="914400"/>
                    </a:moveTo>
                    <a:lnTo>
                      <a:pt x="910941" y="913729"/>
                    </a:lnTo>
                    <a:lnTo>
                      <a:pt x="910828" y="908557"/>
                    </a:lnTo>
                    <a:lnTo>
                      <a:pt x="911874" y="906800"/>
                    </a:lnTo>
                    <a:lnTo>
                      <a:pt x="913070" y="906017"/>
                    </a:lnTo>
                    <a:lnTo>
                      <a:pt x="914845" y="907471"/>
                    </a:lnTo>
                    <a:lnTo>
                      <a:pt x="917642" y="91232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07" name="ph3907"/>
              <p:cNvSpPr/>
              <p:nvPr/>
            </p:nvSpPr>
            <p:spPr>
              <a:xfrm>
                <a:off x="1181082" y="2430835"/>
                <a:ext cx="1327867" cy="1522232"/>
              </a:xfrm>
              <a:custGeom>
                <a:avLst/>
                <a:gdLst/>
                <a:ahLst/>
                <a:cxnLst/>
                <a:rect l="0" t="0" r="0" b="0"/>
                <a:pathLst>
                  <a:path w="1327867" h="1522232">
                    <a:moveTo>
                      <a:pt x="914400" y="914400"/>
                    </a:moveTo>
                    <a:lnTo>
                      <a:pt x="934761" y="915787"/>
                    </a:lnTo>
                    <a:lnTo>
                      <a:pt x="946770" y="915316"/>
                    </a:lnTo>
                    <a:lnTo>
                      <a:pt x="950433" y="912981"/>
                    </a:lnTo>
                    <a:lnTo>
                      <a:pt x="952338" y="913104"/>
                    </a:lnTo>
                    <a:lnTo>
                      <a:pt x="952488" y="915675"/>
                    </a:lnTo>
                    <a:lnTo>
                      <a:pt x="955505" y="916765"/>
                    </a:lnTo>
                    <a:lnTo>
                      <a:pt x="961385" y="916376"/>
                    </a:lnTo>
                    <a:lnTo>
                      <a:pt x="966506" y="919971"/>
                    </a:lnTo>
                    <a:lnTo>
                      <a:pt x="973066" y="931350"/>
                    </a:lnTo>
                    <a:lnTo>
                      <a:pt x="995673" y="949575"/>
                    </a:lnTo>
                    <a:lnTo>
                      <a:pt x="997577" y="955828"/>
                    </a:lnTo>
                    <a:lnTo>
                      <a:pt x="1005445" y="964846"/>
                    </a:lnTo>
                    <a:lnTo>
                      <a:pt x="1019914" y="978708"/>
                    </a:lnTo>
                    <a:lnTo>
                      <a:pt x="1028102" y="990660"/>
                    </a:lnTo>
                    <a:lnTo>
                      <a:pt x="1030007" y="1000702"/>
                    </a:lnTo>
                    <a:lnTo>
                      <a:pt x="1037399" y="1016587"/>
                    </a:lnTo>
                    <a:lnTo>
                      <a:pt x="1050268" y="1038310"/>
                    </a:lnTo>
                    <a:lnTo>
                      <a:pt x="1056002" y="1050022"/>
                    </a:lnTo>
                    <a:lnTo>
                      <a:pt x="1054602" y="1051712"/>
                    </a:lnTo>
                    <a:lnTo>
                      <a:pt x="1055614" y="1057826"/>
                    </a:lnTo>
                    <a:lnTo>
                      <a:pt x="1059048" y="1068360"/>
                    </a:lnTo>
                    <a:lnTo>
                      <a:pt x="1065428" y="1077280"/>
                    </a:lnTo>
                    <a:lnTo>
                      <a:pt x="1074758" y="1084588"/>
                    </a:lnTo>
                    <a:lnTo>
                      <a:pt x="1084193" y="1097708"/>
                    </a:lnTo>
                    <a:lnTo>
                      <a:pt x="1093732" y="1116645"/>
                    </a:lnTo>
                    <a:lnTo>
                      <a:pt x="1105287" y="1131050"/>
                    </a:lnTo>
                    <a:lnTo>
                      <a:pt x="1118852" y="1140913"/>
                    </a:lnTo>
                    <a:lnTo>
                      <a:pt x="1126532" y="1150095"/>
                    </a:lnTo>
                    <a:lnTo>
                      <a:pt x="1128328" y="1158585"/>
                    </a:lnTo>
                    <a:lnTo>
                      <a:pt x="1128195" y="1165857"/>
                    </a:lnTo>
                    <a:lnTo>
                      <a:pt x="1126128" y="1171910"/>
                    </a:lnTo>
                    <a:lnTo>
                      <a:pt x="1127003" y="1177661"/>
                    </a:lnTo>
                    <a:lnTo>
                      <a:pt x="1130816" y="1183094"/>
                    </a:lnTo>
                    <a:lnTo>
                      <a:pt x="1132087" y="1189761"/>
                    </a:lnTo>
                    <a:lnTo>
                      <a:pt x="1130595" y="1199035"/>
                    </a:lnTo>
                    <a:lnTo>
                      <a:pt x="1130699" y="1201662"/>
                    </a:lnTo>
                    <a:lnTo>
                      <a:pt x="1131803" y="1203757"/>
                    </a:lnTo>
                    <a:lnTo>
                      <a:pt x="1143847" y="1219693"/>
                    </a:lnTo>
                    <a:lnTo>
                      <a:pt x="1150035" y="1232572"/>
                    </a:lnTo>
                    <a:lnTo>
                      <a:pt x="1154948" y="1253128"/>
                    </a:lnTo>
                    <a:lnTo>
                      <a:pt x="1154973" y="1253312"/>
                    </a:lnTo>
                    <a:lnTo>
                      <a:pt x="1160461" y="1265607"/>
                    </a:lnTo>
                    <a:lnTo>
                      <a:pt x="1168354" y="1270636"/>
                    </a:lnTo>
                    <a:lnTo>
                      <a:pt x="1180481" y="1272495"/>
                    </a:lnTo>
                    <a:lnTo>
                      <a:pt x="1189695" y="1276776"/>
                    </a:lnTo>
                    <a:lnTo>
                      <a:pt x="1195995" y="1283484"/>
                    </a:lnTo>
                    <a:lnTo>
                      <a:pt x="1203942" y="1287535"/>
                    </a:lnTo>
                    <a:lnTo>
                      <a:pt x="1213535" y="1288928"/>
                    </a:lnTo>
                    <a:lnTo>
                      <a:pt x="1222732" y="1293352"/>
                    </a:lnTo>
                    <a:lnTo>
                      <a:pt x="1231529" y="1300819"/>
                    </a:lnTo>
                    <a:lnTo>
                      <a:pt x="1247936" y="1305719"/>
                    </a:lnTo>
                    <a:lnTo>
                      <a:pt x="1271951" y="1308070"/>
                    </a:lnTo>
                    <a:lnTo>
                      <a:pt x="1290229" y="1314138"/>
                    </a:lnTo>
                    <a:lnTo>
                      <a:pt x="1302772" y="1323929"/>
                    </a:lnTo>
                    <a:lnTo>
                      <a:pt x="1308290" y="1325921"/>
                    </a:lnTo>
                    <a:lnTo>
                      <a:pt x="1309781" y="1326060"/>
                    </a:lnTo>
                    <a:lnTo>
                      <a:pt x="1310498" y="1324564"/>
                    </a:lnTo>
                    <a:lnTo>
                      <a:pt x="1311444" y="1321794"/>
                    </a:lnTo>
                    <a:lnTo>
                      <a:pt x="1316299" y="1318604"/>
                    </a:lnTo>
                    <a:lnTo>
                      <a:pt x="1327867" y="1316519"/>
                    </a:lnTo>
                    <a:lnTo>
                      <a:pt x="1326313" y="1338181"/>
                    </a:lnTo>
                    <a:lnTo>
                      <a:pt x="1321154" y="1355956"/>
                    </a:lnTo>
                    <a:lnTo>
                      <a:pt x="1304156" y="1392908"/>
                    </a:lnTo>
                    <a:lnTo>
                      <a:pt x="1297071" y="1415829"/>
                    </a:lnTo>
                    <a:lnTo>
                      <a:pt x="1283365" y="1481331"/>
                    </a:lnTo>
                    <a:lnTo>
                      <a:pt x="1279352" y="1522232"/>
                    </a:lnTo>
                    <a:lnTo>
                      <a:pt x="913624" y="1522232"/>
                    </a:lnTo>
                    <a:lnTo>
                      <a:pt x="913624" y="91423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08" name="ph3908"/>
              <p:cNvSpPr/>
              <p:nvPr/>
            </p:nvSpPr>
            <p:spPr>
              <a:xfrm>
                <a:off x="3525088" y="625809"/>
                <a:ext cx="1225044" cy="1473583"/>
              </a:xfrm>
              <a:custGeom>
                <a:avLst/>
                <a:gdLst/>
                <a:ahLst/>
                <a:cxnLst/>
                <a:rect l="0" t="0" r="0" b="0"/>
                <a:pathLst>
                  <a:path w="1225044" h="1473583">
                    <a:moveTo>
                      <a:pt x="1217634" y="914400"/>
                    </a:moveTo>
                    <a:lnTo>
                      <a:pt x="1205437" y="922972"/>
                    </a:lnTo>
                    <a:lnTo>
                      <a:pt x="1192452" y="936501"/>
                    </a:lnTo>
                    <a:lnTo>
                      <a:pt x="1161985" y="946733"/>
                    </a:lnTo>
                    <a:lnTo>
                      <a:pt x="1150675" y="949334"/>
                    </a:lnTo>
                    <a:lnTo>
                      <a:pt x="1140236" y="947947"/>
                    </a:lnTo>
                    <a:lnTo>
                      <a:pt x="1127531" y="956273"/>
                    </a:lnTo>
                    <a:lnTo>
                      <a:pt x="1112495" y="961363"/>
                    </a:lnTo>
                    <a:lnTo>
                      <a:pt x="1108057" y="969106"/>
                    </a:lnTo>
                    <a:lnTo>
                      <a:pt x="1071915" y="989846"/>
                    </a:lnTo>
                    <a:lnTo>
                      <a:pt x="1058042" y="992458"/>
                    </a:lnTo>
                    <a:lnTo>
                      <a:pt x="1046236" y="997983"/>
                    </a:lnTo>
                    <a:lnTo>
                      <a:pt x="1042744" y="1007365"/>
                    </a:lnTo>
                    <a:lnTo>
                      <a:pt x="1032205" y="1013023"/>
                    </a:lnTo>
                    <a:lnTo>
                      <a:pt x="1029280" y="1017356"/>
                    </a:lnTo>
                    <a:lnTo>
                      <a:pt x="1020416" y="1030480"/>
                    </a:lnTo>
                    <a:lnTo>
                      <a:pt x="1003939" y="1047431"/>
                    </a:lnTo>
                    <a:lnTo>
                      <a:pt x="983861" y="1050268"/>
                    </a:lnTo>
                    <a:lnTo>
                      <a:pt x="976523" y="1056167"/>
                    </a:lnTo>
                    <a:lnTo>
                      <a:pt x="968026" y="1065687"/>
                    </a:lnTo>
                    <a:lnTo>
                      <a:pt x="956041" y="1072221"/>
                    </a:lnTo>
                    <a:lnTo>
                      <a:pt x="932380" y="1069159"/>
                    </a:lnTo>
                    <a:lnTo>
                      <a:pt x="938134" y="1073163"/>
                    </a:lnTo>
                    <a:lnTo>
                      <a:pt x="959304" y="1079406"/>
                    </a:lnTo>
                    <a:lnTo>
                      <a:pt x="961504" y="1088659"/>
                    </a:lnTo>
                    <a:lnTo>
                      <a:pt x="950899" y="1090871"/>
                    </a:lnTo>
                    <a:lnTo>
                      <a:pt x="928692" y="1103208"/>
                    </a:lnTo>
                    <a:lnTo>
                      <a:pt x="898771" y="1124449"/>
                    </a:lnTo>
                    <a:lnTo>
                      <a:pt x="894199" y="1124951"/>
                    </a:lnTo>
                    <a:lnTo>
                      <a:pt x="886161" y="1124444"/>
                    </a:lnTo>
                    <a:lnTo>
                      <a:pt x="874255" y="1127988"/>
                    </a:lnTo>
                    <a:lnTo>
                      <a:pt x="858616" y="1135408"/>
                    </a:lnTo>
                    <a:lnTo>
                      <a:pt x="839680" y="1148738"/>
                    </a:lnTo>
                    <a:lnTo>
                      <a:pt x="806338" y="1177599"/>
                    </a:lnTo>
                    <a:lnTo>
                      <a:pt x="804000" y="1180646"/>
                    </a:lnTo>
                    <a:lnTo>
                      <a:pt x="799170" y="1185998"/>
                    </a:lnTo>
                    <a:lnTo>
                      <a:pt x="786856" y="1191702"/>
                    </a:lnTo>
                    <a:lnTo>
                      <a:pt x="775679" y="1197852"/>
                    </a:lnTo>
                    <a:lnTo>
                      <a:pt x="772725" y="1204325"/>
                    </a:lnTo>
                    <a:lnTo>
                      <a:pt x="767370" y="1207275"/>
                    </a:lnTo>
                    <a:lnTo>
                      <a:pt x="748930" y="1223687"/>
                    </a:lnTo>
                    <a:lnTo>
                      <a:pt x="738558" y="1237668"/>
                    </a:lnTo>
                    <a:lnTo>
                      <a:pt x="729140" y="1252298"/>
                    </a:lnTo>
                    <a:lnTo>
                      <a:pt x="718601" y="1268659"/>
                    </a:lnTo>
                    <a:lnTo>
                      <a:pt x="696977" y="1268864"/>
                    </a:lnTo>
                    <a:lnTo>
                      <a:pt x="680475" y="1268798"/>
                    </a:lnTo>
                    <a:lnTo>
                      <a:pt x="652326" y="1268680"/>
                    </a:lnTo>
                    <a:lnTo>
                      <a:pt x="628197" y="1268583"/>
                    </a:lnTo>
                    <a:lnTo>
                      <a:pt x="599560" y="1268465"/>
                    </a:lnTo>
                    <a:lnTo>
                      <a:pt x="578782" y="1268378"/>
                    </a:lnTo>
                    <a:lnTo>
                      <a:pt x="556409" y="1269064"/>
                    </a:lnTo>
                    <a:lnTo>
                      <a:pt x="545728" y="1273427"/>
                    </a:lnTo>
                    <a:lnTo>
                      <a:pt x="532335" y="1279321"/>
                    </a:lnTo>
                    <a:lnTo>
                      <a:pt x="517878" y="1285676"/>
                    </a:lnTo>
                    <a:lnTo>
                      <a:pt x="525459" y="1299851"/>
                    </a:lnTo>
                    <a:lnTo>
                      <a:pt x="527492" y="1305443"/>
                    </a:lnTo>
                    <a:lnTo>
                      <a:pt x="526909" y="1323479"/>
                    </a:lnTo>
                    <a:lnTo>
                      <a:pt x="528451" y="1325450"/>
                    </a:lnTo>
                    <a:lnTo>
                      <a:pt x="530068" y="1328129"/>
                    </a:lnTo>
                    <a:lnTo>
                      <a:pt x="530313" y="1332789"/>
                    </a:lnTo>
                    <a:lnTo>
                      <a:pt x="531551" y="1334919"/>
                    </a:lnTo>
                    <a:lnTo>
                      <a:pt x="534189" y="1336639"/>
                    </a:lnTo>
                    <a:lnTo>
                      <a:pt x="537156" y="1338662"/>
                    </a:lnTo>
                    <a:lnTo>
                      <a:pt x="539302" y="1341402"/>
                    </a:lnTo>
                    <a:lnTo>
                      <a:pt x="539794" y="1344137"/>
                    </a:lnTo>
                    <a:lnTo>
                      <a:pt x="537731" y="1348899"/>
                    </a:lnTo>
                    <a:lnTo>
                      <a:pt x="529413" y="1355336"/>
                    </a:lnTo>
                    <a:lnTo>
                      <a:pt x="517720" y="1360979"/>
                    </a:lnTo>
                    <a:lnTo>
                      <a:pt x="494463" y="1371160"/>
                    </a:lnTo>
                    <a:lnTo>
                      <a:pt x="467513" y="1382958"/>
                    </a:lnTo>
                    <a:lnTo>
                      <a:pt x="444152" y="1393185"/>
                    </a:lnTo>
                    <a:lnTo>
                      <a:pt x="426075" y="1401096"/>
                    </a:lnTo>
                    <a:lnTo>
                      <a:pt x="388945" y="1408046"/>
                    </a:lnTo>
                    <a:lnTo>
                      <a:pt x="359449" y="1413561"/>
                    </a:lnTo>
                    <a:lnTo>
                      <a:pt x="338163" y="1417545"/>
                    </a:lnTo>
                    <a:lnTo>
                      <a:pt x="318560" y="1428632"/>
                    </a:lnTo>
                    <a:lnTo>
                      <a:pt x="296916" y="1440865"/>
                    </a:lnTo>
                    <a:lnTo>
                      <a:pt x="278717" y="1451153"/>
                    </a:lnTo>
                    <a:lnTo>
                      <a:pt x="258306" y="1462691"/>
                    </a:lnTo>
                    <a:lnTo>
                      <a:pt x="239041" y="1473583"/>
                    </a:lnTo>
                    <a:lnTo>
                      <a:pt x="217622" y="1473547"/>
                    </a:lnTo>
                    <a:lnTo>
                      <a:pt x="202586" y="1465384"/>
                    </a:lnTo>
                    <a:lnTo>
                      <a:pt x="188610" y="1457002"/>
                    </a:lnTo>
                    <a:lnTo>
                      <a:pt x="179054" y="1442013"/>
                    </a:lnTo>
                    <a:lnTo>
                      <a:pt x="178396" y="1424596"/>
                    </a:lnTo>
                    <a:lnTo>
                      <a:pt x="181821" y="1413192"/>
                    </a:lnTo>
                    <a:lnTo>
                      <a:pt x="184926" y="1407989"/>
                    </a:lnTo>
                    <a:lnTo>
                      <a:pt x="190851" y="1404691"/>
                    </a:lnTo>
                    <a:lnTo>
                      <a:pt x="202453" y="1399084"/>
                    </a:lnTo>
                    <a:lnTo>
                      <a:pt x="213000" y="1387731"/>
                    </a:lnTo>
                    <a:lnTo>
                      <a:pt x="221456" y="1380956"/>
                    </a:lnTo>
                    <a:lnTo>
                      <a:pt x="229973" y="1373966"/>
                    </a:lnTo>
                    <a:lnTo>
                      <a:pt x="234837" y="1361927"/>
                    </a:lnTo>
                    <a:lnTo>
                      <a:pt x="240904" y="1332783"/>
                    </a:lnTo>
                    <a:lnTo>
                      <a:pt x="241675" y="1326987"/>
                    </a:lnTo>
                    <a:lnTo>
                      <a:pt x="250501" y="1307000"/>
                    </a:lnTo>
                    <a:lnTo>
                      <a:pt x="260265" y="1284888"/>
                    </a:lnTo>
                    <a:lnTo>
                      <a:pt x="264749" y="1274733"/>
                    </a:lnTo>
                    <a:lnTo>
                      <a:pt x="259736" y="1248375"/>
                    </a:lnTo>
                    <a:lnTo>
                      <a:pt x="255964" y="1228122"/>
                    </a:lnTo>
                    <a:lnTo>
                      <a:pt x="252510" y="1209569"/>
                    </a:lnTo>
                    <a:lnTo>
                      <a:pt x="248622" y="1188666"/>
                    </a:lnTo>
                    <a:lnTo>
                      <a:pt x="245084" y="1169636"/>
                    </a:lnTo>
                    <a:lnTo>
                      <a:pt x="241746" y="1151708"/>
                    </a:lnTo>
                    <a:lnTo>
                      <a:pt x="238399" y="1133713"/>
                    </a:lnTo>
                    <a:lnTo>
                      <a:pt x="235116" y="1116071"/>
                    </a:lnTo>
                    <a:lnTo>
                      <a:pt x="232540" y="1103418"/>
                    </a:lnTo>
                    <a:lnTo>
                      <a:pt x="229482" y="1088424"/>
                    </a:lnTo>
                    <a:lnTo>
                      <a:pt x="211617" y="1077900"/>
                    </a:lnTo>
                    <a:lnTo>
                      <a:pt x="198052" y="1070531"/>
                    </a:lnTo>
                    <a:lnTo>
                      <a:pt x="175866" y="1058492"/>
                    </a:lnTo>
                    <a:lnTo>
                      <a:pt x="157260" y="1048393"/>
                    </a:lnTo>
                    <a:lnTo>
                      <a:pt x="140586" y="1039155"/>
                    </a:lnTo>
                    <a:lnTo>
                      <a:pt x="151100" y="1020536"/>
                    </a:lnTo>
                    <a:lnTo>
                      <a:pt x="150192" y="1017489"/>
                    </a:lnTo>
                    <a:lnTo>
                      <a:pt x="146383" y="1013822"/>
                    </a:lnTo>
                    <a:lnTo>
                      <a:pt x="138599" y="1007723"/>
                    </a:lnTo>
                    <a:lnTo>
                      <a:pt x="134048" y="1007103"/>
                    </a:lnTo>
                    <a:lnTo>
                      <a:pt x="126035" y="1008537"/>
                    </a:lnTo>
                    <a:lnTo>
                      <a:pt x="113245" y="1012332"/>
                    </a:lnTo>
                    <a:lnTo>
                      <a:pt x="107720" y="1011072"/>
                    </a:lnTo>
                    <a:lnTo>
                      <a:pt x="103331" y="1004558"/>
                    </a:lnTo>
                    <a:lnTo>
                      <a:pt x="98281" y="996221"/>
                    </a:lnTo>
                    <a:lnTo>
                      <a:pt x="96626" y="989708"/>
                    </a:lnTo>
                    <a:lnTo>
                      <a:pt x="95993" y="981089"/>
                    </a:lnTo>
                    <a:lnTo>
                      <a:pt x="92980" y="973331"/>
                    </a:lnTo>
                    <a:lnTo>
                      <a:pt x="94889" y="969260"/>
                    </a:lnTo>
                    <a:lnTo>
                      <a:pt x="95310" y="967232"/>
                    </a:lnTo>
                    <a:lnTo>
                      <a:pt x="95139" y="964682"/>
                    </a:lnTo>
                    <a:lnTo>
                      <a:pt x="93068" y="963053"/>
                    </a:lnTo>
                    <a:lnTo>
                      <a:pt x="89421" y="962342"/>
                    </a:lnTo>
                    <a:lnTo>
                      <a:pt x="77086" y="965598"/>
                    </a:lnTo>
                    <a:lnTo>
                      <a:pt x="71540" y="965901"/>
                    </a:lnTo>
                    <a:lnTo>
                      <a:pt x="68231" y="967734"/>
                    </a:lnTo>
                    <a:lnTo>
                      <a:pt x="63018" y="971539"/>
                    </a:lnTo>
                    <a:lnTo>
                      <a:pt x="57880" y="972010"/>
                    </a:lnTo>
                    <a:lnTo>
                      <a:pt x="49003" y="963002"/>
                    </a:lnTo>
                    <a:lnTo>
                      <a:pt x="39306" y="953139"/>
                    </a:lnTo>
                    <a:lnTo>
                      <a:pt x="35239" y="939553"/>
                    </a:lnTo>
                    <a:lnTo>
                      <a:pt x="31064" y="925599"/>
                    </a:lnTo>
                    <a:lnTo>
                      <a:pt x="14499" y="917206"/>
                    </a:lnTo>
                    <a:lnTo>
                      <a:pt x="0" y="909857"/>
                    </a:lnTo>
                    <a:lnTo>
                      <a:pt x="1225044" y="909857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09" name="ph3909"/>
              <p:cNvSpPr/>
              <p:nvPr/>
            </p:nvSpPr>
            <p:spPr>
              <a:xfrm>
                <a:off x="4152778" y="817178"/>
                <a:ext cx="1099683" cy="926429"/>
              </a:xfrm>
              <a:custGeom>
                <a:avLst/>
                <a:gdLst/>
                <a:ahLst/>
                <a:cxnLst/>
                <a:rect l="0" t="0" r="0" b="0"/>
                <a:pathLst>
                  <a:path w="1099683" h="926429">
                    <a:moveTo>
                      <a:pt x="914400" y="914399"/>
                    </a:moveTo>
                    <a:lnTo>
                      <a:pt x="910795" y="913293"/>
                    </a:lnTo>
                    <a:lnTo>
                      <a:pt x="907690" y="912428"/>
                    </a:lnTo>
                    <a:lnTo>
                      <a:pt x="905890" y="913903"/>
                    </a:lnTo>
                    <a:lnTo>
                      <a:pt x="904186" y="915874"/>
                    </a:lnTo>
                    <a:lnTo>
                      <a:pt x="902085" y="917354"/>
                    </a:lnTo>
                    <a:lnTo>
                      <a:pt x="897676" y="915260"/>
                    </a:lnTo>
                    <a:lnTo>
                      <a:pt x="894872" y="911445"/>
                    </a:lnTo>
                    <a:lnTo>
                      <a:pt x="890367" y="907512"/>
                    </a:lnTo>
                    <a:lnTo>
                      <a:pt x="888663" y="904552"/>
                    </a:lnTo>
                    <a:lnTo>
                      <a:pt x="889567" y="901111"/>
                    </a:lnTo>
                    <a:lnTo>
                      <a:pt x="891567" y="897787"/>
                    </a:lnTo>
                    <a:lnTo>
                      <a:pt x="892472" y="893849"/>
                    </a:lnTo>
                    <a:lnTo>
                      <a:pt x="890267" y="889307"/>
                    </a:lnTo>
                    <a:lnTo>
                      <a:pt x="888263" y="886721"/>
                    </a:lnTo>
                    <a:lnTo>
                      <a:pt x="886862" y="883766"/>
                    </a:lnTo>
                    <a:lnTo>
                      <a:pt x="887363" y="880939"/>
                    </a:lnTo>
                    <a:lnTo>
                      <a:pt x="890167" y="879582"/>
                    </a:lnTo>
                    <a:lnTo>
                      <a:pt x="892772" y="877857"/>
                    </a:lnTo>
                    <a:lnTo>
                      <a:pt x="893672" y="874170"/>
                    </a:lnTo>
                    <a:lnTo>
                      <a:pt x="892067" y="870232"/>
                    </a:lnTo>
                    <a:lnTo>
                      <a:pt x="887463" y="868629"/>
                    </a:lnTo>
                    <a:lnTo>
                      <a:pt x="883658" y="869243"/>
                    </a:lnTo>
                    <a:lnTo>
                      <a:pt x="878149" y="868383"/>
                    </a:lnTo>
                    <a:lnTo>
                      <a:pt x="872844" y="865925"/>
                    </a:lnTo>
                    <a:lnTo>
                      <a:pt x="869339" y="863093"/>
                    </a:lnTo>
                    <a:lnTo>
                      <a:pt x="866635" y="861490"/>
                    </a:lnTo>
                    <a:lnTo>
                      <a:pt x="864530" y="861490"/>
                    </a:lnTo>
                    <a:lnTo>
                      <a:pt x="862026" y="859892"/>
                    </a:lnTo>
                    <a:lnTo>
                      <a:pt x="860526" y="857184"/>
                    </a:lnTo>
                    <a:lnTo>
                      <a:pt x="860726" y="852754"/>
                    </a:lnTo>
                    <a:lnTo>
                      <a:pt x="861426" y="850050"/>
                    </a:lnTo>
                    <a:lnTo>
                      <a:pt x="862826" y="847710"/>
                    </a:lnTo>
                    <a:lnTo>
                      <a:pt x="862926" y="845124"/>
                    </a:lnTo>
                    <a:lnTo>
                      <a:pt x="862326" y="843275"/>
                    </a:lnTo>
                    <a:lnTo>
                      <a:pt x="862230" y="841805"/>
                    </a:lnTo>
                    <a:lnTo>
                      <a:pt x="862626" y="839957"/>
                    </a:lnTo>
                    <a:lnTo>
                      <a:pt x="863530" y="836265"/>
                    </a:lnTo>
                    <a:lnTo>
                      <a:pt x="862026" y="833561"/>
                    </a:lnTo>
                    <a:lnTo>
                      <a:pt x="861872" y="824189"/>
                    </a:lnTo>
                    <a:lnTo>
                      <a:pt x="861576" y="806655"/>
                    </a:lnTo>
                    <a:lnTo>
                      <a:pt x="861355" y="793223"/>
                    </a:lnTo>
                    <a:lnTo>
                      <a:pt x="861076" y="776340"/>
                    </a:lnTo>
                    <a:lnTo>
                      <a:pt x="860913" y="764044"/>
                    </a:lnTo>
                    <a:lnTo>
                      <a:pt x="860688" y="746818"/>
                    </a:lnTo>
                    <a:lnTo>
                      <a:pt x="860476" y="730472"/>
                    </a:lnTo>
                    <a:lnTo>
                      <a:pt x="860213" y="718489"/>
                    </a:lnTo>
                    <a:lnTo>
                      <a:pt x="1083159" y="718489"/>
                    </a:lnTo>
                    <a:lnTo>
                      <a:pt x="1083289" y="718535"/>
                    </a:lnTo>
                    <a:lnTo>
                      <a:pt x="1083432" y="718489"/>
                    </a:lnTo>
                    <a:lnTo>
                      <a:pt x="1099683" y="718489"/>
                    </a:lnTo>
                    <a:lnTo>
                      <a:pt x="1099683" y="873327"/>
                    </a:lnTo>
                    <a:lnTo>
                      <a:pt x="1094794" y="876407"/>
                    </a:lnTo>
                    <a:lnTo>
                      <a:pt x="1075588" y="883869"/>
                    </a:lnTo>
                    <a:lnTo>
                      <a:pt x="1053168" y="898110"/>
                    </a:lnTo>
                    <a:lnTo>
                      <a:pt x="1024197" y="910108"/>
                    </a:lnTo>
                    <a:lnTo>
                      <a:pt x="1018126" y="910154"/>
                    </a:lnTo>
                    <a:lnTo>
                      <a:pt x="1004970" y="900281"/>
                    </a:lnTo>
                    <a:lnTo>
                      <a:pt x="1008650" y="895785"/>
                    </a:lnTo>
                    <a:lnTo>
                      <a:pt x="1012071" y="889691"/>
                    </a:lnTo>
                    <a:lnTo>
                      <a:pt x="1008800" y="891448"/>
                    </a:lnTo>
                    <a:lnTo>
                      <a:pt x="1006678" y="894090"/>
                    </a:lnTo>
                    <a:lnTo>
                      <a:pt x="998744" y="898330"/>
                    </a:lnTo>
                    <a:lnTo>
                      <a:pt x="1005178" y="906539"/>
                    </a:lnTo>
                    <a:lnTo>
                      <a:pt x="1002070" y="909617"/>
                    </a:lnTo>
                    <a:lnTo>
                      <a:pt x="992868" y="913662"/>
                    </a:lnTo>
                    <a:lnTo>
                      <a:pt x="984300" y="919515"/>
                    </a:lnTo>
                    <a:lnTo>
                      <a:pt x="976799" y="923428"/>
                    </a:lnTo>
                    <a:lnTo>
                      <a:pt x="970732" y="918450"/>
                    </a:lnTo>
                    <a:lnTo>
                      <a:pt x="953984" y="924739"/>
                    </a:lnTo>
                    <a:lnTo>
                      <a:pt x="939878" y="926429"/>
                    </a:lnTo>
                    <a:lnTo>
                      <a:pt x="936827" y="923243"/>
                    </a:lnTo>
                    <a:lnTo>
                      <a:pt x="935932" y="918215"/>
                    </a:lnTo>
                    <a:lnTo>
                      <a:pt x="930993" y="917001"/>
                    </a:lnTo>
                    <a:lnTo>
                      <a:pt x="921817" y="918389"/>
                    </a:lnTo>
                    <a:lnTo>
                      <a:pt x="918338" y="91571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10" name="ph3910"/>
              <p:cNvSpPr/>
              <p:nvPr/>
            </p:nvSpPr>
            <p:spPr>
              <a:xfrm>
                <a:off x="3935445" y="627048"/>
                <a:ext cx="919173" cy="1123210"/>
              </a:xfrm>
              <a:custGeom>
                <a:avLst/>
                <a:gdLst/>
                <a:ahLst/>
                <a:cxnLst/>
                <a:rect l="0" t="0" r="0" b="0"/>
                <a:pathLst>
                  <a:path w="919173" h="1123210">
                    <a:moveTo>
                      <a:pt x="914400" y="914400"/>
                    </a:moveTo>
                    <a:lnTo>
                      <a:pt x="901239" y="930336"/>
                    </a:lnTo>
                    <a:lnTo>
                      <a:pt x="889634" y="944388"/>
                    </a:lnTo>
                    <a:lnTo>
                      <a:pt x="887029" y="958808"/>
                    </a:lnTo>
                    <a:lnTo>
                      <a:pt x="884558" y="972481"/>
                    </a:lnTo>
                    <a:lnTo>
                      <a:pt x="874957" y="982887"/>
                    </a:lnTo>
                    <a:lnTo>
                      <a:pt x="869102" y="992427"/>
                    </a:lnTo>
                    <a:lnTo>
                      <a:pt x="866489" y="1003007"/>
                    </a:lnTo>
                    <a:lnTo>
                      <a:pt x="864305" y="1012721"/>
                    </a:lnTo>
                    <a:lnTo>
                      <a:pt x="864139" y="1020853"/>
                    </a:lnTo>
                    <a:lnTo>
                      <a:pt x="865785" y="1025119"/>
                    </a:lnTo>
                    <a:lnTo>
                      <a:pt x="865010" y="1028586"/>
                    </a:lnTo>
                    <a:lnTo>
                      <a:pt x="861834" y="1032575"/>
                    </a:lnTo>
                    <a:lnTo>
                      <a:pt x="855483" y="1039514"/>
                    </a:lnTo>
                    <a:lnTo>
                      <a:pt x="854354" y="1046191"/>
                    </a:lnTo>
                    <a:lnTo>
                      <a:pt x="850470" y="1049484"/>
                    </a:lnTo>
                    <a:lnTo>
                      <a:pt x="839394" y="1056075"/>
                    </a:lnTo>
                    <a:lnTo>
                      <a:pt x="830359" y="1065789"/>
                    </a:lnTo>
                    <a:lnTo>
                      <a:pt x="829917" y="1071289"/>
                    </a:lnTo>
                    <a:lnTo>
                      <a:pt x="831222" y="1075857"/>
                    </a:lnTo>
                    <a:lnTo>
                      <a:pt x="831422" y="1078694"/>
                    </a:lnTo>
                    <a:lnTo>
                      <a:pt x="829617" y="1080671"/>
                    </a:lnTo>
                    <a:lnTo>
                      <a:pt x="826000" y="1080542"/>
                    </a:lnTo>
                    <a:lnTo>
                      <a:pt x="822087" y="1081162"/>
                    </a:lnTo>
                    <a:lnTo>
                      <a:pt x="818791" y="1085213"/>
                    </a:lnTo>
                    <a:lnTo>
                      <a:pt x="818874" y="1091030"/>
                    </a:lnTo>
                    <a:lnTo>
                      <a:pt x="816466" y="1095224"/>
                    </a:lnTo>
                    <a:lnTo>
                      <a:pt x="813653" y="1096090"/>
                    </a:lnTo>
                    <a:lnTo>
                      <a:pt x="811244" y="1093125"/>
                    </a:lnTo>
                    <a:lnTo>
                      <a:pt x="808348" y="1088680"/>
                    </a:lnTo>
                    <a:lnTo>
                      <a:pt x="804956" y="1088244"/>
                    </a:lnTo>
                    <a:lnTo>
                      <a:pt x="799805" y="1091194"/>
                    </a:lnTo>
                    <a:lnTo>
                      <a:pt x="793454" y="1096049"/>
                    </a:lnTo>
                    <a:lnTo>
                      <a:pt x="787741" y="1096310"/>
                    </a:lnTo>
                    <a:lnTo>
                      <a:pt x="777015" y="1093191"/>
                    </a:lnTo>
                    <a:lnTo>
                      <a:pt x="769184" y="1102603"/>
                    </a:lnTo>
                    <a:lnTo>
                      <a:pt x="760779" y="1122821"/>
                    </a:lnTo>
                    <a:lnTo>
                      <a:pt x="725266" y="1122872"/>
                    </a:lnTo>
                    <a:lnTo>
                      <a:pt x="689753" y="1122923"/>
                    </a:lnTo>
                    <a:lnTo>
                      <a:pt x="654236" y="1122974"/>
                    </a:lnTo>
                    <a:lnTo>
                      <a:pt x="618723" y="1123026"/>
                    </a:lnTo>
                    <a:lnTo>
                      <a:pt x="583210" y="1123072"/>
                    </a:lnTo>
                    <a:lnTo>
                      <a:pt x="547696" y="1123123"/>
                    </a:lnTo>
                    <a:lnTo>
                      <a:pt x="512183" y="1123174"/>
                    </a:lnTo>
                    <a:lnTo>
                      <a:pt x="492310" y="1123205"/>
                    </a:lnTo>
                    <a:lnTo>
                      <a:pt x="488414" y="1123210"/>
                    </a:lnTo>
                    <a:lnTo>
                      <a:pt x="500582" y="1119251"/>
                    </a:lnTo>
                    <a:lnTo>
                      <a:pt x="525952" y="1103868"/>
                    </a:lnTo>
                    <a:lnTo>
                      <a:pt x="544663" y="1098297"/>
                    </a:lnTo>
                    <a:lnTo>
                      <a:pt x="568999" y="1082140"/>
                    </a:lnTo>
                    <a:lnTo>
                      <a:pt x="586627" y="1079032"/>
                    </a:lnTo>
                    <a:lnTo>
                      <a:pt x="589981" y="1075478"/>
                    </a:lnTo>
                    <a:lnTo>
                      <a:pt x="592936" y="1062076"/>
                    </a:lnTo>
                    <a:lnTo>
                      <a:pt x="594549" y="1057299"/>
                    </a:lnTo>
                    <a:lnTo>
                      <a:pt x="602779" y="1044138"/>
                    </a:lnTo>
                    <a:lnTo>
                      <a:pt x="612663" y="1033036"/>
                    </a:lnTo>
                    <a:lnTo>
                      <a:pt x="620640" y="1017683"/>
                    </a:lnTo>
                    <a:lnTo>
                      <a:pt x="635116" y="1007872"/>
                    </a:lnTo>
                    <a:lnTo>
                      <a:pt x="657007" y="999668"/>
                    </a:lnTo>
                    <a:lnTo>
                      <a:pt x="677255" y="981750"/>
                    </a:lnTo>
                    <a:lnTo>
                      <a:pt x="688353" y="976286"/>
                    </a:lnTo>
                    <a:lnTo>
                      <a:pt x="699108" y="972373"/>
                    </a:lnTo>
                    <a:lnTo>
                      <a:pt x="703626" y="965091"/>
                    </a:lnTo>
                    <a:lnTo>
                      <a:pt x="710276" y="960928"/>
                    </a:lnTo>
                    <a:lnTo>
                      <a:pt x="728058" y="952463"/>
                    </a:lnTo>
                    <a:lnTo>
                      <a:pt x="747656" y="950174"/>
                    </a:lnTo>
                    <a:lnTo>
                      <a:pt x="767463" y="943148"/>
                    </a:lnTo>
                    <a:lnTo>
                      <a:pt x="782657" y="939425"/>
                    </a:lnTo>
                    <a:lnTo>
                      <a:pt x="791975" y="932835"/>
                    </a:lnTo>
                    <a:lnTo>
                      <a:pt x="805522" y="929363"/>
                    </a:lnTo>
                    <a:lnTo>
                      <a:pt x="845957" y="910451"/>
                    </a:lnTo>
                    <a:lnTo>
                      <a:pt x="848279" y="908618"/>
                    </a:lnTo>
                    <a:lnTo>
                      <a:pt x="919173" y="90861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11" name="ph3911"/>
              <p:cNvSpPr/>
              <p:nvPr/>
            </p:nvSpPr>
            <p:spPr>
              <a:xfrm>
                <a:off x="4330652" y="969750"/>
                <a:ext cx="921809" cy="936332"/>
              </a:xfrm>
              <a:custGeom>
                <a:avLst/>
                <a:gdLst/>
                <a:ahLst/>
                <a:cxnLst/>
                <a:rect l="0" t="0" r="0" b="0"/>
                <a:pathLst>
                  <a:path w="921809" h="936332">
                    <a:moveTo>
                      <a:pt x="914400" y="914400"/>
                    </a:moveTo>
                    <a:lnTo>
                      <a:pt x="907124" y="913959"/>
                    </a:lnTo>
                    <a:lnTo>
                      <a:pt x="901760" y="914446"/>
                    </a:lnTo>
                    <a:lnTo>
                      <a:pt x="893680" y="920596"/>
                    </a:lnTo>
                    <a:lnTo>
                      <a:pt x="892426" y="933024"/>
                    </a:lnTo>
                    <a:lnTo>
                      <a:pt x="888859" y="931380"/>
                    </a:lnTo>
                    <a:lnTo>
                      <a:pt x="885237" y="931785"/>
                    </a:lnTo>
                    <a:lnTo>
                      <a:pt x="883366" y="935687"/>
                    </a:lnTo>
                    <a:lnTo>
                      <a:pt x="880699" y="936332"/>
                    </a:lnTo>
                    <a:lnTo>
                      <a:pt x="873636" y="932640"/>
                    </a:lnTo>
                    <a:lnTo>
                      <a:pt x="865318" y="934658"/>
                    </a:lnTo>
                    <a:lnTo>
                      <a:pt x="858813" y="931857"/>
                    </a:lnTo>
                    <a:lnTo>
                      <a:pt x="850520" y="913647"/>
                    </a:lnTo>
                    <a:lnTo>
                      <a:pt x="846115" y="907266"/>
                    </a:lnTo>
                    <a:lnTo>
                      <a:pt x="838306" y="905207"/>
                    </a:lnTo>
                    <a:lnTo>
                      <a:pt x="836281" y="909058"/>
                    </a:lnTo>
                    <a:lnTo>
                      <a:pt x="833251" y="912827"/>
                    </a:lnTo>
                    <a:lnTo>
                      <a:pt x="825734" y="905315"/>
                    </a:lnTo>
                    <a:lnTo>
                      <a:pt x="820033" y="877432"/>
                    </a:lnTo>
                    <a:lnTo>
                      <a:pt x="819987" y="870703"/>
                    </a:lnTo>
                    <a:lnTo>
                      <a:pt x="827967" y="847249"/>
                    </a:lnTo>
                    <a:lnTo>
                      <a:pt x="847728" y="826135"/>
                    </a:lnTo>
                    <a:lnTo>
                      <a:pt x="841419" y="825429"/>
                    </a:lnTo>
                    <a:lnTo>
                      <a:pt x="823971" y="840069"/>
                    </a:lnTo>
                    <a:lnTo>
                      <a:pt x="825771" y="836526"/>
                    </a:lnTo>
                    <a:lnTo>
                      <a:pt x="828730" y="832834"/>
                    </a:lnTo>
                    <a:lnTo>
                      <a:pt x="834614" y="826878"/>
                    </a:lnTo>
                    <a:lnTo>
                      <a:pt x="843544" y="821281"/>
                    </a:lnTo>
                    <a:lnTo>
                      <a:pt x="855437" y="818019"/>
                    </a:lnTo>
                    <a:lnTo>
                      <a:pt x="863618" y="817522"/>
                    </a:lnTo>
                    <a:lnTo>
                      <a:pt x="869256" y="814429"/>
                    </a:lnTo>
                    <a:lnTo>
                      <a:pt x="877428" y="808950"/>
                    </a:lnTo>
                    <a:lnTo>
                      <a:pt x="878945" y="806041"/>
                    </a:lnTo>
                    <a:lnTo>
                      <a:pt x="871698" y="809385"/>
                    </a:lnTo>
                    <a:lnTo>
                      <a:pt x="859659" y="812678"/>
                    </a:lnTo>
                    <a:lnTo>
                      <a:pt x="862747" y="808361"/>
                    </a:lnTo>
                    <a:lnTo>
                      <a:pt x="865760" y="806051"/>
                    </a:lnTo>
                    <a:lnTo>
                      <a:pt x="921809" y="773112"/>
                    </a:lnTo>
                    <a:lnTo>
                      <a:pt x="921809" y="90869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12" name="ph3912"/>
              <p:cNvSpPr/>
              <p:nvPr/>
            </p:nvSpPr>
            <p:spPr>
              <a:xfrm>
                <a:off x="4225054" y="914153"/>
                <a:ext cx="924109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24109" h="914400">
                    <a:moveTo>
                      <a:pt x="914400" y="914400"/>
                    </a:moveTo>
                    <a:lnTo>
                      <a:pt x="915441" y="910805"/>
                    </a:lnTo>
                    <a:lnTo>
                      <a:pt x="920684" y="901638"/>
                    </a:lnTo>
                    <a:lnTo>
                      <a:pt x="924109" y="900271"/>
                    </a:lnTo>
                    <a:lnTo>
                      <a:pt x="918696" y="91073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13" name="ph3913"/>
              <p:cNvSpPr/>
              <p:nvPr/>
            </p:nvSpPr>
            <p:spPr>
              <a:xfrm>
                <a:off x="4176156" y="875182"/>
                <a:ext cx="927343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27343" h="914400">
                    <a:moveTo>
                      <a:pt x="914400" y="914400"/>
                    </a:moveTo>
                    <a:lnTo>
                      <a:pt x="918867" y="900240"/>
                    </a:lnTo>
                    <a:lnTo>
                      <a:pt x="922501" y="895893"/>
                    </a:lnTo>
                    <a:lnTo>
                      <a:pt x="927343" y="897357"/>
                    </a:lnTo>
                    <a:lnTo>
                      <a:pt x="926664" y="905914"/>
                    </a:lnTo>
                    <a:lnTo>
                      <a:pt x="925884" y="908854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14" name="ph3914"/>
              <p:cNvSpPr/>
              <p:nvPr/>
            </p:nvSpPr>
            <p:spPr>
              <a:xfrm>
                <a:off x="3600379" y="789161"/>
                <a:ext cx="928693" cy="915209"/>
              </a:xfrm>
              <a:custGeom>
                <a:avLst/>
                <a:gdLst/>
                <a:ahLst/>
                <a:cxnLst/>
                <a:rect l="0" t="0" r="0" b="0"/>
                <a:pathLst>
                  <a:path w="928693" h="915209">
                    <a:moveTo>
                      <a:pt x="914400" y="914400"/>
                    </a:moveTo>
                    <a:lnTo>
                      <a:pt x="903152" y="912459"/>
                    </a:lnTo>
                    <a:lnTo>
                      <a:pt x="890788" y="915152"/>
                    </a:lnTo>
                    <a:lnTo>
                      <a:pt x="887346" y="915209"/>
                    </a:lnTo>
                    <a:lnTo>
                      <a:pt x="896530" y="907415"/>
                    </a:lnTo>
                    <a:lnTo>
                      <a:pt x="910653" y="902621"/>
                    </a:lnTo>
                    <a:lnTo>
                      <a:pt x="924734" y="887965"/>
                    </a:lnTo>
                    <a:lnTo>
                      <a:pt x="928693" y="887592"/>
                    </a:lnTo>
                    <a:lnTo>
                      <a:pt x="923334" y="904194"/>
                    </a:lnTo>
                    <a:lnTo>
                      <a:pt x="922242" y="910129"/>
                    </a:lnTo>
                    <a:lnTo>
                      <a:pt x="920975" y="91230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15" name="ph3915"/>
              <p:cNvSpPr/>
              <p:nvPr/>
            </p:nvSpPr>
            <p:spPr>
              <a:xfrm>
                <a:off x="3585669" y="777020"/>
                <a:ext cx="935186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35186" h="914400">
                    <a:moveTo>
                      <a:pt x="914400" y="914400"/>
                    </a:moveTo>
                    <a:lnTo>
                      <a:pt x="910832" y="913488"/>
                    </a:lnTo>
                    <a:lnTo>
                      <a:pt x="922188" y="903185"/>
                    </a:lnTo>
                    <a:lnTo>
                      <a:pt x="935186" y="900809"/>
                    </a:lnTo>
                    <a:lnTo>
                      <a:pt x="924693" y="91223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16" name="ph3916"/>
              <p:cNvSpPr/>
              <p:nvPr/>
            </p:nvSpPr>
            <p:spPr>
              <a:xfrm>
                <a:off x="3816037" y="640685"/>
                <a:ext cx="939224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39224" h="914400">
                    <a:moveTo>
                      <a:pt x="914400" y="914400"/>
                    </a:moveTo>
                    <a:lnTo>
                      <a:pt x="916250" y="910759"/>
                    </a:lnTo>
                    <a:lnTo>
                      <a:pt x="926843" y="904270"/>
                    </a:lnTo>
                    <a:lnTo>
                      <a:pt x="934627" y="900634"/>
                    </a:lnTo>
                    <a:lnTo>
                      <a:pt x="939224" y="900711"/>
                    </a:lnTo>
                    <a:lnTo>
                      <a:pt x="931739" y="908664"/>
                    </a:lnTo>
                    <a:lnTo>
                      <a:pt x="922159" y="913549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17" name="ph3917"/>
              <p:cNvSpPr/>
              <p:nvPr/>
            </p:nvSpPr>
            <p:spPr>
              <a:xfrm>
                <a:off x="3257925" y="3014906"/>
                <a:ext cx="924784" cy="938161"/>
              </a:xfrm>
              <a:custGeom>
                <a:avLst/>
                <a:gdLst/>
                <a:ahLst/>
                <a:cxnLst/>
                <a:rect l="0" t="0" r="0" b="0"/>
                <a:pathLst>
                  <a:path w="924784" h="938161">
                    <a:moveTo>
                      <a:pt x="914400" y="914400"/>
                    </a:moveTo>
                    <a:lnTo>
                      <a:pt x="905940" y="921016"/>
                    </a:lnTo>
                    <a:lnTo>
                      <a:pt x="912087" y="925737"/>
                    </a:lnTo>
                    <a:lnTo>
                      <a:pt x="917879" y="915470"/>
                    </a:lnTo>
                    <a:lnTo>
                      <a:pt x="922476" y="923812"/>
                    </a:lnTo>
                    <a:lnTo>
                      <a:pt x="924784" y="938161"/>
                    </a:lnTo>
                    <a:lnTo>
                      <a:pt x="898674" y="938161"/>
                    </a:lnTo>
                    <a:lnTo>
                      <a:pt x="897664" y="933926"/>
                    </a:lnTo>
                    <a:lnTo>
                      <a:pt x="892388" y="928625"/>
                    </a:lnTo>
                    <a:lnTo>
                      <a:pt x="885062" y="915106"/>
                    </a:lnTo>
                    <a:lnTo>
                      <a:pt x="889317" y="911619"/>
                    </a:lnTo>
                    <a:lnTo>
                      <a:pt x="894989" y="912781"/>
                    </a:lnTo>
                    <a:lnTo>
                      <a:pt x="897893" y="911153"/>
                    </a:lnTo>
                    <a:lnTo>
                      <a:pt x="905757" y="909852"/>
                    </a:lnTo>
                    <a:lnTo>
                      <a:pt x="910532" y="908003"/>
                    </a:lnTo>
                    <a:lnTo>
                      <a:pt x="914266" y="91199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18" name="ph3918"/>
              <p:cNvSpPr/>
              <p:nvPr/>
            </p:nvSpPr>
            <p:spPr>
              <a:xfrm>
                <a:off x="3292893" y="2839878"/>
                <a:ext cx="932164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32164" h="914400">
                    <a:moveTo>
                      <a:pt x="914400" y="914400"/>
                    </a:moveTo>
                    <a:lnTo>
                      <a:pt x="906990" y="903897"/>
                    </a:lnTo>
                    <a:lnTo>
                      <a:pt x="901023" y="900844"/>
                    </a:lnTo>
                    <a:lnTo>
                      <a:pt x="910345" y="893419"/>
                    </a:lnTo>
                    <a:lnTo>
                      <a:pt x="914370" y="887038"/>
                    </a:lnTo>
                    <a:lnTo>
                      <a:pt x="914287" y="873120"/>
                    </a:lnTo>
                    <a:lnTo>
                      <a:pt x="916562" y="865495"/>
                    </a:lnTo>
                    <a:lnTo>
                      <a:pt x="915791" y="858894"/>
                    </a:lnTo>
                    <a:lnTo>
                      <a:pt x="917846" y="852155"/>
                    </a:lnTo>
                    <a:lnTo>
                      <a:pt x="915066" y="844586"/>
                    </a:lnTo>
                    <a:lnTo>
                      <a:pt x="907274" y="838584"/>
                    </a:lnTo>
                    <a:lnTo>
                      <a:pt x="891855" y="814711"/>
                    </a:lnTo>
                    <a:lnTo>
                      <a:pt x="867497" y="808914"/>
                    </a:lnTo>
                    <a:lnTo>
                      <a:pt x="854887" y="808673"/>
                    </a:lnTo>
                    <a:lnTo>
                      <a:pt x="861817" y="804843"/>
                    </a:lnTo>
                    <a:lnTo>
                      <a:pt x="868218" y="805309"/>
                    </a:lnTo>
                    <a:lnTo>
                      <a:pt x="878070" y="807587"/>
                    </a:lnTo>
                    <a:lnTo>
                      <a:pt x="889867" y="808688"/>
                    </a:lnTo>
                    <a:lnTo>
                      <a:pt x="897076" y="815714"/>
                    </a:lnTo>
                    <a:lnTo>
                      <a:pt x="903961" y="825029"/>
                    </a:lnTo>
                    <a:lnTo>
                      <a:pt x="910178" y="828798"/>
                    </a:lnTo>
                    <a:lnTo>
                      <a:pt x="912737" y="831195"/>
                    </a:lnTo>
                    <a:lnTo>
                      <a:pt x="912449" y="833899"/>
                    </a:lnTo>
                    <a:lnTo>
                      <a:pt x="913483" y="836439"/>
                    </a:lnTo>
                    <a:lnTo>
                      <a:pt x="921596" y="840797"/>
                    </a:lnTo>
                    <a:lnTo>
                      <a:pt x="929768" y="847833"/>
                    </a:lnTo>
                    <a:lnTo>
                      <a:pt x="932164" y="868465"/>
                    </a:lnTo>
                    <a:lnTo>
                      <a:pt x="921155" y="878230"/>
                    </a:lnTo>
                    <a:lnTo>
                      <a:pt x="919129" y="908106"/>
                    </a:lnTo>
                    <a:lnTo>
                      <a:pt x="916175" y="91348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19" name="ph3919"/>
              <p:cNvSpPr/>
              <p:nvPr/>
            </p:nvSpPr>
            <p:spPr>
              <a:xfrm>
                <a:off x="3250254" y="2977175"/>
                <a:ext cx="915333" cy="945745"/>
              </a:xfrm>
              <a:custGeom>
                <a:avLst/>
                <a:gdLst/>
                <a:ahLst/>
                <a:cxnLst/>
                <a:rect l="0" t="0" r="0" b="0"/>
                <a:pathLst>
                  <a:path w="915333" h="945745">
                    <a:moveTo>
                      <a:pt x="914399" y="914400"/>
                    </a:moveTo>
                    <a:lnTo>
                      <a:pt x="915333" y="923899"/>
                    </a:lnTo>
                    <a:lnTo>
                      <a:pt x="914470" y="927284"/>
                    </a:lnTo>
                    <a:lnTo>
                      <a:pt x="905236" y="933634"/>
                    </a:lnTo>
                    <a:lnTo>
                      <a:pt x="902865" y="937182"/>
                    </a:lnTo>
                    <a:lnTo>
                      <a:pt x="894159" y="940762"/>
                    </a:lnTo>
                    <a:lnTo>
                      <a:pt x="888892" y="945745"/>
                    </a:lnTo>
                    <a:lnTo>
                      <a:pt x="886254" y="937648"/>
                    </a:lnTo>
                    <a:lnTo>
                      <a:pt x="881141" y="932645"/>
                    </a:lnTo>
                    <a:lnTo>
                      <a:pt x="880282" y="924139"/>
                    </a:lnTo>
                    <a:lnTo>
                      <a:pt x="876374" y="927012"/>
                    </a:lnTo>
                    <a:lnTo>
                      <a:pt x="870740" y="925261"/>
                    </a:lnTo>
                    <a:lnTo>
                      <a:pt x="861447" y="918819"/>
                    </a:lnTo>
                    <a:lnTo>
                      <a:pt x="855575" y="910072"/>
                    </a:lnTo>
                    <a:lnTo>
                      <a:pt x="863801" y="908557"/>
                    </a:lnTo>
                    <a:lnTo>
                      <a:pt x="865501" y="913990"/>
                    </a:lnTo>
                    <a:lnTo>
                      <a:pt x="872011" y="907322"/>
                    </a:lnTo>
                    <a:lnTo>
                      <a:pt x="870531" y="903809"/>
                    </a:lnTo>
                    <a:lnTo>
                      <a:pt x="869356" y="903359"/>
                    </a:lnTo>
                    <a:lnTo>
                      <a:pt x="867222" y="896825"/>
                    </a:lnTo>
                    <a:lnTo>
                      <a:pt x="877015" y="879710"/>
                    </a:lnTo>
                    <a:lnTo>
                      <a:pt x="879128" y="868670"/>
                    </a:lnTo>
                    <a:lnTo>
                      <a:pt x="874686" y="850956"/>
                    </a:lnTo>
                    <a:lnTo>
                      <a:pt x="878832" y="849794"/>
                    </a:lnTo>
                    <a:lnTo>
                      <a:pt x="889884" y="856006"/>
                    </a:lnTo>
                    <a:lnTo>
                      <a:pt x="894834" y="862120"/>
                    </a:lnTo>
                    <a:lnTo>
                      <a:pt x="894997" y="870513"/>
                    </a:lnTo>
                    <a:lnTo>
                      <a:pt x="899643" y="877012"/>
                    </a:lnTo>
                    <a:lnTo>
                      <a:pt x="906369" y="892579"/>
                    </a:lnTo>
                    <a:lnTo>
                      <a:pt x="914587" y="90170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20" name="ph3920"/>
              <p:cNvSpPr/>
              <p:nvPr/>
            </p:nvSpPr>
            <p:spPr>
              <a:xfrm>
                <a:off x="3196855" y="2755716"/>
                <a:ext cx="952742" cy="935088"/>
              </a:xfrm>
              <a:custGeom>
                <a:avLst/>
                <a:gdLst/>
                <a:ahLst/>
                <a:cxnLst/>
                <a:rect l="0" t="0" r="0" b="0"/>
                <a:pathLst>
                  <a:path w="952742" h="935088">
                    <a:moveTo>
                      <a:pt x="914399" y="914400"/>
                    </a:moveTo>
                    <a:lnTo>
                      <a:pt x="919938" y="913954"/>
                    </a:lnTo>
                    <a:lnTo>
                      <a:pt x="923259" y="911808"/>
                    </a:lnTo>
                    <a:lnTo>
                      <a:pt x="938557" y="912684"/>
                    </a:lnTo>
                    <a:lnTo>
                      <a:pt x="950909" y="909545"/>
                    </a:lnTo>
                    <a:lnTo>
                      <a:pt x="952742" y="915116"/>
                    </a:lnTo>
                    <a:lnTo>
                      <a:pt x="952430" y="918025"/>
                    </a:lnTo>
                    <a:lnTo>
                      <a:pt x="926164" y="920755"/>
                    </a:lnTo>
                    <a:lnTo>
                      <a:pt x="902069" y="928933"/>
                    </a:lnTo>
                    <a:lnTo>
                      <a:pt x="888863" y="934473"/>
                    </a:lnTo>
                    <a:lnTo>
                      <a:pt x="882658" y="935088"/>
                    </a:lnTo>
                    <a:lnTo>
                      <a:pt x="877915" y="932174"/>
                    </a:lnTo>
                    <a:lnTo>
                      <a:pt x="862005" y="915285"/>
                    </a:lnTo>
                    <a:lnTo>
                      <a:pt x="866260" y="916970"/>
                    </a:lnTo>
                    <a:lnTo>
                      <a:pt x="878015" y="926516"/>
                    </a:lnTo>
                    <a:lnTo>
                      <a:pt x="885316" y="924774"/>
                    </a:lnTo>
                    <a:lnTo>
                      <a:pt x="892080" y="918466"/>
                    </a:lnTo>
                    <a:lnTo>
                      <a:pt x="893113" y="913698"/>
                    </a:lnTo>
                    <a:lnTo>
                      <a:pt x="892105" y="911440"/>
                    </a:lnTo>
                    <a:lnTo>
                      <a:pt x="895164" y="903912"/>
                    </a:lnTo>
                    <a:lnTo>
                      <a:pt x="904061" y="911137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21" name="ph3921"/>
              <p:cNvSpPr/>
              <p:nvPr/>
            </p:nvSpPr>
            <p:spPr>
              <a:xfrm>
                <a:off x="3274623" y="2934513"/>
                <a:ext cx="930731" cy="914399"/>
              </a:xfrm>
              <a:custGeom>
                <a:avLst/>
                <a:gdLst/>
                <a:ahLst/>
                <a:cxnLst/>
                <a:rect l="0" t="0" r="0" b="0"/>
                <a:pathLst>
                  <a:path w="930731" h="914399">
                    <a:moveTo>
                      <a:pt x="914400" y="914399"/>
                    </a:moveTo>
                    <a:lnTo>
                      <a:pt x="907511" y="912254"/>
                    </a:lnTo>
                    <a:lnTo>
                      <a:pt x="905744" y="910528"/>
                    </a:lnTo>
                    <a:lnTo>
                      <a:pt x="908695" y="907630"/>
                    </a:lnTo>
                    <a:lnTo>
                      <a:pt x="915187" y="905213"/>
                    </a:lnTo>
                    <a:lnTo>
                      <a:pt x="925613" y="904972"/>
                    </a:lnTo>
                    <a:lnTo>
                      <a:pt x="930181" y="907829"/>
                    </a:lnTo>
                    <a:lnTo>
                      <a:pt x="930731" y="909079"/>
                    </a:lnTo>
                    <a:lnTo>
                      <a:pt x="924038" y="91222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22" name="ph3922"/>
              <p:cNvSpPr/>
              <p:nvPr/>
            </p:nvSpPr>
            <p:spPr>
              <a:xfrm>
                <a:off x="3529059" y="3038667"/>
                <a:ext cx="918648" cy="914399"/>
              </a:xfrm>
              <a:custGeom>
                <a:avLst/>
                <a:gdLst/>
                <a:ahLst/>
                <a:cxnLst/>
                <a:rect l="0" t="0" r="0" b="0"/>
                <a:pathLst>
                  <a:path w="918648" h="914399">
                    <a:moveTo>
                      <a:pt x="914400" y="914399"/>
                    </a:moveTo>
                    <a:lnTo>
                      <a:pt x="908748" y="914399"/>
                    </a:lnTo>
                    <a:lnTo>
                      <a:pt x="910331" y="903379"/>
                    </a:lnTo>
                    <a:lnTo>
                      <a:pt x="915015" y="901116"/>
                    </a:lnTo>
                    <a:lnTo>
                      <a:pt x="916852" y="901239"/>
                    </a:lnTo>
                    <a:lnTo>
                      <a:pt x="918648" y="907261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23" name="ph3923"/>
              <p:cNvSpPr/>
              <p:nvPr/>
            </p:nvSpPr>
            <p:spPr>
              <a:xfrm>
                <a:off x="3357943" y="2894503"/>
                <a:ext cx="945916" cy="990455"/>
              </a:xfrm>
              <a:custGeom>
                <a:avLst/>
                <a:gdLst/>
                <a:ahLst/>
                <a:cxnLst/>
                <a:rect l="0" t="0" r="0" b="0"/>
                <a:pathLst>
                  <a:path w="945916" h="990455">
                    <a:moveTo>
                      <a:pt x="914400" y="914400"/>
                    </a:moveTo>
                    <a:lnTo>
                      <a:pt x="926384" y="918865"/>
                    </a:lnTo>
                    <a:lnTo>
                      <a:pt x="939340" y="933675"/>
                    </a:lnTo>
                    <a:lnTo>
                      <a:pt x="944920" y="938949"/>
                    </a:lnTo>
                    <a:lnTo>
                      <a:pt x="945916" y="943753"/>
                    </a:lnTo>
                    <a:lnTo>
                      <a:pt x="943733" y="965680"/>
                    </a:lnTo>
                    <a:lnTo>
                      <a:pt x="940820" y="978882"/>
                    </a:lnTo>
                    <a:lnTo>
                      <a:pt x="941257" y="990455"/>
                    </a:lnTo>
                    <a:lnTo>
                      <a:pt x="938215" y="987029"/>
                    </a:lnTo>
                    <a:lnTo>
                      <a:pt x="935140" y="979450"/>
                    </a:lnTo>
                    <a:lnTo>
                      <a:pt x="930097" y="975093"/>
                    </a:lnTo>
                    <a:lnTo>
                      <a:pt x="928418" y="972809"/>
                    </a:lnTo>
                    <a:lnTo>
                      <a:pt x="937482" y="972307"/>
                    </a:lnTo>
                    <a:lnTo>
                      <a:pt x="938286" y="960375"/>
                    </a:lnTo>
                    <a:lnTo>
                      <a:pt x="942707" y="950963"/>
                    </a:lnTo>
                    <a:lnTo>
                      <a:pt x="942037" y="941172"/>
                    </a:lnTo>
                    <a:lnTo>
                      <a:pt x="931460" y="930392"/>
                    </a:lnTo>
                    <a:lnTo>
                      <a:pt x="924209" y="920903"/>
                    </a:lnTo>
                    <a:lnTo>
                      <a:pt x="913062" y="917866"/>
                    </a:lnTo>
                    <a:lnTo>
                      <a:pt x="902752" y="908418"/>
                    </a:lnTo>
                    <a:lnTo>
                      <a:pt x="896601" y="907256"/>
                    </a:lnTo>
                    <a:lnTo>
                      <a:pt x="889100" y="908920"/>
                    </a:lnTo>
                    <a:lnTo>
                      <a:pt x="891809" y="903287"/>
                    </a:lnTo>
                    <a:lnTo>
                      <a:pt x="893684" y="895836"/>
                    </a:lnTo>
                    <a:lnTo>
                      <a:pt x="895059" y="894443"/>
                    </a:lnTo>
                    <a:lnTo>
                      <a:pt x="900352" y="90257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24" name="ph3924"/>
              <p:cNvSpPr/>
              <p:nvPr/>
            </p:nvSpPr>
            <p:spPr>
              <a:xfrm>
                <a:off x="3458860" y="3023023"/>
                <a:ext cx="914400" cy="915460"/>
              </a:xfrm>
              <a:custGeom>
                <a:avLst/>
                <a:gdLst/>
                <a:ahLst/>
                <a:cxnLst/>
                <a:rect l="0" t="0" r="0" b="0"/>
                <a:pathLst>
                  <a:path w="914400" h="915460">
                    <a:moveTo>
                      <a:pt x="914400" y="914400"/>
                    </a:moveTo>
                    <a:lnTo>
                      <a:pt x="908682" y="913319"/>
                    </a:lnTo>
                    <a:lnTo>
                      <a:pt x="900243" y="915403"/>
                    </a:lnTo>
                    <a:lnTo>
                      <a:pt x="897206" y="915460"/>
                    </a:lnTo>
                    <a:lnTo>
                      <a:pt x="899097" y="911808"/>
                    </a:lnTo>
                    <a:lnTo>
                      <a:pt x="904957" y="906872"/>
                    </a:lnTo>
                    <a:lnTo>
                      <a:pt x="905252" y="902171"/>
                    </a:lnTo>
                    <a:lnTo>
                      <a:pt x="898001" y="895391"/>
                    </a:lnTo>
                    <a:lnTo>
                      <a:pt x="889563" y="878522"/>
                    </a:lnTo>
                    <a:lnTo>
                      <a:pt x="885612" y="874523"/>
                    </a:lnTo>
                    <a:lnTo>
                      <a:pt x="883737" y="868183"/>
                    </a:lnTo>
                    <a:lnTo>
                      <a:pt x="876657" y="861383"/>
                    </a:lnTo>
                    <a:lnTo>
                      <a:pt x="878136" y="857747"/>
                    </a:lnTo>
                    <a:lnTo>
                      <a:pt x="879591" y="856892"/>
                    </a:lnTo>
                    <a:lnTo>
                      <a:pt x="884379" y="858638"/>
                    </a:lnTo>
                    <a:lnTo>
                      <a:pt x="895222" y="882901"/>
                    </a:lnTo>
                    <a:lnTo>
                      <a:pt x="895930" y="885226"/>
                    </a:lnTo>
                    <a:lnTo>
                      <a:pt x="913833" y="909069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25" name="pt3925"/>
              <p:cNvSpPr/>
              <p:nvPr/>
            </p:nvSpPr>
            <p:spPr>
              <a:xfrm>
                <a:off x="4517981" y="2123210"/>
                <a:ext cx="63202" cy="63202"/>
              </a:xfrm>
              <a:prstGeom prst="ellipse">
                <a:avLst/>
              </a:prstGeom>
              <a:solidFill>
                <a:srgbClr val="3FA1AA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26" name="pt3926"/>
              <p:cNvSpPr/>
              <p:nvPr/>
            </p:nvSpPr>
            <p:spPr>
              <a:xfrm>
                <a:off x="2804077" y="3308464"/>
                <a:ext cx="63202" cy="63202"/>
              </a:xfrm>
              <a:prstGeom prst="ellipse">
                <a:avLst/>
              </a:prstGeom>
              <a:solidFill>
                <a:srgbClr val="6DD1B1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27" name="pt3927"/>
              <p:cNvSpPr/>
              <p:nvPr/>
            </p:nvSpPr>
            <p:spPr>
              <a:xfrm>
                <a:off x="4310750" y="2493405"/>
                <a:ext cx="63202" cy="63202"/>
              </a:xfrm>
              <a:prstGeom prst="ellipse">
                <a:avLst/>
              </a:prstGeom>
              <a:solidFill>
                <a:srgbClr val="A6E3CA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28" name="pt3928"/>
              <p:cNvSpPr/>
              <p:nvPr/>
            </p:nvSpPr>
            <p:spPr>
              <a:xfrm>
                <a:off x="3230764" y="3253112"/>
                <a:ext cx="63202" cy="63202"/>
              </a:xfrm>
              <a:prstGeom prst="ellipse">
                <a:avLst/>
              </a:prstGeom>
              <a:solidFill>
                <a:srgbClr val="6ED2B1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29" name="pt3929"/>
              <p:cNvSpPr/>
              <p:nvPr/>
            </p:nvSpPr>
            <p:spPr>
              <a:xfrm>
                <a:off x="4374836" y="2340602"/>
                <a:ext cx="63202" cy="63202"/>
              </a:xfrm>
              <a:prstGeom prst="ellipse">
                <a:avLst/>
              </a:prstGeom>
              <a:solidFill>
                <a:srgbClr val="BFEBD5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30" name="pt3930"/>
              <p:cNvSpPr/>
              <p:nvPr/>
            </p:nvSpPr>
            <p:spPr>
              <a:xfrm>
                <a:off x="3085609" y="3352656"/>
                <a:ext cx="63202" cy="63202"/>
              </a:xfrm>
              <a:prstGeom prst="ellipse">
                <a:avLst/>
              </a:prstGeom>
              <a:solidFill>
                <a:srgbClr val="6AD1B0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31" name="pt3931"/>
              <p:cNvSpPr/>
              <p:nvPr/>
            </p:nvSpPr>
            <p:spPr>
              <a:xfrm>
                <a:off x="4671421" y="2079945"/>
                <a:ext cx="63202" cy="63202"/>
              </a:xfrm>
              <a:prstGeom prst="ellipse">
                <a:avLst/>
              </a:prstGeom>
              <a:solidFill>
                <a:srgbClr val="53BBAB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32" name="pt3932"/>
              <p:cNvSpPr/>
              <p:nvPr/>
            </p:nvSpPr>
            <p:spPr>
              <a:xfrm>
                <a:off x="3531947" y="3324123"/>
                <a:ext cx="63202" cy="63202"/>
              </a:xfrm>
              <a:prstGeom prst="ellipse">
                <a:avLst/>
              </a:prstGeom>
              <a:solidFill>
                <a:srgbClr val="58C2AC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33" name="pt3933"/>
              <p:cNvSpPr/>
              <p:nvPr/>
            </p:nvSpPr>
            <p:spPr>
              <a:xfrm>
                <a:off x="4116343" y="2877034"/>
                <a:ext cx="63202" cy="63202"/>
              </a:xfrm>
              <a:prstGeom prst="ellipse">
                <a:avLst/>
              </a:prstGeom>
              <a:solidFill>
                <a:srgbClr val="AFE6CD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34" name="pt3934"/>
              <p:cNvSpPr/>
              <p:nvPr/>
            </p:nvSpPr>
            <p:spPr>
              <a:xfrm>
                <a:off x="3861999" y="3080650"/>
                <a:ext cx="63202" cy="63202"/>
              </a:xfrm>
              <a:prstGeom prst="ellipse">
                <a:avLst/>
              </a:prstGeom>
              <a:solidFill>
                <a:srgbClr val="99DFC3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35" name="pt3935"/>
              <p:cNvSpPr/>
              <p:nvPr/>
            </p:nvSpPr>
            <p:spPr>
              <a:xfrm>
                <a:off x="2668745" y="3339664"/>
                <a:ext cx="63202" cy="63202"/>
              </a:xfrm>
              <a:prstGeom prst="ellipse">
                <a:avLst/>
              </a:prstGeom>
              <a:solidFill>
                <a:srgbClr val="8EDBBE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36" name="pt3936"/>
              <p:cNvSpPr/>
              <p:nvPr/>
            </p:nvSpPr>
            <p:spPr>
              <a:xfrm>
                <a:off x="3949423" y="3003555"/>
                <a:ext cx="63202" cy="63202"/>
              </a:xfrm>
              <a:prstGeom prst="ellipse">
                <a:avLst/>
              </a:prstGeom>
              <a:solidFill>
                <a:srgbClr val="83D8BA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37" name="pt3937"/>
              <p:cNvSpPr/>
              <p:nvPr/>
            </p:nvSpPr>
            <p:spPr>
              <a:xfrm>
                <a:off x="4323294" y="2302728"/>
                <a:ext cx="63202" cy="63202"/>
              </a:xfrm>
              <a:prstGeom prst="ellipse">
                <a:avLst/>
              </a:prstGeom>
              <a:solidFill>
                <a:srgbClr val="99DFC3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38" name="pt3938"/>
              <p:cNvSpPr/>
              <p:nvPr/>
            </p:nvSpPr>
            <p:spPr>
              <a:xfrm>
                <a:off x="3495127" y="3324813"/>
                <a:ext cx="63202" cy="63202"/>
              </a:xfrm>
              <a:prstGeom prst="ellipse">
                <a:avLst/>
              </a:prstGeom>
              <a:solidFill>
                <a:srgbClr val="59C3AC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39" name="pt3939"/>
              <p:cNvSpPr/>
              <p:nvPr/>
            </p:nvSpPr>
            <p:spPr>
              <a:xfrm>
                <a:off x="3130118" y="3329566"/>
                <a:ext cx="63202" cy="63202"/>
              </a:xfrm>
              <a:prstGeom prst="ellipse">
                <a:avLst/>
              </a:prstGeom>
              <a:solidFill>
                <a:srgbClr val="85D9BB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40" name="pt3940"/>
              <p:cNvSpPr/>
              <p:nvPr/>
            </p:nvSpPr>
            <p:spPr>
              <a:xfrm>
                <a:off x="4198713" y="2417858"/>
                <a:ext cx="63202" cy="63202"/>
              </a:xfrm>
              <a:prstGeom prst="ellipse">
                <a:avLst/>
              </a:prstGeom>
              <a:solidFill>
                <a:srgbClr val="A4E2C8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41" name="pt3941"/>
              <p:cNvSpPr/>
              <p:nvPr/>
            </p:nvSpPr>
            <p:spPr>
              <a:xfrm>
                <a:off x="3824350" y="3139769"/>
                <a:ext cx="63202" cy="63202"/>
              </a:xfrm>
              <a:prstGeom prst="ellipse">
                <a:avLst/>
              </a:prstGeom>
              <a:solidFill>
                <a:srgbClr val="72D3B3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42" name="pt3942"/>
              <p:cNvSpPr/>
              <p:nvPr/>
            </p:nvSpPr>
            <p:spPr>
              <a:xfrm>
                <a:off x="2941545" y="3353078"/>
                <a:ext cx="63202" cy="63202"/>
              </a:xfrm>
              <a:prstGeom prst="ellipse">
                <a:avLst/>
              </a:prstGeom>
              <a:solidFill>
                <a:srgbClr val="81D7B9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43" name="pt3943"/>
              <p:cNvSpPr/>
              <p:nvPr/>
            </p:nvSpPr>
            <p:spPr>
              <a:xfrm>
                <a:off x="4020756" y="2922673"/>
                <a:ext cx="63202" cy="63202"/>
              </a:xfrm>
              <a:prstGeom prst="ellipse">
                <a:avLst/>
              </a:prstGeom>
              <a:solidFill>
                <a:srgbClr val="5FCCAC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44" name="pt3944"/>
              <p:cNvSpPr/>
              <p:nvPr/>
            </p:nvSpPr>
            <p:spPr>
              <a:xfrm>
                <a:off x="4801364" y="1841625"/>
                <a:ext cx="63202" cy="63202"/>
              </a:xfrm>
              <a:prstGeom prst="ellipse">
                <a:avLst/>
              </a:prstGeom>
              <a:solidFill>
                <a:srgbClr val="51B8AB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45" name="pt3945"/>
              <p:cNvSpPr/>
              <p:nvPr/>
            </p:nvSpPr>
            <p:spPr>
              <a:xfrm>
                <a:off x="2752856" y="3314756"/>
                <a:ext cx="63202" cy="63202"/>
              </a:xfrm>
              <a:prstGeom prst="ellipse">
                <a:avLst/>
              </a:prstGeom>
              <a:solidFill>
                <a:srgbClr val="71D3B2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46" name="pt3946"/>
              <p:cNvSpPr/>
              <p:nvPr/>
            </p:nvSpPr>
            <p:spPr>
              <a:xfrm>
                <a:off x="5143149" y="1843604"/>
                <a:ext cx="63202" cy="63202"/>
              </a:xfrm>
              <a:prstGeom prst="ellipse">
                <a:avLst/>
              </a:prstGeom>
              <a:solidFill>
                <a:srgbClr val="3692A8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47" name="pt3947"/>
              <p:cNvSpPr/>
              <p:nvPr/>
            </p:nvSpPr>
            <p:spPr>
              <a:xfrm>
                <a:off x="3830102" y="3143517"/>
                <a:ext cx="63202" cy="63202"/>
              </a:xfrm>
              <a:prstGeom prst="ellipse">
                <a:avLst/>
              </a:prstGeom>
              <a:solidFill>
                <a:srgbClr val="72D3B3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48" name="pt3948"/>
              <p:cNvSpPr/>
              <p:nvPr/>
            </p:nvSpPr>
            <p:spPr>
              <a:xfrm>
                <a:off x="4722739" y="1954852"/>
                <a:ext cx="63202" cy="63202"/>
              </a:xfrm>
              <a:prstGeom prst="ellipse">
                <a:avLst/>
              </a:prstGeom>
              <a:solidFill>
                <a:srgbClr val="56BEAB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49" name="pt3949"/>
              <p:cNvSpPr/>
              <p:nvPr/>
            </p:nvSpPr>
            <p:spPr>
              <a:xfrm>
                <a:off x="3853490" y="3083509"/>
                <a:ext cx="63202" cy="63202"/>
              </a:xfrm>
              <a:prstGeom prst="ellipse">
                <a:avLst/>
              </a:prstGeom>
              <a:solidFill>
                <a:srgbClr val="80D7B8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50" name="pt3950"/>
              <p:cNvSpPr/>
              <p:nvPr/>
            </p:nvSpPr>
            <p:spPr>
              <a:xfrm>
                <a:off x="2556116" y="3429218"/>
                <a:ext cx="63202" cy="63202"/>
              </a:xfrm>
              <a:prstGeom prst="ellipse">
                <a:avLst/>
              </a:prstGeom>
              <a:solidFill>
                <a:srgbClr val="60CEAC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51" name="pt3951"/>
              <p:cNvSpPr/>
              <p:nvPr/>
            </p:nvSpPr>
            <p:spPr>
              <a:xfrm>
                <a:off x="4123017" y="2857995"/>
                <a:ext cx="63202" cy="63202"/>
              </a:xfrm>
              <a:prstGeom prst="ellipse">
                <a:avLst/>
              </a:prstGeom>
              <a:solidFill>
                <a:srgbClr val="99DFC3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52" name="pt3952"/>
              <p:cNvSpPr/>
              <p:nvPr/>
            </p:nvSpPr>
            <p:spPr>
              <a:xfrm>
                <a:off x="2474979" y="3491892"/>
                <a:ext cx="63202" cy="63202"/>
              </a:xfrm>
              <a:prstGeom prst="ellipse">
                <a:avLst/>
              </a:prstGeom>
              <a:solidFill>
                <a:srgbClr val="40A3AA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53" name="pt3953"/>
              <p:cNvSpPr/>
              <p:nvPr/>
            </p:nvSpPr>
            <p:spPr>
              <a:xfrm>
                <a:off x="4834075" y="1821367"/>
                <a:ext cx="63202" cy="63202"/>
              </a:xfrm>
              <a:prstGeom prst="ellipse">
                <a:avLst/>
              </a:prstGeom>
              <a:solidFill>
                <a:srgbClr val="395D9C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54" name="pt3954"/>
              <p:cNvSpPr/>
              <p:nvPr/>
            </p:nvSpPr>
            <p:spPr>
              <a:xfrm>
                <a:off x="4227828" y="2542459"/>
                <a:ext cx="63202" cy="63202"/>
              </a:xfrm>
              <a:prstGeom prst="ellipse">
                <a:avLst/>
              </a:prstGeom>
              <a:solidFill>
                <a:srgbClr val="D3F1DF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55" name="pt3955"/>
              <p:cNvSpPr/>
              <p:nvPr/>
            </p:nvSpPr>
            <p:spPr>
              <a:xfrm>
                <a:off x="3818102" y="3246059"/>
                <a:ext cx="63202" cy="63202"/>
              </a:xfrm>
              <a:prstGeom prst="ellipse">
                <a:avLst/>
              </a:prstGeom>
              <a:solidFill>
                <a:srgbClr val="46A9AA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56" name="pt3956"/>
              <p:cNvSpPr/>
              <p:nvPr/>
            </p:nvSpPr>
            <p:spPr>
              <a:xfrm>
                <a:off x="3009462" y="3371921"/>
                <a:ext cx="63202" cy="63202"/>
              </a:xfrm>
              <a:prstGeom prst="ellipse">
                <a:avLst/>
              </a:prstGeom>
              <a:solidFill>
                <a:srgbClr val="76D4B4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57" name="pt3957"/>
              <p:cNvSpPr/>
              <p:nvPr/>
            </p:nvSpPr>
            <p:spPr>
              <a:xfrm>
                <a:off x="4716341" y="1923178"/>
                <a:ext cx="63202" cy="63202"/>
              </a:xfrm>
              <a:prstGeom prst="ellipse">
                <a:avLst/>
              </a:prstGeom>
              <a:solidFill>
                <a:srgbClr val="54BCAB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58" name="pt3958"/>
              <p:cNvSpPr/>
              <p:nvPr/>
            </p:nvSpPr>
            <p:spPr>
              <a:xfrm>
                <a:off x="2447878" y="3464791"/>
                <a:ext cx="117405" cy="117405"/>
              </a:xfrm>
              <a:prstGeom prst="ellipse">
                <a:avLst/>
              </a:prstGeom>
              <a:solidFill>
                <a:srgbClr val="3A76A2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59" name="pt3959"/>
              <p:cNvSpPr/>
              <p:nvPr/>
            </p:nvSpPr>
            <p:spPr>
              <a:xfrm>
                <a:off x="4806974" y="1794266"/>
                <a:ext cx="117405" cy="117405"/>
              </a:xfrm>
              <a:prstGeom prst="ellipse">
                <a:avLst/>
              </a:prstGeom>
              <a:solidFill>
                <a:srgbClr val="3A5794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60" name="pt3960"/>
              <p:cNvSpPr/>
              <p:nvPr/>
            </p:nvSpPr>
            <p:spPr>
              <a:xfrm>
                <a:off x="3791000" y="3218958"/>
                <a:ext cx="117405" cy="117405"/>
              </a:xfrm>
              <a:prstGeom prst="ellipse">
                <a:avLst/>
              </a:prstGeom>
              <a:solidFill>
                <a:srgbClr val="4BB0AB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61" name="pt3961"/>
              <p:cNvSpPr/>
              <p:nvPr/>
            </p:nvSpPr>
            <p:spPr>
              <a:xfrm>
                <a:off x="2982361" y="3344820"/>
                <a:ext cx="117405" cy="117405"/>
              </a:xfrm>
              <a:prstGeom prst="ellipse">
                <a:avLst/>
              </a:prstGeom>
              <a:solidFill>
                <a:srgbClr val="56BEAB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62" name="pt3962"/>
              <p:cNvSpPr/>
              <p:nvPr/>
            </p:nvSpPr>
            <p:spPr>
              <a:xfrm>
                <a:off x="4689240" y="1896077"/>
                <a:ext cx="117405" cy="117405"/>
              </a:xfrm>
              <a:prstGeom prst="ellipse">
                <a:avLst/>
              </a:prstGeom>
              <a:solidFill>
                <a:srgbClr val="4FB5AB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63" name="pl3963"/>
              <p:cNvSpPr/>
              <p:nvPr/>
            </p:nvSpPr>
            <p:spPr>
              <a:xfrm>
                <a:off x="4771120" y="1750878"/>
                <a:ext cx="85348" cy="92148"/>
              </a:xfrm>
              <a:custGeom>
                <a:avLst/>
                <a:gdLst/>
                <a:ahLst/>
                <a:cxnLst/>
                <a:rect l="0" t="0" r="0" b="0"/>
                <a:pathLst>
                  <a:path w="85348" h="92148">
                    <a:moveTo>
                      <a:pt x="0" y="0"/>
                    </a:moveTo>
                    <a:lnTo>
                      <a:pt x="85348" y="92148"/>
                    </a:lnTo>
                  </a:path>
                </a:pathLst>
              </a:custGeom>
              <a:ln w="1355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64" name="pg3964"/>
              <p:cNvSpPr/>
              <p:nvPr/>
            </p:nvSpPr>
            <p:spPr>
              <a:xfrm>
                <a:off x="1981265" y="3273010"/>
                <a:ext cx="558515" cy="191749"/>
              </a:xfrm>
              <a:custGeom>
                <a:avLst/>
                <a:gdLst/>
                <a:ahLst/>
                <a:cxnLst/>
                <a:rect l="0" t="0" r="0" b="0"/>
                <a:pathLst>
                  <a:path w="558515" h="191749">
                    <a:moveTo>
                      <a:pt x="27431" y="191749"/>
                    </a:moveTo>
                    <a:lnTo>
                      <a:pt x="531083" y="191749"/>
                    </a:lnTo>
                    <a:lnTo>
                      <a:pt x="529978" y="191727"/>
                    </a:lnTo>
                    <a:lnTo>
                      <a:pt x="534390" y="191549"/>
                    </a:lnTo>
                    <a:lnTo>
                      <a:pt x="538715" y="190666"/>
                    </a:lnTo>
                    <a:lnTo>
                      <a:pt x="542843" y="189101"/>
                    </a:lnTo>
                    <a:lnTo>
                      <a:pt x="546666" y="186893"/>
                    </a:lnTo>
                    <a:lnTo>
                      <a:pt x="550086" y="184101"/>
                    </a:lnTo>
                    <a:lnTo>
                      <a:pt x="553013" y="180797"/>
                    </a:lnTo>
                    <a:lnTo>
                      <a:pt x="555373" y="177065"/>
                    </a:lnTo>
                    <a:lnTo>
                      <a:pt x="557103" y="173004"/>
                    </a:lnTo>
                    <a:lnTo>
                      <a:pt x="558160" y="168718"/>
                    </a:lnTo>
                    <a:lnTo>
                      <a:pt x="558515" y="164317"/>
                    </a:lnTo>
                    <a:lnTo>
                      <a:pt x="558515" y="27431"/>
                    </a:lnTo>
                    <a:lnTo>
                      <a:pt x="558160" y="23031"/>
                    </a:lnTo>
                    <a:lnTo>
                      <a:pt x="557103" y="18745"/>
                    </a:lnTo>
                    <a:lnTo>
                      <a:pt x="555373" y="14683"/>
                    </a:lnTo>
                    <a:lnTo>
                      <a:pt x="553013" y="10952"/>
                    </a:lnTo>
                    <a:lnTo>
                      <a:pt x="550086" y="7647"/>
                    </a:lnTo>
                    <a:lnTo>
                      <a:pt x="546666" y="4855"/>
                    </a:lnTo>
                    <a:lnTo>
                      <a:pt x="542843" y="2648"/>
                    </a:lnTo>
                    <a:lnTo>
                      <a:pt x="538715" y="1083"/>
                    </a:lnTo>
                    <a:lnTo>
                      <a:pt x="534390" y="200"/>
                    </a:lnTo>
                    <a:lnTo>
                      <a:pt x="531083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5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1"/>
                    </a:lnTo>
                    <a:lnTo>
                      <a:pt x="0" y="164317"/>
                    </a:lnTo>
                    <a:lnTo>
                      <a:pt x="88" y="162110"/>
                    </a:lnTo>
                    <a:lnTo>
                      <a:pt x="88" y="166525"/>
                    </a:lnTo>
                    <a:lnTo>
                      <a:pt x="797" y="170882"/>
                    </a:lnTo>
                    <a:lnTo>
                      <a:pt x="2195" y="175070"/>
                    </a:lnTo>
                    <a:lnTo>
                      <a:pt x="4246" y="178979"/>
                    </a:lnTo>
                    <a:lnTo>
                      <a:pt x="6898" y="182508"/>
                    </a:lnTo>
                    <a:lnTo>
                      <a:pt x="10082" y="185566"/>
                    </a:lnTo>
                    <a:lnTo>
                      <a:pt x="13715" y="188074"/>
                    </a:lnTo>
                    <a:lnTo>
                      <a:pt x="17704" y="189967"/>
                    </a:lnTo>
                    <a:lnTo>
                      <a:pt x="21944" y="191195"/>
                    </a:lnTo>
                    <a:lnTo>
                      <a:pt x="26327" y="191727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65" name="tx3965"/>
              <p:cNvSpPr/>
              <p:nvPr/>
            </p:nvSpPr>
            <p:spPr>
              <a:xfrm>
                <a:off x="2026985" y="3318730"/>
                <a:ext cx="467075" cy="100309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325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W1</a:t>
                </a:r>
                <a:r>
                  <a:rPr lang="en-US" sz="1325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-</a:t>
                </a:r>
                <a:r>
                  <a:rPr sz="1325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TX</a:t>
                </a:r>
              </a:p>
            </p:txBody>
          </p:sp>
          <p:sp>
            <p:nvSpPr>
              <p:cNvPr id="3966" name="pg3966"/>
              <p:cNvSpPr/>
              <p:nvPr/>
            </p:nvSpPr>
            <p:spPr>
              <a:xfrm>
                <a:off x="4435015" y="1559128"/>
                <a:ext cx="589605" cy="191749"/>
              </a:xfrm>
              <a:custGeom>
                <a:avLst/>
                <a:gdLst/>
                <a:ahLst/>
                <a:cxnLst/>
                <a:rect l="0" t="0" r="0" b="0"/>
                <a:pathLst>
                  <a:path w="589605" h="191749">
                    <a:moveTo>
                      <a:pt x="27431" y="191749"/>
                    </a:moveTo>
                    <a:lnTo>
                      <a:pt x="562173" y="191749"/>
                    </a:lnTo>
                    <a:lnTo>
                      <a:pt x="561068" y="191727"/>
                    </a:lnTo>
                    <a:lnTo>
                      <a:pt x="565479" y="191549"/>
                    </a:lnTo>
                    <a:lnTo>
                      <a:pt x="569805" y="190666"/>
                    </a:lnTo>
                    <a:lnTo>
                      <a:pt x="573933" y="189101"/>
                    </a:lnTo>
                    <a:lnTo>
                      <a:pt x="577756" y="186893"/>
                    </a:lnTo>
                    <a:lnTo>
                      <a:pt x="581175" y="184101"/>
                    </a:lnTo>
                    <a:lnTo>
                      <a:pt x="584103" y="180797"/>
                    </a:lnTo>
                    <a:lnTo>
                      <a:pt x="586462" y="177065"/>
                    </a:lnTo>
                    <a:lnTo>
                      <a:pt x="588193" y="173004"/>
                    </a:lnTo>
                    <a:lnTo>
                      <a:pt x="589249" y="168718"/>
                    </a:lnTo>
                    <a:lnTo>
                      <a:pt x="589605" y="164317"/>
                    </a:lnTo>
                    <a:lnTo>
                      <a:pt x="589605" y="27432"/>
                    </a:lnTo>
                    <a:lnTo>
                      <a:pt x="589249" y="23031"/>
                    </a:lnTo>
                    <a:lnTo>
                      <a:pt x="588193" y="18745"/>
                    </a:lnTo>
                    <a:lnTo>
                      <a:pt x="586462" y="14683"/>
                    </a:lnTo>
                    <a:lnTo>
                      <a:pt x="584103" y="10952"/>
                    </a:lnTo>
                    <a:lnTo>
                      <a:pt x="581175" y="7647"/>
                    </a:lnTo>
                    <a:lnTo>
                      <a:pt x="577756" y="4855"/>
                    </a:lnTo>
                    <a:lnTo>
                      <a:pt x="573933" y="2648"/>
                    </a:lnTo>
                    <a:lnTo>
                      <a:pt x="569805" y="1083"/>
                    </a:lnTo>
                    <a:lnTo>
                      <a:pt x="565479" y="200"/>
                    </a:lnTo>
                    <a:lnTo>
                      <a:pt x="562173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5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164317"/>
                    </a:lnTo>
                    <a:lnTo>
                      <a:pt x="88" y="162110"/>
                    </a:lnTo>
                    <a:lnTo>
                      <a:pt x="88" y="166525"/>
                    </a:lnTo>
                    <a:lnTo>
                      <a:pt x="797" y="170882"/>
                    </a:lnTo>
                    <a:lnTo>
                      <a:pt x="2195" y="175070"/>
                    </a:lnTo>
                    <a:lnTo>
                      <a:pt x="4246" y="178979"/>
                    </a:lnTo>
                    <a:lnTo>
                      <a:pt x="6898" y="182508"/>
                    </a:lnTo>
                    <a:lnTo>
                      <a:pt x="10082" y="185566"/>
                    </a:lnTo>
                    <a:lnTo>
                      <a:pt x="13715" y="188074"/>
                    </a:lnTo>
                    <a:lnTo>
                      <a:pt x="17704" y="189967"/>
                    </a:lnTo>
                    <a:lnTo>
                      <a:pt x="21944" y="191195"/>
                    </a:lnTo>
                    <a:lnTo>
                      <a:pt x="26327" y="191727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67" name="tx3967"/>
              <p:cNvSpPr/>
              <p:nvPr/>
            </p:nvSpPr>
            <p:spPr>
              <a:xfrm>
                <a:off x="4480735" y="1604848"/>
                <a:ext cx="498165" cy="100309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325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W6</a:t>
                </a:r>
                <a:r>
                  <a:rPr lang="en-US" sz="1325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-</a:t>
                </a:r>
                <a:r>
                  <a:rPr sz="1325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ME</a:t>
                </a:r>
              </a:p>
            </p:txBody>
          </p:sp>
          <p:sp>
            <p:nvSpPr>
              <p:cNvPr id="3968" name="pg3968"/>
              <p:cNvSpPr/>
              <p:nvPr/>
            </p:nvSpPr>
            <p:spPr>
              <a:xfrm>
                <a:off x="3273607" y="3027145"/>
                <a:ext cx="542970" cy="191749"/>
              </a:xfrm>
              <a:custGeom>
                <a:avLst/>
                <a:gdLst/>
                <a:ahLst/>
                <a:cxnLst/>
                <a:rect l="0" t="0" r="0" b="0"/>
                <a:pathLst>
                  <a:path w="542970" h="191749">
                    <a:moveTo>
                      <a:pt x="27432" y="191749"/>
                    </a:moveTo>
                    <a:lnTo>
                      <a:pt x="515538" y="191749"/>
                    </a:lnTo>
                    <a:lnTo>
                      <a:pt x="514434" y="191727"/>
                    </a:lnTo>
                    <a:lnTo>
                      <a:pt x="518845" y="191549"/>
                    </a:lnTo>
                    <a:lnTo>
                      <a:pt x="523170" y="190666"/>
                    </a:lnTo>
                    <a:lnTo>
                      <a:pt x="527298" y="189101"/>
                    </a:lnTo>
                    <a:lnTo>
                      <a:pt x="531121" y="186893"/>
                    </a:lnTo>
                    <a:lnTo>
                      <a:pt x="534541" y="184101"/>
                    </a:lnTo>
                    <a:lnTo>
                      <a:pt x="537469" y="180797"/>
                    </a:lnTo>
                    <a:lnTo>
                      <a:pt x="539828" y="177065"/>
                    </a:lnTo>
                    <a:lnTo>
                      <a:pt x="541558" y="173004"/>
                    </a:lnTo>
                    <a:lnTo>
                      <a:pt x="542615" y="168718"/>
                    </a:lnTo>
                    <a:lnTo>
                      <a:pt x="542970" y="164317"/>
                    </a:lnTo>
                    <a:lnTo>
                      <a:pt x="542970" y="27431"/>
                    </a:lnTo>
                    <a:lnTo>
                      <a:pt x="542615" y="23031"/>
                    </a:lnTo>
                    <a:lnTo>
                      <a:pt x="541558" y="18745"/>
                    </a:lnTo>
                    <a:lnTo>
                      <a:pt x="539828" y="14683"/>
                    </a:lnTo>
                    <a:lnTo>
                      <a:pt x="537469" y="10952"/>
                    </a:lnTo>
                    <a:lnTo>
                      <a:pt x="534541" y="7647"/>
                    </a:lnTo>
                    <a:lnTo>
                      <a:pt x="531121" y="4855"/>
                    </a:lnTo>
                    <a:lnTo>
                      <a:pt x="527298" y="2648"/>
                    </a:lnTo>
                    <a:lnTo>
                      <a:pt x="523170" y="1083"/>
                    </a:lnTo>
                    <a:lnTo>
                      <a:pt x="518845" y="200"/>
                    </a:lnTo>
                    <a:lnTo>
                      <a:pt x="515538" y="0"/>
                    </a:lnTo>
                    <a:lnTo>
                      <a:pt x="27432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5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1"/>
                    </a:lnTo>
                    <a:lnTo>
                      <a:pt x="0" y="164317"/>
                    </a:lnTo>
                    <a:lnTo>
                      <a:pt x="88" y="162110"/>
                    </a:lnTo>
                    <a:lnTo>
                      <a:pt x="88" y="166525"/>
                    </a:lnTo>
                    <a:lnTo>
                      <a:pt x="797" y="170882"/>
                    </a:lnTo>
                    <a:lnTo>
                      <a:pt x="2195" y="175070"/>
                    </a:lnTo>
                    <a:lnTo>
                      <a:pt x="4246" y="178979"/>
                    </a:lnTo>
                    <a:lnTo>
                      <a:pt x="6898" y="182508"/>
                    </a:lnTo>
                    <a:lnTo>
                      <a:pt x="10082" y="185566"/>
                    </a:lnTo>
                    <a:lnTo>
                      <a:pt x="13715" y="188074"/>
                    </a:lnTo>
                    <a:lnTo>
                      <a:pt x="17704" y="189967"/>
                    </a:lnTo>
                    <a:lnTo>
                      <a:pt x="21944" y="191195"/>
                    </a:lnTo>
                    <a:lnTo>
                      <a:pt x="26327" y="191727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69" name="tx3969"/>
              <p:cNvSpPr/>
              <p:nvPr/>
            </p:nvSpPr>
            <p:spPr>
              <a:xfrm>
                <a:off x="3319327" y="3072865"/>
                <a:ext cx="451530" cy="100309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325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W3</a:t>
                </a:r>
                <a:r>
                  <a:rPr lang="en-US" sz="1325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-</a:t>
                </a:r>
                <a:r>
                  <a:rPr sz="1325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FL</a:t>
                </a:r>
              </a:p>
            </p:txBody>
          </p:sp>
          <p:sp>
            <p:nvSpPr>
              <p:cNvPr id="3970" name="pg3970"/>
              <p:cNvSpPr/>
              <p:nvPr/>
            </p:nvSpPr>
            <p:spPr>
              <a:xfrm>
                <a:off x="2630895" y="3152804"/>
                <a:ext cx="550834" cy="191749"/>
              </a:xfrm>
              <a:custGeom>
                <a:avLst/>
                <a:gdLst/>
                <a:ahLst/>
                <a:cxnLst/>
                <a:rect l="0" t="0" r="0" b="0"/>
                <a:pathLst>
                  <a:path w="550834" h="191749">
                    <a:moveTo>
                      <a:pt x="27431" y="191749"/>
                    </a:moveTo>
                    <a:lnTo>
                      <a:pt x="523402" y="191749"/>
                    </a:lnTo>
                    <a:lnTo>
                      <a:pt x="522297" y="191727"/>
                    </a:lnTo>
                    <a:lnTo>
                      <a:pt x="526709" y="191549"/>
                    </a:lnTo>
                    <a:lnTo>
                      <a:pt x="531034" y="190666"/>
                    </a:lnTo>
                    <a:lnTo>
                      <a:pt x="535162" y="189101"/>
                    </a:lnTo>
                    <a:lnTo>
                      <a:pt x="538985" y="186893"/>
                    </a:lnTo>
                    <a:lnTo>
                      <a:pt x="542405" y="184101"/>
                    </a:lnTo>
                    <a:lnTo>
                      <a:pt x="545332" y="180797"/>
                    </a:lnTo>
                    <a:lnTo>
                      <a:pt x="547692" y="177065"/>
                    </a:lnTo>
                    <a:lnTo>
                      <a:pt x="549422" y="173004"/>
                    </a:lnTo>
                    <a:lnTo>
                      <a:pt x="550479" y="168718"/>
                    </a:lnTo>
                    <a:lnTo>
                      <a:pt x="550834" y="164317"/>
                    </a:lnTo>
                    <a:lnTo>
                      <a:pt x="550834" y="27432"/>
                    </a:lnTo>
                    <a:lnTo>
                      <a:pt x="550479" y="23031"/>
                    </a:lnTo>
                    <a:lnTo>
                      <a:pt x="549422" y="18745"/>
                    </a:lnTo>
                    <a:lnTo>
                      <a:pt x="547692" y="14683"/>
                    </a:lnTo>
                    <a:lnTo>
                      <a:pt x="545332" y="10952"/>
                    </a:lnTo>
                    <a:lnTo>
                      <a:pt x="542405" y="7647"/>
                    </a:lnTo>
                    <a:lnTo>
                      <a:pt x="538985" y="4855"/>
                    </a:lnTo>
                    <a:lnTo>
                      <a:pt x="535162" y="2648"/>
                    </a:lnTo>
                    <a:lnTo>
                      <a:pt x="531034" y="1083"/>
                    </a:lnTo>
                    <a:lnTo>
                      <a:pt x="526709" y="200"/>
                    </a:lnTo>
                    <a:lnTo>
                      <a:pt x="523402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6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164317"/>
                    </a:lnTo>
                    <a:lnTo>
                      <a:pt x="88" y="162110"/>
                    </a:lnTo>
                    <a:lnTo>
                      <a:pt x="88" y="166525"/>
                    </a:lnTo>
                    <a:lnTo>
                      <a:pt x="797" y="170882"/>
                    </a:lnTo>
                    <a:lnTo>
                      <a:pt x="2195" y="175070"/>
                    </a:lnTo>
                    <a:lnTo>
                      <a:pt x="4246" y="178979"/>
                    </a:lnTo>
                    <a:lnTo>
                      <a:pt x="6898" y="182508"/>
                    </a:lnTo>
                    <a:lnTo>
                      <a:pt x="10082" y="185566"/>
                    </a:lnTo>
                    <a:lnTo>
                      <a:pt x="13716" y="188074"/>
                    </a:lnTo>
                    <a:lnTo>
                      <a:pt x="17704" y="189967"/>
                    </a:lnTo>
                    <a:lnTo>
                      <a:pt x="21944" y="191195"/>
                    </a:lnTo>
                    <a:lnTo>
                      <a:pt x="26327" y="191727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71" name="tx3971"/>
              <p:cNvSpPr/>
              <p:nvPr/>
            </p:nvSpPr>
            <p:spPr>
              <a:xfrm>
                <a:off x="2676615" y="3198524"/>
                <a:ext cx="459394" cy="100309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325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W2</a:t>
                </a:r>
                <a:r>
                  <a:rPr lang="en-US" sz="1325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-</a:t>
                </a:r>
                <a:r>
                  <a:rPr sz="1325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LA</a:t>
                </a:r>
              </a:p>
            </p:txBody>
          </p:sp>
          <p:sp>
            <p:nvSpPr>
              <p:cNvPr id="3972" name="pg3972"/>
              <p:cNvSpPr/>
              <p:nvPr/>
            </p:nvSpPr>
            <p:spPr>
              <a:xfrm>
                <a:off x="4073571" y="1842433"/>
                <a:ext cx="581741" cy="191749"/>
              </a:xfrm>
              <a:custGeom>
                <a:avLst/>
                <a:gdLst/>
                <a:ahLst/>
                <a:cxnLst/>
                <a:rect l="0" t="0" r="0" b="0"/>
                <a:pathLst>
                  <a:path w="581741" h="191749">
                    <a:moveTo>
                      <a:pt x="27432" y="191749"/>
                    </a:moveTo>
                    <a:lnTo>
                      <a:pt x="554309" y="191749"/>
                    </a:lnTo>
                    <a:lnTo>
                      <a:pt x="553204" y="191727"/>
                    </a:lnTo>
                    <a:lnTo>
                      <a:pt x="557615" y="191549"/>
                    </a:lnTo>
                    <a:lnTo>
                      <a:pt x="561941" y="190666"/>
                    </a:lnTo>
                    <a:lnTo>
                      <a:pt x="566069" y="189101"/>
                    </a:lnTo>
                    <a:lnTo>
                      <a:pt x="569892" y="186893"/>
                    </a:lnTo>
                    <a:lnTo>
                      <a:pt x="573312" y="184101"/>
                    </a:lnTo>
                    <a:lnTo>
                      <a:pt x="576239" y="180797"/>
                    </a:lnTo>
                    <a:lnTo>
                      <a:pt x="578599" y="177065"/>
                    </a:lnTo>
                    <a:lnTo>
                      <a:pt x="580329" y="173004"/>
                    </a:lnTo>
                    <a:lnTo>
                      <a:pt x="581386" y="168718"/>
                    </a:lnTo>
                    <a:lnTo>
                      <a:pt x="581741" y="164317"/>
                    </a:lnTo>
                    <a:lnTo>
                      <a:pt x="581741" y="27432"/>
                    </a:lnTo>
                    <a:lnTo>
                      <a:pt x="581386" y="23031"/>
                    </a:lnTo>
                    <a:lnTo>
                      <a:pt x="580329" y="18745"/>
                    </a:lnTo>
                    <a:lnTo>
                      <a:pt x="578599" y="14683"/>
                    </a:lnTo>
                    <a:lnTo>
                      <a:pt x="576239" y="10952"/>
                    </a:lnTo>
                    <a:lnTo>
                      <a:pt x="573312" y="7647"/>
                    </a:lnTo>
                    <a:lnTo>
                      <a:pt x="569892" y="4855"/>
                    </a:lnTo>
                    <a:lnTo>
                      <a:pt x="566069" y="2648"/>
                    </a:lnTo>
                    <a:lnTo>
                      <a:pt x="561941" y="1083"/>
                    </a:lnTo>
                    <a:lnTo>
                      <a:pt x="557615" y="200"/>
                    </a:lnTo>
                    <a:lnTo>
                      <a:pt x="554309" y="0"/>
                    </a:lnTo>
                    <a:lnTo>
                      <a:pt x="27432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6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164317"/>
                    </a:lnTo>
                    <a:lnTo>
                      <a:pt x="88" y="162110"/>
                    </a:lnTo>
                    <a:lnTo>
                      <a:pt x="88" y="166525"/>
                    </a:lnTo>
                    <a:lnTo>
                      <a:pt x="797" y="170882"/>
                    </a:lnTo>
                    <a:lnTo>
                      <a:pt x="2195" y="175070"/>
                    </a:lnTo>
                    <a:lnTo>
                      <a:pt x="4246" y="178979"/>
                    </a:lnTo>
                    <a:lnTo>
                      <a:pt x="6898" y="182508"/>
                    </a:lnTo>
                    <a:lnTo>
                      <a:pt x="10082" y="185566"/>
                    </a:lnTo>
                    <a:lnTo>
                      <a:pt x="13716" y="188074"/>
                    </a:lnTo>
                    <a:lnTo>
                      <a:pt x="17704" y="189967"/>
                    </a:lnTo>
                    <a:lnTo>
                      <a:pt x="21944" y="191195"/>
                    </a:lnTo>
                    <a:lnTo>
                      <a:pt x="26327" y="191727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73" name="tx3973"/>
              <p:cNvSpPr/>
              <p:nvPr/>
            </p:nvSpPr>
            <p:spPr>
              <a:xfrm>
                <a:off x="4119291" y="1888153"/>
                <a:ext cx="490301" cy="100309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325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W5</a:t>
                </a:r>
                <a:r>
                  <a:rPr lang="en-US" sz="1325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-</a:t>
                </a:r>
                <a:r>
                  <a:rPr sz="1325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NH</a:t>
                </a:r>
              </a:p>
            </p:txBody>
          </p:sp>
          <p:sp>
            <p:nvSpPr>
              <p:cNvPr id="3974" name="rc3974"/>
              <p:cNvSpPr/>
              <p:nvPr/>
            </p:nvSpPr>
            <p:spPr>
              <a:xfrm>
                <a:off x="4155229" y="2281426"/>
                <a:ext cx="434719" cy="411073"/>
              </a:xfrm>
              <a:prstGeom prst="rect">
                <a:avLst/>
              </a:prstGeom>
              <a:noFill/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75" name="pl3975"/>
              <p:cNvSpPr/>
              <p:nvPr/>
            </p:nvSpPr>
            <p:spPr>
              <a:xfrm>
                <a:off x="3340740" y="1535667"/>
                <a:ext cx="814489" cy="745758"/>
              </a:xfrm>
              <a:custGeom>
                <a:avLst/>
                <a:gdLst/>
                <a:ahLst/>
                <a:cxnLst/>
                <a:rect l="0" t="0" r="0" b="0"/>
                <a:pathLst>
                  <a:path w="814489" h="745758">
                    <a:moveTo>
                      <a:pt x="0" y="0"/>
                    </a:moveTo>
                    <a:lnTo>
                      <a:pt x="814489" y="745758"/>
                    </a:lnTo>
                  </a:path>
                </a:pathLst>
              </a:cu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76" name="pl3976"/>
              <p:cNvSpPr/>
              <p:nvPr/>
            </p:nvSpPr>
            <p:spPr>
              <a:xfrm>
                <a:off x="3340740" y="2692500"/>
                <a:ext cx="814489" cy="44001"/>
              </a:xfrm>
              <a:custGeom>
                <a:avLst/>
                <a:gdLst/>
                <a:ahLst/>
                <a:cxnLst/>
                <a:rect l="0" t="0" r="0" b="0"/>
                <a:pathLst>
                  <a:path w="814489" h="44001">
                    <a:moveTo>
                      <a:pt x="0" y="44001"/>
                    </a:moveTo>
                    <a:lnTo>
                      <a:pt x="814489" y="0"/>
                    </a:lnTo>
                  </a:path>
                </a:pathLst>
              </a:cu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77" name="rc3977"/>
              <p:cNvSpPr/>
              <p:nvPr/>
            </p:nvSpPr>
            <p:spPr>
              <a:xfrm>
                <a:off x="1935545" y="1386057"/>
                <a:ext cx="3501561" cy="2714613"/>
              </a:xfrm>
              <a:prstGeom prst="rect">
                <a:avLst/>
              </a:prstGeom>
              <a:noFill/>
              <a:ln w="13550" cap="rnd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78" name="tx3978"/>
              <p:cNvSpPr/>
              <p:nvPr/>
            </p:nvSpPr>
            <p:spPr>
              <a:xfrm>
                <a:off x="1623192" y="3807683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25</a:t>
                </a:r>
              </a:p>
            </p:txBody>
          </p:sp>
          <p:sp>
            <p:nvSpPr>
              <p:cNvPr id="3979" name="tx3979"/>
              <p:cNvSpPr/>
              <p:nvPr/>
            </p:nvSpPr>
            <p:spPr>
              <a:xfrm>
                <a:off x="1747550" y="3789212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3980" name="tx3980"/>
              <p:cNvSpPr/>
              <p:nvPr/>
            </p:nvSpPr>
            <p:spPr>
              <a:xfrm>
                <a:off x="1792265" y="3807683"/>
                <a:ext cx="8065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N</a:t>
                </a:r>
              </a:p>
            </p:txBody>
          </p:sp>
          <p:sp>
            <p:nvSpPr>
              <p:cNvPr id="3981" name="tx3981"/>
              <p:cNvSpPr/>
              <p:nvPr/>
            </p:nvSpPr>
            <p:spPr>
              <a:xfrm>
                <a:off x="1623192" y="3283301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30</a:t>
                </a:r>
              </a:p>
            </p:txBody>
          </p:sp>
          <p:sp>
            <p:nvSpPr>
              <p:cNvPr id="3982" name="tx3982"/>
              <p:cNvSpPr/>
              <p:nvPr/>
            </p:nvSpPr>
            <p:spPr>
              <a:xfrm>
                <a:off x="1747550" y="3264830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3983" name="tx3983"/>
              <p:cNvSpPr/>
              <p:nvPr/>
            </p:nvSpPr>
            <p:spPr>
              <a:xfrm>
                <a:off x="1792265" y="3283301"/>
                <a:ext cx="8065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N</a:t>
                </a:r>
              </a:p>
            </p:txBody>
          </p:sp>
          <p:sp>
            <p:nvSpPr>
              <p:cNvPr id="3984" name="tx3984"/>
              <p:cNvSpPr/>
              <p:nvPr/>
            </p:nvSpPr>
            <p:spPr>
              <a:xfrm>
                <a:off x="1623192" y="2758919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35</a:t>
                </a:r>
              </a:p>
            </p:txBody>
          </p:sp>
          <p:sp>
            <p:nvSpPr>
              <p:cNvPr id="3985" name="tx3985"/>
              <p:cNvSpPr/>
              <p:nvPr/>
            </p:nvSpPr>
            <p:spPr>
              <a:xfrm>
                <a:off x="1747550" y="2740448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3986" name="tx3986"/>
              <p:cNvSpPr/>
              <p:nvPr/>
            </p:nvSpPr>
            <p:spPr>
              <a:xfrm>
                <a:off x="1792265" y="2758919"/>
                <a:ext cx="8065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N</a:t>
                </a:r>
              </a:p>
            </p:txBody>
          </p:sp>
          <p:sp>
            <p:nvSpPr>
              <p:cNvPr id="3987" name="tx3987"/>
              <p:cNvSpPr/>
              <p:nvPr/>
            </p:nvSpPr>
            <p:spPr>
              <a:xfrm>
                <a:off x="1623192" y="2234537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40</a:t>
                </a:r>
              </a:p>
            </p:txBody>
          </p:sp>
          <p:sp>
            <p:nvSpPr>
              <p:cNvPr id="3988" name="tx3988"/>
              <p:cNvSpPr/>
              <p:nvPr/>
            </p:nvSpPr>
            <p:spPr>
              <a:xfrm>
                <a:off x="1747550" y="2216066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3989" name="tx3989"/>
              <p:cNvSpPr/>
              <p:nvPr/>
            </p:nvSpPr>
            <p:spPr>
              <a:xfrm>
                <a:off x="1792265" y="2234537"/>
                <a:ext cx="8065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N</a:t>
                </a:r>
              </a:p>
            </p:txBody>
          </p:sp>
          <p:sp>
            <p:nvSpPr>
              <p:cNvPr id="3990" name="tx3990"/>
              <p:cNvSpPr/>
              <p:nvPr/>
            </p:nvSpPr>
            <p:spPr>
              <a:xfrm>
                <a:off x="1623192" y="1709973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45</a:t>
                </a:r>
              </a:p>
            </p:txBody>
          </p:sp>
          <p:sp>
            <p:nvSpPr>
              <p:cNvPr id="3991" name="tx3991"/>
              <p:cNvSpPr/>
              <p:nvPr/>
            </p:nvSpPr>
            <p:spPr>
              <a:xfrm>
                <a:off x="1747550" y="1691502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3992" name="tx3992"/>
              <p:cNvSpPr/>
              <p:nvPr/>
            </p:nvSpPr>
            <p:spPr>
              <a:xfrm>
                <a:off x="1792265" y="1709973"/>
                <a:ext cx="8065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N</a:t>
                </a:r>
              </a:p>
            </p:txBody>
          </p:sp>
          <p:sp>
            <p:nvSpPr>
              <p:cNvPr id="3993" name="pl3993"/>
              <p:cNvSpPr/>
              <p:nvPr/>
            </p:nvSpPr>
            <p:spPr>
              <a:xfrm>
                <a:off x="1900750" y="3848191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94" name="pl3994"/>
              <p:cNvSpPr/>
              <p:nvPr/>
            </p:nvSpPr>
            <p:spPr>
              <a:xfrm>
                <a:off x="1900750" y="3323809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95" name="pl3995"/>
              <p:cNvSpPr/>
              <p:nvPr/>
            </p:nvSpPr>
            <p:spPr>
              <a:xfrm>
                <a:off x="1900750" y="2799427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96" name="pl3996"/>
              <p:cNvSpPr/>
              <p:nvPr/>
            </p:nvSpPr>
            <p:spPr>
              <a:xfrm>
                <a:off x="1900750" y="2275045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97" name="pl3997"/>
              <p:cNvSpPr/>
              <p:nvPr/>
            </p:nvSpPr>
            <p:spPr>
              <a:xfrm>
                <a:off x="1900750" y="1750663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98" name="tx3998"/>
              <p:cNvSpPr/>
              <p:nvPr/>
            </p:nvSpPr>
            <p:spPr>
              <a:xfrm rot="-5400000">
                <a:off x="1260265" y="2693346"/>
                <a:ext cx="497342" cy="100035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32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Latitude</a:t>
                </a:r>
              </a:p>
            </p:txBody>
          </p:sp>
          <p:sp>
            <p:nvSpPr>
              <p:cNvPr id="3999" name="pl3999"/>
              <p:cNvSpPr/>
              <p:nvPr/>
            </p:nvSpPr>
            <p:spPr>
              <a:xfrm>
                <a:off x="2265396" y="4100670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00" name="pl4000"/>
              <p:cNvSpPr/>
              <p:nvPr/>
            </p:nvSpPr>
            <p:spPr>
              <a:xfrm>
                <a:off x="2692120" y="4100670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01" name="pl4001"/>
              <p:cNvSpPr/>
              <p:nvPr/>
            </p:nvSpPr>
            <p:spPr>
              <a:xfrm>
                <a:off x="3118843" y="4100670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02" name="pl4002"/>
              <p:cNvSpPr/>
              <p:nvPr/>
            </p:nvSpPr>
            <p:spPr>
              <a:xfrm>
                <a:off x="3545567" y="4100670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03" name="pl4003"/>
              <p:cNvSpPr/>
              <p:nvPr/>
            </p:nvSpPr>
            <p:spPr>
              <a:xfrm>
                <a:off x="3972290" y="4100670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04" name="pl4004"/>
              <p:cNvSpPr/>
              <p:nvPr/>
            </p:nvSpPr>
            <p:spPr>
              <a:xfrm>
                <a:off x="4399014" y="4100670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05" name="pl4005"/>
              <p:cNvSpPr/>
              <p:nvPr/>
            </p:nvSpPr>
            <p:spPr>
              <a:xfrm>
                <a:off x="4825737" y="4100670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06" name="pl4006"/>
              <p:cNvSpPr/>
              <p:nvPr/>
            </p:nvSpPr>
            <p:spPr>
              <a:xfrm>
                <a:off x="5252461" y="4100670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07" name="tx4007"/>
              <p:cNvSpPr/>
              <p:nvPr/>
            </p:nvSpPr>
            <p:spPr>
              <a:xfrm>
                <a:off x="2097055" y="4163666"/>
                <a:ext cx="186537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100</a:t>
                </a:r>
              </a:p>
            </p:txBody>
          </p:sp>
          <p:sp>
            <p:nvSpPr>
              <p:cNvPr id="4008" name="tx4008"/>
              <p:cNvSpPr/>
              <p:nvPr/>
            </p:nvSpPr>
            <p:spPr>
              <a:xfrm>
                <a:off x="2283593" y="4145195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4009" name="tx4009"/>
              <p:cNvSpPr/>
              <p:nvPr/>
            </p:nvSpPr>
            <p:spPr>
              <a:xfrm>
                <a:off x="2328307" y="4163666"/>
                <a:ext cx="10543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W</a:t>
                </a:r>
              </a:p>
            </p:txBody>
          </p:sp>
          <p:sp>
            <p:nvSpPr>
              <p:cNvPr id="4010" name="tx4010"/>
              <p:cNvSpPr/>
              <p:nvPr/>
            </p:nvSpPr>
            <p:spPr>
              <a:xfrm>
                <a:off x="2539323" y="4163666"/>
                <a:ext cx="15544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 95</a:t>
                </a:r>
              </a:p>
            </p:txBody>
          </p:sp>
          <p:sp>
            <p:nvSpPr>
              <p:cNvPr id="4011" name="tx4011"/>
              <p:cNvSpPr/>
              <p:nvPr/>
            </p:nvSpPr>
            <p:spPr>
              <a:xfrm>
                <a:off x="2694771" y="4145195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4012" name="tx4012"/>
              <p:cNvSpPr/>
              <p:nvPr/>
            </p:nvSpPr>
            <p:spPr>
              <a:xfrm>
                <a:off x="2739486" y="4163666"/>
                <a:ext cx="10543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W</a:t>
                </a:r>
              </a:p>
            </p:txBody>
          </p:sp>
          <p:sp>
            <p:nvSpPr>
              <p:cNvPr id="4013" name="tx4013"/>
              <p:cNvSpPr/>
              <p:nvPr/>
            </p:nvSpPr>
            <p:spPr>
              <a:xfrm>
                <a:off x="2966047" y="4163666"/>
                <a:ext cx="15544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 90</a:t>
                </a:r>
              </a:p>
            </p:txBody>
          </p:sp>
          <p:sp>
            <p:nvSpPr>
              <p:cNvPr id="4014" name="tx4014"/>
              <p:cNvSpPr/>
              <p:nvPr/>
            </p:nvSpPr>
            <p:spPr>
              <a:xfrm>
                <a:off x="3121495" y="4145195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4015" name="tx4015"/>
              <p:cNvSpPr/>
              <p:nvPr/>
            </p:nvSpPr>
            <p:spPr>
              <a:xfrm>
                <a:off x="3166209" y="4163666"/>
                <a:ext cx="10543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W</a:t>
                </a:r>
              </a:p>
            </p:txBody>
          </p:sp>
          <p:sp>
            <p:nvSpPr>
              <p:cNvPr id="4016" name="tx4016"/>
              <p:cNvSpPr/>
              <p:nvPr/>
            </p:nvSpPr>
            <p:spPr>
              <a:xfrm>
                <a:off x="3392771" y="4163666"/>
                <a:ext cx="15544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 85</a:t>
                </a:r>
              </a:p>
            </p:txBody>
          </p:sp>
          <p:sp>
            <p:nvSpPr>
              <p:cNvPr id="4017" name="tx4017"/>
              <p:cNvSpPr/>
              <p:nvPr/>
            </p:nvSpPr>
            <p:spPr>
              <a:xfrm>
                <a:off x="3548219" y="4145195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4018" name="tx4018"/>
              <p:cNvSpPr/>
              <p:nvPr/>
            </p:nvSpPr>
            <p:spPr>
              <a:xfrm>
                <a:off x="3592933" y="4163666"/>
                <a:ext cx="10543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W</a:t>
                </a:r>
              </a:p>
            </p:txBody>
          </p:sp>
          <p:sp>
            <p:nvSpPr>
              <p:cNvPr id="4019" name="tx4019"/>
              <p:cNvSpPr/>
              <p:nvPr/>
            </p:nvSpPr>
            <p:spPr>
              <a:xfrm>
                <a:off x="3819494" y="4163666"/>
                <a:ext cx="15544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 80</a:t>
                </a:r>
              </a:p>
            </p:txBody>
          </p:sp>
          <p:sp>
            <p:nvSpPr>
              <p:cNvPr id="4020" name="tx4020"/>
              <p:cNvSpPr/>
              <p:nvPr/>
            </p:nvSpPr>
            <p:spPr>
              <a:xfrm>
                <a:off x="3974942" y="4145195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4021" name="tx4021"/>
              <p:cNvSpPr/>
              <p:nvPr/>
            </p:nvSpPr>
            <p:spPr>
              <a:xfrm>
                <a:off x="4019656" y="4163666"/>
                <a:ext cx="10543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W</a:t>
                </a:r>
              </a:p>
            </p:txBody>
          </p:sp>
          <p:sp>
            <p:nvSpPr>
              <p:cNvPr id="4022" name="tx4022"/>
              <p:cNvSpPr/>
              <p:nvPr/>
            </p:nvSpPr>
            <p:spPr>
              <a:xfrm>
                <a:off x="4246218" y="4163300"/>
                <a:ext cx="15544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 75</a:t>
                </a:r>
              </a:p>
            </p:txBody>
          </p:sp>
          <p:sp>
            <p:nvSpPr>
              <p:cNvPr id="4023" name="tx4023"/>
              <p:cNvSpPr/>
              <p:nvPr/>
            </p:nvSpPr>
            <p:spPr>
              <a:xfrm>
                <a:off x="4401666" y="4144830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4024" name="tx4024"/>
              <p:cNvSpPr/>
              <p:nvPr/>
            </p:nvSpPr>
            <p:spPr>
              <a:xfrm>
                <a:off x="4446380" y="4163300"/>
                <a:ext cx="10543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W</a:t>
                </a:r>
              </a:p>
            </p:txBody>
          </p:sp>
          <p:sp>
            <p:nvSpPr>
              <p:cNvPr id="4025" name="tx4025"/>
              <p:cNvSpPr/>
              <p:nvPr/>
            </p:nvSpPr>
            <p:spPr>
              <a:xfrm>
                <a:off x="4672941" y="4163666"/>
                <a:ext cx="15544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 70</a:t>
                </a:r>
              </a:p>
            </p:txBody>
          </p:sp>
          <p:sp>
            <p:nvSpPr>
              <p:cNvPr id="4026" name="tx4026"/>
              <p:cNvSpPr/>
              <p:nvPr/>
            </p:nvSpPr>
            <p:spPr>
              <a:xfrm>
                <a:off x="4828389" y="4145195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4027" name="tx4027"/>
              <p:cNvSpPr/>
              <p:nvPr/>
            </p:nvSpPr>
            <p:spPr>
              <a:xfrm>
                <a:off x="4873103" y="4163666"/>
                <a:ext cx="10543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W</a:t>
                </a:r>
              </a:p>
            </p:txBody>
          </p:sp>
          <p:sp>
            <p:nvSpPr>
              <p:cNvPr id="4028" name="tx4028"/>
              <p:cNvSpPr/>
              <p:nvPr/>
            </p:nvSpPr>
            <p:spPr>
              <a:xfrm>
                <a:off x="5099665" y="4163666"/>
                <a:ext cx="15544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 65</a:t>
                </a:r>
              </a:p>
            </p:txBody>
          </p:sp>
          <p:sp>
            <p:nvSpPr>
              <p:cNvPr id="4029" name="tx4029"/>
              <p:cNvSpPr/>
              <p:nvPr/>
            </p:nvSpPr>
            <p:spPr>
              <a:xfrm>
                <a:off x="5255113" y="4145195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4030" name="tx4030"/>
              <p:cNvSpPr/>
              <p:nvPr/>
            </p:nvSpPr>
            <p:spPr>
              <a:xfrm>
                <a:off x="5299827" y="4163666"/>
                <a:ext cx="10543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W</a:t>
                </a:r>
              </a:p>
            </p:txBody>
          </p:sp>
          <p:sp>
            <p:nvSpPr>
              <p:cNvPr id="4031" name="tx4031"/>
              <p:cNvSpPr/>
              <p:nvPr/>
            </p:nvSpPr>
            <p:spPr>
              <a:xfrm>
                <a:off x="3379362" y="4303342"/>
                <a:ext cx="613928" cy="100035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32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Longitude</a:t>
                </a:r>
              </a:p>
            </p:txBody>
          </p:sp>
          <p:sp>
            <p:nvSpPr>
              <p:cNvPr id="4032" name="rc4032"/>
              <p:cNvSpPr/>
              <p:nvPr/>
            </p:nvSpPr>
            <p:spPr>
              <a:xfrm>
                <a:off x="5576285" y="1950162"/>
                <a:ext cx="737195" cy="1586402"/>
              </a:xfrm>
              <a:prstGeom prst="rect">
                <a:avLst/>
              </a:prstGeom>
              <a:solidFill>
                <a:srgbClr val="FFFFFF">
                  <a:alpha val="100000"/>
                </a:srgbClr>
              </a:solidFill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33" name="tx4033"/>
              <p:cNvSpPr/>
              <p:nvPr/>
            </p:nvSpPr>
            <p:spPr>
              <a:xfrm>
                <a:off x="5645874" y="2034473"/>
                <a:ext cx="598017" cy="100035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32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Genomic </a:t>
                </a:r>
              </a:p>
            </p:txBody>
          </p:sp>
          <p:sp>
            <p:nvSpPr>
              <p:cNvPr id="4034" name="tx4034"/>
              <p:cNvSpPr/>
              <p:nvPr/>
            </p:nvSpPr>
            <p:spPr>
              <a:xfrm>
                <a:off x="5645874" y="2185349"/>
                <a:ext cx="370332" cy="100035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32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Offset</a:t>
                </a:r>
              </a:p>
            </p:txBody>
          </p:sp>
          <p:pic>
            <p:nvPicPr>
              <p:cNvPr id="4035" name="pic4035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5645874" y="2369695"/>
                <a:ext cx="219455" cy="1097280"/>
              </a:xfrm>
              <a:prstGeom prst="rect">
                <a:avLst/>
              </a:prstGeom>
            </p:spPr>
          </p:pic>
          <p:sp>
            <p:nvSpPr>
              <p:cNvPr id="4036" name="pl4036"/>
              <p:cNvSpPr/>
              <p:nvPr/>
            </p:nvSpPr>
            <p:spPr>
              <a:xfrm>
                <a:off x="5821439" y="3465147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37" name="pl4037"/>
              <p:cNvSpPr/>
              <p:nvPr/>
            </p:nvSpPr>
            <p:spPr>
              <a:xfrm>
                <a:off x="5821439" y="3282876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38" name="pl4038"/>
              <p:cNvSpPr/>
              <p:nvPr/>
            </p:nvSpPr>
            <p:spPr>
              <a:xfrm>
                <a:off x="5821439" y="3100606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39" name="pl4039"/>
              <p:cNvSpPr/>
              <p:nvPr/>
            </p:nvSpPr>
            <p:spPr>
              <a:xfrm>
                <a:off x="5821439" y="2918335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40" name="pl4040"/>
              <p:cNvSpPr/>
              <p:nvPr/>
            </p:nvSpPr>
            <p:spPr>
              <a:xfrm>
                <a:off x="5821439" y="2736065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41" name="pl4041"/>
              <p:cNvSpPr/>
              <p:nvPr/>
            </p:nvSpPr>
            <p:spPr>
              <a:xfrm>
                <a:off x="5821439" y="2553795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42" name="pl4042"/>
              <p:cNvSpPr/>
              <p:nvPr/>
            </p:nvSpPr>
            <p:spPr>
              <a:xfrm>
                <a:off x="5821439" y="2371524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43" name="pl4043"/>
              <p:cNvSpPr/>
              <p:nvPr/>
            </p:nvSpPr>
            <p:spPr>
              <a:xfrm>
                <a:off x="5645874" y="3465147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44" name="pl4044"/>
              <p:cNvSpPr/>
              <p:nvPr/>
            </p:nvSpPr>
            <p:spPr>
              <a:xfrm>
                <a:off x="5645874" y="3282876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45" name="pl4045"/>
              <p:cNvSpPr/>
              <p:nvPr/>
            </p:nvSpPr>
            <p:spPr>
              <a:xfrm>
                <a:off x="5645874" y="3100606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46" name="pl4046"/>
              <p:cNvSpPr/>
              <p:nvPr/>
            </p:nvSpPr>
            <p:spPr>
              <a:xfrm>
                <a:off x="5645874" y="2918335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47" name="pl4047"/>
              <p:cNvSpPr/>
              <p:nvPr/>
            </p:nvSpPr>
            <p:spPr>
              <a:xfrm>
                <a:off x="5645874" y="2736065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48" name="pl4048"/>
              <p:cNvSpPr/>
              <p:nvPr/>
            </p:nvSpPr>
            <p:spPr>
              <a:xfrm>
                <a:off x="5645874" y="2553795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49" name="pl4049"/>
              <p:cNvSpPr/>
              <p:nvPr/>
            </p:nvSpPr>
            <p:spPr>
              <a:xfrm>
                <a:off x="5645874" y="2371524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50" name="tx4050"/>
              <p:cNvSpPr/>
              <p:nvPr/>
            </p:nvSpPr>
            <p:spPr>
              <a:xfrm>
                <a:off x="5934919" y="3425142"/>
                <a:ext cx="217627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0.00</a:t>
                </a:r>
              </a:p>
            </p:txBody>
          </p:sp>
          <p:sp>
            <p:nvSpPr>
              <p:cNvPr id="4051" name="tx4051"/>
              <p:cNvSpPr/>
              <p:nvPr/>
            </p:nvSpPr>
            <p:spPr>
              <a:xfrm>
                <a:off x="5934919" y="3242871"/>
                <a:ext cx="217627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0.01</a:t>
                </a:r>
              </a:p>
            </p:txBody>
          </p:sp>
          <p:sp>
            <p:nvSpPr>
              <p:cNvPr id="4052" name="tx4052"/>
              <p:cNvSpPr/>
              <p:nvPr/>
            </p:nvSpPr>
            <p:spPr>
              <a:xfrm>
                <a:off x="5934919" y="3060601"/>
                <a:ext cx="217627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0.02</a:t>
                </a:r>
              </a:p>
            </p:txBody>
          </p:sp>
          <p:sp>
            <p:nvSpPr>
              <p:cNvPr id="4053" name="tx4053"/>
              <p:cNvSpPr/>
              <p:nvPr/>
            </p:nvSpPr>
            <p:spPr>
              <a:xfrm>
                <a:off x="5934919" y="2878330"/>
                <a:ext cx="217627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0.03</a:t>
                </a:r>
              </a:p>
            </p:txBody>
          </p:sp>
          <p:sp>
            <p:nvSpPr>
              <p:cNvPr id="4054" name="tx4054"/>
              <p:cNvSpPr/>
              <p:nvPr/>
            </p:nvSpPr>
            <p:spPr>
              <a:xfrm>
                <a:off x="5934919" y="2696060"/>
                <a:ext cx="217627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0.04</a:t>
                </a:r>
              </a:p>
            </p:txBody>
          </p:sp>
          <p:sp>
            <p:nvSpPr>
              <p:cNvPr id="4055" name="tx4055"/>
              <p:cNvSpPr/>
              <p:nvPr/>
            </p:nvSpPr>
            <p:spPr>
              <a:xfrm>
                <a:off x="5934919" y="2513790"/>
                <a:ext cx="217627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0.05</a:t>
                </a:r>
              </a:p>
            </p:txBody>
          </p:sp>
          <p:sp>
            <p:nvSpPr>
              <p:cNvPr id="4056" name="tx4056"/>
              <p:cNvSpPr/>
              <p:nvPr/>
            </p:nvSpPr>
            <p:spPr>
              <a:xfrm>
                <a:off x="5934919" y="2331519"/>
                <a:ext cx="217627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0.06</a:t>
                </a:r>
              </a:p>
            </p:txBody>
          </p:sp>
          <p:sp>
            <p:nvSpPr>
              <p:cNvPr id="4068" name="rc4068"/>
              <p:cNvSpPr/>
              <p:nvPr/>
            </p:nvSpPr>
            <p:spPr>
              <a:xfrm>
                <a:off x="2097741" y="1521787"/>
                <a:ext cx="1251309" cy="1221576"/>
              </a:xfrm>
              <a:prstGeom prst="rect">
                <a:avLst/>
              </a:prstGeom>
              <a:noFill/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69" name="rc4069"/>
              <p:cNvSpPr/>
              <p:nvPr/>
            </p:nvSpPr>
            <p:spPr>
              <a:xfrm>
                <a:off x="2097741" y="1521787"/>
                <a:ext cx="1251309" cy="1221576"/>
              </a:xfrm>
              <a:prstGeom prst="rect">
                <a:avLst/>
              </a:prstGeom>
              <a:solidFill>
                <a:srgbClr val="F0F8FF">
                  <a:alpha val="100000"/>
                </a:srgbClr>
              </a:solidFill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70" name="pl4070"/>
              <p:cNvSpPr/>
              <p:nvPr/>
            </p:nvSpPr>
            <p:spPr>
              <a:xfrm>
                <a:off x="2122566" y="1521787"/>
                <a:ext cx="0" cy="1221576"/>
              </a:xfrm>
              <a:custGeom>
                <a:avLst/>
                <a:gdLst/>
                <a:ahLst/>
                <a:cxnLst/>
                <a:rect l="0" t="0" r="0" b="0"/>
                <a:pathLst>
                  <a:path h="1221576">
                    <a:moveTo>
                      <a:pt x="0" y="1221576"/>
                    </a:moveTo>
                    <a:lnTo>
                      <a:pt x="0" y="1214519"/>
                    </a:lnTo>
                    <a:lnTo>
                      <a:pt x="0" y="1197347"/>
                    </a:lnTo>
                    <a:lnTo>
                      <a:pt x="0" y="1180176"/>
                    </a:lnTo>
                    <a:lnTo>
                      <a:pt x="0" y="1163005"/>
                    </a:lnTo>
                    <a:lnTo>
                      <a:pt x="0" y="1145834"/>
                    </a:lnTo>
                    <a:lnTo>
                      <a:pt x="0" y="1128662"/>
                    </a:lnTo>
                    <a:lnTo>
                      <a:pt x="0" y="1111491"/>
                    </a:lnTo>
                    <a:lnTo>
                      <a:pt x="0" y="1094320"/>
                    </a:lnTo>
                    <a:lnTo>
                      <a:pt x="0" y="1077149"/>
                    </a:lnTo>
                    <a:lnTo>
                      <a:pt x="0" y="1059977"/>
                    </a:lnTo>
                    <a:lnTo>
                      <a:pt x="0" y="1042806"/>
                    </a:lnTo>
                    <a:lnTo>
                      <a:pt x="0" y="1025635"/>
                    </a:lnTo>
                    <a:lnTo>
                      <a:pt x="0" y="1008464"/>
                    </a:lnTo>
                    <a:lnTo>
                      <a:pt x="0" y="991292"/>
                    </a:lnTo>
                    <a:lnTo>
                      <a:pt x="0" y="974121"/>
                    </a:lnTo>
                    <a:lnTo>
                      <a:pt x="0" y="956950"/>
                    </a:lnTo>
                    <a:lnTo>
                      <a:pt x="0" y="939779"/>
                    </a:lnTo>
                    <a:lnTo>
                      <a:pt x="0" y="922608"/>
                    </a:lnTo>
                    <a:lnTo>
                      <a:pt x="0" y="905436"/>
                    </a:lnTo>
                    <a:lnTo>
                      <a:pt x="0" y="888265"/>
                    </a:lnTo>
                    <a:lnTo>
                      <a:pt x="0" y="871094"/>
                    </a:lnTo>
                    <a:lnTo>
                      <a:pt x="0" y="853923"/>
                    </a:lnTo>
                    <a:lnTo>
                      <a:pt x="0" y="836751"/>
                    </a:lnTo>
                    <a:lnTo>
                      <a:pt x="0" y="819580"/>
                    </a:lnTo>
                    <a:lnTo>
                      <a:pt x="0" y="802409"/>
                    </a:lnTo>
                    <a:lnTo>
                      <a:pt x="0" y="785238"/>
                    </a:lnTo>
                    <a:lnTo>
                      <a:pt x="0" y="768066"/>
                    </a:lnTo>
                    <a:lnTo>
                      <a:pt x="0" y="750895"/>
                    </a:lnTo>
                    <a:lnTo>
                      <a:pt x="0" y="733724"/>
                    </a:lnTo>
                    <a:lnTo>
                      <a:pt x="0" y="716553"/>
                    </a:lnTo>
                    <a:lnTo>
                      <a:pt x="0" y="699382"/>
                    </a:lnTo>
                    <a:lnTo>
                      <a:pt x="0" y="682210"/>
                    </a:lnTo>
                    <a:lnTo>
                      <a:pt x="0" y="665039"/>
                    </a:lnTo>
                    <a:lnTo>
                      <a:pt x="0" y="647868"/>
                    </a:lnTo>
                    <a:lnTo>
                      <a:pt x="0" y="630697"/>
                    </a:lnTo>
                    <a:lnTo>
                      <a:pt x="0" y="613525"/>
                    </a:lnTo>
                    <a:lnTo>
                      <a:pt x="0" y="596354"/>
                    </a:lnTo>
                    <a:lnTo>
                      <a:pt x="0" y="579183"/>
                    </a:lnTo>
                    <a:lnTo>
                      <a:pt x="0" y="562012"/>
                    </a:lnTo>
                    <a:lnTo>
                      <a:pt x="0" y="544840"/>
                    </a:lnTo>
                    <a:lnTo>
                      <a:pt x="0" y="527669"/>
                    </a:lnTo>
                    <a:lnTo>
                      <a:pt x="0" y="510498"/>
                    </a:lnTo>
                    <a:lnTo>
                      <a:pt x="0" y="493327"/>
                    </a:lnTo>
                    <a:lnTo>
                      <a:pt x="0" y="476155"/>
                    </a:lnTo>
                    <a:lnTo>
                      <a:pt x="0" y="458984"/>
                    </a:lnTo>
                    <a:lnTo>
                      <a:pt x="0" y="441813"/>
                    </a:lnTo>
                    <a:lnTo>
                      <a:pt x="0" y="424642"/>
                    </a:lnTo>
                    <a:lnTo>
                      <a:pt x="0" y="407471"/>
                    </a:lnTo>
                    <a:lnTo>
                      <a:pt x="0" y="390299"/>
                    </a:lnTo>
                    <a:lnTo>
                      <a:pt x="0" y="373128"/>
                    </a:lnTo>
                    <a:lnTo>
                      <a:pt x="0" y="355957"/>
                    </a:lnTo>
                    <a:lnTo>
                      <a:pt x="0" y="338786"/>
                    </a:lnTo>
                    <a:lnTo>
                      <a:pt x="0" y="321614"/>
                    </a:lnTo>
                    <a:lnTo>
                      <a:pt x="0" y="304443"/>
                    </a:lnTo>
                    <a:lnTo>
                      <a:pt x="0" y="287272"/>
                    </a:lnTo>
                    <a:lnTo>
                      <a:pt x="0" y="270101"/>
                    </a:lnTo>
                    <a:lnTo>
                      <a:pt x="0" y="252929"/>
                    </a:lnTo>
                    <a:lnTo>
                      <a:pt x="0" y="235758"/>
                    </a:lnTo>
                    <a:lnTo>
                      <a:pt x="0" y="218587"/>
                    </a:lnTo>
                    <a:lnTo>
                      <a:pt x="0" y="201416"/>
                    </a:lnTo>
                    <a:lnTo>
                      <a:pt x="0" y="184245"/>
                    </a:lnTo>
                    <a:lnTo>
                      <a:pt x="0" y="167073"/>
                    </a:lnTo>
                    <a:lnTo>
                      <a:pt x="0" y="149902"/>
                    </a:lnTo>
                    <a:lnTo>
                      <a:pt x="0" y="132731"/>
                    </a:lnTo>
                    <a:lnTo>
                      <a:pt x="0" y="115560"/>
                    </a:lnTo>
                    <a:lnTo>
                      <a:pt x="0" y="98388"/>
                    </a:lnTo>
                    <a:lnTo>
                      <a:pt x="0" y="81217"/>
                    </a:lnTo>
                    <a:lnTo>
                      <a:pt x="0" y="64046"/>
                    </a:lnTo>
                    <a:lnTo>
                      <a:pt x="0" y="46875"/>
                    </a:lnTo>
                    <a:lnTo>
                      <a:pt x="0" y="29703"/>
                    </a:lnTo>
                    <a:lnTo>
                      <a:pt x="0" y="12532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9525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71" name="pl4071"/>
              <p:cNvSpPr/>
              <p:nvPr/>
            </p:nvSpPr>
            <p:spPr>
              <a:xfrm>
                <a:off x="2345893" y="1521787"/>
                <a:ext cx="0" cy="1221576"/>
              </a:xfrm>
              <a:custGeom>
                <a:avLst/>
                <a:gdLst/>
                <a:ahLst/>
                <a:cxnLst/>
                <a:rect l="0" t="0" r="0" b="0"/>
                <a:pathLst>
                  <a:path h="1221576">
                    <a:moveTo>
                      <a:pt x="0" y="1221576"/>
                    </a:moveTo>
                    <a:lnTo>
                      <a:pt x="0" y="1214519"/>
                    </a:lnTo>
                    <a:lnTo>
                      <a:pt x="0" y="1197347"/>
                    </a:lnTo>
                    <a:lnTo>
                      <a:pt x="0" y="1180176"/>
                    </a:lnTo>
                    <a:lnTo>
                      <a:pt x="0" y="1163005"/>
                    </a:lnTo>
                    <a:lnTo>
                      <a:pt x="0" y="1145834"/>
                    </a:lnTo>
                    <a:lnTo>
                      <a:pt x="0" y="1128662"/>
                    </a:lnTo>
                    <a:lnTo>
                      <a:pt x="0" y="1111491"/>
                    </a:lnTo>
                    <a:lnTo>
                      <a:pt x="0" y="1094320"/>
                    </a:lnTo>
                    <a:lnTo>
                      <a:pt x="0" y="1077149"/>
                    </a:lnTo>
                    <a:lnTo>
                      <a:pt x="0" y="1059977"/>
                    </a:lnTo>
                    <a:lnTo>
                      <a:pt x="0" y="1042806"/>
                    </a:lnTo>
                    <a:lnTo>
                      <a:pt x="0" y="1025635"/>
                    </a:lnTo>
                    <a:lnTo>
                      <a:pt x="0" y="1008464"/>
                    </a:lnTo>
                    <a:lnTo>
                      <a:pt x="0" y="991292"/>
                    </a:lnTo>
                    <a:lnTo>
                      <a:pt x="0" y="974121"/>
                    </a:lnTo>
                    <a:lnTo>
                      <a:pt x="0" y="956950"/>
                    </a:lnTo>
                    <a:lnTo>
                      <a:pt x="0" y="939779"/>
                    </a:lnTo>
                    <a:lnTo>
                      <a:pt x="0" y="922608"/>
                    </a:lnTo>
                    <a:lnTo>
                      <a:pt x="0" y="905436"/>
                    </a:lnTo>
                    <a:lnTo>
                      <a:pt x="0" y="888265"/>
                    </a:lnTo>
                    <a:lnTo>
                      <a:pt x="0" y="871094"/>
                    </a:lnTo>
                    <a:lnTo>
                      <a:pt x="0" y="853923"/>
                    </a:lnTo>
                    <a:lnTo>
                      <a:pt x="0" y="836751"/>
                    </a:lnTo>
                    <a:lnTo>
                      <a:pt x="0" y="819580"/>
                    </a:lnTo>
                    <a:lnTo>
                      <a:pt x="0" y="802409"/>
                    </a:lnTo>
                    <a:lnTo>
                      <a:pt x="0" y="785238"/>
                    </a:lnTo>
                    <a:lnTo>
                      <a:pt x="0" y="768066"/>
                    </a:lnTo>
                    <a:lnTo>
                      <a:pt x="0" y="750895"/>
                    </a:lnTo>
                    <a:lnTo>
                      <a:pt x="0" y="733724"/>
                    </a:lnTo>
                    <a:lnTo>
                      <a:pt x="0" y="716553"/>
                    </a:lnTo>
                    <a:lnTo>
                      <a:pt x="0" y="699382"/>
                    </a:lnTo>
                    <a:lnTo>
                      <a:pt x="0" y="682210"/>
                    </a:lnTo>
                    <a:lnTo>
                      <a:pt x="0" y="665039"/>
                    </a:lnTo>
                    <a:lnTo>
                      <a:pt x="0" y="647868"/>
                    </a:lnTo>
                    <a:lnTo>
                      <a:pt x="0" y="630697"/>
                    </a:lnTo>
                    <a:lnTo>
                      <a:pt x="0" y="613525"/>
                    </a:lnTo>
                    <a:lnTo>
                      <a:pt x="0" y="596354"/>
                    </a:lnTo>
                    <a:lnTo>
                      <a:pt x="0" y="579183"/>
                    </a:lnTo>
                    <a:lnTo>
                      <a:pt x="0" y="562012"/>
                    </a:lnTo>
                    <a:lnTo>
                      <a:pt x="0" y="544840"/>
                    </a:lnTo>
                    <a:lnTo>
                      <a:pt x="0" y="527669"/>
                    </a:lnTo>
                    <a:lnTo>
                      <a:pt x="0" y="510498"/>
                    </a:lnTo>
                    <a:lnTo>
                      <a:pt x="0" y="493327"/>
                    </a:lnTo>
                    <a:lnTo>
                      <a:pt x="0" y="476155"/>
                    </a:lnTo>
                    <a:lnTo>
                      <a:pt x="0" y="458984"/>
                    </a:lnTo>
                    <a:lnTo>
                      <a:pt x="0" y="441813"/>
                    </a:lnTo>
                    <a:lnTo>
                      <a:pt x="0" y="424642"/>
                    </a:lnTo>
                    <a:lnTo>
                      <a:pt x="0" y="407471"/>
                    </a:lnTo>
                    <a:lnTo>
                      <a:pt x="0" y="390299"/>
                    </a:lnTo>
                    <a:lnTo>
                      <a:pt x="0" y="373128"/>
                    </a:lnTo>
                    <a:lnTo>
                      <a:pt x="0" y="355957"/>
                    </a:lnTo>
                    <a:lnTo>
                      <a:pt x="0" y="338786"/>
                    </a:lnTo>
                    <a:lnTo>
                      <a:pt x="0" y="321614"/>
                    </a:lnTo>
                    <a:lnTo>
                      <a:pt x="0" y="304443"/>
                    </a:lnTo>
                    <a:lnTo>
                      <a:pt x="0" y="287272"/>
                    </a:lnTo>
                    <a:lnTo>
                      <a:pt x="0" y="270101"/>
                    </a:lnTo>
                    <a:lnTo>
                      <a:pt x="0" y="252929"/>
                    </a:lnTo>
                    <a:lnTo>
                      <a:pt x="0" y="235758"/>
                    </a:lnTo>
                    <a:lnTo>
                      <a:pt x="0" y="218587"/>
                    </a:lnTo>
                    <a:lnTo>
                      <a:pt x="0" y="201416"/>
                    </a:lnTo>
                    <a:lnTo>
                      <a:pt x="0" y="184245"/>
                    </a:lnTo>
                    <a:lnTo>
                      <a:pt x="0" y="167073"/>
                    </a:lnTo>
                    <a:lnTo>
                      <a:pt x="0" y="149902"/>
                    </a:lnTo>
                    <a:lnTo>
                      <a:pt x="0" y="132731"/>
                    </a:lnTo>
                    <a:lnTo>
                      <a:pt x="0" y="115560"/>
                    </a:lnTo>
                    <a:lnTo>
                      <a:pt x="0" y="98388"/>
                    </a:lnTo>
                    <a:lnTo>
                      <a:pt x="0" y="81217"/>
                    </a:lnTo>
                    <a:lnTo>
                      <a:pt x="0" y="64046"/>
                    </a:lnTo>
                    <a:lnTo>
                      <a:pt x="0" y="46875"/>
                    </a:lnTo>
                    <a:lnTo>
                      <a:pt x="0" y="29703"/>
                    </a:lnTo>
                    <a:lnTo>
                      <a:pt x="0" y="12532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9525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72" name="pl4072"/>
              <p:cNvSpPr/>
              <p:nvPr/>
            </p:nvSpPr>
            <p:spPr>
              <a:xfrm>
                <a:off x="2569219" y="1521787"/>
                <a:ext cx="0" cy="1221576"/>
              </a:xfrm>
              <a:custGeom>
                <a:avLst/>
                <a:gdLst/>
                <a:ahLst/>
                <a:cxnLst/>
                <a:rect l="0" t="0" r="0" b="0"/>
                <a:pathLst>
                  <a:path h="1221576">
                    <a:moveTo>
                      <a:pt x="0" y="1221576"/>
                    </a:moveTo>
                    <a:lnTo>
                      <a:pt x="0" y="1214519"/>
                    </a:lnTo>
                    <a:lnTo>
                      <a:pt x="0" y="1197347"/>
                    </a:lnTo>
                    <a:lnTo>
                      <a:pt x="0" y="1180176"/>
                    </a:lnTo>
                    <a:lnTo>
                      <a:pt x="0" y="1163005"/>
                    </a:lnTo>
                    <a:lnTo>
                      <a:pt x="0" y="1145834"/>
                    </a:lnTo>
                    <a:lnTo>
                      <a:pt x="0" y="1128662"/>
                    </a:lnTo>
                    <a:lnTo>
                      <a:pt x="0" y="1111491"/>
                    </a:lnTo>
                    <a:lnTo>
                      <a:pt x="0" y="1094320"/>
                    </a:lnTo>
                    <a:lnTo>
                      <a:pt x="0" y="1077149"/>
                    </a:lnTo>
                    <a:lnTo>
                      <a:pt x="0" y="1059977"/>
                    </a:lnTo>
                    <a:lnTo>
                      <a:pt x="0" y="1042806"/>
                    </a:lnTo>
                    <a:lnTo>
                      <a:pt x="0" y="1025635"/>
                    </a:lnTo>
                    <a:lnTo>
                      <a:pt x="0" y="1008464"/>
                    </a:lnTo>
                    <a:lnTo>
                      <a:pt x="0" y="991292"/>
                    </a:lnTo>
                    <a:lnTo>
                      <a:pt x="0" y="974121"/>
                    </a:lnTo>
                    <a:lnTo>
                      <a:pt x="0" y="956950"/>
                    </a:lnTo>
                    <a:lnTo>
                      <a:pt x="0" y="939779"/>
                    </a:lnTo>
                    <a:lnTo>
                      <a:pt x="0" y="922608"/>
                    </a:lnTo>
                    <a:lnTo>
                      <a:pt x="0" y="905436"/>
                    </a:lnTo>
                    <a:lnTo>
                      <a:pt x="0" y="888265"/>
                    </a:lnTo>
                    <a:lnTo>
                      <a:pt x="0" y="871094"/>
                    </a:lnTo>
                    <a:lnTo>
                      <a:pt x="0" y="853923"/>
                    </a:lnTo>
                    <a:lnTo>
                      <a:pt x="0" y="836751"/>
                    </a:lnTo>
                    <a:lnTo>
                      <a:pt x="0" y="819580"/>
                    </a:lnTo>
                    <a:lnTo>
                      <a:pt x="0" y="802409"/>
                    </a:lnTo>
                    <a:lnTo>
                      <a:pt x="0" y="785238"/>
                    </a:lnTo>
                    <a:lnTo>
                      <a:pt x="0" y="768066"/>
                    </a:lnTo>
                    <a:lnTo>
                      <a:pt x="0" y="750895"/>
                    </a:lnTo>
                    <a:lnTo>
                      <a:pt x="0" y="733724"/>
                    </a:lnTo>
                    <a:lnTo>
                      <a:pt x="0" y="716553"/>
                    </a:lnTo>
                    <a:lnTo>
                      <a:pt x="0" y="699382"/>
                    </a:lnTo>
                    <a:lnTo>
                      <a:pt x="0" y="682210"/>
                    </a:lnTo>
                    <a:lnTo>
                      <a:pt x="0" y="665039"/>
                    </a:lnTo>
                    <a:lnTo>
                      <a:pt x="0" y="647868"/>
                    </a:lnTo>
                    <a:lnTo>
                      <a:pt x="0" y="630697"/>
                    </a:lnTo>
                    <a:lnTo>
                      <a:pt x="0" y="613525"/>
                    </a:lnTo>
                    <a:lnTo>
                      <a:pt x="0" y="596354"/>
                    </a:lnTo>
                    <a:lnTo>
                      <a:pt x="0" y="579183"/>
                    </a:lnTo>
                    <a:lnTo>
                      <a:pt x="0" y="562012"/>
                    </a:lnTo>
                    <a:lnTo>
                      <a:pt x="0" y="544840"/>
                    </a:lnTo>
                    <a:lnTo>
                      <a:pt x="0" y="527669"/>
                    </a:lnTo>
                    <a:lnTo>
                      <a:pt x="0" y="510498"/>
                    </a:lnTo>
                    <a:lnTo>
                      <a:pt x="0" y="493327"/>
                    </a:lnTo>
                    <a:lnTo>
                      <a:pt x="0" y="476155"/>
                    </a:lnTo>
                    <a:lnTo>
                      <a:pt x="0" y="458984"/>
                    </a:lnTo>
                    <a:lnTo>
                      <a:pt x="0" y="441813"/>
                    </a:lnTo>
                    <a:lnTo>
                      <a:pt x="0" y="424642"/>
                    </a:lnTo>
                    <a:lnTo>
                      <a:pt x="0" y="407471"/>
                    </a:lnTo>
                    <a:lnTo>
                      <a:pt x="0" y="390299"/>
                    </a:lnTo>
                    <a:lnTo>
                      <a:pt x="0" y="373128"/>
                    </a:lnTo>
                    <a:lnTo>
                      <a:pt x="0" y="355957"/>
                    </a:lnTo>
                    <a:lnTo>
                      <a:pt x="0" y="338786"/>
                    </a:lnTo>
                    <a:lnTo>
                      <a:pt x="0" y="321614"/>
                    </a:lnTo>
                    <a:lnTo>
                      <a:pt x="0" y="304443"/>
                    </a:lnTo>
                    <a:lnTo>
                      <a:pt x="0" y="287272"/>
                    </a:lnTo>
                    <a:lnTo>
                      <a:pt x="0" y="270101"/>
                    </a:lnTo>
                    <a:lnTo>
                      <a:pt x="0" y="252929"/>
                    </a:lnTo>
                    <a:lnTo>
                      <a:pt x="0" y="235758"/>
                    </a:lnTo>
                    <a:lnTo>
                      <a:pt x="0" y="218587"/>
                    </a:lnTo>
                    <a:lnTo>
                      <a:pt x="0" y="201416"/>
                    </a:lnTo>
                    <a:lnTo>
                      <a:pt x="0" y="184245"/>
                    </a:lnTo>
                    <a:lnTo>
                      <a:pt x="0" y="167073"/>
                    </a:lnTo>
                    <a:lnTo>
                      <a:pt x="0" y="149902"/>
                    </a:lnTo>
                    <a:lnTo>
                      <a:pt x="0" y="132731"/>
                    </a:lnTo>
                    <a:lnTo>
                      <a:pt x="0" y="115560"/>
                    </a:lnTo>
                    <a:lnTo>
                      <a:pt x="0" y="98388"/>
                    </a:lnTo>
                    <a:lnTo>
                      <a:pt x="0" y="81217"/>
                    </a:lnTo>
                    <a:lnTo>
                      <a:pt x="0" y="64046"/>
                    </a:lnTo>
                    <a:lnTo>
                      <a:pt x="0" y="46875"/>
                    </a:lnTo>
                    <a:lnTo>
                      <a:pt x="0" y="29703"/>
                    </a:lnTo>
                    <a:lnTo>
                      <a:pt x="0" y="12532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9525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73" name="pl4073"/>
              <p:cNvSpPr/>
              <p:nvPr/>
            </p:nvSpPr>
            <p:spPr>
              <a:xfrm>
                <a:off x="2792545" y="1521787"/>
                <a:ext cx="0" cy="1221576"/>
              </a:xfrm>
              <a:custGeom>
                <a:avLst/>
                <a:gdLst/>
                <a:ahLst/>
                <a:cxnLst/>
                <a:rect l="0" t="0" r="0" b="0"/>
                <a:pathLst>
                  <a:path h="1221576">
                    <a:moveTo>
                      <a:pt x="0" y="1221576"/>
                    </a:moveTo>
                    <a:lnTo>
                      <a:pt x="0" y="1214519"/>
                    </a:lnTo>
                    <a:lnTo>
                      <a:pt x="0" y="1197347"/>
                    </a:lnTo>
                    <a:lnTo>
                      <a:pt x="0" y="1180176"/>
                    </a:lnTo>
                    <a:lnTo>
                      <a:pt x="0" y="1163005"/>
                    </a:lnTo>
                    <a:lnTo>
                      <a:pt x="0" y="1145834"/>
                    </a:lnTo>
                    <a:lnTo>
                      <a:pt x="0" y="1128662"/>
                    </a:lnTo>
                    <a:lnTo>
                      <a:pt x="0" y="1111491"/>
                    </a:lnTo>
                    <a:lnTo>
                      <a:pt x="0" y="1094320"/>
                    </a:lnTo>
                    <a:lnTo>
                      <a:pt x="0" y="1077149"/>
                    </a:lnTo>
                    <a:lnTo>
                      <a:pt x="0" y="1059977"/>
                    </a:lnTo>
                    <a:lnTo>
                      <a:pt x="0" y="1042806"/>
                    </a:lnTo>
                    <a:lnTo>
                      <a:pt x="0" y="1025635"/>
                    </a:lnTo>
                    <a:lnTo>
                      <a:pt x="0" y="1008464"/>
                    </a:lnTo>
                    <a:lnTo>
                      <a:pt x="0" y="991292"/>
                    </a:lnTo>
                    <a:lnTo>
                      <a:pt x="0" y="974121"/>
                    </a:lnTo>
                    <a:lnTo>
                      <a:pt x="0" y="956950"/>
                    </a:lnTo>
                    <a:lnTo>
                      <a:pt x="0" y="939779"/>
                    </a:lnTo>
                    <a:lnTo>
                      <a:pt x="0" y="922608"/>
                    </a:lnTo>
                    <a:lnTo>
                      <a:pt x="0" y="905436"/>
                    </a:lnTo>
                    <a:lnTo>
                      <a:pt x="0" y="888265"/>
                    </a:lnTo>
                    <a:lnTo>
                      <a:pt x="0" y="871094"/>
                    </a:lnTo>
                    <a:lnTo>
                      <a:pt x="0" y="853923"/>
                    </a:lnTo>
                    <a:lnTo>
                      <a:pt x="0" y="836751"/>
                    </a:lnTo>
                    <a:lnTo>
                      <a:pt x="0" y="819580"/>
                    </a:lnTo>
                    <a:lnTo>
                      <a:pt x="0" y="802409"/>
                    </a:lnTo>
                    <a:lnTo>
                      <a:pt x="0" y="785238"/>
                    </a:lnTo>
                    <a:lnTo>
                      <a:pt x="0" y="768066"/>
                    </a:lnTo>
                    <a:lnTo>
                      <a:pt x="0" y="750895"/>
                    </a:lnTo>
                    <a:lnTo>
                      <a:pt x="0" y="733724"/>
                    </a:lnTo>
                    <a:lnTo>
                      <a:pt x="0" y="716553"/>
                    </a:lnTo>
                    <a:lnTo>
                      <a:pt x="0" y="699382"/>
                    </a:lnTo>
                    <a:lnTo>
                      <a:pt x="0" y="682210"/>
                    </a:lnTo>
                    <a:lnTo>
                      <a:pt x="0" y="665039"/>
                    </a:lnTo>
                    <a:lnTo>
                      <a:pt x="0" y="647868"/>
                    </a:lnTo>
                    <a:lnTo>
                      <a:pt x="0" y="630697"/>
                    </a:lnTo>
                    <a:lnTo>
                      <a:pt x="0" y="613525"/>
                    </a:lnTo>
                    <a:lnTo>
                      <a:pt x="0" y="596354"/>
                    </a:lnTo>
                    <a:lnTo>
                      <a:pt x="0" y="579183"/>
                    </a:lnTo>
                    <a:lnTo>
                      <a:pt x="0" y="562012"/>
                    </a:lnTo>
                    <a:lnTo>
                      <a:pt x="0" y="544840"/>
                    </a:lnTo>
                    <a:lnTo>
                      <a:pt x="0" y="527669"/>
                    </a:lnTo>
                    <a:lnTo>
                      <a:pt x="0" y="510498"/>
                    </a:lnTo>
                    <a:lnTo>
                      <a:pt x="0" y="493327"/>
                    </a:lnTo>
                    <a:lnTo>
                      <a:pt x="0" y="476155"/>
                    </a:lnTo>
                    <a:lnTo>
                      <a:pt x="0" y="458984"/>
                    </a:lnTo>
                    <a:lnTo>
                      <a:pt x="0" y="441813"/>
                    </a:lnTo>
                    <a:lnTo>
                      <a:pt x="0" y="424642"/>
                    </a:lnTo>
                    <a:lnTo>
                      <a:pt x="0" y="407471"/>
                    </a:lnTo>
                    <a:lnTo>
                      <a:pt x="0" y="390299"/>
                    </a:lnTo>
                    <a:lnTo>
                      <a:pt x="0" y="373128"/>
                    </a:lnTo>
                    <a:lnTo>
                      <a:pt x="0" y="355957"/>
                    </a:lnTo>
                    <a:lnTo>
                      <a:pt x="0" y="338786"/>
                    </a:lnTo>
                    <a:lnTo>
                      <a:pt x="0" y="321614"/>
                    </a:lnTo>
                    <a:lnTo>
                      <a:pt x="0" y="304443"/>
                    </a:lnTo>
                    <a:lnTo>
                      <a:pt x="0" y="287272"/>
                    </a:lnTo>
                    <a:lnTo>
                      <a:pt x="0" y="270101"/>
                    </a:lnTo>
                    <a:lnTo>
                      <a:pt x="0" y="252929"/>
                    </a:lnTo>
                    <a:lnTo>
                      <a:pt x="0" y="235758"/>
                    </a:lnTo>
                    <a:lnTo>
                      <a:pt x="0" y="218587"/>
                    </a:lnTo>
                    <a:lnTo>
                      <a:pt x="0" y="201416"/>
                    </a:lnTo>
                    <a:lnTo>
                      <a:pt x="0" y="184245"/>
                    </a:lnTo>
                    <a:lnTo>
                      <a:pt x="0" y="167073"/>
                    </a:lnTo>
                    <a:lnTo>
                      <a:pt x="0" y="149902"/>
                    </a:lnTo>
                    <a:lnTo>
                      <a:pt x="0" y="132731"/>
                    </a:lnTo>
                    <a:lnTo>
                      <a:pt x="0" y="115560"/>
                    </a:lnTo>
                    <a:lnTo>
                      <a:pt x="0" y="98388"/>
                    </a:lnTo>
                    <a:lnTo>
                      <a:pt x="0" y="81217"/>
                    </a:lnTo>
                    <a:lnTo>
                      <a:pt x="0" y="64046"/>
                    </a:lnTo>
                    <a:lnTo>
                      <a:pt x="0" y="46875"/>
                    </a:lnTo>
                    <a:lnTo>
                      <a:pt x="0" y="29703"/>
                    </a:lnTo>
                    <a:lnTo>
                      <a:pt x="0" y="12532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9525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74" name="pl4074"/>
              <p:cNvSpPr/>
              <p:nvPr/>
            </p:nvSpPr>
            <p:spPr>
              <a:xfrm>
                <a:off x="3015871" y="1521787"/>
                <a:ext cx="0" cy="1221576"/>
              </a:xfrm>
              <a:custGeom>
                <a:avLst/>
                <a:gdLst/>
                <a:ahLst/>
                <a:cxnLst/>
                <a:rect l="0" t="0" r="0" b="0"/>
                <a:pathLst>
                  <a:path h="1221576">
                    <a:moveTo>
                      <a:pt x="0" y="1221576"/>
                    </a:moveTo>
                    <a:lnTo>
                      <a:pt x="0" y="1214519"/>
                    </a:lnTo>
                    <a:lnTo>
                      <a:pt x="0" y="1197347"/>
                    </a:lnTo>
                    <a:lnTo>
                      <a:pt x="0" y="1180176"/>
                    </a:lnTo>
                    <a:lnTo>
                      <a:pt x="0" y="1163005"/>
                    </a:lnTo>
                    <a:lnTo>
                      <a:pt x="0" y="1145834"/>
                    </a:lnTo>
                    <a:lnTo>
                      <a:pt x="0" y="1128662"/>
                    </a:lnTo>
                    <a:lnTo>
                      <a:pt x="0" y="1111491"/>
                    </a:lnTo>
                    <a:lnTo>
                      <a:pt x="0" y="1094320"/>
                    </a:lnTo>
                    <a:lnTo>
                      <a:pt x="0" y="1077149"/>
                    </a:lnTo>
                    <a:lnTo>
                      <a:pt x="0" y="1059977"/>
                    </a:lnTo>
                    <a:lnTo>
                      <a:pt x="0" y="1042806"/>
                    </a:lnTo>
                    <a:lnTo>
                      <a:pt x="0" y="1025635"/>
                    </a:lnTo>
                    <a:lnTo>
                      <a:pt x="0" y="1008464"/>
                    </a:lnTo>
                    <a:lnTo>
                      <a:pt x="0" y="991292"/>
                    </a:lnTo>
                    <a:lnTo>
                      <a:pt x="0" y="974121"/>
                    </a:lnTo>
                    <a:lnTo>
                      <a:pt x="0" y="956950"/>
                    </a:lnTo>
                    <a:lnTo>
                      <a:pt x="0" y="939779"/>
                    </a:lnTo>
                    <a:lnTo>
                      <a:pt x="0" y="922608"/>
                    </a:lnTo>
                    <a:lnTo>
                      <a:pt x="0" y="905436"/>
                    </a:lnTo>
                    <a:lnTo>
                      <a:pt x="0" y="888265"/>
                    </a:lnTo>
                    <a:lnTo>
                      <a:pt x="0" y="871094"/>
                    </a:lnTo>
                    <a:lnTo>
                      <a:pt x="0" y="853923"/>
                    </a:lnTo>
                    <a:lnTo>
                      <a:pt x="0" y="836751"/>
                    </a:lnTo>
                    <a:lnTo>
                      <a:pt x="0" y="819580"/>
                    </a:lnTo>
                    <a:lnTo>
                      <a:pt x="0" y="802409"/>
                    </a:lnTo>
                    <a:lnTo>
                      <a:pt x="0" y="785238"/>
                    </a:lnTo>
                    <a:lnTo>
                      <a:pt x="0" y="768066"/>
                    </a:lnTo>
                    <a:lnTo>
                      <a:pt x="0" y="750895"/>
                    </a:lnTo>
                    <a:lnTo>
                      <a:pt x="0" y="733724"/>
                    </a:lnTo>
                    <a:lnTo>
                      <a:pt x="0" y="716553"/>
                    </a:lnTo>
                    <a:lnTo>
                      <a:pt x="0" y="699382"/>
                    </a:lnTo>
                    <a:lnTo>
                      <a:pt x="0" y="682210"/>
                    </a:lnTo>
                    <a:lnTo>
                      <a:pt x="0" y="665039"/>
                    </a:lnTo>
                    <a:lnTo>
                      <a:pt x="0" y="647868"/>
                    </a:lnTo>
                    <a:lnTo>
                      <a:pt x="0" y="630697"/>
                    </a:lnTo>
                    <a:lnTo>
                      <a:pt x="0" y="613525"/>
                    </a:lnTo>
                    <a:lnTo>
                      <a:pt x="0" y="596354"/>
                    </a:lnTo>
                    <a:lnTo>
                      <a:pt x="0" y="579183"/>
                    </a:lnTo>
                    <a:lnTo>
                      <a:pt x="0" y="562012"/>
                    </a:lnTo>
                    <a:lnTo>
                      <a:pt x="0" y="544840"/>
                    </a:lnTo>
                    <a:lnTo>
                      <a:pt x="0" y="527669"/>
                    </a:lnTo>
                    <a:lnTo>
                      <a:pt x="0" y="510498"/>
                    </a:lnTo>
                    <a:lnTo>
                      <a:pt x="0" y="493327"/>
                    </a:lnTo>
                    <a:lnTo>
                      <a:pt x="0" y="476155"/>
                    </a:lnTo>
                    <a:lnTo>
                      <a:pt x="0" y="458984"/>
                    </a:lnTo>
                    <a:lnTo>
                      <a:pt x="0" y="441813"/>
                    </a:lnTo>
                    <a:lnTo>
                      <a:pt x="0" y="424642"/>
                    </a:lnTo>
                    <a:lnTo>
                      <a:pt x="0" y="407471"/>
                    </a:lnTo>
                    <a:lnTo>
                      <a:pt x="0" y="390299"/>
                    </a:lnTo>
                    <a:lnTo>
                      <a:pt x="0" y="373128"/>
                    </a:lnTo>
                    <a:lnTo>
                      <a:pt x="0" y="355957"/>
                    </a:lnTo>
                    <a:lnTo>
                      <a:pt x="0" y="338786"/>
                    </a:lnTo>
                    <a:lnTo>
                      <a:pt x="0" y="321614"/>
                    </a:lnTo>
                    <a:lnTo>
                      <a:pt x="0" y="304443"/>
                    </a:lnTo>
                    <a:lnTo>
                      <a:pt x="0" y="287272"/>
                    </a:lnTo>
                    <a:lnTo>
                      <a:pt x="0" y="270101"/>
                    </a:lnTo>
                    <a:lnTo>
                      <a:pt x="0" y="252929"/>
                    </a:lnTo>
                    <a:lnTo>
                      <a:pt x="0" y="235758"/>
                    </a:lnTo>
                    <a:lnTo>
                      <a:pt x="0" y="218587"/>
                    </a:lnTo>
                    <a:lnTo>
                      <a:pt x="0" y="201416"/>
                    </a:lnTo>
                    <a:lnTo>
                      <a:pt x="0" y="184245"/>
                    </a:lnTo>
                    <a:lnTo>
                      <a:pt x="0" y="167073"/>
                    </a:lnTo>
                    <a:lnTo>
                      <a:pt x="0" y="149902"/>
                    </a:lnTo>
                    <a:lnTo>
                      <a:pt x="0" y="132731"/>
                    </a:lnTo>
                    <a:lnTo>
                      <a:pt x="0" y="115560"/>
                    </a:lnTo>
                    <a:lnTo>
                      <a:pt x="0" y="98388"/>
                    </a:lnTo>
                    <a:lnTo>
                      <a:pt x="0" y="81217"/>
                    </a:lnTo>
                    <a:lnTo>
                      <a:pt x="0" y="64046"/>
                    </a:lnTo>
                    <a:lnTo>
                      <a:pt x="0" y="46875"/>
                    </a:lnTo>
                    <a:lnTo>
                      <a:pt x="0" y="29703"/>
                    </a:lnTo>
                    <a:lnTo>
                      <a:pt x="0" y="12532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9525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75" name="pl4075"/>
              <p:cNvSpPr/>
              <p:nvPr/>
            </p:nvSpPr>
            <p:spPr>
              <a:xfrm>
                <a:off x="3239198" y="1521787"/>
                <a:ext cx="0" cy="1221576"/>
              </a:xfrm>
              <a:custGeom>
                <a:avLst/>
                <a:gdLst/>
                <a:ahLst/>
                <a:cxnLst/>
                <a:rect l="0" t="0" r="0" b="0"/>
                <a:pathLst>
                  <a:path h="1221576">
                    <a:moveTo>
                      <a:pt x="0" y="1221576"/>
                    </a:moveTo>
                    <a:lnTo>
                      <a:pt x="0" y="1214519"/>
                    </a:lnTo>
                    <a:lnTo>
                      <a:pt x="0" y="1197347"/>
                    </a:lnTo>
                    <a:lnTo>
                      <a:pt x="0" y="1180176"/>
                    </a:lnTo>
                    <a:lnTo>
                      <a:pt x="0" y="1163005"/>
                    </a:lnTo>
                    <a:lnTo>
                      <a:pt x="0" y="1145834"/>
                    </a:lnTo>
                    <a:lnTo>
                      <a:pt x="0" y="1128662"/>
                    </a:lnTo>
                    <a:lnTo>
                      <a:pt x="0" y="1111491"/>
                    </a:lnTo>
                    <a:lnTo>
                      <a:pt x="0" y="1094320"/>
                    </a:lnTo>
                    <a:lnTo>
                      <a:pt x="0" y="1077149"/>
                    </a:lnTo>
                    <a:lnTo>
                      <a:pt x="0" y="1059977"/>
                    </a:lnTo>
                    <a:lnTo>
                      <a:pt x="0" y="1042806"/>
                    </a:lnTo>
                    <a:lnTo>
                      <a:pt x="0" y="1025635"/>
                    </a:lnTo>
                    <a:lnTo>
                      <a:pt x="0" y="1008464"/>
                    </a:lnTo>
                    <a:lnTo>
                      <a:pt x="0" y="991292"/>
                    </a:lnTo>
                    <a:lnTo>
                      <a:pt x="0" y="974121"/>
                    </a:lnTo>
                    <a:lnTo>
                      <a:pt x="0" y="956950"/>
                    </a:lnTo>
                    <a:lnTo>
                      <a:pt x="0" y="939779"/>
                    </a:lnTo>
                    <a:lnTo>
                      <a:pt x="0" y="922608"/>
                    </a:lnTo>
                    <a:lnTo>
                      <a:pt x="0" y="905436"/>
                    </a:lnTo>
                    <a:lnTo>
                      <a:pt x="0" y="888265"/>
                    </a:lnTo>
                    <a:lnTo>
                      <a:pt x="0" y="871094"/>
                    </a:lnTo>
                    <a:lnTo>
                      <a:pt x="0" y="853923"/>
                    </a:lnTo>
                    <a:lnTo>
                      <a:pt x="0" y="836751"/>
                    </a:lnTo>
                    <a:lnTo>
                      <a:pt x="0" y="819580"/>
                    </a:lnTo>
                    <a:lnTo>
                      <a:pt x="0" y="802409"/>
                    </a:lnTo>
                    <a:lnTo>
                      <a:pt x="0" y="785238"/>
                    </a:lnTo>
                    <a:lnTo>
                      <a:pt x="0" y="768066"/>
                    </a:lnTo>
                    <a:lnTo>
                      <a:pt x="0" y="750895"/>
                    </a:lnTo>
                    <a:lnTo>
                      <a:pt x="0" y="733724"/>
                    </a:lnTo>
                    <a:lnTo>
                      <a:pt x="0" y="716553"/>
                    </a:lnTo>
                    <a:lnTo>
                      <a:pt x="0" y="699382"/>
                    </a:lnTo>
                    <a:lnTo>
                      <a:pt x="0" y="682210"/>
                    </a:lnTo>
                    <a:lnTo>
                      <a:pt x="0" y="665039"/>
                    </a:lnTo>
                    <a:lnTo>
                      <a:pt x="0" y="647868"/>
                    </a:lnTo>
                    <a:lnTo>
                      <a:pt x="0" y="630697"/>
                    </a:lnTo>
                    <a:lnTo>
                      <a:pt x="0" y="613525"/>
                    </a:lnTo>
                    <a:lnTo>
                      <a:pt x="0" y="596354"/>
                    </a:lnTo>
                    <a:lnTo>
                      <a:pt x="0" y="579183"/>
                    </a:lnTo>
                    <a:lnTo>
                      <a:pt x="0" y="562012"/>
                    </a:lnTo>
                    <a:lnTo>
                      <a:pt x="0" y="544840"/>
                    </a:lnTo>
                    <a:lnTo>
                      <a:pt x="0" y="527669"/>
                    </a:lnTo>
                    <a:lnTo>
                      <a:pt x="0" y="510498"/>
                    </a:lnTo>
                    <a:lnTo>
                      <a:pt x="0" y="493327"/>
                    </a:lnTo>
                    <a:lnTo>
                      <a:pt x="0" y="476155"/>
                    </a:lnTo>
                    <a:lnTo>
                      <a:pt x="0" y="458984"/>
                    </a:lnTo>
                    <a:lnTo>
                      <a:pt x="0" y="441813"/>
                    </a:lnTo>
                    <a:lnTo>
                      <a:pt x="0" y="424642"/>
                    </a:lnTo>
                    <a:lnTo>
                      <a:pt x="0" y="407471"/>
                    </a:lnTo>
                    <a:lnTo>
                      <a:pt x="0" y="390299"/>
                    </a:lnTo>
                    <a:lnTo>
                      <a:pt x="0" y="373128"/>
                    </a:lnTo>
                    <a:lnTo>
                      <a:pt x="0" y="355957"/>
                    </a:lnTo>
                    <a:lnTo>
                      <a:pt x="0" y="338786"/>
                    </a:lnTo>
                    <a:lnTo>
                      <a:pt x="0" y="321614"/>
                    </a:lnTo>
                    <a:lnTo>
                      <a:pt x="0" y="304443"/>
                    </a:lnTo>
                    <a:lnTo>
                      <a:pt x="0" y="287272"/>
                    </a:lnTo>
                    <a:lnTo>
                      <a:pt x="0" y="270101"/>
                    </a:lnTo>
                    <a:lnTo>
                      <a:pt x="0" y="252929"/>
                    </a:lnTo>
                    <a:lnTo>
                      <a:pt x="0" y="235758"/>
                    </a:lnTo>
                    <a:lnTo>
                      <a:pt x="0" y="218587"/>
                    </a:lnTo>
                    <a:lnTo>
                      <a:pt x="0" y="201416"/>
                    </a:lnTo>
                    <a:lnTo>
                      <a:pt x="0" y="184245"/>
                    </a:lnTo>
                    <a:lnTo>
                      <a:pt x="0" y="167073"/>
                    </a:lnTo>
                    <a:lnTo>
                      <a:pt x="0" y="149902"/>
                    </a:lnTo>
                    <a:lnTo>
                      <a:pt x="0" y="132731"/>
                    </a:lnTo>
                    <a:lnTo>
                      <a:pt x="0" y="115560"/>
                    </a:lnTo>
                    <a:lnTo>
                      <a:pt x="0" y="98388"/>
                    </a:lnTo>
                    <a:lnTo>
                      <a:pt x="0" y="81217"/>
                    </a:lnTo>
                    <a:lnTo>
                      <a:pt x="0" y="64046"/>
                    </a:lnTo>
                    <a:lnTo>
                      <a:pt x="0" y="46875"/>
                    </a:lnTo>
                    <a:lnTo>
                      <a:pt x="0" y="29703"/>
                    </a:lnTo>
                    <a:lnTo>
                      <a:pt x="0" y="12532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9525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76" name="pl4076"/>
              <p:cNvSpPr/>
              <p:nvPr/>
            </p:nvSpPr>
            <p:spPr>
              <a:xfrm>
                <a:off x="2097741" y="2693378"/>
                <a:ext cx="1251309" cy="0"/>
              </a:xfrm>
              <a:custGeom>
                <a:avLst/>
                <a:gdLst/>
                <a:ahLst/>
                <a:cxnLst/>
                <a:rect l="0" t="0" r="0" b="0"/>
                <a:pathLst>
                  <a:path w="1251309">
                    <a:moveTo>
                      <a:pt x="0" y="0"/>
                    </a:moveTo>
                    <a:lnTo>
                      <a:pt x="6778" y="0"/>
                    </a:lnTo>
                    <a:lnTo>
                      <a:pt x="22569" y="0"/>
                    </a:lnTo>
                    <a:lnTo>
                      <a:pt x="38359" y="0"/>
                    </a:lnTo>
                    <a:lnTo>
                      <a:pt x="54150" y="0"/>
                    </a:lnTo>
                    <a:lnTo>
                      <a:pt x="69941" y="0"/>
                    </a:lnTo>
                    <a:lnTo>
                      <a:pt x="85732" y="0"/>
                    </a:lnTo>
                    <a:lnTo>
                      <a:pt x="101522" y="0"/>
                    </a:lnTo>
                    <a:lnTo>
                      <a:pt x="117313" y="0"/>
                    </a:lnTo>
                    <a:lnTo>
                      <a:pt x="133104" y="0"/>
                    </a:lnTo>
                    <a:lnTo>
                      <a:pt x="148895" y="0"/>
                    </a:lnTo>
                    <a:lnTo>
                      <a:pt x="164685" y="0"/>
                    </a:lnTo>
                    <a:lnTo>
                      <a:pt x="180476" y="0"/>
                    </a:lnTo>
                    <a:lnTo>
                      <a:pt x="196267" y="0"/>
                    </a:lnTo>
                    <a:lnTo>
                      <a:pt x="212058" y="0"/>
                    </a:lnTo>
                    <a:lnTo>
                      <a:pt x="227848" y="0"/>
                    </a:lnTo>
                    <a:lnTo>
                      <a:pt x="243639" y="0"/>
                    </a:lnTo>
                    <a:lnTo>
                      <a:pt x="259430" y="0"/>
                    </a:lnTo>
                    <a:lnTo>
                      <a:pt x="275221" y="0"/>
                    </a:lnTo>
                    <a:lnTo>
                      <a:pt x="291011" y="0"/>
                    </a:lnTo>
                    <a:lnTo>
                      <a:pt x="306802" y="0"/>
                    </a:lnTo>
                    <a:lnTo>
                      <a:pt x="322593" y="0"/>
                    </a:lnTo>
                    <a:lnTo>
                      <a:pt x="338384" y="0"/>
                    </a:lnTo>
                    <a:lnTo>
                      <a:pt x="354174" y="0"/>
                    </a:lnTo>
                    <a:lnTo>
                      <a:pt x="369965" y="0"/>
                    </a:lnTo>
                    <a:lnTo>
                      <a:pt x="385756" y="0"/>
                    </a:lnTo>
                    <a:lnTo>
                      <a:pt x="401547" y="0"/>
                    </a:lnTo>
                    <a:lnTo>
                      <a:pt x="417337" y="0"/>
                    </a:lnTo>
                    <a:lnTo>
                      <a:pt x="433128" y="0"/>
                    </a:lnTo>
                    <a:lnTo>
                      <a:pt x="448919" y="0"/>
                    </a:lnTo>
                    <a:lnTo>
                      <a:pt x="464710" y="0"/>
                    </a:lnTo>
                    <a:lnTo>
                      <a:pt x="480500" y="0"/>
                    </a:lnTo>
                    <a:lnTo>
                      <a:pt x="496291" y="0"/>
                    </a:lnTo>
                    <a:lnTo>
                      <a:pt x="512082" y="0"/>
                    </a:lnTo>
                    <a:lnTo>
                      <a:pt x="527873" y="0"/>
                    </a:lnTo>
                    <a:lnTo>
                      <a:pt x="543663" y="0"/>
                    </a:lnTo>
                    <a:lnTo>
                      <a:pt x="559454" y="0"/>
                    </a:lnTo>
                    <a:lnTo>
                      <a:pt x="575245" y="0"/>
                    </a:lnTo>
                    <a:lnTo>
                      <a:pt x="591036" y="0"/>
                    </a:lnTo>
                    <a:lnTo>
                      <a:pt x="606826" y="0"/>
                    </a:lnTo>
                    <a:lnTo>
                      <a:pt x="622617" y="0"/>
                    </a:lnTo>
                    <a:lnTo>
                      <a:pt x="638408" y="0"/>
                    </a:lnTo>
                    <a:lnTo>
                      <a:pt x="654199" y="0"/>
                    </a:lnTo>
                    <a:lnTo>
                      <a:pt x="669989" y="0"/>
                    </a:lnTo>
                    <a:lnTo>
                      <a:pt x="685780" y="0"/>
                    </a:lnTo>
                    <a:lnTo>
                      <a:pt x="701571" y="0"/>
                    </a:lnTo>
                    <a:lnTo>
                      <a:pt x="717362" y="0"/>
                    </a:lnTo>
                    <a:lnTo>
                      <a:pt x="733152" y="0"/>
                    </a:lnTo>
                    <a:lnTo>
                      <a:pt x="748943" y="0"/>
                    </a:lnTo>
                    <a:lnTo>
                      <a:pt x="764734" y="0"/>
                    </a:lnTo>
                    <a:lnTo>
                      <a:pt x="780524" y="0"/>
                    </a:lnTo>
                    <a:lnTo>
                      <a:pt x="796315" y="0"/>
                    </a:lnTo>
                    <a:lnTo>
                      <a:pt x="812106" y="0"/>
                    </a:lnTo>
                    <a:lnTo>
                      <a:pt x="827897" y="0"/>
                    </a:lnTo>
                    <a:lnTo>
                      <a:pt x="843687" y="0"/>
                    </a:lnTo>
                    <a:lnTo>
                      <a:pt x="859478" y="0"/>
                    </a:lnTo>
                    <a:lnTo>
                      <a:pt x="875269" y="0"/>
                    </a:lnTo>
                    <a:lnTo>
                      <a:pt x="891060" y="0"/>
                    </a:lnTo>
                    <a:lnTo>
                      <a:pt x="906850" y="0"/>
                    </a:lnTo>
                    <a:lnTo>
                      <a:pt x="922641" y="0"/>
                    </a:lnTo>
                    <a:lnTo>
                      <a:pt x="938432" y="0"/>
                    </a:lnTo>
                    <a:lnTo>
                      <a:pt x="954223" y="0"/>
                    </a:lnTo>
                    <a:lnTo>
                      <a:pt x="970013" y="0"/>
                    </a:lnTo>
                    <a:lnTo>
                      <a:pt x="985804" y="0"/>
                    </a:lnTo>
                    <a:lnTo>
                      <a:pt x="1001595" y="0"/>
                    </a:lnTo>
                    <a:lnTo>
                      <a:pt x="1017386" y="0"/>
                    </a:lnTo>
                    <a:lnTo>
                      <a:pt x="1033176" y="0"/>
                    </a:lnTo>
                    <a:lnTo>
                      <a:pt x="1048967" y="0"/>
                    </a:lnTo>
                    <a:lnTo>
                      <a:pt x="1064758" y="0"/>
                    </a:lnTo>
                    <a:lnTo>
                      <a:pt x="1080549" y="0"/>
                    </a:lnTo>
                    <a:lnTo>
                      <a:pt x="1096339" y="0"/>
                    </a:lnTo>
                    <a:lnTo>
                      <a:pt x="1112130" y="0"/>
                    </a:lnTo>
                    <a:lnTo>
                      <a:pt x="1127921" y="0"/>
                    </a:lnTo>
                    <a:lnTo>
                      <a:pt x="1143712" y="0"/>
                    </a:lnTo>
                    <a:lnTo>
                      <a:pt x="1159502" y="0"/>
                    </a:lnTo>
                    <a:lnTo>
                      <a:pt x="1175293" y="0"/>
                    </a:lnTo>
                    <a:lnTo>
                      <a:pt x="1191084" y="0"/>
                    </a:lnTo>
                    <a:lnTo>
                      <a:pt x="1206875" y="0"/>
                    </a:lnTo>
                    <a:lnTo>
                      <a:pt x="1222665" y="0"/>
                    </a:lnTo>
                    <a:lnTo>
                      <a:pt x="1238456" y="0"/>
                    </a:lnTo>
                    <a:lnTo>
                      <a:pt x="1251309" y="0"/>
                    </a:lnTo>
                    <a:lnTo>
                      <a:pt x="1251309" y="0"/>
                    </a:lnTo>
                  </a:path>
                </a:pathLst>
              </a:custGeom>
              <a:ln w="9525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77" name="pl4077"/>
              <p:cNvSpPr/>
              <p:nvPr/>
            </p:nvSpPr>
            <p:spPr>
              <a:xfrm>
                <a:off x="2097741" y="2410053"/>
                <a:ext cx="1251309" cy="0"/>
              </a:xfrm>
              <a:custGeom>
                <a:avLst/>
                <a:gdLst/>
                <a:ahLst/>
                <a:cxnLst/>
                <a:rect l="0" t="0" r="0" b="0"/>
                <a:pathLst>
                  <a:path w="1251309">
                    <a:moveTo>
                      <a:pt x="0" y="0"/>
                    </a:moveTo>
                    <a:lnTo>
                      <a:pt x="6778" y="0"/>
                    </a:lnTo>
                    <a:lnTo>
                      <a:pt x="22569" y="0"/>
                    </a:lnTo>
                    <a:lnTo>
                      <a:pt x="38359" y="0"/>
                    </a:lnTo>
                    <a:lnTo>
                      <a:pt x="54150" y="0"/>
                    </a:lnTo>
                    <a:lnTo>
                      <a:pt x="69941" y="0"/>
                    </a:lnTo>
                    <a:lnTo>
                      <a:pt x="85732" y="0"/>
                    </a:lnTo>
                    <a:lnTo>
                      <a:pt x="101522" y="0"/>
                    </a:lnTo>
                    <a:lnTo>
                      <a:pt x="117313" y="0"/>
                    </a:lnTo>
                    <a:lnTo>
                      <a:pt x="133104" y="0"/>
                    </a:lnTo>
                    <a:lnTo>
                      <a:pt x="148895" y="0"/>
                    </a:lnTo>
                    <a:lnTo>
                      <a:pt x="164685" y="0"/>
                    </a:lnTo>
                    <a:lnTo>
                      <a:pt x="180476" y="0"/>
                    </a:lnTo>
                    <a:lnTo>
                      <a:pt x="196267" y="0"/>
                    </a:lnTo>
                    <a:lnTo>
                      <a:pt x="212058" y="0"/>
                    </a:lnTo>
                    <a:lnTo>
                      <a:pt x="227848" y="0"/>
                    </a:lnTo>
                    <a:lnTo>
                      <a:pt x="243639" y="0"/>
                    </a:lnTo>
                    <a:lnTo>
                      <a:pt x="259430" y="0"/>
                    </a:lnTo>
                    <a:lnTo>
                      <a:pt x="275221" y="0"/>
                    </a:lnTo>
                    <a:lnTo>
                      <a:pt x="291011" y="0"/>
                    </a:lnTo>
                    <a:lnTo>
                      <a:pt x="306802" y="0"/>
                    </a:lnTo>
                    <a:lnTo>
                      <a:pt x="322593" y="0"/>
                    </a:lnTo>
                    <a:lnTo>
                      <a:pt x="338384" y="0"/>
                    </a:lnTo>
                    <a:lnTo>
                      <a:pt x="354174" y="0"/>
                    </a:lnTo>
                    <a:lnTo>
                      <a:pt x="369965" y="0"/>
                    </a:lnTo>
                    <a:lnTo>
                      <a:pt x="385756" y="0"/>
                    </a:lnTo>
                    <a:lnTo>
                      <a:pt x="401547" y="0"/>
                    </a:lnTo>
                    <a:lnTo>
                      <a:pt x="417337" y="0"/>
                    </a:lnTo>
                    <a:lnTo>
                      <a:pt x="433128" y="0"/>
                    </a:lnTo>
                    <a:lnTo>
                      <a:pt x="448919" y="0"/>
                    </a:lnTo>
                    <a:lnTo>
                      <a:pt x="464710" y="0"/>
                    </a:lnTo>
                    <a:lnTo>
                      <a:pt x="480500" y="0"/>
                    </a:lnTo>
                    <a:lnTo>
                      <a:pt x="496291" y="0"/>
                    </a:lnTo>
                    <a:lnTo>
                      <a:pt x="512082" y="0"/>
                    </a:lnTo>
                    <a:lnTo>
                      <a:pt x="527873" y="0"/>
                    </a:lnTo>
                    <a:lnTo>
                      <a:pt x="543663" y="0"/>
                    </a:lnTo>
                    <a:lnTo>
                      <a:pt x="559454" y="0"/>
                    </a:lnTo>
                    <a:lnTo>
                      <a:pt x="575245" y="0"/>
                    </a:lnTo>
                    <a:lnTo>
                      <a:pt x="591036" y="0"/>
                    </a:lnTo>
                    <a:lnTo>
                      <a:pt x="606826" y="0"/>
                    </a:lnTo>
                    <a:lnTo>
                      <a:pt x="622617" y="0"/>
                    </a:lnTo>
                    <a:lnTo>
                      <a:pt x="638408" y="0"/>
                    </a:lnTo>
                    <a:lnTo>
                      <a:pt x="654199" y="0"/>
                    </a:lnTo>
                    <a:lnTo>
                      <a:pt x="669989" y="0"/>
                    </a:lnTo>
                    <a:lnTo>
                      <a:pt x="685780" y="0"/>
                    </a:lnTo>
                    <a:lnTo>
                      <a:pt x="701571" y="0"/>
                    </a:lnTo>
                    <a:lnTo>
                      <a:pt x="717362" y="0"/>
                    </a:lnTo>
                    <a:lnTo>
                      <a:pt x="733152" y="0"/>
                    </a:lnTo>
                    <a:lnTo>
                      <a:pt x="748943" y="0"/>
                    </a:lnTo>
                    <a:lnTo>
                      <a:pt x="764734" y="0"/>
                    </a:lnTo>
                    <a:lnTo>
                      <a:pt x="780524" y="0"/>
                    </a:lnTo>
                    <a:lnTo>
                      <a:pt x="796315" y="0"/>
                    </a:lnTo>
                    <a:lnTo>
                      <a:pt x="812106" y="0"/>
                    </a:lnTo>
                    <a:lnTo>
                      <a:pt x="827897" y="0"/>
                    </a:lnTo>
                    <a:lnTo>
                      <a:pt x="843687" y="0"/>
                    </a:lnTo>
                    <a:lnTo>
                      <a:pt x="859478" y="0"/>
                    </a:lnTo>
                    <a:lnTo>
                      <a:pt x="875269" y="0"/>
                    </a:lnTo>
                    <a:lnTo>
                      <a:pt x="891060" y="0"/>
                    </a:lnTo>
                    <a:lnTo>
                      <a:pt x="906850" y="0"/>
                    </a:lnTo>
                    <a:lnTo>
                      <a:pt x="922641" y="0"/>
                    </a:lnTo>
                    <a:lnTo>
                      <a:pt x="938432" y="0"/>
                    </a:lnTo>
                    <a:lnTo>
                      <a:pt x="954223" y="0"/>
                    </a:lnTo>
                    <a:lnTo>
                      <a:pt x="970013" y="0"/>
                    </a:lnTo>
                    <a:lnTo>
                      <a:pt x="985804" y="0"/>
                    </a:lnTo>
                    <a:lnTo>
                      <a:pt x="1001595" y="0"/>
                    </a:lnTo>
                    <a:lnTo>
                      <a:pt x="1017386" y="0"/>
                    </a:lnTo>
                    <a:lnTo>
                      <a:pt x="1033176" y="0"/>
                    </a:lnTo>
                    <a:lnTo>
                      <a:pt x="1048967" y="0"/>
                    </a:lnTo>
                    <a:lnTo>
                      <a:pt x="1064758" y="0"/>
                    </a:lnTo>
                    <a:lnTo>
                      <a:pt x="1080549" y="0"/>
                    </a:lnTo>
                    <a:lnTo>
                      <a:pt x="1096339" y="0"/>
                    </a:lnTo>
                    <a:lnTo>
                      <a:pt x="1112130" y="0"/>
                    </a:lnTo>
                    <a:lnTo>
                      <a:pt x="1127921" y="0"/>
                    </a:lnTo>
                    <a:lnTo>
                      <a:pt x="1143712" y="0"/>
                    </a:lnTo>
                    <a:lnTo>
                      <a:pt x="1159502" y="0"/>
                    </a:lnTo>
                    <a:lnTo>
                      <a:pt x="1175293" y="0"/>
                    </a:lnTo>
                    <a:lnTo>
                      <a:pt x="1191084" y="0"/>
                    </a:lnTo>
                    <a:lnTo>
                      <a:pt x="1206875" y="0"/>
                    </a:lnTo>
                    <a:lnTo>
                      <a:pt x="1222665" y="0"/>
                    </a:lnTo>
                    <a:lnTo>
                      <a:pt x="1238456" y="0"/>
                    </a:lnTo>
                    <a:lnTo>
                      <a:pt x="1251309" y="0"/>
                    </a:lnTo>
                    <a:lnTo>
                      <a:pt x="1251309" y="0"/>
                    </a:lnTo>
                  </a:path>
                </a:pathLst>
              </a:custGeom>
              <a:ln w="9525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78" name="pl4078"/>
              <p:cNvSpPr/>
              <p:nvPr/>
            </p:nvSpPr>
            <p:spPr>
              <a:xfrm>
                <a:off x="2097741" y="2126728"/>
                <a:ext cx="1251309" cy="0"/>
              </a:xfrm>
              <a:custGeom>
                <a:avLst/>
                <a:gdLst/>
                <a:ahLst/>
                <a:cxnLst/>
                <a:rect l="0" t="0" r="0" b="0"/>
                <a:pathLst>
                  <a:path w="1251309">
                    <a:moveTo>
                      <a:pt x="0" y="0"/>
                    </a:moveTo>
                    <a:lnTo>
                      <a:pt x="6778" y="0"/>
                    </a:lnTo>
                    <a:lnTo>
                      <a:pt x="22569" y="0"/>
                    </a:lnTo>
                    <a:lnTo>
                      <a:pt x="38359" y="0"/>
                    </a:lnTo>
                    <a:lnTo>
                      <a:pt x="54150" y="0"/>
                    </a:lnTo>
                    <a:lnTo>
                      <a:pt x="69941" y="0"/>
                    </a:lnTo>
                    <a:lnTo>
                      <a:pt x="85732" y="0"/>
                    </a:lnTo>
                    <a:lnTo>
                      <a:pt x="101522" y="0"/>
                    </a:lnTo>
                    <a:lnTo>
                      <a:pt x="117313" y="0"/>
                    </a:lnTo>
                    <a:lnTo>
                      <a:pt x="133104" y="0"/>
                    </a:lnTo>
                    <a:lnTo>
                      <a:pt x="148895" y="0"/>
                    </a:lnTo>
                    <a:lnTo>
                      <a:pt x="164685" y="0"/>
                    </a:lnTo>
                    <a:lnTo>
                      <a:pt x="180476" y="0"/>
                    </a:lnTo>
                    <a:lnTo>
                      <a:pt x="196267" y="0"/>
                    </a:lnTo>
                    <a:lnTo>
                      <a:pt x="212058" y="0"/>
                    </a:lnTo>
                    <a:lnTo>
                      <a:pt x="227848" y="0"/>
                    </a:lnTo>
                    <a:lnTo>
                      <a:pt x="243639" y="0"/>
                    </a:lnTo>
                    <a:lnTo>
                      <a:pt x="259430" y="0"/>
                    </a:lnTo>
                    <a:lnTo>
                      <a:pt x="275221" y="0"/>
                    </a:lnTo>
                    <a:lnTo>
                      <a:pt x="291011" y="0"/>
                    </a:lnTo>
                    <a:lnTo>
                      <a:pt x="306802" y="0"/>
                    </a:lnTo>
                    <a:lnTo>
                      <a:pt x="322593" y="0"/>
                    </a:lnTo>
                    <a:lnTo>
                      <a:pt x="338384" y="0"/>
                    </a:lnTo>
                    <a:lnTo>
                      <a:pt x="354174" y="0"/>
                    </a:lnTo>
                    <a:lnTo>
                      <a:pt x="369965" y="0"/>
                    </a:lnTo>
                    <a:lnTo>
                      <a:pt x="385756" y="0"/>
                    </a:lnTo>
                    <a:lnTo>
                      <a:pt x="401547" y="0"/>
                    </a:lnTo>
                    <a:lnTo>
                      <a:pt x="417337" y="0"/>
                    </a:lnTo>
                    <a:lnTo>
                      <a:pt x="433128" y="0"/>
                    </a:lnTo>
                    <a:lnTo>
                      <a:pt x="448919" y="0"/>
                    </a:lnTo>
                    <a:lnTo>
                      <a:pt x="464710" y="0"/>
                    </a:lnTo>
                    <a:lnTo>
                      <a:pt x="480500" y="0"/>
                    </a:lnTo>
                    <a:lnTo>
                      <a:pt x="496291" y="0"/>
                    </a:lnTo>
                    <a:lnTo>
                      <a:pt x="512082" y="0"/>
                    </a:lnTo>
                    <a:lnTo>
                      <a:pt x="527873" y="0"/>
                    </a:lnTo>
                    <a:lnTo>
                      <a:pt x="543663" y="0"/>
                    </a:lnTo>
                    <a:lnTo>
                      <a:pt x="559454" y="0"/>
                    </a:lnTo>
                    <a:lnTo>
                      <a:pt x="575245" y="0"/>
                    </a:lnTo>
                    <a:lnTo>
                      <a:pt x="591036" y="0"/>
                    </a:lnTo>
                    <a:lnTo>
                      <a:pt x="606826" y="0"/>
                    </a:lnTo>
                    <a:lnTo>
                      <a:pt x="622617" y="0"/>
                    </a:lnTo>
                    <a:lnTo>
                      <a:pt x="638408" y="0"/>
                    </a:lnTo>
                    <a:lnTo>
                      <a:pt x="654199" y="0"/>
                    </a:lnTo>
                    <a:lnTo>
                      <a:pt x="669989" y="0"/>
                    </a:lnTo>
                    <a:lnTo>
                      <a:pt x="685780" y="0"/>
                    </a:lnTo>
                    <a:lnTo>
                      <a:pt x="701571" y="0"/>
                    </a:lnTo>
                    <a:lnTo>
                      <a:pt x="717362" y="0"/>
                    </a:lnTo>
                    <a:lnTo>
                      <a:pt x="733152" y="0"/>
                    </a:lnTo>
                    <a:lnTo>
                      <a:pt x="748943" y="0"/>
                    </a:lnTo>
                    <a:lnTo>
                      <a:pt x="764734" y="0"/>
                    </a:lnTo>
                    <a:lnTo>
                      <a:pt x="780524" y="0"/>
                    </a:lnTo>
                    <a:lnTo>
                      <a:pt x="796315" y="0"/>
                    </a:lnTo>
                    <a:lnTo>
                      <a:pt x="812106" y="0"/>
                    </a:lnTo>
                    <a:lnTo>
                      <a:pt x="827897" y="0"/>
                    </a:lnTo>
                    <a:lnTo>
                      <a:pt x="843687" y="0"/>
                    </a:lnTo>
                    <a:lnTo>
                      <a:pt x="859478" y="0"/>
                    </a:lnTo>
                    <a:lnTo>
                      <a:pt x="875269" y="0"/>
                    </a:lnTo>
                    <a:lnTo>
                      <a:pt x="891060" y="0"/>
                    </a:lnTo>
                    <a:lnTo>
                      <a:pt x="906850" y="0"/>
                    </a:lnTo>
                    <a:lnTo>
                      <a:pt x="922641" y="0"/>
                    </a:lnTo>
                    <a:lnTo>
                      <a:pt x="938432" y="0"/>
                    </a:lnTo>
                    <a:lnTo>
                      <a:pt x="954223" y="0"/>
                    </a:lnTo>
                    <a:lnTo>
                      <a:pt x="970013" y="0"/>
                    </a:lnTo>
                    <a:lnTo>
                      <a:pt x="985804" y="0"/>
                    </a:lnTo>
                    <a:lnTo>
                      <a:pt x="1001595" y="0"/>
                    </a:lnTo>
                    <a:lnTo>
                      <a:pt x="1017386" y="0"/>
                    </a:lnTo>
                    <a:lnTo>
                      <a:pt x="1033176" y="0"/>
                    </a:lnTo>
                    <a:lnTo>
                      <a:pt x="1048967" y="0"/>
                    </a:lnTo>
                    <a:lnTo>
                      <a:pt x="1064758" y="0"/>
                    </a:lnTo>
                    <a:lnTo>
                      <a:pt x="1080549" y="0"/>
                    </a:lnTo>
                    <a:lnTo>
                      <a:pt x="1096339" y="0"/>
                    </a:lnTo>
                    <a:lnTo>
                      <a:pt x="1112130" y="0"/>
                    </a:lnTo>
                    <a:lnTo>
                      <a:pt x="1127921" y="0"/>
                    </a:lnTo>
                    <a:lnTo>
                      <a:pt x="1143712" y="0"/>
                    </a:lnTo>
                    <a:lnTo>
                      <a:pt x="1159502" y="0"/>
                    </a:lnTo>
                    <a:lnTo>
                      <a:pt x="1175293" y="0"/>
                    </a:lnTo>
                    <a:lnTo>
                      <a:pt x="1191084" y="0"/>
                    </a:lnTo>
                    <a:lnTo>
                      <a:pt x="1206875" y="0"/>
                    </a:lnTo>
                    <a:lnTo>
                      <a:pt x="1222665" y="0"/>
                    </a:lnTo>
                    <a:lnTo>
                      <a:pt x="1238456" y="0"/>
                    </a:lnTo>
                    <a:lnTo>
                      <a:pt x="1251309" y="0"/>
                    </a:lnTo>
                    <a:lnTo>
                      <a:pt x="1251309" y="0"/>
                    </a:lnTo>
                  </a:path>
                </a:pathLst>
              </a:custGeom>
              <a:ln w="9525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79" name="pl4079"/>
              <p:cNvSpPr/>
              <p:nvPr/>
            </p:nvSpPr>
            <p:spPr>
              <a:xfrm>
                <a:off x="2097741" y="1843402"/>
                <a:ext cx="1251309" cy="0"/>
              </a:xfrm>
              <a:custGeom>
                <a:avLst/>
                <a:gdLst/>
                <a:ahLst/>
                <a:cxnLst/>
                <a:rect l="0" t="0" r="0" b="0"/>
                <a:pathLst>
                  <a:path w="1251309">
                    <a:moveTo>
                      <a:pt x="0" y="0"/>
                    </a:moveTo>
                    <a:lnTo>
                      <a:pt x="6778" y="0"/>
                    </a:lnTo>
                    <a:lnTo>
                      <a:pt x="22569" y="0"/>
                    </a:lnTo>
                    <a:lnTo>
                      <a:pt x="38359" y="0"/>
                    </a:lnTo>
                    <a:lnTo>
                      <a:pt x="54150" y="0"/>
                    </a:lnTo>
                    <a:lnTo>
                      <a:pt x="69941" y="0"/>
                    </a:lnTo>
                    <a:lnTo>
                      <a:pt x="85732" y="0"/>
                    </a:lnTo>
                    <a:lnTo>
                      <a:pt x="101522" y="0"/>
                    </a:lnTo>
                    <a:lnTo>
                      <a:pt x="117313" y="0"/>
                    </a:lnTo>
                    <a:lnTo>
                      <a:pt x="133104" y="0"/>
                    </a:lnTo>
                    <a:lnTo>
                      <a:pt x="148895" y="0"/>
                    </a:lnTo>
                    <a:lnTo>
                      <a:pt x="164685" y="0"/>
                    </a:lnTo>
                    <a:lnTo>
                      <a:pt x="180476" y="0"/>
                    </a:lnTo>
                    <a:lnTo>
                      <a:pt x="196267" y="0"/>
                    </a:lnTo>
                    <a:lnTo>
                      <a:pt x="212058" y="0"/>
                    </a:lnTo>
                    <a:lnTo>
                      <a:pt x="227848" y="0"/>
                    </a:lnTo>
                    <a:lnTo>
                      <a:pt x="243639" y="0"/>
                    </a:lnTo>
                    <a:lnTo>
                      <a:pt x="259430" y="0"/>
                    </a:lnTo>
                    <a:lnTo>
                      <a:pt x="275221" y="0"/>
                    </a:lnTo>
                    <a:lnTo>
                      <a:pt x="291011" y="0"/>
                    </a:lnTo>
                    <a:lnTo>
                      <a:pt x="306802" y="0"/>
                    </a:lnTo>
                    <a:lnTo>
                      <a:pt x="322593" y="0"/>
                    </a:lnTo>
                    <a:lnTo>
                      <a:pt x="338384" y="0"/>
                    </a:lnTo>
                    <a:lnTo>
                      <a:pt x="354174" y="0"/>
                    </a:lnTo>
                    <a:lnTo>
                      <a:pt x="369965" y="0"/>
                    </a:lnTo>
                    <a:lnTo>
                      <a:pt x="385756" y="0"/>
                    </a:lnTo>
                    <a:lnTo>
                      <a:pt x="401547" y="0"/>
                    </a:lnTo>
                    <a:lnTo>
                      <a:pt x="417337" y="0"/>
                    </a:lnTo>
                    <a:lnTo>
                      <a:pt x="433128" y="0"/>
                    </a:lnTo>
                    <a:lnTo>
                      <a:pt x="448919" y="0"/>
                    </a:lnTo>
                    <a:lnTo>
                      <a:pt x="464710" y="0"/>
                    </a:lnTo>
                    <a:lnTo>
                      <a:pt x="480500" y="0"/>
                    </a:lnTo>
                    <a:lnTo>
                      <a:pt x="496291" y="0"/>
                    </a:lnTo>
                    <a:lnTo>
                      <a:pt x="512082" y="0"/>
                    </a:lnTo>
                    <a:lnTo>
                      <a:pt x="527873" y="0"/>
                    </a:lnTo>
                    <a:lnTo>
                      <a:pt x="543663" y="0"/>
                    </a:lnTo>
                    <a:lnTo>
                      <a:pt x="559454" y="0"/>
                    </a:lnTo>
                    <a:lnTo>
                      <a:pt x="575245" y="0"/>
                    </a:lnTo>
                    <a:lnTo>
                      <a:pt x="591036" y="0"/>
                    </a:lnTo>
                    <a:lnTo>
                      <a:pt x="606826" y="0"/>
                    </a:lnTo>
                    <a:lnTo>
                      <a:pt x="622617" y="0"/>
                    </a:lnTo>
                    <a:lnTo>
                      <a:pt x="638408" y="0"/>
                    </a:lnTo>
                    <a:lnTo>
                      <a:pt x="654199" y="0"/>
                    </a:lnTo>
                    <a:lnTo>
                      <a:pt x="669989" y="0"/>
                    </a:lnTo>
                    <a:lnTo>
                      <a:pt x="685780" y="0"/>
                    </a:lnTo>
                    <a:lnTo>
                      <a:pt x="701571" y="0"/>
                    </a:lnTo>
                    <a:lnTo>
                      <a:pt x="717362" y="0"/>
                    </a:lnTo>
                    <a:lnTo>
                      <a:pt x="733152" y="0"/>
                    </a:lnTo>
                    <a:lnTo>
                      <a:pt x="748943" y="0"/>
                    </a:lnTo>
                    <a:lnTo>
                      <a:pt x="764734" y="0"/>
                    </a:lnTo>
                    <a:lnTo>
                      <a:pt x="780524" y="0"/>
                    </a:lnTo>
                    <a:lnTo>
                      <a:pt x="796315" y="0"/>
                    </a:lnTo>
                    <a:lnTo>
                      <a:pt x="812106" y="0"/>
                    </a:lnTo>
                    <a:lnTo>
                      <a:pt x="827897" y="0"/>
                    </a:lnTo>
                    <a:lnTo>
                      <a:pt x="843687" y="0"/>
                    </a:lnTo>
                    <a:lnTo>
                      <a:pt x="859478" y="0"/>
                    </a:lnTo>
                    <a:lnTo>
                      <a:pt x="875269" y="0"/>
                    </a:lnTo>
                    <a:lnTo>
                      <a:pt x="891060" y="0"/>
                    </a:lnTo>
                    <a:lnTo>
                      <a:pt x="906850" y="0"/>
                    </a:lnTo>
                    <a:lnTo>
                      <a:pt x="922641" y="0"/>
                    </a:lnTo>
                    <a:lnTo>
                      <a:pt x="938432" y="0"/>
                    </a:lnTo>
                    <a:lnTo>
                      <a:pt x="954223" y="0"/>
                    </a:lnTo>
                    <a:lnTo>
                      <a:pt x="970013" y="0"/>
                    </a:lnTo>
                    <a:lnTo>
                      <a:pt x="985804" y="0"/>
                    </a:lnTo>
                    <a:lnTo>
                      <a:pt x="1001595" y="0"/>
                    </a:lnTo>
                    <a:lnTo>
                      <a:pt x="1017386" y="0"/>
                    </a:lnTo>
                    <a:lnTo>
                      <a:pt x="1033176" y="0"/>
                    </a:lnTo>
                    <a:lnTo>
                      <a:pt x="1048967" y="0"/>
                    </a:lnTo>
                    <a:lnTo>
                      <a:pt x="1064758" y="0"/>
                    </a:lnTo>
                    <a:lnTo>
                      <a:pt x="1080549" y="0"/>
                    </a:lnTo>
                    <a:lnTo>
                      <a:pt x="1096339" y="0"/>
                    </a:lnTo>
                    <a:lnTo>
                      <a:pt x="1112130" y="0"/>
                    </a:lnTo>
                    <a:lnTo>
                      <a:pt x="1127921" y="0"/>
                    </a:lnTo>
                    <a:lnTo>
                      <a:pt x="1143712" y="0"/>
                    </a:lnTo>
                    <a:lnTo>
                      <a:pt x="1159502" y="0"/>
                    </a:lnTo>
                    <a:lnTo>
                      <a:pt x="1175293" y="0"/>
                    </a:lnTo>
                    <a:lnTo>
                      <a:pt x="1191084" y="0"/>
                    </a:lnTo>
                    <a:lnTo>
                      <a:pt x="1206875" y="0"/>
                    </a:lnTo>
                    <a:lnTo>
                      <a:pt x="1222665" y="0"/>
                    </a:lnTo>
                    <a:lnTo>
                      <a:pt x="1238456" y="0"/>
                    </a:lnTo>
                    <a:lnTo>
                      <a:pt x="1251309" y="0"/>
                    </a:lnTo>
                    <a:lnTo>
                      <a:pt x="1251309" y="0"/>
                    </a:lnTo>
                  </a:path>
                </a:pathLst>
              </a:custGeom>
              <a:ln w="9525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80" name="pl4080"/>
              <p:cNvSpPr/>
              <p:nvPr/>
            </p:nvSpPr>
            <p:spPr>
              <a:xfrm>
                <a:off x="2097741" y="1560077"/>
                <a:ext cx="1251309" cy="0"/>
              </a:xfrm>
              <a:custGeom>
                <a:avLst/>
                <a:gdLst/>
                <a:ahLst/>
                <a:cxnLst/>
                <a:rect l="0" t="0" r="0" b="0"/>
                <a:pathLst>
                  <a:path w="1251309">
                    <a:moveTo>
                      <a:pt x="0" y="0"/>
                    </a:moveTo>
                    <a:lnTo>
                      <a:pt x="6778" y="0"/>
                    </a:lnTo>
                    <a:lnTo>
                      <a:pt x="22569" y="0"/>
                    </a:lnTo>
                    <a:lnTo>
                      <a:pt x="38359" y="0"/>
                    </a:lnTo>
                    <a:lnTo>
                      <a:pt x="54150" y="0"/>
                    </a:lnTo>
                    <a:lnTo>
                      <a:pt x="69941" y="0"/>
                    </a:lnTo>
                    <a:lnTo>
                      <a:pt x="85732" y="0"/>
                    </a:lnTo>
                    <a:lnTo>
                      <a:pt x="101522" y="0"/>
                    </a:lnTo>
                    <a:lnTo>
                      <a:pt x="117313" y="0"/>
                    </a:lnTo>
                    <a:lnTo>
                      <a:pt x="133104" y="0"/>
                    </a:lnTo>
                    <a:lnTo>
                      <a:pt x="148895" y="0"/>
                    </a:lnTo>
                    <a:lnTo>
                      <a:pt x="164685" y="0"/>
                    </a:lnTo>
                    <a:lnTo>
                      <a:pt x="180476" y="0"/>
                    </a:lnTo>
                    <a:lnTo>
                      <a:pt x="196267" y="0"/>
                    </a:lnTo>
                    <a:lnTo>
                      <a:pt x="212058" y="0"/>
                    </a:lnTo>
                    <a:lnTo>
                      <a:pt x="227848" y="0"/>
                    </a:lnTo>
                    <a:lnTo>
                      <a:pt x="243639" y="0"/>
                    </a:lnTo>
                    <a:lnTo>
                      <a:pt x="259430" y="0"/>
                    </a:lnTo>
                    <a:lnTo>
                      <a:pt x="275221" y="0"/>
                    </a:lnTo>
                    <a:lnTo>
                      <a:pt x="291011" y="0"/>
                    </a:lnTo>
                    <a:lnTo>
                      <a:pt x="306802" y="0"/>
                    </a:lnTo>
                    <a:lnTo>
                      <a:pt x="322593" y="0"/>
                    </a:lnTo>
                    <a:lnTo>
                      <a:pt x="338384" y="0"/>
                    </a:lnTo>
                    <a:lnTo>
                      <a:pt x="354174" y="0"/>
                    </a:lnTo>
                    <a:lnTo>
                      <a:pt x="369965" y="0"/>
                    </a:lnTo>
                    <a:lnTo>
                      <a:pt x="385756" y="0"/>
                    </a:lnTo>
                    <a:lnTo>
                      <a:pt x="401547" y="0"/>
                    </a:lnTo>
                    <a:lnTo>
                      <a:pt x="417337" y="0"/>
                    </a:lnTo>
                    <a:lnTo>
                      <a:pt x="433128" y="0"/>
                    </a:lnTo>
                    <a:lnTo>
                      <a:pt x="448919" y="0"/>
                    </a:lnTo>
                    <a:lnTo>
                      <a:pt x="464710" y="0"/>
                    </a:lnTo>
                    <a:lnTo>
                      <a:pt x="480500" y="0"/>
                    </a:lnTo>
                    <a:lnTo>
                      <a:pt x="496291" y="0"/>
                    </a:lnTo>
                    <a:lnTo>
                      <a:pt x="512082" y="0"/>
                    </a:lnTo>
                    <a:lnTo>
                      <a:pt x="527873" y="0"/>
                    </a:lnTo>
                    <a:lnTo>
                      <a:pt x="543663" y="0"/>
                    </a:lnTo>
                    <a:lnTo>
                      <a:pt x="559454" y="0"/>
                    </a:lnTo>
                    <a:lnTo>
                      <a:pt x="575245" y="0"/>
                    </a:lnTo>
                    <a:lnTo>
                      <a:pt x="591036" y="0"/>
                    </a:lnTo>
                    <a:lnTo>
                      <a:pt x="606826" y="0"/>
                    </a:lnTo>
                    <a:lnTo>
                      <a:pt x="622617" y="0"/>
                    </a:lnTo>
                    <a:lnTo>
                      <a:pt x="638408" y="0"/>
                    </a:lnTo>
                    <a:lnTo>
                      <a:pt x="654199" y="0"/>
                    </a:lnTo>
                    <a:lnTo>
                      <a:pt x="669989" y="0"/>
                    </a:lnTo>
                    <a:lnTo>
                      <a:pt x="685780" y="0"/>
                    </a:lnTo>
                    <a:lnTo>
                      <a:pt x="701571" y="0"/>
                    </a:lnTo>
                    <a:lnTo>
                      <a:pt x="717362" y="0"/>
                    </a:lnTo>
                    <a:lnTo>
                      <a:pt x="733152" y="0"/>
                    </a:lnTo>
                    <a:lnTo>
                      <a:pt x="748943" y="0"/>
                    </a:lnTo>
                    <a:lnTo>
                      <a:pt x="764734" y="0"/>
                    </a:lnTo>
                    <a:lnTo>
                      <a:pt x="780524" y="0"/>
                    </a:lnTo>
                    <a:lnTo>
                      <a:pt x="796315" y="0"/>
                    </a:lnTo>
                    <a:lnTo>
                      <a:pt x="812106" y="0"/>
                    </a:lnTo>
                    <a:lnTo>
                      <a:pt x="827897" y="0"/>
                    </a:lnTo>
                    <a:lnTo>
                      <a:pt x="843687" y="0"/>
                    </a:lnTo>
                    <a:lnTo>
                      <a:pt x="859478" y="0"/>
                    </a:lnTo>
                    <a:lnTo>
                      <a:pt x="875269" y="0"/>
                    </a:lnTo>
                    <a:lnTo>
                      <a:pt x="891060" y="0"/>
                    </a:lnTo>
                    <a:lnTo>
                      <a:pt x="906850" y="0"/>
                    </a:lnTo>
                    <a:lnTo>
                      <a:pt x="922641" y="0"/>
                    </a:lnTo>
                    <a:lnTo>
                      <a:pt x="938432" y="0"/>
                    </a:lnTo>
                    <a:lnTo>
                      <a:pt x="954223" y="0"/>
                    </a:lnTo>
                    <a:lnTo>
                      <a:pt x="970013" y="0"/>
                    </a:lnTo>
                    <a:lnTo>
                      <a:pt x="985804" y="0"/>
                    </a:lnTo>
                    <a:lnTo>
                      <a:pt x="1001595" y="0"/>
                    </a:lnTo>
                    <a:lnTo>
                      <a:pt x="1017386" y="0"/>
                    </a:lnTo>
                    <a:lnTo>
                      <a:pt x="1033176" y="0"/>
                    </a:lnTo>
                    <a:lnTo>
                      <a:pt x="1048967" y="0"/>
                    </a:lnTo>
                    <a:lnTo>
                      <a:pt x="1064758" y="0"/>
                    </a:lnTo>
                    <a:lnTo>
                      <a:pt x="1080549" y="0"/>
                    </a:lnTo>
                    <a:lnTo>
                      <a:pt x="1096339" y="0"/>
                    </a:lnTo>
                    <a:lnTo>
                      <a:pt x="1112130" y="0"/>
                    </a:lnTo>
                    <a:lnTo>
                      <a:pt x="1127921" y="0"/>
                    </a:lnTo>
                    <a:lnTo>
                      <a:pt x="1143712" y="0"/>
                    </a:lnTo>
                    <a:lnTo>
                      <a:pt x="1159502" y="0"/>
                    </a:lnTo>
                    <a:lnTo>
                      <a:pt x="1175293" y="0"/>
                    </a:lnTo>
                    <a:lnTo>
                      <a:pt x="1191084" y="0"/>
                    </a:lnTo>
                    <a:lnTo>
                      <a:pt x="1206875" y="0"/>
                    </a:lnTo>
                    <a:lnTo>
                      <a:pt x="1222665" y="0"/>
                    </a:lnTo>
                    <a:lnTo>
                      <a:pt x="1238456" y="0"/>
                    </a:lnTo>
                    <a:lnTo>
                      <a:pt x="1251309" y="0"/>
                    </a:lnTo>
                    <a:lnTo>
                      <a:pt x="1251309" y="0"/>
                    </a:lnTo>
                  </a:path>
                </a:pathLst>
              </a:custGeom>
              <a:ln w="9525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81" name="ph4081"/>
              <p:cNvSpPr/>
              <p:nvPr/>
            </p:nvSpPr>
            <p:spPr>
              <a:xfrm>
                <a:off x="1747014" y="633546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8E3CA">
                  <a:alpha val="100000"/>
                </a:srgbClr>
              </a:solidFill>
              <a:ln w="5420" cap="flat">
                <a:solidFill>
                  <a:srgbClr val="94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82" name="ph4082"/>
              <p:cNvSpPr/>
              <p:nvPr/>
            </p:nvSpPr>
            <p:spPr>
              <a:xfrm>
                <a:off x="1771570" y="633546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7E3CA">
                  <a:alpha val="100000"/>
                </a:srgbClr>
              </a:solidFill>
              <a:ln w="5420" cap="flat">
                <a:solidFill>
                  <a:srgbClr val="94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83" name="ph4083"/>
              <p:cNvSpPr/>
              <p:nvPr/>
            </p:nvSpPr>
            <p:spPr>
              <a:xfrm>
                <a:off x="1796127" y="633546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7E3CA">
                  <a:alpha val="100000"/>
                </a:srgbClr>
              </a:solidFill>
              <a:ln w="5420" cap="flat">
                <a:solidFill>
                  <a:srgbClr val="93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84" name="ph4084"/>
              <p:cNvSpPr/>
              <p:nvPr/>
            </p:nvSpPr>
            <p:spPr>
              <a:xfrm>
                <a:off x="1820683" y="633546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6E3C9">
                  <a:alpha val="100000"/>
                </a:srgbClr>
              </a:solidFill>
              <a:ln w="5420" cap="flat">
                <a:solidFill>
                  <a:srgbClr val="93DDC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85" name="ph4085"/>
              <p:cNvSpPr/>
              <p:nvPr/>
            </p:nvSpPr>
            <p:spPr>
              <a:xfrm>
                <a:off x="1845240" y="633546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6E3C9">
                  <a:alpha val="100000"/>
                </a:srgbClr>
              </a:solidFill>
              <a:ln w="5420" cap="flat">
                <a:solidFill>
                  <a:srgbClr val="92DCC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86" name="ph4086"/>
              <p:cNvSpPr/>
              <p:nvPr/>
            </p:nvSpPr>
            <p:spPr>
              <a:xfrm>
                <a:off x="1869796" y="633546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5E2C9">
                  <a:alpha val="100000"/>
                </a:srgbClr>
              </a:solidFill>
              <a:ln w="5420" cap="flat">
                <a:solidFill>
                  <a:srgbClr val="91DCC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87" name="ph4087"/>
              <p:cNvSpPr/>
              <p:nvPr/>
            </p:nvSpPr>
            <p:spPr>
              <a:xfrm>
                <a:off x="1894352" y="633546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4E2C8">
                  <a:alpha val="100000"/>
                </a:srgbClr>
              </a:solidFill>
              <a:ln w="5420" cap="flat">
                <a:solidFill>
                  <a:srgbClr val="8FDCB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88" name="ph4088"/>
              <p:cNvSpPr/>
              <p:nvPr/>
            </p:nvSpPr>
            <p:spPr>
              <a:xfrm>
                <a:off x="2017134" y="633546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81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89" name="ph4089"/>
              <p:cNvSpPr/>
              <p:nvPr/>
            </p:nvSpPr>
            <p:spPr>
              <a:xfrm>
                <a:off x="2041690" y="633546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95DDC2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90" name="ph4090"/>
              <p:cNvSpPr/>
              <p:nvPr/>
            </p:nvSpPr>
            <p:spPr>
              <a:xfrm>
                <a:off x="2066247" y="633546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92DCC0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91" name="ph4091"/>
              <p:cNvSpPr/>
              <p:nvPr/>
            </p:nvSpPr>
            <p:spPr>
              <a:xfrm>
                <a:off x="2090803" y="633546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8FDBBF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92" name="ph4092"/>
              <p:cNvSpPr/>
              <p:nvPr/>
            </p:nvSpPr>
            <p:spPr>
              <a:xfrm>
                <a:off x="2115359" y="633546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8CDBBD">
                  <a:alpha val="100000"/>
                </a:srgbClr>
              </a:solidFill>
              <a:ln w="5420" cap="flat">
                <a:solidFill>
                  <a:srgbClr val="6DD1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93" name="ph4093"/>
              <p:cNvSpPr/>
              <p:nvPr/>
            </p:nvSpPr>
            <p:spPr>
              <a:xfrm>
                <a:off x="1722458" y="664699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9E4CB">
                  <a:alpha val="100000"/>
                </a:srgbClr>
              </a:solidFill>
              <a:ln w="5420" cap="flat">
                <a:solidFill>
                  <a:srgbClr val="96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94" name="ph4094"/>
              <p:cNvSpPr/>
              <p:nvPr/>
            </p:nvSpPr>
            <p:spPr>
              <a:xfrm>
                <a:off x="1747014" y="664699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9E4CB">
                  <a:alpha val="100000"/>
                </a:srgbClr>
              </a:solidFill>
              <a:ln w="5420" cap="flat">
                <a:solidFill>
                  <a:srgbClr val="97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95" name="ph4095"/>
              <p:cNvSpPr/>
              <p:nvPr/>
            </p:nvSpPr>
            <p:spPr>
              <a:xfrm>
                <a:off x="1771570" y="664699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9E4CB">
                  <a:alpha val="100000"/>
                </a:srgbClr>
              </a:solidFill>
              <a:ln w="5420" cap="flat">
                <a:solidFill>
                  <a:srgbClr val="97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96" name="ph4096"/>
              <p:cNvSpPr/>
              <p:nvPr/>
            </p:nvSpPr>
            <p:spPr>
              <a:xfrm>
                <a:off x="1796127" y="664699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9E4CB">
                  <a:alpha val="100000"/>
                </a:srgbClr>
              </a:solidFill>
              <a:ln w="5420" cap="flat">
                <a:solidFill>
                  <a:srgbClr val="97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97" name="ph4097"/>
              <p:cNvSpPr/>
              <p:nvPr/>
            </p:nvSpPr>
            <p:spPr>
              <a:xfrm>
                <a:off x="1820683" y="664699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9E4CB">
                  <a:alpha val="100000"/>
                </a:srgbClr>
              </a:solidFill>
              <a:ln w="5420" cap="flat">
                <a:solidFill>
                  <a:srgbClr val="96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98" name="ph4098"/>
              <p:cNvSpPr/>
              <p:nvPr/>
            </p:nvSpPr>
            <p:spPr>
              <a:xfrm>
                <a:off x="1845240" y="664699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9E4CB">
                  <a:alpha val="100000"/>
                </a:srgbClr>
              </a:solidFill>
              <a:ln w="5420" cap="flat">
                <a:solidFill>
                  <a:srgbClr val="96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99" name="ph4099"/>
              <p:cNvSpPr/>
              <p:nvPr/>
            </p:nvSpPr>
            <p:spPr>
              <a:xfrm>
                <a:off x="1869796" y="664699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8E3CA">
                  <a:alpha val="100000"/>
                </a:srgbClr>
              </a:solidFill>
              <a:ln w="5420" cap="flat">
                <a:solidFill>
                  <a:srgbClr val="95DD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00" name="ph4100"/>
              <p:cNvSpPr/>
              <p:nvPr/>
            </p:nvSpPr>
            <p:spPr>
              <a:xfrm>
                <a:off x="1894352" y="664699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7E3CA">
                  <a:alpha val="100000"/>
                </a:srgbClr>
              </a:solidFill>
              <a:ln w="5420" cap="flat">
                <a:solidFill>
                  <a:srgbClr val="94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01" name="ph4101"/>
              <p:cNvSpPr/>
              <p:nvPr/>
            </p:nvSpPr>
            <p:spPr>
              <a:xfrm>
                <a:off x="2017134" y="664699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9FE0C6">
                  <a:alpha val="100000"/>
                </a:srgbClr>
              </a:solidFill>
              <a:ln w="5420" cap="flat">
                <a:solidFill>
                  <a:srgbClr val="88D9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02" name="ph4102"/>
              <p:cNvSpPr/>
              <p:nvPr/>
            </p:nvSpPr>
            <p:spPr>
              <a:xfrm>
                <a:off x="2041690" y="664699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81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03" name="ph4103"/>
              <p:cNvSpPr/>
              <p:nvPr/>
            </p:nvSpPr>
            <p:spPr>
              <a:xfrm>
                <a:off x="2066247" y="664699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97DEC2">
                  <a:alpha val="100000"/>
                </a:srgbClr>
              </a:solidFill>
              <a:ln w="5420" cap="flat">
                <a:solidFill>
                  <a:srgbClr val="7D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04" name="ph4104"/>
              <p:cNvSpPr/>
              <p:nvPr/>
            </p:nvSpPr>
            <p:spPr>
              <a:xfrm>
                <a:off x="2090803" y="664699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94DDC1">
                  <a:alpha val="100000"/>
                </a:srgbClr>
              </a:solidFill>
              <a:ln w="5420" cap="flat">
                <a:solidFill>
                  <a:srgbClr val="79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05" name="ph4105"/>
              <p:cNvSpPr/>
              <p:nvPr/>
            </p:nvSpPr>
            <p:spPr>
              <a:xfrm>
                <a:off x="2115359" y="664699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91DCC0">
                  <a:alpha val="100000"/>
                </a:srgbClr>
              </a:solidFill>
              <a:ln w="5420" cap="flat">
                <a:solidFill>
                  <a:srgbClr val="74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06" name="ph4106"/>
              <p:cNvSpPr/>
              <p:nvPr/>
            </p:nvSpPr>
            <p:spPr>
              <a:xfrm>
                <a:off x="1599676" y="69585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9E4CB">
                  <a:alpha val="100000"/>
                </a:srgbClr>
              </a:solidFill>
              <a:ln w="5420" cap="flat">
                <a:solidFill>
                  <a:srgbClr val="96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07" name="ph4107"/>
              <p:cNvSpPr/>
              <p:nvPr/>
            </p:nvSpPr>
            <p:spPr>
              <a:xfrm>
                <a:off x="1624232" y="69585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9E4CB">
                  <a:alpha val="100000"/>
                </a:srgbClr>
              </a:solidFill>
              <a:ln w="5420" cap="flat">
                <a:solidFill>
                  <a:srgbClr val="96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08" name="ph4108"/>
              <p:cNvSpPr/>
              <p:nvPr/>
            </p:nvSpPr>
            <p:spPr>
              <a:xfrm>
                <a:off x="1648789" y="69585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9E4CB">
                  <a:alpha val="100000"/>
                </a:srgbClr>
              </a:solidFill>
              <a:ln w="5420" cap="flat">
                <a:solidFill>
                  <a:srgbClr val="97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09" name="ph4109"/>
              <p:cNvSpPr/>
              <p:nvPr/>
            </p:nvSpPr>
            <p:spPr>
              <a:xfrm>
                <a:off x="1673345" y="69585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AE4CB">
                  <a:alpha val="100000"/>
                </a:srgbClr>
              </a:solidFill>
              <a:ln w="5420" cap="flat">
                <a:solidFill>
                  <a:srgbClr val="97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10" name="ph4110"/>
              <p:cNvSpPr/>
              <p:nvPr/>
            </p:nvSpPr>
            <p:spPr>
              <a:xfrm>
                <a:off x="1697901" y="69585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AE4CB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11" name="ph4111"/>
              <p:cNvSpPr/>
              <p:nvPr/>
            </p:nvSpPr>
            <p:spPr>
              <a:xfrm>
                <a:off x="1722458" y="69585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AE4CB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12" name="ph4112"/>
              <p:cNvSpPr/>
              <p:nvPr/>
            </p:nvSpPr>
            <p:spPr>
              <a:xfrm>
                <a:off x="1747014" y="69585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AE4CB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13" name="ph4113"/>
              <p:cNvSpPr/>
              <p:nvPr/>
            </p:nvSpPr>
            <p:spPr>
              <a:xfrm>
                <a:off x="1771570" y="69585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BE4CB">
                  <a:alpha val="100000"/>
                </a:srgbClr>
              </a:solidFill>
              <a:ln w="5420" cap="flat">
                <a:solidFill>
                  <a:srgbClr val="99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14" name="ph4114"/>
              <p:cNvSpPr/>
              <p:nvPr/>
            </p:nvSpPr>
            <p:spPr>
              <a:xfrm>
                <a:off x="1796127" y="69585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BE4CC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15" name="ph4115"/>
              <p:cNvSpPr/>
              <p:nvPr/>
            </p:nvSpPr>
            <p:spPr>
              <a:xfrm>
                <a:off x="1820683" y="69585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BE4CC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16" name="ph4116"/>
              <p:cNvSpPr/>
              <p:nvPr/>
            </p:nvSpPr>
            <p:spPr>
              <a:xfrm>
                <a:off x="1845240" y="69585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BE4CC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17" name="ph4117"/>
              <p:cNvSpPr/>
              <p:nvPr/>
            </p:nvSpPr>
            <p:spPr>
              <a:xfrm>
                <a:off x="1869796" y="69585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BE4CC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18" name="ph4118"/>
              <p:cNvSpPr/>
              <p:nvPr/>
            </p:nvSpPr>
            <p:spPr>
              <a:xfrm>
                <a:off x="1992578" y="69585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6E3CA">
                  <a:alpha val="100000"/>
                </a:srgbClr>
              </a:solidFill>
              <a:ln w="5420" cap="flat">
                <a:solidFill>
                  <a:srgbClr val="93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19" name="ph4119"/>
              <p:cNvSpPr/>
              <p:nvPr/>
            </p:nvSpPr>
            <p:spPr>
              <a:xfrm>
                <a:off x="2017134" y="69585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8EDBB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20" name="ph4120"/>
              <p:cNvSpPr/>
              <p:nvPr/>
            </p:nvSpPr>
            <p:spPr>
              <a:xfrm>
                <a:off x="2041690" y="69585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9EE0C6">
                  <a:alpha val="100000"/>
                </a:srgbClr>
              </a:solidFill>
              <a:ln w="5420" cap="flat">
                <a:solidFill>
                  <a:srgbClr val="88D9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21" name="ph4121"/>
              <p:cNvSpPr/>
              <p:nvPr/>
            </p:nvSpPr>
            <p:spPr>
              <a:xfrm>
                <a:off x="2066247" y="69585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9CDFC5">
                  <a:alpha val="100000"/>
                </a:srgbClr>
              </a:solidFill>
              <a:ln w="5420" cap="flat">
                <a:solidFill>
                  <a:srgbClr val="84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22" name="ph4122"/>
              <p:cNvSpPr/>
              <p:nvPr/>
            </p:nvSpPr>
            <p:spPr>
              <a:xfrm>
                <a:off x="2090803" y="69585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80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23" name="ph4123"/>
              <p:cNvSpPr/>
              <p:nvPr/>
            </p:nvSpPr>
            <p:spPr>
              <a:xfrm>
                <a:off x="2115359" y="69585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96DEC2">
                  <a:alpha val="100000"/>
                </a:srgbClr>
              </a:solidFill>
              <a:ln w="5420" cap="flat">
                <a:solidFill>
                  <a:srgbClr val="7BD6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24" name="ph4124"/>
              <p:cNvSpPr/>
              <p:nvPr/>
            </p:nvSpPr>
            <p:spPr>
              <a:xfrm>
                <a:off x="1575120" y="72700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9E4CB">
                  <a:alpha val="100000"/>
                </a:srgbClr>
              </a:solidFill>
              <a:ln w="5420" cap="flat">
                <a:solidFill>
                  <a:srgbClr val="96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25" name="ph4125"/>
              <p:cNvSpPr/>
              <p:nvPr/>
            </p:nvSpPr>
            <p:spPr>
              <a:xfrm>
                <a:off x="1599676" y="72700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9E4CB">
                  <a:alpha val="100000"/>
                </a:srgbClr>
              </a:solidFill>
              <a:ln w="5420" cap="flat">
                <a:solidFill>
                  <a:srgbClr val="97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26" name="ph4126"/>
              <p:cNvSpPr/>
              <p:nvPr/>
            </p:nvSpPr>
            <p:spPr>
              <a:xfrm>
                <a:off x="1624232" y="72700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AE4CB">
                  <a:alpha val="100000"/>
                </a:srgbClr>
              </a:solidFill>
              <a:ln w="5420" cap="flat">
                <a:solidFill>
                  <a:srgbClr val="97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27" name="ph4127"/>
              <p:cNvSpPr/>
              <p:nvPr/>
            </p:nvSpPr>
            <p:spPr>
              <a:xfrm>
                <a:off x="1648789" y="72700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AE4CB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28" name="ph4128"/>
              <p:cNvSpPr/>
              <p:nvPr/>
            </p:nvSpPr>
            <p:spPr>
              <a:xfrm>
                <a:off x="1673345" y="72700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AE4CB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29" name="ph4129"/>
              <p:cNvSpPr/>
              <p:nvPr/>
            </p:nvSpPr>
            <p:spPr>
              <a:xfrm>
                <a:off x="1697901" y="72700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BE4CC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30" name="ph4130"/>
              <p:cNvSpPr/>
              <p:nvPr/>
            </p:nvSpPr>
            <p:spPr>
              <a:xfrm>
                <a:off x="1722458" y="72700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BE4CC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31" name="ph4131"/>
              <p:cNvSpPr/>
              <p:nvPr/>
            </p:nvSpPr>
            <p:spPr>
              <a:xfrm>
                <a:off x="1747014" y="72700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BE4CC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32" name="ph4132"/>
              <p:cNvSpPr/>
              <p:nvPr/>
            </p:nvSpPr>
            <p:spPr>
              <a:xfrm>
                <a:off x="1771570" y="72700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BE4CC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33" name="ph4133"/>
              <p:cNvSpPr/>
              <p:nvPr/>
            </p:nvSpPr>
            <p:spPr>
              <a:xfrm>
                <a:off x="1796127" y="72700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34" name="ph4134"/>
              <p:cNvSpPr/>
              <p:nvPr/>
            </p:nvSpPr>
            <p:spPr>
              <a:xfrm>
                <a:off x="1820683" y="72700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DE5CC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35" name="ph4135"/>
              <p:cNvSpPr/>
              <p:nvPr/>
            </p:nvSpPr>
            <p:spPr>
              <a:xfrm>
                <a:off x="1845240" y="72700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DE5CD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36" name="ph4136"/>
              <p:cNvSpPr/>
              <p:nvPr/>
            </p:nvSpPr>
            <p:spPr>
              <a:xfrm>
                <a:off x="1968021" y="72700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BE4CC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37" name="ph4137"/>
              <p:cNvSpPr/>
              <p:nvPr/>
            </p:nvSpPr>
            <p:spPr>
              <a:xfrm>
                <a:off x="1992578" y="72700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9E4CB">
                  <a:alpha val="100000"/>
                </a:srgbClr>
              </a:solidFill>
              <a:ln w="5420" cap="flat">
                <a:solidFill>
                  <a:srgbClr val="97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38" name="ph4138"/>
              <p:cNvSpPr/>
              <p:nvPr/>
            </p:nvSpPr>
            <p:spPr>
              <a:xfrm>
                <a:off x="2017134" y="72700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7E3CA">
                  <a:alpha val="100000"/>
                </a:srgbClr>
              </a:solidFill>
              <a:ln w="5420" cap="flat">
                <a:solidFill>
                  <a:srgbClr val="94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39" name="ph4139"/>
              <p:cNvSpPr/>
              <p:nvPr/>
            </p:nvSpPr>
            <p:spPr>
              <a:xfrm>
                <a:off x="2041690" y="72700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8DDBB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40" name="ph4140"/>
              <p:cNvSpPr/>
              <p:nvPr/>
            </p:nvSpPr>
            <p:spPr>
              <a:xfrm>
                <a:off x="2066247" y="72700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0E1C6">
                  <a:alpha val="100000"/>
                </a:srgbClr>
              </a:solidFill>
              <a:ln w="5420" cap="flat">
                <a:solidFill>
                  <a:srgbClr val="8ADA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41" name="ph4141"/>
              <p:cNvSpPr/>
              <p:nvPr/>
            </p:nvSpPr>
            <p:spPr>
              <a:xfrm>
                <a:off x="2090803" y="72700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86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42" name="ph4142"/>
              <p:cNvSpPr/>
              <p:nvPr/>
            </p:nvSpPr>
            <p:spPr>
              <a:xfrm>
                <a:off x="2115359" y="72700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82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43" name="ph4143"/>
              <p:cNvSpPr/>
              <p:nvPr/>
            </p:nvSpPr>
            <p:spPr>
              <a:xfrm>
                <a:off x="1526007" y="75816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A9E4CB">
                  <a:alpha val="100000"/>
                </a:srgbClr>
              </a:solidFill>
              <a:ln w="5420" cap="flat">
                <a:solidFill>
                  <a:srgbClr val="97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44" name="ph4144"/>
              <p:cNvSpPr/>
              <p:nvPr/>
            </p:nvSpPr>
            <p:spPr>
              <a:xfrm>
                <a:off x="1550563" y="75816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AAE4CB">
                  <a:alpha val="100000"/>
                </a:srgbClr>
              </a:solidFill>
              <a:ln w="5420" cap="flat">
                <a:solidFill>
                  <a:srgbClr val="97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45" name="ph4145"/>
              <p:cNvSpPr/>
              <p:nvPr/>
            </p:nvSpPr>
            <p:spPr>
              <a:xfrm>
                <a:off x="1575120" y="75816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AE4CB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46" name="ph4146"/>
              <p:cNvSpPr/>
              <p:nvPr/>
            </p:nvSpPr>
            <p:spPr>
              <a:xfrm>
                <a:off x="1599676" y="75816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BE4CB">
                  <a:alpha val="100000"/>
                </a:srgbClr>
              </a:solidFill>
              <a:ln w="5420" cap="flat">
                <a:solidFill>
                  <a:srgbClr val="99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47" name="ph4147"/>
              <p:cNvSpPr/>
              <p:nvPr/>
            </p:nvSpPr>
            <p:spPr>
              <a:xfrm>
                <a:off x="1624232" y="75816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BE4CC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48" name="ph4148"/>
              <p:cNvSpPr/>
              <p:nvPr/>
            </p:nvSpPr>
            <p:spPr>
              <a:xfrm>
                <a:off x="1648789" y="75816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BE4CC">
                  <a:alpha val="100000"/>
                </a:srgbClr>
              </a:solidFill>
              <a:ln w="5420" cap="flat">
                <a:solidFill>
                  <a:srgbClr val="99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49" name="ph4149"/>
              <p:cNvSpPr/>
              <p:nvPr/>
            </p:nvSpPr>
            <p:spPr>
              <a:xfrm>
                <a:off x="1673345" y="75816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BE4CC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50" name="ph4150"/>
              <p:cNvSpPr/>
              <p:nvPr/>
            </p:nvSpPr>
            <p:spPr>
              <a:xfrm>
                <a:off x="1697901" y="75816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BE4CC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51" name="ph4151"/>
              <p:cNvSpPr/>
              <p:nvPr/>
            </p:nvSpPr>
            <p:spPr>
              <a:xfrm>
                <a:off x="1722458" y="75816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BE4CC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52" name="ph4152"/>
              <p:cNvSpPr/>
              <p:nvPr/>
            </p:nvSpPr>
            <p:spPr>
              <a:xfrm>
                <a:off x="1747014" y="75816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BE4CC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53" name="ph4153"/>
              <p:cNvSpPr/>
              <p:nvPr/>
            </p:nvSpPr>
            <p:spPr>
              <a:xfrm>
                <a:off x="1771570" y="75816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BE4CC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54" name="ph4154"/>
              <p:cNvSpPr/>
              <p:nvPr/>
            </p:nvSpPr>
            <p:spPr>
              <a:xfrm>
                <a:off x="1796127" y="75816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DE5CD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55" name="ph4155"/>
              <p:cNvSpPr/>
              <p:nvPr/>
            </p:nvSpPr>
            <p:spPr>
              <a:xfrm>
                <a:off x="1943465" y="75816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56" name="ph4156"/>
              <p:cNvSpPr/>
              <p:nvPr/>
            </p:nvSpPr>
            <p:spPr>
              <a:xfrm>
                <a:off x="1968021" y="75816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57" name="ph4157"/>
              <p:cNvSpPr/>
              <p:nvPr/>
            </p:nvSpPr>
            <p:spPr>
              <a:xfrm>
                <a:off x="1992578" y="75816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1E6CF">
                  <a:alpha val="100000"/>
                </a:srgbClr>
              </a:solidFill>
              <a:ln w="5420" cap="flat">
                <a:solidFill>
                  <a:srgbClr val="A2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58" name="ph4158"/>
              <p:cNvSpPr/>
              <p:nvPr/>
            </p:nvSpPr>
            <p:spPr>
              <a:xfrm>
                <a:off x="2017134" y="75816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9F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59" name="ph4159"/>
              <p:cNvSpPr/>
              <p:nvPr/>
            </p:nvSpPr>
            <p:spPr>
              <a:xfrm>
                <a:off x="2041690" y="75816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AE4CB">
                  <a:alpha val="100000"/>
                </a:srgbClr>
              </a:solidFill>
              <a:ln w="5420" cap="flat">
                <a:solidFill>
                  <a:srgbClr val="97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60" name="ph4160"/>
              <p:cNvSpPr/>
              <p:nvPr/>
            </p:nvSpPr>
            <p:spPr>
              <a:xfrm>
                <a:off x="2066247" y="75816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7E3CA">
                  <a:alpha val="100000"/>
                </a:srgbClr>
              </a:solidFill>
              <a:ln w="5420" cap="flat">
                <a:solidFill>
                  <a:srgbClr val="94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61" name="ph4161"/>
              <p:cNvSpPr/>
              <p:nvPr/>
            </p:nvSpPr>
            <p:spPr>
              <a:xfrm>
                <a:off x="1476894" y="78931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9E4CB">
                  <a:alpha val="100000"/>
                </a:srgbClr>
              </a:solidFill>
              <a:ln w="5420" cap="flat">
                <a:solidFill>
                  <a:srgbClr val="97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62" name="ph4162"/>
              <p:cNvSpPr/>
              <p:nvPr/>
            </p:nvSpPr>
            <p:spPr>
              <a:xfrm>
                <a:off x="1501451" y="78931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9E4CB">
                  <a:alpha val="100000"/>
                </a:srgbClr>
              </a:solidFill>
              <a:ln w="5420" cap="flat">
                <a:solidFill>
                  <a:srgbClr val="97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63" name="ph4163"/>
              <p:cNvSpPr/>
              <p:nvPr/>
            </p:nvSpPr>
            <p:spPr>
              <a:xfrm>
                <a:off x="1526007" y="78931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AAE4CB">
                  <a:alpha val="100000"/>
                </a:srgbClr>
              </a:solidFill>
              <a:ln w="5420" cap="flat">
                <a:solidFill>
                  <a:srgbClr val="97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64" name="ph4164"/>
              <p:cNvSpPr/>
              <p:nvPr/>
            </p:nvSpPr>
            <p:spPr>
              <a:xfrm>
                <a:off x="1550563" y="78931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AAE4CB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65" name="ph4165"/>
              <p:cNvSpPr/>
              <p:nvPr/>
            </p:nvSpPr>
            <p:spPr>
              <a:xfrm>
                <a:off x="1575120" y="78931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BE4CC">
                  <a:alpha val="100000"/>
                </a:srgbClr>
              </a:solidFill>
              <a:ln w="5420" cap="flat">
                <a:solidFill>
                  <a:srgbClr val="99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66" name="ph4166"/>
              <p:cNvSpPr/>
              <p:nvPr/>
            </p:nvSpPr>
            <p:spPr>
              <a:xfrm>
                <a:off x="1599676" y="78931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BE4CC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67" name="ph4167"/>
              <p:cNvSpPr/>
              <p:nvPr/>
            </p:nvSpPr>
            <p:spPr>
              <a:xfrm>
                <a:off x="1624232" y="78931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BE4CC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68" name="ph4168"/>
              <p:cNvSpPr/>
              <p:nvPr/>
            </p:nvSpPr>
            <p:spPr>
              <a:xfrm>
                <a:off x="1648789" y="78931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69" name="ph4169"/>
              <p:cNvSpPr/>
              <p:nvPr/>
            </p:nvSpPr>
            <p:spPr>
              <a:xfrm>
                <a:off x="1673345" y="78931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70" name="ph4170"/>
              <p:cNvSpPr/>
              <p:nvPr/>
            </p:nvSpPr>
            <p:spPr>
              <a:xfrm>
                <a:off x="1697901" y="78931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71" name="ph4171"/>
              <p:cNvSpPr/>
              <p:nvPr/>
            </p:nvSpPr>
            <p:spPr>
              <a:xfrm>
                <a:off x="1722458" y="78931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BE4CC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72" name="ph4172"/>
              <p:cNvSpPr/>
              <p:nvPr/>
            </p:nvSpPr>
            <p:spPr>
              <a:xfrm>
                <a:off x="1747014" y="78931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BE4CC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73" name="ph4173"/>
              <p:cNvSpPr/>
              <p:nvPr/>
            </p:nvSpPr>
            <p:spPr>
              <a:xfrm>
                <a:off x="1771570" y="78931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BE4CC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74" name="ph4174"/>
              <p:cNvSpPr/>
              <p:nvPr/>
            </p:nvSpPr>
            <p:spPr>
              <a:xfrm>
                <a:off x="1796127" y="78931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FE5CD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75" name="ph4175"/>
              <p:cNvSpPr/>
              <p:nvPr/>
            </p:nvSpPr>
            <p:spPr>
              <a:xfrm>
                <a:off x="1820683" y="78931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76" name="ph4176"/>
              <p:cNvSpPr/>
              <p:nvPr/>
            </p:nvSpPr>
            <p:spPr>
              <a:xfrm>
                <a:off x="1845240" y="78931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5E8D1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77" name="ph4177"/>
              <p:cNvSpPr/>
              <p:nvPr/>
            </p:nvSpPr>
            <p:spPr>
              <a:xfrm>
                <a:off x="1869796" y="78931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8E9D2">
                  <a:alpha val="100000"/>
                </a:srgbClr>
              </a:solidFill>
              <a:ln w="5420" cap="flat">
                <a:solidFill>
                  <a:srgbClr val="ABE4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78" name="ph4178"/>
              <p:cNvSpPr/>
              <p:nvPr/>
            </p:nvSpPr>
            <p:spPr>
              <a:xfrm>
                <a:off x="1918909" y="78931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9E9D3">
                  <a:alpha val="100000"/>
                </a:srgbClr>
              </a:solidFill>
              <a:ln w="5420" cap="flat">
                <a:solidFill>
                  <a:srgbClr val="AD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79" name="ph4179"/>
              <p:cNvSpPr/>
              <p:nvPr/>
            </p:nvSpPr>
            <p:spPr>
              <a:xfrm>
                <a:off x="1943465" y="78931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9E9D2">
                  <a:alpha val="100000"/>
                </a:srgbClr>
              </a:solidFill>
              <a:ln w="5420" cap="flat">
                <a:solidFill>
                  <a:srgbClr val="ACE5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80" name="ph4180"/>
              <p:cNvSpPr/>
              <p:nvPr/>
            </p:nvSpPr>
            <p:spPr>
              <a:xfrm>
                <a:off x="1968021" y="78931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7E8D1">
                  <a:alpha val="100000"/>
                </a:srgbClr>
              </a:solidFill>
              <a:ln w="5420" cap="flat">
                <a:solidFill>
                  <a:srgbClr val="A9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81" name="ph4181"/>
              <p:cNvSpPr/>
              <p:nvPr/>
            </p:nvSpPr>
            <p:spPr>
              <a:xfrm>
                <a:off x="1992578" y="78931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5E7D0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82" name="ph4182"/>
              <p:cNvSpPr/>
              <p:nvPr/>
            </p:nvSpPr>
            <p:spPr>
              <a:xfrm>
                <a:off x="2017134" y="78931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83" name="ph4183"/>
              <p:cNvSpPr/>
              <p:nvPr/>
            </p:nvSpPr>
            <p:spPr>
              <a:xfrm>
                <a:off x="2041690" y="78931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DE5CC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84" name="ph4184"/>
              <p:cNvSpPr/>
              <p:nvPr/>
            </p:nvSpPr>
            <p:spPr>
              <a:xfrm>
                <a:off x="2066247" y="78931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AE4CB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85" name="ph4185"/>
              <p:cNvSpPr/>
              <p:nvPr/>
            </p:nvSpPr>
            <p:spPr>
              <a:xfrm>
                <a:off x="1476894" y="82046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AE4CB">
                  <a:alpha val="100000"/>
                </a:srgbClr>
              </a:solidFill>
              <a:ln w="5420" cap="flat">
                <a:solidFill>
                  <a:srgbClr val="97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86" name="ph4186"/>
              <p:cNvSpPr/>
              <p:nvPr/>
            </p:nvSpPr>
            <p:spPr>
              <a:xfrm>
                <a:off x="1501451" y="82046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AE4CB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87" name="ph4187"/>
              <p:cNvSpPr/>
              <p:nvPr/>
            </p:nvSpPr>
            <p:spPr>
              <a:xfrm>
                <a:off x="1526007" y="82046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AAE4CB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88" name="ph4188"/>
              <p:cNvSpPr/>
              <p:nvPr/>
            </p:nvSpPr>
            <p:spPr>
              <a:xfrm>
                <a:off x="1550563" y="82046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ABE4CC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89" name="ph4189"/>
              <p:cNvSpPr/>
              <p:nvPr/>
            </p:nvSpPr>
            <p:spPr>
              <a:xfrm>
                <a:off x="1575120" y="82046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BE4CC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90" name="ph4190"/>
              <p:cNvSpPr/>
              <p:nvPr/>
            </p:nvSpPr>
            <p:spPr>
              <a:xfrm>
                <a:off x="1599676" y="82046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BE4CC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91" name="ph4191"/>
              <p:cNvSpPr/>
              <p:nvPr/>
            </p:nvSpPr>
            <p:spPr>
              <a:xfrm>
                <a:off x="1624232" y="82046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92" name="ph4192"/>
              <p:cNvSpPr/>
              <p:nvPr/>
            </p:nvSpPr>
            <p:spPr>
              <a:xfrm>
                <a:off x="1648789" y="82046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93" name="ph4193"/>
              <p:cNvSpPr/>
              <p:nvPr/>
            </p:nvSpPr>
            <p:spPr>
              <a:xfrm>
                <a:off x="1673345" y="82046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94" name="ph4194"/>
              <p:cNvSpPr/>
              <p:nvPr/>
            </p:nvSpPr>
            <p:spPr>
              <a:xfrm>
                <a:off x="1697901" y="82046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95" name="ph4195"/>
              <p:cNvSpPr/>
              <p:nvPr/>
            </p:nvSpPr>
            <p:spPr>
              <a:xfrm>
                <a:off x="1722458" y="82046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96" name="ph4196"/>
              <p:cNvSpPr/>
              <p:nvPr/>
            </p:nvSpPr>
            <p:spPr>
              <a:xfrm>
                <a:off x="1747014" y="82046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97" name="ph4197"/>
              <p:cNvSpPr/>
              <p:nvPr/>
            </p:nvSpPr>
            <p:spPr>
              <a:xfrm>
                <a:off x="1771570" y="82046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DE5CC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98" name="ph4198"/>
              <p:cNvSpPr/>
              <p:nvPr/>
            </p:nvSpPr>
            <p:spPr>
              <a:xfrm>
                <a:off x="1796127" y="82046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2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99" name="ph4199"/>
              <p:cNvSpPr/>
              <p:nvPr/>
            </p:nvSpPr>
            <p:spPr>
              <a:xfrm>
                <a:off x="1820683" y="82046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6E8D1">
                  <a:alpha val="100000"/>
                </a:srgbClr>
              </a:solidFill>
              <a:ln w="5420" cap="flat">
                <a:solidFill>
                  <a:srgbClr val="A9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00" name="ph4200"/>
              <p:cNvSpPr/>
              <p:nvPr/>
            </p:nvSpPr>
            <p:spPr>
              <a:xfrm>
                <a:off x="1845240" y="82046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BE9D3">
                  <a:alpha val="100000"/>
                </a:srgbClr>
              </a:solidFill>
              <a:ln w="5420" cap="flat">
                <a:solidFill>
                  <a:srgbClr val="AFE6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01" name="ph4201"/>
              <p:cNvSpPr/>
              <p:nvPr/>
            </p:nvSpPr>
            <p:spPr>
              <a:xfrm>
                <a:off x="1869796" y="82046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EEAD5">
                  <a:alpha val="100000"/>
                </a:srgbClr>
              </a:solidFill>
              <a:ln w="5420" cap="flat">
                <a:solidFill>
                  <a:srgbClr val="B3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02" name="ph4202"/>
              <p:cNvSpPr/>
              <p:nvPr/>
            </p:nvSpPr>
            <p:spPr>
              <a:xfrm>
                <a:off x="1894352" y="82046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FEBD5">
                  <a:alpha val="100000"/>
                </a:srgbClr>
              </a:solidFill>
              <a:ln w="5420" cap="flat">
                <a:solidFill>
                  <a:srgbClr val="B4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03" name="ph4203"/>
              <p:cNvSpPr/>
              <p:nvPr/>
            </p:nvSpPr>
            <p:spPr>
              <a:xfrm>
                <a:off x="1918909" y="82046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EEBD5">
                  <a:alpha val="100000"/>
                </a:srgbClr>
              </a:solidFill>
              <a:ln w="5420" cap="flat">
                <a:solidFill>
                  <a:srgbClr val="B4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04" name="ph4204"/>
              <p:cNvSpPr/>
              <p:nvPr/>
            </p:nvSpPr>
            <p:spPr>
              <a:xfrm>
                <a:off x="1943465" y="82046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DEAD4">
                  <a:alpha val="100000"/>
                </a:srgbClr>
              </a:solidFill>
              <a:ln w="5420" cap="flat">
                <a:solidFill>
                  <a:srgbClr val="B1E6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05" name="ph4205"/>
              <p:cNvSpPr/>
              <p:nvPr/>
            </p:nvSpPr>
            <p:spPr>
              <a:xfrm>
                <a:off x="1968021" y="82046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BE9D3">
                  <a:alpha val="100000"/>
                </a:srgbClr>
              </a:solidFill>
              <a:ln w="5420" cap="flat">
                <a:solidFill>
                  <a:srgbClr val="AE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06" name="ph4206"/>
              <p:cNvSpPr/>
              <p:nvPr/>
            </p:nvSpPr>
            <p:spPr>
              <a:xfrm>
                <a:off x="1992578" y="82046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8E9D2">
                  <a:alpha val="100000"/>
                </a:srgbClr>
              </a:solidFill>
              <a:ln w="5420" cap="flat">
                <a:solidFill>
                  <a:srgbClr val="ABE4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07" name="ph4207"/>
              <p:cNvSpPr/>
              <p:nvPr/>
            </p:nvSpPr>
            <p:spPr>
              <a:xfrm>
                <a:off x="2017134" y="82046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5E8D1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08" name="ph4208"/>
              <p:cNvSpPr/>
              <p:nvPr/>
            </p:nvSpPr>
            <p:spPr>
              <a:xfrm>
                <a:off x="2041690" y="82046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0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09" name="ph4209"/>
              <p:cNvSpPr/>
              <p:nvPr/>
            </p:nvSpPr>
            <p:spPr>
              <a:xfrm>
                <a:off x="1476894" y="851622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AE4CB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10" name="ph4210"/>
              <p:cNvSpPr/>
              <p:nvPr/>
            </p:nvSpPr>
            <p:spPr>
              <a:xfrm>
                <a:off x="1501451" y="851622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AE4CB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11" name="ph4211"/>
              <p:cNvSpPr/>
              <p:nvPr/>
            </p:nvSpPr>
            <p:spPr>
              <a:xfrm>
                <a:off x="1526007" y="851622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ABE4CB">
                  <a:alpha val="100000"/>
                </a:srgbClr>
              </a:solidFill>
              <a:ln w="5420" cap="flat">
                <a:solidFill>
                  <a:srgbClr val="99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12" name="ph4212"/>
              <p:cNvSpPr/>
              <p:nvPr/>
            </p:nvSpPr>
            <p:spPr>
              <a:xfrm>
                <a:off x="1550563" y="851622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ABE4CC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13" name="ph4213"/>
              <p:cNvSpPr/>
              <p:nvPr/>
            </p:nvSpPr>
            <p:spPr>
              <a:xfrm>
                <a:off x="1575120" y="851622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BE4CC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14" name="ph4214"/>
              <p:cNvSpPr/>
              <p:nvPr/>
            </p:nvSpPr>
            <p:spPr>
              <a:xfrm>
                <a:off x="1599676" y="851622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15" name="ph4215"/>
              <p:cNvSpPr/>
              <p:nvPr/>
            </p:nvSpPr>
            <p:spPr>
              <a:xfrm>
                <a:off x="1624232" y="851622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16" name="ph4216"/>
              <p:cNvSpPr/>
              <p:nvPr/>
            </p:nvSpPr>
            <p:spPr>
              <a:xfrm>
                <a:off x="1648789" y="851622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DE5CC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17" name="ph4217"/>
              <p:cNvSpPr/>
              <p:nvPr/>
            </p:nvSpPr>
            <p:spPr>
              <a:xfrm>
                <a:off x="1673345" y="851622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DE5CD">
                  <a:alpha val="100000"/>
                </a:srgbClr>
              </a:solidFill>
              <a:ln w="5420" cap="flat">
                <a:solidFill>
                  <a:srgbClr val="9CDF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18" name="ph4218"/>
              <p:cNvSpPr/>
              <p:nvPr/>
            </p:nvSpPr>
            <p:spPr>
              <a:xfrm>
                <a:off x="1697901" y="851622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DE5CD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19" name="ph4219"/>
              <p:cNvSpPr/>
              <p:nvPr/>
            </p:nvSpPr>
            <p:spPr>
              <a:xfrm>
                <a:off x="1722458" y="851622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DE5CD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20" name="ph4220"/>
              <p:cNvSpPr/>
              <p:nvPr/>
            </p:nvSpPr>
            <p:spPr>
              <a:xfrm>
                <a:off x="1747014" y="851622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21" name="ph4221"/>
              <p:cNvSpPr/>
              <p:nvPr/>
            </p:nvSpPr>
            <p:spPr>
              <a:xfrm>
                <a:off x="1771570" y="851622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9F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22" name="ph4222"/>
              <p:cNvSpPr/>
              <p:nvPr/>
            </p:nvSpPr>
            <p:spPr>
              <a:xfrm>
                <a:off x="1796127" y="851622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6E8D1">
                  <a:alpha val="100000"/>
                </a:srgbClr>
              </a:solidFill>
              <a:ln w="5420" cap="flat">
                <a:solidFill>
                  <a:srgbClr val="A9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23" name="ph4223"/>
              <p:cNvSpPr/>
              <p:nvPr/>
            </p:nvSpPr>
            <p:spPr>
              <a:xfrm>
                <a:off x="1820683" y="851622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CEAD4">
                  <a:alpha val="100000"/>
                </a:srgbClr>
              </a:solidFill>
              <a:ln w="5420" cap="flat">
                <a:solidFill>
                  <a:srgbClr val="B0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24" name="ph4224"/>
              <p:cNvSpPr/>
              <p:nvPr/>
            </p:nvSpPr>
            <p:spPr>
              <a:xfrm>
                <a:off x="1845240" y="851622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C0EBD6">
                  <a:alpha val="100000"/>
                </a:srgbClr>
              </a:solidFill>
              <a:ln w="5420" cap="flat">
                <a:solidFill>
                  <a:srgbClr val="B6E8D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25" name="ph4225"/>
              <p:cNvSpPr/>
              <p:nvPr/>
            </p:nvSpPr>
            <p:spPr>
              <a:xfrm>
                <a:off x="1869796" y="851622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C3ECD7">
                  <a:alpha val="100000"/>
                </a:srgbClr>
              </a:solidFill>
              <a:ln w="5420" cap="flat">
                <a:solidFill>
                  <a:srgbClr val="BAE9D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26" name="ph4226"/>
              <p:cNvSpPr/>
              <p:nvPr/>
            </p:nvSpPr>
            <p:spPr>
              <a:xfrm>
                <a:off x="1894352" y="851622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C4ECD8">
                  <a:alpha val="100000"/>
                </a:srgbClr>
              </a:solidFill>
              <a:ln w="5420" cap="flat">
                <a:solidFill>
                  <a:srgbClr val="BBE9D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27" name="ph4227"/>
              <p:cNvSpPr/>
              <p:nvPr/>
            </p:nvSpPr>
            <p:spPr>
              <a:xfrm>
                <a:off x="1918909" y="851622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C3ECD7">
                  <a:alpha val="100000"/>
                </a:srgbClr>
              </a:solidFill>
              <a:ln w="5420" cap="flat">
                <a:solidFill>
                  <a:srgbClr val="B9E9D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28" name="ph4228"/>
              <p:cNvSpPr/>
              <p:nvPr/>
            </p:nvSpPr>
            <p:spPr>
              <a:xfrm>
                <a:off x="1943465" y="851622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C0EBD6">
                  <a:alpha val="100000"/>
                </a:srgbClr>
              </a:solidFill>
              <a:ln w="5420" cap="flat">
                <a:solidFill>
                  <a:srgbClr val="B6E8D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29" name="ph4229"/>
              <p:cNvSpPr/>
              <p:nvPr/>
            </p:nvSpPr>
            <p:spPr>
              <a:xfrm>
                <a:off x="1968021" y="851622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DEAD5">
                  <a:alpha val="100000"/>
                </a:srgbClr>
              </a:solidFill>
              <a:ln w="5420" cap="flat">
                <a:solidFill>
                  <a:srgbClr val="B2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30" name="ph4230"/>
              <p:cNvSpPr/>
              <p:nvPr/>
            </p:nvSpPr>
            <p:spPr>
              <a:xfrm>
                <a:off x="1992578" y="851622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AE9D3">
                  <a:alpha val="100000"/>
                </a:srgbClr>
              </a:solidFill>
              <a:ln w="5420" cap="flat">
                <a:solidFill>
                  <a:srgbClr val="AE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31" name="ph4231"/>
              <p:cNvSpPr/>
              <p:nvPr/>
            </p:nvSpPr>
            <p:spPr>
              <a:xfrm>
                <a:off x="2017134" y="851622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7E8D2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32" name="ph4232"/>
              <p:cNvSpPr/>
              <p:nvPr/>
            </p:nvSpPr>
            <p:spPr>
              <a:xfrm>
                <a:off x="1403225" y="88277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ABE4CC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33" name="ph4233"/>
              <p:cNvSpPr/>
              <p:nvPr/>
            </p:nvSpPr>
            <p:spPr>
              <a:xfrm>
                <a:off x="1427782" y="88277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BE4CC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34" name="ph4234"/>
              <p:cNvSpPr/>
              <p:nvPr/>
            </p:nvSpPr>
            <p:spPr>
              <a:xfrm>
                <a:off x="1476894" y="88277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BE4CC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35" name="ph4235"/>
              <p:cNvSpPr/>
              <p:nvPr/>
            </p:nvSpPr>
            <p:spPr>
              <a:xfrm>
                <a:off x="1501451" y="88277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BE4CC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36" name="ph4236"/>
              <p:cNvSpPr/>
              <p:nvPr/>
            </p:nvSpPr>
            <p:spPr>
              <a:xfrm>
                <a:off x="1526007" y="88277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ABE4CC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37" name="ph4237"/>
              <p:cNvSpPr/>
              <p:nvPr/>
            </p:nvSpPr>
            <p:spPr>
              <a:xfrm>
                <a:off x="1550563" y="88277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ABE4CC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38" name="ph4238"/>
              <p:cNvSpPr/>
              <p:nvPr/>
            </p:nvSpPr>
            <p:spPr>
              <a:xfrm>
                <a:off x="1575120" y="88277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39" name="ph4239"/>
              <p:cNvSpPr/>
              <p:nvPr/>
            </p:nvSpPr>
            <p:spPr>
              <a:xfrm>
                <a:off x="1599676" y="88277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40" name="ph4240"/>
              <p:cNvSpPr/>
              <p:nvPr/>
            </p:nvSpPr>
            <p:spPr>
              <a:xfrm>
                <a:off x="1624232" y="88277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41" name="ph4241"/>
              <p:cNvSpPr/>
              <p:nvPr/>
            </p:nvSpPr>
            <p:spPr>
              <a:xfrm>
                <a:off x="1648789" y="88277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DE5CD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42" name="ph4242"/>
              <p:cNvSpPr/>
              <p:nvPr/>
            </p:nvSpPr>
            <p:spPr>
              <a:xfrm>
                <a:off x="1722458" y="88277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9F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43" name="ph4243"/>
              <p:cNvSpPr/>
              <p:nvPr/>
            </p:nvSpPr>
            <p:spPr>
              <a:xfrm>
                <a:off x="1747014" y="88277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0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44" name="ph4244"/>
              <p:cNvSpPr/>
              <p:nvPr/>
            </p:nvSpPr>
            <p:spPr>
              <a:xfrm>
                <a:off x="1771570" y="88277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45" name="ph4245"/>
              <p:cNvSpPr/>
              <p:nvPr/>
            </p:nvSpPr>
            <p:spPr>
              <a:xfrm>
                <a:off x="1796127" y="88277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AE9D3">
                  <a:alpha val="100000"/>
                </a:srgbClr>
              </a:solidFill>
              <a:ln w="5420" cap="flat">
                <a:solidFill>
                  <a:srgbClr val="AE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46" name="ph4246"/>
              <p:cNvSpPr/>
              <p:nvPr/>
            </p:nvSpPr>
            <p:spPr>
              <a:xfrm>
                <a:off x="1820683" y="88277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FEBD5">
                  <a:alpha val="100000"/>
                </a:srgbClr>
              </a:solidFill>
              <a:ln w="5420" cap="flat">
                <a:solidFill>
                  <a:srgbClr val="B5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47" name="ph4247"/>
              <p:cNvSpPr/>
              <p:nvPr/>
            </p:nvSpPr>
            <p:spPr>
              <a:xfrm>
                <a:off x="1845240" y="88277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C3ECD8">
                  <a:alpha val="100000"/>
                </a:srgbClr>
              </a:solidFill>
              <a:ln w="5420" cap="flat">
                <a:solidFill>
                  <a:srgbClr val="BAE9D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48" name="ph4248"/>
              <p:cNvSpPr/>
              <p:nvPr/>
            </p:nvSpPr>
            <p:spPr>
              <a:xfrm>
                <a:off x="1869796" y="88277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C6EDD9">
                  <a:alpha val="100000"/>
                </a:srgbClr>
              </a:solidFill>
              <a:ln w="5420" cap="flat">
                <a:solidFill>
                  <a:srgbClr val="BEEAD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49" name="ph4249"/>
              <p:cNvSpPr/>
              <p:nvPr/>
            </p:nvSpPr>
            <p:spPr>
              <a:xfrm>
                <a:off x="1894352" y="88277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C6EDD9">
                  <a:alpha val="100000"/>
                </a:srgbClr>
              </a:solidFill>
              <a:ln w="5420" cap="flat">
                <a:solidFill>
                  <a:srgbClr val="BEEBD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50" name="ph4250"/>
              <p:cNvSpPr/>
              <p:nvPr/>
            </p:nvSpPr>
            <p:spPr>
              <a:xfrm>
                <a:off x="1918909" y="88277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C5EDD8">
                  <a:alpha val="100000"/>
                </a:srgbClr>
              </a:solidFill>
              <a:ln w="5420" cap="flat">
                <a:solidFill>
                  <a:srgbClr val="BCEAD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51" name="ph4251"/>
              <p:cNvSpPr/>
              <p:nvPr/>
            </p:nvSpPr>
            <p:spPr>
              <a:xfrm>
                <a:off x="1943465" y="88277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C2ECD7">
                  <a:alpha val="100000"/>
                </a:srgbClr>
              </a:solidFill>
              <a:ln w="5420" cap="flat">
                <a:solidFill>
                  <a:srgbClr val="B9E9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52" name="ph4252"/>
              <p:cNvSpPr/>
              <p:nvPr/>
            </p:nvSpPr>
            <p:spPr>
              <a:xfrm>
                <a:off x="1968021" y="88277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FEBD5">
                  <a:alpha val="100000"/>
                </a:srgbClr>
              </a:solidFill>
              <a:ln w="5420" cap="flat">
                <a:solidFill>
                  <a:srgbClr val="B4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53" name="ph4253"/>
              <p:cNvSpPr/>
              <p:nvPr/>
            </p:nvSpPr>
            <p:spPr>
              <a:xfrm>
                <a:off x="1992578" y="88277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CEAD4">
                  <a:alpha val="100000"/>
                </a:srgbClr>
              </a:solidFill>
              <a:ln w="5420" cap="flat">
                <a:solidFill>
                  <a:srgbClr val="B0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54" name="ph4254"/>
              <p:cNvSpPr/>
              <p:nvPr/>
            </p:nvSpPr>
            <p:spPr>
              <a:xfrm>
                <a:off x="1378669" y="913929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BE4CC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55" name="ph4255"/>
              <p:cNvSpPr/>
              <p:nvPr/>
            </p:nvSpPr>
            <p:spPr>
              <a:xfrm>
                <a:off x="1403225" y="913929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56" name="ph4256"/>
              <p:cNvSpPr/>
              <p:nvPr/>
            </p:nvSpPr>
            <p:spPr>
              <a:xfrm>
                <a:off x="1427782" y="913929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57" name="ph4257"/>
              <p:cNvSpPr/>
              <p:nvPr/>
            </p:nvSpPr>
            <p:spPr>
              <a:xfrm>
                <a:off x="1452338" y="913929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58" name="ph4258"/>
              <p:cNvSpPr/>
              <p:nvPr/>
            </p:nvSpPr>
            <p:spPr>
              <a:xfrm>
                <a:off x="1476894" y="913929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BE4CC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59" name="ph4259"/>
              <p:cNvSpPr/>
              <p:nvPr/>
            </p:nvSpPr>
            <p:spPr>
              <a:xfrm>
                <a:off x="1501451" y="913929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BE4CC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60" name="ph4260"/>
              <p:cNvSpPr/>
              <p:nvPr/>
            </p:nvSpPr>
            <p:spPr>
              <a:xfrm>
                <a:off x="1526007" y="913929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ABE4CC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61" name="ph4261"/>
              <p:cNvSpPr/>
              <p:nvPr/>
            </p:nvSpPr>
            <p:spPr>
              <a:xfrm>
                <a:off x="1550563" y="913929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62" name="ph4262"/>
              <p:cNvSpPr/>
              <p:nvPr/>
            </p:nvSpPr>
            <p:spPr>
              <a:xfrm>
                <a:off x="1575120" y="913929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63" name="ph4263"/>
              <p:cNvSpPr/>
              <p:nvPr/>
            </p:nvSpPr>
            <p:spPr>
              <a:xfrm>
                <a:off x="1599676" y="913929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64" name="ph4264"/>
              <p:cNvSpPr/>
              <p:nvPr/>
            </p:nvSpPr>
            <p:spPr>
              <a:xfrm>
                <a:off x="1624232" y="913929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DE5CC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65" name="ph4265"/>
              <p:cNvSpPr/>
              <p:nvPr/>
            </p:nvSpPr>
            <p:spPr>
              <a:xfrm>
                <a:off x="1648789" y="913929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DE5CD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66" name="ph4266"/>
              <p:cNvSpPr/>
              <p:nvPr/>
            </p:nvSpPr>
            <p:spPr>
              <a:xfrm>
                <a:off x="1747014" y="913929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2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67" name="ph4267"/>
              <p:cNvSpPr/>
              <p:nvPr/>
            </p:nvSpPr>
            <p:spPr>
              <a:xfrm>
                <a:off x="1771570" y="913929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68" name="ph4268"/>
              <p:cNvSpPr/>
              <p:nvPr/>
            </p:nvSpPr>
            <p:spPr>
              <a:xfrm>
                <a:off x="1796127" y="913929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BEAD3">
                  <a:alpha val="100000"/>
                </a:srgbClr>
              </a:solidFill>
              <a:ln w="5420" cap="flat">
                <a:solidFill>
                  <a:srgbClr val="AF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69" name="ph4269"/>
              <p:cNvSpPr/>
              <p:nvPr/>
            </p:nvSpPr>
            <p:spPr>
              <a:xfrm>
                <a:off x="1820683" y="913929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FEBD6">
                  <a:alpha val="100000"/>
                </a:srgbClr>
              </a:solidFill>
              <a:ln w="5420" cap="flat">
                <a:solidFill>
                  <a:srgbClr val="B5E8D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70" name="ph4270"/>
              <p:cNvSpPr/>
              <p:nvPr/>
            </p:nvSpPr>
            <p:spPr>
              <a:xfrm>
                <a:off x="1845240" y="913929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C3ECD7">
                  <a:alpha val="100000"/>
                </a:srgbClr>
              </a:solidFill>
              <a:ln w="5420" cap="flat">
                <a:solidFill>
                  <a:srgbClr val="BAE9D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71" name="ph4271"/>
              <p:cNvSpPr/>
              <p:nvPr/>
            </p:nvSpPr>
            <p:spPr>
              <a:xfrm>
                <a:off x="1869796" y="913929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C5EDD8">
                  <a:alpha val="100000"/>
                </a:srgbClr>
              </a:solidFill>
              <a:ln w="5420" cap="flat">
                <a:solidFill>
                  <a:srgbClr val="BDEAD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72" name="ph4272"/>
              <p:cNvSpPr/>
              <p:nvPr/>
            </p:nvSpPr>
            <p:spPr>
              <a:xfrm>
                <a:off x="1894352" y="913929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C5EDD9">
                  <a:alpha val="100000"/>
                </a:srgbClr>
              </a:solidFill>
              <a:ln w="5420" cap="flat">
                <a:solidFill>
                  <a:srgbClr val="BDEAD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73" name="ph4273"/>
              <p:cNvSpPr/>
              <p:nvPr/>
            </p:nvSpPr>
            <p:spPr>
              <a:xfrm>
                <a:off x="1918909" y="913929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C4EDD8">
                  <a:alpha val="100000"/>
                </a:srgbClr>
              </a:solidFill>
              <a:ln w="5420" cap="flat">
                <a:solidFill>
                  <a:srgbClr val="BBEAD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74" name="ph4274"/>
              <p:cNvSpPr/>
              <p:nvPr/>
            </p:nvSpPr>
            <p:spPr>
              <a:xfrm>
                <a:off x="1943465" y="913929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C2ECD7">
                  <a:alpha val="100000"/>
                </a:srgbClr>
              </a:solidFill>
              <a:ln w="5420" cap="flat">
                <a:solidFill>
                  <a:srgbClr val="B8E9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75" name="ph4275"/>
              <p:cNvSpPr/>
              <p:nvPr/>
            </p:nvSpPr>
            <p:spPr>
              <a:xfrm>
                <a:off x="1968021" y="913929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FEBD5">
                  <a:alpha val="100000"/>
                </a:srgbClr>
              </a:solidFill>
              <a:ln w="5420" cap="flat">
                <a:solidFill>
                  <a:srgbClr val="B4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76" name="ph4276"/>
              <p:cNvSpPr/>
              <p:nvPr/>
            </p:nvSpPr>
            <p:spPr>
              <a:xfrm>
                <a:off x="1354113" y="94508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77" name="ph4277"/>
              <p:cNvSpPr/>
              <p:nvPr/>
            </p:nvSpPr>
            <p:spPr>
              <a:xfrm>
                <a:off x="1378669" y="94508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78" name="ph4278"/>
              <p:cNvSpPr/>
              <p:nvPr/>
            </p:nvSpPr>
            <p:spPr>
              <a:xfrm>
                <a:off x="1403225" y="94508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79" name="ph4279"/>
              <p:cNvSpPr/>
              <p:nvPr/>
            </p:nvSpPr>
            <p:spPr>
              <a:xfrm>
                <a:off x="1427782" y="94508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80" name="ph4280"/>
              <p:cNvSpPr/>
              <p:nvPr/>
            </p:nvSpPr>
            <p:spPr>
              <a:xfrm>
                <a:off x="1452338" y="94508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81" name="ph4281"/>
              <p:cNvSpPr/>
              <p:nvPr/>
            </p:nvSpPr>
            <p:spPr>
              <a:xfrm>
                <a:off x="1476894" y="94508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82" name="ph4282"/>
              <p:cNvSpPr/>
              <p:nvPr/>
            </p:nvSpPr>
            <p:spPr>
              <a:xfrm>
                <a:off x="1501451" y="94508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83" name="ph4283"/>
              <p:cNvSpPr/>
              <p:nvPr/>
            </p:nvSpPr>
            <p:spPr>
              <a:xfrm>
                <a:off x="1526007" y="94508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84" name="ph4284"/>
              <p:cNvSpPr/>
              <p:nvPr/>
            </p:nvSpPr>
            <p:spPr>
              <a:xfrm>
                <a:off x="1550563" y="94508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85" name="ph4285"/>
              <p:cNvSpPr/>
              <p:nvPr/>
            </p:nvSpPr>
            <p:spPr>
              <a:xfrm>
                <a:off x="1575120" y="94508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86" name="ph4286"/>
              <p:cNvSpPr/>
              <p:nvPr/>
            </p:nvSpPr>
            <p:spPr>
              <a:xfrm>
                <a:off x="1599676" y="94508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87" name="ph4287"/>
              <p:cNvSpPr/>
              <p:nvPr/>
            </p:nvSpPr>
            <p:spPr>
              <a:xfrm>
                <a:off x="1624232" y="94508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DE5CC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88" name="ph4288"/>
              <p:cNvSpPr/>
              <p:nvPr/>
            </p:nvSpPr>
            <p:spPr>
              <a:xfrm>
                <a:off x="1648789" y="94508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DE5CD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89" name="ph4289"/>
              <p:cNvSpPr/>
              <p:nvPr/>
            </p:nvSpPr>
            <p:spPr>
              <a:xfrm>
                <a:off x="1747014" y="94508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90" name="ph4290"/>
              <p:cNvSpPr/>
              <p:nvPr/>
            </p:nvSpPr>
            <p:spPr>
              <a:xfrm>
                <a:off x="1771570" y="94508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91" name="ph4291"/>
              <p:cNvSpPr/>
              <p:nvPr/>
            </p:nvSpPr>
            <p:spPr>
              <a:xfrm>
                <a:off x="1796127" y="94508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AE9D3">
                  <a:alpha val="100000"/>
                </a:srgbClr>
              </a:solidFill>
              <a:ln w="5420" cap="flat">
                <a:solidFill>
                  <a:srgbClr val="AE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92" name="ph4292"/>
              <p:cNvSpPr/>
              <p:nvPr/>
            </p:nvSpPr>
            <p:spPr>
              <a:xfrm>
                <a:off x="1820683" y="94508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EEAD5">
                  <a:alpha val="100000"/>
                </a:srgbClr>
              </a:solidFill>
              <a:ln w="5420" cap="flat">
                <a:solidFill>
                  <a:srgbClr val="B3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93" name="ph4293"/>
              <p:cNvSpPr/>
              <p:nvPr/>
            </p:nvSpPr>
            <p:spPr>
              <a:xfrm>
                <a:off x="1845240" y="94508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C1EBD6">
                  <a:alpha val="100000"/>
                </a:srgbClr>
              </a:solidFill>
              <a:ln w="5420" cap="flat">
                <a:solidFill>
                  <a:srgbClr val="B7E8D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94" name="ph4294"/>
              <p:cNvSpPr/>
              <p:nvPr/>
            </p:nvSpPr>
            <p:spPr>
              <a:xfrm>
                <a:off x="1869796" y="94508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C2ECD7">
                  <a:alpha val="100000"/>
                </a:srgbClr>
              </a:solidFill>
              <a:ln w="5420" cap="flat">
                <a:solidFill>
                  <a:srgbClr val="B9E9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95" name="ph4295"/>
              <p:cNvSpPr/>
              <p:nvPr/>
            </p:nvSpPr>
            <p:spPr>
              <a:xfrm>
                <a:off x="1894352" y="94508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C3ECD7">
                  <a:alpha val="100000"/>
                </a:srgbClr>
              </a:solidFill>
              <a:ln w="5420" cap="flat">
                <a:solidFill>
                  <a:srgbClr val="B9E9D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96" name="ph4296"/>
              <p:cNvSpPr/>
              <p:nvPr/>
            </p:nvSpPr>
            <p:spPr>
              <a:xfrm>
                <a:off x="1918909" y="94508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C2ECD7">
                  <a:alpha val="100000"/>
                </a:srgbClr>
              </a:solidFill>
              <a:ln w="5420" cap="flat">
                <a:solidFill>
                  <a:srgbClr val="B8E9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97" name="ph4297"/>
              <p:cNvSpPr/>
              <p:nvPr/>
            </p:nvSpPr>
            <p:spPr>
              <a:xfrm>
                <a:off x="1943465" y="94508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C0EBD6">
                  <a:alpha val="100000"/>
                </a:srgbClr>
              </a:solidFill>
              <a:ln w="5420" cap="flat">
                <a:solidFill>
                  <a:srgbClr val="B5E8D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98" name="ph4298"/>
              <p:cNvSpPr/>
              <p:nvPr/>
            </p:nvSpPr>
            <p:spPr>
              <a:xfrm>
                <a:off x="1329556" y="976236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DE5CD">
                  <a:alpha val="100000"/>
                </a:srgbClr>
              </a:solidFill>
              <a:ln w="5420" cap="flat">
                <a:solidFill>
                  <a:srgbClr val="9CDF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99" name="ph4299"/>
              <p:cNvSpPr/>
              <p:nvPr/>
            </p:nvSpPr>
            <p:spPr>
              <a:xfrm>
                <a:off x="1354113" y="976236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DE5CD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00" name="ph4300"/>
              <p:cNvSpPr/>
              <p:nvPr/>
            </p:nvSpPr>
            <p:spPr>
              <a:xfrm>
                <a:off x="1378669" y="976236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DE5CD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01" name="ph4301"/>
              <p:cNvSpPr/>
              <p:nvPr/>
            </p:nvSpPr>
            <p:spPr>
              <a:xfrm>
                <a:off x="1403225" y="976236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ADE5CD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02" name="ph4302"/>
              <p:cNvSpPr/>
              <p:nvPr/>
            </p:nvSpPr>
            <p:spPr>
              <a:xfrm>
                <a:off x="1427782" y="976236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DE5CD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03" name="ph4303"/>
              <p:cNvSpPr/>
              <p:nvPr/>
            </p:nvSpPr>
            <p:spPr>
              <a:xfrm>
                <a:off x="1452338" y="976236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DE5CD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04" name="ph4304"/>
              <p:cNvSpPr/>
              <p:nvPr/>
            </p:nvSpPr>
            <p:spPr>
              <a:xfrm>
                <a:off x="1476894" y="976236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DE5CC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05" name="ph4305"/>
              <p:cNvSpPr/>
              <p:nvPr/>
            </p:nvSpPr>
            <p:spPr>
              <a:xfrm>
                <a:off x="1501451" y="976236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06" name="ph4306"/>
              <p:cNvSpPr/>
              <p:nvPr/>
            </p:nvSpPr>
            <p:spPr>
              <a:xfrm>
                <a:off x="1526007" y="976236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07" name="ph4307"/>
              <p:cNvSpPr/>
              <p:nvPr/>
            </p:nvSpPr>
            <p:spPr>
              <a:xfrm>
                <a:off x="1550563" y="976236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08" name="ph4308"/>
              <p:cNvSpPr/>
              <p:nvPr/>
            </p:nvSpPr>
            <p:spPr>
              <a:xfrm>
                <a:off x="1575120" y="976236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09" name="ph4309"/>
              <p:cNvSpPr/>
              <p:nvPr/>
            </p:nvSpPr>
            <p:spPr>
              <a:xfrm>
                <a:off x="1599676" y="976236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10" name="ph4310"/>
              <p:cNvSpPr/>
              <p:nvPr/>
            </p:nvSpPr>
            <p:spPr>
              <a:xfrm>
                <a:off x="1624232" y="976236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11" name="ph4311"/>
              <p:cNvSpPr/>
              <p:nvPr/>
            </p:nvSpPr>
            <p:spPr>
              <a:xfrm>
                <a:off x="1648789" y="976236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DE5CD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12" name="ph4312"/>
              <p:cNvSpPr/>
              <p:nvPr/>
            </p:nvSpPr>
            <p:spPr>
              <a:xfrm>
                <a:off x="1673345" y="976236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13" name="ph4313"/>
              <p:cNvSpPr/>
              <p:nvPr/>
            </p:nvSpPr>
            <p:spPr>
              <a:xfrm>
                <a:off x="1771570" y="976236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14" name="ph4314"/>
              <p:cNvSpPr/>
              <p:nvPr/>
            </p:nvSpPr>
            <p:spPr>
              <a:xfrm>
                <a:off x="1796127" y="976236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9E9D2">
                  <a:alpha val="100000"/>
                </a:srgbClr>
              </a:solidFill>
              <a:ln w="5420" cap="flat">
                <a:solidFill>
                  <a:srgbClr val="ACE5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15" name="ph4315"/>
              <p:cNvSpPr/>
              <p:nvPr/>
            </p:nvSpPr>
            <p:spPr>
              <a:xfrm>
                <a:off x="1820683" y="976236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BEAD3">
                  <a:alpha val="100000"/>
                </a:srgbClr>
              </a:solidFill>
              <a:ln w="5420" cap="flat">
                <a:solidFill>
                  <a:srgbClr val="AF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16" name="ph4316"/>
              <p:cNvSpPr/>
              <p:nvPr/>
            </p:nvSpPr>
            <p:spPr>
              <a:xfrm>
                <a:off x="1845240" y="976236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DEAD4">
                  <a:alpha val="100000"/>
                </a:srgbClr>
              </a:solidFill>
              <a:ln w="5420" cap="flat">
                <a:solidFill>
                  <a:srgbClr val="B2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17" name="ph4317"/>
              <p:cNvSpPr/>
              <p:nvPr/>
            </p:nvSpPr>
            <p:spPr>
              <a:xfrm>
                <a:off x="1869796" y="976236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EEBD5">
                  <a:alpha val="100000"/>
                </a:srgbClr>
              </a:solidFill>
              <a:ln w="5420" cap="flat">
                <a:solidFill>
                  <a:srgbClr val="B4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18" name="ph4318"/>
              <p:cNvSpPr/>
              <p:nvPr/>
            </p:nvSpPr>
            <p:spPr>
              <a:xfrm>
                <a:off x="1894352" y="976236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FEBD5">
                  <a:alpha val="100000"/>
                </a:srgbClr>
              </a:solidFill>
              <a:ln w="5420" cap="flat">
                <a:solidFill>
                  <a:srgbClr val="B4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19" name="ph4319"/>
              <p:cNvSpPr/>
              <p:nvPr/>
            </p:nvSpPr>
            <p:spPr>
              <a:xfrm>
                <a:off x="1918909" y="976236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EEBD5">
                  <a:alpha val="100000"/>
                </a:srgbClr>
              </a:solidFill>
              <a:ln w="5420" cap="flat">
                <a:solidFill>
                  <a:srgbClr val="B3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20" name="ph4320"/>
              <p:cNvSpPr/>
              <p:nvPr/>
            </p:nvSpPr>
            <p:spPr>
              <a:xfrm>
                <a:off x="1329556" y="1007390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21" name="ph4321"/>
              <p:cNvSpPr/>
              <p:nvPr/>
            </p:nvSpPr>
            <p:spPr>
              <a:xfrm>
                <a:off x="1354113" y="1007390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22" name="ph4322"/>
              <p:cNvSpPr/>
              <p:nvPr/>
            </p:nvSpPr>
            <p:spPr>
              <a:xfrm>
                <a:off x="1378669" y="1007390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E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23" name="ph4323"/>
              <p:cNvSpPr/>
              <p:nvPr/>
            </p:nvSpPr>
            <p:spPr>
              <a:xfrm>
                <a:off x="1403225" y="1007390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24" name="ph4324"/>
              <p:cNvSpPr/>
              <p:nvPr/>
            </p:nvSpPr>
            <p:spPr>
              <a:xfrm>
                <a:off x="1427782" y="1007390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E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25" name="ph4325"/>
              <p:cNvSpPr/>
              <p:nvPr/>
            </p:nvSpPr>
            <p:spPr>
              <a:xfrm>
                <a:off x="1452338" y="1007390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26" name="ph4326"/>
              <p:cNvSpPr/>
              <p:nvPr/>
            </p:nvSpPr>
            <p:spPr>
              <a:xfrm>
                <a:off x="1476894" y="1007390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DE5CD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27" name="ph4327"/>
              <p:cNvSpPr/>
              <p:nvPr/>
            </p:nvSpPr>
            <p:spPr>
              <a:xfrm>
                <a:off x="1501451" y="1007390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DE5CC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28" name="ph4328"/>
              <p:cNvSpPr/>
              <p:nvPr/>
            </p:nvSpPr>
            <p:spPr>
              <a:xfrm>
                <a:off x="1526007" y="1007390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29" name="ph4329"/>
              <p:cNvSpPr/>
              <p:nvPr/>
            </p:nvSpPr>
            <p:spPr>
              <a:xfrm>
                <a:off x="1550563" y="1007390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ABE4CC">
                  <a:alpha val="100000"/>
                </a:srgbClr>
              </a:solidFill>
              <a:ln w="5420" cap="flat">
                <a:solidFill>
                  <a:srgbClr val="99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30" name="ph4330"/>
              <p:cNvSpPr/>
              <p:nvPr/>
            </p:nvSpPr>
            <p:spPr>
              <a:xfrm>
                <a:off x="1575120" y="1007390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BE4CC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31" name="ph4331"/>
              <p:cNvSpPr/>
              <p:nvPr/>
            </p:nvSpPr>
            <p:spPr>
              <a:xfrm>
                <a:off x="1599676" y="1007390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BE4CC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32" name="ph4332"/>
              <p:cNvSpPr/>
              <p:nvPr/>
            </p:nvSpPr>
            <p:spPr>
              <a:xfrm>
                <a:off x="1624232" y="1007390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33" name="ph4333"/>
              <p:cNvSpPr/>
              <p:nvPr/>
            </p:nvSpPr>
            <p:spPr>
              <a:xfrm>
                <a:off x="1648789" y="1007390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DE5CC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34" name="ph4334"/>
              <p:cNvSpPr/>
              <p:nvPr/>
            </p:nvSpPr>
            <p:spPr>
              <a:xfrm>
                <a:off x="1673345" y="1007390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DE5CD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35" name="ph4335"/>
              <p:cNvSpPr/>
              <p:nvPr/>
            </p:nvSpPr>
            <p:spPr>
              <a:xfrm>
                <a:off x="1771570" y="1007390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36" name="ph4336"/>
              <p:cNvSpPr/>
              <p:nvPr/>
            </p:nvSpPr>
            <p:spPr>
              <a:xfrm>
                <a:off x="1796127" y="1007390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6E8D1">
                  <a:alpha val="100000"/>
                </a:srgbClr>
              </a:solidFill>
              <a:ln w="5420" cap="flat">
                <a:solidFill>
                  <a:srgbClr val="A9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37" name="ph4337"/>
              <p:cNvSpPr/>
              <p:nvPr/>
            </p:nvSpPr>
            <p:spPr>
              <a:xfrm>
                <a:off x="1820683" y="1007390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8E9D2">
                  <a:alpha val="100000"/>
                </a:srgbClr>
              </a:solidFill>
              <a:ln w="5420" cap="flat">
                <a:solidFill>
                  <a:srgbClr val="ABE4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38" name="ph4338"/>
              <p:cNvSpPr/>
              <p:nvPr/>
            </p:nvSpPr>
            <p:spPr>
              <a:xfrm>
                <a:off x="1845240" y="1007390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AE9D3">
                  <a:alpha val="100000"/>
                </a:srgbClr>
              </a:solidFill>
              <a:ln w="5420" cap="flat">
                <a:solidFill>
                  <a:srgbClr val="AD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39" name="ph4339"/>
              <p:cNvSpPr/>
              <p:nvPr/>
            </p:nvSpPr>
            <p:spPr>
              <a:xfrm>
                <a:off x="1869796" y="1007390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BE9D3">
                  <a:alpha val="100000"/>
                </a:srgbClr>
              </a:solidFill>
              <a:ln w="5420" cap="flat">
                <a:solidFill>
                  <a:srgbClr val="AE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40" name="ph4340"/>
              <p:cNvSpPr/>
              <p:nvPr/>
            </p:nvSpPr>
            <p:spPr>
              <a:xfrm>
                <a:off x="1894352" y="1007390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BEAD3">
                  <a:alpha val="100000"/>
                </a:srgbClr>
              </a:solidFill>
              <a:ln w="5420" cap="flat">
                <a:solidFill>
                  <a:srgbClr val="AF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41" name="ph4341"/>
              <p:cNvSpPr/>
              <p:nvPr/>
            </p:nvSpPr>
            <p:spPr>
              <a:xfrm>
                <a:off x="1305000" y="103854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42" name="ph4342"/>
              <p:cNvSpPr/>
              <p:nvPr/>
            </p:nvSpPr>
            <p:spPr>
              <a:xfrm>
                <a:off x="1329556" y="103854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43" name="ph4343"/>
              <p:cNvSpPr/>
              <p:nvPr/>
            </p:nvSpPr>
            <p:spPr>
              <a:xfrm>
                <a:off x="1354113" y="103854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9F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44" name="ph4344"/>
              <p:cNvSpPr/>
              <p:nvPr/>
            </p:nvSpPr>
            <p:spPr>
              <a:xfrm>
                <a:off x="1378669" y="103854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9F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45" name="ph4345"/>
              <p:cNvSpPr/>
              <p:nvPr/>
            </p:nvSpPr>
            <p:spPr>
              <a:xfrm>
                <a:off x="1403225" y="103854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0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46" name="ph4346"/>
              <p:cNvSpPr/>
              <p:nvPr/>
            </p:nvSpPr>
            <p:spPr>
              <a:xfrm>
                <a:off x="1427782" y="103854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9F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47" name="ph4347"/>
              <p:cNvSpPr/>
              <p:nvPr/>
            </p:nvSpPr>
            <p:spPr>
              <a:xfrm>
                <a:off x="1452338" y="103854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9F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48" name="ph4348"/>
              <p:cNvSpPr/>
              <p:nvPr/>
            </p:nvSpPr>
            <p:spPr>
              <a:xfrm>
                <a:off x="1476894" y="103854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E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49" name="ph4349"/>
              <p:cNvSpPr/>
              <p:nvPr/>
            </p:nvSpPr>
            <p:spPr>
              <a:xfrm>
                <a:off x="1501451" y="103854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DE5CD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50" name="ph4350"/>
              <p:cNvSpPr/>
              <p:nvPr/>
            </p:nvSpPr>
            <p:spPr>
              <a:xfrm>
                <a:off x="1526007" y="103854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51" name="ph4351"/>
              <p:cNvSpPr/>
              <p:nvPr/>
            </p:nvSpPr>
            <p:spPr>
              <a:xfrm>
                <a:off x="1550563" y="103854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ABE4CB">
                  <a:alpha val="100000"/>
                </a:srgbClr>
              </a:solidFill>
              <a:ln w="5420" cap="flat">
                <a:solidFill>
                  <a:srgbClr val="99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52" name="ph4352"/>
              <p:cNvSpPr/>
              <p:nvPr/>
            </p:nvSpPr>
            <p:spPr>
              <a:xfrm>
                <a:off x="1575120" y="103854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AE4CB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53" name="ph4353"/>
              <p:cNvSpPr/>
              <p:nvPr/>
            </p:nvSpPr>
            <p:spPr>
              <a:xfrm>
                <a:off x="1599676" y="103854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BE4CC">
                  <a:alpha val="100000"/>
                </a:srgbClr>
              </a:solidFill>
              <a:ln w="5420" cap="flat">
                <a:solidFill>
                  <a:srgbClr val="99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54" name="ph4354"/>
              <p:cNvSpPr/>
              <p:nvPr/>
            </p:nvSpPr>
            <p:spPr>
              <a:xfrm>
                <a:off x="1624232" y="103854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BE4CC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55" name="ph4355"/>
              <p:cNvSpPr/>
              <p:nvPr/>
            </p:nvSpPr>
            <p:spPr>
              <a:xfrm>
                <a:off x="1648789" y="103854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56" name="ph4356"/>
              <p:cNvSpPr/>
              <p:nvPr/>
            </p:nvSpPr>
            <p:spPr>
              <a:xfrm>
                <a:off x="1673345" y="103854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DE5CD">
                  <a:alpha val="100000"/>
                </a:srgbClr>
              </a:solidFill>
              <a:ln w="5420" cap="flat">
                <a:solidFill>
                  <a:srgbClr val="9C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57" name="ph4357"/>
              <p:cNvSpPr/>
              <p:nvPr/>
            </p:nvSpPr>
            <p:spPr>
              <a:xfrm>
                <a:off x="1697901" y="103854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58" name="ph4358"/>
              <p:cNvSpPr/>
              <p:nvPr/>
            </p:nvSpPr>
            <p:spPr>
              <a:xfrm>
                <a:off x="1771570" y="103854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59" name="ph4359"/>
              <p:cNvSpPr/>
              <p:nvPr/>
            </p:nvSpPr>
            <p:spPr>
              <a:xfrm>
                <a:off x="1796127" y="103854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60" name="ph4360"/>
              <p:cNvSpPr/>
              <p:nvPr/>
            </p:nvSpPr>
            <p:spPr>
              <a:xfrm>
                <a:off x="1820683" y="103854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5E8D1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61" name="ph4361"/>
              <p:cNvSpPr/>
              <p:nvPr/>
            </p:nvSpPr>
            <p:spPr>
              <a:xfrm>
                <a:off x="1845240" y="103854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6E8D1">
                  <a:alpha val="100000"/>
                </a:srgbClr>
              </a:solidFill>
              <a:ln w="5420" cap="flat">
                <a:solidFill>
                  <a:srgbClr val="A9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62" name="ph4362"/>
              <p:cNvSpPr/>
              <p:nvPr/>
            </p:nvSpPr>
            <p:spPr>
              <a:xfrm>
                <a:off x="1869796" y="103854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7E8D2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63" name="ph4363"/>
              <p:cNvSpPr/>
              <p:nvPr/>
            </p:nvSpPr>
            <p:spPr>
              <a:xfrm>
                <a:off x="1894352" y="103854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7E8D2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64" name="ph4364"/>
              <p:cNvSpPr/>
              <p:nvPr/>
            </p:nvSpPr>
            <p:spPr>
              <a:xfrm>
                <a:off x="1305000" y="106969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FE6CD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65" name="ph4365"/>
              <p:cNvSpPr/>
              <p:nvPr/>
            </p:nvSpPr>
            <p:spPr>
              <a:xfrm>
                <a:off x="1329556" y="106969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9F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66" name="ph4366"/>
              <p:cNvSpPr/>
              <p:nvPr/>
            </p:nvSpPr>
            <p:spPr>
              <a:xfrm>
                <a:off x="1354113" y="106969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0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67" name="ph4367"/>
              <p:cNvSpPr/>
              <p:nvPr/>
            </p:nvSpPr>
            <p:spPr>
              <a:xfrm>
                <a:off x="1378669" y="106969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1E6CF">
                  <a:alpha val="100000"/>
                </a:srgbClr>
              </a:solidFill>
              <a:ln w="5420" cap="flat">
                <a:solidFill>
                  <a:srgbClr val="A2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68" name="ph4368"/>
              <p:cNvSpPr/>
              <p:nvPr/>
            </p:nvSpPr>
            <p:spPr>
              <a:xfrm>
                <a:off x="1403225" y="106969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69" name="ph4369"/>
              <p:cNvSpPr/>
              <p:nvPr/>
            </p:nvSpPr>
            <p:spPr>
              <a:xfrm>
                <a:off x="1427782" y="106969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70" name="ph4370"/>
              <p:cNvSpPr/>
              <p:nvPr/>
            </p:nvSpPr>
            <p:spPr>
              <a:xfrm>
                <a:off x="1452338" y="106969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1E6CF">
                  <a:alpha val="100000"/>
                </a:srgbClr>
              </a:solidFill>
              <a:ln w="5420" cap="flat">
                <a:solidFill>
                  <a:srgbClr val="A2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71" name="ph4371"/>
              <p:cNvSpPr/>
              <p:nvPr/>
            </p:nvSpPr>
            <p:spPr>
              <a:xfrm>
                <a:off x="1476894" y="106969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9F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72" name="ph4372"/>
              <p:cNvSpPr/>
              <p:nvPr/>
            </p:nvSpPr>
            <p:spPr>
              <a:xfrm>
                <a:off x="1501451" y="106969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DE5CD">
                  <a:alpha val="100000"/>
                </a:srgbClr>
              </a:solidFill>
              <a:ln w="5420" cap="flat">
                <a:solidFill>
                  <a:srgbClr val="9CDF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73" name="ph4373"/>
              <p:cNvSpPr/>
              <p:nvPr/>
            </p:nvSpPr>
            <p:spPr>
              <a:xfrm>
                <a:off x="1526007" y="106969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AAE4CB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74" name="ph4374"/>
              <p:cNvSpPr/>
              <p:nvPr/>
            </p:nvSpPr>
            <p:spPr>
              <a:xfrm>
                <a:off x="1550563" y="106969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A7E3CA">
                  <a:alpha val="100000"/>
                </a:srgbClr>
              </a:solidFill>
              <a:ln w="5420" cap="flat">
                <a:solidFill>
                  <a:srgbClr val="94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75" name="ph4375"/>
              <p:cNvSpPr/>
              <p:nvPr/>
            </p:nvSpPr>
            <p:spPr>
              <a:xfrm>
                <a:off x="1575120" y="106969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7E3CA">
                  <a:alpha val="100000"/>
                </a:srgbClr>
              </a:solidFill>
              <a:ln w="5420" cap="flat">
                <a:solidFill>
                  <a:srgbClr val="94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76" name="ph4376"/>
              <p:cNvSpPr/>
              <p:nvPr/>
            </p:nvSpPr>
            <p:spPr>
              <a:xfrm>
                <a:off x="1599676" y="106969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8E3CA">
                  <a:alpha val="100000"/>
                </a:srgbClr>
              </a:solidFill>
              <a:ln w="5420" cap="flat">
                <a:solidFill>
                  <a:srgbClr val="95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77" name="ph4377"/>
              <p:cNvSpPr/>
              <p:nvPr/>
            </p:nvSpPr>
            <p:spPr>
              <a:xfrm>
                <a:off x="1624232" y="106969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9E4CB">
                  <a:alpha val="100000"/>
                </a:srgbClr>
              </a:solidFill>
              <a:ln w="5420" cap="flat">
                <a:solidFill>
                  <a:srgbClr val="96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78" name="ph4378"/>
              <p:cNvSpPr/>
              <p:nvPr/>
            </p:nvSpPr>
            <p:spPr>
              <a:xfrm>
                <a:off x="1648789" y="106969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AE4CB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79" name="ph4379"/>
              <p:cNvSpPr/>
              <p:nvPr/>
            </p:nvSpPr>
            <p:spPr>
              <a:xfrm>
                <a:off x="1673345" y="106969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BE4CC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80" name="ph4380"/>
              <p:cNvSpPr/>
              <p:nvPr/>
            </p:nvSpPr>
            <p:spPr>
              <a:xfrm>
                <a:off x="1697901" y="106969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81" name="ph4381"/>
              <p:cNvSpPr/>
              <p:nvPr/>
            </p:nvSpPr>
            <p:spPr>
              <a:xfrm>
                <a:off x="1722458" y="106969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DE5CD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82" name="ph4382"/>
              <p:cNvSpPr/>
              <p:nvPr/>
            </p:nvSpPr>
            <p:spPr>
              <a:xfrm>
                <a:off x="1796127" y="106969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1E6CF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83" name="ph4383"/>
              <p:cNvSpPr/>
              <p:nvPr/>
            </p:nvSpPr>
            <p:spPr>
              <a:xfrm>
                <a:off x="1820683" y="106969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2E6CF">
                  <a:alpha val="100000"/>
                </a:srgbClr>
              </a:solidFill>
              <a:ln w="5420" cap="flat">
                <a:solidFill>
                  <a:srgbClr val="A2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84" name="ph4384"/>
              <p:cNvSpPr/>
              <p:nvPr/>
            </p:nvSpPr>
            <p:spPr>
              <a:xfrm>
                <a:off x="1845240" y="106969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85" name="ph4385"/>
              <p:cNvSpPr/>
              <p:nvPr/>
            </p:nvSpPr>
            <p:spPr>
              <a:xfrm>
                <a:off x="1869796" y="106969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86" name="ph4386"/>
              <p:cNvSpPr/>
              <p:nvPr/>
            </p:nvSpPr>
            <p:spPr>
              <a:xfrm>
                <a:off x="1894352" y="106969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87" name="ph4387"/>
              <p:cNvSpPr/>
              <p:nvPr/>
            </p:nvSpPr>
            <p:spPr>
              <a:xfrm>
                <a:off x="1305000" y="110085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88" name="ph4388"/>
              <p:cNvSpPr/>
              <p:nvPr/>
            </p:nvSpPr>
            <p:spPr>
              <a:xfrm>
                <a:off x="1329556" y="110085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9F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89" name="ph4389"/>
              <p:cNvSpPr/>
              <p:nvPr/>
            </p:nvSpPr>
            <p:spPr>
              <a:xfrm>
                <a:off x="1354113" y="110085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0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90" name="ph4390"/>
              <p:cNvSpPr/>
              <p:nvPr/>
            </p:nvSpPr>
            <p:spPr>
              <a:xfrm>
                <a:off x="1378669" y="110085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1E6CF">
                  <a:alpha val="100000"/>
                </a:srgbClr>
              </a:solidFill>
              <a:ln w="5420" cap="flat">
                <a:solidFill>
                  <a:srgbClr val="A2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91" name="ph4391"/>
              <p:cNvSpPr/>
              <p:nvPr/>
            </p:nvSpPr>
            <p:spPr>
              <a:xfrm>
                <a:off x="1403225" y="110085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92" name="ph4392"/>
              <p:cNvSpPr/>
              <p:nvPr/>
            </p:nvSpPr>
            <p:spPr>
              <a:xfrm>
                <a:off x="1427782" y="110085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93" name="ph4393"/>
              <p:cNvSpPr/>
              <p:nvPr/>
            </p:nvSpPr>
            <p:spPr>
              <a:xfrm>
                <a:off x="1452338" y="110085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1E6CF">
                  <a:alpha val="100000"/>
                </a:srgbClr>
              </a:solidFill>
              <a:ln w="5420" cap="flat">
                <a:solidFill>
                  <a:srgbClr val="A2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94" name="ph4394"/>
              <p:cNvSpPr/>
              <p:nvPr/>
            </p:nvSpPr>
            <p:spPr>
              <a:xfrm>
                <a:off x="1476894" y="110085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FE6CD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95" name="ph4395"/>
              <p:cNvSpPr/>
              <p:nvPr/>
            </p:nvSpPr>
            <p:spPr>
              <a:xfrm>
                <a:off x="1501451" y="110085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BE4CC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96" name="ph4396"/>
              <p:cNvSpPr/>
              <p:nvPr/>
            </p:nvSpPr>
            <p:spPr>
              <a:xfrm>
                <a:off x="1526007" y="110085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A7E3CA">
                  <a:alpha val="100000"/>
                </a:srgbClr>
              </a:solidFill>
              <a:ln w="5420" cap="flat">
                <a:solidFill>
                  <a:srgbClr val="94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97" name="ph4397"/>
              <p:cNvSpPr/>
              <p:nvPr/>
            </p:nvSpPr>
            <p:spPr>
              <a:xfrm>
                <a:off x="1550563" y="110085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A4E2C8">
                  <a:alpha val="100000"/>
                </a:srgbClr>
              </a:solidFill>
              <a:ln w="5420" cap="flat">
                <a:solidFill>
                  <a:srgbClr val="8FDCB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98" name="ph4398"/>
              <p:cNvSpPr/>
              <p:nvPr/>
            </p:nvSpPr>
            <p:spPr>
              <a:xfrm>
                <a:off x="1575120" y="110085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4E2C9">
                  <a:alpha val="100000"/>
                </a:srgbClr>
              </a:solidFill>
              <a:ln w="5420" cap="flat">
                <a:solidFill>
                  <a:srgbClr val="90DCB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99" name="ph4399"/>
              <p:cNvSpPr/>
              <p:nvPr/>
            </p:nvSpPr>
            <p:spPr>
              <a:xfrm>
                <a:off x="1599676" y="110085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6E3C9">
                  <a:alpha val="100000"/>
                </a:srgbClr>
              </a:solidFill>
              <a:ln w="5420" cap="flat">
                <a:solidFill>
                  <a:srgbClr val="92DCC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00" name="ph4400"/>
              <p:cNvSpPr/>
              <p:nvPr/>
            </p:nvSpPr>
            <p:spPr>
              <a:xfrm>
                <a:off x="1624232" y="110085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7E3CA">
                  <a:alpha val="100000"/>
                </a:srgbClr>
              </a:solidFill>
              <a:ln w="5420" cap="flat">
                <a:solidFill>
                  <a:srgbClr val="94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01" name="ph4401"/>
              <p:cNvSpPr/>
              <p:nvPr/>
            </p:nvSpPr>
            <p:spPr>
              <a:xfrm>
                <a:off x="1648789" y="110085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9E4CB">
                  <a:alpha val="100000"/>
                </a:srgbClr>
              </a:solidFill>
              <a:ln w="5420" cap="flat">
                <a:solidFill>
                  <a:srgbClr val="96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02" name="ph4402"/>
              <p:cNvSpPr/>
              <p:nvPr/>
            </p:nvSpPr>
            <p:spPr>
              <a:xfrm>
                <a:off x="1673345" y="110085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BE4CB">
                  <a:alpha val="100000"/>
                </a:srgbClr>
              </a:solidFill>
              <a:ln w="5420" cap="flat">
                <a:solidFill>
                  <a:srgbClr val="99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03" name="ph4403"/>
              <p:cNvSpPr/>
              <p:nvPr/>
            </p:nvSpPr>
            <p:spPr>
              <a:xfrm>
                <a:off x="1697901" y="110085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04" name="ph4404"/>
              <p:cNvSpPr/>
              <p:nvPr/>
            </p:nvSpPr>
            <p:spPr>
              <a:xfrm>
                <a:off x="1722458" y="110085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DE5CD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05" name="ph4405"/>
              <p:cNvSpPr/>
              <p:nvPr/>
            </p:nvSpPr>
            <p:spPr>
              <a:xfrm>
                <a:off x="1771570" y="110085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9F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06" name="ph4406"/>
              <p:cNvSpPr/>
              <p:nvPr/>
            </p:nvSpPr>
            <p:spPr>
              <a:xfrm>
                <a:off x="1796127" y="110085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0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07" name="ph4407"/>
              <p:cNvSpPr/>
              <p:nvPr/>
            </p:nvSpPr>
            <p:spPr>
              <a:xfrm>
                <a:off x="1820683" y="110085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1E6CE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08" name="ph4408"/>
              <p:cNvSpPr/>
              <p:nvPr/>
            </p:nvSpPr>
            <p:spPr>
              <a:xfrm>
                <a:off x="1845240" y="110085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1E6CF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09" name="ph4409"/>
              <p:cNvSpPr/>
              <p:nvPr/>
            </p:nvSpPr>
            <p:spPr>
              <a:xfrm>
                <a:off x="1869796" y="110085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1E6CF">
                  <a:alpha val="100000"/>
                </a:srgbClr>
              </a:solidFill>
              <a:ln w="5420" cap="flat">
                <a:solidFill>
                  <a:srgbClr val="A2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10" name="ph4410"/>
              <p:cNvSpPr/>
              <p:nvPr/>
            </p:nvSpPr>
            <p:spPr>
              <a:xfrm>
                <a:off x="1894352" y="110085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1E6CF">
                  <a:alpha val="100000"/>
                </a:srgbClr>
              </a:solidFill>
              <a:ln w="5420" cap="flat">
                <a:solidFill>
                  <a:srgbClr val="A2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11" name="ph4411"/>
              <p:cNvSpPr/>
              <p:nvPr/>
            </p:nvSpPr>
            <p:spPr>
              <a:xfrm>
                <a:off x="1329556" y="113200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9F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12" name="ph4412"/>
              <p:cNvSpPr/>
              <p:nvPr/>
            </p:nvSpPr>
            <p:spPr>
              <a:xfrm>
                <a:off x="1354113" y="113200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0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13" name="ph4413"/>
              <p:cNvSpPr/>
              <p:nvPr/>
            </p:nvSpPr>
            <p:spPr>
              <a:xfrm>
                <a:off x="1378669" y="113200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0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14" name="ph4414"/>
              <p:cNvSpPr/>
              <p:nvPr/>
            </p:nvSpPr>
            <p:spPr>
              <a:xfrm>
                <a:off x="1403225" y="113200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B1E6CE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15" name="ph4415"/>
              <p:cNvSpPr/>
              <p:nvPr/>
            </p:nvSpPr>
            <p:spPr>
              <a:xfrm>
                <a:off x="1427782" y="113200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16" name="ph4416"/>
              <p:cNvSpPr/>
              <p:nvPr/>
            </p:nvSpPr>
            <p:spPr>
              <a:xfrm>
                <a:off x="1452338" y="113200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FE6CD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17" name="ph4417"/>
              <p:cNvSpPr/>
              <p:nvPr/>
            </p:nvSpPr>
            <p:spPr>
              <a:xfrm>
                <a:off x="1476894" y="113200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BE4CC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18" name="ph4418"/>
              <p:cNvSpPr/>
              <p:nvPr/>
            </p:nvSpPr>
            <p:spPr>
              <a:xfrm>
                <a:off x="1501451" y="113200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6E3C9">
                  <a:alpha val="100000"/>
                </a:srgbClr>
              </a:solidFill>
              <a:ln w="5420" cap="flat">
                <a:solidFill>
                  <a:srgbClr val="92DCC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19" name="ph4419"/>
              <p:cNvSpPr/>
              <p:nvPr/>
            </p:nvSpPr>
            <p:spPr>
              <a:xfrm>
                <a:off x="1526007" y="113200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A1E1C7">
                  <a:alpha val="100000"/>
                </a:srgbClr>
              </a:solidFill>
              <a:ln w="5420" cap="flat">
                <a:solidFill>
                  <a:srgbClr val="8CDBB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20" name="ph4420"/>
              <p:cNvSpPr/>
              <p:nvPr/>
            </p:nvSpPr>
            <p:spPr>
              <a:xfrm>
                <a:off x="1550563" y="113200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9FE0C6">
                  <a:alpha val="100000"/>
                </a:srgbClr>
              </a:solidFill>
              <a:ln w="5420" cap="flat">
                <a:solidFill>
                  <a:srgbClr val="88D9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21" name="ph4421"/>
              <p:cNvSpPr/>
              <p:nvPr/>
            </p:nvSpPr>
            <p:spPr>
              <a:xfrm>
                <a:off x="1575120" y="113200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0E1C7">
                  <a:alpha val="100000"/>
                </a:srgbClr>
              </a:solidFill>
              <a:ln w="5420" cap="flat">
                <a:solidFill>
                  <a:srgbClr val="8BDAB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22" name="ph4422"/>
              <p:cNvSpPr/>
              <p:nvPr/>
            </p:nvSpPr>
            <p:spPr>
              <a:xfrm>
                <a:off x="1599676" y="113200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8EDBB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23" name="ph4423"/>
              <p:cNvSpPr/>
              <p:nvPr/>
            </p:nvSpPr>
            <p:spPr>
              <a:xfrm>
                <a:off x="1624232" y="113200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6E3C9">
                  <a:alpha val="100000"/>
                </a:srgbClr>
              </a:solidFill>
              <a:ln w="5420" cap="flat">
                <a:solidFill>
                  <a:srgbClr val="92DCC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24" name="ph4424"/>
              <p:cNvSpPr/>
              <p:nvPr/>
            </p:nvSpPr>
            <p:spPr>
              <a:xfrm>
                <a:off x="1648789" y="113200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8E3CA">
                  <a:alpha val="100000"/>
                </a:srgbClr>
              </a:solidFill>
              <a:ln w="5420" cap="flat">
                <a:solidFill>
                  <a:srgbClr val="95DD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25" name="ph4425"/>
              <p:cNvSpPr/>
              <p:nvPr/>
            </p:nvSpPr>
            <p:spPr>
              <a:xfrm>
                <a:off x="1673345" y="113200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AE4CB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26" name="ph4426"/>
              <p:cNvSpPr/>
              <p:nvPr/>
            </p:nvSpPr>
            <p:spPr>
              <a:xfrm>
                <a:off x="1697901" y="113200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27" name="ph4427"/>
              <p:cNvSpPr/>
              <p:nvPr/>
            </p:nvSpPr>
            <p:spPr>
              <a:xfrm>
                <a:off x="1722458" y="113200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DE5CD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28" name="ph4428"/>
              <p:cNvSpPr/>
              <p:nvPr/>
            </p:nvSpPr>
            <p:spPr>
              <a:xfrm>
                <a:off x="1747014" y="113200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E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29" name="ph4429"/>
              <p:cNvSpPr/>
              <p:nvPr/>
            </p:nvSpPr>
            <p:spPr>
              <a:xfrm>
                <a:off x="1771570" y="113200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9F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30" name="ph4430"/>
              <p:cNvSpPr/>
              <p:nvPr/>
            </p:nvSpPr>
            <p:spPr>
              <a:xfrm>
                <a:off x="1796127" y="113200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0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31" name="ph4431"/>
              <p:cNvSpPr/>
              <p:nvPr/>
            </p:nvSpPr>
            <p:spPr>
              <a:xfrm>
                <a:off x="1820683" y="113200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0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32" name="ph4432"/>
              <p:cNvSpPr/>
              <p:nvPr/>
            </p:nvSpPr>
            <p:spPr>
              <a:xfrm>
                <a:off x="1845240" y="113200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33" name="ph4433"/>
              <p:cNvSpPr/>
              <p:nvPr/>
            </p:nvSpPr>
            <p:spPr>
              <a:xfrm>
                <a:off x="1869796" y="113200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34" name="ph4434"/>
              <p:cNvSpPr/>
              <p:nvPr/>
            </p:nvSpPr>
            <p:spPr>
              <a:xfrm>
                <a:off x="1894352" y="113200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35" name="ph4435"/>
              <p:cNvSpPr/>
              <p:nvPr/>
            </p:nvSpPr>
            <p:spPr>
              <a:xfrm>
                <a:off x="1354113" y="116315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36" name="ph4436"/>
              <p:cNvSpPr/>
              <p:nvPr/>
            </p:nvSpPr>
            <p:spPr>
              <a:xfrm>
                <a:off x="1378669" y="116315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37" name="ph4437"/>
              <p:cNvSpPr/>
              <p:nvPr/>
            </p:nvSpPr>
            <p:spPr>
              <a:xfrm>
                <a:off x="1403225" y="116315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38" name="ph4438"/>
              <p:cNvSpPr/>
              <p:nvPr/>
            </p:nvSpPr>
            <p:spPr>
              <a:xfrm>
                <a:off x="1427782" y="116315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DE5CD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39" name="ph4439"/>
              <p:cNvSpPr/>
              <p:nvPr/>
            </p:nvSpPr>
            <p:spPr>
              <a:xfrm>
                <a:off x="1452338" y="116315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BE4CC">
                  <a:alpha val="100000"/>
                </a:srgbClr>
              </a:solidFill>
              <a:ln w="5420" cap="flat">
                <a:solidFill>
                  <a:srgbClr val="99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40" name="ph4440"/>
              <p:cNvSpPr/>
              <p:nvPr/>
            </p:nvSpPr>
            <p:spPr>
              <a:xfrm>
                <a:off x="1476894" y="116315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6E3C9">
                  <a:alpha val="100000"/>
                </a:srgbClr>
              </a:solidFill>
              <a:ln w="5420" cap="flat">
                <a:solidFill>
                  <a:srgbClr val="92DCC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41" name="ph4441"/>
              <p:cNvSpPr/>
              <p:nvPr/>
            </p:nvSpPr>
            <p:spPr>
              <a:xfrm>
                <a:off x="1501451" y="116315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0E1C7">
                  <a:alpha val="100000"/>
                </a:srgbClr>
              </a:solidFill>
              <a:ln w="5420" cap="flat">
                <a:solidFill>
                  <a:srgbClr val="8ADAB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42" name="ph4442"/>
              <p:cNvSpPr/>
              <p:nvPr/>
            </p:nvSpPr>
            <p:spPr>
              <a:xfrm>
                <a:off x="1526007" y="116315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82D8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43" name="ph4443"/>
              <p:cNvSpPr/>
              <p:nvPr/>
            </p:nvSpPr>
            <p:spPr>
              <a:xfrm>
                <a:off x="1550563" y="116315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80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44" name="ph4444"/>
              <p:cNvSpPr/>
              <p:nvPr/>
            </p:nvSpPr>
            <p:spPr>
              <a:xfrm>
                <a:off x="1575120" y="116315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85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45" name="ph4445"/>
              <p:cNvSpPr/>
              <p:nvPr/>
            </p:nvSpPr>
            <p:spPr>
              <a:xfrm>
                <a:off x="1599676" y="116315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1E1C7">
                  <a:alpha val="100000"/>
                </a:srgbClr>
              </a:solidFill>
              <a:ln w="5420" cap="flat">
                <a:solidFill>
                  <a:srgbClr val="8BDAB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46" name="ph4446"/>
              <p:cNvSpPr/>
              <p:nvPr/>
            </p:nvSpPr>
            <p:spPr>
              <a:xfrm>
                <a:off x="1624232" y="116315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5E2C9">
                  <a:alpha val="100000"/>
                </a:srgbClr>
              </a:solidFill>
              <a:ln w="5420" cap="flat">
                <a:solidFill>
                  <a:srgbClr val="91DCB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47" name="ph4447"/>
              <p:cNvSpPr/>
              <p:nvPr/>
            </p:nvSpPr>
            <p:spPr>
              <a:xfrm>
                <a:off x="1648789" y="116315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8E3CA">
                  <a:alpha val="100000"/>
                </a:srgbClr>
              </a:solidFill>
              <a:ln w="5420" cap="flat">
                <a:solidFill>
                  <a:srgbClr val="95DD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48" name="ph4448"/>
              <p:cNvSpPr/>
              <p:nvPr/>
            </p:nvSpPr>
            <p:spPr>
              <a:xfrm>
                <a:off x="1673345" y="116315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BE4CC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49" name="ph4449"/>
              <p:cNvSpPr/>
              <p:nvPr/>
            </p:nvSpPr>
            <p:spPr>
              <a:xfrm>
                <a:off x="1697901" y="116315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DE5CD">
                  <a:alpha val="100000"/>
                </a:srgbClr>
              </a:solidFill>
              <a:ln w="5420" cap="flat">
                <a:solidFill>
                  <a:srgbClr val="9C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50" name="ph4450"/>
              <p:cNvSpPr/>
              <p:nvPr/>
            </p:nvSpPr>
            <p:spPr>
              <a:xfrm>
                <a:off x="1722458" y="116315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51" name="ph4451"/>
              <p:cNvSpPr/>
              <p:nvPr/>
            </p:nvSpPr>
            <p:spPr>
              <a:xfrm>
                <a:off x="1747014" y="116315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9F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52" name="ph4452"/>
              <p:cNvSpPr/>
              <p:nvPr/>
            </p:nvSpPr>
            <p:spPr>
              <a:xfrm>
                <a:off x="1771570" y="116315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9F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53" name="ph4453"/>
              <p:cNvSpPr/>
              <p:nvPr/>
            </p:nvSpPr>
            <p:spPr>
              <a:xfrm>
                <a:off x="1796127" y="116315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0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54" name="ph4454"/>
              <p:cNvSpPr/>
              <p:nvPr/>
            </p:nvSpPr>
            <p:spPr>
              <a:xfrm>
                <a:off x="1820683" y="116315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0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55" name="ph4455"/>
              <p:cNvSpPr/>
              <p:nvPr/>
            </p:nvSpPr>
            <p:spPr>
              <a:xfrm>
                <a:off x="1845240" y="116315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0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56" name="ph4456"/>
              <p:cNvSpPr/>
              <p:nvPr/>
            </p:nvSpPr>
            <p:spPr>
              <a:xfrm>
                <a:off x="1869796" y="116315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0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57" name="ph4457"/>
              <p:cNvSpPr/>
              <p:nvPr/>
            </p:nvSpPr>
            <p:spPr>
              <a:xfrm>
                <a:off x="1354113" y="1194312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58" name="ph4458"/>
              <p:cNvSpPr/>
              <p:nvPr/>
            </p:nvSpPr>
            <p:spPr>
              <a:xfrm>
                <a:off x="1378669" y="1194312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59" name="ph4459"/>
              <p:cNvSpPr/>
              <p:nvPr/>
            </p:nvSpPr>
            <p:spPr>
              <a:xfrm>
                <a:off x="1403225" y="1194312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ADE5CD">
                  <a:alpha val="100000"/>
                </a:srgbClr>
              </a:solidFill>
              <a:ln w="5420" cap="flat">
                <a:solidFill>
                  <a:srgbClr val="9CDF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60" name="ph4460"/>
              <p:cNvSpPr/>
              <p:nvPr/>
            </p:nvSpPr>
            <p:spPr>
              <a:xfrm>
                <a:off x="1427782" y="1194312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BE4CC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61" name="ph4461"/>
              <p:cNvSpPr/>
              <p:nvPr/>
            </p:nvSpPr>
            <p:spPr>
              <a:xfrm>
                <a:off x="1452338" y="1194312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8E3CA">
                  <a:alpha val="100000"/>
                </a:srgbClr>
              </a:solidFill>
              <a:ln w="5420" cap="flat">
                <a:solidFill>
                  <a:srgbClr val="95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62" name="ph4462"/>
              <p:cNvSpPr/>
              <p:nvPr/>
            </p:nvSpPr>
            <p:spPr>
              <a:xfrm>
                <a:off x="1476894" y="1194312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8EDBB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63" name="ph4463"/>
              <p:cNvSpPr/>
              <p:nvPr/>
            </p:nvSpPr>
            <p:spPr>
              <a:xfrm>
                <a:off x="1501451" y="1194312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9CE0C5">
                  <a:alpha val="100000"/>
                </a:srgbClr>
              </a:solidFill>
              <a:ln w="5420" cap="flat">
                <a:solidFill>
                  <a:srgbClr val="85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64" name="ph4464"/>
              <p:cNvSpPr/>
              <p:nvPr/>
            </p:nvSpPr>
            <p:spPr>
              <a:xfrm>
                <a:off x="1526007" y="1194312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97DEC2">
                  <a:alpha val="100000"/>
                </a:srgbClr>
              </a:solidFill>
              <a:ln w="5420" cap="flat">
                <a:solidFill>
                  <a:srgbClr val="7D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65" name="ph4465"/>
              <p:cNvSpPr/>
              <p:nvPr/>
            </p:nvSpPr>
            <p:spPr>
              <a:xfrm>
                <a:off x="1550563" y="1194312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96DEC2">
                  <a:alpha val="100000"/>
                </a:srgbClr>
              </a:solidFill>
              <a:ln w="5420" cap="flat">
                <a:solidFill>
                  <a:srgbClr val="7BD6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66" name="ph4466"/>
              <p:cNvSpPr/>
              <p:nvPr/>
            </p:nvSpPr>
            <p:spPr>
              <a:xfrm>
                <a:off x="1575120" y="1194312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82D8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67" name="ph4467"/>
              <p:cNvSpPr/>
              <p:nvPr/>
            </p:nvSpPr>
            <p:spPr>
              <a:xfrm>
                <a:off x="1599676" y="1194312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0E1C7">
                  <a:alpha val="100000"/>
                </a:srgbClr>
              </a:solidFill>
              <a:ln w="5420" cap="flat">
                <a:solidFill>
                  <a:srgbClr val="8ADAB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68" name="ph4468"/>
              <p:cNvSpPr/>
              <p:nvPr/>
            </p:nvSpPr>
            <p:spPr>
              <a:xfrm>
                <a:off x="1624232" y="1194312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5E2C9">
                  <a:alpha val="100000"/>
                </a:srgbClr>
              </a:solidFill>
              <a:ln w="5420" cap="flat">
                <a:solidFill>
                  <a:srgbClr val="91DCC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69" name="ph4469"/>
              <p:cNvSpPr/>
              <p:nvPr/>
            </p:nvSpPr>
            <p:spPr>
              <a:xfrm>
                <a:off x="1648789" y="1194312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9E4CB">
                  <a:alpha val="100000"/>
                </a:srgbClr>
              </a:solidFill>
              <a:ln w="5420" cap="flat">
                <a:solidFill>
                  <a:srgbClr val="97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70" name="ph4470"/>
              <p:cNvSpPr/>
              <p:nvPr/>
            </p:nvSpPr>
            <p:spPr>
              <a:xfrm>
                <a:off x="1673345" y="1194312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71" name="ph4471"/>
              <p:cNvSpPr/>
              <p:nvPr/>
            </p:nvSpPr>
            <p:spPr>
              <a:xfrm>
                <a:off x="1697901" y="1194312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E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72" name="ph4472"/>
              <p:cNvSpPr/>
              <p:nvPr/>
            </p:nvSpPr>
            <p:spPr>
              <a:xfrm>
                <a:off x="1722458" y="1194312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9F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73" name="ph4473"/>
              <p:cNvSpPr/>
              <p:nvPr/>
            </p:nvSpPr>
            <p:spPr>
              <a:xfrm>
                <a:off x="1747014" y="1194312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0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74" name="ph4474"/>
              <p:cNvSpPr/>
              <p:nvPr/>
            </p:nvSpPr>
            <p:spPr>
              <a:xfrm>
                <a:off x="1771570" y="1194312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1E6CE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75" name="ph4475"/>
              <p:cNvSpPr/>
              <p:nvPr/>
            </p:nvSpPr>
            <p:spPr>
              <a:xfrm>
                <a:off x="1796127" y="1194312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1E6CE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76" name="ph4476"/>
              <p:cNvSpPr/>
              <p:nvPr/>
            </p:nvSpPr>
            <p:spPr>
              <a:xfrm>
                <a:off x="1820683" y="1194312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1E6CE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77" name="ph4477"/>
              <p:cNvSpPr/>
              <p:nvPr/>
            </p:nvSpPr>
            <p:spPr>
              <a:xfrm>
                <a:off x="1845240" y="1194312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0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78" name="ph4478"/>
              <p:cNvSpPr/>
              <p:nvPr/>
            </p:nvSpPr>
            <p:spPr>
              <a:xfrm>
                <a:off x="1403225" y="1225466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ADE5CD">
                  <a:alpha val="100000"/>
                </a:srgbClr>
              </a:solidFill>
              <a:ln w="5420" cap="flat">
                <a:solidFill>
                  <a:srgbClr val="9CDF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79" name="ph4479"/>
              <p:cNvSpPr/>
              <p:nvPr/>
            </p:nvSpPr>
            <p:spPr>
              <a:xfrm>
                <a:off x="1427782" y="1225466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BE4CC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80" name="ph4480"/>
              <p:cNvSpPr/>
              <p:nvPr/>
            </p:nvSpPr>
            <p:spPr>
              <a:xfrm>
                <a:off x="1452338" y="1225466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8E3CA">
                  <a:alpha val="100000"/>
                </a:srgbClr>
              </a:solidFill>
              <a:ln w="5420" cap="flat">
                <a:solidFill>
                  <a:srgbClr val="95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81" name="ph4481"/>
              <p:cNvSpPr/>
              <p:nvPr/>
            </p:nvSpPr>
            <p:spPr>
              <a:xfrm>
                <a:off x="1476894" y="1225466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8FDBB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82" name="ph4482"/>
              <p:cNvSpPr/>
              <p:nvPr/>
            </p:nvSpPr>
            <p:spPr>
              <a:xfrm>
                <a:off x="1501451" y="1225466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9EE0C6">
                  <a:alpha val="100000"/>
                </a:srgbClr>
              </a:solidFill>
              <a:ln w="5420" cap="flat">
                <a:solidFill>
                  <a:srgbClr val="87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83" name="ph4483"/>
              <p:cNvSpPr/>
              <p:nvPr/>
            </p:nvSpPr>
            <p:spPr>
              <a:xfrm>
                <a:off x="1526007" y="1225466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80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84" name="ph4484"/>
              <p:cNvSpPr/>
              <p:nvPr/>
            </p:nvSpPr>
            <p:spPr>
              <a:xfrm>
                <a:off x="1550563" y="1225466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7F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85" name="ph4485"/>
              <p:cNvSpPr/>
              <p:nvPr/>
            </p:nvSpPr>
            <p:spPr>
              <a:xfrm>
                <a:off x="1575120" y="1225466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86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86" name="ph4486"/>
              <p:cNvSpPr/>
              <p:nvPr/>
            </p:nvSpPr>
            <p:spPr>
              <a:xfrm>
                <a:off x="1599676" y="1225466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8EDBB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87" name="ph4487"/>
              <p:cNvSpPr/>
              <p:nvPr/>
            </p:nvSpPr>
            <p:spPr>
              <a:xfrm>
                <a:off x="1624232" y="1225466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8E3CA">
                  <a:alpha val="100000"/>
                </a:srgbClr>
              </a:solidFill>
              <a:ln w="5420" cap="flat">
                <a:solidFill>
                  <a:srgbClr val="95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88" name="ph4488"/>
              <p:cNvSpPr/>
              <p:nvPr/>
            </p:nvSpPr>
            <p:spPr>
              <a:xfrm>
                <a:off x="1648789" y="1225466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89" name="ph4489"/>
              <p:cNvSpPr/>
              <p:nvPr/>
            </p:nvSpPr>
            <p:spPr>
              <a:xfrm>
                <a:off x="1673345" y="1225466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FE6CD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90" name="ph4490"/>
              <p:cNvSpPr/>
              <p:nvPr/>
            </p:nvSpPr>
            <p:spPr>
              <a:xfrm>
                <a:off x="1697901" y="1225466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91" name="ph4491"/>
              <p:cNvSpPr/>
              <p:nvPr/>
            </p:nvSpPr>
            <p:spPr>
              <a:xfrm>
                <a:off x="1722458" y="1225466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1E6CF">
                  <a:alpha val="100000"/>
                </a:srgbClr>
              </a:solidFill>
              <a:ln w="5420" cap="flat">
                <a:solidFill>
                  <a:srgbClr val="A2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92" name="ph4492"/>
              <p:cNvSpPr/>
              <p:nvPr/>
            </p:nvSpPr>
            <p:spPr>
              <a:xfrm>
                <a:off x="1747014" y="1225466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2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93" name="ph4493"/>
              <p:cNvSpPr/>
              <p:nvPr/>
            </p:nvSpPr>
            <p:spPr>
              <a:xfrm>
                <a:off x="1771570" y="1225466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94" name="ph4494"/>
              <p:cNvSpPr/>
              <p:nvPr/>
            </p:nvSpPr>
            <p:spPr>
              <a:xfrm>
                <a:off x="1796127" y="1225466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1E6CF">
                  <a:alpha val="100000"/>
                </a:srgbClr>
              </a:solidFill>
              <a:ln w="5420" cap="flat">
                <a:solidFill>
                  <a:srgbClr val="A2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95" name="ph4495"/>
              <p:cNvSpPr/>
              <p:nvPr/>
            </p:nvSpPr>
            <p:spPr>
              <a:xfrm>
                <a:off x="1820683" y="1225466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1E6CF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96" name="ph4496"/>
              <p:cNvSpPr/>
              <p:nvPr/>
            </p:nvSpPr>
            <p:spPr>
              <a:xfrm>
                <a:off x="1427782" y="1256619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DE5CD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97" name="ph4497"/>
              <p:cNvSpPr/>
              <p:nvPr/>
            </p:nvSpPr>
            <p:spPr>
              <a:xfrm>
                <a:off x="1452338" y="1256619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BE4CC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98" name="ph4498"/>
              <p:cNvSpPr/>
              <p:nvPr/>
            </p:nvSpPr>
            <p:spPr>
              <a:xfrm>
                <a:off x="1476894" y="1256619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8E3CA">
                  <a:alpha val="100000"/>
                </a:srgbClr>
              </a:solidFill>
              <a:ln w="5420" cap="flat">
                <a:solidFill>
                  <a:srgbClr val="95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99" name="ph4499"/>
              <p:cNvSpPr/>
              <p:nvPr/>
            </p:nvSpPr>
            <p:spPr>
              <a:xfrm>
                <a:off x="1501451" y="1256619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4E2C9">
                  <a:alpha val="100000"/>
                </a:srgbClr>
              </a:solidFill>
              <a:ln w="5420" cap="flat">
                <a:solidFill>
                  <a:srgbClr val="90DCB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00" name="ph4500"/>
              <p:cNvSpPr/>
              <p:nvPr/>
            </p:nvSpPr>
            <p:spPr>
              <a:xfrm>
                <a:off x="1526007" y="1256619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A1E1C7">
                  <a:alpha val="100000"/>
                </a:srgbClr>
              </a:solidFill>
              <a:ln w="5420" cap="flat">
                <a:solidFill>
                  <a:srgbClr val="8BDAB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01" name="ph4501"/>
              <p:cNvSpPr/>
              <p:nvPr/>
            </p:nvSpPr>
            <p:spPr>
              <a:xfrm>
                <a:off x="1550563" y="1256619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A0E1C7">
                  <a:alpha val="100000"/>
                </a:srgbClr>
              </a:solidFill>
              <a:ln w="5420" cap="flat">
                <a:solidFill>
                  <a:srgbClr val="8BDAB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02" name="ph4502"/>
              <p:cNvSpPr/>
              <p:nvPr/>
            </p:nvSpPr>
            <p:spPr>
              <a:xfrm>
                <a:off x="1575120" y="1256619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4E2C8">
                  <a:alpha val="100000"/>
                </a:srgbClr>
              </a:solidFill>
              <a:ln w="5420" cap="flat">
                <a:solidFill>
                  <a:srgbClr val="8FDCB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03" name="ph4503"/>
              <p:cNvSpPr/>
              <p:nvPr/>
            </p:nvSpPr>
            <p:spPr>
              <a:xfrm>
                <a:off x="1599676" y="1256619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8E3CA">
                  <a:alpha val="100000"/>
                </a:srgbClr>
              </a:solidFill>
              <a:ln w="5420" cap="flat">
                <a:solidFill>
                  <a:srgbClr val="95DD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04" name="ph4504"/>
              <p:cNvSpPr/>
              <p:nvPr/>
            </p:nvSpPr>
            <p:spPr>
              <a:xfrm>
                <a:off x="1624232" y="1256619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05" name="ph4505"/>
              <p:cNvSpPr/>
              <p:nvPr/>
            </p:nvSpPr>
            <p:spPr>
              <a:xfrm>
                <a:off x="1648789" y="1256619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9F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06" name="ph4506"/>
              <p:cNvSpPr/>
              <p:nvPr/>
            </p:nvSpPr>
            <p:spPr>
              <a:xfrm>
                <a:off x="1673345" y="1256619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1E6CF">
                  <a:alpha val="100000"/>
                </a:srgbClr>
              </a:solidFill>
              <a:ln w="5420" cap="flat">
                <a:solidFill>
                  <a:srgbClr val="A2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07" name="ph4507"/>
              <p:cNvSpPr/>
              <p:nvPr/>
            </p:nvSpPr>
            <p:spPr>
              <a:xfrm>
                <a:off x="1697901" y="1256619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08" name="ph4508"/>
              <p:cNvSpPr/>
              <p:nvPr/>
            </p:nvSpPr>
            <p:spPr>
              <a:xfrm>
                <a:off x="1722458" y="1256619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4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09" name="ph4509"/>
              <p:cNvSpPr/>
              <p:nvPr/>
            </p:nvSpPr>
            <p:spPr>
              <a:xfrm>
                <a:off x="1747014" y="1256619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10" name="ph4510"/>
              <p:cNvSpPr/>
              <p:nvPr/>
            </p:nvSpPr>
            <p:spPr>
              <a:xfrm>
                <a:off x="1771570" y="1256619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11" name="ph4511"/>
              <p:cNvSpPr/>
              <p:nvPr/>
            </p:nvSpPr>
            <p:spPr>
              <a:xfrm>
                <a:off x="1796127" y="1256619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12" name="ph4512"/>
              <p:cNvSpPr/>
              <p:nvPr/>
            </p:nvSpPr>
            <p:spPr>
              <a:xfrm>
                <a:off x="1452338" y="128777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0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13" name="ph4513"/>
              <p:cNvSpPr/>
              <p:nvPr/>
            </p:nvSpPr>
            <p:spPr>
              <a:xfrm>
                <a:off x="1476894" y="128777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9F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14" name="ph4514"/>
              <p:cNvSpPr/>
              <p:nvPr/>
            </p:nvSpPr>
            <p:spPr>
              <a:xfrm>
                <a:off x="1501451" y="128777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DE5CD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15" name="ph4515"/>
              <p:cNvSpPr/>
              <p:nvPr/>
            </p:nvSpPr>
            <p:spPr>
              <a:xfrm>
                <a:off x="1526007" y="128777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16" name="ph4516"/>
              <p:cNvSpPr/>
              <p:nvPr/>
            </p:nvSpPr>
            <p:spPr>
              <a:xfrm>
                <a:off x="1550563" y="128777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ABE4CC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17" name="ph4517"/>
              <p:cNvSpPr/>
              <p:nvPr/>
            </p:nvSpPr>
            <p:spPr>
              <a:xfrm>
                <a:off x="1575120" y="128777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DE5CC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18" name="ph4518"/>
              <p:cNvSpPr/>
              <p:nvPr/>
            </p:nvSpPr>
            <p:spPr>
              <a:xfrm>
                <a:off x="1599676" y="128777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FE5CD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19" name="ph4519"/>
              <p:cNvSpPr/>
              <p:nvPr/>
            </p:nvSpPr>
            <p:spPr>
              <a:xfrm>
                <a:off x="1624232" y="128777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20" name="ph4520"/>
              <p:cNvSpPr/>
              <p:nvPr/>
            </p:nvSpPr>
            <p:spPr>
              <a:xfrm>
                <a:off x="1648789" y="128777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21" name="ph4521"/>
              <p:cNvSpPr/>
              <p:nvPr/>
            </p:nvSpPr>
            <p:spPr>
              <a:xfrm>
                <a:off x="1673345" y="128777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22" name="ph4522"/>
              <p:cNvSpPr/>
              <p:nvPr/>
            </p:nvSpPr>
            <p:spPr>
              <a:xfrm>
                <a:off x="1697901" y="128777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23" name="ph4523"/>
              <p:cNvSpPr/>
              <p:nvPr/>
            </p:nvSpPr>
            <p:spPr>
              <a:xfrm>
                <a:off x="1722458" y="128777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24" name="ph4524"/>
              <p:cNvSpPr/>
              <p:nvPr/>
            </p:nvSpPr>
            <p:spPr>
              <a:xfrm>
                <a:off x="1747014" y="128777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25" name="ph4525"/>
              <p:cNvSpPr/>
              <p:nvPr/>
            </p:nvSpPr>
            <p:spPr>
              <a:xfrm>
                <a:off x="1771570" y="128777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26" name="ph4526"/>
              <p:cNvSpPr/>
              <p:nvPr/>
            </p:nvSpPr>
            <p:spPr>
              <a:xfrm>
                <a:off x="1796127" y="128777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27" name="ph4527"/>
              <p:cNvSpPr/>
              <p:nvPr/>
            </p:nvSpPr>
            <p:spPr>
              <a:xfrm>
                <a:off x="1354113" y="131892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5E7D0">
                  <a:alpha val="100000"/>
                </a:srgbClr>
              </a:solidFill>
              <a:ln w="5420" cap="flat">
                <a:solidFill>
                  <a:srgbClr val="A6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28" name="ph4528"/>
              <p:cNvSpPr/>
              <p:nvPr/>
            </p:nvSpPr>
            <p:spPr>
              <a:xfrm>
                <a:off x="1378669" y="131892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5E8D1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29" name="ph4529"/>
              <p:cNvSpPr/>
              <p:nvPr/>
            </p:nvSpPr>
            <p:spPr>
              <a:xfrm>
                <a:off x="1403225" y="131892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B6E8D1">
                  <a:alpha val="100000"/>
                </a:srgbClr>
              </a:solidFill>
              <a:ln w="5420" cap="flat">
                <a:solidFill>
                  <a:srgbClr val="A9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30" name="ph4530"/>
              <p:cNvSpPr/>
              <p:nvPr/>
            </p:nvSpPr>
            <p:spPr>
              <a:xfrm>
                <a:off x="1427782" y="131892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6E8D1">
                  <a:alpha val="100000"/>
                </a:srgbClr>
              </a:solidFill>
              <a:ln w="5420" cap="flat">
                <a:solidFill>
                  <a:srgbClr val="A8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31" name="ph4531"/>
              <p:cNvSpPr/>
              <p:nvPr/>
            </p:nvSpPr>
            <p:spPr>
              <a:xfrm>
                <a:off x="1452338" y="131892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6E8D1">
                  <a:alpha val="100000"/>
                </a:srgbClr>
              </a:solidFill>
              <a:ln w="5420" cap="flat">
                <a:solidFill>
                  <a:srgbClr val="A8E4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32" name="ph4532"/>
              <p:cNvSpPr/>
              <p:nvPr/>
            </p:nvSpPr>
            <p:spPr>
              <a:xfrm>
                <a:off x="1476894" y="131892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7E8D1">
                  <a:alpha val="100000"/>
                </a:srgbClr>
              </a:solidFill>
              <a:ln w="5420" cap="flat">
                <a:solidFill>
                  <a:srgbClr val="A9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33" name="ph4533"/>
              <p:cNvSpPr/>
              <p:nvPr/>
            </p:nvSpPr>
            <p:spPr>
              <a:xfrm>
                <a:off x="1501451" y="131892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7E8D1">
                  <a:alpha val="100000"/>
                </a:srgbClr>
              </a:solidFill>
              <a:ln w="5420" cap="flat">
                <a:solidFill>
                  <a:srgbClr val="A9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34" name="ph4534"/>
              <p:cNvSpPr/>
              <p:nvPr/>
            </p:nvSpPr>
            <p:spPr>
              <a:xfrm>
                <a:off x="1526007" y="131892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B7E8D1">
                  <a:alpha val="100000"/>
                </a:srgbClr>
              </a:solidFill>
              <a:ln w="5420" cap="flat">
                <a:solidFill>
                  <a:srgbClr val="A9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35" name="ph4535"/>
              <p:cNvSpPr/>
              <p:nvPr/>
            </p:nvSpPr>
            <p:spPr>
              <a:xfrm>
                <a:off x="1550563" y="131892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B6E8D1">
                  <a:alpha val="100000"/>
                </a:srgbClr>
              </a:solidFill>
              <a:ln w="5420" cap="flat">
                <a:solidFill>
                  <a:srgbClr val="A8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36" name="ph4536"/>
              <p:cNvSpPr/>
              <p:nvPr/>
            </p:nvSpPr>
            <p:spPr>
              <a:xfrm>
                <a:off x="1575120" y="131892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5E8D1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37" name="ph4537"/>
              <p:cNvSpPr/>
              <p:nvPr/>
            </p:nvSpPr>
            <p:spPr>
              <a:xfrm>
                <a:off x="1599676" y="131892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5E8D0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38" name="ph4538"/>
              <p:cNvSpPr/>
              <p:nvPr/>
            </p:nvSpPr>
            <p:spPr>
              <a:xfrm>
                <a:off x="1624232" y="131892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39" name="ph4539"/>
              <p:cNvSpPr/>
              <p:nvPr/>
            </p:nvSpPr>
            <p:spPr>
              <a:xfrm>
                <a:off x="1648789" y="131892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40" name="ph4540"/>
              <p:cNvSpPr/>
              <p:nvPr/>
            </p:nvSpPr>
            <p:spPr>
              <a:xfrm>
                <a:off x="1673345" y="131892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41" name="ph4541"/>
              <p:cNvSpPr/>
              <p:nvPr/>
            </p:nvSpPr>
            <p:spPr>
              <a:xfrm>
                <a:off x="1697901" y="131892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5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42" name="ph4542"/>
              <p:cNvSpPr/>
              <p:nvPr/>
            </p:nvSpPr>
            <p:spPr>
              <a:xfrm>
                <a:off x="1722458" y="131892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5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43" name="ph4543"/>
              <p:cNvSpPr/>
              <p:nvPr/>
            </p:nvSpPr>
            <p:spPr>
              <a:xfrm>
                <a:off x="1747014" y="131892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5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44" name="ph4544"/>
              <p:cNvSpPr/>
              <p:nvPr/>
            </p:nvSpPr>
            <p:spPr>
              <a:xfrm>
                <a:off x="1771570" y="131892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45" name="ph4545"/>
              <p:cNvSpPr/>
              <p:nvPr/>
            </p:nvSpPr>
            <p:spPr>
              <a:xfrm>
                <a:off x="1329556" y="135008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5E8D1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46" name="ph4546"/>
              <p:cNvSpPr/>
              <p:nvPr/>
            </p:nvSpPr>
            <p:spPr>
              <a:xfrm>
                <a:off x="1354113" y="135008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6E8D1">
                  <a:alpha val="100000"/>
                </a:srgbClr>
              </a:solidFill>
              <a:ln w="5420" cap="flat">
                <a:solidFill>
                  <a:srgbClr val="A8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47" name="ph4547"/>
              <p:cNvSpPr/>
              <p:nvPr/>
            </p:nvSpPr>
            <p:spPr>
              <a:xfrm>
                <a:off x="1378669" y="135008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7E8D2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48" name="ph4548"/>
              <p:cNvSpPr/>
              <p:nvPr/>
            </p:nvSpPr>
            <p:spPr>
              <a:xfrm>
                <a:off x="1403225" y="135008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B8E9D2">
                  <a:alpha val="100000"/>
                </a:srgbClr>
              </a:solidFill>
              <a:ln w="5420" cap="flat">
                <a:solidFill>
                  <a:srgbClr val="ACE5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49" name="ph4549"/>
              <p:cNvSpPr/>
              <p:nvPr/>
            </p:nvSpPr>
            <p:spPr>
              <a:xfrm>
                <a:off x="1427782" y="135008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AE9D3">
                  <a:alpha val="100000"/>
                </a:srgbClr>
              </a:solidFill>
              <a:ln w="5420" cap="flat">
                <a:solidFill>
                  <a:srgbClr val="AD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50" name="ph4550"/>
              <p:cNvSpPr/>
              <p:nvPr/>
            </p:nvSpPr>
            <p:spPr>
              <a:xfrm>
                <a:off x="1452338" y="135008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CEAD4">
                  <a:alpha val="100000"/>
                </a:srgbClr>
              </a:solidFill>
              <a:ln w="5420" cap="flat">
                <a:solidFill>
                  <a:srgbClr val="B0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51" name="ph4551"/>
              <p:cNvSpPr/>
              <p:nvPr/>
            </p:nvSpPr>
            <p:spPr>
              <a:xfrm>
                <a:off x="1476894" y="135008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DEAD5">
                  <a:alpha val="100000"/>
                </a:srgbClr>
              </a:solidFill>
              <a:ln w="5420" cap="flat">
                <a:solidFill>
                  <a:srgbClr val="B2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52" name="ph4552"/>
              <p:cNvSpPr/>
              <p:nvPr/>
            </p:nvSpPr>
            <p:spPr>
              <a:xfrm>
                <a:off x="1501451" y="135008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FEBD6">
                  <a:alpha val="100000"/>
                </a:srgbClr>
              </a:solidFill>
              <a:ln w="5420" cap="flat">
                <a:solidFill>
                  <a:srgbClr val="B5E8D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53" name="ph4553"/>
              <p:cNvSpPr/>
              <p:nvPr/>
            </p:nvSpPr>
            <p:spPr>
              <a:xfrm>
                <a:off x="1526007" y="135008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C1EBD6">
                  <a:alpha val="100000"/>
                </a:srgbClr>
              </a:solidFill>
              <a:ln w="5420" cap="flat">
                <a:solidFill>
                  <a:srgbClr val="B7E8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54" name="ph4554"/>
              <p:cNvSpPr/>
              <p:nvPr/>
            </p:nvSpPr>
            <p:spPr>
              <a:xfrm>
                <a:off x="1550563" y="135008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C0EBD6">
                  <a:alpha val="100000"/>
                </a:srgbClr>
              </a:solidFill>
              <a:ln w="5420" cap="flat">
                <a:solidFill>
                  <a:srgbClr val="B6E8D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55" name="ph4555"/>
              <p:cNvSpPr/>
              <p:nvPr/>
            </p:nvSpPr>
            <p:spPr>
              <a:xfrm>
                <a:off x="1575120" y="135008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DEAD5">
                  <a:alpha val="100000"/>
                </a:srgbClr>
              </a:solidFill>
              <a:ln w="5420" cap="flat">
                <a:solidFill>
                  <a:srgbClr val="B2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56" name="ph4556"/>
              <p:cNvSpPr/>
              <p:nvPr/>
            </p:nvSpPr>
            <p:spPr>
              <a:xfrm>
                <a:off x="1599676" y="135008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BE9D3">
                  <a:alpha val="100000"/>
                </a:srgbClr>
              </a:solidFill>
              <a:ln w="5420" cap="flat">
                <a:solidFill>
                  <a:srgbClr val="AFE6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57" name="ph4557"/>
              <p:cNvSpPr/>
              <p:nvPr/>
            </p:nvSpPr>
            <p:spPr>
              <a:xfrm>
                <a:off x="1624232" y="135008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8E9D2">
                  <a:alpha val="100000"/>
                </a:srgbClr>
              </a:solidFill>
              <a:ln w="5420" cap="flat">
                <a:solidFill>
                  <a:srgbClr val="ABE4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58" name="ph4558"/>
              <p:cNvSpPr/>
              <p:nvPr/>
            </p:nvSpPr>
            <p:spPr>
              <a:xfrm>
                <a:off x="1648789" y="135008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6E8D1">
                  <a:alpha val="100000"/>
                </a:srgbClr>
              </a:solidFill>
              <a:ln w="5420" cap="flat">
                <a:solidFill>
                  <a:srgbClr val="A9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59" name="ph4559"/>
              <p:cNvSpPr/>
              <p:nvPr/>
            </p:nvSpPr>
            <p:spPr>
              <a:xfrm>
                <a:off x="1673345" y="135008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5E8D1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60" name="ph4560"/>
              <p:cNvSpPr/>
              <p:nvPr/>
            </p:nvSpPr>
            <p:spPr>
              <a:xfrm>
                <a:off x="1697901" y="135008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5E8D0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61" name="ph4561"/>
              <p:cNvSpPr/>
              <p:nvPr/>
            </p:nvSpPr>
            <p:spPr>
              <a:xfrm>
                <a:off x="1722458" y="135008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5E7D0">
                  <a:alpha val="100000"/>
                </a:srgbClr>
              </a:solidFill>
              <a:ln w="5420" cap="flat">
                <a:solidFill>
                  <a:srgbClr val="A6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62" name="ph4562"/>
              <p:cNvSpPr/>
              <p:nvPr/>
            </p:nvSpPr>
            <p:spPr>
              <a:xfrm>
                <a:off x="1747014" y="135008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5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63" name="ph4563"/>
              <p:cNvSpPr/>
              <p:nvPr/>
            </p:nvSpPr>
            <p:spPr>
              <a:xfrm>
                <a:off x="1771570" y="135008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64" name="ph4564"/>
              <p:cNvSpPr/>
              <p:nvPr/>
            </p:nvSpPr>
            <p:spPr>
              <a:xfrm>
                <a:off x="1329556" y="138123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8E8D2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65" name="ph4565"/>
              <p:cNvSpPr/>
              <p:nvPr/>
            </p:nvSpPr>
            <p:spPr>
              <a:xfrm>
                <a:off x="1354113" y="138123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9E9D2">
                  <a:alpha val="100000"/>
                </a:srgbClr>
              </a:solidFill>
              <a:ln w="5420" cap="flat">
                <a:solidFill>
                  <a:srgbClr val="ACE5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66" name="ph4566"/>
              <p:cNvSpPr/>
              <p:nvPr/>
            </p:nvSpPr>
            <p:spPr>
              <a:xfrm>
                <a:off x="1378669" y="138123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BE9D3">
                  <a:alpha val="100000"/>
                </a:srgbClr>
              </a:solidFill>
              <a:ln w="5420" cap="flat">
                <a:solidFill>
                  <a:srgbClr val="AFE6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67" name="ph4567"/>
              <p:cNvSpPr/>
              <p:nvPr/>
            </p:nvSpPr>
            <p:spPr>
              <a:xfrm>
                <a:off x="1403225" y="138123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BCEAD4">
                  <a:alpha val="100000"/>
                </a:srgbClr>
              </a:solidFill>
              <a:ln w="5420" cap="flat">
                <a:solidFill>
                  <a:srgbClr val="B1E6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68" name="ph4568"/>
              <p:cNvSpPr/>
              <p:nvPr/>
            </p:nvSpPr>
            <p:spPr>
              <a:xfrm>
                <a:off x="1427782" y="138123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EEBD5">
                  <a:alpha val="100000"/>
                </a:srgbClr>
              </a:solidFill>
              <a:ln w="5420" cap="flat">
                <a:solidFill>
                  <a:srgbClr val="B3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69" name="ph4569"/>
              <p:cNvSpPr/>
              <p:nvPr/>
            </p:nvSpPr>
            <p:spPr>
              <a:xfrm>
                <a:off x="1452338" y="138123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C0EBD6">
                  <a:alpha val="100000"/>
                </a:srgbClr>
              </a:solidFill>
              <a:ln w="5420" cap="flat">
                <a:solidFill>
                  <a:srgbClr val="B6E8D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70" name="ph4570"/>
              <p:cNvSpPr/>
              <p:nvPr/>
            </p:nvSpPr>
            <p:spPr>
              <a:xfrm>
                <a:off x="1476894" y="138123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C2ECD7">
                  <a:alpha val="100000"/>
                </a:srgbClr>
              </a:solidFill>
              <a:ln w="5420" cap="flat">
                <a:solidFill>
                  <a:srgbClr val="B9E9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71" name="ph4571"/>
              <p:cNvSpPr/>
              <p:nvPr/>
            </p:nvSpPr>
            <p:spPr>
              <a:xfrm>
                <a:off x="1501451" y="138123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C6EDD9">
                  <a:alpha val="100000"/>
                </a:srgbClr>
              </a:solidFill>
              <a:ln w="5420" cap="flat">
                <a:solidFill>
                  <a:srgbClr val="BFEBD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72" name="ph4572"/>
              <p:cNvSpPr/>
              <p:nvPr/>
            </p:nvSpPr>
            <p:spPr>
              <a:xfrm>
                <a:off x="1526007" y="138123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CFF0DE">
                  <a:alpha val="100000"/>
                </a:srgbClr>
              </a:solidFill>
              <a:ln w="5420" cap="flat">
                <a:solidFill>
                  <a:srgbClr val="CAEFD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73" name="ph4573"/>
              <p:cNvSpPr/>
              <p:nvPr/>
            </p:nvSpPr>
            <p:spPr>
              <a:xfrm>
                <a:off x="1550563" y="138123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CFF0DD">
                  <a:alpha val="100000"/>
                </a:srgbClr>
              </a:solidFill>
              <a:ln w="5420" cap="flat">
                <a:solidFill>
                  <a:srgbClr val="C9EED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74" name="ph4574"/>
              <p:cNvSpPr/>
              <p:nvPr/>
            </p:nvSpPr>
            <p:spPr>
              <a:xfrm>
                <a:off x="1575120" y="138123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C9EEDA">
                  <a:alpha val="100000"/>
                </a:srgbClr>
              </a:solidFill>
              <a:ln w="5420" cap="flat">
                <a:solidFill>
                  <a:srgbClr val="C2ECD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75" name="ph4575"/>
              <p:cNvSpPr/>
              <p:nvPr/>
            </p:nvSpPr>
            <p:spPr>
              <a:xfrm>
                <a:off x="1599676" y="138123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C4ECD8">
                  <a:alpha val="100000"/>
                </a:srgbClr>
              </a:solidFill>
              <a:ln w="5420" cap="flat">
                <a:solidFill>
                  <a:srgbClr val="BBE9D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76" name="ph4576"/>
              <p:cNvSpPr/>
              <p:nvPr/>
            </p:nvSpPr>
            <p:spPr>
              <a:xfrm>
                <a:off x="1624232" y="138123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FEBD5">
                  <a:alpha val="100000"/>
                </a:srgbClr>
              </a:solidFill>
              <a:ln w="5420" cap="flat">
                <a:solidFill>
                  <a:srgbClr val="B5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77" name="ph4577"/>
              <p:cNvSpPr/>
              <p:nvPr/>
            </p:nvSpPr>
            <p:spPr>
              <a:xfrm>
                <a:off x="1648789" y="138123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CEAD4">
                  <a:alpha val="100000"/>
                </a:srgbClr>
              </a:solidFill>
              <a:ln w="5420" cap="flat">
                <a:solidFill>
                  <a:srgbClr val="B0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78" name="ph4578"/>
              <p:cNvSpPr/>
              <p:nvPr/>
            </p:nvSpPr>
            <p:spPr>
              <a:xfrm>
                <a:off x="1673345" y="138123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9E9D2">
                  <a:alpha val="100000"/>
                </a:srgbClr>
              </a:solidFill>
              <a:ln w="5420" cap="flat">
                <a:solidFill>
                  <a:srgbClr val="ACE5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79" name="ph4579"/>
              <p:cNvSpPr/>
              <p:nvPr/>
            </p:nvSpPr>
            <p:spPr>
              <a:xfrm>
                <a:off x="1697901" y="138123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7E8D2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80" name="ph4580"/>
              <p:cNvSpPr/>
              <p:nvPr/>
            </p:nvSpPr>
            <p:spPr>
              <a:xfrm>
                <a:off x="1722458" y="138123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6E8D1">
                  <a:alpha val="100000"/>
                </a:srgbClr>
              </a:solidFill>
              <a:ln w="5420" cap="flat">
                <a:solidFill>
                  <a:srgbClr val="A8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81" name="ph4581"/>
              <p:cNvSpPr/>
              <p:nvPr/>
            </p:nvSpPr>
            <p:spPr>
              <a:xfrm>
                <a:off x="1747014" y="138123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5E8D1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82" name="ph4582"/>
              <p:cNvSpPr/>
              <p:nvPr/>
            </p:nvSpPr>
            <p:spPr>
              <a:xfrm>
                <a:off x="1329556" y="141238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8E9D2">
                  <a:alpha val="100000"/>
                </a:srgbClr>
              </a:solidFill>
              <a:ln w="5420" cap="flat">
                <a:solidFill>
                  <a:srgbClr val="ABE4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83" name="ph4583"/>
              <p:cNvSpPr/>
              <p:nvPr/>
            </p:nvSpPr>
            <p:spPr>
              <a:xfrm>
                <a:off x="1354113" y="141238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AE9D3">
                  <a:alpha val="100000"/>
                </a:srgbClr>
              </a:solidFill>
              <a:ln w="5420" cap="flat">
                <a:solidFill>
                  <a:srgbClr val="AD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84" name="ph4584"/>
              <p:cNvSpPr/>
              <p:nvPr/>
            </p:nvSpPr>
            <p:spPr>
              <a:xfrm>
                <a:off x="1378669" y="141238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BEAD4">
                  <a:alpha val="100000"/>
                </a:srgbClr>
              </a:solidFill>
              <a:ln w="5420" cap="flat">
                <a:solidFill>
                  <a:srgbClr val="B0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85" name="ph4585"/>
              <p:cNvSpPr/>
              <p:nvPr/>
            </p:nvSpPr>
            <p:spPr>
              <a:xfrm>
                <a:off x="1403225" y="141238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BDEAD4">
                  <a:alpha val="100000"/>
                </a:srgbClr>
              </a:solidFill>
              <a:ln w="5420" cap="flat">
                <a:solidFill>
                  <a:srgbClr val="B2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86" name="ph4586"/>
              <p:cNvSpPr/>
              <p:nvPr/>
            </p:nvSpPr>
            <p:spPr>
              <a:xfrm>
                <a:off x="1427782" y="141238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EEBD5">
                  <a:alpha val="100000"/>
                </a:srgbClr>
              </a:solidFill>
              <a:ln w="5420" cap="flat">
                <a:solidFill>
                  <a:srgbClr val="B4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87" name="ph4587"/>
              <p:cNvSpPr/>
              <p:nvPr/>
            </p:nvSpPr>
            <p:spPr>
              <a:xfrm>
                <a:off x="1452338" y="141238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FEBD5">
                  <a:alpha val="100000"/>
                </a:srgbClr>
              </a:solidFill>
              <a:ln w="5420" cap="flat">
                <a:solidFill>
                  <a:srgbClr val="B5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88" name="ph4588"/>
              <p:cNvSpPr/>
              <p:nvPr/>
            </p:nvSpPr>
            <p:spPr>
              <a:xfrm>
                <a:off x="1476894" y="141238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FEBD5">
                  <a:alpha val="100000"/>
                </a:srgbClr>
              </a:solidFill>
              <a:ln w="5420" cap="flat">
                <a:solidFill>
                  <a:srgbClr val="B4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89" name="ph4589"/>
              <p:cNvSpPr/>
              <p:nvPr/>
            </p:nvSpPr>
            <p:spPr>
              <a:xfrm>
                <a:off x="1501451" y="141238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EEBD5">
                  <a:alpha val="100000"/>
                </a:srgbClr>
              </a:solidFill>
              <a:ln w="5420" cap="flat">
                <a:solidFill>
                  <a:srgbClr val="B3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90" name="ph4590"/>
              <p:cNvSpPr/>
              <p:nvPr/>
            </p:nvSpPr>
            <p:spPr>
              <a:xfrm>
                <a:off x="1526007" y="141238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C8EEDA">
                  <a:alpha val="100000"/>
                </a:srgbClr>
              </a:solidFill>
              <a:ln w="5420" cap="flat">
                <a:solidFill>
                  <a:srgbClr val="C0EBD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91" name="ph4591"/>
              <p:cNvSpPr/>
              <p:nvPr/>
            </p:nvSpPr>
            <p:spPr>
              <a:xfrm>
                <a:off x="1550563" y="141238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CEF0DD">
                  <a:alpha val="100000"/>
                </a:srgbClr>
              </a:solidFill>
              <a:ln w="5420" cap="flat">
                <a:solidFill>
                  <a:srgbClr val="C8EED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92" name="ph4592"/>
              <p:cNvSpPr/>
              <p:nvPr/>
            </p:nvSpPr>
            <p:spPr>
              <a:xfrm>
                <a:off x="1575120" y="141238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C9EEDA">
                  <a:alpha val="100000"/>
                </a:srgbClr>
              </a:solidFill>
              <a:ln w="5420" cap="flat">
                <a:solidFill>
                  <a:srgbClr val="C2ECD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93" name="ph4593"/>
              <p:cNvSpPr/>
              <p:nvPr/>
            </p:nvSpPr>
            <p:spPr>
              <a:xfrm>
                <a:off x="1599676" y="141238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C5EDD8">
                  <a:alpha val="100000"/>
                </a:srgbClr>
              </a:solidFill>
              <a:ln w="5420" cap="flat">
                <a:solidFill>
                  <a:srgbClr val="BCEAD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94" name="ph4594"/>
              <p:cNvSpPr/>
              <p:nvPr/>
            </p:nvSpPr>
            <p:spPr>
              <a:xfrm>
                <a:off x="1624232" y="141238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C1EBD6">
                  <a:alpha val="100000"/>
                </a:srgbClr>
              </a:solidFill>
              <a:ln w="5420" cap="flat">
                <a:solidFill>
                  <a:srgbClr val="B7E8D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95" name="ph4595"/>
              <p:cNvSpPr/>
              <p:nvPr/>
            </p:nvSpPr>
            <p:spPr>
              <a:xfrm>
                <a:off x="1648789" y="141238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DEAD4">
                  <a:alpha val="100000"/>
                </a:srgbClr>
              </a:solidFill>
              <a:ln w="5420" cap="flat">
                <a:solidFill>
                  <a:srgbClr val="B2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96" name="ph4596"/>
              <p:cNvSpPr/>
              <p:nvPr/>
            </p:nvSpPr>
            <p:spPr>
              <a:xfrm>
                <a:off x="1673345" y="141238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AE9D3">
                  <a:alpha val="100000"/>
                </a:srgbClr>
              </a:solidFill>
              <a:ln w="5420" cap="flat">
                <a:solidFill>
                  <a:srgbClr val="AE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97" name="ph4597"/>
              <p:cNvSpPr/>
              <p:nvPr/>
            </p:nvSpPr>
            <p:spPr>
              <a:xfrm>
                <a:off x="1697901" y="141238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8E9D2">
                  <a:alpha val="100000"/>
                </a:srgbClr>
              </a:solidFill>
              <a:ln w="5420" cap="flat">
                <a:solidFill>
                  <a:srgbClr val="ABE4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98" name="ph4598"/>
              <p:cNvSpPr/>
              <p:nvPr/>
            </p:nvSpPr>
            <p:spPr>
              <a:xfrm>
                <a:off x="1722458" y="141238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7E8D1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99" name="ph4599"/>
              <p:cNvSpPr/>
              <p:nvPr/>
            </p:nvSpPr>
            <p:spPr>
              <a:xfrm>
                <a:off x="1354113" y="1443542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AE9D3">
                  <a:alpha val="100000"/>
                </a:srgbClr>
              </a:solidFill>
              <a:ln w="5420" cap="flat">
                <a:solidFill>
                  <a:srgbClr val="AE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00" name="ph4600"/>
              <p:cNvSpPr/>
              <p:nvPr/>
            </p:nvSpPr>
            <p:spPr>
              <a:xfrm>
                <a:off x="1378669" y="1443542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CEAD4">
                  <a:alpha val="100000"/>
                </a:srgbClr>
              </a:solidFill>
              <a:ln w="5420" cap="flat">
                <a:solidFill>
                  <a:srgbClr val="B0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01" name="ph4601"/>
              <p:cNvSpPr/>
              <p:nvPr/>
            </p:nvSpPr>
            <p:spPr>
              <a:xfrm>
                <a:off x="1403225" y="1443542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BDEAD4">
                  <a:alpha val="100000"/>
                </a:srgbClr>
              </a:solidFill>
              <a:ln w="5420" cap="flat">
                <a:solidFill>
                  <a:srgbClr val="B2E6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02" name="ph4602"/>
              <p:cNvSpPr/>
              <p:nvPr/>
            </p:nvSpPr>
            <p:spPr>
              <a:xfrm>
                <a:off x="1427782" y="1443542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EEAD5">
                  <a:alpha val="100000"/>
                </a:srgbClr>
              </a:solidFill>
              <a:ln w="5420" cap="flat">
                <a:solidFill>
                  <a:srgbClr val="B3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03" name="ph4603"/>
              <p:cNvSpPr/>
              <p:nvPr/>
            </p:nvSpPr>
            <p:spPr>
              <a:xfrm>
                <a:off x="1452338" y="1443542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EEBD5">
                  <a:alpha val="100000"/>
                </a:srgbClr>
              </a:solidFill>
              <a:ln w="5420" cap="flat">
                <a:solidFill>
                  <a:srgbClr val="B3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04" name="ph4604"/>
              <p:cNvSpPr/>
              <p:nvPr/>
            </p:nvSpPr>
            <p:spPr>
              <a:xfrm>
                <a:off x="1476894" y="1443542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DEAD5">
                  <a:alpha val="100000"/>
                </a:srgbClr>
              </a:solidFill>
              <a:ln w="5420" cap="flat">
                <a:solidFill>
                  <a:srgbClr val="B2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05" name="ph4605"/>
              <p:cNvSpPr/>
              <p:nvPr/>
            </p:nvSpPr>
            <p:spPr>
              <a:xfrm>
                <a:off x="1501451" y="1443542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CEAD4">
                  <a:alpha val="100000"/>
                </a:srgbClr>
              </a:solidFill>
              <a:ln w="5420" cap="flat">
                <a:solidFill>
                  <a:srgbClr val="B0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06" name="ph4606"/>
              <p:cNvSpPr/>
              <p:nvPr/>
            </p:nvSpPr>
            <p:spPr>
              <a:xfrm>
                <a:off x="1526007" y="1443542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BFEBD5">
                  <a:alpha val="100000"/>
                </a:srgbClr>
              </a:solidFill>
              <a:ln w="5420" cap="flat">
                <a:solidFill>
                  <a:srgbClr val="B4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07" name="ph4607"/>
              <p:cNvSpPr/>
              <p:nvPr/>
            </p:nvSpPr>
            <p:spPr>
              <a:xfrm>
                <a:off x="1550563" y="1443542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C8EEDA">
                  <a:alpha val="100000"/>
                </a:srgbClr>
              </a:solidFill>
              <a:ln w="5420" cap="flat">
                <a:solidFill>
                  <a:srgbClr val="C0EBD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08" name="ph4608"/>
              <p:cNvSpPr/>
              <p:nvPr/>
            </p:nvSpPr>
            <p:spPr>
              <a:xfrm>
                <a:off x="1575120" y="1443542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C6EDD9">
                  <a:alpha val="100000"/>
                </a:srgbClr>
              </a:solidFill>
              <a:ln w="5420" cap="flat">
                <a:solidFill>
                  <a:srgbClr val="BEEBD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09" name="ph4609"/>
              <p:cNvSpPr/>
              <p:nvPr/>
            </p:nvSpPr>
            <p:spPr>
              <a:xfrm>
                <a:off x="1599676" y="1443542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C3ECD8">
                  <a:alpha val="100000"/>
                </a:srgbClr>
              </a:solidFill>
              <a:ln w="5420" cap="flat">
                <a:solidFill>
                  <a:srgbClr val="BAE9D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10" name="ph4610"/>
              <p:cNvSpPr/>
              <p:nvPr/>
            </p:nvSpPr>
            <p:spPr>
              <a:xfrm>
                <a:off x="1624232" y="1443542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C0EBD6">
                  <a:alpha val="100000"/>
                </a:srgbClr>
              </a:solidFill>
              <a:ln w="5420" cap="flat">
                <a:solidFill>
                  <a:srgbClr val="B6E8D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11" name="ph4611"/>
              <p:cNvSpPr/>
              <p:nvPr/>
            </p:nvSpPr>
            <p:spPr>
              <a:xfrm>
                <a:off x="1648789" y="1443542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EEAD5">
                  <a:alpha val="100000"/>
                </a:srgbClr>
              </a:solidFill>
              <a:ln w="5420" cap="flat">
                <a:solidFill>
                  <a:srgbClr val="B3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12" name="ph4612"/>
              <p:cNvSpPr/>
              <p:nvPr/>
            </p:nvSpPr>
            <p:spPr>
              <a:xfrm>
                <a:off x="1673345" y="1443542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BEAD3">
                  <a:alpha val="100000"/>
                </a:srgbClr>
              </a:solidFill>
              <a:ln w="5420" cap="flat">
                <a:solidFill>
                  <a:srgbClr val="AF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13" name="ph4613"/>
              <p:cNvSpPr/>
              <p:nvPr/>
            </p:nvSpPr>
            <p:spPr>
              <a:xfrm>
                <a:off x="1697901" y="1443542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9E9D3">
                  <a:alpha val="100000"/>
                </a:srgbClr>
              </a:solidFill>
              <a:ln w="5420" cap="flat">
                <a:solidFill>
                  <a:srgbClr val="ADE5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14" name="ph4614"/>
              <p:cNvSpPr/>
              <p:nvPr/>
            </p:nvSpPr>
            <p:spPr>
              <a:xfrm>
                <a:off x="1427782" y="147469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EEAD5">
                  <a:alpha val="100000"/>
                </a:srgbClr>
              </a:solidFill>
              <a:ln w="5420" cap="flat">
                <a:solidFill>
                  <a:srgbClr val="B3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15" name="ph4615"/>
              <p:cNvSpPr/>
              <p:nvPr/>
            </p:nvSpPr>
            <p:spPr>
              <a:xfrm>
                <a:off x="1452338" y="147469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EEBD5">
                  <a:alpha val="100000"/>
                </a:srgbClr>
              </a:solidFill>
              <a:ln w="5420" cap="flat">
                <a:solidFill>
                  <a:srgbClr val="B3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16" name="ph4616"/>
              <p:cNvSpPr/>
              <p:nvPr/>
            </p:nvSpPr>
            <p:spPr>
              <a:xfrm>
                <a:off x="1476894" y="147469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EEBD5">
                  <a:alpha val="100000"/>
                </a:srgbClr>
              </a:solidFill>
              <a:ln w="5420" cap="flat">
                <a:solidFill>
                  <a:srgbClr val="B3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17" name="ph4617"/>
              <p:cNvSpPr/>
              <p:nvPr/>
            </p:nvSpPr>
            <p:spPr>
              <a:xfrm>
                <a:off x="1501451" y="147469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EEBD5">
                  <a:alpha val="100000"/>
                </a:srgbClr>
              </a:solidFill>
              <a:ln w="5420" cap="flat">
                <a:solidFill>
                  <a:srgbClr val="B4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18" name="ph4618"/>
              <p:cNvSpPr/>
              <p:nvPr/>
            </p:nvSpPr>
            <p:spPr>
              <a:xfrm>
                <a:off x="1526007" y="147469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C0EBD6">
                  <a:alpha val="100000"/>
                </a:srgbClr>
              </a:solidFill>
              <a:ln w="5420" cap="flat">
                <a:solidFill>
                  <a:srgbClr val="B6E8D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19" name="ph4619"/>
              <p:cNvSpPr/>
              <p:nvPr/>
            </p:nvSpPr>
            <p:spPr>
              <a:xfrm>
                <a:off x="1550563" y="147469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C4ECD8">
                  <a:alpha val="100000"/>
                </a:srgbClr>
              </a:solidFill>
              <a:ln w="5420" cap="flat">
                <a:solidFill>
                  <a:srgbClr val="BBE9D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20" name="ph4620"/>
              <p:cNvSpPr/>
              <p:nvPr/>
            </p:nvSpPr>
            <p:spPr>
              <a:xfrm>
                <a:off x="1575120" y="147469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C3ECD7">
                  <a:alpha val="100000"/>
                </a:srgbClr>
              </a:solidFill>
              <a:ln w="5420" cap="flat">
                <a:solidFill>
                  <a:srgbClr val="BAE9D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21" name="ph4621"/>
              <p:cNvSpPr/>
              <p:nvPr/>
            </p:nvSpPr>
            <p:spPr>
              <a:xfrm>
                <a:off x="1599676" y="147469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C2ECD7">
                  <a:alpha val="100000"/>
                </a:srgbClr>
              </a:solidFill>
              <a:ln w="5420" cap="flat">
                <a:solidFill>
                  <a:srgbClr val="B8E9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22" name="ph4622"/>
              <p:cNvSpPr/>
              <p:nvPr/>
            </p:nvSpPr>
            <p:spPr>
              <a:xfrm>
                <a:off x="1624232" y="147469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FEBD6">
                  <a:alpha val="100000"/>
                </a:srgbClr>
              </a:solidFill>
              <a:ln w="5420" cap="flat">
                <a:solidFill>
                  <a:srgbClr val="B5E8D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23" name="ph4623"/>
              <p:cNvSpPr/>
              <p:nvPr/>
            </p:nvSpPr>
            <p:spPr>
              <a:xfrm>
                <a:off x="1648789" y="147469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DEAD5">
                  <a:alpha val="100000"/>
                </a:srgbClr>
              </a:solidFill>
              <a:ln w="5420" cap="flat">
                <a:solidFill>
                  <a:srgbClr val="B2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24" name="ph4624"/>
              <p:cNvSpPr/>
              <p:nvPr/>
            </p:nvSpPr>
            <p:spPr>
              <a:xfrm>
                <a:off x="1673345" y="147469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BEAD4">
                  <a:alpha val="100000"/>
                </a:srgbClr>
              </a:solidFill>
              <a:ln w="5420" cap="flat">
                <a:solidFill>
                  <a:srgbClr val="AF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25" name="ph4625"/>
              <p:cNvSpPr/>
              <p:nvPr/>
            </p:nvSpPr>
            <p:spPr>
              <a:xfrm>
                <a:off x="1697901" y="147469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9E9D3">
                  <a:alpha val="100000"/>
                </a:srgbClr>
              </a:solidFill>
              <a:ln w="5420" cap="flat">
                <a:solidFill>
                  <a:srgbClr val="AD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26" name="ph4626"/>
              <p:cNvSpPr/>
              <p:nvPr/>
            </p:nvSpPr>
            <p:spPr>
              <a:xfrm>
                <a:off x="1476894" y="1505849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EEBD5">
                  <a:alpha val="100000"/>
                </a:srgbClr>
              </a:solidFill>
              <a:ln w="5420" cap="flat">
                <a:solidFill>
                  <a:srgbClr val="B3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27" name="ph4627"/>
              <p:cNvSpPr/>
              <p:nvPr/>
            </p:nvSpPr>
            <p:spPr>
              <a:xfrm>
                <a:off x="1501451" y="1505849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FEBD5">
                  <a:alpha val="100000"/>
                </a:srgbClr>
              </a:solidFill>
              <a:ln w="5420" cap="flat">
                <a:solidFill>
                  <a:srgbClr val="B4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28" name="ph4628"/>
              <p:cNvSpPr/>
              <p:nvPr/>
            </p:nvSpPr>
            <p:spPr>
              <a:xfrm>
                <a:off x="1526007" y="1505849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C0EBD6">
                  <a:alpha val="100000"/>
                </a:srgbClr>
              </a:solidFill>
              <a:ln w="5420" cap="flat">
                <a:solidFill>
                  <a:srgbClr val="B5E8D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29" name="ph4629"/>
              <p:cNvSpPr/>
              <p:nvPr/>
            </p:nvSpPr>
            <p:spPr>
              <a:xfrm>
                <a:off x="1550563" y="1505849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C1EBD6">
                  <a:alpha val="100000"/>
                </a:srgbClr>
              </a:solidFill>
              <a:ln w="5420" cap="flat">
                <a:solidFill>
                  <a:srgbClr val="B7E8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30" name="ph4630"/>
              <p:cNvSpPr/>
              <p:nvPr/>
            </p:nvSpPr>
            <p:spPr>
              <a:xfrm>
                <a:off x="1575120" y="1505849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C1EBD6">
                  <a:alpha val="100000"/>
                </a:srgbClr>
              </a:solidFill>
              <a:ln w="5420" cap="flat">
                <a:solidFill>
                  <a:srgbClr val="B7E8D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31" name="ph4631"/>
              <p:cNvSpPr/>
              <p:nvPr/>
            </p:nvSpPr>
            <p:spPr>
              <a:xfrm>
                <a:off x="1599676" y="1505849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C0EBD6">
                  <a:alpha val="100000"/>
                </a:srgbClr>
              </a:solidFill>
              <a:ln w="5420" cap="flat">
                <a:solidFill>
                  <a:srgbClr val="B5E8D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32" name="ph4632"/>
              <p:cNvSpPr/>
              <p:nvPr/>
            </p:nvSpPr>
            <p:spPr>
              <a:xfrm>
                <a:off x="1624232" y="1505849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EEBD5">
                  <a:alpha val="100000"/>
                </a:srgbClr>
              </a:solidFill>
              <a:ln w="5420" cap="flat">
                <a:solidFill>
                  <a:srgbClr val="B3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33" name="ph4633"/>
              <p:cNvSpPr/>
              <p:nvPr/>
            </p:nvSpPr>
            <p:spPr>
              <a:xfrm>
                <a:off x="1648789" y="1505849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CEAD4">
                  <a:alpha val="100000"/>
                </a:srgbClr>
              </a:solidFill>
              <a:ln w="5420" cap="flat">
                <a:solidFill>
                  <a:srgbClr val="B1E6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34" name="ph4634"/>
              <p:cNvSpPr/>
              <p:nvPr/>
            </p:nvSpPr>
            <p:spPr>
              <a:xfrm>
                <a:off x="1673345" y="1505849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BE9D3">
                  <a:alpha val="100000"/>
                </a:srgbClr>
              </a:solidFill>
              <a:ln w="5420" cap="flat">
                <a:solidFill>
                  <a:srgbClr val="AFE6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35" name="ph4635"/>
              <p:cNvSpPr/>
              <p:nvPr/>
            </p:nvSpPr>
            <p:spPr>
              <a:xfrm>
                <a:off x="1697901" y="1505849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9E9D3">
                  <a:alpha val="100000"/>
                </a:srgbClr>
              </a:solidFill>
              <a:ln w="5420" cap="flat">
                <a:solidFill>
                  <a:srgbClr val="ADE5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36" name="ph4636"/>
              <p:cNvSpPr/>
              <p:nvPr/>
            </p:nvSpPr>
            <p:spPr>
              <a:xfrm>
                <a:off x="1501451" y="153700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EEBD5">
                  <a:alpha val="100000"/>
                </a:srgbClr>
              </a:solidFill>
              <a:ln w="5420" cap="flat">
                <a:solidFill>
                  <a:srgbClr val="B3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37" name="ph4637"/>
              <p:cNvSpPr/>
              <p:nvPr/>
            </p:nvSpPr>
            <p:spPr>
              <a:xfrm>
                <a:off x="1526007" y="153700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BFEBD5">
                  <a:alpha val="100000"/>
                </a:srgbClr>
              </a:solidFill>
              <a:ln w="5420" cap="flat">
                <a:solidFill>
                  <a:srgbClr val="B4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38" name="ph4638"/>
              <p:cNvSpPr/>
              <p:nvPr/>
            </p:nvSpPr>
            <p:spPr>
              <a:xfrm>
                <a:off x="1550563" y="153700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BFEBD5">
                  <a:alpha val="100000"/>
                </a:srgbClr>
              </a:solidFill>
              <a:ln w="5420" cap="flat">
                <a:solidFill>
                  <a:srgbClr val="B4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39" name="ph4639"/>
              <p:cNvSpPr/>
              <p:nvPr/>
            </p:nvSpPr>
            <p:spPr>
              <a:xfrm>
                <a:off x="1575120" y="153700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FEBD5">
                  <a:alpha val="100000"/>
                </a:srgbClr>
              </a:solidFill>
              <a:ln w="5420" cap="flat">
                <a:solidFill>
                  <a:srgbClr val="B4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40" name="ph4640"/>
              <p:cNvSpPr/>
              <p:nvPr/>
            </p:nvSpPr>
            <p:spPr>
              <a:xfrm>
                <a:off x="1599676" y="153700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EEAD5">
                  <a:alpha val="100000"/>
                </a:srgbClr>
              </a:solidFill>
              <a:ln w="5420" cap="flat">
                <a:solidFill>
                  <a:srgbClr val="B3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41" name="ph4641"/>
              <p:cNvSpPr/>
              <p:nvPr/>
            </p:nvSpPr>
            <p:spPr>
              <a:xfrm>
                <a:off x="1624232" y="153700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DEAD4">
                  <a:alpha val="100000"/>
                </a:srgbClr>
              </a:solidFill>
              <a:ln w="5420" cap="flat">
                <a:solidFill>
                  <a:srgbClr val="B1E6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42" name="ph4642"/>
              <p:cNvSpPr/>
              <p:nvPr/>
            </p:nvSpPr>
            <p:spPr>
              <a:xfrm>
                <a:off x="1648789" y="153700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BEAD4">
                  <a:alpha val="100000"/>
                </a:srgbClr>
              </a:solidFill>
              <a:ln w="5420" cap="flat">
                <a:solidFill>
                  <a:srgbClr val="AF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43" name="ph4643"/>
              <p:cNvSpPr/>
              <p:nvPr/>
            </p:nvSpPr>
            <p:spPr>
              <a:xfrm>
                <a:off x="1673345" y="153700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AE9D3">
                  <a:alpha val="100000"/>
                </a:srgbClr>
              </a:solidFill>
              <a:ln w="5420" cap="flat">
                <a:solidFill>
                  <a:srgbClr val="AE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44" name="ph4644"/>
              <p:cNvSpPr/>
              <p:nvPr/>
            </p:nvSpPr>
            <p:spPr>
              <a:xfrm>
                <a:off x="1697901" y="153700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9E9D2">
                  <a:alpha val="100000"/>
                </a:srgbClr>
              </a:solidFill>
              <a:ln w="5420" cap="flat">
                <a:solidFill>
                  <a:srgbClr val="ACE5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45" name="ph4645"/>
              <p:cNvSpPr/>
              <p:nvPr/>
            </p:nvSpPr>
            <p:spPr>
              <a:xfrm>
                <a:off x="1526007" y="1568156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BDEAD4">
                  <a:alpha val="100000"/>
                </a:srgbClr>
              </a:solidFill>
              <a:ln w="5420" cap="flat">
                <a:solidFill>
                  <a:srgbClr val="B2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46" name="ph4646"/>
              <p:cNvSpPr/>
              <p:nvPr/>
            </p:nvSpPr>
            <p:spPr>
              <a:xfrm>
                <a:off x="1550563" y="1568156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BDEAD4">
                  <a:alpha val="100000"/>
                </a:srgbClr>
              </a:solidFill>
              <a:ln w="5420" cap="flat">
                <a:solidFill>
                  <a:srgbClr val="B2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47" name="ph4647"/>
              <p:cNvSpPr/>
              <p:nvPr/>
            </p:nvSpPr>
            <p:spPr>
              <a:xfrm>
                <a:off x="1575120" y="1568156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DEAD4">
                  <a:alpha val="100000"/>
                </a:srgbClr>
              </a:solidFill>
              <a:ln w="5420" cap="flat">
                <a:solidFill>
                  <a:srgbClr val="B2E6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48" name="ph4648"/>
              <p:cNvSpPr/>
              <p:nvPr/>
            </p:nvSpPr>
            <p:spPr>
              <a:xfrm>
                <a:off x="1599676" y="1568156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CEAD4">
                  <a:alpha val="100000"/>
                </a:srgbClr>
              </a:solidFill>
              <a:ln w="5420" cap="flat">
                <a:solidFill>
                  <a:srgbClr val="B0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49" name="ph4649"/>
              <p:cNvSpPr/>
              <p:nvPr/>
            </p:nvSpPr>
            <p:spPr>
              <a:xfrm>
                <a:off x="1624232" y="1568156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BEAD3">
                  <a:alpha val="100000"/>
                </a:srgbClr>
              </a:solidFill>
              <a:ln w="5420" cap="flat">
                <a:solidFill>
                  <a:srgbClr val="AF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50" name="ph4650"/>
              <p:cNvSpPr/>
              <p:nvPr/>
            </p:nvSpPr>
            <p:spPr>
              <a:xfrm>
                <a:off x="1648789" y="1568156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AE9D3">
                  <a:alpha val="100000"/>
                </a:srgbClr>
              </a:solidFill>
              <a:ln w="5420" cap="flat">
                <a:solidFill>
                  <a:srgbClr val="AE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51" name="ph4651"/>
              <p:cNvSpPr/>
              <p:nvPr/>
            </p:nvSpPr>
            <p:spPr>
              <a:xfrm>
                <a:off x="1673345" y="1568156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9E9D2">
                  <a:alpha val="100000"/>
                </a:srgbClr>
              </a:solidFill>
              <a:ln w="5420" cap="flat">
                <a:solidFill>
                  <a:srgbClr val="ACE5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52" name="ph4652"/>
              <p:cNvSpPr/>
              <p:nvPr/>
            </p:nvSpPr>
            <p:spPr>
              <a:xfrm>
                <a:off x="1697901" y="1568156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8E8D2">
                  <a:alpha val="100000"/>
                </a:srgbClr>
              </a:solidFill>
              <a:ln w="5420" cap="flat">
                <a:solidFill>
                  <a:srgbClr val="ABE4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53" name="ph4653"/>
              <p:cNvSpPr/>
              <p:nvPr/>
            </p:nvSpPr>
            <p:spPr>
              <a:xfrm>
                <a:off x="1722458" y="1568156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7E8D1">
                  <a:alpha val="100000"/>
                </a:srgbClr>
              </a:solidFill>
              <a:ln w="5420" cap="flat">
                <a:solidFill>
                  <a:srgbClr val="A9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54" name="ph4654"/>
              <p:cNvSpPr/>
              <p:nvPr/>
            </p:nvSpPr>
            <p:spPr>
              <a:xfrm>
                <a:off x="1599676" y="1599310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AE9D3">
                  <a:alpha val="100000"/>
                </a:srgbClr>
              </a:solidFill>
              <a:ln w="5420" cap="flat">
                <a:solidFill>
                  <a:srgbClr val="AE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55" name="ph4655"/>
              <p:cNvSpPr/>
              <p:nvPr/>
            </p:nvSpPr>
            <p:spPr>
              <a:xfrm>
                <a:off x="1624232" y="1599310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AE9D3">
                  <a:alpha val="100000"/>
                </a:srgbClr>
              </a:solidFill>
              <a:ln w="5420" cap="flat">
                <a:solidFill>
                  <a:srgbClr val="AD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56" name="ph4656"/>
              <p:cNvSpPr/>
              <p:nvPr/>
            </p:nvSpPr>
            <p:spPr>
              <a:xfrm>
                <a:off x="1648789" y="1599310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9E9D2">
                  <a:alpha val="100000"/>
                </a:srgbClr>
              </a:solidFill>
              <a:ln w="5420" cap="flat">
                <a:solidFill>
                  <a:srgbClr val="ACE5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57" name="ph4657"/>
              <p:cNvSpPr/>
              <p:nvPr/>
            </p:nvSpPr>
            <p:spPr>
              <a:xfrm>
                <a:off x="1673345" y="1599310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8E8D2">
                  <a:alpha val="100000"/>
                </a:srgbClr>
              </a:solidFill>
              <a:ln w="5420" cap="flat">
                <a:solidFill>
                  <a:srgbClr val="ABE4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58" name="ph4658"/>
              <p:cNvSpPr/>
              <p:nvPr/>
            </p:nvSpPr>
            <p:spPr>
              <a:xfrm>
                <a:off x="1697901" y="1599310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7E8D1">
                  <a:alpha val="100000"/>
                </a:srgbClr>
              </a:solidFill>
              <a:ln w="5420" cap="flat">
                <a:solidFill>
                  <a:srgbClr val="A9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59" name="ph4659"/>
              <p:cNvSpPr/>
              <p:nvPr/>
            </p:nvSpPr>
            <p:spPr>
              <a:xfrm>
                <a:off x="1722458" y="1599310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6E8D1">
                  <a:alpha val="100000"/>
                </a:srgbClr>
              </a:solidFill>
              <a:ln w="5420" cap="flat">
                <a:solidFill>
                  <a:srgbClr val="A8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60" name="ph4660"/>
              <p:cNvSpPr/>
              <p:nvPr/>
            </p:nvSpPr>
            <p:spPr>
              <a:xfrm>
                <a:off x="1476894" y="163046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8E9D2">
                  <a:alpha val="100000"/>
                </a:srgbClr>
              </a:solidFill>
              <a:ln w="5420" cap="flat">
                <a:solidFill>
                  <a:srgbClr val="ACE5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61" name="ph4661"/>
              <p:cNvSpPr/>
              <p:nvPr/>
            </p:nvSpPr>
            <p:spPr>
              <a:xfrm>
                <a:off x="1575120" y="163046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9E9D2">
                  <a:alpha val="100000"/>
                </a:srgbClr>
              </a:solidFill>
              <a:ln w="5420" cap="flat">
                <a:solidFill>
                  <a:srgbClr val="ACE5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62" name="ph4662"/>
              <p:cNvSpPr/>
              <p:nvPr/>
            </p:nvSpPr>
            <p:spPr>
              <a:xfrm>
                <a:off x="1599676" y="163046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9E9D2">
                  <a:alpha val="100000"/>
                </a:srgbClr>
              </a:solidFill>
              <a:ln w="5420" cap="flat">
                <a:solidFill>
                  <a:srgbClr val="ACE5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63" name="ph4663"/>
              <p:cNvSpPr/>
              <p:nvPr/>
            </p:nvSpPr>
            <p:spPr>
              <a:xfrm>
                <a:off x="1624232" y="163046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8E9D2">
                  <a:alpha val="100000"/>
                </a:srgbClr>
              </a:solidFill>
              <a:ln w="5420" cap="flat">
                <a:solidFill>
                  <a:srgbClr val="ABE4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64" name="ph4664"/>
              <p:cNvSpPr/>
              <p:nvPr/>
            </p:nvSpPr>
            <p:spPr>
              <a:xfrm>
                <a:off x="1648789" y="163046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7E8D2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65" name="ph4665"/>
              <p:cNvSpPr/>
              <p:nvPr/>
            </p:nvSpPr>
            <p:spPr>
              <a:xfrm>
                <a:off x="1673345" y="163046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7E8D1">
                  <a:alpha val="100000"/>
                </a:srgbClr>
              </a:solidFill>
              <a:ln w="5420" cap="flat">
                <a:solidFill>
                  <a:srgbClr val="A9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66" name="ph4666"/>
              <p:cNvSpPr/>
              <p:nvPr/>
            </p:nvSpPr>
            <p:spPr>
              <a:xfrm>
                <a:off x="1697901" y="163046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6E8D1">
                  <a:alpha val="100000"/>
                </a:srgbClr>
              </a:solidFill>
              <a:ln w="5420" cap="flat">
                <a:solidFill>
                  <a:srgbClr val="A8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67" name="ph4667"/>
              <p:cNvSpPr/>
              <p:nvPr/>
            </p:nvSpPr>
            <p:spPr>
              <a:xfrm>
                <a:off x="1722458" y="163046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5E8D0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68" name="ph4668"/>
              <p:cNvSpPr/>
              <p:nvPr/>
            </p:nvSpPr>
            <p:spPr>
              <a:xfrm>
                <a:off x="1452338" y="166161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7E8D1">
                  <a:alpha val="100000"/>
                </a:srgbClr>
              </a:solidFill>
              <a:ln w="5420" cap="flat">
                <a:solidFill>
                  <a:srgbClr val="A9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69" name="ph4669"/>
              <p:cNvSpPr/>
              <p:nvPr/>
            </p:nvSpPr>
            <p:spPr>
              <a:xfrm>
                <a:off x="1476894" y="166161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7E8D2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70" name="ph4670"/>
              <p:cNvSpPr/>
              <p:nvPr/>
            </p:nvSpPr>
            <p:spPr>
              <a:xfrm>
                <a:off x="1501451" y="166161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8E8D2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71" name="ph4671"/>
              <p:cNvSpPr/>
              <p:nvPr/>
            </p:nvSpPr>
            <p:spPr>
              <a:xfrm>
                <a:off x="1526007" y="166161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B8E8D2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72" name="ph4672"/>
              <p:cNvSpPr/>
              <p:nvPr/>
            </p:nvSpPr>
            <p:spPr>
              <a:xfrm>
                <a:off x="1550563" y="166161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B8E8D2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73" name="ph4673"/>
              <p:cNvSpPr/>
              <p:nvPr/>
            </p:nvSpPr>
            <p:spPr>
              <a:xfrm>
                <a:off x="1575120" y="166161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7E8D2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74" name="ph4674"/>
              <p:cNvSpPr/>
              <p:nvPr/>
            </p:nvSpPr>
            <p:spPr>
              <a:xfrm>
                <a:off x="1599676" y="166161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7E8D1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75" name="ph4675"/>
              <p:cNvSpPr/>
              <p:nvPr/>
            </p:nvSpPr>
            <p:spPr>
              <a:xfrm>
                <a:off x="1624232" y="166161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7E8D1">
                  <a:alpha val="100000"/>
                </a:srgbClr>
              </a:solidFill>
              <a:ln w="5420" cap="flat">
                <a:solidFill>
                  <a:srgbClr val="A9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76" name="ph4676"/>
              <p:cNvSpPr/>
              <p:nvPr/>
            </p:nvSpPr>
            <p:spPr>
              <a:xfrm>
                <a:off x="1648789" y="166161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6E8D1">
                  <a:alpha val="100000"/>
                </a:srgbClr>
              </a:solidFill>
              <a:ln w="5420" cap="flat">
                <a:solidFill>
                  <a:srgbClr val="A8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77" name="ph4677"/>
              <p:cNvSpPr/>
              <p:nvPr/>
            </p:nvSpPr>
            <p:spPr>
              <a:xfrm>
                <a:off x="1673345" y="166161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5E8D1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78" name="ph4678"/>
              <p:cNvSpPr/>
              <p:nvPr/>
            </p:nvSpPr>
            <p:spPr>
              <a:xfrm>
                <a:off x="1697901" y="166161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5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79" name="ph4679"/>
              <p:cNvSpPr/>
              <p:nvPr/>
            </p:nvSpPr>
            <p:spPr>
              <a:xfrm>
                <a:off x="1722458" y="166161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80" name="ph4680"/>
              <p:cNvSpPr/>
              <p:nvPr/>
            </p:nvSpPr>
            <p:spPr>
              <a:xfrm>
                <a:off x="1427782" y="169277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81" name="ph4681"/>
              <p:cNvSpPr/>
              <p:nvPr/>
            </p:nvSpPr>
            <p:spPr>
              <a:xfrm>
                <a:off x="1452338" y="169277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82" name="ph4682"/>
              <p:cNvSpPr/>
              <p:nvPr/>
            </p:nvSpPr>
            <p:spPr>
              <a:xfrm>
                <a:off x="1476894" y="169277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83" name="ph4683"/>
              <p:cNvSpPr/>
              <p:nvPr/>
            </p:nvSpPr>
            <p:spPr>
              <a:xfrm>
                <a:off x="1501451" y="169277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84" name="ph4684"/>
              <p:cNvSpPr/>
              <p:nvPr/>
            </p:nvSpPr>
            <p:spPr>
              <a:xfrm>
                <a:off x="1526007" y="169277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B5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85" name="ph4685"/>
              <p:cNvSpPr/>
              <p:nvPr/>
            </p:nvSpPr>
            <p:spPr>
              <a:xfrm>
                <a:off x="1550563" y="169277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86" name="ph4686"/>
              <p:cNvSpPr/>
              <p:nvPr/>
            </p:nvSpPr>
            <p:spPr>
              <a:xfrm>
                <a:off x="1575120" y="169277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87" name="ph4687"/>
              <p:cNvSpPr/>
              <p:nvPr/>
            </p:nvSpPr>
            <p:spPr>
              <a:xfrm>
                <a:off x="1599676" y="169277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88" name="ph4688"/>
              <p:cNvSpPr/>
              <p:nvPr/>
            </p:nvSpPr>
            <p:spPr>
              <a:xfrm>
                <a:off x="1624232" y="169277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89" name="ph4689"/>
              <p:cNvSpPr/>
              <p:nvPr/>
            </p:nvSpPr>
            <p:spPr>
              <a:xfrm>
                <a:off x="1648789" y="169277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90" name="ph4690"/>
              <p:cNvSpPr/>
              <p:nvPr/>
            </p:nvSpPr>
            <p:spPr>
              <a:xfrm>
                <a:off x="1673345" y="169277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91" name="ph4691"/>
              <p:cNvSpPr/>
              <p:nvPr/>
            </p:nvSpPr>
            <p:spPr>
              <a:xfrm>
                <a:off x="1697901" y="169277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92" name="ph4692"/>
              <p:cNvSpPr/>
              <p:nvPr/>
            </p:nvSpPr>
            <p:spPr>
              <a:xfrm>
                <a:off x="1722458" y="169277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2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93" name="ph4693"/>
              <p:cNvSpPr/>
              <p:nvPr/>
            </p:nvSpPr>
            <p:spPr>
              <a:xfrm>
                <a:off x="1747014" y="169277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1E6CF">
                  <a:alpha val="100000"/>
                </a:srgbClr>
              </a:solidFill>
              <a:ln w="5420" cap="flat">
                <a:solidFill>
                  <a:srgbClr val="A2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94" name="ph4694"/>
              <p:cNvSpPr/>
              <p:nvPr/>
            </p:nvSpPr>
            <p:spPr>
              <a:xfrm>
                <a:off x="1427782" y="172392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95" name="ph4695"/>
              <p:cNvSpPr/>
              <p:nvPr/>
            </p:nvSpPr>
            <p:spPr>
              <a:xfrm>
                <a:off x="1452338" y="172392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96" name="ph4696"/>
              <p:cNvSpPr/>
              <p:nvPr/>
            </p:nvSpPr>
            <p:spPr>
              <a:xfrm>
                <a:off x="1476894" y="172392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97" name="ph4697"/>
              <p:cNvSpPr/>
              <p:nvPr/>
            </p:nvSpPr>
            <p:spPr>
              <a:xfrm>
                <a:off x="1501451" y="172392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98" name="ph4698"/>
              <p:cNvSpPr/>
              <p:nvPr/>
            </p:nvSpPr>
            <p:spPr>
              <a:xfrm>
                <a:off x="1526007" y="172392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99" name="ph4699"/>
              <p:cNvSpPr/>
              <p:nvPr/>
            </p:nvSpPr>
            <p:spPr>
              <a:xfrm>
                <a:off x="1550563" y="172392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00" name="ph4700"/>
              <p:cNvSpPr/>
              <p:nvPr/>
            </p:nvSpPr>
            <p:spPr>
              <a:xfrm>
                <a:off x="1575120" y="172392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01" name="ph4701"/>
              <p:cNvSpPr/>
              <p:nvPr/>
            </p:nvSpPr>
            <p:spPr>
              <a:xfrm>
                <a:off x="1599676" y="172392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02" name="ph4702"/>
              <p:cNvSpPr/>
              <p:nvPr/>
            </p:nvSpPr>
            <p:spPr>
              <a:xfrm>
                <a:off x="1624232" y="172392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03" name="ph4703"/>
              <p:cNvSpPr/>
              <p:nvPr/>
            </p:nvSpPr>
            <p:spPr>
              <a:xfrm>
                <a:off x="1648789" y="172392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04" name="ph4704"/>
              <p:cNvSpPr/>
              <p:nvPr/>
            </p:nvSpPr>
            <p:spPr>
              <a:xfrm>
                <a:off x="1673345" y="172392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2E6CF">
                  <a:alpha val="100000"/>
                </a:srgbClr>
              </a:solidFill>
              <a:ln w="5420" cap="flat">
                <a:solidFill>
                  <a:srgbClr val="A2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05" name="ph4705"/>
              <p:cNvSpPr/>
              <p:nvPr/>
            </p:nvSpPr>
            <p:spPr>
              <a:xfrm>
                <a:off x="1697901" y="172392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1E6CF">
                  <a:alpha val="100000"/>
                </a:srgbClr>
              </a:solidFill>
              <a:ln w="5420" cap="flat">
                <a:solidFill>
                  <a:srgbClr val="A2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06" name="ph4706"/>
              <p:cNvSpPr/>
              <p:nvPr/>
            </p:nvSpPr>
            <p:spPr>
              <a:xfrm>
                <a:off x="1722458" y="172392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1E6CE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07" name="ph4707"/>
              <p:cNvSpPr/>
              <p:nvPr/>
            </p:nvSpPr>
            <p:spPr>
              <a:xfrm>
                <a:off x="1747014" y="172392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0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08" name="ph4708"/>
              <p:cNvSpPr/>
              <p:nvPr/>
            </p:nvSpPr>
            <p:spPr>
              <a:xfrm>
                <a:off x="1771570" y="172392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0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09" name="ph4709"/>
              <p:cNvSpPr/>
              <p:nvPr/>
            </p:nvSpPr>
            <p:spPr>
              <a:xfrm>
                <a:off x="1427782" y="175507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1E6CE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10" name="ph4710"/>
              <p:cNvSpPr/>
              <p:nvPr/>
            </p:nvSpPr>
            <p:spPr>
              <a:xfrm>
                <a:off x="1452338" y="175507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1E6CF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11" name="ph4711"/>
              <p:cNvSpPr/>
              <p:nvPr/>
            </p:nvSpPr>
            <p:spPr>
              <a:xfrm>
                <a:off x="1476894" y="175507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1E6CF">
                  <a:alpha val="100000"/>
                </a:srgbClr>
              </a:solidFill>
              <a:ln w="5420" cap="flat">
                <a:solidFill>
                  <a:srgbClr val="A2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12" name="ph4712"/>
              <p:cNvSpPr/>
              <p:nvPr/>
            </p:nvSpPr>
            <p:spPr>
              <a:xfrm>
                <a:off x="1501451" y="175507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1E6CF">
                  <a:alpha val="100000"/>
                </a:srgbClr>
              </a:solidFill>
              <a:ln w="5420" cap="flat">
                <a:solidFill>
                  <a:srgbClr val="A2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13" name="ph4713"/>
              <p:cNvSpPr/>
              <p:nvPr/>
            </p:nvSpPr>
            <p:spPr>
              <a:xfrm>
                <a:off x="1526007" y="175507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B2E6CF">
                  <a:alpha val="100000"/>
                </a:srgbClr>
              </a:solidFill>
              <a:ln w="5420" cap="flat">
                <a:solidFill>
                  <a:srgbClr val="A2E1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14" name="ph4714"/>
              <p:cNvSpPr/>
              <p:nvPr/>
            </p:nvSpPr>
            <p:spPr>
              <a:xfrm>
                <a:off x="1550563" y="175507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B2E6CF">
                  <a:alpha val="100000"/>
                </a:srgbClr>
              </a:solidFill>
              <a:ln w="5420" cap="flat">
                <a:solidFill>
                  <a:srgbClr val="A2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15" name="ph4715"/>
              <p:cNvSpPr/>
              <p:nvPr/>
            </p:nvSpPr>
            <p:spPr>
              <a:xfrm>
                <a:off x="1575120" y="175507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1E6CF">
                  <a:alpha val="100000"/>
                </a:srgbClr>
              </a:solidFill>
              <a:ln w="5420" cap="flat">
                <a:solidFill>
                  <a:srgbClr val="A2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16" name="ph4716"/>
              <p:cNvSpPr/>
              <p:nvPr/>
            </p:nvSpPr>
            <p:spPr>
              <a:xfrm>
                <a:off x="1599676" y="175507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1E6CF">
                  <a:alpha val="100000"/>
                </a:srgbClr>
              </a:solidFill>
              <a:ln w="5420" cap="flat">
                <a:solidFill>
                  <a:srgbClr val="A2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17" name="ph4717"/>
              <p:cNvSpPr/>
              <p:nvPr/>
            </p:nvSpPr>
            <p:spPr>
              <a:xfrm>
                <a:off x="1624232" y="175507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1E6CF">
                  <a:alpha val="100000"/>
                </a:srgbClr>
              </a:solidFill>
              <a:ln w="5420" cap="flat">
                <a:solidFill>
                  <a:srgbClr val="A2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18" name="ph4718"/>
              <p:cNvSpPr/>
              <p:nvPr/>
            </p:nvSpPr>
            <p:spPr>
              <a:xfrm>
                <a:off x="1648789" y="175507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1E6CE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19" name="ph4719"/>
              <p:cNvSpPr/>
              <p:nvPr/>
            </p:nvSpPr>
            <p:spPr>
              <a:xfrm>
                <a:off x="1673345" y="175507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20" name="ph4720"/>
              <p:cNvSpPr/>
              <p:nvPr/>
            </p:nvSpPr>
            <p:spPr>
              <a:xfrm>
                <a:off x="1697901" y="175507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0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21" name="ph4721"/>
              <p:cNvSpPr/>
              <p:nvPr/>
            </p:nvSpPr>
            <p:spPr>
              <a:xfrm>
                <a:off x="1722458" y="175507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0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22" name="ph4722"/>
              <p:cNvSpPr/>
              <p:nvPr/>
            </p:nvSpPr>
            <p:spPr>
              <a:xfrm>
                <a:off x="1747014" y="175507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9F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23" name="ph4723"/>
              <p:cNvSpPr/>
              <p:nvPr/>
            </p:nvSpPr>
            <p:spPr>
              <a:xfrm>
                <a:off x="1771570" y="175507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FE6CD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24" name="ph4724"/>
              <p:cNvSpPr/>
              <p:nvPr/>
            </p:nvSpPr>
            <p:spPr>
              <a:xfrm>
                <a:off x="2090545" y="667480"/>
                <a:ext cx="914894" cy="952624"/>
              </a:xfrm>
              <a:custGeom>
                <a:avLst/>
                <a:gdLst/>
                <a:ahLst/>
                <a:cxnLst/>
                <a:rect l="0" t="0" r="0" b="0"/>
                <a:pathLst>
                  <a:path w="914894" h="952624">
                    <a:moveTo>
                      <a:pt x="914400" y="914400"/>
                    </a:moveTo>
                    <a:lnTo>
                      <a:pt x="907475" y="952624"/>
                    </a:lnTo>
                    <a:lnTo>
                      <a:pt x="906570" y="941017"/>
                    </a:lnTo>
                    <a:lnTo>
                      <a:pt x="909475" y="909833"/>
                    </a:lnTo>
                    <a:lnTo>
                      <a:pt x="914894" y="90983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000000">
                    <a:alpha val="65098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25" name="ph4725"/>
              <p:cNvSpPr/>
              <p:nvPr/>
            </p:nvSpPr>
            <p:spPr>
              <a:xfrm>
                <a:off x="2075202" y="663205"/>
                <a:ext cx="914531" cy="1196881"/>
              </a:xfrm>
              <a:custGeom>
                <a:avLst/>
                <a:gdLst/>
                <a:ahLst/>
                <a:cxnLst/>
                <a:rect l="0" t="0" r="0" b="0"/>
                <a:pathLst>
                  <a:path w="914531" h="1196881">
                    <a:moveTo>
                      <a:pt x="914400" y="914400"/>
                    </a:moveTo>
                    <a:lnTo>
                      <a:pt x="901336" y="974329"/>
                    </a:lnTo>
                    <a:lnTo>
                      <a:pt x="883376" y="1006273"/>
                    </a:lnTo>
                    <a:lnTo>
                      <a:pt x="866834" y="1028366"/>
                    </a:lnTo>
                    <a:lnTo>
                      <a:pt x="849768" y="1024714"/>
                    </a:lnTo>
                    <a:lnTo>
                      <a:pt x="853606" y="1042269"/>
                    </a:lnTo>
                    <a:lnTo>
                      <a:pt x="848917" y="1051414"/>
                    </a:lnTo>
                    <a:lnTo>
                      <a:pt x="844904" y="1070491"/>
                    </a:lnTo>
                    <a:lnTo>
                      <a:pt x="834730" y="1083136"/>
                    </a:lnTo>
                    <a:lnTo>
                      <a:pt x="825167" y="1081918"/>
                    </a:lnTo>
                    <a:lnTo>
                      <a:pt x="811427" y="1090634"/>
                    </a:lnTo>
                    <a:lnTo>
                      <a:pt x="806008" y="1097302"/>
                    </a:lnTo>
                    <a:lnTo>
                      <a:pt x="805604" y="1110071"/>
                    </a:lnTo>
                    <a:lnTo>
                      <a:pt x="796412" y="1121304"/>
                    </a:lnTo>
                    <a:lnTo>
                      <a:pt x="763240" y="1179657"/>
                    </a:lnTo>
                    <a:lnTo>
                      <a:pt x="734441" y="1196881"/>
                    </a:lnTo>
                    <a:lnTo>
                      <a:pt x="727549" y="1194377"/>
                    </a:lnTo>
                    <a:lnTo>
                      <a:pt x="735139" y="1166833"/>
                    </a:lnTo>
                    <a:lnTo>
                      <a:pt x="740340" y="1138985"/>
                    </a:lnTo>
                    <a:lnTo>
                      <a:pt x="722860" y="1126866"/>
                    </a:lnTo>
                    <a:lnTo>
                      <a:pt x="706133" y="1120461"/>
                    </a:lnTo>
                    <a:lnTo>
                      <a:pt x="686940" y="1121304"/>
                    </a:lnTo>
                    <a:lnTo>
                      <a:pt x="665742" y="1099654"/>
                    </a:lnTo>
                    <a:lnTo>
                      <a:pt x="638415" y="1083911"/>
                    </a:lnTo>
                    <a:lnTo>
                      <a:pt x="600271" y="1041315"/>
                    </a:lnTo>
                    <a:lnTo>
                      <a:pt x="601383" y="1029500"/>
                    </a:lnTo>
                    <a:lnTo>
                      <a:pt x="600423" y="1009676"/>
                    </a:lnTo>
                    <a:lnTo>
                      <a:pt x="612015" y="978355"/>
                    </a:lnTo>
                    <a:lnTo>
                      <a:pt x="623127" y="956456"/>
                    </a:lnTo>
                    <a:lnTo>
                      <a:pt x="638469" y="945112"/>
                    </a:lnTo>
                    <a:lnTo>
                      <a:pt x="682993" y="933560"/>
                    </a:lnTo>
                    <a:lnTo>
                      <a:pt x="694159" y="916184"/>
                    </a:lnTo>
                    <a:lnTo>
                      <a:pt x="695098" y="914108"/>
                    </a:lnTo>
                    <a:lnTo>
                      <a:pt x="914531" y="91410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000000">
                    <a:alpha val="65098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26" name="ph4726"/>
              <p:cNvSpPr/>
              <p:nvPr/>
            </p:nvSpPr>
            <p:spPr>
              <a:xfrm>
                <a:off x="1839521" y="675490"/>
                <a:ext cx="945009" cy="2012347"/>
              </a:xfrm>
              <a:custGeom>
                <a:avLst/>
                <a:gdLst/>
                <a:ahLst/>
                <a:cxnLst/>
                <a:rect l="0" t="0" r="0" b="0"/>
                <a:pathLst>
                  <a:path w="945009" h="2012347">
                    <a:moveTo>
                      <a:pt x="914400" y="914400"/>
                    </a:moveTo>
                    <a:lnTo>
                      <a:pt x="881359" y="922921"/>
                    </a:lnTo>
                    <a:lnTo>
                      <a:pt x="863551" y="932301"/>
                    </a:lnTo>
                    <a:lnTo>
                      <a:pt x="849310" y="946647"/>
                    </a:lnTo>
                    <a:lnTo>
                      <a:pt x="840881" y="964659"/>
                    </a:lnTo>
                    <a:lnTo>
                      <a:pt x="821798" y="986365"/>
                    </a:lnTo>
                    <a:lnTo>
                      <a:pt x="823139" y="1000905"/>
                    </a:lnTo>
                    <a:lnTo>
                      <a:pt x="826334" y="1011239"/>
                    </a:lnTo>
                    <a:lnTo>
                      <a:pt x="824862" y="1032779"/>
                    </a:lnTo>
                    <a:lnTo>
                      <a:pt x="836933" y="1053780"/>
                    </a:lnTo>
                    <a:lnTo>
                      <a:pt x="860869" y="1088185"/>
                    </a:lnTo>
                    <a:lnTo>
                      <a:pt x="865438" y="1141627"/>
                    </a:lnTo>
                    <a:lnTo>
                      <a:pt x="883703" y="1177389"/>
                    </a:lnTo>
                    <a:lnTo>
                      <a:pt x="911695" y="1219085"/>
                    </a:lnTo>
                    <a:lnTo>
                      <a:pt x="933221" y="1230941"/>
                    </a:lnTo>
                    <a:lnTo>
                      <a:pt x="934268" y="1246449"/>
                    </a:lnTo>
                    <a:lnTo>
                      <a:pt x="924334" y="1272056"/>
                    </a:lnTo>
                    <a:lnTo>
                      <a:pt x="911237" y="1283760"/>
                    </a:lnTo>
                    <a:lnTo>
                      <a:pt x="928270" y="1281422"/>
                    </a:lnTo>
                    <a:lnTo>
                      <a:pt x="936754" y="1287274"/>
                    </a:lnTo>
                    <a:lnTo>
                      <a:pt x="945009" y="1308634"/>
                    </a:lnTo>
                    <a:lnTo>
                      <a:pt x="944365" y="1330437"/>
                    </a:lnTo>
                    <a:lnTo>
                      <a:pt x="941574" y="1342722"/>
                    </a:lnTo>
                    <a:lnTo>
                      <a:pt x="936416" y="1347619"/>
                    </a:lnTo>
                    <a:lnTo>
                      <a:pt x="936634" y="1335071"/>
                    </a:lnTo>
                    <a:lnTo>
                      <a:pt x="932981" y="1330713"/>
                    </a:lnTo>
                    <a:lnTo>
                      <a:pt x="926951" y="1336150"/>
                    </a:lnTo>
                    <a:lnTo>
                      <a:pt x="923047" y="1342348"/>
                    </a:lnTo>
                    <a:lnTo>
                      <a:pt x="921422" y="1366766"/>
                    </a:lnTo>
                    <a:lnTo>
                      <a:pt x="917289" y="1378967"/>
                    </a:lnTo>
                    <a:lnTo>
                      <a:pt x="902677" y="1382592"/>
                    </a:lnTo>
                    <a:lnTo>
                      <a:pt x="887858" y="1414632"/>
                    </a:lnTo>
                    <a:lnTo>
                      <a:pt x="874074" y="1432810"/>
                    </a:lnTo>
                    <a:lnTo>
                      <a:pt x="819835" y="1555727"/>
                    </a:lnTo>
                    <a:lnTo>
                      <a:pt x="821907" y="1576271"/>
                    </a:lnTo>
                    <a:lnTo>
                      <a:pt x="811983" y="1582884"/>
                    </a:lnTo>
                    <a:lnTo>
                      <a:pt x="796957" y="1588266"/>
                    </a:lnTo>
                    <a:lnTo>
                      <a:pt x="781756" y="1600550"/>
                    </a:lnTo>
                    <a:lnTo>
                      <a:pt x="771669" y="1614094"/>
                    </a:lnTo>
                    <a:lnTo>
                      <a:pt x="762302" y="1650520"/>
                    </a:lnTo>
                    <a:lnTo>
                      <a:pt x="744353" y="1691524"/>
                    </a:lnTo>
                    <a:lnTo>
                      <a:pt x="733154" y="1674439"/>
                    </a:lnTo>
                    <a:lnTo>
                      <a:pt x="730286" y="1659816"/>
                    </a:lnTo>
                    <a:lnTo>
                      <a:pt x="735270" y="1621675"/>
                    </a:lnTo>
                    <a:lnTo>
                      <a:pt x="754680" y="1559145"/>
                    </a:lnTo>
                    <a:lnTo>
                      <a:pt x="776064" y="1520270"/>
                    </a:lnTo>
                    <a:lnTo>
                      <a:pt x="792377" y="1501843"/>
                    </a:lnTo>
                    <a:lnTo>
                      <a:pt x="805790" y="1464283"/>
                    </a:lnTo>
                    <a:lnTo>
                      <a:pt x="788844" y="1458680"/>
                    </a:lnTo>
                    <a:lnTo>
                      <a:pt x="763011" y="1459289"/>
                    </a:lnTo>
                    <a:lnTo>
                      <a:pt x="767874" y="1441955"/>
                    </a:lnTo>
                    <a:lnTo>
                      <a:pt x="775409" y="1426682"/>
                    </a:lnTo>
                    <a:lnTo>
                      <a:pt x="761942" y="1411464"/>
                    </a:lnTo>
                    <a:lnTo>
                      <a:pt x="753971" y="1409527"/>
                    </a:lnTo>
                    <a:lnTo>
                      <a:pt x="745760" y="1403288"/>
                    </a:lnTo>
                    <a:lnTo>
                      <a:pt x="755389" y="1390616"/>
                    </a:lnTo>
                    <a:lnTo>
                      <a:pt x="760088" y="1377224"/>
                    </a:lnTo>
                    <a:lnTo>
                      <a:pt x="757221" y="1360927"/>
                    </a:lnTo>
                    <a:lnTo>
                      <a:pt x="761255" y="1348656"/>
                    </a:lnTo>
                    <a:lnTo>
                      <a:pt x="754527" y="1350510"/>
                    </a:lnTo>
                    <a:lnTo>
                      <a:pt x="743710" y="1363501"/>
                    </a:lnTo>
                    <a:lnTo>
                      <a:pt x="736982" y="1368688"/>
                    </a:lnTo>
                    <a:lnTo>
                      <a:pt x="732881" y="1357192"/>
                    </a:lnTo>
                    <a:lnTo>
                      <a:pt x="728203" y="1359793"/>
                    </a:lnTo>
                    <a:lnTo>
                      <a:pt x="725161" y="1367692"/>
                    </a:lnTo>
                    <a:lnTo>
                      <a:pt x="718258" y="1372036"/>
                    </a:lnTo>
                    <a:lnTo>
                      <a:pt x="703679" y="1361232"/>
                    </a:lnTo>
                    <a:lnTo>
                      <a:pt x="682426" y="1348864"/>
                    </a:lnTo>
                    <a:lnTo>
                      <a:pt x="670594" y="1327587"/>
                    </a:lnTo>
                    <a:lnTo>
                      <a:pt x="663844" y="1311097"/>
                    </a:lnTo>
                    <a:lnTo>
                      <a:pt x="670703" y="1281256"/>
                    </a:lnTo>
                    <a:lnTo>
                      <a:pt x="685392" y="1275958"/>
                    </a:lnTo>
                    <a:lnTo>
                      <a:pt x="704475" y="1280800"/>
                    </a:lnTo>
                    <a:lnTo>
                      <a:pt x="729490" y="1280758"/>
                    </a:lnTo>
                    <a:lnTo>
                      <a:pt x="725913" y="1274131"/>
                    </a:lnTo>
                    <a:lnTo>
                      <a:pt x="716983" y="1275224"/>
                    </a:lnTo>
                    <a:lnTo>
                      <a:pt x="690615" y="1251014"/>
                    </a:lnTo>
                    <a:lnTo>
                      <a:pt x="682131" y="1236392"/>
                    </a:lnTo>
                    <a:lnTo>
                      <a:pt x="667541" y="1232380"/>
                    </a:lnTo>
                    <a:lnTo>
                      <a:pt x="660889" y="1246435"/>
                    </a:lnTo>
                    <a:lnTo>
                      <a:pt x="653507" y="1250170"/>
                    </a:lnTo>
                    <a:lnTo>
                      <a:pt x="662623" y="1219417"/>
                    </a:lnTo>
                    <a:lnTo>
                      <a:pt x="674542" y="1218158"/>
                    </a:lnTo>
                    <a:lnTo>
                      <a:pt x="692142" y="1209636"/>
                    </a:lnTo>
                    <a:lnTo>
                      <a:pt x="687028" y="1191831"/>
                    </a:lnTo>
                    <a:lnTo>
                      <a:pt x="675916" y="1184043"/>
                    </a:lnTo>
                    <a:lnTo>
                      <a:pt x="655851" y="1193810"/>
                    </a:lnTo>
                    <a:lnTo>
                      <a:pt x="656091" y="1181290"/>
                    </a:lnTo>
                    <a:lnTo>
                      <a:pt x="659853" y="1165256"/>
                    </a:lnTo>
                    <a:lnTo>
                      <a:pt x="674978" y="1165311"/>
                    </a:lnTo>
                    <a:lnTo>
                      <a:pt x="688227" y="1170541"/>
                    </a:lnTo>
                    <a:lnTo>
                      <a:pt x="699503" y="1144643"/>
                    </a:lnTo>
                    <a:lnTo>
                      <a:pt x="700004" y="1133077"/>
                    </a:lnTo>
                    <a:lnTo>
                      <a:pt x="681270" y="1149886"/>
                    </a:lnTo>
                    <a:lnTo>
                      <a:pt x="677061" y="1113626"/>
                    </a:lnTo>
                    <a:lnTo>
                      <a:pt x="695501" y="1078654"/>
                    </a:lnTo>
                    <a:lnTo>
                      <a:pt x="713090" y="1063408"/>
                    </a:lnTo>
                    <a:lnTo>
                      <a:pt x="735062" y="1063851"/>
                    </a:lnTo>
                    <a:lnTo>
                      <a:pt x="757395" y="1061388"/>
                    </a:lnTo>
                    <a:lnTo>
                      <a:pt x="743383" y="1054983"/>
                    </a:lnTo>
                    <a:lnTo>
                      <a:pt x="728999" y="1051511"/>
                    </a:lnTo>
                    <a:lnTo>
                      <a:pt x="739806" y="1037690"/>
                    </a:lnTo>
                    <a:lnTo>
                      <a:pt x="749020" y="1035214"/>
                    </a:lnTo>
                    <a:lnTo>
                      <a:pt x="758071" y="1023164"/>
                    </a:lnTo>
                    <a:lnTo>
                      <a:pt x="736306" y="1024949"/>
                    </a:lnTo>
                    <a:lnTo>
                      <a:pt x="738868" y="1002150"/>
                    </a:lnTo>
                    <a:lnTo>
                      <a:pt x="728291" y="1006785"/>
                    </a:lnTo>
                    <a:lnTo>
                      <a:pt x="715630" y="1008929"/>
                    </a:lnTo>
                    <a:lnTo>
                      <a:pt x="710702" y="1018599"/>
                    </a:lnTo>
                    <a:lnTo>
                      <a:pt x="711672" y="1034661"/>
                    </a:lnTo>
                    <a:lnTo>
                      <a:pt x="707975" y="1045202"/>
                    </a:lnTo>
                    <a:lnTo>
                      <a:pt x="698129" y="1053669"/>
                    </a:lnTo>
                    <a:lnTo>
                      <a:pt x="681499" y="1060268"/>
                    </a:lnTo>
                    <a:lnTo>
                      <a:pt x="679885" y="1048827"/>
                    </a:lnTo>
                    <a:lnTo>
                      <a:pt x="674389" y="1043639"/>
                    </a:lnTo>
                    <a:lnTo>
                      <a:pt x="672339" y="1068139"/>
                    </a:lnTo>
                    <a:lnTo>
                      <a:pt x="667977" y="1076468"/>
                    </a:lnTo>
                    <a:lnTo>
                      <a:pt x="655819" y="1053475"/>
                    </a:lnTo>
                    <a:lnTo>
                      <a:pt x="652166" y="1058110"/>
                    </a:lnTo>
                    <a:lnTo>
                      <a:pt x="652635" y="1064639"/>
                    </a:lnTo>
                    <a:lnTo>
                      <a:pt x="649527" y="1075928"/>
                    </a:lnTo>
                    <a:lnTo>
                      <a:pt x="639102" y="1081808"/>
                    </a:lnTo>
                    <a:lnTo>
                      <a:pt x="639745" y="1096278"/>
                    </a:lnTo>
                    <a:lnTo>
                      <a:pt x="635700" y="1104164"/>
                    </a:lnTo>
                    <a:lnTo>
                      <a:pt x="602310" y="1091602"/>
                    </a:lnTo>
                    <a:lnTo>
                      <a:pt x="601525" y="1095863"/>
                    </a:lnTo>
                    <a:lnTo>
                      <a:pt x="620411" y="1122951"/>
                    </a:lnTo>
                    <a:lnTo>
                      <a:pt x="634206" y="1132206"/>
                    </a:lnTo>
                    <a:lnTo>
                      <a:pt x="635885" y="1146981"/>
                    </a:lnTo>
                    <a:lnTo>
                      <a:pt x="624043" y="1159238"/>
                    </a:lnTo>
                    <a:lnTo>
                      <a:pt x="607708" y="1148655"/>
                    </a:lnTo>
                    <a:lnTo>
                      <a:pt x="604960" y="1149430"/>
                    </a:lnTo>
                    <a:lnTo>
                      <a:pt x="613836" y="1167580"/>
                    </a:lnTo>
                    <a:lnTo>
                      <a:pt x="619430" y="1183434"/>
                    </a:lnTo>
                    <a:lnTo>
                      <a:pt x="613672" y="1196715"/>
                    </a:lnTo>
                    <a:lnTo>
                      <a:pt x="614567" y="1213067"/>
                    </a:lnTo>
                    <a:lnTo>
                      <a:pt x="613323" y="1227897"/>
                    </a:lnTo>
                    <a:lnTo>
                      <a:pt x="609801" y="1240832"/>
                    </a:lnTo>
                    <a:lnTo>
                      <a:pt x="617740" y="1300458"/>
                    </a:lnTo>
                    <a:lnTo>
                      <a:pt x="627303" y="1316672"/>
                    </a:lnTo>
                    <a:lnTo>
                      <a:pt x="636703" y="1332180"/>
                    </a:lnTo>
                    <a:lnTo>
                      <a:pt x="641686" y="1346692"/>
                    </a:lnTo>
                    <a:lnTo>
                      <a:pt x="631709" y="1348809"/>
                    </a:lnTo>
                    <a:lnTo>
                      <a:pt x="615821" y="1336870"/>
                    </a:lnTo>
                    <a:lnTo>
                      <a:pt x="601863" y="1327767"/>
                    </a:lnTo>
                    <a:lnTo>
                      <a:pt x="585233" y="1298660"/>
                    </a:lnTo>
                    <a:lnTo>
                      <a:pt x="582485" y="1287039"/>
                    </a:lnTo>
                    <a:lnTo>
                      <a:pt x="578429" y="1277853"/>
                    </a:lnTo>
                    <a:lnTo>
                      <a:pt x="580392" y="1298950"/>
                    </a:lnTo>
                    <a:lnTo>
                      <a:pt x="586324" y="1322510"/>
                    </a:lnTo>
                    <a:lnTo>
                      <a:pt x="638404" y="1375232"/>
                    </a:lnTo>
                    <a:lnTo>
                      <a:pt x="648022" y="1395458"/>
                    </a:lnTo>
                    <a:lnTo>
                      <a:pt x="655350" y="1411353"/>
                    </a:lnTo>
                    <a:lnTo>
                      <a:pt x="653507" y="1426585"/>
                    </a:lnTo>
                    <a:lnTo>
                      <a:pt x="639931" y="1415808"/>
                    </a:lnTo>
                    <a:lnTo>
                      <a:pt x="628219" y="1402071"/>
                    </a:lnTo>
                    <a:lnTo>
                      <a:pt x="597130" y="1386548"/>
                    </a:lnTo>
                    <a:lnTo>
                      <a:pt x="557928" y="1376740"/>
                    </a:lnTo>
                    <a:lnTo>
                      <a:pt x="535824" y="1340660"/>
                    </a:lnTo>
                    <a:lnTo>
                      <a:pt x="535901" y="1355712"/>
                    </a:lnTo>
                    <a:lnTo>
                      <a:pt x="530994" y="1368481"/>
                    </a:lnTo>
                    <a:lnTo>
                      <a:pt x="517483" y="1352917"/>
                    </a:lnTo>
                    <a:lnTo>
                      <a:pt x="508966" y="1339637"/>
                    </a:lnTo>
                    <a:lnTo>
                      <a:pt x="506109" y="1325083"/>
                    </a:lnTo>
                    <a:lnTo>
                      <a:pt x="489240" y="1326079"/>
                    </a:lnTo>
                    <a:lnTo>
                      <a:pt x="471553" y="1338723"/>
                    </a:lnTo>
                    <a:lnTo>
                      <a:pt x="454443" y="1335721"/>
                    </a:lnTo>
                    <a:lnTo>
                      <a:pt x="452415" y="1311041"/>
                    </a:lnTo>
                    <a:lnTo>
                      <a:pt x="457039" y="1297968"/>
                    </a:lnTo>
                    <a:lnTo>
                      <a:pt x="476242" y="1267048"/>
                    </a:lnTo>
                    <a:lnTo>
                      <a:pt x="494332" y="1251263"/>
                    </a:lnTo>
                    <a:lnTo>
                      <a:pt x="502315" y="1230886"/>
                    </a:lnTo>
                    <a:lnTo>
                      <a:pt x="499588" y="1199288"/>
                    </a:lnTo>
                    <a:lnTo>
                      <a:pt x="496186" y="1231439"/>
                    </a:lnTo>
                    <a:lnTo>
                      <a:pt x="485849" y="1247376"/>
                    </a:lnTo>
                    <a:lnTo>
                      <a:pt x="469601" y="1259550"/>
                    </a:lnTo>
                    <a:lnTo>
                      <a:pt x="448217" y="1281242"/>
                    </a:lnTo>
                    <a:lnTo>
                      <a:pt x="442994" y="1301302"/>
                    </a:lnTo>
                    <a:lnTo>
                      <a:pt x="436320" y="1338862"/>
                    </a:lnTo>
                    <a:lnTo>
                      <a:pt x="445349" y="1351576"/>
                    </a:lnTo>
                    <a:lnTo>
                      <a:pt x="454574" y="1354896"/>
                    </a:lnTo>
                    <a:lnTo>
                      <a:pt x="481825" y="1346374"/>
                    </a:lnTo>
                    <a:lnTo>
                      <a:pt x="495924" y="1350178"/>
                    </a:lnTo>
                    <a:lnTo>
                      <a:pt x="527286" y="1395402"/>
                    </a:lnTo>
                    <a:lnTo>
                      <a:pt x="585680" y="1413290"/>
                    </a:lnTo>
                    <a:lnTo>
                      <a:pt x="606977" y="1424468"/>
                    </a:lnTo>
                    <a:lnTo>
                      <a:pt x="624337" y="1448069"/>
                    </a:lnTo>
                    <a:lnTo>
                      <a:pt x="650432" y="1461655"/>
                    </a:lnTo>
                    <a:lnTo>
                      <a:pt x="670682" y="1481396"/>
                    </a:lnTo>
                    <a:lnTo>
                      <a:pt x="671227" y="1494276"/>
                    </a:lnTo>
                    <a:lnTo>
                      <a:pt x="664215" y="1509507"/>
                    </a:lnTo>
                    <a:lnTo>
                      <a:pt x="661445" y="1530120"/>
                    </a:lnTo>
                    <a:lnTo>
                      <a:pt x="652842" y="1543124"/>
                    </a:lnTo>
                    <a:lnTo>
                      <a:pt x="632188" y="1544619"/>
                    </a:lnTo>
                    <a:lnTo>
                      <a:pt x="619714" y="1541271"/>
                    </a:lnTo>
                    <a:lnTo>
                      <a:pt x="552650" y="1468807"/>
                    </a:lnTo>
                    <a:lnTo>
                      <a:pt x="544646" y="1462139"/>
                    </a:lnTo>
                    <a:lnTo>
                      <a:pt x="519773" y="1424191"/>
                    </a:lnTo>
                    <a:lnTo>
                      <a:pt x="490592" y="1403869"/>
                    </a:lnTo>
                    <a:lnTo>
                      <a:pt x="481563" y="1404298"/>
                    </a:lnTo>
                    <a:lnTo>
                      <a:pt x="523099" y="1441885"/>
                    </a:lnTo>
                    <a:lnTo>
                      <a:pt x="540055" y="1468171"/>
                    </a:lnTo>
                    <a:lnTo>
                      <a:pt x="569923" y="1505025"/>
                    </a:lnTo>
                    <a:lnTo>
                      <a:pt x="591274" y="1520630"/>
                    </a:lnTo>
                    <a:lnTo>
                      <a:pt x="606988" y="1544978"/>
                    </a:lnTo>
                    <a:lnTo>
                      <a:pt x="621589" y="1556392"/>
                    </a:lnTo>
                    <a:lnTo>
                      <a:pt x="661456" y="1572647"/>
                    </a:lnTo>
                    <a:lnTo>
                      <a:pt x="647597" y="1584323"/>
                    </a:lnTo>
                    <a:lnTo>
                      <a:pt x="669722" y="1594270"/>
                    </a:lnTo>
                    <a:lnTo>
                      <a:pt x="672884" y="1612559"/>
                    </a:lnTo>
                    <a:lnTo>
                      <a:pt x="670856" y="1633407"/>
                    </a:lnTo>
                    <a:lnTo>
                      <a:pt x="640149" y="1625162"/>
                    </a:lnTo>
                    <a:lnTo>
                      <a:pt x="639146" y="1640518"/>
                    </a:lnTo>
                    <a:lnTo>
                      <a:pt x="641893" y="1649579"/>
                    </a:lnTo>
                    <a:lnTo>
                      <a:pt x="628328" y="1657063"/>
                    </a:lnTo>
                    <a:lnTo>
                      <a:pt x="609463" y="1646909"/>
                    </a:lnTo>
                    <a:lnTo>
                      <a:pt x="560480" y="1591364"/>
                    </a:lnTo>
                    <a:lnTo>
                      <a:pt x="560894" y="1598793"/>
                    </a:lnTo>
                    <a:lnTo>
                      <a:pt x="564863" y="1607412"/>
                    </a:lnTo>
                    <a:lnTo>
                      <a:pt x="593270" y="1643174"/>
                    </a:lnTo>
                    <a:lnTo>
                      <a:pt x="618623" y="1664617"/>
                    </a:lnTo>
                    <a:lnTo>
                      <a:pt x="640116" y="1674301"/>
                    </a:lnTo>
                    <a:lnTo>
                      <a:pt x="656680" y="1692271"/>
                    </a:lnTo>
                    <a:lnTo>
                      <a:pt x="662525" y="1703145"/>
                    </a:lnTo>
                    <a:lnTo>
                      <a:pt x="666429" y="1719636"/>
                    </a:lnTo>
                    <a:lnTo>
                      <a:pt x="654150" y="1730841"/>
                    </a:lnTo>
                    <a:lnTo>
                      <a:pt x="640171" y="1737025"/>
                    </a:lnTo>
                    <a:lnTo>
                      <a:pt x="626518" y="1725847"/>
                    </a:lnTo>
                    <a:lnTo>
                      <a:pt x="616508" y="1714074"/>
                    </a:lnTo>
                    <a:lnTo>
                      <a:pt x="595189" y="1694084"/>
                    </a:lnTo>
                    <a:lnTo>
                      <a:pt x="588799" y="1671741"/>
                    </a:lnTo>
                    <a:lnTo>
                      <a:pt x="572584" y="1672890"/>
                    </a:lnTo>
                    <a:lnTo>
                      <a:pt x="504812" y="1644557"/>
                    </a:lnTo>
                    <a:lnTo>
                      <a:pt x="450343" y="1641292"/>
                    </a:lnTo>
                    <a:lnTo>
                      <a:pt x="455665" y="1646992"/>
                    </a:lnTo>
                    <a:lnTo>
                      <a:pt x="462556" y="1650783"/>
                    </a:lnTo>
                    <a:lnTo>
                      <a:pt x="505935" y="1657769"/>
                    </a:lnTo>
                    <a:lnTo>
                      <a:pt x="523077" y="1670815"/>
                    </a:lnTo>
                    <a:lnTo>
                      <a:pt x="558757" y="1682394"/>
                    </a:lnTo>
                    <a:lnTo>
                      <a:pt x="579650" y="1685562"/>
                    </a:lnTo>
                    <a:lnTo>
                      <a:pt x="588123" y="1721130"/>
                    </a:lnTo>
                    <a:lnTo>
                      <a:pt x="616998" y="1745602"/>
                    </a:lnTo>
                    <a:lnTo>
                      <a:pt x="620749" y="1763739"/>
                    </a:lnTo>
                    <a:lnTo>
                      <a:pt x="640465" y="1765773"/>
                    </a:lnTo>
                    <a:lnTo>
                      <a:pt x="675153" y="1747982"/>
                    </a:lnTo>
                    <a:lnTo>
                      <a:pt x="697540" y="1754221"/>
                    </a:lnTo>
                    <a:lnTo>
                      <a:pt x="729828" y="1759312"/>
                    </a:lnTo>
                    <a:lnTo>
                      <a:pt x="737211" y="1773672"/>
                    </a:lnTo>
                    <a:lnTo>
                      <a:pt x="742750" y="1800995"/>
                    </a:lnTo>
                    <a:lnTo>
                      <a:pt x="754167" y="1831735"/>
                    </a:lnTo>
                    <a:lnTo>
                      <a:pt x="783773" y="1952936"/>
                    </a:lnTo>
                    <a:lnTo>
                      <a:pt x="810429" y="2012347"/>
                    </a:lnTo>
                    <a:lnTo>
                      <a:pt x="802375" y="2012347"/>
                    </a:lnTo>
                    <a:lnTo>
                      <a:pt x="790392" y="1988504"/>
                    </a:lnTo>
                    <a:lnTo>
                      <a:pt x="772182" y="1941094"/>
                    </a:lnTo>
                    <a:lnTo>
                      <a:pt x="753469" y="1857383"/>
                    </a:lnTo>
                    <a:lnTo>
                      <a:pt x="748039" y="1838638"/>
                    </a:lnTo>
                    <a:lnTo>
                      <a:pt x="741649" y="1831153"/>
                    </a:lnTo>
                    <a:lnTo>
                      <a:pt x="737440" y="1837241"/>
                    </a:lnTo>
                    <a:lnTo>
                      <a:pt x="735629" y="1847907"/>
                    </a:lnTo>
                    <a:lnTo>
                      <a:pt x="738683" y="1856097"/>
                    </a:lnTo>
                    <a:lnTo>
                      <a:pt x="731311" y="1883654"/>
                    </a:lnTo>
                    <a:lnTo>
                      <a:pt x="734506" y="1896299"/>
                    </a:lnTo>
                    <a:lnTo>
                      <a:pt x="746480" y="1909372"/>
                    </a:lnTo>
                    <a:lnTo>
                      <a:pt x="759489" y="1941993"/>
                    </a:lnTo>
                    <a:lnTo>
                      <a:pt x="769881" y="1985917"/>
                    </a:lnTo>
                    <a:lnTo>
                      <a:pt x="755825" y="1968113"/>
                    </a:lnTo>
                    <a:lnTo>
                      <a:pt x="740820" y="1958678"/>
                    </a:lnTo>
                    <a:lnTo>
                      <a:pt x="717473" y="1951442"/>
                    </a:lnTo>
                    <a:lnTo>
                      <a:pt x="696678" y="1938756"/>
                    </a:lnTo>
                    <a:lnTo>
                      <a:pt x="698194" y="1956948"/>
                    </a:lnTo>
                    <a:lnTo>
                      <a:pt x="696198" y="1976593"/>
                    </a:lnTo>
                    <a:lnTo>
                      <a:pt x="680169" y="1970603"/>
                    </a:lnTo>
                    <a:lnTo>
                      <a:pt x="669264" y="1964087"/>
                    </a:lnTo>
                    <a:lnTo>
                      <a:pt x="678915" y="1985018"/>
                    </a:lnTo>
                    <a:lnTo>
                      <a:pt x="657967" y="1978737"/>
                    </a:lnTo>
                    <a:lnTo>
                      <a:pt x="644009" y="1980051"/>
                    </a:lnTo>
                    <a:lnTo>
                      <a:pt x="634936" y="1998631"/>
                    </a:lnTo>
                    <a:lnTo>
                      <a:pt x="622767" y="2009906"/>
                    </a:lnTo>
                    <a:lnTo>
                      <a:pt x="610694" y="2012347"/>
                    </a:lnTo>
                    <a:lnTo>
                      <a:pt x="602893" y="2012347"/>
                    </a:lnTo>
                    <a:lnTo>
                      <a:pt x="578080" y="1996556"/>
                    </a:lnTo>
                    <a:lnTo>
                      <a:pt x="569432" y="1975929"/>
                    </a:lnTo>
                    <a:lnTo>
                      <a:pt x="565856" y="1952964"/>
                    </a:lnTo>
                    <a:lnTo>
                      <a:pt x="564427" y="1980121"/>
                    </a:lnTo>
                    <a:lnTo>
                      <a:pt x="569182" y="2008398"/>
                    </a:lnTo>
                    <a:lnTo>
                      <a:pt x="568875" y="2012347"/>
                    </a:lnTo>
                    <a:lnTo>
                      <a:pt x="315098" y="2012347"/>
                    </a:lnTo>
                    <a:lnTo>
                      <a:pt x="315098" y="901823"/>
                    </a:lnTo>
                    <a:lnTo>
                      <a:pt x="925436" y="90182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000000">
                    <a:alpha val="65098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27" name="ph4727"/>
              <p:cNvSpPr/>
              <p:nvPr/>
            </p:nvSpPr>
            <p:spPr>
              <a:xfrm>
                <a:off x="2045531" y="779011"/>
                <a:ext cx="946503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46503" h="914400">
                    <a:moveTo>
                      <a:pt x="914400" y="914400"/>
                    </a:moveTo>
                    <a:lnTo>
                      <a:pt x="913800" y="906154"/>
                    </a:lnTo>
                    <a:lnTo>
                      <a:pt x="946503" y="852906"/>
                    </a:lnTo>
                    <a:lnTo>
                      <a:pt x="940592" y="87151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000000">
                    <a:alpha val="65098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28" name="ph4728"/>
              <p:cNvSpPr/>
              <p:nvPr/>
            </p:nvSpPr>
            <p:spPr>
              <a:xfrm>
                <a:off x="1793613" y="1248573"/>
                <a:ext cx="977068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77068" h="914400">
                    <a:moveTo>
                      <a:pt x="914400" y="914400"/>
                    </a:moveTo>
                    <a:lnTo>
                      <a:pt x="948465" y="857665"/>
                    </a:lnTo>
                    <a:lnTo>
                      <a:pt x="968246" y="810131"/>
                    </a:lnTo>
                    <a:lnTo>
                      <a:pt x="977068" y="793696"/>
                    </a:lnTo>
                    <a:lnTo>
                      <a:pt x="968508" y="827009"/>
                    </a:lnTo>
                    <a:lnTo>
                      <a:pt x="953547" y="857638"/>
                    </a:lnTo>
                    <a:lnTo>
                      <a:pt x="924552" y="909807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000000">
                    <a:alpha val="65098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29" name="pt4729"/>
              <p:cNvSpPr/>
              <p:nvPr/>
            </p:nvSpPr>
            <p:spPr>
              <a:xfrm>
                <a:off x="2612670" y="2203748"/>
                <a:ext cx="63202" cy="63202"/>
              </a:xfrm>
              <a:prstGeom prst="ellipse">
                <a:avLst/>
              </a:prstGeom>
              <a:solidFill>
                <a:srgbClr val="B5E7D0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30" name="pt4730"/>
              <p:cNvSpPr/>
              <p:nvPr/>
            </p:nvSpPr>
            <p:spPr>
              <a:xfrm>
                <a:off x="2780369" y="1790950"/>
                <a:ext cx="63202" cy="63202"/>
              </a:xfrm>
              <a:prstGeom prst="ellipse">
                <a:avLst/>
              </a:prstGeom>
              <a:solidFill>
                <a:srgbClr val="C7EDD9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31" name="pt4731"/>
              <p:cNvSpPr/>
              <p:nvPr/>
            </p:nvSpPr>
            <p:spPr>
              <a:xfrm>
                <a:off x="2645497" y="1688633"/>
                <a:ext cx="63202" cy="63202"/>
              </a:xfrm>
              <a:prstGeom prst="ellipse">
                <a:avLst/>
              </a:prstGeom>
              <a:solidFill>
                <a:srgbClr val="ABE4CC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32" name="pt4732"/>
              <p:cNvSpPr/>
              <p:nvPr/>
            </p:nvSpPr>
            <p:spPr>
              <a:xfrm>
                <a:off x="2319497" y="1999657"/>
                <a:ext cx="63202" cy="63202"/>
              </a:xfrm>
              <a:prstGeom prst="ellipse">
                <a:avLst/>
              </a:prstGeom>
              <a:solidFill>
                <a:srgbClr val="B3E7CF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33" name="pt4733"/>
              <p:cNvSpPr/>
              <p:nvPr/>
            </p:nvSpPr>
            <p:spPr>
              <a:xfrm>
                <a:off x="2395685" y="2336270"/>
                <a:ext cx="63202" cy="63202"/>
              </a:xfrm>
              <a:prstGeom prst="ellipse">
                <a:avLst/>
              </a:prstGeom>
              <a:solidFill>
                <a:srgbClr val="D6F2E1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34" name="pt4734"/>
              <p:cNvSpPr/>
              <p:nvPr/>
            </p:nvSpPr>
            <p:spPr>
              <a:xfrm>
                <a:off x="2368584" y="2309169"/>
                <a:ext cx="117405" cy="117405"/>
              </a:xfrm>
              <a:prstGeom prst="ellipse">
                <a:avLst/>
              </a:prstGeom>
              <a:solidFill>
                <a:srgbClr val="B9E9D3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35" name="pt4735"/>
              <p:cNvSpPr/>
              <p:nvPr/>
            </p:nvSpPr>
            <p:spPr>
              <a:xfrm>
                <a:off x="2407362" y="2073607"/>
                <a:ext cx="117405" cy="117405"/>
              </a:xfrm>
              <a:prstGeom prst="ellipse">
                <a:avLst/>
              </a:prstGeom>
              <a:solidFill>
                <a:srgbClr val="94DDC1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36" name="pt4736"/>
              <p:cNvSpPr/>
              <p:nvPr/>
            </p:nvSpPr>
            <p:spPr>
              <a:xfrm>
                <a:off x="2398994" y="2281290"/>
                <a:ext cx="117405" cy="117405"/>
              </a:xfrm>
              <a:prstGeom prst="ellipse">
                <a:avLst/>
              </a:prstGeom>
              <a:solidFill>
                <a:srgbClr val="D6F3E1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38" name="pl4738"/>
              <p:cNvSpPr/>
              <p:nvPr/>
            </p:nvSpPr>
            <p:spPr>
              <a:xfrm>
                <a:off x="2411760" y="2348880"/>
                <a:ext cx="360040" cy="45719"/>
              </a:xfrm>
              <a:custGeom>
                <a:avLst/>
                <a:gdLst/>
                <a:ahLst/>
                <a:cxnLst/>
                <a:rect l="0" t="0" r="0" b="0"/>
                <a:pathLst>
                  <a:path w="292593" h="96699">
                    <a:moveTo>
                      <a:pt x="292593" y="0"/>
                    </a:moveTo>
                    <a:lnTo>
                      <a:pt x="0" y="96699"/>
                    </a:lnTo>
                  </a:path>
                </a:pathLst>
              </a:custGeom>
              <a:ln w="1355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39" name="pl4739"/>
              <p:cNvSpPr/>
              <p:nvPr/>
            </p:nvSpPr>
            <p:spPr>
              <a:xfrm>
                <a:off x="2469788" y="1715197"/>
                <a:ext cx="115465" cy="404083"/>
              </a:xfrm>
              <a:custGeom>
                <a:avLst/>
                <a:gdLst/>
                <a:ahLst/>
                <a:cxnLst/>
                <a:rect l="0" t="0" r="0" b="0"/>
                <a:pathLst>
                  <a:path w="115465" h="404083">
                    <a:moveTo>
                      <a:pt x="115465" y="0"/>
                    </a:moveTo>
                    <a:lnTo>
                      <a:pt x="0" y="404083"/>
                    </a:lnTo>
                  </a:path>
                </a:pathLst>
              </a:custGeom>
              <a:ln w="1355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40" name="pl4740"/>
              <p:cNvSpPr/>
              <p:nvPr/>
            </p:nvSpPr>
            <p:spPr>
              <a:xfrm>
                <a:off x="2483768" y="2072547"/>
                <a:ext cx="135329" cy="276333"/>
              </a:xfrm>
              <a:custGeom>
                <a:avLst/>
                <a:gdLst/>
                <a:ahLst/>
                <a:cxnLst/>
                <a:rect l="0" t="0" r="0" b="0"/>
                <a:pathLst>
                  <a:path w="154399" h="255843">
                    <a:moveTo>
                      <a:pt x="154399" y="0"/>
                    </a:moveTo>
                    <a:lnTo>
                      <a:pt x="0" y="255843"/>
                    </a:lnTo>
                  </a:path>
                </a:pathLst>
              </a:custGeom>
              <a:ln w="1355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41" name="pg4741"/>
              <p:cNvSpPr/>
              <p:nvPr/>
            </p:nvSpPr>
            <p:spPr>
              <a:xfrm>
                <a:off x="2771800" y="2204864"/>
                <a:ext cx="576064" cy="194858"/>
              </a:xfrm>
              <a:custGeom>
                <a:avLst/>
                <a:gdLst/>
                <a:ahLst/>
                <a:cxnLst/>
                <a:rect l="0" t="0" r="0" b="0"/>
                <a:pathLst>
                  <a:path w="570585" h="194858">
                    <a:moveTo>
                      <a:pt x="27431" y="194858"/>
                    </a:moveTo>
                    <a:lnTo>
                      <a:pt x="543153" y="194858"/>
                    </a:lnTo>
                    <a:lnTo>
                      <a:pt x="542049" y="194836"/>
                    </a:lnTo>
                    <a:lnTo>
                      <a:pt x="546460" y="194658"/>
                    </a:lnTo>
                    <a:lnTo>
                      <a:pt x="550785" y="193775"/>
                    </a:lnTo>
                    <a:lnTo>
                      <a:pt x="554913" y="192210"/>
                    </a:lnTo>
                    <a:lnTo>
                      <a:pt x="558736" y="190002"/>
                    </a:lnTo>
                    <a:lnTo>
                      <a:pt x="562156" y="187210"/>
                    </a:lnTo>
                    <a:lnTo>
                      <a:pt x="565083" y="183906"/>
                    </a:lnTo>
                    <a:lnTo>
                      <a:pt x="567443" y="180174"/>
                    </a:lnTo>
                    <a:lnTo>
                      <a:pt x="569173" y="176113"/>
                    </a:lnTo>
                    <a:lnTo>
                      <a:pt x="570230" y="171827"/>
                    </a:lnTo>
                    <a:lnTo>
                      <a:pt x="570585" y="167426"/>
                    </a:lnTo>
                    <a:lnTo>
                      <a:pt x="570585" y="27431"/>
                    </a:lnTo>
                    <a:lnTo>
                      <a:pt x="570230" y="23031"/>
                    </a:lnTo>
                    <a:lnTo>
                      <a:pt x="569173" y="18745"/>
                    </a:lnTo>
                    <a:lnTo>
                      <a:pt x="567443" y="14683"/>
                    </a:lnTo>
                    <a:lnTo>
                      <a:pt x="565083" y="10952"/>
                    </a:lnTo>
                    <a:lnTo>
                      <a:pt x="562156" y="7647"/>
                    </a:lnTo>
                    <a:lnTo>
                      <a:pt x="558736" y="4855"/>
                    </a:lnTo>
                    <a:lnTo>
                      <a:pt x="554913" y="2648"/>
                    </a:lnTo>
                    <a:lnTo>
                      <a:pt x="550785" y="1083"/>
                    </a:lnTo>
                    <a:lnTo>
                      <a:pt x="546460" y="200"/>
                    </a:lnTo>
                    <a:lnTo>
                      <a:pt x="543153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5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1"/>
                    </a:lnTo>
                    <a:lnTo>
                      <a:pt x="0" y="167426"/>
                    </a:lnTo>
                    <a:lnTo>
                      <a:pt x="88" y="165219"/>
                    </a:lnTo>
                    <a:lnTo>
                      <a:pt x="88" y="169633"/>
                    </a:lnTo>
                    <a:lnTo>
                      <a:pt x="797" y="173991"/>
                    </a:lnTo>
                    <a:lnTo>
                      <a:pt x="2195" y="178179"/>
                    </a:lnTo>
                    <a:lnTo>
                      <a:pt x="4246" y="182088"/>
                    </a:lnTo>
                    <a:lnTo>
                      <a:pt x="6898" y="185617"/>
                    </a:lnTo>
                    <a:lnTo>
                      <a:pt x="10082" y="188675"/>
                    </a:lnTo>
                    <a:lnTo>
                      <a:pt x="13715" y="191183"/>
                    </a:lnTo>
                    <a:lnTo>
                      <a:pt x="17704" y="193076"/>
                    </a:lnTo>
                    <a:lnTo>
                      <a:pt x="21944" y="194304"/>
                    </a:lnTo>
                    <a:lnTo>
                      <a:pt x="26327" y="194836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42" name="tx4742"/>
              <p:cNvSpPr/>
              <p:nvPr/>
            </p:nvSpPr>
            <p:spPr>
              <a:xfrm>
                <a:off x="2796711" y="2245462"/>
                <a:ext cx="551153" cy="103418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365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W4</a:t>
                </a:r>
                <a:r>
                  <a:rPr lang="en-US" sz="1365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-</a:t>
                </a:r>
                <a:r>
                  <a:rPr sz="1365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VA</a:t>
                </a:r>
              </a:p>
            </p:txBody>
          </p:sp>
          <p:sp>
            <p:nvSpPr>
              <p:cNvPr id="4743" name="pg4743"/>
              <p:cNvSpPr/>
              <p:nvPr/>
            </p:nvSpPr>
            <p:spPr>
              <a:xfrm>
                <a:off x="2585253" y="1597680"/>
                <a:ext cx="718078" cy="194858"/>
              </a:xfrm>
              <a:custGeom>
                <a:avLst/>
                <a:gdLst/>
                <a:ahLst/>
                <a:cxnLst/>
                <a:rect l="0" t="0" r="0" b="0"/>
                <a:pathLst>
                  <a:path w="718078" h="194858">
                    <a:moveTo>
                      <a:pt x="27431" y="194858"/>
                    </a:moveTo>
                    <a:lnTo>
                      <a:pt x="690646" y="194858"/>
                    </a:lnTo>
                    <a:lnTo>
                      <a:pt x="689541" y="194836"/>
                    </a:lnTo>
                    <a:lnTo>
                      <a:pt x="693952" y="194658"/>
                    </a:lnTo>
                    <a:lnTo>
                      <a:pt x="698278" y="193775"/>
                    </a:lnTo>
                    <a:lnTo>
                      <a:pt x="702406" y="192210"/>
                    </a:lnTo>
                    <a:lnTo>
                      <a:pt x="706229" y="190002"/>
                    </a:lnTo>
                    <a:lnTo>
                      <a:pt x="709649" y="187210"/>
                    </a:lnTo>
                    <a:lnTo>
                      <a:pt x="712576" y="183906"/>
                    </a:lnTo>
                    <a:lnTo>
                      <a:pt x="714936" y="180174"/>
                    </a:lnTo>
                    <a:lnTo>
                      <a:pt x="716666" y="176113"/>
                    </a:lnTo>
                    <a:lnTo>
                      <a:pt x="717723" y="171827"/>
                    </a:lnTo>
                    <a:lnTo>
                      <a:pt x="718078" y="167426"/>
                    </a:lnTo>
                    <a:lnTo>
                      <a:pt x="718078" y="27431"/>
                    </a:lnTo>
                    <a:lnTo>
                      <a:pt x="717723" y="23031"/>
                    </a:lnTo>
                    <a:lnTo>
                      <a:pt x="716666" y="18745"/>
                    </a:lnTo>
                    <a:lnTo>
                      <a:pt x="714936" y="14683"/>
                    </a:lnTo>
                    <a:lnTo>
                      <a:pt x="712576" y="10952"/>
                    </a:lnTo>
                    <a:lnTo>
                      <a:pt x="709649" y="7647"/>
                    </a:lnTo>
                    <a:lnTo>
                      <a:pt x="706229" y="4855"/>
                    </a:lnTo>
                    <a:lnTo>
                      <a:pt x="702406" y="2648"/>
                    </a:lnTo>
                    <a:lnTo>
                      <a:pt x="698278" y="1083"/>
                    </a:lnTo>
                    <a:lnTo>
                      <a:pt x="693952" y="200"/>
                    </a:lnTo>
                    <a:lnTo>
                      <a:pt x="690646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5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1"/>
                    </a:lnTo>
                    <a:lnTo>
                      <a:pt x="0" y="167426"/>
                    </a:lnTo>
                    <a:lnTo>
                      <a:pt x="88" y="165219"/>
                    </a:lnTo>
                    <a:lnTo>
                      <a:pt x="88" y="169633"/>
                    </a:lnTo>
                    <a:lnTo>
                      <a:pt x="797" y="173991"/>
                    </a:lnTo>
                    <a:lnTo>
                      <a:pt x="2195" y="178179"/>
                    </a:lnTo>
                    <a:lnTo>
                      <a:pt x="4246" y="182088"/>
                    </a:lnTo>
                    <a:lnTo>
                      <a:pt x="6898" y="185617"/>
                    </a:lnTo>
                    <a:lnTo>
                      <a:pt x="10082" y="188675"/>
                    </a:lnTo>
                    <a:lnTo>
                      <a:pt x="13715" y="191183"/>
                    </a:lnTo>
                    <a:lnTo>
                      <a:pt x="17704" y="193076"/>
                    </a:lnTo>
                    <a:lnTo>
                      <a:pt x="21944" y="194304"/>
                    </a:lnTo>
                    <a:lnTo>
                      <a:pt x="26327" y="194836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44" name="tx4744"/>
              <p:cNvSpPr/>
              <p:nvPr/>
            </p:nvSpPr>
            <p:spPr>
              <a:xfrm>
                <a:off x="2630973" y="1643400"/>
                <a:ext cx="626638" cy="103418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365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S1</a:t>
                </a:r>
                <a:r>
                  <a:rPr lang="en-US" sz="1365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-</a:t>
                </a:r>
                <a:r>
                  <a:rPr sz="1365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LOLA</a:t>
                </a:r>
              </a:p>
            </p:txBody>
          </p:sp>
          <p:sp>
            <p:nvSpPr>
              <p:cNvPr id="4745" name="pg4745"/>
              <p:cNvSpPr/>
              <p:nvPr/>
            </p:nvSpPr>
            <p:spPr>
              <a:xfrm>
                <a:off x="2555776" y="1916832"/>
                <a:ext cx="742035" cy="194858"/>
              </a:xfrm>
              <a:custGeom>
                <a:avLst/>
                <a:gdLst/>
                <a:ahLst/>
                <a:cxnLst/>
                <a:rect l="0" t="0" r="0" b="0"/>
                <a:pathLst>
                  <a:path w="742035" h="194858">
                    <a:moveTo>
                      <a:pt x="27431" y="194858"/>
                    </a:moveTo>
                    <a:lnTo>
                      <a:pt x="714603" y="194858"/>
                    </a:lnTo>
                    <a:lnTo>
                      <a:pt x="713499" y="194836"/>
                    </a:lnTo>
                    <a:lnTo>
                      <a:pt x="717910" y="194658"/>
                    </a:lnTo>
                    <a:lnTo>
                      <a:pt x="722235" y="193775"/>
                    </a:lnTo>
                    <a:lnTo>
                      <a:pt x="726363" y="192210"/>
                    </a:lnTo>
                    <a:lnTo>
                      <a:pt x="730186" y="190002"/>
                    </a:lnTo>
                    <a:lnTo>
                      <a:pt x="733606" y="187210"/>
                    </a:lnTo>
                    <a:lnTo>
                      <a:pt x="736533" y="183906"/>
                    </a:lnTo>
                    <a:lnTo>
                      <a:pt x="738893" y="180174"/>
                    </a:lnTo>
                    <a:lnTo>
                      <a:pt x="740623" y="176113"/>
                    </a:lnTo>
                    <a:lnTo>
                      <a:pt x="741680" y="171827"/>
                    </a:lnTo>
                    <a:lnTo>
                      <a:pt x="742035" y="167426"/>
                    </a:lnTo>
                    <a:lnTo>
                      <a:pt x="742035" y="27431"/>
                    </a:lnTo>
                    <a:lnTo>
                      <a:pt x="741680" y="23031"/>
                    </a:lnTo>
                    <a:lnTo>
                      <a:pt x="740623" y="18745"/>
                    </a:lnTo>
                    <a:lnTo>
                      <a:pt x="738893" y="14683"/>
                    </a:lnTo>
                    <a:lnTo>
                      <a:pt x="736533" y="10952"/>
                    </a:lnTo>
                    <a:lnTo>
                      <a:pt x="733606" y="7647"/>
                    </a:lnTo>
                    <a:lnTo>
                      <a:pt x="730186" y="4855"/>
                    </a:lnTo>
                    <a:lnTo>
                      <a:pt x="726363" y="2648"/>
                    </a:lnTo>
                    <a:lnTo>
                      <a:pt x="722235" y="1083"/>
                    </a:lnTo>
                    <a:lnTo>
                      <a:pt x="717910" y="200"/>
                    </a:lnTo>
                    <a:lnTo>
                      <a:pt x="714603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5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1"/>
                    </a:lnTo>
                    <a:lnTo>
                      <a:pt x="0" y="167426"/>
                    </a:lnTo>
                    <a:lnTo>
                      <a:pt x="88" y="165219"/>
                    </a:lnTo>
                    <a:lnTo>
                      <a:pt x="88" y="169633"/>
                    </a:lnTo>
                    <a:lnTo>
                      <a:pt x="797" y="173991"/>
                    </a:lnTo>
                    <a:lnTo>
                      <a:pt x="2195" y="178179"/>
                    </a:lnTo>
                    <a:lnTo>
                      <a:pt x="4246" y="182088"/>
                    </a:lnTo>
                    <a:lnTo>
                      <a:pt x="6898" y="185617"/>
                    </a:lnTo>
                    <a:lnTo>
                      <a:pt x="10082" y="188675"/>
                    </a:lnTo>
                    <a:lnTo>
                      <a:pt x="13715" y="191183"/>
                    </a:lnTo>
                    <a:lnTo>
                      <a:pt x="17704" y="193076"/>
                    </a:lnTo>
                    <a:lnTo>
                      <a:pt x="21944" y="194304"/>
                    </a:lnTo>
                    <a:lnTo>
                      <a:pt x="26327" y="194836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46" name="tx4746"/>
              <p:cNvSpPr/>
              <p:nvPr/>
            </p:nvSpPr>
            <p:spPr>
              <a:xfrm>
                <a:off x="2555777" y="1957430"/>
                <a:ext cx="720079" cy="103418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365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S2</a:t>
                </a:r>
                <a:r>
                  <a:rPr lang="en-US" sz="1365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-</a:t>
                </a:r>
                <a:r>
                  <a:rPr sz="1365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DEBY</a:t>
                </a:r>
              </a:p>
            </p:txBody>
          </p:sp>
          <p:sp>
            <p:nvSpPr>
              <p:cNvPr id="4747" name="rc4747"/>
              <p:cNvSpPr/>
              <p:nvPr/>
            </p:nvSpPr>
            <p:spPr>
              <a:xfrm>
                <a:off x="2097741" y="1521787"/>
                <a:ext cx="1251309" cy="1221576"/>
              </a:xfrm>
              <a:prstGeom prst="rect">
                <a:avLst/>
              </a:prstGeom>
              <a:noFill/>
              <a:ln w="127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37" name="pg4737"/>
              <p:cNvSpPr/>
              <p:nvPr/>
            </p:nvSpPr>
            <p:spPr>
              <a:xfrm>
                <a:off x="2325651" y="2220369"/>
                <a:ext cx="158117" cy="136934"/>
              </a:xfrm>
              <a:custGeom>
                <a:avLst/>
                <a:gdLst/>
                <a:ahLst/>
                <a:cxnLst/>
                <a:rect l="0" t="0" r="0" b="0"/>
                <a:pathLst>
                  <a:path w="158117" h="136934">
                    <a:moveTo>
                      <a:pt x="79058" y="0"/>
                    </a:moveTo>
                    <a:lnTo>
                      <a:pt x="158117" y="136934"/>
                    </a:lnTo>
                    <a:lnTo>
                      <a:pt x="0" y="136934"/>
                    </a:lnTo>
                    <a:close/>
                  </a:path>
                </a:pathLst>
              </a:custGeom>
              <a:solidFill>
                <a:srgbClr val="FF1493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</p:grpSp>
        <p:sp>
          <p:nvSpPr>
            <p:cNvPr id="4748" name="pl4740">
              <a:extLst>
                <a:ext uri="{FF2B5EF4-FFF2-40B4-BE49-F238E27FC236}">
                  <a16:creationId xmlns:a16="http://schemas.microsoft.com/office/drawing/2014/main" id="{483C2FF2-3867-EC48-D271-AEE1D10A7EB3}"/>
                </a:ext>
              </a:extLst>
            </p:cNvPr>
            <p:cNvSpPr/>
            <p:nvPr/>
          </p:nvSpPr>
          <p:spPr>
            <a:xfrm>
              <a:off x="3785660" y="3064052"/>
              <a:ext cx="192021" cy="259811"/>
            </a:xfrm>
            <a:custGeom>
              <a:avLst/>
              <a:gdLst/>
              <a:ahLst/>
              <a:cxnLst/>
              <a:rect l="0" t="0" r="0" b="0"/>
              <a:pathLst>
                <a:path w="154399" h="255843">
                  <a:moveTo>
                    <a:pt x="154399" y="0"/>
                  </a:moveTo>
                  <a:lnTo>
                    <a:pt x="0" y="255843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49" name="pg4741">
              <a:extLst>
                <a:ext uri="{FF2B5EF4-FFF2-40B4-BE49-F238E27FC236}">
                  <a16:creationId xmlns:a16="http://schemas.microsoft.com/office/drawing/2014/main" id="{0C0F6C49-D9CE-38F8-8F09-D0C61BDBD023}"/>
                </a:ext>
              </a:extLst>
            </p:cNvPr>
            <p:cNvSpPr/>
            <p:nvPr/>
          </p:nvSpPr>
          <p:spPr>
            <a:xfrm>
              <a:off x="3689649" y="3323863"/>
              <a:ext cx="1056117" cy="259811"/>
            </a:xfrm>
            <a:custGeom>
              <a:avLst/>
              <a:gdLst/>
              <a:ahLst/>
              <a:cxnLst/>
              <a:rect l="0" t="0" r="0" b="0"/>
              <a:pathLst>
                <a:path w="570585" h="194858">
                  <a:moveTo>
                    <a:pt x="27431" y="194858"/>
                  </a:moveTo>
                  <a:lnTo>
                    <a:pt x="543153" y="194858"/>
                  </a:lnTo>
                  <a:lnTo>
                    <a:pt x="542049" y="194836"/>
                  </a:lnTo>
                  <a:lnTo>
                    <a:pt x="546460" y="194658"/>
                  </a:lnTo>
                  <a:lnTo>
                    <a:pt x="550785" y="193775"/>
                  </a:lnTo>
                  <a:lnTo>
                    <a:pt x="554913" y="192210"/>
                  </a:lnTo>
                  <a:lnTo>
                    <a:pt x="558736" y="190002"/>
                  </a:lnTo>
                  <a:lnTo>
                    <a:pt x="562156" y="187210"/>
                  </a:lnTo>
                  <a:lnTo>
                    <a:pt x="565083" y="183906"/>
                  </a:lnTo>
                  <a:lnTo>
                    <a:pt x="567443" y="180174"/>
                  </a:lnTo>
                  <a:lnTo>
                    <a:pt x="569173" y="176113"/>
                  </a:lnTo>
                  <a:lnTo>
                    <a:pt x="570230" y="171827"/>
                  </a:lnTo>
                  <a:lnTo>
                    <a:pt x="570585" y="167426"/>
                  </a:lnTo>
                  <a:lnTo>
                    <a:pt x="570585" y="27431"/>
                  </a:lnTo>
                  <a:lnTo>
                    <a:pt x="570230" y="23031"/>
                  </a:lnTo>
                  <a:lnTo>
                    <a:pt x="569173" y="18745"/>
                  </a:lnTo>
                  <a:lnTo>
                    <a:pt x="567443" y="14683"/>
                  </a:lnTo>
                  <a:lnTo>
                    <a:pt x="565083" y="10952"/>
                  </a:lnTo>
                  <a:lnTo>
                    <a:pt x="562156" y="7647"/>
                  </a:lnTo>
                  <a:lnTo>
                    <a:pt x="558736" y="4855"/>
                  </a:lnTo>
                  <a:lnTo>
                    <a:pt x="554913" y="2648"/>
                  </a:lnTo>
                  <a:lnTo>
                    <a:pt x="550785" y="1083"/>
                  </a:lnTo>
                  <a:lnTo>
                    <a:pt x="546460" y="200"/>
                  </a:lnTo>
                  <a:lnTo>
                    <a:pt x="543153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7426"/>
                  </a:lnTo>
                  <a:lnTo>
                    <a:pt x="88" y="165219"/>
                  </a:lnTo>
                  <a:lnTo>
                    <a:pt x="88" y="169633"/>
                  </a:lnTo>
                  <a:lnTo>
                    <a:pt x="797" y="173991"/>
                  </a:lnTo>
                  <a:lnTo>
                    <a:pt x="2195" y="178179"/>
                  </a:lnTo>
                  <a:lnTo>
                    <a:pt x="4246" y="182088"/>
                  </a:lnTo>
                  <a:lnTo>
                    <a:pt x="6898" y="185617"/>
                  </a:lnTo>
                  <a:lnTo>
                    <a:pt x="10082" y="188675"/>
                  </a:lnTo>
                  <a:lnTo>
                    <a:pt x="13715" y="191183"/>
                  </a:lnTo>
                  <a:lnTo>
                    <a:pt x="17704" y="193076"/>
                  </a:lnTo>
                  <a:lnTo>
                    <a:pt x="21944" y="194304"/>
                  </a:lnTo>
                  <a:lnTo>
                    <a:pt x="26327" y="1948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 dirty="0"/>
            </a:p>
          </p:txBody>
        </p:sp>
        <p:sp>
          <p:nvSpPr>
            <p:cNvPr id="4750" name="tx4742">
              <a:extLst>
                <a:ext uri="{FF2B5EF4-FFF2-40B4-BE49-F238E27FC236}">
                  <a16:creationId xmlns:a16="http://schemas.microsoft.com/office/drawing/2014/main" id="{728E4B64-67B0-ED58-04F8-216264E771D1}"/>
                </a:ext>
              </a:extLst>
            </p:cNvPr>
            <p:cNvSpPr/>
            <p:nvPr/>
          </p:nvSpPr>
          <p:spPr>
            <a:xfrm>
              <a:off x="3850275" y="3384823"/>
              <a:ext cx="734871" cy="1378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lang="en-US" sz="1365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York River</a:t>
              </a:r>
              <a:endParaRPr sz="1365" dirty="0">
                <a:solidFill>
                  <a:srgbClr val="000000">
                    <a:alpha val="100000"/>
                  </a:srgbClr>
                </a:solidFill>
                <a:latin typeface="Arial"/>
                <a:cs typeface="Arial"/>
              </a:endParaRPr>
            </a:p>
          </p:txBody>
        </p:sp>
        <p:sp>
          <p:nvSpPr>
            <p:cNvPr id="4751" name="tx4057">
              <a:extLst>
                <a:ext uri="{FF2B5EF4-FFF2-40B4-BE49-F238E27FC236}">
                  <a16:creationId xmlns:a16="http://schemas.microsoft.com/office/drawing/2014/main" id="{08DD31B5-6F0C-97D9-71D5-FFFB2D43DB98}"/>
                </a:ext>
              </a:extLst>
            </p:cNvPr>
            <p:cNvSpPr/>
            <p:nvPr/>
          </p:nvSpPr>
          <p:spPr>
            <a:xfrm>
              <a:off x="3342731" y="1408553"/>
              <a:ext cx="1863303" cy="21823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2520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</a:t>
              </a:r>
              <a:r>
                <a:rPr lang="en-US" sz="2520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</a:t>
              </a:r>
              <a:r>
                <a:rPr sz="2520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) Predicted </a:t>
              </a:r>
            </a:p>
          </p:txBody>
        </p:sp>
        <p:sp>
          <p:nvSpPr>
            <p:cNvPr id="4752" name="tx4067">
              <a:extLst>
                <a:ext uri="{FF2B5EF4-FFF2-40B4-BE49-F238E27FC236}">
                  <a16:creationId xmlns:a16="http://schemas.microsoft.com/office/drawing/2014/main" id="{D1AD4719-0AD9-A542-C1A0-B446B745644C}"/>
                </a:ext>
              </a:extLst>
            </p:cNvPr>
            <p:cNvSpPr/>
            <p:nvPr/>
          </p:nvSpPr>
          <p:spPr>
            <a:xfrm>
              <a:off x="6587012" y="1410688"/>
              <a:ext cx="1711148" cy="21823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2520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to </a:t>
              </a:r>
              <a:r>
                <a:rPr lang="en-US" sz="2520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York River</a:t>
              </a:r>
              <a:endParaRPr sz="2520" dirty="0">
                <a:solidFill>
                  <a:srgbClr val="000000">
                    <a:alpha val="100000"/>
                  </a:srgbClr>
                </a:solidFill>
                <a:latin typeface="Arial"/>
                <a:cs typeface="Arial"/>
              </a:endParaRPr>
            </a:p>
          </p:txBody>
        </p:sp>
        <p:grpSp>
          <p:nvGrpSpPr>
            <p:cNvPr id="4753" name="Group 4752">
              <a:extLst>
                <a:ext uri="{FF2B5EF4-FFF2-40B4-BE49-F238E27FC236}">
                  <a16:creationId xmlns:a16="http://schemas.microsoft.com/office/drawing/2014/main" id="{372140A5-2983-5DE4-26F8-39AB2A110ECA}"/>
                </a:ext>
              </a:extLst>
            </p:cNvPr>
            <p:cNvGrpSpPr/>
            <p:nvPr/>
          </p:nvGrpSpPr>
          <p:grpSpPr>
            <a:xfrm>
              <a:off x="5236059" y="1275372"/>
              <a:ext cx="1215864" cy="458745"/>
              <a:chOff x="5087815" y="898769"/>
              <a:chExt cx="1215864" cy="458745"/>
            </a:xfrm>
          </p:grpSpPr>
          <p:sp>
            <p:nvSpPr>
              <p:cNvPr id="4754" name="tx4058">
                <a:extLst>
                  <a:ext uri="{FF2B5EF4-FFF2-40B4-BE49-F238E27FC236}">
                    <a16:creationId xmlns:a16="http://schemas.microsoft.com/office/drawing/2014/main" id="{128C57E3-0967-6EF6-D48B-CD88EBB61557}"/>
                  </a:ext>
                </a:extLst>
              </p:cNvPr>
              <p:cNvSpPr/>
              <p:nvPr/>
            </p:nvSpPr>
            <p:spPr>
              <a:xfrm>
                <a:off x="5206034" y="1043608"/>
                <a:ext cx="169469" cy="218237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2520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L</a:t>
                </a:r>
              </a:p>
            </p:txBody>
          </p:sp>
          <p:sp>
            <p:nvSpPr>
              <p:cNvPr id="4755" name="tx4059">
                <a:extLst>
                  <a:ext uri="{FF2B5EF4-FFF2-40B4-BE49-F238E27FC236}">
                    <a16:creationId xmlns:a16="http://schemas.microsoft.com/office/drawing/2014/main" id="{C7262DD6-4FF3-639B-F4BC-B1EDE476E61E}"/>
                  </a:ext>
                </a:extLst>
              </p:cNvPr>
              <p:cNvSpPr/>
              <p:nvPr/>
            </p:nvSpPr>
            <p:spPr>
              <a:xfrm>
                <a:off x="5375500" y="1043608"/>
                <a:ext cx="203240" cy="218237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2520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E</a:t>
                </a:r>
              </a:p>
            </p:txBody>
          </p:sp>
          <p:sp>
            <p:nvSpPr>
              <p:cNvPr id="4756" name="tx4060">
                <a:extLst>
                  <a:ext uri="{FF2B5EF4-FFF2-40B4-BE49-F238E27FC236}">
                    <a16:creationId xmlns:a16="http://schemas.microsoft.com/office/drawing/2014/main" id="{CD6B75A3-D0FE-33AE-4574-8EC30B3319F0}"/>
                  </a:ext>
                </a:extLst>
              </p:cNvPr>
              <p:cNvSpPr/>
              <p:nvPr/>
            </p:nvSpPr>
            <p:spPr>
              <a:xfrm>
                <a:off x="5578741" y="1043608"/>
                <a:ext cx="203240" cy="218237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2520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A</a:t>
                </a:r>
              </a:p>
            </p:txBody>
          </p:sp>
          <p:sp>
            <p:nvSpPr>
              <p:cNvPr id="4757" name="tx4061">
                <a:extLst>
                  <a:ext uri="{FF2B5EF4-FFF2-40B4-BE49-F238E27FC236}">
                    <a16:creationId xmlns:a16="http://schemas.microsoft.com/office/drawing/2014/main" id="{FD7760B2-CE34-C6A6-837A-9C66D4C8726C}"/>
                  </a:ext>
                </a:extLst>
              </p:cNvPr>
              <p:cNvSpPr/>
              <p:nvPr/>
            </p:nvSpPr>
            <p:spPr>
              <a:xfrm>
                <a:off x="5781985" y="1164544"/>
                <a:ext cx="118628" cy="152643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512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o</a:t>
                </a:r>
              </a:p>
            </p:txBody>
          </p:sp>
          <p:sp>
            <p:nvSpPr>
              <p:cNvPr id="4758" name="tx4062">
                <a:extLst>
                  <a:ext uri="{FF2B5EF4-FFF2-40B4-BE49-F238E27FC236}">
                    <a16:creationId xmlns:a16="http://schemas.microsoft.com/office/drawing/2014/main" id="{BCBB2AA4-8070-CD9F-14CE-54346A427824}"/>
                  </a:ext>
                </a:extLst>
              </p:cNvPr>
              <p:cNvSpPr/>
              <p:nvPr/>
            </p:nvSpPr>
            <p:spPr>
              <a:xfrm>
                <a:off x="5900612" y="1164544"/>
                <a:ext cx="59252" cy="152643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512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f</a:t>
                </a:r>
              </a:p>
            </p:txBody>
          </p:sp>
          <p:sp>
            <p:nvSpPr>
              <p:cNvPr id="4759" name="tx4063">
                <a:extLst>
                  <a:ext uri="{FF2B5EF4-FFF2-40B4-BE49-F238E27FC236}">
                    <a16:creationId xmlns:a16="http://schemas.microsoft.com/office/drawing/2014/main" id="{E55F089A-9776-D352-D3B5-4437DC58C7FC}"/>
                  </a:ext>
                </a:extLst>
              </p:cNvPr>
              <p:cNvSpPr/>
              <p:nvPr/>
            </p:nvSpPr>
            <p:spPr>
              <a:xfrm>
                <a:off x="5959867" y="1164544"/>
                <a:ext cx="59252" cy="152643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512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f</a:t>
                </a:r>
              </a:p>
            </p:txBody>
          </p:sp>
          <p:sp>
            <p:nvSpPr>
              <p:cNvPr id="4760" name="tx4064">
                <a:extLst>
                  <a:ext uri="{FF2B5EF4-FFF2-40B4-BE49-F238E27FC236}">
                    <a16:creationId xmlns:a16="http://schemas.microsoft.com/office/drawing/2014/main" id="{2F5CFC7D-B0D9-28CE-7F71-F77DB97EA4FF}"/>
                  </a:ext>
                </a:extLst>
              </p:cNvPr>
              <p:cNvSpPr/>
              <p:nvPr/>
            </p:nvSpPr>
            <p:spPr>
              <a:xfrm>
                <a:off x="6019115" y="1164544"/>
                <a:ext cx="106680" cy="152643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512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s</a:t>
                </a:r>
              </a:p>
            </p:txBody>
          </p:sp>
          <p:sp>
            <p:nvSpPr>
              <p:cNvPr id="4761" name="tx4065">
                <a:extLst>
                  <a:ext uri="{FF2B5EF4-FFF2-40B4-BE49-F238E27FC236}">
                    <a16:creationId xmlns:a16="http://schemas.microsoft.com/office/drawing/2014/main" id="{8EC20A0E-5F4E-C171-E25D-5B5B84D4067C}"/>
                  </a:ext>
                </a:extLst>
              </p:cNvPr>
              <p:cNvSpPr/>
              <p:nvPr/>
            </p:nvSpPr>
            <p:spPr>
              <a:xfrm>
                <a:off x="6125800" y="1164544"/>
                <a:ext cx="118628" cy="152643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512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e</a:t>
                </a:r>
              </a:p>
            </p:txBody>
          </p:sp>
          <p:sp>
            <p:nvSpPr>
              <p:cNvPr id="4762" name="tx4066">
                <a:extLst>
                  <a:ext uri="{FF2B5EF4-FFF2-40B4-BE49-F238E27FC236}">
                    <a16:creationId xmlns:a16="http://schemas.microsoft.com/office/drawing/2014/main" id="{E145EE81-9060-4218-B740-68060DA42805}"/>
                  </a:ext>
                </a:extLst>
              </p:cNvPr>
              <p:cNvSpPr/>
              <p:nvPr/>
            </p:nvSpPr>
            <p:spPr>
              <a:xfrm>
                <a:off x="6244427" y="1164544"/>
                <a:ext cx="59252" cy="152643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512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t</a:t>
                </a:r>
              </a:p>
            </p:txBody>
          </p:sp>
          <p:sp>
            <p:nvSpPr>
              <p:cNvPr id="4763" name="TextBox 4762">
                <a:extLst>
                  <a:ext uri="{FF2B5EF4-FFF2-40B4-BE49-F238E27FC236}">
                    <a16:creationId xmlns:a16="http://schemas.microsoft.com/office/drawing/2014/main" id="{2A4090A7-4B41-E3B7-D96E-54D09336264E}"/>
                  </a:ext>
                </a:extLst>
              </p:cNvPr>
              <p:cNvSpPr txBox="1"/>
              <p:nvPr/>
            </p:nvSpPr>
            <p:spPr>
              <a:xfrm>
                <a:off x="5087815" y="898769"/>
                <a:ext cx="205257" cy="45874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endParaRPr lang="en-US" sz="2083" dirty="0"/>
              </a:p>
            </p:txBody>
          </p:sp>
        </p:grp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58" name="Group 4757">
            <a:extLst>
              <a:ext uri="{FF2B5EF4-FFF2-40B4-BE49-F238E27FC236}">
                <a16:creationId xmlns:a16="http://schemas.microsoft.com/office/drawing/2014/main" id="{4A25C7C9-46E0-93AC-481D-5C4FCA0EEB07}"/>
              </a:ext>
            </a:extLst>
          </p:cNvPr>
          <p:cNvGrpSpPr/>
          <p:nvPr/>
        </p:nvGrpSpPr>
        <p:grpSpPr>
          <a:xfrm>
            <a:off x="2103099" y="714059"/>
            <a:ext cx="6158878" cy="4569996"/>
            <a:chOff x="2336776" y="793399"/>
            <a:chExt cx="6843198" cy="5077773"/>
          </a:xfrm>
        </p:grpSpPr>
        <p:sp>
          <p:nvSpPr>
            <p:cNvPr id="6" name="rc6"/>
            <p:cNvSpPr/>
            <p:nvPr/>
          </p:nvSpPr>
          <p:spPr>
            <a:xfrm>
              <a:off x="3342727" y="1848078"/>
              <a:ext cx="4668748" cy="3619485"/>
            </a:xfrm>
            <a:prstGeom prst="rect">
              <a:avLst/>
            </a:prstGeom>
            <a:solidFill>
              <a:srgbClr val="F0F8FF">
                <a:alpha val="100000"/>
              </a:srgbClr>
            </a:solidFill>
          </p:spPr>
          <p:txBody>
            <a:bodyPr/>
            <a:lstStyle/>
            <a:p>
              <a:endParaRPr sz="3085"/>
            </a:p>
          </p:txBody>
        </p:sp>
        <p:sp>
          <p:nvSpPr>
            <p:cNvPr id="7" name="pl7"/>
            <p:cNvSpPr/>
            <p:nvPr/>
          </p:nvSpPr>
          <p:spPr>
            <a:xfrm>
              <a:off x="3782528" y="1848078"/>
              <a:ext cx="0" cy="3619485"/>
            </a:xfrm>
            <a:custGeom>
              <a:avLst/>
              <a:gdLst/>
              <a:ahLst/>
              <a:cxnLst/>
              <a:rect l="0" t="0" r="0" b="0"/>
              <a:pathLst>
                <a:path h="2714613">
                  <a:moveTo>
                    <a:pt x="0" y="2714613"/>
                  </a:moveTo>
                  <a:lnTo>
                    <a:pt x="0" y="2700489"/>
                  </a:lnTo>
                  <a:lnTo>
                    <a:pt x="0" y="2668708"/>
                  </a:lnTo>
                  <a:lnTo>
                    <a:pt x="0" y="2636927"/>
                  </a:lnTo>
                  <a:lnTo>
                    <a:pt x="0" y="2605147"/>
                  </a:lnTo>
                  <a:lnTo>
                    <a:pt x="0" y="2573366"/>
                  </a:lnTo>
                  <a:lnTo>
                    <a:pt x="0" y="2541585"/>
                  </a:lnTo>
                  <a:lnTo>
                    <a:pt x="0" y="2509805"/>
                  </a:lnTo>
                  <a:lnTo>
                    <a:pt x="0" y="2478024"/>
                  </a:lnTo>
                  <a:lnTo>
                    <a:pt x="0" y="2446243"/>
                  </a:lnTo>
                  <a:lnTo>
                    <a:pt x="0" y="2414462"/>
                  </a:lnTo>
                  <a:lnTo>
                    <a:pt x="0" y="2382682"/>
                  </a:lnTo>
                  <a:lnTo>
                    <a:pt x="0" y="2350901"/>
                  </a:lnTo>
                  <a:lnTo>
                    <a:pt x="0" y="2319120"/>
                  </a:lnTo>
                  <a:lnTo>
                    <a:pt x="0" y="2287340"/>
                  </a:lnTo>
                  <a:lnTo>
                    <a:pt x="0" y="2255559"/>
                  </a:lnTo>
                  <a:lnTo>
                    <a:pt x="0" y="2223778"/>
                  </a:lnTo>
                  <a:lnTo>
                    <a:pt x="0" y="2191997"/>
                  </a:lnTo>
                  <a:lnTo>
                    <a:pt x="0" y="2160217"/>
                  </a:lnTo>
                  <a:lnTo>
                    <a:pt x="0" y="2128436"/>
                  </a:lnTo>
                  <a:lnTo>
                    <a:pt x="0" y="2096655"/>
                  </a:lnTo>
                  <a:lnTo>
                    <a:pt x="0" y="2064875"/>
                  </a:lnTo>
                  <a:lnTo>
                    <a:pt x="0" y="2033094"/>
                  </a:lnTo>
                  <a:lnTo>
                    <a:pt x="0" y="2001313"/>
                  </a:lnTo>
                  <a:lnTo>
                    <a:pt x="0" y="1969532"/>
                  </a:lnTo>
                  <a:lnTo>
                    <a:pt x="0" y="1937752"/>
                  </a:lnTo>
                  <a:lnTo>
                    <a:pt x="0" y="1905971"/>
                  </a:lnTo>
                  <a:lnTo>
                    <a:pt x="0" y="1874190"/>
                  </a:lnTo>
                  <a:lnTo>
                    <a:pt x="0" y="1842410"/>
                  </a:lnTo>
                  <a:lnTo>
                    <a:pt x="0" y="1810629"/>
                  </a:lnTo>
                  <a:lnTo>
                    <a:pt x="0" y="1778848"/>
                  </a:lnTo>
                  <a:lnTo>
                    <a:pt x="0" y="1747067"/>
                  </a:lnTo>
                  <a:lnTo>
                    <a:pt x="0" y="1715287"/>
                  </a:lnTo>
                  <a:lnTo>
                    <a:pt x="0" y="1683506"/>
                  </a:lnTo>
                  <a:lnTo>
                    <a:pt x="0" y="1651725"/>
                  </a:lnTo>
                  <a:lnTo>
                    <a:pt x="0" y="1619945"/>
                  </a:lnTo>
                  <a:lnTo>
                    <a:pt x="0" y="1588164"/>
                  </a:lnTo>
                  <a:lnTo>
                    <a:pt x="0" y="1556383"/>
                  </a:lnTo>
                  <a:lnTo>
                    <a:pt x="0" y="1524602"/>
                  </a:lnTo>
                  <a:lnTo>
                    <a:pt x="0" y="1492822"/>
                  </a:lnTo>
                  <a:lnTo>
                    <a:pt x="0" y="1461041"/>
                  </a:lnTo>
                  <a:lnTo>
                    <a:pt x="0" y="1429260"/>
                  </a:lnTo>
                  <a:lnTo>
                    <a:pt x="0" y="1397480"/>
                  </a:lnTo>
                  <a:lnTo>
                    <a:pt x="0" y="1365699"/>
                  </a:lnTo>
                  <a:lnTo>
                    <a:pt x="0" y="1333918"/>
                  </a:lnTo>
                  <a:lnTo>
                    <a:pt x="0" y="1302137"/>
                  </a:lnTo>
                  <a:lnTo>
                    <a:pt x="0" y="1270357"/>
                  </a:lnTo>
                  <a:lnTo>
                    <a:pt x="0" y="1238576"/>
                  </a:lnTo>
                  <a:lnTo>
                    <a:pt x="0" y="1206795"/>
                  </a:lnTo>
                  <a:lnTo>
                    <a:pt x="0" y="1175015"/>
                  </a:lnTo>
                  <a:lnTo>
                    <a:pt x="0" y="1143234"/>
                  </a:lnTo>
                  <a:lnTo>
                    <a:pt x="0" y="1111453"/>
                  </a:lnTo>
                  <a:lnTo>
                    <a:pt x="0" y="1079672"/>
                  </a:lnTo>
                  <a:lnTo>
                    <a:pt x="0" y="1047892"/>
                  </a:lnTo>
                  <a:lnTo>
                    <a:pt x="0" y="1016111"/>
                  </a:lnTo>
                  <a:lnTo>
                    <a:pt x="0" y="984330"/>
                  </a:lnTo>
                  <a:lnTo>
                    <a:pt x="0" y="952550"/>
                  </a:lnTo>
                  <a:lnTo>
                    <a:pt x="0" y="920769"/>
                  </a:lnTo>
                  <a:lnTo>
                    <a:pt x="0" y="888988"/>
                  </a:lnTo>
                  <a:lnTo>
                    <a:pt x="0" y="857207"/>
                  </a:lnTo>
                  <a:lnTo>
                    <a:pt x="0" y="825427"/>
                  </a:lnTo>
                  <a:lnTo>
                    <a:pt x="0" y="793646"/>
                  </a:lnTo>
                  <a:lnTo>
                    <a:pt x="0" y="761865"/>
                  </a:lnTo>
                  <a:lnTo>
                    <a:pt x="0" y="730085"/>
                  </a:lnTo>
                  <a:lnTo>
                    <a:pt x="0" y="698304"/>
                  </a:lnTo>
                  <a:lnTo>
                    <a:pt x="0" y="666523"/>
                  </a:lnTo>
                  <a:lnTo>
                    <a:pt x="0" y="634742"/>
                  </a:lnTo>
                  <a:lnTo>
                    <a:pt x="0" y="602962"/>
                  </a:lnTo>
                  <a:lnTo>
                    <a:pt x="0" y="571181"/>
                  </a:lnTo>
                  <a:lnTo>
                    <a:pt x="0" y="539400"/>
                  </a:lnTo>
                  <a:lnTo>
                    <a:pt x="0" y="507620"/>
                  </a:lnTo>
                  <a:lnTo>
                    <a:pt x="0" y="475839"/>
                  </a:lnTo>
                  <a:lnTo>
                    <a:pt x="0" y="444058"/>
                  </a:lnTo>
                  <a:lnTo>
                    <a:pt x="0" y="412277"/>
                  </a:lnTo>
                  <a:lnTo>
                    <a:pt x="0" y="380497"/>
                  </a:lnTo>
                  <a:lnTo>
                    <a:pt x="0" y="348716"/>
                  </a:lnTo>
                  <a:lnTo>
                    <a:pt x="0" y="316935"/>
                  </a:lnTo>
                  <a:lnTo>
                    <a:pt x="0" y="285155"/>
                  </a:lnTo>
                  <a:lnTo>
                    <a:pt x="0" y="253374"/>
                  </a:lnTo>
                  <a:lnTo>
                    <a:pt x="0" y="221593"/>
                  </a:lnTo>
                  <a:lnTo>
                    <a:pt x="0" y="189812"/>
                  </a:lnTo>
                  <a:lnTo>
                    <a:pt x="0" y="158032"/>
                  </a:lnTo>
                  <a:lnTo>
                    <a:pt x="0" y="126251"/>
                  </a:lnTo>
                  <a:lnTo>
                    <a:pt x="0" y="94470"/>
                  </a:lnTo>
                  <a:lnTo>
                    <a:pt x="0" y="62690"/>
                  </a:lnTo>
                  <a:lnTo>
                    <a:pt x="0" y="30909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" name="pl8"/>
            <p:cNvSpPr/>
            <p:nvPr/>
          </p:nvSpPr>
          <p:spPr>
            <a:xfrm>
              <a:off x="4351493" y="1848078"/>
              <a:ext cx="0" cy="3619485"/>
            </a:xfrm>
            <a:custGeom>
              <a:avLst/>
              <a:gdLst/>
              <a:ahLst/>
              <a:cxnLst/>
              <a:rect l="0" t="0" r="0" b="0"/>
              <a:pathLst>
                <a:path h="2714613">
                  <a:moveTo>
                    <a:pt x="0" y="2714613"/>
                  </a:moveTo>
                  <a:lnTo>
                    <a:pt x="0" y="2700489"/>
                  </a:lnTo>
                  <a:lnTo>
                    <a:pt x="0" y="2668708"/>
                  </a:lnTo>
                  <a:lnTo>
                    <a:pt x="0" y="2636927"/>
                  </a:lnTo>
                  <a:lnTo>
                    <a:pt x="0" y="2605147"/>
                  </a:lnTo>
                  <a:lnTo>
                    <a:pt x="0" y="2573366"/>
                  </a:lnTo>
                  <a:lnTo>
                    <a:pt x="0" y="2541585"/>
                  </a:lnTo>
                  <a:lnTo>
                    <a:pt x="0" y="2509805"/>
                  </a:lnTo>
                  <a:lnTo>
                    <a:pt x="0" y="2478024"/>
                  </a:lnTo>
                  <a:lnTo>
                    <a:pt x="0" y="2446243"/>
                  </a:lnTo>
                  <a:lnTo>
                    <a:pt x="0" y="2414462"/>
                  </a:lnTo>
                  <a:lnTo>
                    <a:pt x="0" y="2382682"/>
                  </a:lnTo>
                  <a:lnTo>
                    <a:pt x="0" y="2350901"/>
                  </a:lnTo>
                  <a:lnTo>
                    <a:pt x="0" y="2319120"/>
                  </a:lnTo>
                  <a:lnTo>
                    <a:pt x="0" y="2287340"/>
                  </a:lnTo>
                  <a:lnTo>
                    <a:pt x="0" y="2255559"/>
                  </a:lnTo>
                  <a:lnTo>
                    <a:pt x="0" y="2223778"/>
                  </a:lnTo>
                  <a:lnTo>
                    <a:pt x="0" y="2191997"/>
                  </a:lnTo>
                  <a:lnTo>
                    <a:pt x="0" y="2160217"/>
                  </a:lnTo>
                  <a:lnTo>
                    <a:pt x="0" y="2128436"/>
                  </a:lnTo>
                  <a:lnTo>
                    <a:pt x="0" y="2096655"/>
                  </a:lnTo>
                  <a:lnTo>
                    <a:pt x="0" y="2064875"/>
                  </a:lnTo>
                  <a:lnTo>
                    <a:pt x="0" y="2033094"/>
                  </a:lnTo>
                  <a:lnTo>
                    <a:pt x="0" y="2001313"/>
                  </a:lnTo>
                  <a:lnTo>
                    <a:pt x="0" y="1969532"/>
                  </a:lnTo>
                  <a:lnTo>
                    <a:pt x="0" y="1937752"/>
                  </a:lnTo>
                  <a:lnTo>
                    <a:pt x="0" y="1905971"/>
                  </a:lnTo>
                  <a:lnTo>
                    <a:pt x="0" y="1874190"/>
                  </a:lnTo>
                  <a:lnTo>
                    <a:pt x="0" y="1842410"/>
                  </a:lnTo>
                  <a:lnTo>
                    <a:pt x="0" y="1810629"/>
                  </a:lnTo>
                  <a:lnTo>
                    <a:pt x="0" y="1778848"/>
                  </a:lnTo>
                  <a:lnTo>
                    <a:pt x="0" y="1747067"/>
                  </a:lnTo>
                  <a:lnTo>
                    <a:pt x="0" y="1715287"/>
                  </a:lnTo>
                  <a:lnTo>
                    <a:pt x="0" y="1683506"/>
                  </a:lnTo>
                  <a:lnTo>
                    <a:pt x="0" y="1651725"/>
                  </a:lnTo>
                  <a:lnTo>
                    <a:pt x="0" y="1619945"/>
                  </a:lnTo>
                  <a:lnTo>
                    <a:pt x="0" y="1588164"/>
                  </a:lnTo>
                  <a:lnTo>
                    <a:pt x="0" y="1556383"/>
                  </a:lnTo>
                  <a:lnTo>
                    <a:pt x="0" y="1524602"/>
                  </a:lnTo>
                  <a:lnTo>
                    <a:pt x="0" y="1492822"/>
                  </a:lnTo>
                  <a:lnTo>
                    <a:pt x="0" y="1461041"/>
                  </a:lnTo>
                  <a:lnTo>
                    <a:pt x="0" y="1429260"/>
                  </a:lnTo>
                  <a:lnTo>
                    <a:pt x="0" y="1397480"/>
                  </a:lnTo>
                  <a:lnTo>
                    <a:pt x="0" y="1365699"/>
                  </a:lnTo>
                  <a:lnTo>
                    <a:pt x="0" y="1333918"/>
                  </a:lnTo>
                  <a:lnTo>
                    <a:pt x="0" y="1302137"/>
                  </a:lnTo>
                  <a:lnTo>
                    <a:pt x="0" y="1270357"/>
                  </a:lnTo>
                  <a:lnTo>
                    <a:pt x="0" y="1238576"/>
                  </a:lnTo>
                  <a:lnTo>
                    <a:pt x="0" y="1206795"/>
                  </a:lnTo>
                  <a:lnTo>
                    <a:pt x="0" y="1175015"/>
                  </a:lnTo>
                  <a:lnTo>
                    <a:pt x="0" y="1143234"/>
                  </a:lnTo>
                  <a:lnTo>
                    <a:pt x="0" y="1111453"/>
                  </a:lnTo>
                  <a:lnTo>
                    <a:pt x="0" y="1079672"/>
                  </a:lnTo>
                  <a:lnTo>
                    <a:pt x="0" y="1047892"/>
                  </a:lnTo>
                  <a:lnTo>
                    <a:pt x="0" y="1016111"/>
                  </a:lnTo>
                  <a:lnTo>
                    <a:pt x="0" y="984330"/>
                  </a:lnTo>
                  <a:lnTo>
                    <a:pt x="0" y="952550"/>
                  </a:lnTo>
                  <a:lnTo>
                    <a:pt x="0" y="920769"/>
                  </a:lnTo>
                  <a:lnTo>
                    <a:pt x="0" y="888988"/>
                  </a:lnTo>
                  <a:lnTo>
                    <a:pt x="0" y="857207"/>
                  </a:lnTo>
                  <a:lnTo>
                    <a:pt x="0" y="825427"/>
                  </a:lnTo>
                  <a:lnTo>
                    <a:pt x="0" y="793646"/>
                  </a:lnTo>
                  <a:lnTo>
                    <a:pt x="0" y="761865"/>
                  </a:lnTo>
                  <a:lnTo>
                    <a:pt x="0" y="730085"/>
                  </a:lnTo>
                  <a:lnTo>
                    <a:pt x="0" y="698304"/>
                  </a:lnTo>
                  <a:lnTo>
                    <a:pt x="0" y="666523"/>
                  </a:lnTo>
                  <a:lnTo>
                    <a:pt x="0" y="634742"/>
                  </a:lnTo>
                  <a:lnTo>
                    <a:pt x="0" y="602962"/>
                  </a:lnTo>
                  <a:lnTo>
                    <a:pt x="0" y="571181"/>
                  </a:lnTo>
                  <a:lnTo>
                    <a:pt x="0" y="539400"/>
                  </a:lnTo>
                  <a:lnTo>
                    <a:pt x="0" y="507620"/>
                  </a:lnTo>
                  <a:lnTo>
                    <a:pt x="0" y="475839"/>
                  </a:lnTo>
                  <a:lnTo>
                    <a:pt x="0" y="444058"/>
                  </a:lnTo>
                  <a:lnTo>
                    <a:pt x="0" y="412277"/>
                  </a:lnTo>
                  <a:lnTo>
                    <a:pt x="0" y="380497"/>
                  </a:lnTo>
                  <a:lnTo>
                    <a:pt x="0" y="348716"/>
                  </a:lnTo>
                  <a:lnTo>
                    <a:pt x="0" y="316935"/>
                  </a:lnTo>
                  <a:lnTo>
                    <a:pt x="0" y="285155"/>
                  </a:lnTo>
                  <a:lnTo>
                    <a:pt x="0" y="253374"/>
                  </a:lnTo>
                  <a:lnTo>
                    <a:pt x="0" y="221593"/>
                  </a:lnTo>
                  <a:lnTo>
                    <a:pt x="0" y="189812"/>
                  </a:lnTo>
                  <a:lnTo>
                    <a:pt x="0" y="158032"/>
                  </a:lnTo>
                  <a:lnTo>
                    <a:pt x="0" y="126251"/>
                  </a:lnTo>
                  <a:lnTo>
                    <a:pt x="0" y="94470"/>
                  </a:lnTo>
                  <a:lnTo>
                    <a:pt x="0" y="62690"/>
                  </a:lnTo>
                  <a:lnTo>
                    <a:pt x="0" y="30909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" name="pl9"/>
            <p:cNvSpPr/>
            <p:nvPr/>
          </p:nvSpPr>
          <p:spPr>
            <a:xfrm>
              <a:off x="4920457" y="1848078"/>
              <a:ext cx="0" cy="3619485"/>
            </a:xfrm>
            <a:custGeom>
              <a:avLst/>
              <a:gdLst/>
              <a:ahLst/>
              <a:cxnLst/>
              <a:rect l="0" t="0" r="0" b="0"/>
              <a:pathLst>
                <a:path h="2714613">
                  <a:moveTo>
                    <a:pt x="0" y="2714613"/>
                  </a:moveTo>
                  <a:lnTo>
                    <a:pt x="0" y="2700489"/>
                  </a:lnTo>
                  <a:lnTo>
                    <a:pt x="0" y="2668708"/>
                  </a:lnTo>
                  <a:lnTo>
                    <a:pt x="0" y="2636927"/>
                  </a:lnTo>
                  <a:lnTo>
                    <a:pt x="0" y="2605147"/>
                  </a:lnTo>
                  <a:lnTo>
                    <a:pt x="0" y="2573366"/>
                  </a:lnTo>
                  <a:lnTo>
                    <a:pt x="0" y="2541585"/>
                  </a:lnTo>
                  <a:lnTo>
                    <a:pt x="0" y="2509805"/>
                  </a:lnTo>
                  <a:lnTo>
                    <a:pt x="0" y="2478024"/>
                  </a:lnTo>
                  <a:lnTo>
                    <a:pt x="0" y="2446243"/>
                  </a:lnTo>
                  <a:lnTo>
                    <a:pt x="0" y="2414462"/>
                  </a:lnTo>
                  <a:lnTo>
                    <a:pt x="0" y="2382682"/>
                  </a:lnTo>
                  <a:lnTo>
                    <a:pt x="0" y="2350901"/>
                  </a:lnTo>
                  <a:lnTo>
                    <a:pt x="0" y="2319120"/>
                  </a:lnTo>
                  <a:lnTo>
                    <a:pt x="0" y="2287340"/>
                  </a:lnTo>
                  <a:lnTo>
                    <a:pt x="0" y="2255559"/>
                  </a:lnTo>
                  <a:lnTo>
                    <a:pt x="0" y="2223778"/>
                  </a:lnTo>
                  <a:lnTo>
                    <a:pt x="0" y="2191997"/>
                  </a:lnTo>
                  <a:lnTo>
                    <a:pt x="0" y="2160217"/>
                  </a:lnTo>
                  <a:lnTo>
                    <a:pt x="0" y="2128436"/>
                  </a:lnTo>
                  <a:lnTo>
                    <a:pt x="0" y="2096655"/>
                  </a:lnTo>
                  <a:lnTo>
                    <a:pt x="0" y="2064875"/>
                  </a:lnTo>
                  <a:lnTo>
                    <a:pt x="0" y="2033094"/>
                  </a:lnTo>
                  <a:lnTo>
                    <a:pt x="0" y="2001313"/>
                  </a:lnTo>
                  <a:lnTo>
                    <a:pt x="0" y="1969532"/>
                  </a:lnTo>
                  <a:lnTo>
                    <a:pt x="0" y="1937752"/>
                  </a:lnTo>
                  <a:lnTo>
                    <a:pt x="0" y="1905971"/>
                  </a:lnTo>
                  <a:lnTo>
                    <a:pt x="0" y="1874190"/>
                  </a:lnTo>
                  <a:lnTo>
                    <a:pt x="0" y="1842410"/>
                  </a:lnTo>
                  <a:lnTo>
                    <a:pt x="0" y="1810629"/>
                  </a:lnTo>
                  <a:lnTo>
                    <a:pt x="0" y="1778848"/>
                  </a:lnTo>
                  <a:lnTo>
                    <a:pt x="0" y="1747067"/>
                  </a:lnTo>
                  <a:lnTo>
                    <a:pt x="0" y="1715287"/>
                  </a:lnTo>
                  <a:lnTo>
                    <a:pt x="0" y="1683506"/>
                  </a:lnTo>
                  <a:lnTo>
                    <a:pt x="0" y="1651725"/>
                  </a:lnTo>
                  <a:lnTo>
                    <a:pt x="0" y="1619945"/>
                  </a:lnTo>
                  <a:lnTo>
                    <a:pt x="0" y="1588164"/>
                  </a:lnTo>
                  <a:lnTo>
                    <a:pt x="0" y="1556383"/>
                  </a:lnTo>
                  <a:lnTo>
                    <a:pt x="0" y="1524602"/>
                  </a:lnTo>
                  <a:lnTo>
                    <a:pt x="0" y="1492822"/>
                  </a:lnTo>
                  <a:lnTo>
                    <a:pt x="0" y="1461041"/>
                  </a:lnTo>
                  <a:lnTo>
                    <a:pt x="0" y="1429260"/>
                  </a:lnTo>
                  <a:lnTo>
                    <a:pt x="0" y="1397480"/>
                  </a:lnTo>
                  <a:lnTo>
                    <a:pt x="0" y="1365699"/>
                  </a:lnTo>
                  <a:lnTo>
                    <a:pt x="0" y="1333918"/>
                  </a:lnTo>
                  <a:lnTo>
                    <a:pt x="0" y="1302137"/>
                  </a:lnTo>
                  <a:lnTo>
                    <a:pt x="0" y="1270357"/>
                  </a:lnTo>
                  <a:lnTo>
                    <a:pt x="0" y="1238576"/>
                  </a:lnTo>
                  <a:lnTo>
                    <a:pt x="0" y="1206795"/>
                  </a:lnTo>
                  <a:lnTo>
                    <a:pt x="0" y="1175015"/>
                  </a:lnTo>
                  <a:lnTo>
                    <a:pt x="0" y="1143234"/>
                  </a:lnTo>
                  <a:lnTo>
                    <a:pt x="0" y="1111453"/>
                  </a:lnTo>
                  <a:lnTo>
                    <a:pt x="0" y="1079672"/>
                  </a:lnTo>
                  <a:lnTo>
                    <a:pt x="0" y="1047892"/>
                  </a:lnTo>
                  <a:lnTo>
                    <a:pt x="0" y="1016111"/>
                  </a:lnTo>
                  <a:lnTo>
                    <a:pt x="0" y="984330"/>
                  </a:lnTo>
                  <a:lnTo>
                    <a:pt x="0" y="952550"/>
                  </a:lnTo>
                  <a:lnTo>
                    <a:pt x="0" y="920769"/>
                  </a:lnTo>
                  <a:lnTo>
                    <a:pt x="0" y="888988"/>
                  </a:lnTo>
                  <a:lnTo>
                    <a:pt x="0" y="857207"/>
                  </a:lnTo>
                  <a:lnTo>
                    <a:pt x="0" y="825427"/>
                  </a:lnTo>
                  <a:lnTo>
                    <a:pt x="0" y="793646"/>
                  </a:lnTo>
                  <a:lnTo>
                    <a:pt x="0" y="761865"/>
                  </a:lnTo>
                  <a:lnTo>
                    <a:pt x="0" y="730085"/>
                  </a:lnTo>
                  <a:lnTo>
                    <a:pt x="0" y="698304"/>
                  </a:lnTo>
                  <a:lnTo>
                    <a:pt x="0" y="666523"/>
                  </a:lnTo>
                  <a:lnTo>
                    <a:pt x="0" y="634742"/>
                  </a:lnTo>
                  <a:lnTo>
                    <a:pt x="0" y="602962"/>
                  </a:lnTo>
                  <a:lnTo>
                    <a:pt x="0" y="571181"/>
                  </a:lnTo>
                  <a:lnTo>
                    <a:pt x="0" y="539400"/>
                  </a:lnTo>
                  <a:lnTo>
                    <a:pt x="0" y="507620"/>
                  </a:lnTo>
                  <a:lnTo>
                    <a:pt x="0" y="475839"/>
                  </a:lnTo>
                  <a:lnTo>
                    <a:pt x="0" y="444058"/>
                  </a:lnTo>
                  <a:lnTo>
                    <a:pt x="0" y="412277"/>
                  </a:lnTo>
                  <a:lnTo>
                    <a:pt x="0" y="380497"/>
                  </a:lnTo>
                  <a:lnTo>
                    <a:pt x="0" y="348716"/>
                  </a:lnTo>
                  <a:lnTo>
                    <a:pt x="0" y="316935"/>
                  </a:lnTo>
                  <a:lnTo>
                    <a:pt x="0" y="285155"/>
                  </a:lnTo>
                  <a:lnTo>
                    <a:pt x="0" y="253374"/>
                  </a:lnTo>
                  <a:lnTo>
                    <a:pt x="0" y="221593"/>
                  </a:lnTo>
                  <a:lnTo>
                    <a:pt x="0" y="189812"/>
                  </a:lnTo>
                  <a:lnTo>
                    <a:pt x="0" y="158032"/>
                  </a:lnTo>
                  <a:lnTo>
                    <a:pt x="0" y="126251"/>
                  </a:lnTo>
                  <a:lnTo>
                    <a:pt x="0" y="94470"/>
                  </a:lnTo>
                  <a:lnTo>
                    <a:pt x="0" y="62690"/>
                  </a:lnTo>
                  <a:lnTo>
                    <a:pt x="0" y="30909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" name="pl10"/>
            <p:cNvSpPr/>
            <p:nvPr/>
          </p:nvSpPr>
          <p:spPr>
            <a:xfrm>
              <a:off x="5489423" y="1848078"/>
              <a:ext cx="0" cy="3619485"/>
            </a:xfrm>
            <a:custGeom>
              <a:avLst/>
              <a:gdLst/>
              <a:ahLst/>
              <a:cxnLst/>
              <a:rect l="0" t="0" r="0" b="0"/>
              <a:pathLst>
                <a:path h="2714613">
                  <a:moveTo>
                    <a:pt x="0" y="2714613"/>
                  </a:moveTo>
                  <a:lnTo>
                    <a:pt x="0" y="2700489"/>
                  </a:lnTo>
                  <a:lnTo>
                    <a:pt x="0" y="2668708"/>
                  </a:lnTo>
                  <a:lnTo>
                    <a:pt x="0" y="2636927"/>
                  </a:lnTo>
                  <a:lnTo>
                    <a:pt x="0" y="2605147"/>
                  </a:lnTo>
                  <a:lnTo>
                    <a:pt x="0" y="2573366"/>
                  </a:lnTo>
                  <a:lnTo>
                    <a:pt x="0" y="2541585"/>
                  </a:lnTo>
                  <a:lnTo>
                    <a:pt x="0" y="2509805"/>
                  </a:lnTo>
                  <a:lnTo>
                    <a:pt x="0" y="2478024"/>
                  </a:lnTo>
                  <a:lnTo>
                    <a:pt x="0" y="2446243"/>
                  </a:lnTo>
                  <a:lnTo>
                    <a:pt x="0" y="2414462"/>
                  </a:lnTo>
                  <a:lnTo>
                    <a:pt x="0" y="2382682"/>
                  </a:lnTo>
                  <a:lnTo>
                    <a:pt x="0" y="2350901"/>
                  </a:lnTo>
                  <a:lnTo>
                    <a:pt x="0" y="2319120"/>
                  </a:lnTo>
                  <a:lnTo>
                    <a:pt x="0" y="2287340"/>
                  </a:lnTo>
                  <a:lnTo>
                    <a:pt x="0" y="2255559"/>
                  </a:lnTo>
                  <a:lnTo>
                    <a:pt x="0" y="2223778"/>
                  </a:lnTo>
                  <a:lnTo>
                    <a:pt x="0" y="2191997"/>
                  </a:lnTo>
                  <a:lnTo>
                    <a:pt x="0" y="2160217"/>
                  </a:lnTo>
                  <a:lnTo>
                    <a:pt x="0" y="2128436"/>
                  </a:lnTo>
                  <a:lnTo>
                    <a:pt x="0" y="2096655"/>
                  </a:lnTo>
                  <a:lnTo>
                    <a:pt x="0" y="2064875"/>
                  </a:lnTo>
                  <a:lnTo>
                    <a:pt x="0" y="2033094"/>
                  </a:lnTo>
                  <a:lnTo>
                    <a:pt x="0" y="2001313"/>
                  </a:lnTo>
                  <a:lnTo>
                    <a:pt x="0" y="1969532"/>
                  </a:lnTo>
                  <a:lnTo>
                    <a:pt x="0" y="1937752"/>
                  </a:lnTo>
                  <a:lnTo>
                    <a:pt x="0" y="1905971"/>
                  </a:lnTo>
                  <a:lnTo>
                    <a:pt x="0" y="1874190"/>
                  </a:lnTo>
                  <a:lnTo>
                    <a:pt x="0" y="1842410"/>
                  </a:lnTo>
                  <a:lnTo>
                    <a:pt x="0" y="1810629"/>
                  </a:lnTo>
                  <a:lnTo>
                    <a:pt x="0" y="1778848"/>
                  </a:lnTo>
                  <a:lnTo>
                    <a:pt x="0" y="1747067"/>
                  </a:lnTo>
                  <a:lnTo>
                    <a:pt x="0" y="1715287"/>
                  </a:lnTo>
                  <a:lnTo>
                    <a:pt x="0" y="1683506"/>
                  </a:lnTo>
                  <a:lnTo>
                    <a:pt x="0" y="1651725"/>
                  </a:lnTo>
                  <a:lnTo>
                    <a:pt x="0" y="1619945"/>
                  </a:lnTo>
                  <a:lnTo>
                    <a:pt x="0" y="1588164"/>
                  </a:lnTo>
                  <a:lnTo>
                    <a:pt x="0" y="1556383"/>
                  </a:lnTo>
                  <a:lnTo>
                    <a:pt x="0" y="1524602"/>
                  </a:lnTo>
                  <a:lnTo>
                    <a:pt x="0" y="1492822"/>
                  </a:lnTo>
                  <a:lnTo>
                    <a:pt x="0" y="1461041"/>
                  </a:lnTo>
                  <a:lnTo>
                    <a:pt x="0" y="1429260"/>
                  </a:lnTo>
                  <a:lnTo>
                    <a:pt x="0" y="1397480"/>
                  </a:lnTo>
                  <a:lnTo>
                    <a:pt x="0" y="1365699"/>
                  </a:lnTo>
                  <a:lnTo>
                    <a:pt x="0" y="1333918"/>
                  </a:lnTo>
                  <a:lnTo>
                    <a:pt x="0" y="1302137"/>
                  </a:lnTo>
                  <a:lnTo>
                    <a:pt x="0" y="1270357"/>
                  </a:lnTo>
                  <a:lnTo>
                    <a:pt x="0" y="1238576"/>
                  </a:lnTo>
                  <a:lnTo>
                    <a:pt x="0" y="1206795"/>
                  </a:lnTo>
                  <a:lnTo>
                    <a:pt x="0" y="1175015"/>
                  </a:lnTo>
                  <a:lnTo>
                    <a:pt x="0" y="1143234"/>
                  </a:lnTo>
                  <a:lnTo>
                    <a:pt x="0" y="1111453"/>
                  </a:lnTo>
                  <a:lnTo>
                    <a:pt x="0" y="1079672"/>
                  </a:lnTo>
                  <a:lnTo>
                    <a:pt x="0" y="1047892"/>
                  </a:lnTo>
                  <a:lnTo>
                    <a:pt x="0" y="1016111"/>
                  </a:lnTo>
                  <a:lnTo>
                    <a:pt x="0" y="984330"/>
                  </a:lnTo>
                  <a:lnTo>
                    <a:pt x="0" y="952550"/>
                  </a:lnTo>
                  <a:lnTo>
                    <a:pt x="0" y="920769"/>
                  </a:lnTo>
                  <a:lnTo>
                    <a:pt x="0" y="888988"/>
                  </a:lnTo>
                  <a:lnTo>
                    <a:pt x="0" y="857207"/>
                  </a:lnTo>
                  <a:lnTo>
                    <a:pt x="0" y="825427"/>
                  </a:lnTo>
                  <a:lnTo>
                    <a:pt x="0" y="793646"/>
                  </a:lnTo>
                  <a:lnTo>
                    <a:pt x="0" y="761865"/>
                  </a:lnTo>
                  <a:lnTo>
                    <a:pt x="0" y="730085"/>
                  </a:lnTo>
                  <a:lnTo>
                    <a:pt x="0" y="698304"/>
                  </a:lnTo>
                  <a:lnTo>
                    <a:pt x="0" y="666523"/>
                  </a:lnTo>
                  <a:lnTo>
                    <a:pt x="0" y="634742"/>
                  </a:lnTo>
                  <a:lnTo>
                    <a:pt x="0" y="602962"/>
                  </a:lnTo>
                  <a:lnTo>
                    <a:pt x="0" y="571181"/>
                  </a:lnTo>
                  <a:lnTo>
                    <a:pt x="0" y="539400"/>
                  </a:lnTo>
                  <a:lnTo>
                    <a:pt x="0" y="507620"/>
                  </a:lnTo>
                  <a:lnTo>
                    <a:pt x="0" y="475839"/>
                  </a:lnTo>
                  <a:lnTo>
                    <a:pt x="0" y="444058"/>
                  </a:lnTo>
                  <a:lnTo>
                    <a:pt x="0" y="412277"/>
                  </a:lnTo>
                  <a:lnTo>
                    <a:pt x="0" y="380497"/>
                  </a:lnTo>
                  <a:lnTo>
                    <a:pt x="0" y="348716"/>
                  </a:lnTo>
                  <a:lnTo>
                    <a:pt x="0" y="316935"/>
                  </a:lnTo>
                  <a:lnTo>
                    <a:pt x="0" y="285155"/>
                  </a:lnTo>
                  <a:lnTo>
                    <a:pt x="0" y="253374"/>
                  </a:lnTo>
                  <a:lnTo>
                    <a:pt x="0" y="221593"/>
                  </a:lnTo>
                  <a:lnTo>
                    <a:pt x="0" y="189812"/>
                  </a:lnTo>
                  <a:lnTo>
                    <a:pt x="0" y="158032"/>
                  </a:lnTo>
                  <a:lnTo>
                    <a:pt x="0" y="126251"/>
                  </a:lnTo>
                  <a:lnTo>
                    <a:pt x="0" y="94470"/>
                  </a:lnTo>
                  <a:lnTo>
                    <a:pt x="0" y="62690"/>
                  </a:lnTo>
                  <a:lnTo>
                    <a:pt x="0" y="30909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" name="pl11"/>
            <p:cNvSpPr/>
            <p:nvPr/>
          </p:nvSpPr>
          <p:spPr>
            <a:xfrm>
              <a:off x="6058387" y="1848078"/>
              <a:ext cx="0" cy="3619485"/>
            </a:xfrm>
            <a:custGeom>
              <a:avLst/>
              <a:gdLst/>
              <a:ahLst/>
              <a:cxnLst/>
              <a:rect l="0" t="0" r="0" b="0"/>
              <a:pathLst>
                <a:path h="2714613">
                  <a:moveTo>
                    <a:pt x="0" y="2714613"/>
                  </a:moveTo>
                  <a:lnTo>
                    <a:pt x="0" y="2700489"/>
                  </a:lnTo>
                  <a:lnTo>
                    <a:pt x="0" y="2668708"/>
                  </a:lnTo>
                  <a:lnTo>
                    <a:pt x="0" y="2636927"/>
                  </a:lnTo>
                  <a:lnTo>
                    <a:pt x="0" y="2605147"/>
                  </a:lnTo>
                  <a:lnTo>
                    <a:pt x="0" y="2573366"/>
                  </a:lnTo>
                  <a:lnTo>
                    <a:pt x="0" y="2541585"/>
                  </a:lnTo>
                  <a:lnTo>
                    <a:pt x="0" y="2509805"/>
                  </a:lnTo>
                  <a:lnTo>
                    <a:pt x="0" y="2478024"/>
                  </a:lnTo>
                  <a:lnTo>
                    <a:pt x="0" y="2446243"/>
                  </a:lnTo>
                  <a:lnTo>
                    <a:pt x="0" y="2414462"/>
                  </a:lnTo>
                  <a:lnTo>
                    <a:pt x="0" y="2382682"/>
                  </a:lnTo>
                  <a:lnTo>
                    <a:pt x="0" y="2350901"/>
                  </a:lnTo>
                  <a:lnTo>
                    <a:pt x="0" y="2319120"/>
                  </a:lnTo>
                  <a:lnTo>
                    <a:pt x="0" y="2287340"/>
                  </a:lnTo>
                  <a:lnTo>
                    <a:pt x="0" y="2255559"/>
                  </a:lnTo>
                  <a:lnTo>
                    <a:pt x="0" y="2223778"/>
                  </a:lnTo>
                  <a:lnTo>
                    <a:pt x="0" y="2191997"/>
                  </a:lnTo>
                  <a:lnTo>
                    <a:pt x="0" y="2160217"/>
                  </a:lnTo>
                  <a:lnTo>
                    <a:pt x="0" y="2128436"/>
                  </a:lnTo>
                  <a:lnTo>
                    <a:pt x="0" y="2096655"/>
                  </a:lnTo>
                  <a:lnTo>
                    <a:pt x="0" y="2064875"/>
                  </a:lnTo>
                  <a:lnTo>
                    <a:pt x="0" y="2033094"/>
                  </a:lnTo>
                  <a:lnTo>
                    <a:pt x="0" y="2001313"/>
                  </a:lnTo>
                  <a:lnTo>
                    <a:pt x="0" y="1969532"/>
                  </a:lnTo>
                  <a:lnTo>
                    <a:pt x="0" y="1937752"/>
                  </a:lnTo>
                  <a:lnTo>
                    <a:pt x="0" y="1905971"/>
                  </a:lnTo>
                  <a:lnTo>
                    <a:pt x="0" y="1874190"/>
                  </a:lnTo>
                  <a:lnTo>
                    <a:pt x="0" y="1842410"/>
                  </a:lnTo>
                  <a:lnTo>
                    <a:pt x="0" y="1810629"/>
                  </a:lnTo>
                  <a:lnTo>
                    <a:pt x="0" y="1778848"/>
                  </a:lnTo>
                  <a:lnTo>
                    <a:pt x="0" y="1747067"/>
                  </a:lnTo>
                  <a:lnTo>
                    <a:pt x="0" y="1715287"/>
                  </a:lnTo>
                  <a:lnTo>
                    <a:pt x="0" y="1683506"/>
                  </a:lnTo>
                  <a:lnTo>
                    <a:pt x="0" y="1651725"/>
                  </a:lnTo>
                  <a:lnTo>
                    <a:pt x="0" y="1619945"/>
                  </a:lnTo>
                  <a:lnTo>
                    <a:pt x="0" y="1588164"/>
                  </a:lnTo>
                  <a:lnTo>
                    <a:pt x="0" y="1556383"/>
                  </a:lnTo>
                  <a:lnTo>
                    <a:pt x="0" y="1524602"/>
                  </a:lnTo>
                  <a:lnTo>
                    <a:pt x="0" y="1492822"/>
                  </a:lnTo>
                  <a:lnTo>
                    <a:pt x="0" y="1461041"/>
                  </a:lnTo>
                  <a:lnTo>
                    <a:pt x="0" y="1429260"/>
                  </a:lnTo>
                  <a:lnTo>
                    <a:pt x="0" y="1397480"/>
                  </a:lnTo>
                  <a:lnTo>
                    <a:pt x="0" y="1365699"/>
                  </a:lnTo>
                  <a:lnTo>
                    <a:pt x="0" y="1333918"/>
                  </a:lnTo>
                  <a:lnTo>
                    <a:pt x="0" y="1302137"/>
                  </a:lnTo>
                  <a:lnTo>
                    <a:pt x="0" y="1270357"/>
                  </a:lnTo>
                  <a:lnTo>
                    <a:pt x="0" y="1238576"/>
                  </a:lnTo>
                  <a:lnTo>
                    <a:pt x="0" y="1206795"/>
                  </a:lnTo>
                  <a:lnTo>
                    <a:pt x="0" y="1175015"/>
                  </a:lnTo>
                  <a:lnTo>
                    <a:pt x="0" y="1143234"/>
                  </a:lnTo>
                  <a:lnTo>
                    <a:pt x="0" y="1111453"/>
                  </a:lnTo>
                  <a:lnTo>
                    <a:pt x="0" y="1079672"/>
                  </a:lnTo>
                  <a:lnTo>
                    <a:pt x="0" y="1047892"/>
                  </a:lnTo>
                  <a:lnTo>
                    <a:pt x="0" y="1016111"/>
                  </a:lnTo>
                  <a:lnTo>
                    <a:pt x="0" y="984330"/>
                  </a:lnTo>
                  <a:lnTo>
                    <a:pt x="0" y="952550"/>
                  </a:lnTo>
                  <a:lnTo>
                    <a:pt x="0" y="920769"/>
                  </a:lnTo>
                  <a:lnTo>
                    <a:pt x="0" y="888988"/>
                  </a:lnTo>
                  <a:lnTo>
                    <a:pt x="0" y="857207"/>
                  </a:lnTo>
                  <a:lnTo>
                    <a:pt x="0" y="825427"/>
                  </a:lnTo>
                  <a:lnTo>
                    <a:pt x="0" y="793646"/>
                  </a:lnTo>
                  <a:lnTo>
                    <a:pt x="0" y="761865"/>
                  </a:lnTo>
                  <a:lnTo>
                    <a:pt x="0" y="730085"/>
                  </a:lnTo>
                  <a:lnTo>
                    <a:pt x="0" y="698304"/>
                  </a:lnTo>
                  <a:lnTo>
                    <a:pt x="0" y="666523"/>
                  </a:lnTo>
                  <a:lnTo>
                    <a:pt x="0" y="634742"/>
                  </a:lnTo>
                  <a:lnTo>
                    <a:pt x="0" y="602962"/>
                  </a:lnTo>
                  <a:lnTo>
                    <a:pt x="0" y="571181"/>
                  </a:lnTo>
                  <a:lnTo>
                    <a:pt x="0" y="539400"/>
                  </a:lnTo>
                  <a:lnTo>
                    <a:pt x="0" y="507620"/>
                  </a:lnTo>
                  <a:lnTo>
                    <a:pt x="0" y="475839"/>
                  </a:lnTo>
                  <a:lnTo>
                    <a:pt x="0" y="444058"/>
                  </a:lnTo>
                  <a:lnTo>
                    <a:pt x="0" y="412277"/>
                  </a:lnTo>
                  <a:lnTo>
                    <a:pt x="0" y="380497"/>
                  </a:lnTo>
                  <a:lnTo>
                    <a:pt x="0" y="348716"/>
                  </a:lnTo>
                  <a:lnTo>
                    <a:pt x="0" y="316935"/>
                  </a:lnTo>
                  <a:lnTo>
                    <a:pt x="0" y="285155"/>
                  </a:lnTo>
                  <a:lnTo>
                    <a:pt x="0" y="253374"/>
                  </a:lnTo>
                  <a:lnTo>
                    <a:pt x="0" y="221593"/>
                  </a:lnTo>
                  <a:lnTo>
                    <a:pt x="0" y="189812"/>
                  </a:lnTo>
                  <a:lnTo>
                    <a:pt x="0" y="158032"/>
                  </a:lnTo>
                  <a:lnTo>
                    <a:pt x="0" y="126251"/>
                  </a:lnTo>
                  <a:lnTo>
                    <a:pt x="0" y="94470"/>
                  </a:lnTo>
                  <a:lnTo>
                    <a:pt x="0" y="62690"/>
                  </a:lnTo>
                  <a:lnTo>
                    <a:pt x="0" y="30909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" name="pl12"/>
            <p:cNvSpPr/>
            <p:nvPr/>
          </p:nvSpPr>
          <p:spPr>
            <a:xfrm>
              <a:off x="6627352" y="1848078"/>
              <a:ext cx="0" cy="3619485"/>
            </a:xfrm>
            <a:custGeom>
              <a:avLst/>
              <a:gdLst/>
              <a:ahLst/>
              <a:cxnLst/>
              <a:rect l="0" t="0" r="0" b="0"/>
              <a:pathLst>
                <a:path h="2714613">
                  <a:moveTo>
                    <a:pt x="0" y="2714613"/>
                  </a:moveTo>
                  <a:lnTo>
                    <a:pt x="0" y="2700489"/>
                  </a:lnTo>
                  <a:lnTo>
                    <a:pt x="0" y="2668708"/>
                  </a:lnTo>
                  <a:lnTo>
                    <a:pt x="0" y="2636927"/>
                  </a:lnTo>
                  <a:lnTo>
                    <a:pt x="0" y="2605147"/>
                  </a:lnTo>
                  <a:lnTo>
                    <a:pt x="0" y="2573366"/>
                  </a:lnTo>
                  <a:lnTo>
                    <a:pt x="0" y="2541585"/>
                  </a:lnTo>
                  <a:lnTo>
                    <a:pt x="0" y="2509805"/>
                  </a:lnTo>
                  <a:lnTo>
                    <a:pt x="0" y="2478024"/>
                  </a:lnTo>
                  <a:lnTo>
                    <a:pt x="0" y="2446243"/>
                  </a:lnTo>
                  <a:lnTo>
                    <a:pt x="0" y="2414462"/>
                  </a:lnTo>
                  <a:lnTo>
                    <a:pt x="0" y="2382682"/>
                  </a:lnTo>
                  <a:lnTo>
                    <a:pt x="0" y="2350901"/>
                  </a:lnTo>
                  <a:lnTo>
                    <a:pt x="0" y="2319120"/>
                  </a:lnTo>
                  <a:lnTo>
                    <a:pt x="0" y="2287340"/>
                  </a:lnTo>
                  <a:lnTo>
                    <a:pt x="0" y="2255559"/>
                  </a:lnTo>
                  <a:lnTo>
                    <a:pt x="0" y="2223778"/>
                  </a:lnTo>
                  <a:lnTo>
                    <a:pt x="0" y="2191997"/>
                  </a:lnTo>
                  <a:lnTo>
                    <a:pt x="0" y="2160217"/>
                  </a:lnTo>
                  <a:lnTo>
                    <a:pt x="0" y="2128436"/>
                  </a:lnTo>
                  <a:lnTo>
                    <a:pt x="0" y="2096655"/>
                  </a:lnTo>
                  <a:lnTo>
                    <a:pt x="0" y="2064875"/>
                  </a:lnTo>
                  <a:lnTo>
                    <a:pt x="0" y="2033094"/>
                  </a:lnTo>
                  <a:lnTo>
                    <a:pt x="0" y="2001313"/>
                  </a:lnTo>
                  <a:lnTo>
                    <a:pt x="0" y="1969532"/>
                  </a:lnTo>
                  <a:lnTo>
                    <a:pt x="0" y="1937752"/>
                  </a:lnTo>
                  <a:lnTo>
                    <a:pt x="0" y="1905971"/>
                  </a:lnTo>
                  <a:lnTo>
                    <a:pt x="0" y="1874190"/>
                  </a:lnTo>
                  <a:lnTo>
                    <a:pt x="0" y="1842410"/>
                  </a:lnTo>
                  <a:lnTo>
                    <a:pt x="0" y="1810629"/>
                  </a:lnTo>
                  <a:lnTo>
                    <a:pt x="0" y="1778848"/>
                  </a:lnTo>
                  <a:lnTo>
                    <a:pt x="0" y="1747067"/>
                  </a:lnTo>
                  <a:lnTo>
                    <a:pt x="0" y="1715287"/>
                  </a:lnTo>
                  <a:lnTo>
                    <a:pt x="0" y="1683506"/>
                  </a:lnTo>
                  <a:lnTo>
                    <a:pt x="0" y="1651725"/>
                  </a:lnTo>
                  <a:lnTo>
                    <a:pt x="0" y="1619945"/>
                  </a:lnTo>
                  <a:lnTo>
                    <a:pt x="0" y="1588164"/>
                  </a:lnTo>
                  <a:lnTo>
                    <a:pt x="0" y="1556383"/>
                  </a:lnTo>
                  <a:lnTo>
                    <a:pt x="0" y="1524602"/>
                  </a:lnTo>
                  <a:lnTo>
                    <a:pt x="0" y="1492822"/>
                  </a:lnTo>
                  <a:lnTo>
                    <a:pt x="0" y="1461041"/>
                  </a:lnTo>
                  <a:lnTo>
                    <a:pt x="0" y="1429260"/>
                  </a:lnTo>
                  <a:lnTo>
                    <a:pt x="0" y="1397480"/>
                  </a:lnTo>
                  <a:lnTo>
                    <a:pt x="0" y="1365699"/>
                  </a:lnTo>
                  <a:lnTo>
                    <a:pt x="0" y="1333918"/>
                  </a:lnTo>
                  <a:lnTo>
                    <a:pt x="0" y="1302137"/>
                  </a:lnTo>
                  <a:lnTo>
                    <a:pt x="0" y="1270357"/>
                  </a:lnTo>
                  <a:lnTo>
                    <a:pt x="0" y="1238576"/>
                  </a:lnTo>
                  <a:lnTo>
                    <a:pt x="0" y="1206795"/>
                  </a:lnTo>
                  <a:lnTo>
                    <a:pt x="0" y="1175015"/>
                  </a:lnTo>
                  <a:lnTo>
                    <a:pt x="0" y="1143234"/>
                  </a:lnTo>
                  <a:lnTo>
                    <a:pt x="0" y="1111453"/>
                  </a:lnTo>
                  <a:lnTo>
                    <a:pt x="0" y="1079672"/>
                  </a:lnTo>
                  <a:lnTo>
                    <a:pt x="0" y="1047892"/>
                  </a:lnTo>
                  <a:lnTo>
                    <a:pt x="0" y="1016111"/>
                  </a:lnTo>
                  <a:lnTo>
                    <a:pt x="0" y="984330"/>
                  </a:lnTo>
                  <a:lnTo>
                    <a:pt x="0" y="952550"/>
                  </a:lnTo>
                  <a:lnTo>
                    <a:pt x="0" y="920769"/>
                  </a:lnTo>
                  <a:lnTo>
                    <a:pt x="0" y="888988"/>
                  </a:lnTo>
                  <a:lnTo>
                    <a:pt x="0" y="857207"/>
                  </a:lnTo>
                  <a:lnTo>
                    <a:pt x="0" y="825427"/>
                  </a:lnTo>
                  <a:lnTo>
                    <a:pt x="0" y="793646"/>
                  </a:lnTo>
                  <a:lnTo>
                    <a:pt x="0" y="761865"/>
                  </a:lnTo>
                  <a:lnTo>
                    <a:pt x="0" y="730085"/>
                  </a:lnTo>
                  <a:lnTo>
                    <a:pt x="0" y="698304"/>
                  </a:lnTo>
                  <a:lnTo>
                    <a:pt x="0" y="666523"/>
                  </a:lnTo>
                  <a:lnTo>
                    <a:pt x="0" y="634742"/>
                  </a:lnTo>
                  <a:lnTo>
                    <a:pt x="0" y="602962"/>
                  </a:lnTo>
                  <a:lnTo>
                    <a:pt x="0" y="571181"/>
                  </a:lnTo>
                  <a:lnTo>
                    <a:pt x="0" y="539400"/>
                  </a:lnTo>
                  <a:lnTo>
                    <a:pt x="0" y="507620"/>
                  </a:lnTo>
                  <a:lnTo>
                    <a:pt x="0" y="475839"/>
                  </a:lnTo>
                  <a:lnTo>
                    <a:pt x="0" y="444058"/>
                  </a:lnTo>
                  <a:lnTo>
                    <a:pt x="0" y="412277"/>
                  </a:lnTo>
                  <a:lnTo>
                    <a:pt x="0" y="380497"/>
                  </a:lnTo>
                  <a:lnTo>
                    <a:pt x="0" y="348716"/>
                  </a:lnTo>
                  <a:lnTo>
                    <a:pt x="0" y="316935"/>
                  </a:lnTo>
                  <a:lnTo>
                    <a:pt x="0" y="285155"/>
                  </a:lnTo>
                  <a:lnTo>
                    <a:pt x="0" y="253374"/>
                  </a:lnTo>
                  <a:lnTo>
                    <a:pt x="0" y="221593"/>
                  </a:lnTo>
                  <a:lnTo>
                    <a:pt x="0" y="189812"/>
                  </a:lnTo>
                  <a:lnTo>
                    <a:pt x="0" y="158032"/>
                  </a:lnTo>
                  <a:lnTo>
                    <a:pt x="0" y="126251"/>
                  </a:lnTo>
                  <a:lnTo>
                    <a:pt x="0" y="94470"/>
                  </a:lnTo>
                  <a:lnTo>
                    <a:pt x="0" y="62690"/>
                  </a:lnTo>
                  <a:lnTo>
                    <a:pt x="0" y="30909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" name="pl13"/>
            <p:cNvSpPr/>
            <p:nvPr/>
          </p:nvSpPr>
          <p:spPr>
            <a:xfrm>
              <a:off x="7196316" y="1848078"/>
              <a:ext cx="0" cy="3619485"/>
            </a:xfrm>
            <a:custGeom>
              <a:avLst/>
              <a:gdLst/>
              <a:ahLst/>
              <a:cxnLst/>
              <a:rect l="0" t="0" r="0" b="0"/>
              <a:pathLst>
                <a:path h="2714613">
                  <a:moveTo>
                    <a:pt x="0" y="2714613"/>
                  </a:moveTo>
                  <a:lnTo>
                    <a:pt x="0" y="2700489"/>
                  </a:lnTo>
                  <a:lnTo>
                    <a:pt x="0" y="2668708"/>
                  </a:lnTo>
                  <a:lnTo>
                    <a:pt x="0" y="2636927"/>
                  </a:lnTo>
                  <a:lnTo>
                    <a:pt x="0" y="2605147"/>
                  </a:lnTo>
                  <a:lnTo>
                    <a:pt x="0" y="2573366"/>
                  </a:lnTo>
                  <a:lnTo>
                    <a:pt x="0" y="2541585"/>
                  </a:lnTo>
                  <a:lnTo>
                    <a:pt x="0" y="2509805"/>
                  </a:lnTo>
                  <a:lnTo>
                    <a:pt x="0" y="2478024"/>
                  </a:lnTo>
                  <a:lnTo>
                    <a:pt x="0" y="2446243"/>
                  </a:lnTo>
                  <a:lnTo>
                    <a:pt x="0" y="2414462"/>
                  </a:lnTo>
                  <a:lnTo>
                    <a:pt x="0" y="2382682"/>
                  </a:lnTo>
                  <a:lnTo>
                    <a:pt x="0" y="2350901"/>
                  </a:lnTo>
                  <a:lnTo>
                    <a:pt x="0" y="2319120"/>
                  </a:lnTo>
                  <a:lnTo>
                    <a:pt x="0" y="2287340"/>
                  </a:lnTo>
                  <a:lnTo>
                    <a:pt x="0" y="2255559"/>
                  </a:lnTo>
                  <a:lnTo>
                    <a:pt x="0" y="2223778"/>
                  </a:lnTo>
                  <a:lnTo>
                    <a:pt x="0" y="2191997"/>
                  </a:lnTo>
                  <a:lnTo>
                    <a:pt x="0" y="2160217"/>
                  </a:lnTo>
                  <a:lnTo>
                    <a:pt x="0" y="2128436"/>
                  </a:lnTo>
                  <a:lnTo>
                    <a:pt x="0" y="2096655"/>
                  </a:lnTo>
                  <a:lnTo>
                    <a:pt x="0" y="2064875"/>
                  </a:lnTo>
                  <a:lnTo>
                    <a:pt x="0" y="2033094"/>
                  </a:lnTo>
                  <a:lnTo>
                    <a:pt x="0" y="2001313"/>
                  </a:lnTo>
                  <a:lnTo>
                    <a:pt x="0" y="1969532"/>
                  </a:lnTo>
                  <a:lnTo>
                    <a:pt x="0" y="1937752"/>
                  </a:lnTo>
                  <a:lnTo>
                    <a:pt x="0" y="1905971"/>
                  </a:lnTo>
                  <a:lnTo>
                    <a:pt x="0" y="1874190"/>
                  </a:lnTo>
                  <a:lnTo>
                    <a:pt x="0" y="1842410"/>
                  </a:lnTo>
                  <a:lnTo>
                    <a:pt x="0" y="1810629"/>
                  </a:lnTo>
                  <a:lnTo>
                    <a:pt x="0" y="1778848"/>
                  </a:lnTo>
                  <a:lnTo>
                    <a:pt x="0" y="1747067"/>
                  </a:lnTo>
                  <a:lnTo>
                    <a:pt x="0" y="1715287"/>
                  </a:lnTo>
                  <a:lnTo>
                    <a:pt x="0" y="1683506"/>
                  </a:lnTo>
                  <a:lnTo>
                    <a:pt x="0" y="1651725"/>
                  </a:lnTo>
                  <a:lnTo>
                    <a:pt x="0" y="1619945"/>
                  </a:lnTo>
                  <a:lnTo>
                    <a:pt x="0" y="1588164"/>
                  </a:lnTo>
                  <a:lnTo>
                    <a:pt x="0" y="1556383"/>
                  </a:lnTo>
                  <a:lnTo>
                    <a:pt x="0" y="1524602"/>
                  </a:lnTo>
                  <a:lnTo>
                    <a:pt x="0" y="1492822"/>
                  </a:lnTo>
                  <a:lnTo>
                    <a:pt x="0" y="1461041"/>
                  </a:lnTo>
                  <a:lnTo>
                    <a:pt x="0" y="1429260"/>
                  </a:lnTo>
                  <a:lnTo>
                    <a:pt x="0" y="1397480"/>
                  </a:lnTo>
                  <a:lnTo>
                    <a:pt x="0" y="1365699"/>
                  </a:lnTo>
                  <a:lnTo>
                    <a:pt x="0" y="1333918"/>
                  </a:lnTo>
                  <a:lnTo>
                    <a:pt x="0" y="1302137"/>
                  </a:lnTo>
                  <a:lnTo>
                    <a:pt x="0" y="1270357"/>
                  </a:lnTo>
                  <a:lnTo>
                    <a:pt x="0" y="1238576"/>
                  </a:lnTo>
                  <a:lnTo>
                    <a:pt x="0" y="1206795"/>
                  </a:lnTo>
                  <a:lnTo>
                    <a:pt x="0" y="1175015"/>
                  </a:lnTo>
                  <a:lnTo>
                    <a:pt x="0" y="1143234"/>
                  </a:lnTo>
                  <a:lnTo>
                    <a:pt x="0" y="1111453"/>
                  </a:lnTo>
                  <a:lnTo>
                    <a:pt x="0" y="1079672"/>
                  </a:lnTo>
                  <a:lnTo>
                    <a:pt x="0" y="1047892"/>
                  </a:lnTo>
                  <a:lnTo>
                    <a:pt x="0" y="1016111"/>
                  </a:lnTo>
                  <a:lnTo>
                    <a:pt x="0" y="984330"/>
                  </a:lnTo>
                  <a:lnTo>
                    <a:pt x="0" y="952550"/>
                  </a:lnTo>
                  <a:lnTo>
                    <a:pt x="0" y="920769"/>
                  </a:lnTo>
                  <a:lnTo>
                    <a:pt x="0" y="888988"/>
                  </a:lnTo>
                  <a:lnTo>
                    <a:pt x="0" y="857207"/>
                  </a:lnTo>
                  <a:lnTo>
                    <a:pt x="0" y="825427"/>
                  </a:lnTo>
                  <a:lnTo>
                    <a:pt x="0" y="793646"/>
                  </a:lnTo>
                  <a:lnTo>
                    <a:pt x="0" y="761865"/>
                  </a:lnTo>
                  <a:lnTo>
                    <a:pt x="0" y="730085"/>
                  </a:lnTo>
                  <a:lnTo>
                    <a:pt x="0" y="698304"/>
                  </a:lnTo>
                  <a:lnTo>
                    <a:pt x="0" y="666523"/>
                  </a:lnTo>
                  <a:lnTo>
                    <a:pt x="0" y="634742"/>
                  </a:lnTo>
                  <a:lnTo>
                    <a:pt x="0" y="602962"/>
                  </a:lnTo>
                  <a:lnTo>
                    <a:pt x="0" y="571181"/>
                  </a:lnTo>
                  <a:lnTo>
                    <a:pt x="0" y="539400"/>
                  </a:lnTo>
                  <a:lnTo>
                    <a:pt x="0" y="507620"/>
                  </a:lnTo>
                  <a:lnTo>
                    <a:pt x="0" y="475839"/>
                  </a:lnTo>
                  <a:lnTo>
                    <a:pt x="0" y="444058"/>
                  </a:lnTo>
                  <a:lnTo>
                    <a:pt x="0" y="412277"/>
                  </a:lnTo>
                  <a:lnTo>
                    <a:pt x="0" y="380497"/>
                  </a:lnTo>
                  <a:lnTo>
                    <a:pt x="0" y="348716"/>
                  </a:lnTo>
                  <a:lnTo>
                    <a:pt x="0" y="316935"/>
                  </a:lnTo>
                  <a:lnTo>
                    <a:pt x="0" y="285155"/>
                  </a:lnTo>
                  <a:lnTo>
                    <a:pt x="0" y="253374"/>
                  </a:lnTo>
                  <a:lnTo>
                    <a:pt x="0" y="221593"/>
                  </a:lnTo>
                  <a:lnTo>
                    <a:pt x="0" y="189812"/>
                  </a:lnTo>
                  <a:lnTo>
                    <a:pt x="0" y="158032"/>
                  </a:lnTo>
                  <a:lnTo>
                    <a:pt x="0" y="126251"/>
                  </a:lnTo>
                  <a:lnTo>
                    <a:pt x="0" y="94470"/>
                  </a:lnTo>
                  <a:lnTo>
                    <a:pt x="0" y="62690"/>
                  </a:lnTo>
                  <a:lnTo>
                    <a:pt x="0" y="30909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" name="pl14"/>
            <p:cNvSpPr/>
            <p:nvPr/>
          </p:nvSpPr>
          <p:spPr>
            <a:xfrm>
              <a:off x="7765281" y="1848078"/>
              <a:ext cx="0" cy="3619485"/>
            </a:xfrm>
            <a:custGeom>
              <a:avLst/>
              <a:gdLst/>
              <a:ahLst/>
              <a:cxnLst/>
              <a:rect l="0" t="0" r="0" b="0"/>
              <a:pathLst>
                <a:path h="2714613">
                  <a:moveTo>
                    <a:pt x="0" y="2714613"/>
                  </a:moveTo>
                  <a:lnTo>
                    <a:pt x="0" y="2700489"/>
                  </a:lnTo>
                  <a:lnTo>
                    <a:pt x="0" y="2668708"/>
                  </a:lnTo>
                  <a:lnTo>
                    <a:pt x="0" y="2636927"/>
                  </a:lnTo>
                  <a:lnTo>
                    <a:pt x="0" y="2605147"/>
                  </a:lnTo>
                  <a:lnTo>
                    <a:pt x="0" y="2573366"/>
                  </a:lnTo>
                  <a:lnTo>
                    <a:pt x="0" y="2541585"/>
                  </a:lnTo>
                  <a:lnTo>
                    <a:pt x="0" y="2509805"/>
                  </a:lnTo>
                  <a:lnTo>
                    <a:pt x="0" y="2478024"/>
                  </a:lnTo>
                  <a:lnTo>
                    <a:pt x="0" y="2446243"/>
                  </a:lnTo>
                  <a:lnTo>
                    <a:pt x="0" y="2414462"/>
                  </a:lnTo>
                  <a:lnTo>
                    <a:pt x="0" y="2382682"/>
                  </a:lnTo>
                  <a:lnTo>
                    <a:pt x="0" y="2350901"/>
                  </a:lnTo>
                  <a:lnTo>
                    <a:pt x="0" y="2319120"/>
                  </a:lnTo>
                  <a:lnTo>
                    <a:pt x="0" y="2287340"/>
                  </a:lnTo>
                  <a:lnTo>
                    <a:pt x="0" y="2255559"/>
                  </a:lnTo>
                  <a:lnTo>
                    <a:pt x="0" y="2223778"/>
                  </a:lnTo>
                  <a:lnTo>
                    <a:pt x="0" y="2191997"/>
                  </a:lnTo>
                  <a:lnTo>
                    <a:pt x="0" y="2160217"/>
                  </a:lnTo>
                  <a:lnTo>
                    <a:pt x="0" y="2128436"/>
                  </a:lnTo>
                  <a:lnTo>
                    <a:pt x="0" y="2096655"/>
                  </a:lnTo>
                  <a:lnTo>
                    <a:pt x="0" y="2064875"/>
                  </a:lnTo>
                  <a:lnTo>
                    <a:pt x="0" y="2033094"/>
                  </a:lnTo>
                  <a:lnTo>
                    <a:pt x="0" y="2001313"/>
                  </a:lnTo>
                  <a:lnTo>
                    <a:pt x="0" y="1969532"/>
                  </a:lnTo>
                  <a:lnTo>
                    <a:pt x="0" y="1937752"/>
                  </a:lnTo>
                  <a:lnTo>
                    <a:pt x="0" y="1905971"/>
                  </a:lnTo>
                  <a:lnTo>
                    <a:pt x="0" y="1874190"/>
                  </a:lnTo>
                  <a:lnTo>
                    <a:pt x="0" y="1842410"/>
                  </a:lnTo>
                  <a:lnTo>
                    <a:pt x="0" y="1810629"/>
                  </a:lnTo>
                  <a:lnTo>
                    <a:pt x="0" y="1778848"/>
                  </a:lnTo>
                  <a:lnTo>
                    <a:pt x="0" y="1747067"/>
                  </a:lnTo>
                  <a:lnTo>
                    <a:pt x="0" y="1715287"/>
                  </a:lnTo>
                  <a:lnTo>
                    <a:pt x="0" y="1683506"/>
                  </a:lnTo>
                  <a:lnTo>
                    <a:pt x="0" y="1651725"/>
                  </a:lnTo>
                  <a:lnTo>
                    <a:pt x="0" y="1619945"/>
                  </a:lnTo>
                  <a:lnTo>
                    <a:pt x="0" y="1588164"/>
                  </a:lnTo>
                  <a:lnTo>
                    <a:pt x="0" y="1556383"/>
                  </a:lnTo>
                  <a:lnTo>
                    <a:pt x="0" y="1524602"/>
                  </a:lnTo>
                  <a:lnTo>
                    <a:pt x="0" y="1492822"/>
                  </a:lnTo>
                  <a:lnTo>
                    <a:pt x="0" y="1461041"/>
                  </a:lnTo>
                  <a:lnTo>
                    <a:pt x="0" y="1429260"/>
                  </a:lnTo>
                  <a:lnTo>
                    <a:pt x="0" y="1397480"/>
                  </a:lnTo>
                  <a:lnTo>
                    <a:pt x="0" y="1365699"/>
                  </a:lnTo>
                  <a:lnTo>
                    <a:pt x="0" y="1333918"/>
                  </a:lnTo>
                  <a:lnTo>
                    <a:pt x="0" y="1302137"/>
                  </a:lnTo>
                  <a:lnTo>
                    <a:pt x="0" y="1270357"/>
                  </a:lnTo>
                  <a:lnTo>
                    <a:pt x="0" y="1238576"/>
                  </a:lnTo>
                  <a:lnTo>
                    <a:pt x="0" y="1206795"/>
                  </a:lnTo>
                  <a:lnTo>
                    <a:pt x="0" y="1175015"/>
                  </a:lnTo>
                  <a:lnTo>
                    <a:pt x="0" y="1143234"/>
                  </a:lnTo>
                  <a:lnTo>
                    <a:pt x="0" y="1111453"/>
                  </a:lnTo>
                  <a:lnTo>
                    <a:pt x="0" y="1079672"/>
                  </a:lnTo>
                  <a:lnTo>
                    <a:pt x="0" y="1047892"/>
                  </a:lnTo>
                  <a:lnTo>
                    <a:pt x="0" y="1016111"/>
                  </a:lnTo>
                  <a:lnTo>
                    <a:pt x="0" y="984330"/>
                  </a:lnTo>
                  <a:lnTo>
                    <a:pt x="0" y="952550"/>
                  </a:lnTo>
                  <a:lnTo>
                    <a:pt x="0" y="920769"/>
                  </a:lnTo>
                  <a:lnTo>
                    <a:pt x="0" y="888988"/>
                  </a:lnTo>
                  <a:lnTo>
                    <a:pt x="0" y="857207"/>
                  </a:lnTo>
                  <a:lnTo>
                    <a:pt x="0" y="825427"/>
                  </a:lnTo>
                  <a:lnTo>
                    <a:pt x="0" y="793646"/>
                  </a:lnTo>
                  <a:lnTo>
                    <a:pt x="0" y="761865"/>
                  </a:lnTo>
                  <a:lnTo>
                    <a:pt x="0" y="730085"/>
                  </a:lnTo>
                  <a:lnTo>
                    <a:pt x="0" y="698304"/>
                  </a:lnTo>
                  <a:lnTo>
                    <a:pt x="0" y="666523"/>
                  </a:lnTo>
                  <a:lnTo>
                    <a:pt x="0" y="634742"/>
                  </a:lnTo>
                  <a:lnTo>
                    <a:pt x="0" y="602962"/>
                  </a:lnTo>
                  <a:lnTo>
                    <a:pt x="0" y="571181"/>
                  </a:lnTo>
                  <a:lnTo>
                    <a:pt x="0" y="539400"/>
                  </a:lnTo>
                  <a:lnTo>
                    <a:pt x="0" y="507620"/>
                  </a:lnTo>
                  <a:lnTo>
                    <a:pt x="0" y="475839"/>
                  </a:lnTo>
                  <a:lnTo>
                    <a:pt x="0" y="444058"/>
                  </a:lnTo>
                  <a:lnTo>
                    <a:pt x="0" y="412277"/>
                  </a:lnTo>
                  <a:lnTo>
                    <a:pt x="0" y="380497"/>
                  </a:lnTo>
                  <a:lnTo>
                    <a:pt x="0" y="348716"/>
                  </a:lnTo>
                  <a:lnTo>
                    <a:pt x="0" y="316935"/>
                  </a:lnTo>
                  <a:lnTo>
                    <a:pt x="0" y="285155"/>
                  </a:lnTo>
                  <a:lnTo>
                    <a:pt x="0" y="253374"/>
                  </a:lnTo>
                  <a:lnTo>
                    <a:pt x="0" y="221593"/>
                  </a:lnTo>
                  <a:lnTo>
                    <a:pt x="0" y="189812"/>
                  </a:lnTo>
                  <a:lnTo>
                    <a:pt x="0" y="158032"/>
                  </a:lnTo>
                  <a:lnTo>
                    <a:pt x="0" y="126251"/>
                  </a:lnTo>
                  <a:lnTo>
                    <a:pt x="0" y="94470"/>
                  </a:lnTo>
                  <a:lnTo>
                    <a:pt x="0" y="62690"/>
                  </a:lnTo>
                  <a:lnTo>
                    <a:pt x="0" y="30909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" name="pl15"/>
            <p:cNvSpPr/>
            <p:nvPr/>
          </p:nvSpPr>
          <p:spPr>
            <a:xfrm>
              <a:off x="3342727" y="5130924"/>
              <a:ext cx="4668748" cy="0"/>
            </a:xfrm>
            <a:custGeom>
              <a:avLst/>
              <a:gdLst/>
              <a:ahLst/>
              <a:cxnLst/>
              <a:rect l="0" t="0" r="0" b="0"/>
              <a:pathLst>
                <a:path w="3501561">
                  <a:moveTo>
                    <a:pt x="0" y="0"/>
                  </a:moveTo>
                  <a:lnTo>
                    <a:pt x="19506" y="0"/>
                  </a:lnTo>
                  <a:lnTo>
                    <a:pt x="58299" y="0"/>
                  </a:lnTo>
                  <a:lnTo>
                    <a:pt x="97093" y="0"/>
                  </a:lnTo>
                  <a:lnTo>
                    <a:pt x="135886" y="0"/>
                  </a:lnTo>
                  <a:lnTo>
                    <a:pt x="174679" y="0"/>
                  </a:lnTo>
                  <a:lnTo>
                    <a:pt x="213472" y="0"/>
                  </a:lnTo>
                  <a:lnTo>
                    <a:pt x="252265" y="0"/>
                  </a:lnTo>
                  <a:lnTo>
                    <a:pt x="291058" y="0"/>
                  </a:lnTo>
                  <a:lnTo>
                    <a:pt x="329851" y="0"/>
                  </a:lnTo>
                  <a:lnTo>
                    <a:pt x="368644" y="0"/>
                  </a:lnTo>
                  <a:lnTo>
                    <a:pt x="407437" y="0"/>
                  </a:lnTo>
                  <a:lnTo>
                    <a:pt x="446230" y="0"/>
                  </a:lnTo>
                  <a:lnTo>
                    <a:pt x="485023" y="0"/>
                  </a:lnTo>
                  <a:lnTo>
                    <a:pt x="523816" y="0"/>
                  </a:lnTo>
                  <a:lnTo>
                    <a:pt x="562609" y="0"/>
                  </a:lnTo>
                  <a:lnTo>
                    <a:pt x="601402" y="0"/>
                  </a:lnTo>
                  <a:lnTo>
                    <a:pt x="640195" y="0"/>
                  </a:lnTo>
                  <a:lnTo>
                    <a:pt x="678988" y="0"/>
                  </a:lnTo>
                  <a:lnTo>
                    <a:pt x="717781" y="0"/>
                  </a:lnTo>
                  <a:lnTo>
                    <a:pt x="756574" y="0"/>
                  </a:lnTo>
                  <a:lnTo>
                    <a:pt x="795367" y="0"/>
                  </a:lnTo>
                  <a:lnTo>
                    <a:pt x="834160" y="0"/>
                  </a:lnTo>
                  <a:lnTo>
                    <a:pt x="872954" y="0"/>
                  </a:lnTo>
                  <a:lnTo>
                    <a:pt x="911747" y="0"/>
                  </a:lnTo>
                  <a:lnTo>
                    <a:pt x="950540" y="0"/>
                  </a:lnTo>
                  <a:lnTo>
                    <a:pt x="989333" y="0"/>
                  </a:lnTo>
                  <a:lnTo>
                    <a:pt x="1028126" y="0"/>
                  </a:lnTo>
                  <a:lnTo>
                    <a:pt x="1066919" y="0"/>
                  </a:lnTo>
                  <a:lnTo>
                    <a:pt x="1105712" y="0"/>
                  </a:lnTo>
                  <a:lnTo>
                    <a:pt x="1144505" y="0"/>
                  </a:lnTo>
                  <a:lnTo>
                    <a:pt x="1183298" y="0"/>
                  </a:lnTo>
                  <a:lnTo>
                    <a:pt x="1222091" y="0"/>
                  </a:lnTo>
                  <a:lnTo>
                    <a:pt x="1260884" y="0"/>
                  </a:lnTo>
                  <a:lnTo>
                    <a:pt x="1299677" y="0"/>
                  </a:lnTo>
                  <a:lnTo>
                    <a:pt x="1338470" y="0"/>
                  </a:lnTo>
                  <a:lnTo>
                    <a:pt x="1377263" y="0"/>
                  </a:lnTo>
                  <a:lnTo>
                    <a:pt x="1416056" y="0"/>
                  </a:lnTo>
                  <a:lnTo>
                    <a:pt x="1454849" y="0"/>
                  </a:lnTo>
                  <a:lnTo>
                    <a:pt x="1493642" y="0"/>
                  </a:lnTo>
                  <a:lnTo>
                    <a:pt x="1532435" y="0"/>
                  </a:lnTo>
                  <a:lnTo>
                    <a:pt x="1571228" y="0"/>
                  </a:lnTo>
                  <a:lnTo>
                    <a:pt x="1610021" y="0"/>
                  </a:lnTo>
                  <a:lnTo>
                    <a:pt x="1648815" y="0"/>
                  </a:lnTo>
                  <a:lnTo>
                    <a:pt x="1687608" y="0"/>
                  </a:lnTo>
                  <a:lnTo>
                    <a:pt x="1726401" y="0"/>
                  </a:lnTo>
                  <a:lnTo>
                    <a:pt x="1765194" y="0"/>
                  </a:lnTo>
                  <a:lnTo>
                    <a:pt x="1803987" y="0"/>
                  </a:lnTo>
                  <a:lnTo>
                    <a:pt x="1842780" y="0"/>
                  </a:lnTo>
                  <a:lnTo>
                    <a:pt x="1881573" y="0"/>
                  </a:lnTo>
                  <a:lnTo>
                    <a:pt x="1920366" y="0"/>
                  </a:lnTo>
                  <a:lnTo>
                    <a:pt x="1959159" y="0"/>
                  </a:lnTo>
                  <a:lnTo>
                    <a:pt x="1997952" y="0"/>
                  </a:lnTo>
                  <a:lnTo>
                    <a:pt x="2036745" y="0"/>
                  </a:lnTo>
                  <a:lnTo>
                    <a:pt x="2075538" y="0"/>
                  </a:lnTo>
                  <a:lnTo>
                    <a:pt x="2114331" y="0"/>
                  </a:lnTo>
                  <a:lnTo>
                    <a:pt x="2153124" y="0"/>
                  </a:lnTo>
                  <a:lnTo>
                    <a:pt x="2191917" y="0"/>
                  </a:lnTo>
                  <a:lnTo>
                    <a:pt x="2230710" y="0"/>
                  </a:lnTo>
                  <a:lnTo>
                    <a:pt x="2269503" y="0"/>
                  </a:lnTo>
                  <a:lnTo>
                    <a:pt x="2308296" y="0"/>
                  </a:lnTo>
                  <a:lnTo>
                    <a:pt x="2347089" y="0"/>
                  </a:lnTo>
                  <a:lnTo>
                    <a:pt x="2385882" y="0"/>
                  </a:lnTo>
                  <a:lnTo>
                    <a:pt x="2424676" y="0"/>
                  </a:lnTo>
                  <a:lnTo>
                    <a:pt x="2463469" y="0"/>
                  </a:lnTo>
                  <a:lnTo>
                    <a:pt x="2502262" y="0"/>
                  </a:lnTo>
                  <a:lnTo>
                    <a:pt x="2541055" y="0"/>
                  </a:lnTo>
                  <a:lnTo>
                    <a:pt x="2579848" y="0"/>
                  </a:lnTo>
                  <a:lnTo>
                    <a:pt x="2618641" y="0"/>
                  </a:lnTo>
                  <a:lnTo>
                    <a:pt x="2657434" y="0"/>
                  </a:lnTo>
                  <a:lnTo>
                    <a:pt x="2696227" y="0"/>
                  </a:lnTo>
                  <a:lnTo>
                    <a:pt x="2735020" y="0"/>
                  </a:lnTo>
                  <a:lnTo>
                    <a:pt x="2773813" y="0"/>
                  </a:lnTo>
                  <a:lnTo>
                    <a:pt x="2812606" y="0"/>
                  </a:lnTo>
                  <a:lnTo>
                    <a:pt x="2851399" y="0"/>
                  </a:lnTo>
                  <a:lnTo>
                    <a:pt x="2890192" y="0"/>
                  </a:lnTo>
                  <a:lnTo>
                    <a:pt x="2928985" y="0"/>
                  </a:lnTo>
                  <a:lnTo>
                    <a:pt x="2967778" y="0"/>
                  </a:lnTo>
                  <a:lnTo>
                    <a:pt x="3006571" y="0"/>
                  </a:lnTo>
                  <a:lnTo>
                    <a:pt x="3045364" y="0"/>
                  </a:lnTo>
                  <a:lnTo>
                    <a:pt x="3084157" y="0"/>
                  </a:lnTo>
                  <a:lnTo>
                    <a:pt x="3122950" y="0"/>
                  </a:lnTo>
                  <a:lnTo>
                    <a:pt x="3161743" y="0"/>
                  </a:lnTo>
                  <a:lnTo>
                    <a:pt x="3200537" y="0"/>
                  </a:lnTo>
                  <a:lnTo>
                    <a:pt x="3239330" y="0"/>
                  </a:lnTo>
                  <a:lnTo>
                    <a:pt x="3278123" y="0"/>
                  </a:lnTo>
                  <a:lnTo>
                    <a:pt x="3316916" y="0"/>
                  </a:lnTo>
                  <a:lnTo>
                    <a:pt x="3355709" y="0"/>
                  </a:lnTo>
                  <a:lnTo>
                    <a:pt x="3394502" y="0"/>
                  </a:lnTo>
                  <a:lnTo>
                    <a:pt x="3433295" y="0"/>
                  </a:lnTo>
                  <a:lnTo>
                    <a:pt x="3472088" y="0"/>
                  </a:lnTo>
                  <a:lnTo>
                    <a:pt x="3501561" y="0"/>
                  </a:lnTo>
                  <a:lnTo>
                    <a:pt x="3501561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" name="pl16"/>
            <p:cNvSpPr/>
            <p:nvPr/>
          </p:nvSpPr>
          <p:spPr>
            <a:xfrm>
              <a:off x="3342727" y="4431748"/>
              <a:ext cx="4668748" cy="0"/>
            </a:xfrm>
            <a:custGeom>
              <a:avLst/>
              <a:gdLst/>
              <a:ahLst/>
              <a:cxnLst/>
              <a:rect l="0" t="0" r="0" b="0"/>
              <a:pathLst>
                <a:path w="3501561">
                  <a:moveTo>
                    <a:pt x="0" y="0"/>
                  </a:moveTo>
                  <a:lnTo>
                    <a:pt x="19506" y="0"/>
                  </a:lnTo>
                  <a:lnTo>
                    <a:pt x="58299" y="0"/>
                  </a:lnTo>
                  <a:lnTo>
                    <a:pt x="97093" y="0"/>
                  </a:lnTo>
                  <a:lnTo>
                    <a:pt x="135886" y="0"/>
                  </a:lnTo>
                  <a:lnTo>
                    <a:pt x="174679" y="0"/>
                  </a:lnTo>
                  <a:lnTo>
                    <a:pt x="213472" y="0"/>
                  </a:lnTo>
                  <a:lnTo>
                    <a:pt x="252265" y="0"/>
                  </a:lnTo>
                  <a:lnTo>
                    <a:pt x="291058" y="0"/>
                  </a:lnTo>
                  <a:lnTo>
                    <a:pt x="329851" y="0"/>
                  </a:lnTo>
                  <a:lnTo>
                    <a:pt x="368644" y="0"/>
                  </a:lnTo>
                  <a:lnTo>
                    <a:pt x="407437" y="0"/>
                  </a:lnTo>
                  <a:lnTo>
                    <a:pt x="446230" y="0"/>
                  </a:lnTo>
                  <a:lnTo>
                    <a:pt x="485023" y="0"/>
                  </a:lnTo>
                  <a:lnTo>
                    <a:pt x="523816" y="0"/>
                  </a:lnTo>
                  <a:lnTo>
                    <a:pt x="562609" y="0"/>
                  </a:lnTo>
                  <a:lnTo>
                    <a:pt x="601402" y="0"/>
                  </a:lnTo>
                  <a:lnTo>
                    <a:pt x="640195" y="0"/>
                  </a:lnTo>
                  <a:lnTo>
                    <a:pt x="678988" y="0"/>
                  </a:lnTo>
                  <a:lnTo>
                    <a:pt x="717781" y="0"/>
                  </a:lnTo>
                  <a:lnTo>
                    <a:pt x="756574" y="0"/>
                  </a:lnTo>
                  <a:lnTo>
                    <a:pt x="795367" y="0"/>
                  </a:lnTo>
                  <a:lnTo>
                    <a:pt x="834160" y="0"/>
                  </a:lnTo>
                  <a:lnTo>
                    <a:pt x="872954" y="0"/>
                  </a:lnTo>
                  <a:lnTo>
                    <a:pt x="911747" y="0"/>
                  </a:lnTo>
                  <a:lnTo>
                    <a:pt x="950540" y="0"/>
                  </a:lnTo>
                  <a:lnTo>
                    <a:pt x="989333" y="0"/>
                  </a:lnTo>
                  <a:lnTo>
                    <a:pt x="1028126" y="0"/>
                  </a:lnTo>
                  <a:lnTo>
                    <a:pt x="1066919" y="0"/>
                  </a:lnTo>
                  <a:lnTo>
                    <a:pt x="1105712" y="0"/>
                  </a:lnTo>
                  <a:lnTo>
                    <a:pt x="1144505" y="0"/>
                  </a:lnTo>
                  <a:lnTo>
                    <a:pt x="1183298" y="0"/>
                  </a:lnTo>
                  <a:lnTo>
                    <a:pt x="1222091" y="0"/>
                  </a:lnTo>
                  <a:lnTo>
                    <a:pt x="1260884" y="0"/>
                  </a:lnTo>
                  <a:lnTo>
                    <a:pt x="1299677" y="0"/>
                  </a:lnTo>
                  <a:lnTo>
                    <a:pt x="1338470" y="0"/>
                  </a:lnTo>
                  <a:lnTo>
                    <a:pt x="1377263" y="0"/>
                  </a:lnTo>
                  <a:lnTo>
                    <a:pt x="1416056" y="0"/>
                  </a:lnTo>
                  <a:lnTo>
                    <a:pt x="1454849" y="0"/>
                  </a:lnTo>
                  <a:lnTo>
                    <a:pt x="1493642" y="0"/>
                  </a:lnTo>
                  <a:lnTo>
                    <a:pt x="1532435" y="0"/>
                  </a:lnTo>
                  <a:lnTo>
                    <a:pt x="1571228" y="0"/>
                  </a:lnTo>
                  <a:lnTo>
                    <a:pt x="1610021" y="0"/>
                  </a:lnTo>
                  <a:lnTo>
                    <a:pt x="1648815" y="0"/>
                  </a:lnTo>
                  <a:lnTo>
                    <a:pt x="1687608" y="0"/>
                  </a:lnTo>
                  <a:lnTo>
                    <a:pt x="1726401" y="0"/>
                  </a:lnTo>
                  <a:lnTo>
                    <a:pt x="1765194" y="0"/>
                  </a:lnTo>
                  <a:lnTo>
                    <a:pt x="1803987" y="0"/>
                  </a:lnTo>
                  <a:lnTo>
                    <a:pt x="1842780" y="0"/>
                  </a:lnTo>
                  <a:lnTo>
                    <a:pt x="1881573" y="0"/>
                  </a:lnTo>
                  <a:lnTo>
                    <a:pt x="1920366" y="0"/>
                  </a:lnTo>
                  <a:lnTo>
                    <a:pt x="1959159" y="0"/>
                  </a:lnTo>
                  <a:lnTo>
                    <a:pt x="1997952" y="0"/>
                  </a:lnTo>
                  <a:lnTo>
                    <a:pt x="2036745" y="0"/>
                  </a:lnTo>
                  <a:lnTo>
                    <a:pt x="2075538" y="0"/>
                  </a:lnTo>
                  <a:lnTo>
                    <a:pt x="2114331" y="0"/>
                  </a:lnTo>
                  <a:lnTo>
                    <a:pt x="2153124" y="0"/>
                  </a:lnTo>
                  <a:lnTo>
                    <a:pt x="2191917" y="0"/>
                  </a:lnTo>
                  <a:lnTo>
                    <a:pt x="2230710" y="0"/>
                  </a:lnTo>
                  <a:lnTo>
                    <a:pt x="2269503" y="0"/>
                  </a:lnTo>
                  <a:lnTo>
                    <a:pt x="2308296" y="0"/>
                  </a:lnTo>
                  <a:lnTo>
                    <a:pt x="2347089" y="0"/>
                  </a:lnTo>
                  <a:lnTo>
                    <a:pt x="2385882" y="0"/>
                  </a:lnTo>
                  <a:lnTo>
                    <a:pt x="2424676" y="0"/>
                  </a:lnTo>
                  <a:lnTo>
                    <a:pt x="2463469" y="0"/>
                  </a:lnTo>
                  <a:lnTo>
                    <a:pt x="2502262" y="0"/>
                  </a:lnTo>
                  <a:lnTo>
                    <a:pt x="2541055" y="0"/>
                  </a:lnTo>
                  <a:lnTo>
                    <a:pt x="2579848" y="0"/>
                  </a:lnTo>
                  <a:lnTo>
                    <a:pt x="2618641" y="0"/>
                  </a:lnTo>
                  <a:lnTo>
                    <a:pt x="2657434" y="0"/>
                  </a:lnTo>
                  <a:lnTo>
                    <a:pt x="2696227" y="0"/>
                  </a:lnTo>
                  <a:lnTo>
                    <a:pt x="2735020" y="0"/>
                  </a:lnTo>
                  <a:lnTo>
                    <a:pt x="2773813" y="0"/>
                  </a:lnTo>
                  <a:lnTo>
                    <a:pt x="2812606" y="0"/>
                  </a:lnTo>
                  <a:lnTo>
                    <a:pt x="2851399" y="0"/>
                  </a:lnTo>
                  <a:lnTo>
                    <a:pt x="2890192" y="0"/>
                  </a:lnTo>
                  <a:lnTo>
                    <a:pt x="2928985" y="0"/>
                  </a:lnTo>
                  <a:lnTo>
                    <a:pt x="2967778" y="0"/>
                  </a:lnTo>
                  <a:lnTo>
                    <a:pt x="3006571" y="0"/>
                  </a:lnTo>
                  <a:lnTo>
                    <a:pt x="3045364" y="0"/>
                  </a:lnTo>
                  <a:lnTo>
                    <a:pt x="3084157" y="0"/>
                  </a:lnTo>
                  <a:lnTo>
                    <a:pt x="3122950" y="0"/>
                  </a:lnTo>
                  <a:lnTo>
                    <a:pt x="3161743" y="0"/>
                  </a:lnTo>
                  <a:lnTo>
                    <a:pt x="3200537" y="0"/>
                  </a:lnTo>
                  <a:lnTo>
                    <a:pt x="3239330" y="0"/>
                  </a:lnTo>
                  <a:lnTo>
                    <a:pt x="3278123" y="0"/>
                  </a:lnTo>
                  <a:lnTo>
                    <a:pt x="3316916" y="0"/>
                  </a:lnTo>
                  <a:lnTo>
                    <a:pt x="3355709" y="0"/>
                  </a:lnTo>
                  <a:lnTo>
                    <a:pt x="3394502" y="0"/>
                  </a:lnTo>
                  <a:lnTo>
                    <a:pt x="3433295" y="0"/>
                  </a:lnTo>
                  <a:lnTo>
                    <a:pt x="3472088" y="0"/>
                  </a:lnTo>
                  <a:lnTo>
                    <a:pt x="3501561" y="0"/>
                  </a:lnTo>
                  <a:lnTo>
                    <a:pt x="3501561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" name="pl17"/>
            <p:cNvSpPr/>
            <p:nvPr/>
          </p:nvSpPr>
          <p:spPr>
            <a:xfrm>
              <a:off x="3342727" y="3732572"/>
              <a:ext cx="4668748" cy="0"/>
            </a:xfrm>
            <a:custGeom>
              <a:avLst/>
              <a:gdLst/>
              <a:ahLst/>
              <a:cxnLst/>
              <a:rect l="0" t="0" r="0" b="0"/>
              <a:pathLst>
                <a:path w="3501561">
                  <a:moveTo>
                    <a:pt x="0" y="0"/>
                  </a:moveTo>
                  <a:lnTo>
                    <a:pt x="19506" y="0"/>
                  </a:lnTo>
                  <a:lnTo>
                    <a:pt x="58299" y="0"/>
                  </a:lnTo>
                  <a:lnTo>
                    <a:pt x="97093" y="0"/>
                  </a:lnTo>
                  <a:lnTo>
                    <a:pt x="135886" y="0"/>
                  </a:lnTo>
                  <a:lnTo>
                    <a:pt x="174679" y="0"/>
                  </a:lnTo>
                  <a:lnTo>
                    <a:pt x="213472" y="0"/>
                  </a:lnTo>
                  <a:lnTo>
                    <a:pt x="252265" y="0"/>
                  </a:lnTo>
                  <a:lnTo>
                    <a:pt x="291058" y="0"/>
                  </a:lnTo>
                  <a:lnTo>
                    <a:pt x="329851" y="0"/>
                  </a:lnTo>
                  <a:lnTo>
                    <a:pt x="368644" y="0"/>
                  </a:lnTo>
                  <a:lnTo>
                    <a:pt x="407437" y="0"/>
                  </a:lnTo>
                  <a:lnTo>
                    <a:pt x="446230" y="0"/>
                  </a:lnTo>
                  <a:lnTo>
                    <a:pt x="485023" y="0"/>
                  </a:lnTo>
                  <a:lnTo>
                    <a:pt x="523816" y="0"/>
                  </a:lnTo>
                  <a:lnTo>
                    <a:pt x="562609" y="0"/>
                  </a:lnTo>
                  <a:lnTo>
                    <a:pt x="601402" y="0"/>
                  </a:lnTo>
                  <a:lnTo>
                    <a:pt x="640195" y="0"/>
                  </a:lnTo>
                  <a:lnTo>
                    <a:pt x="678988" y="0"/>
                  </a:lnTo>
                  <a:lnTo>
                    <a:pt x="717781" y="0"/>
                  </a:lnTo>
                  <a:lnTo>
                    <a:pt x="756574" y="0"/>
                  </a:lnTo>
                  <a:lnTo>
                    <a:pt x="795367" y="0"/>
                  </a:lnTo>
                  <a:lnTo>
                    <a:pt x="834160" y="0"/>
                  </a:lnTo>
                  <a:lnTo>
                    <a:pt x="872954" y="0"/>
                  </a:lnTo>
                  <a:lnTo>
                    <a:pt x="911747" y="0"/>
                  </a:lnTo>
                  <a:lnTo>
                    <a:pt x="950540" y="0"/>
                  </a:lnTo>
                  <a:lnTo>
                    <a:pt x="989333" y="0"/>
                  </a:lnTo>
                  <a:lnTo>
                    <a:pt x="1028126" y="0"/>
                  </a:lnTo>
                  <a:lnTo>
                    <a:pt x="1066919" y="0"/>
                  </a:lnTo>
                  <a:lnTo>
                    <a:pt x="1105712" y="0"/>
                  </a:lnTo>
                  <a:lnTo>
                    <a:pt x="1144505" y="0"/>
                  </a:lnTo>
                  <a:lnTo>
                    <a:pt x="1183298" y="0"/>
                  </a:lnTo>
                  <a:lnTo>
                    <a:pt x="1222091" y="0"/>
                  </a:lnTo>
                  <a:lnTo>
                    <a:pt x="1260884" y="0"/>
                  </a:lnTo>
                  <a:lnTo>
                    <a:pt x="1299677" y="0"/>
                  </a:lnTo>
                  <a:lnTo>
                    <a:pt x="1338470" y="0"/>
                  </a:lnTo>
                  <a:lnTo>
                    <a:pt x="1377263" y="0"/>
                  </a:lnTo>
                  <a:lnTo>
                    <a:pt x="1416056" y="0"/>
                  </a:lnTo>
                  <a:lnTo>
                    <a:pt x="1454849" y="0"/>
                  </a:lnTo>
                  <a:lnTo>
                    <a:pt x="1493642" y="0"/>
                  </a:lnTo>
                  <a:lnTo>
                    <a:pt x="1532435" y="0"/>
                  </a:lnTo>
                  <a:lnTo>
                    <a:pt x="1571228" y="0"/>
                  </a:lnTo>
                  <a:lnTo>
                    <a:pt x="1610021" y="0"/>
                  </a:lnTo>
                  <a:lnTo>
                    <a:pt x="1648815" y="0"/>
                  </a:lnTo>
                  <a:lnTo>
                    <a:pt x="1687608" y="0"/>
                  </a:lnTo>
                  <a:lnTo>
                    <a:pt x="1726401" y="0"/>
                  </a:lnTo>
                  <a:lnTo>
                    <a:pt x="1765194" y="0"/>
                  </a:lnTo>
                  <a:lnTo>
                    <a:pt x="1803987" y="0"/>
                  </a:lnTo>
                  <a:lnTo>
                    <a:pt x="1842780" y="0"/>
                  </a:lnTo>
                  <a:lnTo>
                    <a:pt x="1881573" y="0"/>
                  </a:lnTo>
                  <a:lnTo>
                    <a:pt x="1920366" y="0"/>
                  </a:lnTo>
                  <a:lnTo>
                    <a:pt x="1959159" y="0"/>
                  </a:lnTo>
                  <a:lnTo>
                    <a:pt x="1997952" y="0"/>
                  </a:lnTo>
                  <a:lnTo>
                    <a:pt x="2036745" y="0"/>
                  </a:lnTo>
                  <a:lnTo>
                    <a:pt x="2075538" y="0"/>
                  </a:lnTo>
                  <a:lnTo>
                    <a:pt x="2114331" y="0"/>
                  </a:lnTo>
                  <a:lnTo>
                    <a:pt x="2153124" y="0"/>
                  </a:lnTo>
                  <a:lnTo>
                    <a:pt x="2191917" y="0"/>
                  </a:lnTo>
                  <a:lnTo>
                    <a:pt x="2230710" y="0"/>
                  </a:lnTo>
                  <a:lnTo>
                    <a:pt x="2269503" y="0"/>
                  </a:lnTo>
                  <a:lnTo>
                    <a:pt x="2308296" y="0"/>
                  </a:lnTo>
                  <a:lnTo>
                    <a:pt x="2347089" y="0"/>
                  </a:lnTo>
                  <a:lnTo>
                    <a:pt x="2385882" y="0"/>
                  </a:lnTo>
                  <a:lnTo>
                    <a:pt x="2424676" y="0"/>
                  </a:lnTo>
                  <a:lnTo>
                    <a:pt x="2463469" y="0"/>
                  </a:lnTo>
                  <a:lnTo>
                    <a:pt x="2502262" y="0"/>
                  </a:lnTo>
                  <a:lnTo>
                    <a:pt x="2541055" y="0"/>
                  </a:lnTo>
                  <a:lnTo>
                    <a:pt x="2579848" y="0"/>
                  </a:lnTo>
                  <a:lnTo>
                    <a:pt x="2618641" y="0"/>
                  </a:lnTo>
                  <a:lnTo>
                    <a:pt x="2657434" y="0"/>
                  </a:lnTo>
                  <a:lnTo>
                    <a:pt x="2696227" y="0"/>
                  </a:lnTo>
                  <a:lnTo>
                    <a:pt x="2735020" y="0"/>
                  </a:lnTo>
                  <a:lnTo>
                    <a:pt x="2773813" y="0"/>
                  </a:lnTo>
                  <a:lnTo>
                    <a:pt x="2812606" y="0"/>
                  </a:lnTo>
                  <a:lnTo>
                    <a:pt x="2851399" y="0"/>
                  </a:lnTo>
                  <a:lnTo>
                    <a:pt x="2890192" y="0"/>
                  </a:lnTo>
                  <a:lnTo>
                    <a:pt x="2928985" y="0"/>
                  </a:lnTo>
                  <a:lnTo>
                    <a:pt x="2967778" y="0"/>
                  </a:lnTo>
                  <a:lnTo>
                    <a:pt x="3006571" y="0"/>
                  </a:lnTo>
                  <a:lnTo>
                    <a:pt x="3045364" y="0"/>
                  </a:lnTo>
                  <a:lnTo>
                    <a:pt x="3084157" y="0"/>
                  </a:lnTo>
                  <a:lnTo>
                    <a:pt x="3122950" y="0"/>
                  </a:lnTo>
                  <a:lnTo>
                    <a:pt x="3161743" y="0"/>
                  </a:lnTo>
                  <a:lnTo>
                    <a:pt x="3200537" y="0"/>
                  </a:lnTo>
                  <a:lnTo>
                    <a:pt x="3239330" y="0"/>
                  </a:lnTo>
                  <a:lnTo>
                    <a:pt x="3278123" y="0"/>
                  </a:lnTo>
                  <a:lnTo>
                    <a:pt x="3316916" y="0"/>
                  </a:lnTo>
                  <a:lnTo>
                    <a:pt x="3355709" y="0"/>
                  </a:lnTo>
                  <a:lnTo>
                    <a:pt x="3394502" y="0"/>
                  </a:lnTo>
                  <a:lnTo>
                    <a:pt x="3433295" y="0"/>
                  </a:lnTo>
                  <a:lnTo>
                    <a:pt x="3472088" y="0"/>
                  </a:lnTo>
                  <a:lnTo>
                    <a:pt x="3501561" y="0"/>
                  </a:lnTo>
                  <a:lnTo>
                    <a:pt x="3501561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" name="pl18"/>
            <p:cNvSpPr/>
            <p:nvPr/>
          </p:nvSpPr>
          <p:spPr>
            <a:xfrm>
              <a:off x="3342727" y="3033396"/>
              <a:ext cx="4668748" cy="0"/>
            </a:xfrm>
            <a:custGeom>
              <a:avLst/>
              <a:gdLst/>
              <a:ahLst/>
              <a:cxnLst/>
              <a:rect l="0" t="0" r="0" b="0"/>
              <a:pathLst>
                <a:path w="3501561">
                  <a:moveTo>
                    <a:pt x="0" y="0"/>
                  </a:moveTo>
                  <a:lnTo>
                    <a:pt x="19506" y="0"/>
                  </a:lnTo>
                  <a:lnTo>
                    <a:pt x="58299" y="0"/>
                  </a:lnTo>
                  <a:lnTo>
                    <a:pt x="97093" y="0"/>
                  </a:lnTo>
                  <a:lnTo>
                    <a:pt x="135886" y="0"/>
                  </a:lnTo>
                  <a:lnTo>
                    <a:pt x="174679" y="0"/>
                  </a:lnTo>
                  <a:lnTo>
                    <a:pt x="213472" y="0"/>
                  </a:lnTo>
                  <a:lnTo>
                    <a:pt x="252265" y="0"/>
                  </a:lnTo>
                  <a:lnTo>
                    <a:pt x="291058" y="0"/>
                  </a:lnTo>
                  <a:lnTo>
                    <a:pt x="329851" y="0"/>
                  </a:lnTo>
                  <a:lnTo>
                    <a:pt x="368644" y="0"/>
                  </a:lnTo>
                  <a:lnTo>
                    <a:pt x="407437" y="0"/>
                  </a:lnTo>
                  <a:lnTo>
                    <a:pt x="446230" y="0"/>
                  </a:lnTo>
                  <a:lnTo>
                    <a:pt x="485023" y="0"/>
                  </a:lnTo>
                  <a:lnTo>
                    <a:pt x="523816" y="0"/>
                  </a:lnTo>
                  <a:lnTo>
                    <a:pt x="562609" y="0"/>
                  </a:lnTo>
                  <a:lnTo>
                    <a:pt x="601402" y="0"/>
                  </a:lnTo>
                  <a:lnTo>
                    <a:pt x="640195" y="0"/>
                  </a:lnTo>
                  <a:lnTo>
                    <a:pt x="678988" y="0"/>
                  </a:lnTo>
                  <a:lnTo>
                    <a:pt x="717781" y="0"/>
                  </a:lnTo>
                  <a:lnTo>
                    <a:pt x="756574" y="0"/>
                  </a:lnTo>
                  <a:lnTo>
                    <a:pt x="795367" y="0"/>
                  </a:lnTo>
                  <a:lnTo>
                    <a:pt x="834160" y="0"/>
                  </a:lnTo>
                  <a:lnTo>
                    <a:pt x="872954" y="0"/>
                  </a:lnTo>
                  <a:lnTo>
                    <a:pt x="911747" y="0"/>
                  </a:lnTo>
                  <a:lnTo>
                    <a:pt x="950540" y="0"/>
                  </a:lnTo>
                  <a:lnTo>
                    <a:pt x="989333" y="0"/>
                  </a:lnTo>
                  <a:lnTo>
                    <a:pt x="1028126" y="0"/>
                  </a:lnTo>
                  <a:lnTo>
                    <a:pt x="1066919" y="0"/>
                  </a:lnTo>
                  <a:lnTo>
                    <a:pt x="1105712" y="0"/>
                  </a:lnTo>
                  <a:lnTo>
                    <a:pt x="1144505" y="0"/>
                  </a:lnTo>
                  <a:lnTo>
                    <a:pt x="1183298" y="0"/>
                  </a:lnTo>
                  <a:lnTo>
                    <a:pt x="1222091" y="0"/>
                  </a:lnTo>
                  <a:lnTo>
                    <a:pt x="1260884" y="0"/>
                  </a:lnTo>
                  <a:lnTo>
                    <a:pt x="1299677" y="0"/>
                  </a:lnTo>
                  <a:lnTo>
                    <a:pt x="1338470" y="0"/>
                  </a:lnTo>
                  <a:lnTo>
                    <a:pt x="1377263" y="0"/>
                  </a:lnTo>
                  <a:lnTo>
                    <a:pt x="1416056" y="0"/>
                  </a:lnTo>
                  <a:lnTo>
                    <a:pt x="1454849" y="0"/>
                  </a:lnTo>
                  <a:lnTo>
                    <a:pt x="1493642" y="0"/>
                  </a:lnTo>
                  <a:lnTo>
                    <a:pt x="1532435" y="0"/>
                  </a:lnTo>
                  <a:lnTo>
                    <a:pt x="1571228" y="0"/>
                  </a:lnTo>
                  <a:lnTo>
                    <a:pt x="1610021" y="0"/>
                  </a:lnTo>
                  <a:lnTo>
                    <a:pt x="1648815" y="0"/>
                  </a:lnTo>
                  <a:lnTo>
                    <a:pt x="1687608" y="0"/>
                  </a:lnTo>
                  <a:lnTo>
                    <a:pt x="1726401" y="0"/>
                  </a:lnTo>
                  <a:lnTo>
                    <a:pt x="1765194" y="0"/>
                  </a:lnTo>
                  <a:lnTo>
                    <a:pt x="1803987" y="0"/>
                  </a:lnTo>
                  <a:lnTo>
                    <a:pt x="1842780" y="0"/>
                  </a:lnTo>
                  <a:lnTo>
                    <a:pt x="1881573" y="0"/>
                  </a:lnTo>
                  <a:lnTo>
                    <a:pt x="1920366" y="0"/>
                  </a:lnTo>
                  <a:lnTo>
                    <a:pt x="1959159" y="0"/>
                  </a:lnTo>
                  <a:lnTo>
                    <a:pt x="1997952" y="0"/>
                  </a:lnTo>
                  <a:lnTo>
                    <a:pt x="2036745" y="0"/>
                  </a:lnTo>
                  <a:lnTo>
                    <a:pt x="2075538" y="0"/>
                  </a:lnTo>
                  <a:lnTo>
                    <a:pt x="2114331" y="0"/>
                  </a:lnTo>
                  <a:lnTo>
                    <a:pt x="2153124" y="0"/>
                  </a:lnTo>
                  <a:lnTo>
                    <a:pt x="2191917" y="0"/>
                  </a:lnTo>
                  <a:lnTo>
                    <a:pt x="2230710" y="0"/>
                  </a:lnTo>
                  <a:lnTo>
                    <a:pt x="2269503" y="0"/>
                  </a:lnTo>
                  <a:lnTo>
                    <a:pt x="2308296" y="0"/>
                  </a:lnTo>
                  <a:lnTo>
                    <a:pt x="2347089" y="0"/>
                  </a:lnTo>
                  <a:lnTo>
                    <a:pt x="2385882" y="0"/>
                  </a:lnTo>
                  <a:lnTo>
                    <a:pt x="2424676" y="0"/>
                  </a:lnTo>
                  <a:lnTo>
                    <a:pt x="2463469" y="0"/>
                  </a:lnTo>
                  <a:lnTo>
                    <a:pt x="2502262" y="0"/>
                  </a:lnTo>
                  <a:lnTo>
                    <a:pt x="2541055" y="0"/>
                  </a:lnTo>
                  <a:lnTo>
                    <a:pt x="2579848" y="0"/>
                  </a:lnTo>
                  <a:lnTo>
                    <a:pt x="2618641" y="0"/>
                  </a:lnTo>
                  <a:lnTo>
                    <a:pt x="2657434" y="0"/>
                  </a:lnTo>
                  <a:lnTo>
                    <a:pt x="2696227" y="0"/>
                  </a:lnTo>
                  <a:lnTo>
                    <a:pt x="2735020" y="0"/>
                  </a:lnTo>
                  <a:lnTo>
                    <a:pt x="2773813" y="0"/>
                  </a:lnTo>
                  <a:lnTo>
                    <a:pt x="2812606" y="0"/>
                  </a:lnTo>
                  <a:lnTo>
                    <a:pt x="2851399" y="0"/>
                  </a:lnTo>
                  <a:lnTo>
                    <a:pt x="2890192" y="0"/>
                  </a:lnTo>
                  <a:lnTo>
                    <a:pt x="2928985" y="0"/>
                  </a:lnTo>
                  <a:lnTo>
                    <a:pt x="2967778" y="0"/>
                  </a:lnTo>
                  <a:lnTo>
                    <a:pt x="3006571" y="0"/>
                  </a:lnTo>
                  <a:lnTo>
                    <a:pt x="3045364" y="0"/>
                  </a:lnTo>
                  <a:lnTo>
                    <a:pt x="3084157" y="0"/>
                  </a:lnTo>
                  <a:lnTo>
                    <a:pt x="3122950" y="0"/>
                  </a:lnTo>
                  <a:lnTo>
                    <a:pt x="3161743" y="0"/>
                  </a:lnTo>
                  <a:lnTo>
                    <a:pt x="3200537" y="0"/>
                  </a:lnTo>
                  <a:lnTo>
                    <a:pt x="3239330" y="0"/>
                  </a:lnTo>
                  <a:lnTo>
                    <a:pt x="3278123" y="0"/>
                  </a:lnTo>
                  <a:lnTo>
                    <a:pt x="3316916" y="0"/>
                  </a:lnTo>
                  <a:lnTo>
                    <a:pt x="3355709" y="0"/>
                  </a:lnTo>
                  <a:lnTo>
                    <a:pt x="3394502" y="0"/>
                  </a:lnTo>
                  <a:lnTo>
                    <a:pt x="3433295" y="0"/>
                  </a:lnTo>
                  <a:lnTo>
                    <a:pt x="3472088" y="0"/>
                  </a:lnTo>
                  <a:lnTo>
                    <a:pt x="3501561" y="0"/>
                  </a:lnTo>
                  <a:lnTo>
                    <a:pt x="3501561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" name="pl19"/>
            <p:cNvSpPr/>
            <p:nvPr/>
          </p:nvSpPr>
          <p:spPr>
            <a:xfrm>
              <a:off x="3342727" y="2334219"/>
              <a:ext cx="4668748" cy="0"/>
            </a:xfrm>
            <a:custGeom>
              <a:avLst/>
              <a:gdLst/>
              <a:ahLst/>
              <a:cxnLst/>
              <a:rect l="0" t="0" r="0" b="0"/>
              <a:pathLst>
                <a:path w="3501561">
                  <a:moveTo>
                    <a:pt x="0" y="0"/>
                  </a:moveTo>
                  <a:lnTo>
                    <a:pt x="19506" y="0"/>
                  </a:lnTo>
                  <a:lnTo>
                    <a:pt x="58299" y="0"/>
                  </a:lnTo>
                  <a:lnTo>
                    <a:pt x="97093" y="0"/>
                  </a:lnTo>
                  <a:lnTo>
                    <a:pt x="135886" y="0"/>
                  </a:lnTo>
                  <a:lnTo>
                    <a:pt x="174679" y="0"/>
                  </a:lnTo>
                  <a:lnTo>
                    <a:pt x="213472" y="0"/>
                  </a:lnTo>
                  <a:lnTo>
                    <a:pt x="252265" y="0"/>
                  </a:lnTo>
                  <a:lnTo>
                    <a:pt x="291058" y="0"/>
                  </a:lnTo>
                  <a:lnTo>
                    <a:pt x="329851" y="0"/>
                  </a:lnTo>
                  <a:lnTo>
                    <a:pt x="368644" y="0"/>
                  </a:lnTo>
                  <a:lnTo>
                    <a:pt x="407437" y="0"/>
                  </a:lnTo>
                  <a:lnTo>
                    <a:pt x="446230" y="0"/>
                  </a:lnTo>
                  <a:lnTo>
                    <a:pt x="485023" y="0"/>
                  </a:lnTo>
                  <a:lnTo>
                    <a:pt x="523816" y="0"/>
                  </a:lnTo>
                  <a:lnTo>
                    <a:pt x="562609" y="0"/>
                  </a:lnTo>
                  <a:lnTo>
                    <a:pt x="601402" y="0"/>
                  </a:lnTo>
                  <a:lnTo>
                    <a:pt x="640195" y="0"/>
                  </a:lnTo>
                  <a:lnTo>
                    <a:pt x="678988" y="0"/>
                  </a:lnTo>
                  <a:lnTo>
                    <a:pt x="717781" y="0"/>
                  </a:lnTo>
                  <a:lnTo>
                    <a:pt x="756574" y="0"/>
                  </a:lnTo>
                  <a:lnTo>
                    <a:pt x="795367" y="0"/>
                  </a:lnTo>
                  <a:lnTo>
                    <a:pt x="834160" y="0"/>
                  </a:lnTo>
                  <a:lnTo>
                    <a:pt x="872954" y="0"/>
                  </a:lnTo>
                  <a:lnTo>
                    <a:pt x="911747" y="0"/>
                  </a:lnTo>
                  <a:lnTo>
                    <a:pt x="950540" y="0"/>
                  </a:lnTo>
                  <a:lnTo>
                    <a:pt x="989333" y="0"/>
                  </a:lnTo>
                  <a:lnTo>
                    <a:pt x="1028126" y="0"/>
                  </a:lnTo>
                  <a:lnTo>
                    <a:pt x="1066919" y="0"/>
                  </a:lnTo>
                  <a:lnTo>
                    <a:pt x="1105712" y="0"/>
                  </a:lnTo>
                  <a:lnTo>
                    <a:pt x="1144505" y="0"/>
                  </a:lnTo>
                  <a:lnTo>
                    <a:pt x="1183298" y="0"/>
                  </a:lnTo>
                  <a:lnTo>
                    <a:pt x="1222091" y="0"/>
                  </a:lnTo>
                  <a:lnTo>
                    <a:pt x="1260884" y="0"/>
                  </a:lnTo>
                  <a:lnTo>
                    <a:pt x="1299677" y="0"/>
                  </a:lnTo>
                  <a:lnTo>
                    <a:pt x="1338470" y="0"/>
                  </a:lnTo>
                  <a:lnTo>
                    <a:pt x="1377263" y="0"/>
                  </a:lnTo>
                  <a:lnTo>
                    <a:pt x="1416056" y="0"/>
                  </a:lnTo>
                  <a:lnTo>
                    <a:pt x="1454849" y="0"/>
                  </a:lnTo>
                  <a:lnTo>
                    <a:pt x="1493642" y="0"/>
                  </a:lnTo>
                  <a:lnTo>
                    <a:pt x="1532435" y="0"/>
                  </a:lnTo>
                  <a:lnTo>
                    <a:pt x="1571228" y="0"/>
                  </a:lnTo>
                  <a:lnTo>
                    <a:pt x="1610021" y="0"/>
                  </a:lnTo>
                  <a:lnTo>
                    <a:pt x="1648815" y="0"/>
                  </a:lnTo>
                  <a:lnTo>
                    <a:pt x="1687608" y="0"/>
                  </a:lnTo>
                  <a:lnTo>
                    <a:pt x="1726401" y="0"/>
                  </a:lnTo>
                  <a:lnTo>
                    <a:pt x="1765194" y="0"/>
                  </a:lnTo>
                  <a:lnTo>
                    <a:pt x="1803987" y="0"/>
                  </a:lnTo>
                  <a:lnTo>
                    <a:pt x="1842780" y="0"/>
                  </a:lnTo>
                  <a:lnTo>
                    <a:pt x="1881573" y="0"/>
                  </a:lnTo>
                  <a:lnTo>
                    <a:pt x="1920366" y="0"/>
                  </a:lnTo>
                  <a:lnTo>
                    <a:pt x="1959159" y="0"/>
                  </a:lnTo>
                  <a:lnTo>
                    <a:pt x="1997952" y="0"/>
                  </a:lnTo>
                  <a:lnTo>
                    <a:pt x="2036745" y="0"/>
                  </a:lnTo>
                  <a:lnTo>
                    <a:pt x="2075538" y="0"/>
                  </a:lnTo>
                  <a:lnTo>
                    <a:pt x="2114331" y="0"/>
                  </a:lnTo>
                  <a:lnTo>
                    <a:pt x="2153124" y="0"/>
                  </a:lnTo>
                  <a:lnTo>
                    <a:pt x="2191917" y="0"/>
                  </a:lnTo>
                  <a:lnTo>
                    <a:pt x="2230710" y="0"/>
                  </a:lnTo>
                  <a:lnTo>
                    <a:pt x="2269503" y="0"/>
                  </a:lnTo>
                  <a:lnTo>
                    <a:pt x="2308296" y="0"/>
                  </a:lnTo>
                  <a:lnTo>
                    <a:pt x="2347089" y="0"/>
                  </a:lnTo>
                  <a:lnTo>
                    <a:pt x="2385882" y="0"/>
                  </a:lnTo>
                  <a:lnTo>
                    <a:pt x="2424676" y="0"/>
                  </a:lnTo>
                  <a:lnTo>
                    <a:pt x="2463469" y="0"/>
                  </a:lnTo>
                  <a:lnTo>
                    <a:pt x="2502262" y="0"/>
                  </a:lnTo>
                  <a:lnTo>
                    <a:pt x="2541055" y="0"/>
                  </a:lnTo>
                  <a:lnTo>
                    <a:pt x="2579848" y="0"/>
                  </a:lnTo>
                  <a:lnTo>
                    <a:pt x="2618641" y="0"/>
                  </a:lnTo>
                  <a:lnTo>
                    <a:pt x="2657434" y="0"/>
                  </a:lnTo>
                  <a:lnTo>
                    <a:pt x="2696227" y="0"/>
                  </a:lnTo>
                  <a:lnTo>
                    <a:pt x="2735020" y="0"/>
                  </a:lnTo>
                  <a:lnTo>
                    <a:pt x="2773813" y="0"/>
                  </a:lnTo>
                  <a:lnTo>
                    <a:pt x="2812606" y="0"/>
                  </a:lnTo>
                  <a:lnTo>
                    <a:pt x="2851399" y="0"/>
                  </a:lnTo>
                  <a:lnTo>
                    <a:pt x="2890192" y="0"/>
                  </a:lnTo>
                  <a:lnTo>
                    <a:pt x="2928985" y="0"/>
                  </a:lnTo>
                  <a:lnTo>
                    <a:pt x="2967778" y="0"/>
                  </a:lnTo>
                  <a:lnTo>
                    <a:pt x="3006571" y="0"/>
                  </a:lnTo>
                  <a:lnTo>
                    <a:pt x="3045364" y="0"/>
                  </a:lnTo>
                  <a:lnTo>
                    <a:pt x="3084157" y="0"/>
                  </a:lnTo>
                  <a:lnTo>
                    <a:pt x="3122950" y="0"/>
                  </a:lnTo>
                  <a:lnTo>
                    <a:pt x="3161743" y="0"/>
                  </a:lnTo>
                  <a:lnTo>
                    <a:pt x="3200537" y="0"/>
                  </a:lnTo>
                  <a:lnTo>
                    <a:pt x="3239330" y="0"/>
                  </a:lnTo>
                  <a:lnTo>
                    <a:pt x="3278123" y="0"/>
                  </a:lnTo>
                  <a:lnTo>
                    <a:pt x="3316916" y="0"/>
                  </a:lnTo>
                  <a:lnTo>
                    <a:pt x="3355709" y="0"/>
                  </a:lnTo>
                  <a:lnTo>
                    <a:pt x="3394502" y="0"/>
                  </a:lnTo>
                  <a:lnTo>
                    <a:pt x="3433295" y="0"/>
                  </a:lnTo>
                  <a:lnTo>
                    <a:pt x="3472088" y="0"/>
                  </a:lnTo>
                  <a:lnTo>
                    <a:pt x="3501561" y="0"/>
                  </a:lnTo>
                  <a:lnTo>
                    <a:pt x="3501561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" name="ph20"/>
            <p:cNvSpPr/>
            <p:nvPr/>
          </p:nvSpPr>
          <p:spPr>
            <a:xfrm>
              <a:off x="5854343" y="7933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" name="ph21"/>
            <p:cNvSpPr/>
            <p:nvPr/>
          </p:nvSpPr>
          <p:spPr>
            <a:xfrm>
              <a:off x="5866855" y="7933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" name="ph22"/>
            <p:cNvSpPr/>
            <p:nvPr/>
          </p:nvSpPr>
          <p:spPr>
            <a:xfrm>
              <a:off x="5879368" y="7933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" name="ph23"/>
            <p:cNvSpPr/>
            <p:nvPr/>
          </p:nvSpPr>
          <p:spPr>
            <a:xfrm>
              <a:off x="5904392" y="7933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" name="ph24"/>
            <p:cNvSpPr/>
            <p:nvPr/>
          </p:nvSpPr>
          <p:spPr>
            <a:xfrm>
              <a:off x="5916904" y="7933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" name="ph25"/>
            <p:cNvSpPr/>
            <p:nvPr/>
          </p:nvSpPr>
          <p:spPr>
            <a:xfrm>
              <a:off x="5929417" y="7933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" name="ph26"/>
            <p:cNvSpPr/>
            <p:nvPr/>
          </p:nvSpPr>
          <p:spPr>
            <a:xfrm>
              <a:off x="6504985" y="7933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" name="ph27"/>
            <p:cNvSpPr/>
            <p:nvPr/>
          </p:nvSpPr>
          <p:spPr>
            <a:xfrm>
              <a:off x="6517497" y="7933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" name="ph28"/>
            <p:cNvSpPr/>
            <p:nvPr/>
          </p:nvSpPr>
          <p:spPr>
            <a:xfrm>
              <a:off x="6530011" y="7933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" name="ph29"/>
            <p:cNvSpPr/>
            <p:nvPr/>
          </p:nvSpPr>
          <p:spPr>
            <a:xfrm>
              <a:off x="5829317" y="80877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" name="ph30"/>
            <p:cNvSpPr/>
            <p:nvPr/>
          </p:nvSpPr>
          <p:spPr>
            <a:xfrm>
              <a:off x="5841831" y="80877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" name="ph31"/>
            <p:cNvSpPr/>
            <p:nvPr/>
          </p:nvSpPr>
          <p:spPr>
            <a:xfrm>
              <a:off x="5854343" y="80877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" name="ph32"/>
            <p:cNvSpPr/>
            <p:nvPr/>
          </p:nvSpPr>
          <p:spPr>
            <a:xfrm>
              <a:off x="5866855" y="80877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" name="ph33"/>
            <p:cNvSpPr/>
            <p:nvPr/>
          </p:nvSpPr>
          <p:spPr>
            <a:xfrm>
              <a:off x="5879368" y="80877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" name="ph34"/>
            <p:cNvSpPr/>
            <p:nvPr/>
          </p:nvSpPr>
          <p:spPr>
            <a:xfrm>
              <a:off x="5891880" y="80877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" name="ph35"/>
            <p:cNvSpPr/>
            <p:nvPr/>
          </p:nvSpPr>
          <p:spPr>
            <a:xfrm>
              <a:off x="5904392" y="80877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" name="ph36"/>
            <p:cNvSpPr/>
            <p:nvPr/>
          </p:nvSpPr>
          <p:spPr>
            <a:xfrm>
              <a:off x="5916904" y="80877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" name="ph37"/>
            <p:cNvSpPr/>
            <p:nvPr/>
          </p:nvSpPr>
          <p:spPr>
            <a:xfrm>
              <a:off x="5929417" y="80877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" name="ph38"/>
            <p:cNvSpPr/>
            <p:nvPr/>
          </p:nvSpPr>
          <p:spPr>
            <a:xfrm>
              <a:off x="6492473" y="80877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" name="ph39"/>
            <p:cNvSpPr/>
            <p:nvPr/>
          </p:nvSpPr>
          <p:spPr>
            <a:xfrm>
              <a:off x="6504985" y="80877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" name="ph40"/>
            <p:cNvSpPr/>
            <p:nvPr/>
          </p:nvSpPr>
          <p:spPr>
            <a:xfrm>
              <a:off x="6517497" y="80877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" name="ph41"/>
            <p:cNvSpPr/>
            <p:nvPr/>
          </p:nvSpPr>
          <p:spPr>
            <a:xfrm>
              <a:off x="6530011" y="80877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" name="ph42"/>
            <p:cNvSpPr/>
            <p:nvPr/>
          </p:nvSpPr>
          <p:spPr>
            <a:xfrm>
              <a:off x="6542523" y="80877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" name="ph43"/>
            <p:cNvSpPr/>
            <p:nvPr/>
          </p:nvSpPr>
          <p:spPr>
            <a:xfrm>
              <a:off x="5816805" y="8241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" name="ph44"/>
            <p:cNvSpPr/>
            <p:nvPr/>
          </p:nvSpPr>
          <p:spPr>
            <a:xfrm>
              <a:off x="5829317" y="8241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" name="ph45"/>
            <p:cNvSpPr/>
            <p:nvPr/>
          </p:nvSpPr>
          <p:spPr>
            <a:xfrm>
              <a:off x="5841831" y="8241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" name="ph46"/>
            <p:cNvSpPr/>
            <p:nvPr/>
          </p:nvSpPr>
          <p:spPr>
            <a:xfrm>
              <a:off x="5854343" y="8241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" name="ph47"/>
            <p:cNvSpPr/>
            <p:nvPr/>
          </p:nvSpPr>
          <p:spPr>
            <a:xfrm>
              <a:off x="5866855" y="8241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8" name="ph48"/>
            <p:cNvSpPr/>
            <p:nvPr/>
          </p:nvSpPr>
          <p:spPr>
            <a:xfrm>
              <a:off x="5879368" y="8241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9" name="ph49"/>
            <p:cNvSpPr/>
            <p:nvPr/>
          </p:nvSpPr>
          <p:spPr>
            <a:xfrm>
              <a:off x="5891880" y="8241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0" name="ph50"/>
            <p:cNvSpPr/>
            <p:nvPr/>
          </p:nvSpPr>
          <p:spPr>
            <a:xfrm>
              <a:off x="5904392" y="8241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1" name="ph51"/>
            <p:cNvSpPr/>
            <p:nvPr/>
          </p:nvSpPr>
          <p:spPr>
            <a:xfrm>
              <a:off x="5916904" y="8241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2" name="ph52"/>
            <p:cNvSpPr/>
            <p:nvPr/>
          </p:nvSpPr>
          <p:spPr>
            <a:xfrm>
              <a:off x="5929417" y="8241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3" name="ph53"/>
            <p:cNvSpPr/>
            <p:nvPr/>
          </p:nvSpPr>
          <p:spPr>
            <a:xfrm>
              <a:off x="5941929" y="8241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4" name="ph54"/>
            <p:cNvSpPr/>
            <p:nvPr/>
          </p:nvSpPr>
          <p:spPr>
            <a:xfrm>
              <a:off x="6492473" y="8241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5" name="ph55"/>
            <p:cNvSpPr/>
            <p:nvPr/>
          </p:nvSpPr>
          <p:spPr>
            <a:xfrm>
              <a:off x="6504985" y="8241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6" name="ph56"/>
            <p:cNvSpPr/>
            <p:nvPr/>
          </p:nvSpPr>
          <p:spPr>
            <a:xfrm>
              <a:off x="6517497" y="8241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7" name="ph57"/>
            <p:cNvSpPr/>
            <p:nvPr/>
          </p:nvSpPr>
          <p:spPr>
            <a:xfrm>
              <a:off x="6530011" y="8241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8" name="ph58"/>
            <p:cNvSpPr/>
            <p:nvPr/>
          </p:nvSpPr>
          <p:spPr>
            <a:xfrm>
              <a:off x="6542523" y="8241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9" name="ph59"/>
            <p:cNvSpPr/>
            <p:nvPr/>
          </p:nvSpPr>
          <p:spPr>
            <a:xfrm>
              <a:off x="5754244" y="8395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0" name="ph60"/>
            <p:cNvSpPr/>
            <p:nvPr/>
          </p:nvSpPr>
          <p:spPr>
            <a:xfrm>
              <a:off x="5766756" y="8395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1" name="ph61"/>
            <p:cNvSpPr/>
            <p:nvPr/>
          </p:nvSpPr>
          <p:spPr>
            <a:xfrm>
              <a:off x="5779268" y="8395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2" name="ph62"/>
            <p:cNvSpPr/>
            <p:nvPr/>
          </p:nvSpPr>
          <p:spPr>
            <a:xfrm>
              <a:off x="5791781" y="8395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3" name="ph63"/>
            <p:cNvSpPr/>
            <p:nvPr/>
          </p:nvSpPr>
          <p:spPr>
            <a:xfrm>
              <a:off x="5804293" y="8395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4" name="ph64"/>
            <p:cNvSpPr/>
            <p:nvPr/>
          </p:nvSpPr>
          <p:spPr>
            <a:xfrm>
              <a:off x="5816805" y="8395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5" name="ph65"/>
            <p:cNvSpPr/>
            <p:nvPr/>
          </p:nvSpPr>
          <p:spPr>
            <a:xfrm>
              <a:off x="5829317" y="8395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6" name="ph66"/>
            <p:cNvSpPr/>
            <p:nvPr/>
          </p:nvSpPr>
          <p:spPr>
            <a:xfrm>
              <a:off x="5841831" y="8395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7" name="ph67"/>
            <p:cNvSpPr/>
            <p:nvPr/>
          </p:nvSpPr>
          <p:spPr>
            <a:xfrm>
              <a:off x="5854343" y="8395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8" name="ph68"/>
            <p:cNvSpPr/>
            <p:nvPr/>
          </p:nvSpPr>
          <p:spPr>
            <a:xfrm>
              <a:off x="5866855" y="8395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9" name="ph69"/>
            <p:cNvSpPr/>
            <p:nvPr/>
          </p:nvSpPr>
          <p:spPr>
            <a:xfrm>
              <a:off x="5879368" y="8395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0" name="ph70"/>
            <p:cNvSpPr/>
            <p:nvPr/>
          </p:nvSpPr>
          <p:spPr>
            <a:xfrm>
              <a:off x="5891880" y="8395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1" name="ph71"/>
            <p:cNvSpPr/>
            <p:nvPr/>
          </p:nvSpPr>
          <p:spPr>
            <a:xfrm>
              <a:off x="5904392" y="8395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2" name="ph72"/>
            <p:cNvSpPr/>
            <p:nvPr/>
          </p:nvSpPr>
          <p:spPr>
            <a:xfrm>
              <a:off x="5916904" y="8395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3" name="ph73"/>
            <p:cNvSpPr/>
            <p:nvPr/>
          </p:nvSpPr>
          <p:spPr>
            <a:xfrm>
              <a:off x="5929417" y="8395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4" name="ph74"/>
            <p:cNvSpPr/>
            <p:nvPr/>
          </p:nvSpPr>
          <p:spPr>
            <a:xfrm>
              <a:off x="6504985" y="8395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5" name="ph75"/>
            <p:cNvSpPr/>
            <p:nvPr/>
          </p:nvSpPr>
          <p:spPr>
            <a:xfrm>
              <a:off x="6517497" y="8395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6" name="ph76"/>
            <p:cNvSpPr/>
            <p:nvPr/>
          </p:nvSpPr>
          <p:spPr>
            <a:xfrm>
              <a:off x="6530011" y="8395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7" name="ph77"/>
            <p:cNvSpPr/>
            <p:nvPr/>
          </p:nvSpPr>
          <p:spPr>
            <a:xfrm>
              <a:off x="5716707" y="8549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8" name="ph78"/>
            <p:cNvSpPr/>
            <p:nvPr/>
          </p:nvSpPr>
          <p:spPr>
            <a:xfrm>
              <a:off x="5729219" y="8549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9" name="ph79"/>
            <p:cNvSpPr/>
            <p:nvPr/>
          </p:nvSpPr>
          <p:spPr>
            <a:xfrm>
              <a:off x="5741732" y="8549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0" name="ph80"/>
            <p:cNvSpPr/>
            <p:nvPr/>
          </p:nvSpPr>
          <p:spPr>
            <a:xfrm>
              <a:off x="5754244" y="8549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1" name="ph81"/>
            <p:cNvSpPr/>
            <p:nvPr/>
          </p:nvSpPr>
          <p:spPr>
            <a:xfrm>
              <a:off x="5766756" y="8549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2" name="ph82"/>
            <p:cNvSpPr/>
            <p:nvPr/>
          </p:nvSpPr>
          <p:spPr>
            <a:xfrm>
              <a:off x="5779268" y="8549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3" name="ph83"/>
            <p:cNvSpPr/>
            <p:nvPr/>
          </p:nvSpPr>
          <p:spPr>
            <a:xfrm>
              <a:off x="5791781" y="8549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4" name="ph84"/>
            <p:cNvSpPr/>
            <p:nvPr/>
          </p:nvSpPr>
          <p:spPr>
            <a:xfrm>
              <a:off x="5804293" y="8549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5" name="ph85"/>
            <p:cNvSpPr/>
            <p:nvPr/>
          </p:nvSpPr>
          <p:spPr>
            <a:xfrm>
              <a:off x="5816805" y="8549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6" name="ph86"/>
            <p:cNvSpPr/>
            <p:nvPr/>
          </p:nvSpPr>
          <p:spPr>
            <a:xfrm>
              <a:off x="5829317" y="8549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7" name="ph87"/>
            <p:cNvSpPr/>
            <p:nvPr/>
          </p:nvSpPr>
          <p:spPr>
            <a:xfrm>
              <a:off x="5841831" y="8549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8" name="ph88"/>
            <p:cNvSpPr/>
            <p:nvPr/>
          </p:nvSpPr>
          <p:spPr>
            <a:xfrm>
              <a:off x="5854343" y="8549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9" name="ph89"/>
            <p:cNvSpPr/>
            <p:nvPr/>
          </p:nvSpPr>
          <p:spPr>
            <a:xfrm>
              <a:off x="5866855" y="8549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0" name="ph90"/>
            <p:cNvSpPr/>
            <p:nvPr/>
          </p:nvSpPr>
          <p:spPr>
            <a:xfrm>
              <a:off x="5879368" y="8549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1" name="ph91"/>
            <p:cNvSpPr/>
            <p:nvPr/>
          </p:nvSpPr>
          <p:spPr>
            <a:xfrm>
              <a:off x="5891880" y="8549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2" name="ph92"/>
            <p:cNvSpPr/>
            <p:nvPr/>
          </p:nvSpPr>
          <p:spPr>
            <a:xfrm>
              <a:off x="5904392" y="8549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3" name="ph93"/>
            <p:cNvSpPr/>
            <p:nvPr/>
          </p:nvSpPr>
          <p:spPr>
            <a:xfrm>
              <a:off x="5916904" y="8549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4" name="ph94"/>
            <p:cNvSpPr/>
            <p:nvPr/>
          </p:nvSpPr>
          <p:spPr>
            <a:xfrm>
              <a:off x="6517497" y="8549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5" name="ph95"/>
            <p:cNvSpPr/>
            <p:nvPr/>
          </p:nvSpPr>
          <p:spPr>
            <a:xfrm>
              <a:off x="5704195" y="8702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6" name="ph96"/>
            <p:cNvSpPr/>
            <p:nvPr/>
          </p:nvSpPr>
          <p:spPr>
            <a:xfrm>
              <a:off x="5716707" y="8702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7" name="ph97"/>
            <p:cNvSpPr/>
            <p:nvPr/>
          </p:nvSpPr>
          <p:spPr>
            <a:xfrm>
              <a:off x="5729219" y="8702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8" name="ph98"/>
            <p:cNvSpPr/>
            <p:nvPr/>
          </p:nvSpPr>
          <p:spPr>
            <a:xfrm>
              <a:off x="5741732" y="8702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9" name="ph99"/>
            <p:cNvSpPr/>
            <p:nvPr/>
          </p:nvSpPr>
          <p:spPr>
            <a:xfrm>
              <a:off x="5754244" y="8702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0" name="ph100"/>
            <p:cNvSpPr/>
            <p:nvPr/>
          </p:nvSpPr>
          <p:spPr>
            <a:xfrm>
              <a:off x="5766756" y="8702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1" name="ph101"/>
            <p:cNvSpPr/>
            <p:nvPr/>
          </p:nvSpPr>
          <p:spPr>
            <a:xfrm>
              <a:off x="5779268" y="8702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2" name="ph102"/>
            <p:cNvSpPr/>
            <p:nvPr/>
          </p:nvSpPr>
          <p:spPr>
            <a:xfrm>
              <a:off x="5791781" y="8702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3" name="ph103"/>
            <p:cNvSpPr/>
            <p:nvPr/>
          </p:nvSpPr>
          <p:spPr>
            <a:xfrm>
              <a:off x="5804293" y="8702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4" name="ph104"/>
            <p:cNvSpPr/>
            <p:nvPr/>
          </p:nvSpPr>
          <p:spPr>
            <a:xfrm>
              <a:off x="5816805" y="8702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5" name="ph105"/>
            <p:cNvSpPr/>
            <p:nvPr/>
          </p:nvSpPr>
          <p:spPr>
            <a:xfrm>
              <a:off x="5829317" y="8702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6" name="ph106"/>
            <p:cNvSpPr/>
            <p:nvPr/>
          </p:nvSpPr>
          <p:spPr>
            <a:xfrm>
              <a:off x="5841831" y="8702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7" name="ph107"/>
            <p:cNvSpPr/>
            <p:nvPr/>
          </p:nvSpPr>
          <p:spPr>
            <a:xfrm>
              <a:off x="5854343" y="8702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8" name="ph108"/>
            <p:cNvSpPr/>
            <p:nvPr/>
          </p:nvSpPr>
          <p:spPr>
            <a:xfrm>
              <a:off x="5866855" y="8702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9" name="ph109"/>
            <p:cNvSpPr/>
            <p:nvPr/>
          </p:nvSpPr>
          <p:spPr>
            <a:xfrm>
              <a:off x="5879368" y="8702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0" name="ph110"/>
            <p:cNvSpPr/>
            <p:nvPr/>
          </p:nvSpPr>
          <p:spPr>
            <a:xfrm>
              <a:off x="5679169" y="8856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1" name="ph111"/>
            <p:cNvSpPr/>
            <p:nvPr/>
          </p:nvSpPr>
          <p:spPr>
            <a:xfrm>
              <a:off x="5691683" y="8856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2" name="ph112"/>
            <p:cNvSpPr/>
            <p:nvPr/>
          </p:nvSpPr>
          <p:spPr>
            <a:xfrm>
              <a:off x="5704195" y="8856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3" name="ph113"/>
            <p:cNvSpPr/>
            <p:nvPr/>
          </p:nvSpPr>
          <p:spPr>
            <a:xfrm>
              <a:off x="5716707" y="8856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4" name="ph114"/>
            <p:cNvSpPr/>
            <p:nvPr/>
          </p:nvSpPr>
          <p:spPr>
            <a:xfrm>
              <a:off x="5729219" y="8856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5" name="ph115"/>
            <p:cNvSpPr/>
            <p:nvPr/>
          </p:nvSpPr>
          <p:spPr>
            <a:xfrm>
              <a:off x="5741732" y="8856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6" name="ph116"/>
            <p:cNvSpPr/>
            <p:nvPr/>
          </p:nvSpPr>
          <p:spPr>
            <a:xfrm>
              <a:off x="5754244" y="8856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7" name="ph117"/>
            <p:cNvSpPr/>
            <p:nvPr/>
          </p:nvSpPr>
          <p:spPr>
            <a:xfrm>
              <a:off x="5766756" y="8856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8" name="ph118"/>
            <p:cNvSpPr/>
            <p:nvPr/>
          </p:nvSpPr>
          <p:spPr>
            <a:xfrm>
              <a:off x="5779268" y="8856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9" name="ph119"/>
            <p:cNvSpPr/>
            <p:nvPr/>
          </p:nvSpPr>
          <p:spPr>
            <a:xfrm>
              <a:off x="5791781" y="8856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0" name="ph120"/>
            <p:cNvSpPr/>
            <p:nvPr/>
          </p:nvSpPr>
          <p:spPr>
            <a:xfrm>
              <a:off x="5804293" y="8856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1" name="ph121"/>
            <p:cNvSpPr/>
            <p:nvPr/>
          </p:nvSpPr>
          <p:spPr>
            <a:xfrm>
              <a:off x="5816805" y="8856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2" name="ph122"/>
            <p:cNvSpPr/>
            <p:nvPr/>
          </p:nvSpPr>
          <p:spPr>
            <a:xfrm>
              <a:off x="5829317" y="8856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3" name="ph123"/>
            <p:cNvSpPr/>
            <p:nvPr/>
          </p:nvSpPr>
          <p:spPr>
            <a:xfrm>
              <a:off x="5841831" y="8856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4" name="ph124"/>
            <p:cNvSpPr/>
            <p:nvPr/>
          </p:nvSpPr>
          <p:spPr>
            <a:xfrm>
              <a:off x="5641632" y="9010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5" name="ph125"/>
            <p:cNvSpPr/>
            <p:nvPr/>
          </p:nvSpPr>
          <p:spPr>
            <a:xfrm>
              <a:off x="5654145" y="9010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6" name="ph126"/>
            <p:cNvSpPr/>
            <p:nvPr/>
          </p:nvSpPr>
          <p:spPr>
            <a:xfrm>
              <a:off x="5666657" y="9010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7" name="ph127"/>
            <p:cNvSpPr/>
            <p:nvPr/>
          </p:nvSpPr>
          <p:spPr>
            <a:xfrm>
              <a:off x="5679169" y="9010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8" name="ph128"/>
            <p:cNvSpPr/>
            <p:nvPr/>
          </p:nvSpPr>
          <p:spPr>
            <a:xfrm>
              <a:off x="5691683" y="9010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9" name="ph129"/>
            <p:cNvSpPr/>
            <p:nvPr/>
          </p:nvSpPr>
          <p:spPr>
            <a:xfrm>
              <a:off x="5704195" y="9010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0" name="ph130"/>
            <p:cNvSpPr/>
            <p:nvPr/>
          </p:nvSpPr>
          <p:spPr>
            <a:xfrm>
              <a:off x="5716707" y="9010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1" name="ph131"/>
            <p:cNvSpPr/>
            <p:nvPr/>
          </p:nvSpPr>
          <p:spPr>
            <a:xfrm>
              <a:off x="5729219" y="9010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2" name="ph132"/>
            <p:cNvSpPr/>
            <p:nvPr/>
          </p:nvSpPr>
          <p:spPr>
            <a:xfrm>
              <a:off x="5741732" y="9010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3" name="ph133"/>
            <p:cNvSpPr/>
            <p:nvPr/>
          </p:nvSpPr>
          <p:spPr>
            <a:xfrm>
              <a:off x="5754244" y="9010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4" name="ph134"/>
            <p:cNvSpPr/>
            <p:nvPr/>
          </p:nvSpPr>
          <p:spPr>
            <a:xfrm>
              <a:off x="5766756" y="9010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5" name="ph135"/>
            <p:cNvSpPr/>
            <p:nvPr/>
          </p:nvSpPr>
          <p:spPr>
            <a:xfrm>
              <a:off x="5779268" y="9010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6" name="ph136"/>
            <p:cNvSpPr/>
            <p:nvPr/>
          </p:nvSpPr>
          <p:spPr>
            <a:xfrm>
              <a:off x="5791781" y="9010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7" name="ph137"/>
            <p:cNvSpPr/>
            <p:nvPr/>
          </p:nvSpPr>
          <p:spPr>
            <a:xfrm>
              <a:off x="5804293" y="9010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8" name="ph138"/>
            <p:cNvSpPr/>
            <p:nvPr/>
          </p:nvSpPr>
          <p:spPr>
            <a:xfrm>
              <a:off x="5616608" y="91640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9" name="ph139"/>
            <p:cNvSpPr/>
            <p:nvPr/>
          </p:nvSpPr>
          <p:spPr>
            <a:xfrm>
              <a:off x="5629120" y="91640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0" name="ph140"/>
            <p:cNvSpPr/>
            <p:nvPr/>
          </p:nvSpPr>
          <p:spPr>
            <a:xfrm>
              <a:off x="5641632" y="91640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1" name="ph141"/>
            <p:cNvSpPr/>
            <p:nvPr/>
          </p:nvSpPr>
          <p:spPr>
            <a:xfrm>
              <a:off x="5654145" y="91640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2" name="ph142"/>
            <p:cNvSpPr/>
            <p:nvPr/>
          </p:nvSpPr>
          <p:spPr>
            <a:xfrm>
              <a:off x="5666657" y="91640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3" name="ph143"/>
            <p:cNvSpPr/>
            <p:nvPr/>
          </p:nvSpPr>
          <p:spPr>
            <a:xfrm>
              <a:off x="5679169" y="91640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4" name="ph144"/>
            <p:cNvSpPr/>
            <p:nvPr/>
          </p:nvSpPr>
          <p:spPr>
            <a:xfrm>
              <a:off x="5691683" y="91640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5" name="ph145"/>
            <p:cNvSpPr/>
            <p:nvPr/>
          </p:nvSpPr>
          <p:spPr>
            <a:xfrm>
              <a:off x="5704195" y="91640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6" name="ph146"/>
            <p:cNvSpPr/>
            <p:nvPr/>
          </p:nvSpPr>
          <p:spPr>
            <a:xfrm>
              <a:off x="5716707" y="91640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7" name="ph147"/>
            <p:cNvSpPr/>
            <p:nvPr/>
          </p:nvSpPr>
          <p:spPr>
            <a:xfrm>
              <a:off x="5729219" y="91640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8" name="ph148"/>
            <p:cNvSpPr/>
            <p:nvPr/>
          </p:nvSpPr>
          <p:spPr>
            <a:xfrm>
              <a:off x="5741732" y="91640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9" name="ph149"/>
            <p:cNvSpPr/>
            <p:nvPr/>
          </p:nvSpPr>
          <p:spPr>
            <a:xfrm>
              <a:off x="5754244" y="91640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0" name="ph150"/>
            <p:cNvSpPr/>
            <p:nvPr/>
          </p:nvSpPr>
          <p:spPr>
            <a:xfrm>
              <a:off x="5604096" y="9317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1" name="ph151"/>
            <p:cNvSpPr/>
            <p:nvPr/>
          </p:nvSpPr>
          <p:spPr>
            <a:xfrm>
              <a:off x="5616608" y="9317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2" name="ph152"/>
            <p:cNvSpPr/>
            <p:nvPr/>
          </p:nvSpPr>
          <p:spPr>
            <a:xfrm>
              <a:off x="5629120" y="9317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3" name="ph153"/>
            <p:cNvSpPr/>
            <p:nvPr/>
          </p:nvSpPr>
          <p:spPr>
            <a:xfrm>
              <a:off x="5641632" y="9317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4" name="ph154"/>
            <p:cNvSpPr/>
            <p:nvPr/>
          </p:nvSpPr>
          <p:spPr>
            <a:xfrm>
              <a:off x="5654145" y="9317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5" name="ph155"/>
            <p:cNvSpPr/>
            <p:nvPr/>
          </p:nvSpPr>
          <p:spPr>
            <a:xfrm>
              <a:off x="5666657" y="9317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6" name="ph156"/>
            <p:cNvSpPr/>
            <p:nvPr/>
          </p:nvSpPr>
          <p:spPr>
            <a:xfrm>
              <a:off x="5679169" y="9317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7" name="ph157"/>
            <p:cNvSpPr/>
            <p:nvPr/>
          </p:nvSpPr>
          <p:spPr>
            <a:xfrm>
              <a:off x="5691683" y="9317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8" name="ph158"/>
            <p:cNvSpPr/>
            <p:nvPr/>
          </p:nvSpPr>
          <p:spPr>
            <a:xfrm>
              <a:off x="5704195" y="9317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9" name="ph159"/>
            <p:cNvSpPr/>
            <p:nvPr/>
          </p:nvSpPr>
          <p:spPr>
            <a:xfrm>
              <a:off x="5716707" y="9317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0" name="ph160"/>
            <p:cNvSpPr/>
            <p:nvPr/>
          </p:nvSpPr>
          <p:spPr>
            <a:xfrm>
              <a:off x="5729219" y="9317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1" name="ph161"/>
            <p:cNvSpPr/>
            <p:nvPr/>
          </p:nvSpPr>
          <p:spPr>
            <a:xfrm>
              <a:off x="5591583" y="9471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2" name="ph162"/>
            <p:cNvSpPr/>
            <p:nvPr/>
          </p:nvSpPr>
          <p:spPr>
            <a:xfrm>
              <a:off x="5604096" y="9471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3" name="ph163"/>
            <p:cNvSpPr/>
            <p:nvPr/>
          </p:nvSpPr>
          <p:spPr>
            <a:xfrm>
              <a:off x="5616608" y="9471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4" name="ph164"/>
            <p:cNvSpPr/>
            <p:nvPr/>
          </p:nvSpPr>
          <p:spPr>
            <a:xfrm>
              <a:off x="5629120" y="9471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5" name="ph165"/>
            <p:cNvSpPr/>
            <p:nvPr/>
          </p:nvSpPr>
          <p:spPr>
            <a:xfrm>
              <a:off x="5641632" y="9471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6" name="ph166"/>
            <p:cNvSpPr/>
            <p:nvPr/>
          </p:nvSpPr>
          <p:spPr>
            <a:xfrm>
              <a:off x="5654145" y="9471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7" name="ph167"/>
            <p:cNvSpPr/>
            <p:nvPr/>
          </p:nvSpPr>
          <p:spPr>
            <a:xfrm>
              <a:off x="5666657" y="9471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8" name="ph168"/>
            <p:cNvSpPr/>
            <p:nvPr/>
          </p:nvSpPr>
          <p:spPr>
            <a:xfrm>
              <a:off x="5679169" y="9471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9" name="ph169"/>
            <p:cNvSpPr/>
            <p:nvPr/>
          </p:nvSpPr>
          <p:spPr>
            <a:xfrm>
              <a:off x="5691683" y="9471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0" name="ph170"/>
            <p:cNvSpPr/>
            <p:nvPr/>
          </p:nvSpPr>
          <p:spPr>
            <a:xfrm>
              <a:off x="5704195" y="9471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1" name="ph171"/>
            <p:cNvSpPr/>
            <p:nvPr/>
          </p:nvSpPr>
          <p:spPr>
            <a:xfrm>
              <a:off x="5579071" y="96253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2" name="ph172"/>
            <p:cNvSpPr/>
            <p:nvPr/>
          </p:nvSpPr>
          <p:spPr>
            <a:xfrm>
              <a:off x="5591583" y="96253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3" name="ph173"/>
            <p:cNvSpPr/>
            <p:nvPr/>
          </p:nvSpPr>
          <p:spPr>
            <a:xfrm>
              <a:off x="5604096" y="96253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4" name="ph174"/>
            <p:cNvSpPr/>
            <p:nvPr/>
          </p:nvSpPr>
          <p:spPr>
            <a:xfrm>
              <a:off x="5616608" y="96253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5" name="ph175"/>
            <p:cNvSpPr/>
            <p:nvPr/>
          </p:nvSpPr>
          <p:spPr>
            <a:xfrm>
              <a:off x="5629120" y="96253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6" name="ph176"/>
            <p:cNvSpPr/>
            <p:nvPr/>
          </p:nvSpPr>
          <p:spPr>
            <a:xfrm>
              <a:off x="5641632" y="96253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7" name="ph177"/>
            <p:cNvSpPr/>
            <p:nvPr/>
          </p:nvSpPr>
          <p:spPr>
            <a:xfrm>
              <a:off x="5654145" y="96253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8" name="ph178"/>
            <p:cNvSpPr/>
            <p:nvPr/>
          </p:nvSpPr>
          <p:spPr>
            <a:xfrm>
              <a:off x="5666657" y="96253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9" name="ph179"/>
            <p:cNvSpPr/>
            <p:nvPr/>
          </p:nvSpPr>
          <p:spPr>
            <a:xfrm>
              <a:off x="5679169" y="96253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0" name="ph180"/>
            <p:cNvSpPr/>
            <p:nvPr/>
          </p:nvSpPr>
          <p:spPr>
            <a:xfrm>
              <a:off x="5541533" y="97791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1" name="ph181"/>
            <p:cNvSpPr/>
            <p:nvPr/>
          </p:nvSpPr>
          <p:spPr>
            <a:xfrm>
              <a:off x="5554047" y="97791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2" name="ph182"/>
            <p:cNvSpPr/>
            <p:nvPr/>
          </p:nvSpPr>
          <p:spPr>
            <a:xfrm>
              <a:off x="5566559" y="97791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3" name="ph183"/>
            <p:cNvSpPr/>
            <p:nvPr/>
          </p:nvSpPr>
          <p:spPr>
            <a:xfrm>
              <a:off x="5579071" y="97791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4" name="ph184"/>
            <p:cNvSpPr/>
            <p:nvPr/>
          </p:nvSpPr>
          <p:spPr>
            <a:xfrm>
              <a:off x="5591583" y="97791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5" name="ph185"/>
            <p:cNvSpPr/>
            <p:nvPr/>
          </p:nvSpPr>
          <p:spPr>
            <a:xfrm>
              <a:off x="5604096" y="97791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6" name="ph186"/>
            <p:cNvSpPr/>
            <p:nvPr/>
          </p:nvSpPr>
          <p:spPr>
            <a:xfrm>
              <a:off x="5616608" y="97791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7" name="ph187"/>
            <p:cNvSpPr/>
            <p:nvPr/>
          </p:nvSpPr>
          <p:spPr>
            <a:xfrm>
              <a:off x="5629120" y="97791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8" name="ph188"/>
            <p:cNvSpPr/>
            <p:nvPr/>
          </p:nvSpPr>
          <p:spPr>
            <a:xfrm>
              <a:off x="5641632" y="97791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9" name="ph189"/>
            <p:cNvSpPr/>
            <p:nvPr/>
          </p:nvSpPr>
          <p:spPr>
            <a:xfrm>
              <a:off x="5654145" y="97791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0" name="ph190"/>
            <p:cNvSpPr/>
            <p:nvPr/>
          </p:nvSpPr>
          <p:spPr>
            <a:xfrm>
              <a:off x="5529021" y="99328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1" name="ph191"/>
            <p:cNvSpPr/>
            <p:nvPr/>
          </p:nvSpPr>
          <p:spPr>
            <a:xfrm>
              <a:off x="5541533" y="99328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2" name="ph192"/>
            <p:cNvSpPr/>
            <p:nvPr/>
          </p:nvSpPr>
          <p:spPr>
            <a:xfrm>
              <a:off x="5554047" y="99328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3" name="ph193"/>
            <p:cNvSpPr/>
            <p:nvPr/>
          </p:nvSpPr>
          <p:spPr>
            <a:xfrm>
              <a:off x="5566559" y="99328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4" name="ph194"/>
            <p:cNvSpPr/>
            <p:nvPr/>
          </p:nvSpPr>
          <p:spPr>
            <a:xfrm>
              <a:off x="5579071" y="99328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5" name="ph195"/>
            <p:cNvSpPr/>
            <p:nvPr/>
          </p:nvSpPr>
          <p:spPr>
            <a:xfrm>
              <a:off x="5591583" y="99328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6" name="ph196"/>
            <p:cNvSpPr/>
            <p:nvPr/>
          </p:nvSpPr>
          <p:spPr>
            <a:xfrm>
              <a:off x="5604096" y="99328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7" name="ph197"/>
            <p:cNvSpPr/>
            <p:nvPr/>
          </p:nvSpPr>
          <p:spPr>
            <a:xfrm>
              <a:off x="5616608" y="99328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8" name="ph198"/>
            <p:cNvSpPr/>
            <p:nvPr/>
          </p:nvSpPr>
          <p:spPr>
            <a:xfrm>
              <a:off x="5629120" y="99328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9" name="ph199"/>
            <p:cNvSpPr/>
            <p:nvPr/>
          </p:nvSpPr>
          <p:spPr>
            <a:xfrm>
              <a:off x="6542523" y="99328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0" name="ph200"/>
            <p:cNvSpPr/>
            <p:nvPr/>
          </p:nvSpPr>
          <p:spPr>
            <a:xfrm>
              <a:off x="5466460" y="100866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1" name="ph201"/>
            <p:cNvSpPr/>
            <p:nvPr/>
          </p:nvSpPr>
          <p:spPr>
            <a:xfrm>
              <a:off x="5478972" y="100866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2" name="ph202"/>
            <p:cNvSpPr/>
            <p:nvPr/>
          </p:nvSpPr>
          <p:spPr>
            <a:xfrm>
              <a:off x="5491484" y="100866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3" name="ph203"/>
            <p:cNvSpPr/>
            <p:nvPr/>
          </p:nvSpPr>
          <p:spPr>
            <a:xfrm>
              <a:off x="5503996" y="100866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4" name="ph204"/>
            <p:cNvSpPr/>
            <p:nvPr/>
          </p:nvSpPr>
          <p:spPr>
            <a:xfrm>
              <a:off x="5516509" y="100866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5" name="ph205"/>
            <p:cNvSpPr/>
            <p:nvPr/>
          </p:nvSpPr>
          <p:spPr>
            <a:xfrm>
              <a:off x="5529021" y="100866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6" name="ph206"/>
            <p:cNvSpPr/>
            <p:nvPr/>
          </p:nvSpPr>
          <p:spPr>
            <a:xfrm>
              <a:off x="5541533" y="100866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7" name="ph207"/>
            <p:cNvSpPr/>
            <p:nvPr/>
          </p:nvSpPr>
          <p:spPr>
            <a:xfrm>
              <a:off x="5554047" y="100866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8" name="ph208"/>
            <p:cNvSpPr/>
            <p:nvPr/>
          </p:nvSpPr>
          <p:spPr>
            <a:xfrm>
              <a:off x="5566559" y="100866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9" name="ph209"/>
            <p:cNvSpPr/>
            <p:nvPr/>
          </p:nvSpPr>
          <p:spPr>
            <a:xfrm>
              <a:off x="5579071" y="100866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0" name="ph210"/>
            <p:cNvSpPr/>
            <p:nvPr/>
          </p:nvSpPr>
          <p:spPr>
            <a:xfrm>
              <a:off x="5591583" y="100866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1" name="ph211"/>
            <p:cNvSpPr/>
            <p:nvPr/>
          </p:nvSpPr>
          <p:spPr>
            <a:xfrm>
              <a:off x="5604096" y="100866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2" name="ph212"/>
            <p:cNvSpPr/>
            <p:nvPr/>
          </p:nvSpPr>
          <p:spPr>
            <a:xfrm>
              <a:off x="5616608" y="100866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3" name="ph213"/>
            <p:cNvSpPr/>
            <p:nvPr/>
          </p:nvSpPr>
          <p:spPr>
            <a:xfrm>
              <a:off x="6504985" y="100866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4" name="ph214"/>
            <p:cNvSpPr/>
            <p:nvPr/>
          </p:nvSpPr>
          <p:spPr>
            <a:xfrm>
              <a:off x="6517497" y="100866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5" name="ph215"/>
            <p:cNvSpPr/>
            <p:nvPr/>
          </p:nvSpPr>
          <p:spPr>
            <a:xfrm>
              <a:off x="6530011" y="100866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6" name="ph216"/>
            <p:cNvSpPr/>
            <p:nvPr/>
          </p:nvSpPr>
          <p:spPr>
            <a:xfrm>
              <a:off x="6542523" y="100866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7" name="ph217"/>
            <p:cNvSpPr/>
            <p:nvPr/>
          </p:nvSpPr>
          <p:spPr>
            <a:xfrm>
              <a:off x="6555035" y="100866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8" name="ph218"/>
            <p:cNvSpPr/>
            <p:nvPr/>
          </p:nvSpPr>
          <p:spPr>
            <a:xfrm>
              <a:off x="5453947" y="1024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9" name="ph219"/>
            <p:cNvSpPr/>
            <p:nvPr/>
          </p:nvSpPr>
          <p:spPr>
            <a:xfrm>
              <a:off x="5466460" y="1024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0" name="ph220"/>
            <p:cNvSpPr/>
            <p:nvPr/>
          </p:nvSpPr>
          <p:spPr>
            <a:xfrm>
              <a:off x="5478972" y="1024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1" name="ph221"/>
            <p:cNvSpPr/>
            <p:nvPr/>
          </p:nvSpPr>
          <p:spPr>
            <a:xfrm>
              <a:off x="5491484" y="1024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2" name="ph222"/>
            <p:cNvSpPr/>
            <p:nvPr/>
          </p:nvSpPr>
          <p:spPr>
            <a:xfrm>
              <a:off x="5503996" y="1024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3" name="ph223"/>
            <p:cNvSpPr/>
            <p:nvPr/>
          </p:nvSpPr>
          <p:spPr>
            <a:xfrm>
              <a:off x="5516509" y="1024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4" name="ph224"/>
            <p:cNvSpPr/>
            <p:nvPr/>
          </p:nvSpPr>
          <p:spPr>
            <a:xfrm>
              <a:off x="5529021" y="1024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5" name="ph225"/>
            <p:cNvSpPr/>
            <p:nvPr/>
          </p:nvSpPr>
          <p:spPr>
            <a:xfrm>
              <a:off x="5541533" y="1024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6" name="ph226"/>
            <p:cNvSpPr/>
            <p:nvPr/>
          </p:nvSpPr>
          <p:spPr>
            <a:xfrm>
              <a:off x="5554047" y="1024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7" name="ph227"/>
            <p:cNvSpPr/>
            <p:nvPr/>
          </p:nvSpPr>
          <p:spPr>
            <a:xfrm>
              <a:off x="5566559" y="1024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8" name="ph228"/>
            <p:cNvSpPr/>
            <p:nvPr/>
          </p:nvSpPr>
          <p:spPr>
            <a:xfrm>
              <a:off x="5579071" y="1024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9" name="ph229"/>
            <p:cNvSpPr/>
            <p:nvPr/>
          </p:nvSpPr>
          <p:spPr>
            <a:xfrm>
              <a:off x="5591583" y="1024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0" name="ph230"/>
            <p:cNvSpPr/>
            <p:nvPr/>
          </p:nvSpPr>
          <p:spPr>
            <a:xfrm>
              <a:off x="5604096" y="1024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1" name="ph231"/>
            <p:cNvSpPr/>
            <p:nvPr/>
          </p:nvSpPr>
          <p:spPr>
            <a:xfrm>
              <a:off x="6404887" y="1024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2" name="ph232"/>
            <p:cNvSpPr/>
            <p:nvPr/>
          </p:nvSpPr>
          <p:spPr>
            <a:xfrm>
              <a:off x="6417399" y="1024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3" name="ph233"/>
            <p:cNvSpPr/>
            <p:nvPr/>
          </p:nvSpPr>
          <p:spPr>
            <a:xfrm>
              <a:off x="6429912" y="1024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4" name="ph234"/>
            <p:cNvSpPr/>
            <p:nvPr/>
          </p:nvSpPr>
          <p:spPr>
            <a:xfrm>
              <a:off x="6442424" y="1024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5" name="ph235"/>
            <p:cNvSpPr/>
            <p:nvPr/>
          </p:nvSpPr>
          <p:spPr>
            <a:xfrm>
              <a:off x="6479961" y="1024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6" name="ph236"/>
            <p:cNvSpPr/>
            <p:nvPr/>
          </p:nvSpPr>
          <p:spPr>
            <a:xfrm>
              <a:off x="6492473" y="1024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7" name="ph237"/>
            <p:cNvSpPr/>
            <p:nvPr/>
          </p:nvSpPr>
          <p:spPr>
            <a:xfrm>
              <a:off x="6504985" y="1024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8" name="ph238"/>
            <p:cNvSpPr/>
            <p:nvPr/>
          </p:nvSpPr>
          <p:spPr>
            <a:xfrm>
              <a:off x="6517497" y="1024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9" name="ph239"/>
            <p:cNvSpPr/>
            <p:nvPr/>
          </p:nvSpPr>
          <p:spPr>
            <a:xfrm>
              <a:off x="6530011" y="1024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0" name="ph240"/>
            <p:cNvSpPr/>
            <p:nvPr/>
          </p:nvSpPr>
          <p:spPr>
            <a:xfrm>
              <a:off x="6542523" y="1024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1" name="ph241"/>
            <p:cNvSpPr/>
            <p:nvPr/>
          </p:nvSpPr>
          <p:spPr>
            <a:xfrm>
              <a:off x="6555035" y="1024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2" name="ph242"/>
            <p:cNvSpPr/>
            <p:nvPr/>
          </p:nvSpPr>
          <p:spPr>
            <a:xfrm>
              <a:off x="6567548" y="1024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3" name="ph243"/>
            <p:cNvSpPr/>
            <p:nvPr/>
          </p:nvSpPr>
          <p:spPr>
            <a:xfrm>
              <a:off x="5453947" y="1039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4" name="ph244"/>
            <p:cNvSpPr/>
            <p:nvPr/>
          </p:nvSpPr>
          <p:spPr>
            <a:xfrm>
              <a:off x="5466460" y="1039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5" name="ph245"/>
            <p:cNvSpPr/>
            <p:nvPr/>
          </p:nvSpPr>
          <p:spPr>
            <a:xfrm>
              <a:off x="5478972" y="1039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6" name="ph246"/>
            <p:cNvSpPr/>
            <p:nvPr/>
          </p:nvSpPr>
          <p:spPr>
            <a:xfrm>
              <a:off x="5491484" y="1039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7" name="ph247"/>
            <p:cNvSpPr/>
            <p:nvPr/>
          </p:nvSpPr>
          <p:spPr>
            <a:xfrm>
              <a:off x="5503996" y="1039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8" name="ph248"/>
            <p:cNvSpPr/>
            <p:nvPr/>
          </p:nvSpPr>
          <p:spPr>
            <a:xfrm>
              <a:off x="5516509" y="1039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9" name="ph249"/>
            <p:cNvSpPr/>
            <p:nvPr/>
          </p:nvSpPr>
          <p:spPr>
            <a:xfrm>
              <a:off x="5529021" y="1039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0" name="ph250"/>
            <p:cNvSpPr/>
            <p:nvPr/>
          </p:nvSpPr>
          <p:spPr>
            <a:xfrm>
              <a:off x="5541533" y="1039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1" name="ph251"/>
            <p:cNvSpPr/>
            <p:nvPr/>
          </p:nvSpPr>
          <p:spPr>
            <a:xfrm>
              <a:off x="5554047" y="1039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2" name="ph252"/>
            <p:cNvSpPr/>
            <p:nvPr/>
          </p:nvSpPr>
          <p:spPr>
            <a:xfrm>
              <a:off x="5566559" y="1039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3" name="ph253"/>
            <p:cNvSpPr/>
            <p:nvPr/>
          </p:nvSpPr>
          <p:spPr>
            <a:xfrm>
              <a:off x="5579071" y="1039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4" name="ph254"/>
            <p:cNvSpPr/>
            <p:nvPr/>
          </p:nvSpPr>
          <p:spPr>
            <a:xfrm>
              <a:off x="5591583" y="1039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5" name="ph255"/>
            <p:cNvSpPr/>
            <p:nvPr/>
          </p:nvSpPr>
          <p:spPr>
            <a:xfrm>
              <a:off x="6392375" y="1039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6" name="ph256"/>
            <p:cNvSpPr/>
            <p:nvPr/>
          </p:nvSpPr>
          <p:spPr>
            <a:xfrm>
              <a:off x="6404887" y="1039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7" name="ph257"/>
            <p:cNvSpPr/>
            <p:nvPr/>
          </p:nvSpPr>
          <p:spPr>
            <a:xfrm>
              <a:off x="6417399" y="1039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8" name="ph258"/>
            <p:cNvSpPr/>
            <p:nvPr/>
          </p:nvSpPr>
          <p:spPr>
            <a:xfrm>
              <a:off x="6429912" y="1039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9" name="ph259"/>
            <p:cNvSpPr/>
            <p:nvPr/>
          </p:nvSpPr>
          <p:spPr>
            <a:xfrm>
              <a:off x="6442424" y="1039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0" name="ph260"/>
            <p:cNvSpPr/>
            <p:nvPr/>
          </p:nvSpPr>
          <p:spPr>
            <a:xfrm>
              <a:off x="6454936" y="1039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1" name="ph261"/>
            <p:cNvSpPr/>
            <p:nvPr/>
          </p:nvSpPr>
          <p:spPr>
            <a:xfrm>
              <a:off x="6467448" y="1039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2" name="ph262"/>
            <p:cNvSpPr/>
            <p:nvPr/>
          </p:nvSpPr>
          <p:spPr>
            <a:xfrm>
              <a:off x="6479961" y="1039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3" name="ph263"/>
            <p:cNvSpPr/>
            <p:nvPr/>
          </p:nvSpPr>
          <p:spPr>
            <a:xfrm>
              <a:off x="6492473" y="1039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4" name="ph264"/>
            <p:cNvSpPr/>
            <p:nvPr/>
          </p:nvSpPr>
          <p:spPr>
            <a:xfrm>
              <a:off x="6504985" y="1039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5" name="ph265"/>
            <p:cNvSpPr/>
            <p:nvPr/>
          </p:nvSpPr>
          <p:spPr>
            <a:xfrm>
              <a:off x="6517497" y="1039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6" name="ph266"/>
            <p:cNvSpPr/>
            <p:nvPr/>
          </p:nvSpPr>
          <p:spPr>
            <a:xfrm>
              <a:off x="6530011" y="1039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7" name="ph267"/>
            <p:cNvSpPr/>
            <p:nvPr/>
          </p:nvSpPr>
          <p:spPr>
            <a:xfrm>
              <a:off x="6542523" y="1039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8" name="ph268"/>
            <p:cNvSpPr/>
            <p:nvPr/>
          </p:nvSpPr>
          <p:spPr>
            <a:xfrm>
              <a:off x="6555035" y="1039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9" name="ph269"/>
            <p:cNvSpPr/>
            <p:nvPr/>
          </p:nvSpPr>
          <p:spPr>
            <a:xfrm>
              <a:off x="5453947" y="1054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0" name="ph270"/>
            <p:cNvSpPr/>
            <p:nvPr/>
          </p:nvSpPr>
          <p:spPr>
            <a:xfrm>
              <a:off x="5466460" y="1054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1" name="ph271"/>
            <p:cNvSpPr/>
            <p:nvPr/>
          </p:nvSpPr>
          <p:spPr>
            <a:xfrm>
              <a:off x="5478972" y="1054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2" name="ph272"/>
            <p:cNvSpPr/>
            <p:nvPr/>
          </p:nvSpPr>
          <p:spPr>
            <a:xfrm>
              <a:off x="5491484" y="1054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3" name="ph273"/>
            <p:cNvSpPr/>
            <p:nvPr/>
          </p:nvSpPr>
          <p:spPr>
            <a:xfrm>
              <a:off x="5503996" y="1054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4" name="ph274"/>
            <p:cNvSpPr/>
            <p:nvPr/>
          </p:nvSpPr>
          <p:spPr>
            <a:xfrm>
              <a:off x="5516509" y="1054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5" name="ph275"/>
            <p:cNvSpPr/>
            <p:nvPr/>
          </p:nvSpPr>
          <p:spPr>
            <a:xfrm>
              <a:off x="5529021" y="1054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6" name="ph276"/>
            <p:cNvSpPr/>
            <p:nvPr/>
          </p:nvSpPr>
          <p:spPr>
            <a:xfrm>
              <a:off x="5541533" y="1054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7" name="ph277"/>
            <p:cNvSpPr/>
            <p:nvPr/>
          </p:nvSpPr>
          <p:spPr>
            <a:xfrm>
              <a:off x="5554047" y="1054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8" name="ph278"/>
            <p:cNvSpPr/>
            <p:nvPr/>
          </p:nvSpPr>
          <p:spPr>
            <a:xfrm>
              <a:off x="5566559" y="1054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9" name="ph279"/>
            <p:cNvSpPr/>
            <p:nvPr/>
          </p:nvSpPr>
          <p:spPr>
            <a:xfrm>
              <a:off x="5579071" y="1054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0" name="ph280"/>
            <p:cNvSpPr/>
            <p:nvPr/>
          </p:nvSpPr>
          <p:spPr>
            <a:xfrm>
              <a:off x="5591583" y="1054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1" name="ph281"/>
            <p:cNvSpPr/>
            <p:nvPr/>
          </p:nvSpPr>
          <p:spPr>
            <a:xfrm>
              <a:off x="6292276" y="1054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2" name="ph282"/>
            <p:cNvSpPr/>
            <p:nvPr/>
          </p:nvSpPr>
          <p:spPr>
            <a:xfrm>
              <a:off x="6304788" y="1054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3" name="ph283"/>
            <p:cNvSpPr/>
            <p:nvPr/>
          </p:nvSpPr>
          <p:spPr>
            <a:xfrm>
              <a:off x="6317300" y="1054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4" name="ph284"/>
            <p:cNvSpPr/>
            <p:nvPr/>
          </p:nvSpPr>
          <p:spPr>
            <a:xfrm>
              <a:off x="6329812" y="1054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5" name="ph285"/>
            <p:cNvSpPr/>
            <p:nvPr/>
          </p:nvSpPr>
          <p:spPr>
            <a:xfrm>
              <a:off x="6367349" y="1054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6" name="ph286"/>
            <p:cNvSpPr/>
            <p:nvPr/>
          </p:nvSpPr>
          <p:spPr>
            <a:xfrm>
              <a:off x="6379861" y="1054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7" name="ph287"/>
            <p:cNvSpPr/>
            <p:nvPr/>
          </p:nvSpPr>
          <p:spPr>
            <a:xfrm>
              <a:off x="6392375" y="1054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D85">
                <a:alpha val="100000"/>
              </a:srgbClr>
            </a:solidFill>
            <a:ln w="5420" cap="flat">
              <a:solidFill>
                <a:srgbClr val="3B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8" name="ph288"/>
            <p:cNvSpPr/>
            <p:nvPr/>
          </p:nvSpPr>
          <p:spPr>
            <a:xfrm>
              <a:off x="6404887" y="1054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9" name="ph289"/>
            <p:cNvSpPr/>
            <p:nvPr/>
          </p:nvSpPr>
          <p:spPr>
            <a:xfrm>
              <a:off x="6417399" y="1054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0" name="ph290"/>
            <p:cNvSpPr/>
            <p:nvPr/>
          </p:nvSpPr>
          <p:spPr>
            <a:xfrm>
              <a:off x="6429912" y="1054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1" name="ph291"/>
            <p:cNvSpPr/>
            <p:nvPr/>
          </p:nvSpPr>
          <p:spPr>
            <a:xfrm>
              <a:off x="6442424" y="1054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2" name="ph292"/>
            <p:cNvSpPr/>
            <p:nvPr/>
          </p:nvSpPr>
          <p:spPr>
            <a:xfrm>
              <a:off x="6454936" y="1054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3" name="ph293"/>
            <p:cNvSpPr/>
            <p:nvPr/>
          </p:nvSpPr>
          <p:spPr>
            <a:xfrm>
              <a:off x="6467448" y="1054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4" name="ph294"/>
            <p:cNvSpPr/>
            <p:nvPr/>
          </p:nvSpPr>
          <p:spPr>
            <a:xfrm>
              <a:off x="6479961" y="1054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5" name="ph295"/>
            <p:cNvSpPr/>
            <p:nvPr/>
          </p:nvSpPr>
          <p:spPr>
            <a:xfrm>
              <a:off x="6492473" y="1054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6" name="ph296"/>
            <p:cNvSpPr/>
            <p:nvPr/>
          </p:nvSpPr>
          <p:spPr>
            <a:xfrm>
              <a:off x="6504985" y="1054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7" name="ph297"/>
            <p:cNvSpPr/>
            <p:nvPr/>
          </p:nvSpPr>
          <p:spPr>
            <a:xfrm>
              <a:off x="6517497" y="1054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8" name="ph298"/>
            <p:cNvSpPr/>
            <p:nvPr/>
          </p:nvSpPr>
          <p:spPr>
            <a:xfrm>
              <a:off x="6530011" y="1054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9" name="ph299"/>
            <p:cNvSpPr/>
            <p:nvPr/>
          </p:nvSpPr>
          <p:spPr>
            <a:xfrm>
              <a:off x="6542523" y="1054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0" name="ph300"/>
            <p:cNvSpPr/>
            <p:nvPr/>
          </p:nvSpPr>
          <p:spPr>
            <a:xfrm>
              <a:off x="6555035" y="1054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1" name="ph301"/>
            <p:cNvSpPr/>
            <p:nvPr/>
          </p:nvSpPr>
          <p:spPr>
            <a:xfrm>
              <a:off x="5441435" y="1070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2" name="ph302"/>
            <p:cNvSpPr/>
            <p:nvPr/>
          </p:nvSpPr>
          <p:spPr>
            <a:xfrm>
              <a:off x="5453947" y="1070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3" name="ph303"/>
            <p:cNvSpPr/>
            <p:nvPr/>
          </p:nvSpPr>
          <p:spPr>
            <a:xfrm>
              <a:off x="5466460" y="1070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4" name="ph304"/>
            <p:cNvSpPr/>
            <p:nvPr/>
          </p:nvSpPr>
          <p:spPr>
            <a:xfrm>
              <a:off x="5478972" y="1070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5" name="ph305"/>
            <p:cNvSpPr/>
            <p:nvPr/>
          </p:nvSpPr>
          <p:spPr>
            <a:xfrm>
              <a:off x="5491484" y="1070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6" name="ph306"/>
            <p:cNvSpPr/>
            <p:nvPr/>
          </p:nvSpPr>
          <p:spPr>
            <a:xfrm>
              <a:off x="5503996" y="1070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7" name="ph307"/>
            <p:cNvSpPr/>
            <p:nvPr/>
          </p:nvSpPr>
          <p:spPr>
            <a:xfrm>
              <a:off x="5516509" y="1070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8" name="ph308"/>
            <p:cNvSpPr/>
            <p:nvPr/>
          </p:nvSpPr>
          <p:spPr>
            <a:xfrm>
              <a:off x="5529021" y="1070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9" name="ph309"/>
            <p:cNvSpPr/>
            <p:nvPr/>
          </p:nvSpPr>
          <p:spPr>
            <a:xfrm>
              <a:off x="5541533" y="1070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0" name="ph310"/>
            <p:cNvSpPr/>
            <p:nvPr/>
          </p:nvSpPr>
          <p:spPr>
            <a:xfrm>
              <a:off x="5554047" y="1070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1" name="ph311"/>
            <p:cNvSpPr/>
            <p:nvPr/>
          </p:nvSpPr>
          <p:spPr>
            <a:xfrm>
              <a:off x="5566559" y="1070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2" name="ph312"/>
            <p:cNvSpPr/>
            <p:nvPr/>
          </p:nvSpPr>
          <p:spPr>
            <a:xfrm>
              <a:off x="5579071" y="1070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3" name="ph313"/>
            <p:cNvSpPr/>
            <p:nvPr/>
          </p:nvSpPr>
          <p:spPr>
            <a:xfrm>
              <a:off x="6279763" y="1070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4" name="ph314"/>
            <p:cNvSpPr/>
            <p:nvPr/>
          </p:nvSpPr>
          <p:spPr>
            <a:xfrm>
              <a:off x="6292276" y="1070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5" name="ph315"/>
            <p:cNvSpPr/>
            <p:nvPr/>
          </p:nvSpPr>
          <p:spPr>
            <a:xfrm>
              <a:off x="6304788" y="1070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6" name="ph316"/>
            <p:cNvSpPr/>
            <p:nvPr/>
          </p:nvSpPr>
          <p:spPr>
            <a:xfrm>
              <a:off x="6317300" y="1070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7" name="ph317"/>
            <p:cNvSpPr/>
            <p:nvPr/>
          </p:nvSpPr>
          <p:spPr>
            <a:xfrm>
              <a:off x="6329812" y="1070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8" name="ph318"/>
            <p:cNvSpPr/>
            <p:nvPr/>
          </p:nvSpPr>
          <p:spPr>
            <a:xfrm>
              <a:off x="6342325" y="1070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9" name="ph319"/>
            <p:cNvSpPr/>
            <p:nvPr/>
          </p:nvSpPr>
          <p:spPr>
            <a:xfrm>
              <a:off x="6354837" y="1070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0" name="ph320"/>
            <p:cNvSpPr/>
            <p:nvPr/>
          </p:nvSpPr>
          <p:spPr>
            <a:xfrm>
              <a:off x="6367349" y="1070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1" name="ph321"/>
            <p:cNvSpPr/>
            <p:nvPr/>
          </p:nvSpPr>
          <p:spPr>
            <a:xfrm>
              <a:off x="6379861" y="1070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2" name="ph322"/>
            <p:cNvSpPr/>
            <p:nvPr/>
          </p:nvSpPr>
          <p:spPr>
            <a:xfrm>
              <a:off x="6392375" y="1070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3" name="ph323"/>
            <p:cNvSpPr/>
            <p:nvPr/>
          </p:nvSpPr>
          <p:spPr>
            <a:xfrm>
              <a:off x="6404887" y="1070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4" name="ph324"/>
            <p:cNvSpPr/>
            <p:nvPr/>
          </p:nvSpPr>
          <p:spPr>
            <a:xfrm>
              <a:off x="6417399" y="1070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5" name="ph325"/>
            <p:cNvSpPr/>
            <p:nvPr/>
          </p:nvSpPr>
          <p:spPr>
            <a:xfrm>
              <a:off x="6429912" y="1070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6" name="ph326"/>
            <p:cNvSpPr/>
            <p:nvPr/>
          </p:nvSpPr>
          <p:spPr>
            <a:xfrm>
              <a:off x="6442424" y="1070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7" name="ph327"/>
            <p:cNvSpPr/>
            <p:nvPr/>
          </p:nvSpPr>
          <p:spPr>
            <a:xfrm>
              <a:off x="6454936" y="1070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8" name="ph328"/>
            <p:cNvSpPr/>
            <p:nvPr/>
          </p:nvSpPr>
          <p:spPr>
            <a:xfrm>
              <a:off x="6467448" y="1070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9" name="ph329"/>
            <p:cNvSpPr/>
            <p:nvPr/>
          </p:nvSpPr>
          <p:spPr>
            <a:xfrm>
              <a:off x="6479961" y="1070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0" name="ph330"/>
            <p:cNvSpPr/>
            <p:nvPr/>
          </p:nvSpPr>
          <p:spPr>
            <a:xfrm>
              <a:off x="6492473" y="1070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1" name="ph331"/>
            <p:cNvSpPr/>
            <p:nvPr/>
          </p:nvSpPr>
          <p:spPr>
            <a:xfrm>
              <a:off x="6504985" y="1070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2" name="ph332"/>
            <p:cNvSpPr/>
            <p:nvPr/>
          </p:nvSpPr>
          <p:spPr>
            <a:xfrm>
              <a:off x="6517497" y="1070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3" name="ph333"/>
            <p:cNvSpPr/>
            <p:nvPr/>
          </p:nvSpPr>
          <p:spPr>
            <a:xfrm>
              <a:off x="6530011" y="1070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4" name="ph334"/>
            <p:cNvSpPr/>
            <p:nvPr/>
          </p:nvSpPr>
          <p:spPr>
            <a:xfrm>
              <a:off x="6542523" y="1070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5" name="ph335"/>
            <p:cNvSpPr/>
            <p:nvPr/>
          </p:nvSpPr>
          <p:spPr>
            <a:xfrm>
              <a:off x="6555035" y="1070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D85">
                <a:alpha val="100000"/>
              </a:srgbClr>
            </a:solidFill>
            <a:ln w="5420" cap="flat">
              <a:solidFill>
                <a:srgbClr val="3B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6" name="ph336"/>
            <p:cNvSpPr/>
            <p:nvPr/>
          </p:nvSpPr>
          <p:spPr>
            <a:xfrm>
              <a:off x="5416411" y="1085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7" name="ph337"/>
            <p:cNvSpPr/>
            <p:nvPr/>
          </p:nvSpPr>
          <p:spPr>
            <a:xfrm>
              <a:off x="5428923" y="1085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8" name="ph338"/>
            <p:cNvSpPr/>
            <p:nvPr/>
          </p:nvSpPr>
          <p:spPr>
            <a:xfrm>
              <a:off x="5441435" y="1085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9" name="ph339"/>
            <p:cNvSpPr/>
            <p:nvPr/>
          </p:nvSpPr>
          <p:spPr>
            <a:xfrm>
              <a:off x="5453947" y="1085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0" name="ph340"/>
            <p:cNvSpPr/>
            <p:nvPr/>
          </p:nvSpPr>
          <p:spPr>
            <a:xfrm>
              <a:off x="5466460" y="1085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1" name="ph341"/>
            <p:cNvSpPr/>
            <p:nvPr/>
          </p:nvSpPr>
          <p:spPr>
            <a:xfrm>
              <a:off x="5478972" y="1085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2" name="ph342"/>
            <p:cNvSpPr/>
            <p:nvPr/>
          </p:nvSpPr>
          <p:spPr>
            <a:xfrm>
              <a:off x="5491484" y="1085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3" name="ph343"/>
            <p:cNvSpPr/>
            <p:nvPr/>
          </p:nvSpPr>
          <p:spPr>
            <a:xfrm>
              <a:off x="5503996" y="1085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4" name="ph344"/>
            <p:cNvSpPr/>
            <p:nvPr/>
          </p:nvSpPr>
          <p:spPr>
            <a:xfrm>
              <a:off x="5516509" y="1085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5" name="ph345"/>
            <p:cNvSpPr/>
            <p:nvPr/>
          </p:nvSpPr>
          <p:spPr>
            <a:xfrm>
              <a:off x="5529021" y="1085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6" name="ph346"/>
            <p:cNvSpPr/>
            <p:nvPr/>
          </p:nvSpPr>
          <p:spPr>
            <a:xfrm>
              <a:off x="5541533" y="1085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7" name="ph347"/>
            <p:cNvSpPr/>
            <p:nvPr/>
          </p:nvSpPr>
          <p:spPr>
            <a:xfrm>
              <a:off x="6279763" y="1085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8" name="ph348"/>
            <p:cNvSpPr/>
            <p:nvPr/>
          </p:nvSpPr>
          <p:spPr>
            <a:xfrm>
              <a:off x="6292276" y="1085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D85">
                <a:alpha val="100000"/>
              </a:srgbClr>
            </a:solidFill>
            <a:ln w="5420" cap="flat">
              <a:solidFill>
                <a:srgbClr val="3B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9" name="ph349"/>
            <p:cNvSpPr/>
            <p:nvPr/>
          </p:nvSpPr>
          <p:spPr>
            <a:xfrm>
              <a:off x="6304788" y="1085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0" name="ph350"/>
            <p:cNvSpPr/>
            <p:nvPr/>
          </p:nvSpPr>
          <p:spPr>
            <a:xfrm>
              <a:off x="6317300" y="1085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1" name="ph351"/>
            <p:cNvSpPr/>
            <p:nvPr/>
          </p:nvSpPr>
          <p:spPr>
            <a:xfrm>
              <a:off x="6329812" y="1085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2" name="ph352"/>
            <p:cNvSpPr/>
            <p:nvPr/>
          </p:nvSpPr>
          <p:spPr>
            <a:xfrm>
              <a:off x="6342325" y="1085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3" name="ph353"/>
            <p:cNvSpPr/>
            <p:nvPr/>
          </p:nvSpPr>
          <p:spPr>
            <a:xfrm>
              <a:off x="6354837" y="1085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4" name="ph354"/>
            <p:cNvSpPr/>
            <p:nvPr/>
          </p:nvSpPr>
          <p:spPr>
            <a:xfrm>
              <a:off x="6367349" y="1085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5" name="ph355"/>
            <p:cNvSpPr/>
            <p:nvPr/>
          </p:nvSpPr>
          <p:spPr>
            <a:xfrm>
              <a:off x="6379861" y="1085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A82">
                <a:alpha val="100000"/>
              </a:srgbClr>
            </a:solidFill>
            <a:ln w="5420" cap="flat">
              <a:solidFill>
                <a:srgbClr val="3C4A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6" name="ph356"/>
            <p:cNvSpPr/>
            <p:nvPr/>
          </p:nvSpPr>
          <p:spPr>
            <a:xfrm>
              <a:off x="6392375" y="1085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7" name="ph357"/>
            <p:cNvSpPr/>
            <p:nvPr/>
          </p:nvSpPr>
          <p:spPr>
            <a:xfrm>
              <a:off x="6404887" y="1085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8" name="ph358"/>
            <p:cNvSpPr/>
            <p:nvPr/>
          </p:nvSpPr>
          <p:spPr>
            <a:xfrm>
              <a:off x="6417399" y="1085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9" name="ph359"/>
            <p:cNvSpPr/>
            <p:nvPr/>
          </p:nvSpPr>
          <p:spPr>
            <a:xfrm>
              <a:off x="6429912" y="1085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0" name="ph360"/>
            <p:cNvSpPr/>
            <p:nvPr/>
          </p:nvSpPr>
          <p:spPr>
            <a:xfrm>
              <a:off x="6442424" y="1085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1" name="ph361"/>
            <p:cNvSpPr/>
            <p:nvPr/>
          </p:nvSpPr>
          <p:spPr>
            <a:xfrm>
              <a:off x="6454936" y="1085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2" name="ph362"/>
            <p:cNvSpPr/>
            <p:nvPr/>
          </p:nvSpPr>
          <p:spPr>
            <a:xfrm>
              <a:off x="6467448" y="1085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3" name="ph363"/>
            <p:cNvSpPr/>
            <p:nvPr/>
          </p:nvSpPr>
          <p:spPr>
            <a:xfrm>
              <a:off x="6479961" y="1085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4" name="ph364"/>
            <p:cNvSpPr/>
            <p:nvPr/>
          </p:nvSpPr>
          <p:spPr>
            <a:xfrm>
              <a:off x="6492473" y="1085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5" name="ph365"/>
            <p:cNvSpPr/>
            <p:nvPr/>
          </p:nvSpPr>
          <p:spPr>
            <a:xfrm>
              <a:off x="6504985" y="1085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6" name="ph366"/>
            <p:cNvSpPr/>
            <p:nvPr/>
          </p:nvSpPr>
          <p:spPr>
            <a:xfrm>
              <a:off x="6517497" y="1085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7" name="ph367"/>
            <p:cNvSpPr/>
            <p:nvPr/>
          </p:nvSpPr>
          <p:spPr>
            <a:xfrm>
              <a:off x="6530011" y="1085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8" name="ph368"/>
            <p:cNvSpPr/>
            <p:nvPr/>
          </p:nvSpPr>
          <p:spPr>
            <a:xfrm>
              <a:off x="6542523" y="1085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9" name="ph369"/>
            <p:cNvSpPr/>
            <p:nvPr/>
          </p:nvSpPr>
          <p:spPr>
            <a:xfrm>
              <a:off x="6555035" y="1085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0" name="ph370"/>
            <p:cNvSpPr/>
            <p:nvPr/>
          </p:nvSpPr>
          <p:spPr>
            <a:xfrm>
              <a:off x="5416411" y="1100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1" name="ph371"/>
            <p:cNvSpPr/>
            <p:nvPr/>
          </p:nvSpPr>
          <p:spPr>
            <a:xfrm>
              <a:off x="5428923" y="1100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2" name="ph372"/>
            <p:cNvSpPr/>
            <p:nvPr/>
          </p:nvSpPr>
          <p:spPr>
            <a:xfrm>
              <a:off x="5441435" y="1100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3" name="ph373"/>
            <p:cNvSpPr/>
            <p:nvPr/>
          </p:nvSpPr>
          <p:spPr>
            <a:xfrm>
              <a:off x="5453947" y="1100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4" name="ph374"/>
            <p:cNvSpPr/>
            <p:nvPr/>
          </p:nvSpPr>
          <p:spPr>
            <a:xfrm>
              <a:off x="5466460" y="1100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5" name="ph375"/>
            <p:cNvSpPr/>
            <p:nvPr/>
          </p:nvSpPr>
          <p:spPr>
            <a:xfrm>
              <a:off x="5478972" y="1100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6" name="ph376"/>
            <p:cNvSpPr/>
            <p:nvPr/>
          </p:nvSpPr>
          <p:spPr>
            <a:xfrm>
              <a:off x="5491484" y="1100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7" name="ph377"/>
            <p:cNvSpPr/>
            <p:nvPr/>
          </p:nvSpPr>
          <p:spPr>
            <a:xfrm>
              <a:off x="5503996" y="1100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8" name="ph378"/>
            <p:cNvSpPr/>
            <p:nvPr/>
          </p:nvSpPr>
          <p:spPr>
            <a:xfrm>
              <a:off x="5516509" y="1100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9" name="ph379"/>
            <p:cNvSpPr/>
            <p:nvPr/>
          </p:nvSpPr>
          <p:spPr>
            <a:xfrm>
              <a:off x="6279763" y="1100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0" name="ph380"/>
            <p:cNvSpPr/>
            <p:nvPr/>
          </p:nvSpPr>
          <p:spPr>
            <a:xfrm>
              <a:off x="6292276" y="1100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1" name="ph381"/>
            <p:cNvSpPr/>
            <p:nvPr/>
          </p:nvSpPr>
          <p:spPr>
            <a:xfrm>
              <a:off x="6304788" y="1100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2" name="ph382"/>
            <p:cNvSpPr/>
            <p:nvPr/>
          </p:nvSpPr>
          <p:spPr>
            <a:xfrm>
              <a:off x="6317300" y="1100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3" name="ph383"/>
            <p:cNvSpPr/>
            <p:nvPr/>
          </p:nvSpPr>
          <p:spPr>
            <a:xfrm>
              <a:off x="6329812" y="1100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4" name="ph384"/>
            <p:cNvSpPr/>
            <p:nvPr/>
          </p:nvSpPr>
          <p:spPr>
            <a:xfrm>
              <a:off x="6342325" y="1100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5" name="ph385"/>
            <p:cNvSpPr/>
            <p:nvPr/>
          </p:nvSpPr>
          <p:spPr>
            <a:xfrm>
              <a:off x="6354837" y="1100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6" name="ph386"/>
            <p:cNvSpPr/>
            <p:nvPr/>
          </p:nvSpPr>
          <p:spPr>
            <a:xfrm>
              <a:off x="6367349" y="1100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7" name="ph387"/>
            <p:cNvSpPr/>
            <p:nvPr/>
          </p:nvSpPr>
          <p:spPr>
            <a:xfrm>
              <a:off x="6379861" y="1100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8" name="ph388"/>
            <p:cNvSpPr/>
            <p:nvPr/>
          </p:nvSpPr>
          <p:spPr>
            <a:xfrm>
              <a:off x="6392375" y="1100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9" name="ph389"/>
            <p:cNvSpPr/>
            <p:nvPr/>
          </p:nvSpPr>
          <p:spPr>
            <a:xfrm>
              <a:off x="6404887" y="1100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0" name="ph390"/>
            <p:cNvSpPr/>
            <p:nvPr/>
          </p:nvSpPr>
          <p:spPr>
            <a:xfrm>
              <a:off x="6417399" y="1100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1" name="ph391"/>
            <p:cNvSpPr/>
            <p:nvPr/>
          </p:nvSpPr>
          <p:spPr>
            <a:xfrm>
              <a:off x="6429912" y="1100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2" name="ph392"/>
            <p:cNvSpPr/>
            <p:nvPr/>
          </p:nvSpPr>
          <p:spPr>
            <a:xfrm>
              <a:off x="6442424" y="1100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3" name="ph393"/>
            <p:cNvSpPr/>
            <p:nvPr/>
          </p:nvSpPr>
          <p:spPr>
            <a:xfrm>
              <a:off x="6454936" y="1100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4" name="ph394"/>
            <p:cNvSpPr/>
            <p:nvPr/>
          </p:nvSpPr>
          <p:spPr>
            <a:xfrm>
              <a:off x="6467448" y="1100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5" name="ph395"/>
            <p:cNvSpPr/>
            <p:nvPr/>
          </p:nvSpPr>
          <p:spPr>
            <a:xfrm>
              <a:off x="6479961" y="1100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6" name="ph396"/>
            <p:cNvSpPr/>
            <p:nvPr/>
          </p:nvSpPr>
          <p:spPr>
            <a:xfrm>
              <a:off x="6492473" y="1100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7" name="ph397"/>
            <p:cNvSpPr/>
            <p:nvPr/>
          </p:nvSpPr>
          <p:spPr>
            <a:xfrm>
              <a:off x="6504985" y="1100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8" name="ph398"/>
            <p:cNvSpPr/>
            <p:nvPr/>
          </p:nvSpPr>
          <p:spPr>
            <a:xfrm>
              <a:off x="6517497" y="1100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9" name="ph399"/>
            <p:cNvSpPr/>
            <p:nvPr/>
          </p:nvSpPr>
          <p:spPr>
            <a:xfrm>
              <a:off x="6530011" y="1100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0" name="ph400"/>
            <p:cNvSpPr/>
            <p:nvPr/>
          </p:nvSpPr>
          <p:spPr>
            <a:xfrm>
              <a:off x="6542523" y="1100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1" name="ph401"/>
            <p:cNvSpPr/>
            <p:nvPr/>
          </p:nvSpPr>
          <p:spPr>
            <a:xfrm>
              <a:off x="6555035" y="1100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2" name="ph402"/>
            <p:cNvSpPr/>
            <p:nvPr/>
          </p:nvSpPr>
          <p:spPr>
            <a:xfrm>
              <a:off x="6567548" y="1100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3" name="ph403"/>
            <p:cNvSpPr/>
            <p:nvPr/>
          </p:nvSpPr>
          <p:spPr>
            <a:xfrm>
              <a:off x="5416411" y="11162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4" name="ph404"/>
            <p:cNvSpPr/>
            <p:nvPr/>
          </p:nvSpPr>
          <p:spPr>
            <a:xfrm>
              <a:off x="5428923" y="11162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5" name="ph405"/>
            <p:cNvSpPr/>
            <p:nvPr/>
          </p:nvSpPr>
          <p:spPr>
            <a:xfrm>
              <a:off x="5441435" y="11162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6" name="ph406"/>
            <p:cNvSpPr/>
            <p:nvPr/>
          </p:nvSpPr>
          <p:spPr>
            <a:xfrm>
              <a:off x="5453947" y="11162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7" name="ph407"/>
            <p:cNvSpPr/>
            <p:nvPr/>
          </p:nvSpPr>
          <p:spPr>
            <a:xfrm>
              <a:off x="5466460" y="11162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8" name="ph408"/>
            <p:cNvSpPr/>
            <p:nvPr/>
          </p:nvSpPr>
          <p:spPr>
            <a:xfrm>
              <a:off x="5478972" y="11162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9" name="ph409"/>
            <p:cNvSpPr/>
            <p:nvPr/>
          </p:nvSpPr>
          <p:spPr>
            <a:xfrm>
              <a:off x="6267251" y="11162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0" name="ph410"/>
            <p:cNvSpPr/>
            <p:nvPr/>
          </p:nvSpPr>
          <p:spPr>
            <a:xfrm>
              <a:off x="6279763" y="11162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A82">
                <a:alpha val="100000"/>
              </a:srgbClr>
            </a:solidFill>
            <a:ln w="5420" cap="flat">
              <a:solidFill>
                <a:srgbClr val="3C4A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1" name="ph411"/>
            <p:cNvSpPr/>
            <p:nvPr/>
          </p:nvSpPr>
          <p:spPr>
            <a:xfrm>
              <a:off x="6292276" y="11162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2" name="ph412"/>
            <p:cNvSpPr/>
            <p:nvPr/>
          </p:nvSpPr>
          <p:spPr>
            <a:xfrm>
              <a:off x="6304788" y="11162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3" name="ph413"/>
            <p:cNvSpPr/>
            <p:nvPr/>
          </p:nvSpPr>
          <p:spPr>
            <a:xfrm>
              <a:off x="6317300" y="11162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4" name="ph414"/>
            <p:cNvSpPr/>
            <p:nvPr/>
          </p:nvSpPr>
          <p:spPr>
            <a:xfrm>
              <a:off x="6329812" y="11162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5" name="ph415"/>
            <p:cNvSpPr/>
            <p:nvPr/>
          </p:nvSpPr>
          <p:spPr>
            <a:xfrm>
              <a:off x="6342325" y="11162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6" name="ph416"/>
            <p:cNvSpPr/>
            <p:nvPr/>
          </p:nvSpPr>
          <p:spPr>
            <a:xfrm>
              <a:off x="6354837" y="11162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7" name="ph417"/>
            <p:cNvSpPr/>
            <p:nvPr/>
          </p:nvSpPr>
          <p:spPr>
            <a:xfrm>
              <a:off x="6367349" y="11162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8" name="ph418"/>
            <p:cNvSpPr/>
            <p:nvPr/>
          </p:nvSpPr>
          <p:spPr>
            <a:xfrm>
              <a:off x="6379861" y="11162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9" name="ph419"/>
            <p:cNvSpPr/>
            <p:nvPr/>
          </p:nvSpPr>
          <p:spPr>
            <a:xfrm>
              <a:off x="6392375" y="11162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0" name="ph420"/>
            <p:cNvSpPr/>
            <p:nvPr/>
          </p:nvSpPr>
          <p:spPr>
            <a:xfrm>
              <a:off x="6454936" y="11162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1" name="ph421"/>
            <p:cNvSpPr/>
            <p:nvPr/>
          </p:nvSpPr>
          <p:spPr>
            <a:xfrm>
              <a:off x="6467448" y="11162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2" name="ph422"/>
            <p:cNvSpPr/>
            <p:nvPr/>
          </p:nvSpPr>
          <p:spPr>
            <a:xfrm>
              <a:off x="6479961" y="11162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3" name="ph423"/>
            <p:cNvSpPr/>
            <p:nvPr/>
          </p:nvSpPr>
          <p:spPr>
            <a:xfrm>
              <a:off x="6492473" y="11162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4" name="ph424"/>
            <p:cNvSpPr/>
            <p:nvPr/>
          </p:nvSpPr>
          <p:spPr>
            <a:xfrm>
              <a:off x="6504985" y="11162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5" name="ph425"/>
            <p:cNvSpPr/>
            <p:nvPr/>
          </p:nvSpPr>
          <p:spPr>
            <a:xfrm>
              <a:off x="6517497" y="11162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6" name="ph426"/>
            <p:cNvSpPr/>
            <p:nvPr/>
          </p:nvSpPr>
          <p:spPr>
            <a:xfrm>
              <a:off x="6530011" y="11162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7" name="ph427"/>
            <p:cNvSpPr/>
            <p:nvPr/>
          </p:nvSpPr>
          <p:spPr>
            <a:xfrm>
              <a:off x="6542523" y="11162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8" name="ph428"/>
            <p:cNvSpPr/>
            <p:nvPr/>
          </p:nvSpPr>
          <p:spPr>
            <a:xfrm>
              <a:off x="6555035" y="11162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87D">
                <a:alpha val="100000"/>
              </a:srgbClr>
            </a:solidFill>
            <a:ln w="5420" cap="flat">
              <a:solidFill>
                <a:srgbClr val="3C48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9" name="ph429"/>
            <p:cNvSpPr/>
            <p:nvPr/>
          </p:nvSpPr>
          <p:spPr>
            <a:xfrm>
              <a:off x="5416411" y="11316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0" name="ph430"/>
            <p:cNvSpPr/>
            <p:nvPr/>
          </p:nvSpPr>
          <p:spPr>
            <a:xfrm>
              <a:off x="5428923" y="11316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1" name="ph431"/>
            <p:cNvSpPr/>
            <p:nvPr/>
          </p:nvSpPr>
          <p:spPr>
            <a:xfrm>
              <a:off x="5441435" y="11316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2" name="ph432"/>
            <p:cNvSpPr/>
            <p:nvPr/>
          </p:nvSpPr>
          <p:spPr>
            <a:xfrm>
              <a:off x="5453947" y="11316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3" name="ph433"/>
            <p:cNvSpPr/>
            <p:nvPr/>
          </p:nvSpPr>
          <p:spPr>
            <a:xfrm>
              <a:off x="6217201" y="11316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4" name="ph434"/>
            <p:cNvSpPr/>
            <p:nvPr/>
          </p:nvSpPr>
          <p:spPr>
            <a:xfrm>
              <a:off x="6229713" y="11316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5" name="ph435"/>
            <p:cNvSpPr/>
            <p:nvPr/>
          </p:nvSpPr>
          <p:spPr>
            <a:xfrm>
              <a:off x="6242225" y="11316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6" name="ph436"/>
            <p:cNvSpPr/>
            <p:nvPr/>
          </p:nvSpPr>
          <p:spPr>
            <a:xfrm>
              <a:off x="6254739" y="11316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7" name="ph437"/>
            <p:cNvSpPr/>
            <p:nvPr/>
          </p:nvSpPr>
          <p:spPr>
            <a:xfrm>
              <a:off x="6267251" y="11316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8" name="ph438"/>
            <p:cNvSpPr/>
            <p:nvPr/>
          </p:nvSpPr>
          <p:spPr>
            <a:xfrm>
              <a:off x="6279763" y="11316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9" name="ph439"/>
            <p:cNvSpPr/>
            <p:nvPr/>
          </p:nvSpPr>
          <p:spPr>
            <a:xfrm>
              <a:off x="6292276" y="11316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0" name="ph440"/>
            <p:cNvSpPr/>
            <p:nvPr/>
          </p:nvSpPr>
          <p:spPr>
            <a:xfrm>
              <a:off x="6304788" y="11316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1" name="ph441"/>
            <p:cNvSpPr/>
            <p:nvPr/>
          </p:nvSpPr>
          <p:spPr>
            <a:xfrm>
              <a:off x="6317300" y="11316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2" name="ph442"/>
            <p:cNvSpPr/>
            <p:nvPr/>
          </p:nvSpPr>
          <p:spPr>
            <a:xfrm>
              <a:off x="6329812" y="11316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3" name="ph443"/>
            <p:cNvSpPr/>
            <p:nvPr/>
          </p:nvSpPr>
          <p:spPr>
            <a:xfrm>
              <a:off x="6429912" y="11316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4" name="ph444"/>
            <p:cNvSpPr/>
            <p:nvPr/>
          </p:nvSpPr>
          <p:spPr>
            <a:xfrm>
              <a:off x="6442424" y="11316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5" name="ph445"/>
            <p:cNvSpPr/>
            <p:nvPr/>
          </p:nvSpPr>
          <p:spPr>
            <a:xfrm>
              <a:off x="6454936" y="11316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6" name="ph446"/>
            <p:cNvSpPr/>
            <p:nvPr/>
          </p:nvSpPr>
          <p:spPr>
            <a:xfrm>
              <a:off x="6467448" y="11316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7" name="ph447"/>
            <p:cNvSpPr/>
            <p:nvPr/>
          </p:nvSpPr>
          <p:spPr>
            <a:xfrm>
              <a:off x="6479961" y="11316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8" name="ph448"/>
            <p:cNvSpPr/>
            <p:nvPr/>
          </p:nvSpPr>
          <p:spPr>
            <a:xfrm>
              <a:off x="6492473" y="11316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9" name="ph449"/>
            <p:cNvSpPr/>
            <p:nvPr/>
          </p:nvSpPr>
          <p:spPr>
            <a:xfrm>
              <a:off x="6504985" y="11316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0" name="ph450"/>
            <p:cNvSpPr/>
            <p:nvPr/>
          </p:nvSpPr>
          <p:spPr>
            <a:xfrm>
              <a:off x="6517497" y="11316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1" name="ph451"/>
            <p:cNvSpPr/>
            <p:nvPr/>
          </p:nvSpPr>
          <p:spPr>
            <a:xfrm>
              <a:off x="6530011" y="11316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2" name="ph452"/>
            <p:cNvSpPr/>
            <p:nvPr/>
          </p:nvSpPr>
          <p:spPr>
            <a:xfrm>
              <a:off x="6542523" y="11316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3" name="ph453"/>
            <p:cNvSpPr/>
            <p:nvPr/>
          </p:nvSpPr>
          <p:spPr>
            <a:xfrm>
              <a:off x="6092077" y="11470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175">
                <a:alpha val="100000"/>
              </a:srgbClr>
            </a:solidFill>
            <a:ln w="5420" cap="flat">
              <a:solidFill>
                <a:srgbClr val="3C41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4" name="ph454"/>
            <p:cNvSpPr/>
            <p:nvPr/>
          </p:nvSpPr>
          <p:spPr>
            <a:xfrm>
              <a:off x="6104589" y="11470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5" name="ph455"/>
            <p:cNvSpPr/>
            <p:nvPr/>
          </p:nvSpPr>
          <p:spPr>
            <a:xfrm>
              <a:off x="6117103" y="11470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6" name="ph456"/>
            <p:cNvSpPr/>
            <p:nvPr/>
          </p:nvSpPr>
          <p:spPr>
            <a:xfrm>
              <a:off x="6129615" y="11470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7" name="ph457"/>
            <p:cNvSpPr/>
            <p:nvPr/>
          </p:nvSpPr>
          <p:spPr>
            <a:xfrm>
              <a:off x="6142127" y="11470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8" name="ph458"/>
            <p:cNvSpPr/>
            <p:nvPr/>
          </p:nvSpPr>
          <p:spPr>
            <a:xfrm>
              <a:off x="6154640" y="11470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9" name="ph459"/>
            <p:cNvSpPr/>
            <p:nvPr/>
          </p:nvSpPr>
          <p:spPr>
            <a:xfrm>
              <a:off x="6167152" y="11470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87D">
                <a:alpha val="100000"/>
              </a:srgbClr>
            </a:solidFill>
            <a:ln w="5420" cap="flat">
              <a:solidFill>
                <a:srgbClr val="3C48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0" name="ph460"/>
            <p:cNvSpPr/>
            <p:nvPr/>
          </p:nvSpPr>
          <p:spPr>
            <a:xfrm>
              <a:off x="6179664" y="11470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1" name="ph461"/>
            <p:cNvSpPr/>
            <p:nvPr/>
          </p:nvSpPr>
          <p:spPr>
            <a:xfrm>
              <a:off x="6192176" y="11470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2" name="ph462"/>
            <p:cNvSpPr/>
            <p:nvPr/>
          </p:nvSpPr>
          <p:spPr>
            <a:xfrm>
              <a:off x="6204689" y="11470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3" name="ph463"/>
            <p:cNvSpPr/>
            <p:nvPr/>
          </p:nvSpPr>
          <p:spPr>
            <a:xfrm>
              <a:off x="6217201" y="11470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4" name="ph464"/>
            <p:cNvSpPr/>
            <p:nvPr/>
          </p:nvSpPr>
          <p:spPr>
            <a:xfrm>
              <a:off x="6229713" y="11470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5" name="ph465"/>
            <p:cNvSpPr/>
            <p:nvPr/>
          </p:nvSpPr>
          <p:spPr>
            <a:xfrm>
              <a:off x="6242225" y="11470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6" name="ph466"/>
            <p:cNvSpPr/>
            <p:nvPr/>
          </p:nvSpPr>
          <p:spPr>
            <a:xfrm>
              <a:off x="6254739" y="11470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7" name="ph467"/>
            <p:cNvSpPr/>
            <p:nvPr/>
          </p:nvSpPr>
          <p:spPr>
            <a:xfrm>
              <a:off x="6267251" y="11470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8" name="ph468"/>
            <p:cNvSpPr/>
            <p:nvPr/>
          </p:nvSpPr>
          <p:spPr>
            <a:xfrm>
              <a:off x="6279763" y="11470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9" name="ph469"/>
            <p:cNvSpPr/>
            <p:nvPr/>
          </p:nvSpPr>
          <p:spPr>
            <a:xfrm>
              <a:off x="6292276" y="11470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0" name="ph470"/>
            <p:cNvSpPr/>
            <p:nvPr/>
          </p:nvSpPr>
          <p:spPr>
            <a:xfrm>
              <a:off x="6304788" y="11470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1" name="ph471"/>
            <p:cNvSpPr/>
            <p:nvPr/>
          </p:nvSpPr>
          <p:spPr>
            <a:xfrm>
              <a:off x="6317300" y="11470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2" name="ph472"/>
            <p:cNvSpPr/>
            <p:nvPr/>
          </p:nvSpPr>
          <p:spPr>
            <a:xfrm>
              <a:off x="6329812" y="11470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3" name="ph473"/>
            <p:cNvSpPr/>
            <p:nvPr/>
          </p:nvSpPr>
          <p:spPr>
            <a:xfrm>
              <a:off x="6404887" y="11470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4" name="ph474"/>
            <p:cNvSpPr/>
            <p:nvPr/>
          </p:nvSpPr>
          <p:spPr>
            <a:xfrm>
              <a:off x="6417399" y="11470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5" name="ph475"/>
            <p:cNvSpPr/>
            <p:nvPr/>
          </p:nvSpPr>
          <p:spPr>
            <a:xfrm>
              <a:off x="6429912" y="11470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6" name="ph476"/>
            <p:cNvSpPr/>
            <p:nvPr/>
          </p:nvSpPr>
          <p:spPr>
            <a:xfrm>
              <a:off x="6442424" y="11470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7" name="ph477"/>
            <p:cNvSpPr/>
            <p:nvPr/>
          </p:nvSpPr>
          <p:spPr>
            <a:xfrm>
              <a:off x="6454936" y="11470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8" name="ph478"/>
            <p:cNvSpPr/>
            <p:nvPr/>
          </p:nvSpPr>
          <p:spPr>
            <a:xfrm>
              <a:off x="6467448" y="11470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9" name="ph479"/>
            <p:cNvSpPr/>
            <p:nvPr/>
          </p:nvSpPr>
          <p:spPr>
            <a:xfrm>
              <a:off x="6479961" y="11470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073">
                <a:alpha val="100000"/>
              </a:srgbClr>
            </a:solidFill>
            <a:ln w="5420" cap="flat">
              <a:solidFill>
                <a:srgbClr val="3B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80" name="ph480"/>
            <p:cNvSpPr/>
            <p:nvPr/>
          </p:nvSpPr>
          <p:spPr>
            <a:xfrm>
              <a:off x="6492473" y="11470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81" name="ph481"/>
            <p:cNvSpPr/>
            <p:nvPr/>
          </p:nvSpPr>
          <p:spPr>
            <a:xfrm>
              <a:off x="6504985" y="11470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175">
                <a:alpha val="100000"/>
              </a:srgbClr>
            </a:solidFill>
            <a:ln w="5420" cap="flat">
              <a:solidFill>
                <a:srgbClr val="3C41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82" name="ph482"/>
            <p:cNvSpPr/>
            <p:nvPr/>
          </p:nvSpPr>
          <p:spPr>
            <a:xfrm>
              <a:off x="6517497" y="11470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83" name="ph483"/>
            <p:cNvSpPr/>
            <p:nvPr/>
          </p:nvSpPr>
          <p:spPr>
            <a:xfrm>
              <a:off x="6079565" y="11624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E71">
                <a:alpha val="100000"/>
              </a:srgbClr>
            </a:solidFill>
            <a:ln w="5420" cap="flat">
              <a:solidFill>
                <a:srgbClr val="3B3E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84" name="ph484"/>
            <p:cNvSpPr/>
            <p:nvPr/>
          </p:nvSpPr>
          <p:spPr>
            <a:xfrm>
              <a:off x="6092077" y="11624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85" name="ph485"/>
            <p:cNvSpPr/>
            <p:nvPr/>
          </p:nvSpPr>
          <p:spPr>
            <a:xfrm>
              <a:off x="6104589" y="11624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86" name="ph486"/>
            <p:cNvSpPr/>
            <p:nvPr/>
          </p:nvSpPr>
          <p:spPr>
            <a:xfrm>
              <a:off x="6117103" y="11624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376">
                <a:alpha val="100000"/>
              </a:srgbClr>
            </a:solidFill>
            <a:ln w="5420" cap="flat">
              <a:solidFill>
                <a:srgbClr val="3C43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87" name="ph487"/>
            <p:cNvSpPr/>
            <p:nvPr/>
          </p:nvSpPr>
          <p:spPr>
            <a:xfrm>
              <a:off x="6129615" y="11624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88" name="ph488"/>
            <p:cNvSpPr/>
            <p:nvPr/>
          </p:nvSpPr>
          <p:spPr>
            <a:xfrm>
              <a:off x="6142127" y="11624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89" name="ph489"/>
            <p:cNvSpPr/>
            <p:nvPr/>
          </p:nvSpPr>
          <p:spPr>
            <a:xfrm>
              <a:off x="6154640" y="11624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90" name="ph490"/>
            <p:cNvSpPr/>
            <p:nvPr/>
          </p:nvSpPr>
          <p:spPr>
            <a:xfrm>
              <a:off x="6167152" y="11624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91" name="ph491"/>
            <p:cNvSpPr/>
            <p:nvPr/>
          </p:nvSpPr>
          <p:spPr>
            <a:xfrm>
              <a:off x="6179664" y="11624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92" name="ph492"/>
            <p:cNvSpPr/>
            <p:nvPr/>
          </p:nvSpPr>
          <p:spPr>
            <a:xfrm>
              <a:off x="6192176" y="11624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93" name="ph493"/>
            <p:cNvSpPr/>
            <p:nvPr/>
          </p:nvSpPr>
          <p:spPr>
            <a:xfrm>
              <a:off x="6204689" y="11624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94" name="ph494"/>
            <p:cNvSpPr/>
            <p:nvPr/>
          </p:nvSpPr>
          <p:spPr>
            <a:xfrm>
              <a:off x="6217201" y="11624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95" name="ph495"/>
            <p:cNvSpPr/>
            <p:nvPr/>
          </p:nvSpPr>
          <p:spPr>
            <a:xfrm>
              <a:off x="6229713" y="11624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96" name="ph496"/>
            <p:cNvSpPr/>
            <p:nvPr/>
          </p:nvSpPr>
          <p:spPr>
            <a:xfrm>
              <a:off x="6242225" y="11624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97" name="ph497"/>
            <p:cNvSpPr/>
            <p:nvPr/>
          </p:nvSpPr>
          <p:spPr>
            <a:xfrm>
              <a:off x="6254739" y="11624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98" name="ph498"/>
            <p:cNvSpPr/>
            <p:nvPr/>
          </p:nvSpPr>
          <p:spPr>
            <a:xfrm>
              <a:off x="6267251" y="11624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99" name="ph499"/>
            <p:cNvSpPr/>
            <p:nvPr/>
          </p:nvSpPr>
          <p:spPr>
            <a:xfrm>
              <a:off x="6279763" y="11624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00" name="ph500"/>
            <p:cNvSpPr/>
            <p:nvPr/>
          </p:nvSpPr>
          <p:spPr>
            <a:xfrm>
              <a:off x="6292276" y="11624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01" name="ph501"/>
            <p:cNvSpPr/>
            <p:nvPr/>
          </p:nvSpPr>
          <p:spPr>
            <a:xfrm>
              <a:off x="6304788" y="11624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02" name="ph502"/>
            <p:cNvSpPr/>
            <p:nvPr/>
          </p:nvSpPr>
          <p:spPr>
            <a:xfrm>
              <a:off x="6317300" y="11624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03" name="ph503"/>
            <p:cNvSpPr/>
            <p:nvPr/>
          </p:nvSpPr>
          <p:spPr>
            <a:xfrm>
              <a:off x="6392375" y="11624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04" name="ph504"/>
            <p:cNvSpPr/>
            <p:nvPr/>
          </p:nvSpPr>
          <p:spPr>
            <a:xfrm>
              <a:off x="6404887" y="11624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05" name="ph505"/>
            <p:cNvSpPr/>
            <p:nvPr/>
          </p:nvSpPr>
          <p:spPr>
            <a:xfrm>
              <a:off x="6417399" y="11624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06" name="ph506"/>
            <p:cNvSpPr/>
            <p:nvPr/>
          </p:nvSpPr>
          <p:spPr>
            <a:xfrm>
              <a:off x="6429912" y="11624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07" name="ph507"/>
            <p:cNvSpPr/>
            <p:nvPr/>
          </p:nvSpPr>
          <p:spPr>
            <a:xfrm>
              <a:off x="6442424" y="11624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08" name="ph508"/>
            <p:cNvSpPr/>
            <p:nvPr/>
          </p:nvSpPr>
          <p:spPr>
            <a:xfrm>
              <a:off x="6454936" y="11624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09" name="ph509"/>
            <p:cNvSpPr/>
            <p:nvPr/>
          </p:nvSpPr>
          <p:spPr>
            <a:xfrm>
              <a:off x="6467448" y="11624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10" name="ph510"/>
            <p:cNvSpPr/>
            <p:nvPr/>
          </p:nvSpPr>
          <p:spPr>
            <a:xfrm>
              <a:off x="6479961" y="11624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11" name="ph511"/>
            <p:cNvSpPr/>
            <p:nvPr/>
          </p:nvSpPr>
          <p:spPr>
            <a:xfrm>
              <a:off x="6492473" y="11624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12" name="ph512"/>
            <p:cNvSpPr/>
            <p:nvPr/>
          </p:nvSpPr>
          <p:spPr>
            <a:xfrm>
              <a:off x="6504985" y="11624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13" name="ph513"/>
            <p:cNvSpPr/>
            <p:nvPr/>
          </p:nvSpPr>
          <p:spPr>
            <a:xfrm>
              <a:off x="6067053" y="11777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14" name="ph514"/>
            <p:cNvSpPr/>
            <p:nvPr/>
          </p:nvSpPr>
          <p:spPr>
            <a:xfrm>
              <a:off x="6079565" y="11777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15" name="ph515"/>
            <p:cNvSpPr/>
            <p:nvPr/>
          </p:nvSpPr>
          <p:spPr>
            <a:xfrm>
              <a:off x="6092077" y="11777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16" name="ph516"/>
            <p:cNvSpPr/>
            <p:nvPr/>
          </p:nvSpPr>
          <p:spPr>
            <a:xfrm>
              <a:off x="6104589" y="11777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17" name="ph517"/>
            <p:cNvSpPr/>
            <p:nvPr/>
          </p:nvSpPr>
          <p:spPr>
            <a:xfrm>
              <a:off x="6117103" y="11777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18" name="ph518"/>
            <p:cNvSpPr/>
            <p:nvPr/>
          </p:nvSpPr>
          <p:spPr>
            <a:xfrm>
              <a:off x="6129615" y="11777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376">
                <a:alpha val="100000"/>
              </a:srgbClr>
            </a:solidFill>
            <a:ln w="5420" cap="flat">
              <a:solidFill>
                <a:srgbClr val="3C43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19" name="ph519"/>
            <p:cNvSpPr/>
            <p:nvPr/>
          </p:nvSpPr>
          <p:spPr>
            <a:xfrm>
              <a:off x="6142127" y="11777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20" name="ph520"/>
            <p:cNvSpPr/>
            <p:nvPr/>
          </p:nvSpPr>
          <p:spPr>
            <a:xfrm>
              <a:off x="6154640" y="11777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21" name="ph521"/>
            <p:cNvSpPr/>
            <p:nvPr/>
          </p:nvSpPr>
          <p:spPr>
            <a:xfrm>
              <a:off x="6167152" y="11777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22" name="ph522"/>
            <p:cNvSpPr/>
            <p:nvPr/>
          </p:nvSpPr>
          <p:spPr>
            <a:xfrm>
              <a:off x="6179664" y="11777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23" name="ph523"/>
            <p:cNvSpPr/>
            <p:nvPr/>
          </p:nvSpPr>
          <p:spPr>
            <a:xfrm>
              <a:off x="6192176" y="11777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24" name="ph524"/>
            <p:cNvSpPr/>
            <p:nvPr/>
          </p:nvSpPr>
          <p:spPr>
            <a:xfrm>
              <a:off x="6204689" y="11777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25" name="ph525"/>
            <p:cNvSpPr/>
            <p:nvPr/>
          </p:nvSpPr>
          <p:spPr>
            <a:xfrm>
              <a:off x="6217201" y="11777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26" name="ph526"/>
            <p:cNvSpPr/>
            <p:nvPr/>
          </p:nvSpPr>
          <p:spPr>
            <a:xfrm>
              <a:off x="6229713" y="11777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27" name="ph527"/>
            <p:cNvSpPr/>
            <p:nvPr/>
          </p:nvSpPr>
          <p:spPr>
            <a:xfrm>
              <a:off x="6242225" y="11777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28" name="ph528"/>
            <p:cNvSpPr/>
            <p:nvPr/>
          </p:nvSpPr>
          <p:spPr>
            <a:xfrm>
              <a:off x="6254739" y="11777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29" name="ph529"/>
            <p:cNvSpPr/>
            <p:nvPr/>
          </p:nvSpPr>
          <p:spPr>
            <a:xfrm>
              <a:off x="6267251" y="11777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30" name="ph530"/>
            <p:cNvSpPr/>
            <p:nvPr/>
          </p:nvSpPr>
          <p:spPr>
            <a:xfrm>
              <a:off x="6279763" y="11777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31" name="ph531"/>
            <p:cNvSpPr/>
            <p:nvPr/>
          </p:nvSpPr>
          <p:spPr>
            <a:xfrm>
              <a:off x="6292276" y="11777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32" name="ph532"/>
            <p:cNvSpPr/>
            <p:nvPr/>
          </p:nvSpPr>
          <p:spPr>
            <a:xfrm>
              <a:off x="6304788" y="11777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33" name="ph533"/>
            <p:cNvSpPr/>
            <p:nvPr/>
          </p:nvSpPr>
          <p:spPr>
            <a:xfrm>
              <a:off x="6392375" y="11777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34" name="ph534"/>
            <p:cNvSpPr/>
            <p:nvPr/>
          </p:nvSpPr>
          <p:spPr>
            <a:xfrm>
              <a:off x="6404887" y="11777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35" name="ph535"/>
            <p:cNvSpPr/>
            <p:nvPr/>
          </p:nvSpPr>
          <p:spPr>
            <a:xfrm>
              <a:off x="6417399" y="11777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C6C">
                <a:alpha val="100000"/>
              </a:srgbClr>
            </a:solidFill>
            <a:ln w="5420" cap="flat">
              <a:solidFill>
                <a:srgbClr val="3B3C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36" name="ph536"/>
            <p:cNvSpPr/>
            <p:nvPr/>
          </p:nvSpPr>
          <p:spPr>
            <a:xfrm>
              <a:off x="6429912" y="11777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37" name="ph537"/>
            <p:cNvSpPr/>
            <p:nvPr/>
          </p:nvSpPr>
          <p:spPr>
            <a:xfrm>
              <a:off x="6442424" y="11777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38" name="ph538"/>
            <p:cNvSpPr/>
            <p:nvPr/>
          </p:nvSpPr>
          <p:spPr>
            <a:xfrm>
              <a:off x="6454936" y="11777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39" name="ph539"/>
            <p:cNvSpPr/>
            <p:nvPr/>
          </p:nvSpPr>
          <p:spPr>
            <a:xfrm>
              <a:off x="6467448" y="11777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40" name="ph540"/>
            <p:cNvSpPr/>
            <p:nvPr/>
          </p:nvSpPr>
          <p:spPr>
            <a:xfrm>
              <a:off x="6479961" y="11777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41" name="ph541"/>
            <p:cNvSpPr/>
            <p:nvPr/>
          </p:nvSpPr>
          <p:spPr>
            <a:xfrm>
              <a:off x="6067053" y="11931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42" name="ph542"/>
            <p:cNvSpPr/>
            <p:nvPr/>
          </p:nvSpPr>
          <p:spPr>
            <a:xfrm>
              <a:off x="6079565" y="11931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43" name="ph543"/>
            <p:cNvSpPr/>
            <p:nvPr/>
          </p:nvSpPr>
          <p:spPr>
            <a:xfrm>
              <a:off x="6092077" y="11931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44" name="ph544"/>
            <p:cNvSpPr/>
            <p:nvPr/>
          </p:nvSpPr>
          <p:spPr>
            <a:xfrm>
              <a:off x="6104589" y="11931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45" name="ph545"/>
            <p:cNvSpPr/>
            <p:nvPr/>
          </p:nvSpPr>
          <p:spPr>
            <a:xfrm>
              <a:off x="6117103" y="11931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46" name="ph546"/>
            <p:cNvSpPr/>
            <p:nvPr/>
          </p:nvSpPr>
          <p:spPr>
            <a:xfrm>
              <a:off x="6129615" y="11931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175">
                <a:alpha val="100000"/>
              </a:srgbClr>
            </a:solidFill>
            <a:ln w="5420" cap="flat">
              <a:solidFill>
                <a:srgbClr val="3C41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47" name="ph547"/>
            <p:cNvSpPr/>
            <p:nvPr/>
          </p:nvSpPr>
          <p:spPr>
            <a:xfrm>
              <a:off x="6142127" y="11931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48" name="ph548"/>
            <p:cNvSpPr/>
            <p:nvPr/>
          </p:nvSpPr>
          <p:spPr>
            <a:xfrm>
              <a:off x="6154640" y="11931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49" name="ph549"/>
            <p:cNvSpPr/>
            <p:nvPr/>
          </p:nvSpPr>
          <p:spPr>
            <a:xfrm>
              <a:off x="6167152" y="11931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50" name="ph550"/>
            <p:cNvSpPr/>
            <p:nvPr/>
          </p:nvSpPr>
          <p:spPr>
            <a:xfrm>
              <a:off x="6179664" y="11931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51" name="ph551"/>
            <p:cNvSpPr/>
            <p:nvPr/>
          </p:nvSpPr>
          <p:spPr>
            <a:xfrm>
              <a:off x="6192176" y="11931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52" name="ph552"/>
            <p:cNvSpPr/>
            <p:nvPr/>
          </p:nvSpPr>
          <p:spPr>
            <a:xfrm>
              <a:off x="6204689" y="11931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53" name="ph553"/>
            <p:cNvSpPr/>
            <p:nvPr/>
          </p:nvSpPr>
          <p:spPr>
            <a:xfrm>
              <a:off x="6217201" y="11931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54" name="ph554"/>
            <p:cNvSpPr/>
            <p:nvPr/>
          </p:nvSpPr>
          <p:spPr>
            <a:xfrm>
              <a:off x="6229713" y="11931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55" name="ph555"/>
            <p:cNvSpPr/>
            <p:nvPr/>
          </p:nvSpPr>
          <p:spPr>
            <a:xfrm>
              <a:off x="6242225" y="11931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56" name="ph556"/>
            <p:cNvSpPr/>
            <p:nvPr/>
          </p:nvSpPr>
          <p:spPr>
            <a:xfrm>
              <a:off x="6254739" y="11931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57" name="ph557"/>
            <p:cNvSpPr/>
            <p:nvPr/>
          </p:nvSpPr>
          <p:spPr>
            <a:xfrm>
              <a:off x="6392375" y="11931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58" name="ph558"/>
            <p:cNvSpPr/>
            <p:nvPr/>
          </p:nvSpPr>
          <p:spPr>
            <a:xfrm>
              <a:off x="6404887" y="11931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59" name="ph559"/>
            <p:cNvSpPr/>
            <p:nvPr/>
          </p:nvSpPr>
          <p:spPr>
            <a:xfrm>
              <a:off x="6417399" y="11931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60" name="ph560"/>
            <p:cNvSpPr/>
            <p:nvPr/>
          </p:nvSpPr>
          <p:spPr>
            <a:xfrm>
              <a:off x="6429912" y="11931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61" name="ph561"/>
            <p:cNvSpPr/>
            <p:nvPr/>
          </p:nvSpPr>
          <p:spPr>
            <a:xfrm>
              <a:off x="6442424" y="11931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62" name="ph562"/>
            <p:cNvSpPr/>
            <p:nvPr/>
          </p:nvSpPr>
          <p:spPr>
            <a:xfrm>
              <a:off x="6454936" y="11931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63" name="ph563"/>
            <p:cNvSpPr/>
            <p:nvPr/>
          </p:nvSpPr>
          <p:spPr>
            <a:xfrm>
              <a:off x="6054540" y="12085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64" name="ph564"/>
            <p:cNvSpPr/>
            <p:nvPr/>
          </p:nvSpPr>
          <p:spPr>
            <a:xfrm>
              <a:off x="6067053" y="12085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65" name="ph565"/>
            <p:cNvSpPr/>
            <p:nvPr/>
          </p:nvSpPr>
          <p:spPr>
            <a:xfrm>
              <a:off x="6079565" y="12085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767">
                <a:alpha val="100000"/>
              </a:srgbClr>
            </a:solidFill>
            <a:ln w="5420" cap="flat">
              <a:solidFill>
                <a:srgbClr val="3B3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66" name="ph566"/>
            <p:cNvSpPr/>
            <p:nvPr/>
          </p:nvSpPr>
          <p:spPr>
            <a:xfrm>
              <a:off x="6092077" y="12085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67" name="ph567"/>
            <p:cNvSpPr/>
            <p:nvPr/>
          </p:nvSpPr>
          <p:spPr>
            <a:xfrm>
              <a:off x="6104589" y="12085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68" name="ph568"/>
            <p:cNvSpPr/>
            <p:nvPr/>
          </p:nvSpPr>
          <p:spPr>
            <a:xfrm>
              <a:off x="6117103" y="12085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69" name="ph569"/>
            <p:cNvSpPr/>
            <p:nvPr/>
          </p:nvSpPr>
          <p:spPr>
            <a:xfrm>
              <a:off x="6129615" y="12085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70" name="ph570"/>
            <p:cNvSpPr/>
            <p:nvPr/>
          </p:nvSpPr>
          <p:spPr>
            <a:xfrm>
              <a:off x="6142127" y="12085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71" name="ph571"/>
            <p:cNvSpPr/>
            <p:nvPr/>
          </p:nvSpPr>
          <p:spPr>
            <a:xfrm>
              <a:off x="6154640" y="12085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72" name="ph572"/>
            <p:cNvSpPr/>
            <p:nvPr/>
          </p:nvSpPr>
          <p:spPr>
            <a:xfrm>
              <a:off x="6167152" y="12085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73" name="ph573"/>
            <p:cNvSpPr/>
            <p:nvPr/>
          </p:nvSpPr>
          <p:spPr>
            <a:xfrm>
              <a:off x="6179664" y="12085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74" name="ph574"/>
            <p:cNvSpPr/>
            <p:nvPr/>
          </p:nvSpPr>
          <p:spPr>
            <a:xfrm>
              <a:off x="6192176" y="12085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75" name="ph575"/>
            <p:cNvSpPr/>
            <p:nvPr/>
          </p:nvSpPr>
          <p:spPr>
            <a:xfrm>
              <a:off x="6204689" y="12085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76" name="ph576"/>
            <p:cNvSpPr/>
            <p:nvPr/>
          </p:nvSpPr>
          <p:spPr>
            <a:xfrm>
              <a:off x="6217201" y="12085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77" name="ph577"/>
            <p:cNvSpPr/>
            <p:nvPr/>
          </p:nvSpPr>
          <p:spPr>
            <a:xfrm>
              <a:off x="6379861" y="12085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78" name="ph578"/>
            <p:cNvSpPr/>
            <p:nvPr/>
          </p:nvSpPr>
          <p:spPr>
            <a:xfrm>
              <a:off x="6392375" y="12085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79" name="ph579"/>
            <p:cNvSpPr/>
            <p:nvPr/>
          </p:nvSpPr>
          <p:spPr>
            <a:xfrm>
              <a:off x="6404887" y="12085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80" name="ph580"/>
            <p:cNvSpPr/>
            <p:nvPr/>
          </p:nvSpPr>
          <p:spPr>
            <a:xfrm>
              <a:off x="6417399" y="12085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81" name="ph581"/>
            <p:cNvSpPr/>
            <p:nvPr/>
          </p:nvSpPr>
          <p:spPr>
            <a:xfrm>
              <a:off x="6429912" y="12085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82" name="ph582"/>
            <p:cNvSpPr/>
            <p:nvPr/>
          </p:nvSpPr>
          <p:spPr>
            <a:xfrm>
              <a:off x="6442424" y="12085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83" name="ph583"/>
            <p:cNvSpPr/>
            <p:nvPr/>
          </p:nvSpPr>
          <p:spPr>
            <a:xfrm>
              <a:off x="5991979" y="122392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84" name="ph584"/>
            <p:cNvSpPr/>
            <p:nvPr/>
          </p:nvSpPr>
          <p:spPr>
            <a:xfrm>
              <a:off x="6004491" y="122392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85" name="ph585"/>
            <p:cNvSpPr/>
            <p:nvPr/>
          </p:nvSpPr>
          <p:spPr>
            <a:xfrm>
              <a:off x="6017004" y="122392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86" name="ph586"/>
            <p:cNvSpPr/>
            <p:nvPr/>
          </p:nvSpPr>
          <p:spPr>
            <a:xfrm>
              <a:off x="6029516" y="122392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87" name="ph587"/>
            <p:cNvSpPr/>
            <p:nvPr/>
          </p:nvSpPr>
          <p:spPr>
            <a:xfrm>
              <a:off x="6042028" y="122392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88" name="ph588"/>
            <p:cNvSpPr/>
            <p:nvPr/>
          </p:nvSpPr>
          <p:spPr>
            <a:xfrm>
              <a:off x="6054540" y="122392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89" name="ph589"/>
            <p:cNvSpPr/>
            <p:nvPr/>
          </p:nvSpPr>
          <p:spPr>
            <a:xfrm>
              <a:off x="6067053" y="122392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90" name="ph590"/>
            <p:cNvSpPr/>
            <p:nvPr/>
          </p:nvSpPr>
          <p:spPr>
            <a:xfrm>
              <a:off x="6079565" y="122392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91" name="ph591"/>
            <p:cNvSpPr/>
            <p:nvPr/>
          </p:nvSpPr>
          <p:spPr>
            <a:xfrm>
              <a:off x="6092077" y="122392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92" name="ph592"/>
            <p:cNvSpPr/>
            <p:nvPr/>
          </p:nvSpPr>
          <p:spPr>
            <a:xfrm>
              <a:off x="6104589" y="122392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93" name="ph593"/>
            <p:cNvSpPr/>
            <p:nvPr/>
          </p:nvSpPr>
          <p:spPr>
            <a:xfrm>
              <a:off x="6117103" y="122392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94" name="ph594"/>
            <p:cNvSpPr/>
            <p:nvPr/>
          </p:nvSpPr>
          <p:spPr>
            <a:xfrm>
              <a:off x="6129615" y="122392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95" name="ph595"/>
            <p:cNvSpPr/>
            <p:nvPr/>
          </p:nvSpPr>
          <p:spPr>
            <a:xfrm>
              <a:off x="6142127" y="122392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96" name="ph596"/>
            <p:cNvSpPr/>
            <p:nvPr/>
          </p:nvSpPr>
          <p:spPr>
            <a:xfrm>
              <a:off x="6154640" y="122392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97" name="ph597"/>
            <p:cNvSpPr/>
            <p:nvPr/>
          </p:nvSpPr>
          <p:spPr>
            <a:xfrm>
              <a:off x="6179664" y="122392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98" name="ph598"/>
            <p:cNvSpPr/>
            <p:nvPr/>
          </p:nvSpPr>
          <p:spPr>
            <a:xfrm>
              <a:off x="6192176" y="122392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99" name="ph599"/>
            <p:cNvSpPr/>
            <p:nvPr/>
          </p:nvSpPr>
          <p:spPr>
            <a:xfrm>
              <a:off x="6204689" y="122392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00" name="ph600"/>
            <p:cNvSpPr/>
            <p:nvPr/>
          </p:nvSpPr>
          <p:spPr>
            <a:xfrm>
              <a:off x="6379861" y="122392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01" name="ph601"/>
            <p:cNvSpPr/>
            <p:nvPr/>
          </p:nvSpPr>
          <p:spPr>
            <a:xfrm>
              <a:off x="6392375" y="122392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02" name="ph602"/>
            <p:cNvSpPr/>
            <p:nvPr/>
          </p:nvSpPr>
          <p:spPr>
            <a:xfrm>
              <a:off x="6404887" y="122392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03" name="ph603"/>
            <p:cNvSpPr/>
            <p:nvPr/>
          </p:nvSpPr>
          <p:spPr>
            <a:xfrm>
              <a:off x="6417399" y="122392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04" name="ph604"/>
            <p:cNvSpPr/>
            <p:nvPr/>
          </p:nvSpPr>
          <p:spPr>
            <a:xfrm>
              <a:off x="6429912" y="122392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05" name="ph605"/>
            <p:cNvSpPr/>
            <p:nvPr/>
          </p:nvSpPr>
          <p:spPr>
            <a:xfrm>
              <a:off x="5954441" y="12393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06" name="ph606"/>
            <p:cNvSpPr/>
            <p:nvPr/>
          </p:nvSpPr>
          <p:spPr>
            <a:xfrm>
              <a:off x="5966953" y="12393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07" name="ph607"/>
            <p:cNvSpPr/>
            <p:nvPr/>
          </p:nvSpPr>
          <p:spPr>
            <a:xfrm>
              <a:off x="5979467" y="12393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08" name="ph608"/>
            <p:cNvSpPr/>
            <p:nvPr/>
          </p:nvSpPr>
          <p:spPr>
            <a:xfrm>
              <a:off x="5991979" y="12393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09" name="ph609"/>
            <p:cNvSpPr/>
            <p:nvPr/>
          </p:nvSpPr>
          <p:spPr>
            <a:xfrm>
              <a:off x="6004491" y="12393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10" name="ph610"/>
            <p:cNvSpPr/>
            <p:nvPr/>
          </p:nvSpPr>
          <p:spPr>
            <a:xfrm>
              <a:off x="6017004" y="12393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11" name="ph611"/>
            <p:cNvSpPr/>
            <p:nvPr/>
          </p:nvSpPr>
          <p:spPr>
            <a:xfrm>
              <a:off x="6029516" y="12393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12" name="ph612"/>
            <p:cNvSpPr/>
            <p:nvPr/>
          </p:nvSpPr>
          <p:spPr>
            <a:xfrm>
              <a:off x="6042028" y="12393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13" name="ph613"/>
            <p:cNvSpPr/>
            <p:nvPr/>
          </p:nvSpPr>
          <p:spPr>
            <a:xfrm>
              <a:off x="6054540" y="12393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14" name="ph614"/>
            <p:cNvSpPr/>
            <p:nvPr/>
          </p:nvSpPr>
          <p:spPr>
            <a:xfrm>
              <a:off x="6067053" y="12393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15" name="ph615"/>
            <p:cNvSpPr/>
            <p:nvPr/>
          </p:nvSpPr>
          <p:spPr>
            <a:xfrm>
              <a:off x="6079565" y="12393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16" name="ph616"/>
            <p:cNvSpPr/>
            <p:nvPr/>
          </p:nvSpPr>
          <p:spPr>
            <a:xfrm>
              <a:off x="6092077" y="12393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17" name="ph617"/>
            <p:cNvSpPr/>
            <p:nvPr/>
          </p:nvSpPr>
          <p:spPr>
            <a:xfrm>
              <a:off x="6104589" y="12393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18" name="ph618"/>
            <p:cNvSpPr/>
            <p:nvPr/>
          </p:nvSpPr>
          <p:spPr>
            <a:xfrm>
              <a:off x="6129615" y="12393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19" name="ph619"/>
            <p:cNvSpPr/>
            <p:nvPr/>
          </p:nvSpPr>
          <p:spPr>
            <a:xfrm>
              <a:off x="6142127" y="12393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20" name="ph620"/>
            <p:cNvSpPr/>
            <p:nvPr/>
          </p:nvSpPr>
          <p:spPr>
            <a:xfrm>
              <a:off x="6379861" y="12393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21" name="ph621"/>
            <p:cNvSpPr/>
            <p:nvPr/>
          </p:nvSpPr>
          <p:spPr>
            <a:xfrm>
              <a:off x="6392375" y="12393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22" name="ph622"/>
            <p:cNvSpPr/>
            <p:nvPr/>
          </p:nvSpPr>
          <p:spPr>
            <a:xfrm>
              <a:off x="6404887" y="12393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23" name="ph623"/>
            <p:cNvSpPr/>
            <p:nvPr/>
          </p:nvSpPr>
          <p:spPr>
            <a:xfrm>
              <a:off x="6417399" y="12393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24" name="ph624"/>
            <p:cNvSpPr/>
            <p:nvPr/>
          </p:nvSpPr>
          <p:spPr>
            <a:xfrm>
              <a:off x="6429912" y="12393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25" name="ph625"/>
            <p:cNvSpPr/>
            <p:nvPr/>
          </p:nvSpPr>
          <p:spPr>
            <a:xfrm>
              <a:off x="5941929" y="12546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26" name="ph626"/>
            <p:cNvSpPr/>
            <p:nvPr/>
          </p:nvSpPr>
          <p:spPr>
            <a:xfrm>
              <a:off x="5954441" y="12546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C6E">
                <a:alpha val="100000"/>
              </a:srgbClr>
            </a:solidFill>
            <a:ln w="5420" cap="flat">
              <a:solidFill>
                <a:srgbClr val="3B3C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27" name="ph627"/>
            <p:cNvSpPr/>
            <p:nvPr/>
          </p:nvSpPr>
          <p:spPr>
            <a:xfrm>
              <a:off x="5966953" y="12546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28" name="ph628"/>
            <p:cNvSpPr/>
            <p:nvPr/>
          </p:nvSpPr>
          <p:spPr>
            <a:xfrm>
              <a:off x="5979467" y="12546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29" name="ph629"/>
            <p:cNvSpPr/>
            <p:nvPr/>
          </p:nvSpPr>
          <p:spPr>
            <a:xfrm>
              <a:off x="5991979" y="12546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30" name="ph630"/>
            <p:cNvSpPr/>
            <p:nvPr/>
          </p:nvSpPr>
          <p:spPr>
            <a:xfrm>
              <a:off x="6004491" y="12546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31" name="ph631"/>
            <p:cNvSpPr/>
            <p:nvPr/>
          </p:nvSpPr>
          <p:spPr>
            <a:xfrm>
              <a:off x="6017004" y="12546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32" name="ph632"/>
            <p:cNvSpPr/>
            <p:nvPr/>
          </p:nvSpPr>
          <p:spPr>
            <a:xfrm>
              <a:off x="6029516" y="12546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33" name="ph633"/>
            <p:cNvSpPr/>
            <p:nvPr/>
          </p:nvSpPr>
          <p:spPr>
            <a:xfrm>
              <a:off x="6042028" y="12546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34" name="ph634"/>
            <p:cNvSpPr/>
            <p:nvPr/>
          </p:nvSpPr>
          <p:spPr>
            <a:xfrm>
              <a:off x="6054540" y="12546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25E">
                <a:alpha val="100000"/>
              </a:srgbClr>
            </a:solidFill>
            <a:ln w="5420" cap="flat">
              <a:solidFill>
                <a:srgbClr val="3A32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35" name="ph635"/>
            <p:cNvSpPr/>
            <p:nvPr/>
          </p:nvSpPr>
          <p:spPr>
            <a:xfrm>
              <a:off x="6067053" y="12546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36" name="ph636"/>
            <p:cNvSpPr/>
            <p:nvPr/>
          </p:nvSpPr>
          <p:spPr>
            <a:xfrm>
              <a:off x="6079565" y="12546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37" name="ph637"/>
            <p:cNvSpPr/>
            <p:nvPr/>
          </p:nvSpPr>
          <p:spPr>
            <a:xfrm>
              <a:off x="6092077" y="12546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38" name="ph638"/>
            <p:cNvSpPr/>
            <p:nvPr/>
          </p:nvSpPr>
          <p:spPr>
            <a:xfrm>
              <a:off x="6379861" y="12546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39" name="ph639"/>
            <p:cNvSpPr/>
            <p:nvPr/>
          </p:nvSpPr>
          <p:spPr>
            <a:xfrm>
              <a:off x="6392375" y="12546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40" name="ph640"/>
            <p:cNvSpPr/>
            <p:nvPr/>
          </p:nvSpPr>
          <p:spPr>
            <a:xfrm>
              <a:off x="6404887" y="12546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41" name="ph641"/>
            <p:cNvSpPr/>
            <p:nvPr/>
          </p:nvSpPr>
          <p:spPr>
            <a:xfrm>
              <a:off x="6417399" y="12546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42" name="ph642"/>
            <p:cNvSpPr/>
            <p:nvPr/>
          </p:nvSpPr>
          <p:spPr>
            <a:xfrm>
              <a:off x="6429912" y="12546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43" name="ph643"/>
            <p:cNvSpPr/>
            <p:nvPr/>
          </p:nvSpPr>
          <p:spPr>
            <a:xfrm>
              <a:off x="6442424" y="12546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44" name="ph644"/>
            <p:cNvSpPr/>
            <p:nvPr/>
          </p:nvSpPr>
          <p:spPr>
            <a:xfrm>
              <a:off x="6454936" y="12546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45" name="ph645"/>
            <p:cNvSpPr/>
            <p:nvPr/>
          </p:nvSpPr>
          <p:spPr>
            <a:xfrm>
              <a:off x="6504985" y="12546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46" name="ph646"/>
            <p:cNvSpPr/>
            <p:nvPr/>
          </p:nvSpPr>
          <p:spPr>
            <a:xfrm>
              <a:off x="6517497" y="12546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767">
                <a:alpha val="100000"/>
              </a:srgbClr>
            </a:solidFill>
            <a:ln w="5420" cap="flat">
              <a:solidFill>
                <a:srgbClr val="3B3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47" name="ph647"/>
            <p:cNvSpPr/>
            <p:nvPr/>
          </p:nvSpPr>
          <p:spPr>
            <a:xfrm>
              <a:off x="6530011" y="12546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48" name="ph648"/>
            <p:cNvSpPr/>
            <p:nvPr/>
          </p:nvSpPr>
          <p:spPr>
            <a:xfrm>
              <a:off x="6542523" y="12546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49" name="ph649"/>
            <p:cNvSpPr/>
            <p:nvPr/>
          </p:nvSpPr>
          <p:spPr>
            <a:xfrm>
              <a:off x="6555035" y="12546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50" name="ph650"/>
            <p:cNvSpPr/>
            <p:nvPr/>
          </p:nvSpPr>
          <p:spPr>
            <a:xfrm>
              <a:off x="5929417" y="127005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51" name="ph651"/>
            <p:cNvSpPr/>
            <p:nvPr/>
          </p:nvSpPr>
          <p:spPr>
            <a:xfrm>
              <a:off x="5941929" y="127005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52" name="ph652"/>
            <p:cNvSpPr/>
            <p:nvPr/>
          </p:nvSpPr>
          <p:spPr>
            <a:xfrm>
              <a:off x="5954441" y="127005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53" name="ph653"/>
            <p:cNvSpPr/>
            <p:nvPr/>
          </p:nvSpPr>
          <p:spPr>
            <a:xfrm>
              <a:off x="5966953" y="127005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54" name="ph654"/>
            <p:cNvSpPr/>
            <p:nvPr/>
          </p:nvSpPr>
          <p:spPr>
            <a:xfrm>
              <a:off x="5979467" y="127005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55" name="ph655"/>
            <p:cNvSpPr/>
            <p:nvPr/>
          </p:nvSpPr>
          <p:spPr>
            <a:xfrm>
              <a:off x="5991979" y="127005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56" name="ph656"/>
            <p:cNvSpPr/>
            <p:nvPr/>
          </p:nvSpPr>
          <p:spPr>
            <a:xfrm>
              <a:off x="6004491" y="127005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57" name="ph657"/>
            <p:cNvSpPr/>
            <p:nvPr/>
          </p:nvSpPr>
          <p:spPr>
            <a:xfrm>
              <a:off x="6017004" y="127005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58" name="ph658"/>
            <p:cNvSpPr/>
            <p:nvPr/>
          </p:nvSpPr>
          <p:spPr>
            <a:xfrm>
              <a:off x="6029516" y="127005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59" name="ph659"/>
            <p:cNvSpPr/>
            <p:nvPr/>
          </p:nvSpPr>
          <p:spPr>
            <a:xfrm>
              <a:off x="6042028" y="127005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60" name="ph660"/>
            <p:cNvSpPr/>
            <p:nvPr/>
          </p:nvSpPr>
          <p:spPr>
            <a:xfrm>
              <a:off x="6054540" y="127005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61" name="ph661"/>
            <p:cNvSpPr/>
            <p:nvPr/>
          </p:nvSpPr>
          <p:spPr>
            <a:xfrm>
              <a:off x="6067053" y="127005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62" name="ph662"/>
            <p:cNvSpPr/>
            <p:nvPr/>
          </p:nvSpPr>
          <p:spPr>
            <a:xfrm>
              <a:off x="6079565" y="127005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63" name="ph663"/>
            <p:cNvSpPr/>
            <p:nvPr/>
          </p:nvSpPr>
          <p:spPr>
            <a:xfrm>
              <a:off x="6392375" y="127005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64" name="ph664"/>
            <p:cNvSpPr/>
            <p:nvPr/>
          </p:nvSpPr>
          <p:spPr>
            <a:xfrm>
              <a:off x="6404887" y="127005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65" name="ph665"/>
            <p:cNvSpPr/>
            <p:nvPr/>
          </p:nvSpPr>
          <p:spPr>
            <a:xfrm>
              <a:off x="6417399" y="127005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66" name="ph666"/>
            <p:cNvSpPr/>
            <p:nvPr/>
          </p:nvSpPr>
          <p:spPr>
            <a:xfrm>
              <a:off x="6429912" y="127005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67" name="ph667"/>
            <p:cNvSpPr/>
            <p:nvPr/>
          </p:nvSpPr>
          <p:spPr>
            <a:xfrm>
              <a:off x="6442424" y="127005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68" name="ph668"/>
            <p:cNvSpPr/>
            <p:nvPr/>
          </p:nvSpPr>
          <p:spPr>
            <a:xfrm>
              <a:off x="6454936" y="127005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69" name="ph669"/>
            <p:cNvSpPr/>
            <p:nvPr/>
          </p:nvSpPr>
          <p:spPr>
            <a:xfrm>
              <a:off x="6467448" y="127005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70" name="ph670"/>
            <p:cNvSpPr/>
            <p:nvPr/>
          </p:nvSpPr>
          <p:spPr>
            <a:xfrm>
              <a:off x="6492473" y="127005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71" name="ph671"/>
            <p:cNvSpPr/>
            <p:nvPr/>
          </p:nvSpPr>
          <p:spPr>
            <a:xfrm>
              <a:off x="6504985" y="127005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72" name="ph672"/>
            <p:cNvSpPr/>
            <p:nvPr/>
          </p:nvSpPr>
          <p:spPr>
            <a:xfrm>
              <a:off x="6517497" y="127005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73" name="ph673"/>
            <p:cNvSpPr/>
            <p:nvPr/>
          </p:nvSpPr>
          <p:spPr>
            <a:xfrm>
              <a:off x="6530011" y="127005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74" name="ph674"/>
            <p:cNvSpPr/>
            <p:nvPr/>
          </p:nvSpPr>
          <p:spPr>
            <a:xfrm>
              <a:off x="6542523" y="127005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75" name="ph675"/>
            <p:cNvSpPr/>
            <p:nvPr/>
          </p:nvSpPr>
          <p:spPr>
            <a:xfrm>
              <a:off x="6555035" y="127005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76" name="ph676"/>
            <p:cNvSpPr/>
            <p:nvPr/>
          </p:nvSpPr>
          <p:spPr>
            <a:xfrm>
              <a:off x="6567548" y="127005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77" name="ph677"/>
            <p:cNvSpPr/>
            <p:nvPr/>
          </p:nvSpPr>
          <p:spPr>
            <a:xfrm>
              <a:off x="5916904" y="12854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78" name="ph678"/>
            <p:cNvSpPr/>
            <p:nvPr/>
          </p:nvSpPr>
          <p:spPr>
            <a:xfrm>
              <a:off x="5929417" y="12854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79" name="ph679"/>
            <p:cNvSpPr/>
            <p:nvPr/>
          </p:nvSpPr>
          <p:spPr>
            <a:xfrm>
              <a:off x="5941929" y="12854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80" name="ph680"/>
            <p:cNvSpPr/>
            <p:nvPr/>
          </p:nvSpPr>
          <p:spPr>
            <a:xfrm>
              <a:off x="5954441" y="12854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81" name="ph681"/>
            <p:cNvSpPr/>
            <p:nvPr/>
          </p:nvSpPr>
          <p:spPr>
            <a:xfrm>
              <a:off x="5966953" y="12854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82" name="ph682"/>
            <p:cNvSpPr/>
            <p:nvPr/>
          </p:nvSpPr>
          <p:spPr>
            <a:xfrm>
              <a:off x="5979467" y="12854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83" name="ph683"/>
            <p:cNvSpPr/>
            <p:nvPr/>
          </p:nvSpPr>
          <p:spPr>
            <a:xfrm>
              <a:off x="5991979" y="12854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84" name="ph684"/>
            <p:cNvSpPr/>
            <p:nvPr/>
          </p:nvSpPr>
          <p:spPr>
            <a:xfrm>
              <a:off x="6004491" y="12854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85" name="ph685"/>
            <p:cNvSpPr/>
            <p:nvPr/>
          </p:nvSpPr>
          <p:spPr>
            <a:xfrm>
              <a:off x="6017004" y="12854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86" name="ph686"/>
            <p:cNvSpPr/>
            <p:nvPr/>
          </p:nvSpPr>
          <p:spPr>
            <a:xfrm>
              <a:off x="6029516" y="12854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87" name="ph687"/>
            <p:cNvSpPr/>
            <p:nvPr/>
          </p:nvSpPr>
          <p:spPr>
            <a:xfrm>
              <a:off x="6042028" y="12854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88" name="ph688"/>
            <p:cNvSpPr/>
            <p:nvPr/>
          </p:nvSpPr>
          <p:spPr>
            <a:xfrm>
              <a:off x="6392375" y="12854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89" name="ph689"/>
            <p:cNvSpPr/>
            <p:nvPr/>
          </p:nvSpPr>
          <p:spPr>
            <a:xfrm>
              <a:off x="6404887" y="12854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90" name="ph690"/>
            <p:cNvSpPr/>
            <p:nvPr/>
          </p:nvSpPr>
          <p:spPr>
            <a:xfrm>
              <a:off x="6417399" y="12854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91" name="ph691"/>
            <p:cNvSpPr/>
            <p:nvPr/>
          </p:nvSpPr>
          <p:spPr>
            <a:xfrm>
              <a:off x="6429912" y="12854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92" name="ph692"/>
            <p:cNvSpPr/>
            <p:nvPr/>
          </p:nvSpPr>
          <p:spPr>
            <a:xfrm>
              <a:off x="6442424" y="12854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93" name="ph693"/>
            <p:cNvSpPr/>
            <p:nvPr/>
          </p:nvSpPr>
          <p:spPr>
            <a:xfrm>
              <a:off x="6454936" y="12854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94" name="ph694"/>
            <p:cNvSpPr/>
            <p:nvPr/>
          </p:nvSpPr>
          <p:spPr>
            <a:xfrm>
              <a:off x="6467448" y="12854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95" name="ph695"/>
            <p:cNvSpPr/>
            <p:nvPr/>
          </p:nvSpPr>
          <p:spPr>
            <a:xfrm>
              <a:off x="6479961" y="12854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96" name="ph696"/>
            <p:cNvSpPr/>
            <p:nvPr/>
          </p:nvSpPr>
          <p:spPr>
            <a:xfrm>
              <a:off x="6492473" y="12854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97" name="ph697"/>
            <p:cNvSpPr/>
            <p:nvPr/>
          </p:nvSpPr>
          <p:spPr>
            <a:xfrm>
              <a:off x="6504985" y="12854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98" name="ph698"/>
            <p:cNvSpPr/>
            <p:nvPr/>
          </p:nvSpPr>
          <p:spPr>
            <a:xfrm>
              <a:off x="6517497" y="12854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99" name="ph699"/>
            <p:cNvSpPr/>
            <p:nvPr/>
          </p:nvSpPr>
          <p:spPr>
            <a:xfrm>
              <a:off x="6530011" y="12854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00" name="ph700"/>
            <p:cNvSpPr/>
            <p:nvPr/>
          </p:nvSpPr>
          <p:spPr>
            <a:xfrm>
              <a:off x="6542523" y="12854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01" name="ph701"/>
            <p:cNvSpPr/>
            <p:nvPr/>
          </p:nvSpPr>
          <p:spPr>
            <a:xfrm>
              <a:off x="6555035" y="12854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02" name="ph702"/>
            <p:cNvSpPr/>
            <p:nvPr/>
          </p:nvSpPr>
          <p:spPr>
            <a:xfrm>
              <a:off x="6567548" y="12854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03" name="ph703"/>
            <p:cNvSpPr/>
            <p:nvPr/>
          </p:nvSpPr>
          <p:spPr>
            <a:xfrm>
              <a:off x="5904392" y="13008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04" name="ph704"/>
            <p:cNvSpPr/>
            <p:nvPr/>
          </p:nvSpPr>
          <p:spPr>
            <a:xfrm>
              <a:off x="5916904" y="13008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05" name="ph705"/>
            <p:cNvSpPr/>
            <p:nvPr/>
          </p:nvSpPr>
          <p:spPr>
            <a:xfrm>
              <a:off x="5929417" y="13008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06" name="ph706"/>
            <p:cNvSpPr/>
            <p:nvPr/>
          </p:nvSpPr>
          <p:spPr>
            <a:xfrm>
              <a:off x="5941929" y="13008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07" name="ph707"/>
            <p:cNvSpPr/>
            <p:nvPr/>
          </p:nvSpPr>
          <p:spPr>
            <a:xfrm>
              <a:off x="5954441" y="13008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08" name="ph708"/>
            <p:cNvSpPr/>
            <p:nvPr/>
          </p:nvSpPr>
          <p:spPr>
            <a:xfrm>
              <a:off x="5966953" y="13008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09" name="ph709"/>
            <p:cNvSpPr/>
            <p:nvPr/>
          </p:nvSpPr>
          <p:spPr>
            <a:xfrm>
              <a:off x="5979467" y="13008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10" name="ph710"/>
            <p:cNvSpPr/>
            <p:nvPr/>
          </p:nvSpPr>
          <p:spPr>
            <a:xfrm>
              <a:off x="5991979" y="13008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11" name="ph711"/>
            <p:cNvSpPr/>
            <p:nvPr/>
          </p:nvSpPr>
          <p:spPr>
            <a:xfrm>
              <a:off x="6004491" y="13008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12" name="ph712"/>
            <p:cNvSpPr/>
            <p:nvPr/>
          </p:nvSpPr>
          <p:spPr>
            <a:xfrm>
              <a:off x="6404887" y="13008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13" name="ph713"/>
            <p:cNvSpPr/>
            <p:nvPr/>
          </p:nvSpPr>
          <p:spPr>
            <a:xfrm>
              <a:off x="6417399" y="13008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14" name="ph714"/>
            <p:cNvSpPr/>
            <p:nvPr/>
          </p:nvSpPr>
          <p:spPr>
            <a:xfrm>
              <a:off x="6429912" y="13008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15" name="ph715"/>
            <p:cNvSpPr/>
            <p:nvPr/>
          </p:nvSpPr>
          <p:spPr>
            <a:xfrm>
              <a:off x="6442424" y="13008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16" name="ph716"/>
            <p:cNvSpPr/>
            <p:nvPr/>
          </p:nvSpPr>
          <p:spPr>
            <a:xfrm>
              <a:off x="6454936" y="13008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17" name="ph717"/>
            <p:cNvSpPr/>
            <p:nvPr/>
          </p:nvSpPr>
          <p:spPr>
            <a:xfrm>
              <a:off x="6467448" y="13008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18" name="ph718"/>
            <p:cNvSpPr/>
            <p:nvPr/>
          </p:nvSpPr>
          <p:spPr>
            <a:xfrm>
              <a:off x="6479961" y="13008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19" name="ph719"/>
            <p:cNvSpPr/>
            <p:nvPr/>
          </p:nvSpPr>
          <p:spPr>
            <a:xfrm>
              <a:off x="6492473" y="13008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20" name="ph720"/>
            <p:cNvSpPr/>
            <p:nvPr/>
          </p:nvSpPr>
          <p:spPr>
            <a:xfrm>
              <a:off x="6504985" y="13008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21" name="ph721"/>
            <p:cNvSpPr/>
            <p:nvPr/>
          </p:nvSpPr>
          <p:spPr>
            <a:xfrm>
              <a:off x="6517497" y="13008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22" name="ph722"/>
            <p:cNvSpPr/>
            <p:nvPr/>
          </p:nvSpPr>
          <p:spPr>
            <a:xfrm>
              <a:off x="6530011" y="13008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23" name="ph723"/>
            <p:cNvSpPr/>
            <p:nvPr/>
          </p:nvSpPr>
          <p:spPr>
            <a:xfrm>
              <a:off x="6542523" y="13008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24" name="ph724"/>
            <p:cNvSpPr/>
            <p:nvPr/>
          </p:nvSpPr>
          <p:spPr>
            <a:xfrm>
              <a:off x="6555035" y="13008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25" name="ph725"/>
            <p:cNvSpPr/>
            <p:nvPr/>
          </p:nvSpPr>
          <p:spPr>
            <a:xfrm>
              <a:off x="5891880" y="13161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26" name="ph726"/>
            <p:cNvSpPr/>
            <p:nvPr/>
          </p:nvSpPr>
          <p:spPr>
            <a:xfrm>
              <a:off x="5904392" y="13161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27" name="ph727"/>
            <p:cNvSpPr/>
            <p:nvPr/>
          </p:nvSpPr>
          <p:spPr>
            <a:xfrm>
              <a:off x="5916904" y="13161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28" name="ph728"/>
            <p:cNvSpPr/>
            <p:nvPr/>
          </p:nvSpPr>
          <p:spPr>
            <a:xfrm>
              <a:off x="5929417" y="13161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29" name="ph729"/>
            <p:cNvSpPr/>
            <p:nvPr/>
          </p:nvSpPr>
          <p:spPr>
            <a:xfrm>
              <a:off x="5941929" y="13161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30" name="ph730"/>
            <p:cNvSpPr/>
            <p:nvPr/>
          </p:nvSpPr>
          <p:spPr>
            <a:xfrm>
              <a:off x="5954441" y="13161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31" name="ph731"/>
            <p:cNvSpPr/>
            <p:nvPr/>
          </p:nvSpPr>
          <p:spPr>
            <a:xfrm>
              <a:off x="5966953" y="13161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32" name="ph732"/>
            <p:cNvSpPr/>
            <p:nvPr/>
          </p:nvSpPr>
          <p:spPr>
            <a:xfrm>
              <a:off x="6417399" y="13161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33" name="ph733"/>
            <p:cNvSpPr/>
            <p:nvPr/>
          </p:nvSpPr>
          <p:spPr>
            <a:xfrm>
              <a:off x="6429912" y="13161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34" name="ph734"/>
            <p:cNvSpPr/>
            <p:nvPr/>
          </p:nvSpPr>
          <p:spPr>
            <a:xfrm>
              <a:off x="6442424" y="13161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35" name="ph735"/>
            <p:cNvSpPr/>
            <p:nvPr/>
          </p:nvSpPr>
          <p:spPr>
            <a:xfrm>
              <a:off x="6454936" y="13161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36" name="ph736"/>
            <p:cNvSpPr/>
            <p:nvPr/>
          </p:nvSpPr>
          <p:spPr>
            <a:xfrm>
              <a:off x="6467448" y="13161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37" name="ph737"/>
            <p:cNvSpPr/>
            <p:nvPr/>
          </p:nvSpPr>
          <p:spPr>
            <a:xfrm>
              <a:off x="6479961" y="13161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38" name="ph738"/>
            <p:cNvSpPr/>
            <p:nvPr/>
          </p:nvSpPr>
          <p:spPr>
            <a:xfrm>
              <a:off x="6492473" y="13161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39" name="ph739"/>
            <p:cNvSpPr/>
            <p:nvPr/>
          </p:nvSpPr>
          <p:spPr>
            <a:xfrm>
              <a:off x="6504985" y="13161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40" name="ph740"/>
            <p:cNvSpPr/>
            <p:nvPr/>
          </p:nvSpPr>
          <p:spPr>
            <a:xfrm>
              <a:off x="6517497" y="13161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41" name="ph741"/>
            <p:cNvSpPr/>
            <p:nvPr/>
          </p:nvSpPr>
          <p:spPr>
            <a:xfrm>
              <a:off x="6530011" y="13161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42" name="ph742"/>
            <p:cNvSpPr/>
            <p:nvPr/>
          </p:nvSpPr>
          <p:spPr>
            <a:xfrm>
              <a:off x="6542523" y="13161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43" name="ph743"/>
            <p:cNvSpPr/>
            <p:nvPr/>
          </p:nvSpPr>
          <p:spPr>
            <a:xfrm>
              <a:off x="5891880" y="13315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44" name="ph744"/>
            <p:cNvSpPr/>
            <p:nvPr/>
          </p:nvSpPr>
          <p:spPr>
            <a:xfrm>
              <a:off x="5904392" y="13315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45" name="ph745"/>
            <p:cNvSpPr/>
            <p:nvPr/>
          </p:nvSpPr>
          <p:spPr>
            <a:xfrm>
              <a:off x="5916904" y="13315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46" name="ph746"/>
            <p:cNvSpPr/>
            <p:nvPr/>
          </p:nvSpPr>
          <p:spPr>
            <a:xfrm>
              <a:off x="5929417" y="13315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47" name="ph747"/>
            <p:cNvSpPr/>
            <p:nvPr/>
          </p:nvSpPr>
          <p:spPr>
            <a:xfrm>
              <a:off x="5941929" y="13315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48" name="ph748"/>
            <p:cNvSpPr/>
            <p:nvPr/>
          </p:nvSpPr>
          <p:spPr>
            <a:xfrm>
              <a:off x="5954441" y="13315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49" name="ph749"/>
            <p:cNvSpPr/>
            <p:nvPr/>
          </p:nvSpPr>
          <p:spPr>
            <a:xfrm>
              <a:off x="6442424" y="13315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50" name="ph750"/>
            <p:cNvSpPr/>
            <p:nvPr/>
          </p:nvSpPr>
          <p:spPr>
            <a:xfrm>
              <a:off x="6454936" y="13315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51" name="ph751"/>
            <p:cNvSpPr/>
            <p:nvPr/>
          </p:nvSpPr>
          <p:spPr>
            <a:xfrm>
              <a:off x="6467448" y="13315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52" name="ph752"/>
            <p:cNvSpPr/>
            <p:nvPr/>
          </p:nvSpPr>
          <p:spPr>
            <a:xfrm>
              <a:off x="6479961" y="13315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53" name="ph753"/>
            <p:cNvSpPr/>
            <p:nvPr/>
          </p:nvSpPr>
          <p:spPr>
            <a:xfrm>
              <a:off x="6492473" y="13315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54" name="ph754"/>
            <p:cNvSpPr/>
            <p:nvPr/>
          </p:nvSpPr>
          <p:spPr>
            <a:xfrm>
              <a:off x="6504985" y="13315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55" name="ph755"/>
            <p:cNvSpPr/>
            <p:nvPr/>
          </p:nvSpPr>
          <p:spPr>
            <a:xfrm>
              <a:off x="6517497" y="13315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56" name="ph756"/>
            <p:cNvSpPr/>
            <p:nvPr/>
          </p:nvSpPr>
          <p:spPr>
            <a:xfrm>
              <a:off x="5879368" y="13469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57" name="ph757"/>
            <p:cNvSpPr/>
            <p:nvPr/>
          </p:nvSpPr>
          <p:spPr>
            <a:xfrm>
              <a:off x="5891880" y="13469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58" name="ph758"/>
            <p:cNvSpPr/>
            <p:nvPr/>
          </p:nvSpPr>
          <p:spPr>
            <a:xfrm>
              <a:off x="5904392" y="13469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59" name="ph759"/>
            <p:cNvSpPr/>
            <p:nvPr/>
          </p:nvSpPr>
          <p:spPr>
            <a:xfrm>
              <a:off x="5916904" y="13469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60" name="ph760"/>
            <p:cNvSpPr/>
            <p:nvPr/>
          </p:nvSpPr>
          <p:spPr>
            <a:xfrm>
              <a:off x="5929417" y="13469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61" name="ph761"/>
            <p:cNvSpPr/>
            <p:nvPr/>
          </p:nvSpPr>
          <p:spPr>
            <a:xfrm>
              <a:off x="5941929" y="13469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62" name="ph762"/>
            <p:cNvSpPr/>
            <p:nvPr/>
          </p:nvSpPr>
          <p:spPr>
            <a:xfrm>
              <a:off x="6467448" y="13469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63" name="ph763"/>
            <p:cNvSpPr/>
            <p:nvPr/>
          </p:nvSpPr>
          <p:spPr>
            <a:xfrm>
              <a:off x="6479961" y="13469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64" name="ph764"/>
            <p:cNvSpPr/>
            <p:nvPr/>
          </p:nvSpPr>
          <p:spPr>
            <a:xfrm>
              <a:off x="6492473" y="13469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65" name="ph765"/>
            <p:cNvSpPr/>
            <p:nvPr/>
          </p:nvSpPr>
          <p:spPr>
            <a:xfrm>
              <a:off x="5866855" y="136230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66" name="ph766"/>
            <p:cNvSpPr/>
            <p:nvPr/>
          </p:nvSpPr>
          <p:spPr>
            <a:xfrm>
              <a:off x="5879368" y="136230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67" name="ph767"/>
            <p:cNvSpPr/>
            <p:nvPr/>
          </p:nvSpPr>
          <p:spPr>
            <a:xfrm>
              <a:off x="5891880" y="136230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68" name="ph768"/>
            <p:cNvSpPr/>
            <p:nvPr/>
          </p:nvSpPr>
          <p:spPr>
            <a:xfrm>
              <a:off x="5904392" y="136230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69" name="ph769"/>
            <p:cNvSpPr/>
            <p:nvPr/>
          </p:nvSpPr>
          <p:spPr>
            <a:xfrm>
              <a:off x="5916904" y="136230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DA4">
                <a:alpha val="100000"/>
              </a:srgbClr>
            </a:solidFill>
            <a:ln w="5420" cap="flat">
              <a:solidFill>
                <a:srgbClr val="3A7D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70" name="ph770"/>
            <p:cNvSpPr/>
            <p:nvPr/>
          </p:nvSpPr>
          <p:spPr>
            <a:xfrm>
              <a:off x="5929417" y="136230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71" name="ph771"/>
            <p:cNvSpPr/>
            <p:nvPr/>
          </p:nvSpPr>
          <p:spPr>
            <a:xfrm>
              <a:off x="5866855" y="137768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72" name="ph772"/>
            <p:cNvSpPr/>
            <p:nvPr/>
          </p:nvSpPr>
          <p:spPr>
            <a:xfrm>
              <a:off x="5879368" y="137768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73" name="ph773"/>
            <p:cNvSpPr/>
            <p:nvPr/>
          </p:nvSpPr>
          <p:spPr>
            <a:xfrm>
              <a:off x="5891880" y="137768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74" name="ph774"/>
            <p:cNvSpPr/>
            <p:nvPr/>
          </p:nvSpPr>
          <p:spPr>
            <a:xfrm>
              <a:off x="5904392" y="137768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75" name="ph775"/>
            <p:cNvSpPr/>
            <p:nvPr/>
          </p:nvSpPr>
          <p:spPr>
            <a:xfrm>
              <a:off x="5916904" y="137768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76" name="ph776"/>
            <p:cNvSpPr/>
            <p:nvPr/>
          </p:nvSpPr>
          <p:spPr>
            <a:xfrm>
              <a:off x="5854343" y="139305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77" name="ph777"/>
            <p:cNvSpPr/>
            <p:nvPr/>
          </p:nvSpPr>
          <p:spPr>
            <a:xfrm>
              <a:off x="5866855" y="139305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78" name="ph778"/>
            <p:cNvSpPr/>
            <p:nvPr/>
          </p:nvSpPr>
          <p:spPr>
            <a:xfrm>
              <a:off x="5879368" y="139305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79" name="ph779"/>
            <p:cNvSpPr/>
            <p:nvPr/>
          </p:nvSpPr>
          <p:spPr>
            <a:xfrm>
              <a:off x="5891880" y="139305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80" name="ph780"/>
            <p:cNvSpPr/>
            <p:nvPr/>
          </p:nvSpPr>
          <p:spPr>
            <a:xfrm>
              <a:off x="5904392" y="139305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81" name="ph781"/>
            <p:cNvSpPr/>
            <p:nvPr/>
          </p:nvSpPr>
          <p:spPr>
            <a:xfrm>
              <a:off x="5916904" y="139305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82" name="ph782"/>
            <p:cNvSpPr/>
            <p:nvPr/>
          </p:nvSpPr>
          <p:spPr>
            <a:xfrm>
              <a:off x="5854343" y="140843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83" name="ph783"/>
            <p:cNvSpPr/>
            <p:nvPr/>
          </p:nvSpPr>
          <p:spPr>
            <a:xfrm>
              <a:off x="5866855" y="140843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84" name="ph784"/>
            <p:cNvSpPr/>
            <p:nvPr/>
          </p:nvSpPr>
          <p:spPr>
            <a:xfrm>
              <a:off x="5879368" y="140843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85" name="ph785"/>
            <p:cNvSpPr/>
            <p:nvPr/>
          </p:nvSpPr>
          <p:spPr>
            <a:xfrm>
              <a:off x="5891880" y="140843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86" name="ph786"/>
            <p:cNvSpPr/>
            <p:nvPr/>
          </p:nvSpPr>
          <p:spPr>
            <a:xfrm>
              <a:off x="5904392" y="140843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87" name="ph787"/>
            <p:cNvSpPr/>
            <p:nvPr/>
          </p:nvSpPr>
          <p:spPr>
            <a:xfrm>
              <a:off x="5916904" y="140843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88" name="ph788"/>
            <p:cNvSpPr/>
            <p:nvPr/>
          </p:nvSpPr>
          <p:spPr>
            <a:xfrm>
              <a:off x="5854343" y="142381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89" name="ph789"/>
            <p:cNvSpPr/>
            <p:nvPr/>
          </p:nvSpPr>
          <p:spPr>
            <a:xfrm>
              <a:off x="5866855" y="142381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90" name="ph790"/>
            <p:cNvSpPr/>
            <p:nvPr/>
          </p:nvSpPr>
          <p:spPr>
            <a:xfrm>
              <a:off x="5879368" y="142381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91" name="ph791"/>
            <p:cNvSpPr/>
            <p:nvPr/>
          </p:nvSpPr>
          <p:spPr>
            <a:xfrm>
              <a:off x="5891880" y="142381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92" name="ph792"/>
            <p:cNvSpPr/>
            <p:nvPr/>
          </p:nvSpPr>
          <p:spPr>
            <a:xfrm>
              <a:off x="5904392" y="142381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93" name="ph793"/>
            <p:cNvSpPr/>
            <p:nvPr/>
          </p:nvSpPr>
          <p:spPr>
            <a:xfrm>
              <a:off x="5916904" y="142381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94" name="ph794"/>
            <p:cNvSpPr/>
            <p:nvPr/>
          </p:nvSpPr>
          <p:spPr>
            <a:xfrm>
              <a:off x="5854343" y="14391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95" name="ph795"/>
            <p:cNvSpPr/>
            <p:nvPr/>
          </p:nvSpPr>
          <p:spPr>
            <a:xfrm>
              <a:off x="5866855" y="14391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96" name="ph796"/>
            <p:cNvSpPr/>
            <p:nvPr/>
          </p:nvSpPr>
          <p:spPr>
            <a:xfrm>
              <a:off x="5879368" y="14391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97" name="ph797"/>
            <p:cNvSpPr/>
            <p:nvPr/>
          </p:nvSpPr>
          <p:spPr>
            <a:xfrm>
              <a:off x="5891880" y="14391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98" name="ph798"/>
            <p:cNvSpPr/>
            <p:nvPr/>
          </p:nvSpPr>
          <p:spPr>
            <a:xfrm>
              <a:off x="5904392" y="14391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99" name="ph799"/>
            <p:cNvSpPr/>
            <p:nvPr/>
          </p:nvSpPr>
          <p:spPr>
            <a:xfrm>
              <a:off x="5916904" y="14391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00" name="ph800"/>
            <p:cNvSpPr/>
            <p:nvPr/>
          </p:nvSpPr>
          <p:spPr>
            <a:xfrm>
              <a:off x="5929417" y="14391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01" name="ph801"/>
            <p:cNvSpPr/>
            <p:nvPr/>
          </p:nvSpPr>
          <p:spPr>
            <a:xfrm>
              <a:off x="5841831" y="14545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02" name="ph802"/>
            <p:cNvSpPr/>
            <p:nvPr/>
          </p:nvSpPr>
          <p:spPr>
            <a:xfrm>
              <a:off x="5854343" y="14545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03" name="ph803"/>
            <p:cNvSpPr/>
            <p:nvPr/>
          </p:nvSpPr>
          <p:spPr>
            <a:xfrm>
              <a:off x="5866855" y="14545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04" name="ph804"/>
            <p:cNvSpPr/>
            <p:nvPr/>
          </p:nvSpPr>
          <p:spPr>
            <a:xfrm>
              <a:off x="5879368" y="14545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05" name="ph805"/>
            <p:cNvSpPr/>
            <p:nvPr/>
          </p:nvSpPr>
          <p:spPr>
            <a:xfrm>
              <a:off x="5891880" y="14545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06" name="ph806"/>
            <p:cNvSpPr/>
            <p:nvPr/>
          </p:nvSpPr>
          <p:spPr>
            <a:xfrm>
              <a:off x="5904392" y="14545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07" name="ph807"/>
            <p:cNvSpPr/>
            <p:nvPr/>
          </p:nvSpPr>
          <p:spPr>
            <a:xfrm>
              <a:off x="5916904" y="14545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08" name="ph808"/>
            <p:cNvSpPr/>
            <p:nvPr/>
          </p:nvSpPr>
          <p:spPr>
            <a:xfrm>
              <a:off x="5829317" y="14699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09" name="ph809"/>
            <p:cNvSpPr/>
            <p:nvPr/>
          </p:nvSpPr>
          <p:spPr>
            <a:xfrm>
              <a:off x="5841831" y="14699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10" name="ph810"/>
            <p:cNvSpPr/>
            <p:nvPr/>
          </p:nvSpPr>
          <p:spPr>
            <a:xfrm>
              <a:off x="5854343" y="14699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11" name="ph811"/>
            <p:cNvSpPr/>
            <p:nvPr/>
          </p:nvSpPr>
          <p:spPr>
            <a:xfrm>
              <a:off x="5866855" y="14699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12" name="ph812"/>
            <p:cNvSpPr/>
            <p:nvPr/>
          </p:nvSpPr>
          <p:spPr>
            <a:xfrm>
              <a:off x="5879368" y="14699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13" name="ph813"/>
            <p:cNvSpPr/>
            <p:nvPr/>
          </p:nvSpPr>
          <p:spPr>
            <a:xfrm>
              <a:off x="5891880" y="14699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14" name="ph814"/>
            <p:cNvSpPr/>
            <p:nvPr/>
          </p:nvSpPr>
          <p:spPr>
            <a:xfrm>
              <a:off x="5904392" y="14699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15" name="ph815"/>
            <p:cNvSpPr/>
            <p:nvPr/>
          </p:nvSpPr>
          <p:spPr>
            <a:xfrm>
              <a:off x="5829317" y="14853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16" name="ph816"/>
            <p:cNvSpPr/>
            <p:nvPr/>
          </p:nvSpPr>
          <p:spPr>
            <a:xfrm>
              <a:off x="5841831" y="14853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17" name="ph817"/>
            <p:cNvSpPr/>
            <p:nvPr/>
          </p:nvSpPr>
          <p:spPr>
            <a:xfrm>
              <a:off x="5854343" y="14853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18" name="ph818"/>
            <p:cNvSpPr/>
            <p:nvPr/>
          </p:nvSpPr>
          <p:spPr>
            <a:xfrm>
              <a:off x="5866855" y="14853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19" name="ph819"/>
            <p:cNvSpPr/>
            <p:nvPr/>
          </p:nvSpPr>
          <p:spPr>
            <a:xfrm>
              <a:off x="5879368" y="14853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20" name="ph820"/>
            <p:cNvSpPr/>
            <p:nvPr/>
          </p:nvSpPr>
          <p:spPr>
            <a:xfrm>
              <a:off x="5891880" y="14853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21" name="ph821"/>
            <p:cNvSpPr/>
            <p:nvPr/>
          </p:nvSpPr>
          <p:spPr>
            <a:xfrm>
              <a:off x="5904392" y="14853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22" name="ph822"/>
            <p:cNvSpPr/>
            <p:nvPr/>
          </p:nvSpPr>
          <p:spPr>
            <a:xfrm>
              <a:off x="5929417" y="14853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23" name="ph823"/>
            <p:cNvSpPr/>
            <p:nvPr/>
          </p:nvSpPr>
          <p:spPr>
            <a:xfrm>
              <a:off x="5941929" y="14853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24" name="ph824"/>
            <p:cNvSpPr/>
            <p:nvPr/>
          </p:nvSpPr>
          <p:spPr>
            <a:xfrm>
              <a:off x="5954441" y="14853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25" name="ph825"/>
            <p:cNvSpPr/>
            <p:nvPr/>
          </p:nvSpPr>
          <p:spPr>
            <a:xfrm>
              <a:off x="5966953" y="14853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26" name="ph826"/>
            <p:cNvSpPr/>
            <p:nvPr/>
          </p:nvSpPr>
          <p:spPr>
            <a:xfrm>
              <a:off x="5829317" y="15006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27" name="ph827"/>
            <p:cNvSpPr/>
            <p:nvPr/>
          </p:nvSpPr>
          <p:spPr>
            <a:xfrm>
              <a:off x="5841831" y="15006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28" name="ph828"/>
            <p:cNvSpPr/>
            <p:nvPr/>
          </p:nvSpPr>
          <p:spPr>
            <a:xfrm>
              <a:off x="5854343" y="15006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29" name="ph829"/>
            <p:cNvSpPr/>
            <p:nvPr/>
          </p:nvSpPr>
          <p:spPr>
            <a:xfrm>
              <a:off x="5866855" y="15006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30" name="ph830"/>
            <p:cNvSpPr/>
            <p:nvPr/>
          </p:nvSpPr>
          <p:spPr>
            <a:xfrm>
              <a:off x="5879368" y="15006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31" name="ph831"/>
            <p:cNvSpPr/>
            <p:nvPr/>
          </p:nvSpPr>
          <p:spPr>
            <a:xfrm>
              <a:off x="5891880" y="15006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32" name="ph832"/>
            <p:cNvSpPr/>
            <p:nvPr/>
          </p:nvSpPr>
          <p:spPr>
            <a:xfrm>
              <a:off x="5904392" y="15006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33" name="ph833"/>
            <p:cNvSpPr/>
            <p:nvPr/>
          </p:nvSpPr>
          <p:spPr>
            <a:xfrm>
              <a:off x="5916904" y="15006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34" name="ph834"/>
            <p:cNvSpPr/>
            <p:nvPr/>
          </p:nvSpPr>
          <p:spPr>
            <a:xfrm>
              <a:off x="5929417" y="15006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35" name="ph835"/>
            <p:cNvSpPr/>
            <p:nvPr/>
          </p:nvSpPr>
          <p:spPr>
            <a:xfrm>
              <a:off x="5941929" y="15006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36" name="ph836"/>
            <p:cNvSpPr/>
            <p:nvPr/>
          </p:nvSpPr>
          <p:spPr>
            <a:xfrm>
              <a:off x="5954441" y="15006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37" name="ph837"/>
            <p:cNvSpPr/>
            <p:nvPr/>
          </p:nvSpPr>
          <p:spPr>
            <a:xfrm>
              <a:off x="5966953" y="15006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38" name="ph838"/>
            <p:cNvSpPr/>
            <p:nvPr/>
          </p:nvSpPr>
          <p:spPr>
            <a:xfrm>
              <a:off x="5979467" y="15006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39" name="ph839"/>
            <p:cNvSpPr/>
            <p:nvPr/>
          </p:nvSpPr>
          <p:spPr>
            <a:xfrm>
              <a:off x="5854343" y="15160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40" name="ph840"/>
            <p:cNvSpPr/>
            <p:nvPr/>
          </p:nvSpPr>
          <p:spPr>
            <a:xfrm>
              <a:off x="5866855" y="15160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41" name="ph841"/>
            <p:cNvSpPr/>
            <p:nvPr/>
          </p:nvSpPr>
          <p:spPr>
            <a:xfrm>
              <a:off x="5879368" y="15160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42" name="ph842"/>
            <p:cNvSpPr/>
            <p:nvPr/>
          </p:nvSpPr>
          <p:spPr>
            <a:xfrm>
              <a:off x="5891880" y="15160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43" name="ph843"/>
            <p:cNvSpPr/>
            <p:nvPr/>
          </p:nvSpPr>
          <p:spPr>
            <a:xfrm>
              <a:off x="5904392" y="15160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44" name="ph844"/>
            <p:cNvSpPr/>
            <p:nvPr/>
          </p:nvSpPr>
          <p:spPr>
            <a:xfrm>
              <a:off x="5916904" y="15160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45" name="ph845"/>
            <p:cNvSpPr/>
            <p:nvPr/>
          </p:nvSpPr>
          <p:spPr>
            <a:xfrm>
              <a:off x="5929417" y="15160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46" name="ph846"/>
            <p:cNvSpPr/>
            <p:nvPr/>
          </p:nvSpPr>
          <p:spPr>
            <a:xfrm>
              <a:off x="5941929" y="15160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47" name="ph847"/>
            <p:cNvSpPr/>
            <p:nvPr/>
          </p:nvSpPr>
          <p:spPr>
            <a:xfrm>
              <a:off x="5954441" y="15160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48" name="ph848"/>
            <p:cNvSpPr/>
            <p:nvPr/>
          </p:nvSpPr>
          <p:spPr>
            <a:xfrm>
              <a:off x="5966953" y="15160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49" name="ph849"/>
            <p:cNvSpPr/>
            <p:nvPr/>
          </p:nvSpPr>
          <p:spPr>
            <a:xfrm>
              <a:off x="5979467" y="15160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50" name="ph850"/>
            <p:cNvSpPr/>
            <p:nvPr/>
          </p:nvSpPr>
          <p:spPr>
            <a:xfrm>
              <a:off x="5991979" y="15160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51" name="ph851"/>
            <p:cNvSpPr/>
            <p:nvPr/>
          </p:nvSpPr>
          <p:spPr>
            <a:xfrm>
              <a:off x="5804293" y="15314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175">
                <a:alpha val="100000"/>
              </a:srgbClr>
            </a:solidFill>
            <a:ln w="5420" cap="flat">
              <a:solidFill>
                <a:srgbClr val="3C41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52" name="ph852"/>
            <p:cNvSpPr/>
            <p:nvPr/>
          </p:nvSpPr>
          <p:spPr>
            <a:xfrm>
              <a:off x="5816805" y="15314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53" name="ph853"/>
            <p:cNvSpPr/>
            <p:nvPr/>
          </p:nvSpPr>
          <p:spPr>
            <a:xfrm>
              <a:off x="5829317" y="15314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54" name="ph854"/>
            <p:cNvSpPr/>
            <p:nvPr/>
          </p:nvSpPr>
          <p:spPr>
            <a:xfrm>
              <a:off x="5841831" y="15314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87D">
                <a:alpha val="100000"/>
              </a:srgbClr>
            </a:solidFill>
            <a:ln w="5420" cap="flat">
              <a:solidFill>
                <a:srgbClr val="3C48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55" name="ph855"/>
            <p:cNvSpPr/>
            <p:nvPr/>
          </p:nvSpPr>
          <p:spPr>
            <a:xfrm>
              <a:off x="5879368" y="15314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56" name="ph856"/>
            <p:cNvSpPr/>
            <p:nvPr/>
          </p:nvSpPr>
          <p:spPr>
            <a:xfrm>
              <a:off x="5891880" y="15314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57" name="ph857"/>
            <p:cNvSpPr/>
            <p:nvPr/>
          </p:nvSpPr>
          <p:spPr>
            <a:xfrm>
              <a:off x="5904392" y="15314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58" name="ph858"/>
            <p:cNvSpPr/>
            <p:nvPr/>
          </p:nvSpPr>
          <p:spPr>
            <a:xfrm>
              <a:off x="5916904" y="15314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59" name="ph859"/>
            <p:cNvSpPr/>
            <p:nvPr/>
          </p:nvSpPr>
          <p:spPr>
            <a:xfrm>
              <a:off x="5929417" y="15314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60" name="ph860"/>
            <p:cNvSpPr/>
            <p:nvPr/>
          </p:nvSpPr>
          <p:spPr>
            <a:xfrm>
              <a:off x="5941929" y="15314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61" name="ph861"/>
            <p:cNvSpPr/>
            <p:nvPr/>
          </p:nvSpPr>
          <p:spPr>
            <a:xfrm>
              <a:off x="5954441" y="15314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62" name="ph862"/>
            <p:cNvSpPr/>
            <p:nvPr/>
          </p:nvSpPr>
          <p:spPr>
            <a:xfrm>
              <a:off x="5966953" y="15314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63" name="ph863"/>
            <p:cNvSpPr/>
            <p:nvPr/>
          </p:nvSpPr>
          <p:spPr>
            <a:xfrm>
              <a:off x="5979467" y="15314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64" name="ph864"/>
            <p:cNvSpPr/>
            <p:nvPr/>
          </p:nvSpPr>
          <p:spPr>
            <a:xfrm>
              <a:off x="5991979" y="15314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65" name="ph865"/>
            <p:cNvSpPr/>
            <p:nvPr/>
          </p:nvSpPr>
          <p:spPr>
            <a:xfrm>
              <a:off x="5791781" y="15468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66" name="ph866"/>
            <p:cNvSpPr/>
            <p:nvPr/>
          </p:nvSpPr>
          <p:spPr>
            <a:xfrm>
              <a:off x="5804293" y="15468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67" name="ph867"/>
            <p:cNvSpPr/>
            <p:nvPr/>
          </p:nvSpPr>
          <p:spPr>
            <a:xfrm>
              <a:off x="5816805" y="15468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68" name="ph868"/>
            <p:cNvSpPr/>
            <p:nvPr/>
          </p:nvSpPr>
          <p:spPr>
            <a:xfrm>
              <a:off x="5829317" y="15468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69" name="ph869"/>
            <p:cNvSpPr/>
            <p:nvPr/>
          </p:nvSpPr>
          <p:spPr>
            <a:xfrm>
              <a:off x="5841831" y="15468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70" name="ph870"/>
            <p:cNvSpPr/>
            <p:nvPr/>
          </p:nvSpPr>
          <p:spPr>
            <a:xfrm>
              <a:off x="5854343" y="15468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175">
                <a:alpha val="100000"/>
              </a:srgbClr>
            </a:solidFill>
            <a:ln w="5420" cap="flat">
              <a:solidFill>
                <a:srgbClr val="3C41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71" name="ph871"/>
            <p:cNvSpPr/>
            <p:nvPr/>
          </p:nvSpPr>
          <p:spPr>
            <a:xfrm>
              <a:off x="5866855" y="15468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72" name="ph872"/>
            <p:cNvSpPr/>
            <p:nvPr/>
          </p:nvSpPr>
          <p:spPr>
            <a:xfrm>
              <a:off x="5879368" y="15468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73" name="ph873"/>
            <p:cNvSpPr/>
            <p:nvPr/>
          </p:nvSpPr>
          <p:spPr>
            <a:xfrm>
              <a:off x="5891880" y="15468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74" name="ph874"/>
            <p:cNvSpPr/>
            <p:nvPr/>
          </p:nvSpPr>
          <p:spPr>
            <a:xfrm>
              <a:off x="5904392" y="15468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75" name="ph875"/>
            <p:cNvSpPr/>
            <p:nvPr/>
          </p:nvSpPr>
          <p:spPr>
            <a:xfrm>
              <a:off x="5916904" y="15468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76" name="ph876"/>
            <p:cNvSpPr/>
            <p:nvPr/>
          </p:nvSpPr>
          <p:spPr>
            <a:xfrm>
              <a:off x="5929417" y="15468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77" name="ph877"/>
            <p:cNvSpPr/>
            <p:nvPr/>
          </p:nvSpPr>
          <p:spPr>
            <a:xfrm>
              <a:off x="5941929" y="15468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78" name="ph878"/>
            <p:cNvSpPr/>
            <p:nvPr/>
          </p:nvSpPr>
          <p:spPr>
            <a:xfrm>
              <a:off x="5954441" y="15468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79" name="ph879"/>
            <p:cNvSpPr/>
            <p:nvPr/>
          </p:nvSpPr>
          <p:spPr>
            <a:xfrm>
              <a:off x="5966953" y="15468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80" name="ph880"/>
            <p:cNvSpPr/>
            <p:nvPr/>
          </p:nvSpPr>
          <p:spPr>
            <a:xfrm>
              <a:off x="5979467" y="15468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81" name="ph881"/>
            <p:cNvSpPr/>
            <p:nvPr/>
          </p:nvSpPr>
          <p:spPr>
            <a:xfrm>
              <a:off x="5991979" y="15468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82" name="ph882"/>
            <p:cNvSpPr/>
            <p:nvPr/>
          </p:nvSpPr>
          <p:spPr>
            <a:xfrm>
              <a:off x="6004491" y="15468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83" name="ph883"/>
            <p:cNvSpPr/>
            <p:nvPr/>
          </p:nvSpPr>
          <p:spPr>
            <a:xfrm>
              <a:off x="5791781" y="15621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2B203B">
                <a:alpha val="100000"/>
              </a:srgbClr>
            </a:solidFill>
            <a:ln w="5420" cap="flat">
              <a:solidFill>
                <a:srgbClr val="2B20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84" name="ph884"/>
            <p:cNvSpPr/>
            <p:nvPr/>
          </p:nvSpPr>
          <p:spPr>
            <a:xfrm>
              <a:off x="5804293" y="15621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281E37">
                <a:alpha val="100000"/>
              </a:srgbClr>
            </a:solidFill>
            <a:ln w="5420" cap="flat">
              <a:solidFill>
                <a:srgbClr val="281E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85" name="ph885"/>
            <p:cNvSpPr/>
            <p:nvPr/>
          </p:nvSpPr>
          <p:spPr>
            <a:xfrm>
              <a:off x="5816805" y="15621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291E38">
                <a:alpha val="100000"/>
              </a:srgbClr>
            </a:solidFill>
            <a:ln w="5420" cap="flat">
              <a:solidFill>
                <a:srgbClr val="291E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86" name="ph886"/>
            <p:cNvSpPr/>
            <p:nvPr/>
          </p:nvSpPr>
          <p:spPr>
            <a:xfrm>
              <a:off x="5829317" y="15621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87" name="ph887"/>
            <p:cNvSpPr/>
            <p:nvPr/>
          </p:nvSpPr>
          <p:spPr>
            <a:xfrm>
              <a:off x="5841831" y="15621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12547">
                <a:alpha val="100000"/>
              </a:srgbClr>
            </a:solidFill>
            <a:ln w="5420" cap="flat">
              <a:solidFill>
                <a:srgbClr val="3125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88" name="ph888"/>
            <p:cNvSpPr/>
            <p:nvPr/>
          </p:nvSpPr>
          <p:spPr>
            <a:xfrm>
              <a:off x="5854343" y="15621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89" name="ph889"/>
            <p:cNvSpPr/>
            <p:nvPr/>
          </p:nvSpPr>
          <p:spPr>
            <a:xfrm>
              <a:off x="5866855" y="15621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90" name="ph890"/>
            <p:cNvSpPr/>
            <p:nvPr/>
          </p:nvSpPr>
          <p:spPr>
            <a:xfrm>
              <a:off x="5879368" y="15621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91" name="ph891"/>
            <p:cNvSpPr/>
            <p:nvPr/>
          </p:nvSpPr>
          <p:spPr>
            <a:xfrm>
              <a:off x="5891880" y="15621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92" name="ph892"/>
            <p:cNvSpPr/>
            <p:nvPr/>
          </p:nvSpPr>
          <p:spPr>
            <a:xfrm>
              <a:off x="5904392" y="15621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93" name="ph893"/>
            <p:cNvSpPr/>
            <p:nvPr/>
          </p:nvSpPr>
          <p:spPr>
            <a:xfrm>
              <a:off x="5916904" y="15621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94" name="ph894"/>
            <p:cNvSpPr/>
            <p:nvPr/>
          </p:nvSpPr>
          <p:spPr>
            <a:xfrm>
              <a:off x="5929417" y="15621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95" name="ph895"/>
            <p:cNvSpPr/>
            <p:nvPr/>
          </p:nvSpPr>
          <p:spPr>
            <a:xfrm>
              <a:off x="5941929" y="15621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96" name="ph896"/>
            <p:cNvSpPr/>
            <p:nvPr/>
          </p:nvSpPr>
          <p:spPr>
            <a:xfrm>
              <a:off x="5954441" y="15621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97" name="ph897"/>
            <p:cNvSpPr/>
            <p:nvPr/>
          </p:nvSpPr>
          <p:spPr>
            <a:xfrm>
              <a:off x="5966953" y="15621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98" name="ph898"/>
            <p:cNvSpPr/>
            <p:nvPr/>
          </p:nvSpPr>
          <p:spPr>
            <a:xfrm>
              <a:off x="5979467" y="15621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99" name="ph899"/>
            <p:cNvSpPr/>
            <p:nvPr/>
          </p:nvSpPr>
          <p:spPr>
            <a:xfrm>
              <a:off x="5991979" y="15621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00" name="ph900"/>
            <p:cNvSpPr/>
            <p:nvPr/>
          </p:nvSpPr>
          <p:spPr>
            <a:xfrm>
              <a:off x="6004491" y="15621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01" name="ph901"/>
            <p:cNvSpPr/>
            <p:nvPr/>
          </p:nvSpPr>
          <p:spPr>
            <a:xfrm>
              <a:off x="5791781" y="15775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261C33">
                <a:alpha val="100000"/>
              </a:srgbClr>
            </a:solidFill>
            <a:ln w="5420" cap="flat">
              <a:solidFill>
                <a:srgbClr val="261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02" name="ph902"/>
            <p:cNvSpPr/>
            <p:nvPr/>
          </p:nvSpPr>
          <p:spPr>
            <a:xfrm>
              <a:off x="5804293" y="15775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241B2F">
                <a:alpha val="100000"/>
              </a:srgbClr>
            </a:solidFill>
            <a:ln w="5420" cap="flat">
              <a:solidFill>
                <a:srgbClr val="241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03" name="ph903"/>
            <p:cNvSpPr/>
            <p:nvPr/>
          </p:nvSpPr>
          <p:spPr>
            <a:xfrm>
              <a:off x="5816805" y="15775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241B30">
                <a:alpha val="100000"/>
              </a:srgbClr>
            </a:solidFill>
            <a:ln w="5420" cap="flat">
              <a:solidFill>
                <a:srgbClr val="241B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04" name="ph904"/>
            <p:cNvSpPr/>
            <p:nvPr/>
          </p:nvSpPr>
          <p:spPr>
            <a:xfrm>
              <a:off x="5829317" y="15775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271D36">
                <a:alpha val="100000"/>
              </a:srgbClr>
            </a:solidFill>
            <a:ln w="5420" cap="flat">
              <a:solidFill>
                <a:srgbClr val="271D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05" name="ph905"/>
            <p:cNvSpPr/>
            <p:nvPr/>
          </p:nvSpPr>
          <p:spPr>
            <a:xfrm>
              <a:off x="5841831" y="15775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2D213F">
                <a:alpha val="100000"/>
              </a:srgbClr>
            </a:solidFill>
            <a:ln w="5420" cap="flat">
              <a:solidFill>
                <a:srgbClr val="2D21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06" name="ph906"/>
            <p:cNvSpPr/>
            <p:nvPr/>
          </p:nvSpPr>
          <p:spPr>
            <a:xfrm>
              <a:off x="5854343" y="15775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07" name="ph907"/>
            <p:cNvSpPr/>
            <p:nvPr/>
          </p:nvSpPr>
          <p:spPr>
            <a:xfrm>
              <a:off x="5866855" y="15775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08" name="ph908"/>
            <p:cNvSpPr/>
            <p:nvPr/>
          </p:nvSpPr>
          <p:spPr>
            <a:xfrm>
              <a:off x="5879368" y="15775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09" name="ph909"/>
            <p:cNvSpPr/>
            <p:nvPr/>
          </p:nvSpPr>
          <p:spPr>
            <a:xfrm>
              <a:off x="5891880" y="15775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10" name="ph910"/>
            <p:cNvSpPr/>
            <p:nvPr/>
          </p:nvSpPr>
          <p:spPr>
            <a:xfrm>
              <a:off x="5904392" y="15775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11" name="ph911"/>
            <p:cNvSpPr/>
            <p:nvPr/>
          </p:nvSpPr>
          <p:spPr>
            <a:xfrm>
              <a:off x="5916904" y="15775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12" name="ph912"/>
            <p:cNvSpPr/>
            <p:nvPr/>
          </p:nvSpPr>
          <p:spPr>
            <a:xfrm>
              <a:off x="5929417" y="15775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693">
                <a:alpha val="100000"/>
              </a:srgbClr>
            </a:solidFill>
            <a:ln w="5420" cap="flat">
              <a:solidFill>
                <a:srgbClr val="3A56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13" name="ph913"/>
            <p:cNvSpPr/>
            <p:nvPr/>
          </p:nvSpPr>
          <p:spPr>
            <a:xfrm>
              <a:off x="5941929" y="15775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14" name="ph914"/>
            <p:cNvSpPr/>
            <p:nvPr/>
          </p:nvSpPr>
          <p:spPr>
            <a:xfrm>
              <a:off x="5954441" y="15775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15" name="ph915"/>
            <p:cNvSpPr/>
            <p:nvPr/>
          </p:nvSpPr>
          <p:spPr>
            <a:xfrm>
              <a:off x="5966953" y="15775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16" name="ph916"/>
            <p:cNvSpPr/>
            <p:nvPr/>
          </p:nvSpPr>
          <p:spPr>
            <a:xfrm>
              <a:off x="5979467" y="15775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17" name="ph917"/>
            <p:cNvSpPr/>
            <p:nvPr/>
          </p:nvSpPr>
          <p:spPr>
            <a:xfrm>
              <a:off x="5991979" y="15775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18" name="ph918"/>
            <p:cNvSpPr/>
            <p:nvPr/>
          </p:nvSpPr>
          <p:spPr>
            <a:xfrm>
              <a:off x="6004491" y="15775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19" name="ph919"/>
            <p:cNvSpPr/>
            <p:nvPr/>
          </p:nvSpPr>
          <p:spPr>
            <a:xfrm>
              <a:off x="5641632" y="1592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20" name="ph920"/>
            <p:cNvSpPr/>
            <p:nvPr/>
          </p:nvSpPr>
          <p:spPr>
            <a:xfrm>
              <a:off x="5691683" y="1592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21" name="ph921"/>
            <p:cNvSpPr/>
            <p:nvPr/>
          </p:nvSpPr>
          <p:spPr>
            <a:xfrm>
              <a:off x="5704195" y="1592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22" name="ph922"/>
            <p:cNvSpPr/>
            <p:nvPr/>
          </p:nvSpPr>
          <p:spPr>
            <a:xfrm>
              <a:off x="5716707" y="1592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23" name="ph923"/>
            <p:cNvSpPr/>
            <p:nvPr/>
          </p:nvSpPr>
          <p:spPr>
            <a:xfrm>
              <a:off x="5729219" y="1592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24" name="ph924"/>
            <p:cNvSpPr/>
            <p:nvPr/>
          </p:nvSpPr>
          <p:spPr>
            <a:xfrm>
              <a:off x="5741732" y="1592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767">
                <a:alpha val="100000"/>
              </a:srgbClr>
            </a:solidFill>
            <a:ln w="5420" cap="flat">
              <a:solidFill>
                <a:srgbClr val="3B3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25" name="ph925"/>
            <p:cNvSpPr/>
            <p:nvPr/>
          </p:nvSpPr>
          <p:spPr>
            <a:xfrm>
              <a:off x="5754244" y="1592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26" name="ph926"/>
            <p:cNvSpPr/>
            <p:nvPr/>
          </p:nvSpPr>
          <p:spPr>
            <a:xfrm>
              <a:off x="5766756" y="1592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22548">
                <a:alpha val="100000"/>
              </a:srgbClr>
            </a:solidFill>
            <a:ln w="5420" cap="flat">
              <a:solidFill>
                <a:srgbClr val="32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27" name="ph927"/>
            <p:cNvSpPr/>
            <p:nvPr/>
          </p:nvSpPr>
          <p:spPr>
            <a:xfrm>
              <a:off x="5779268" y="1592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2B203C">
                <a:alpha val="100000"/>
              </a:srgbClr>
            </a:solidFill>
            <a:ln w="5420" cap="flat">
              <a:solidFill>
                <a:srgbClr val="2B20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28" name="ph928"/>
            <p:cNvSpPr/>
            <p:nvPr/>
          </p:nvSpPr>
          <p:spPr>
            <a:xfrm>
              <a:off x="5791781" y="1592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261C34">
                <a:alpha val="100000"/>
              </a:srgbClr>
            </a:solidFill>
            <a:ln w="5420" cap="flat">
              <a:solidFill>
                <a:srgbClr val="261C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29" name="ph929"/>
            <p:cNvSpPr/>
            <p:nvPr/>
          </p:nvSpPr>
          <p:spPr>
            <a:xfrm>
              <a:off x="5804293" y="1592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241B30">
                <a:alpha val="100000"/>
              </a:srgbClr>
            </a:solidFill>
            <a:ln w="5420" cap="flat">
              <a:solidFill>
                <a:srgbClr val="241B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30" name="ph930"/>
            <p:cNvSpPr/>
            <p:nvPr/>
          </p:nvSpPr>
          <p:spPr>
            <a:xfrm>
              <a:off x="5816805" y="1592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251B31">
                <a:alpha val="100000"/>
              </a:srgbClr>
            </a:solidFill>
            <a:ln w="5420" cap="flat">
              <a:solidFill>
                <a:srgbClr val="251B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31" name="ph931"/>
            <p:cNvSpPr/>
            <p:nvPr/>
          </p:nvSpPr>
          <p:spPr>
            <a:xfrm>
              <a:off x="5829317" y="1592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281D36">
                <a:alpha val="100000"/>
              </a:srgbClr>
            </a:solidFill>
            <a:ln w="5420" cap="flat">
              <a:solidFill>
                <a:srgbClr val="281D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32" name="ph932"/>
            <p:cNvSpPr/>
            <p:nvPr/>
          </p:nvSpPr>
          <p:spPr>
            <a:xfrm>
              <a:off x="5841831" y="1592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33" name="ph933"/>
            <p:cNvSpPr/>
            <p:nvPr/>
          </p:nvSpPr>
          <p:spPr>
            <a:xfrm>
              <a:off x="5854343" y="1592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2264A">
                <a:alpha val="100000"/>
              </a:srgbClr>
            </a:solidFill>
            <a:ln w="5420" cap="flat">
              <a:solidFill>
                <a:srgbClr val="32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34" name="ph934"/>
            <p:cNvSpPr/>
            <p:nvPr/>
          </p:nvSpPr>
          <p:spPr>
            <a:xfrm>
              <a:off x="5866855" y="1592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35" name="ph935"/>
            <p:cNvSpPr/>
            <p:nvPr/>
          </p:nvSpPr>
          <p:spPr>
            <a:xfrm>
              <a:off x="5879368" y="1592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36" name="ph936"/>
            <p:cNvSpPr/>
            <p:nvPr/>
          </p:nvSpPr>
          <p:spPr>
            <a:xfrm>
              <a:off x="5891880" y="1592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376">
                <a:alpha val="100000"/>
              </a:srgbClr>
            </a:solidFill>
            <a:ln w="5420" cap="flat">
              <a:solidFill>
                <a:srgbClr val="3C43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37" name="ph937"/>
            <p:cNvSpPr/>
            <p:nvPr/>
          </p:nvSpPr>
          <p:spPr>
            <a:xfrm>
              <a:off x="5904392" y="1592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38" name="ph938"/>
            <p:cNvSpPr/>
            <p:nvPr/>
          </p:nvSpPr>
          <p:spPr>
            <a:xfrm>
              <a:off x="5916904" y="1592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39" name="ph939"/>
            <p:cNvSpPr/>
            <p:nvPr/>
          </p:nvSpPr>
          <p:spPr>
            <a:xfrm>
              <a:off x="5929417" y="1592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40" name="ph940"/>
            <p:cNvSpPr/>
            <p:nvPr/>
          </p:nvSpPr>
          <p:spPr>
            <a:xfrm>
              <a:off x="5941929" y="1592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41" name="ph941"/>
            <p:cNvSpPr/>
            <p:nvPr/>
          </p:nvSpPr>
          <p:spPr>
            <a:xfrm>
              <a:off x="5954441" y="1592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42" name="ph942"/>
            <p:cNvSpPr/>
            <p:nvPr/>
          </p:nvSpPr>
          <p:spPr>
            <a:xfrm>
              <a:off x="5966953" y="1592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43" name="ph943"/>
            <p:cNvSpPr/>
            <p:nvPr/>
          </p:nvSpPr>
          <p:spPr>
            <a:xfrm>
              <a:off x="5979467" y="1592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44" name="ph944"/>
            <p:cNvSpPr/>
            <p:nvPr/>
          </p:nvSpPr>
          <p:spPr>
            <a:xfrm>
              <a:off x="5991979" y="1592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45" name="ph945"/>
            <p:cNvSpPr/>
            <p:nvPr/>
          </p:nvSpPr>
          <p:spPr>
            <a:xfrm>
              <a:off x="5503996" y="1608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46" name="ph946"/>
            <p:cNvSpPr/>
            <p:nvPr/>
          </p:nvSpPr>
          <p:spPr>
            <a:xfrm>
              <a:off x="5516509" y="1608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47" name="ph947"/>
            <p:cNvSpPr/>
            <p:nvPr/>
          </p:nvSpPr>
          <p:spPr>
            <a:xfrm>
              <a:off x="5529021" y="1608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48" name="ph948"/>
            <p:cNvSpPr/>
            <p:nvPr/>
          </p:nvSpPr>
          <p:spPr>
            <a:xfrm>
              <a:off x="5604096" y="1608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49" name="ph949"/>
            <p:cNvSpPr/>
            <p:nvPr/>
          </p:nvSpPr>
          <p:spPr>
            <a:xfrm>
              <a:off x="5616608" y="1608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50" name="ph950"/>
            <p:cNvSpPr/>
            <p:nvPr/>
          </p:nvSpPr>
          <p:spPr>
            <a:xfrm>
              <a:off x="5629120" y="1608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51" name="ph951"/>
            <p:cNvSpPr/>
            <p:nvPr/>
          </p:nvSpPr>
          <p:spPr>
            <a:xfrm>
              <a:off x="5641632" y="1608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52" name="ph952"/>
            <p:cNvSpPr/>
            <p:nvPr/>
          </p:nvSpPr>
          <p:spPr>
            <a:xfrm>
              <a:off x="5654145" y="1608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53" name="ph953"/>
            <p:cNvSpPr/>
            <p:nvPr/>
          </p:nvSpPr>
          <p:spPr>
            <a:xfrm>
              <a:off x="5666657" y="1608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54" name="ph954"/>
            <p:cNvSpPr/>
            <p:nvPr/>
          </p:nvSpPr>
          <p:spPr>
            <a:xfrm>
              <a:off x="5679169" y="1608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55" name="ph955"/>
            <p:cNvSpPr/>
            <p:nvPr/>
          </p:nvSpPr>
          <p:spPr>
            <a:xfrm>
              <a:off x="5691683" y="1608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56" name="ph956"/>
            <p:cNvSpPr/>
            <p:nvPr/>
          </p:nvSpPr>
          <p:spPr>
            <a:xfrm>
              <a:off x="5704195" y="1608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57" name="ph957"/>
            <p:cNvSpPr/>
            <p:nvPr/>
          </p:nvSpPr>
          <p:spPr>
            <a:xfrm>
              <a:off x="5716707" y="1608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58" name="ph958"/>
            <p:cNvSpPr/>
            <p:nvPr/>
          </p:nvSpPr>
          <p:spPr>
            <a:xfrm>
              <a:off x="5729219" y="1608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59" name="ph959"/>
            <p:cNvSpPr/>
            <p:nvPr/>
          </p:nvSpPr>
          <p:spPr>
            <a:xfrm>
              <a:off x="5741732" y="1608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60" name="ph960"/>
            <p:cNvSpPr/>
            <p:nvPr/>
          </p:nvSpPr>
          <p:spPr>
            <a:xfrm>
              <a:off x="5754244" y="1608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61" name="ph961"/>
            <p:cNvSpPr/>
            <p:nvPr/>
          </p:nvSpPr>
          <p:spPr>
            <a:xfrm>
              <a:off x="5766756" y="1608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62" name="ph962"/>
            <p:cNvSpPr/>
            <p:nvPr/>
          </p:nvSpPr>
          <p:spPr>
            <a:xfrm>
              <a:off x="5779268" y="1608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2F2344">
                <a:alpha val="100000"/>
              </a:srgbClr>
            </a:solidFill>
            <a:ln w="5420" cap="flat">
              <a:solidFill>
                <a:srgbClr val="2F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63" name="ph963"/>
            <p:cNvSpPr/>
            <p:nvPr/>
          </p:nvSpPr>
          <p:spPr>
            <a:xfrm>
              <a:off x="5791781" y="1608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2B203C">
                <a:alpha val="100000"/>
              </a:srgbClr>
            </a:solidFill>
            <a:ln w="5420" cap="flat">
              <a:solidFill>
                <a:srgbClr val="2B20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64" name="ph964"/>
            <p:cNvSpPr/>
            <p:nvPr/>
          </p:nvSpPr>
          <p:spPr>
            <a:xfrm>
              <a:off x="5804293" y="1608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291E38">
                <a:alpha val="100000"/>
              </a:srgbClr>
            </a:solidFill>
            <a:ln w="5420" cap="flat">
              <a:solidFill>
                <a:srgbClr val="291E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65" name="ph965"/>
            <p:cNvSpPr/>
            <p:nvPr/>
          </p:nvSpPr>
          <p:spPr>
            <a:xfrm>
              <a:off x="5816805" y="1608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291E39">
                <a:alpha val="100000"/>
              </a:srgbClr>
            </a:solidFill>
            <a:ln w="5420" cap="flat">
              <a:solidFill>
                <a:srgbClr val="291E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66" name="ph966"/>
            <p:cNvSpPr/>
            <p:nvPr/>
          </p:nvSpPr>
          <p:spPr>
            <a:xfrm>
              <a:off x="5829317" y="1608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2B203D">
                <a:alpha val="100000"/>
              </a:srgbClr>
            </a:solidFill>
            <a:ln w="5420" cap="flat">
              <a:solidFill>
                <a:srgbClr val="2B2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67" name="ph967"/>
            <p:cNvSpPr/>
            <p:nvPr/>
          </p:nvSpPr>
          <p:spPr>
            <a:xfrm>
              <a:off x="5841831" y="1608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02344">
                <a:alpha val="100000"/>
              </a:srgbClr>
            </a:solidFill>
            <a:ln w="5420" cap="flat">
              <a:solidFill>
                <a:srgbClr val="30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68" name="ph968"/>
            <p:cNvSpPr/>
            <p:nvPr/>
          </p:nvSpPr>
          <p:spPr>
            <a:xfrm>
              <a:off x="5854343" y="1608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284E">
                <a:alpha val="100000"/>
              </a:srgbClr>
            </a:solidFill>
            <a:ln w="5420" cap="flat">
              <a:solidFill>
                <a:srgbClr val="3528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69" name="ph969"/>
            <p:cNvSpPr/>
            <p:nvPr/>
          </p:nvSpPr>
          <p:spPr>
            <a:xfrm>
              <a:off x="5866855" y="1608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70" name="ph970"/>
            <p:cNvSpPr/>
            <p:nvPr/>
          </p:nvSpPr>
          <p:spPr>
            <a:xfrm>
              <a:off x="5879368" y="1608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71" name="ph971"/>
            <p:cNvSpPr/>
            <p:nvPr/>
          </p:nvSpPr>
          <p:spPr>
            <a:xfrm>
              <a:off x="5891880" y="1608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72" name="ph972"/>
            <p:cNvSpPr/>
            <p:nvPr/>
          </p:nvSpPr>
          <p:spPr>
            <a:xfrm>
              <a:off x="5904392" y="1608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73" name="ph973"/>
            <p:cNvSpPr/>
            <p:nvPr/>
          </p:nvSpPr>
          <p:spPr>
            <a:xfrm>
              <a:off x="5916904" y="1608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74" name="ph974"/>
            <p:cNvSpPr/>
            <p:nvPr/>
          </p:nvSpPr>
          <p:spPr>
            <a:xfrm>
              <a:off x="5929417" y="1608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75" name="ph975"/>
            <p:cNvSpPr/>
            <p:nvPr/>
          </p:nvSpPr>
          <p:spPr>
            <a:xfrm>
              <a:off x="5941929" y="1608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76" name="ph976"/>
            <p:cNvSpPr/>
            <p:nvPr/>
          </p:nvSpPr>
          <p:spPr>
            <a:xfrm>
              <a:off x="5954441" y="1608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77" name="ph977"/>
            <p:cNvSpPr/>
            <p:nvPr/>
          </p:nvSpPr>
          <p:spPr>
            <a:xfrm>
              <a:off x="5491484" y="1623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78" name="ph978"/>
            <p:cNvSpPr/>
            <p:nvPr/>
          </p:nvSpPr>
          <p:spPr>
            <a:xfrm>
              <a:off x="5503996" y="1623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79" name="ph979"/>
            <p:cNvSpPr/>
            <p:nvPr/>
          </p:nvSpPr>
          <p:spPr>
            <a:xfrm>
              <a:off x="5516509" y="1623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80" name="ph980"/>
            <p:cNvSpPr/>
            <p:nvPr/>
          </p:nvSpPr>
          <p:spPr>
            <a:xfrm>
              <a:off x="5529021" y="1623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81" name="ph981"/>
            <p:cNvSpPr/>
            <p:nvPr/>
          </p:nvSpPr>
          <p:spPr>
            <a:xfrm>
              <a:off x="5541533" y="1623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82" name="ph982"/>
            <p:cNvSpPr/>
            <p:nvPr/>
          </p:nvSpPr>
          <p:spPr>
            <a:xfrm>
              <a:off x="5579071" y="1623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83" name="ph983"/>
            <p:cNvSpPr/>
            <p:nvPr/>
          </p:nvSpPr>
          <p:spPr>
            <a:xfrm>
              <a:off x="5591583" y="1623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84" name="ph984"/>
            <p:cNvSpPr/>
            <p:nvPr/>
          </p:nvSpPr>
          <p:spPr>
            <a:xfrm>
              <a:off x="5604096" y="1623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85" name="ph985"/>
            <p:cNvSpPr/>
            <p:nvPr/>
          </p:nvSpPr>
          <p:spPr>
            <a:xfrm>
              <a:off x="5616608" y="1623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86" name="ph986"/>
            <p:cNvSpPr/>
            <p:nvPr/>
          </p:nvSpPr>
          <p:spPr>
            <a:xfrm>
              <a:off x="5629120" y="1623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87" name="ph987"/>
            <p:cNvSpPr/>
            <p:nvPr/>
          </p:nvSpPr>
          <p:spPr>
            <a:xfrm>
              <a:off x="5641632" y="1623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88" name="ph988"/>
            <p:cNvSpPr/>
            <p:nvPr/>
          </p:nvSpPr>
          <p:spPr>
            <a:xfrm>
              <a:off x="5654145" y="1623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89" name="ph989"/>
            <p:cNvSpPr/>
            <p:nvPr/>
          </p:nvSpPr>
          <p:spPr>
            <a:xfrm>
              <a:off x="5666657" y="1623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90" name="ph990"/>
            <p:cNvSpPr/>
            <p:nvPr/>
          </p:nvSpPr>
          <p:spPr>
            <a:xfrm>
              <a:off x="5679169" y="1623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91" name="ph991"/>
            <p:cNvSpPr/>
            <p:nvPr/>
          </p:nvSpPr>
          <p:spPr>
            <a:xfrm>
              <a:off x="5691683" y="1623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92" name="ph992"/>
            <p:cNvSpPr/>
            <p:nvPr/>
          </p:nvSpPr>
          <p:spPr>
            <a:xfrm>
              <a:off x="5704195" y="1623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93" name="ph993"/>
            <p:cNvSpPr/>
            <p:nvPr/>
          </p:nvSpPr>
          <p:spPr>
            <a:xfrm>
              <a:off x="5716707" y="1623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94" name="ph994"/>
            <p:cNvSpPr/>
            <p:nvPr/>
          </p:nvSpPr>
          <p:spPr>
            <a:xfrm>
              <a:off x="5729219" y="1623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95" name="ph995"/>
            <p:cNvSpPr/>
            <p:nvPr/>
          </p:nvSpPr>
          <p:spPr>
            <a:xfrm>
              <a:off x="5741732" y="1623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96" name="ph996"/>
            <p:cNvSpPr/>
            <p:nvPr/>
          </p:nvSpPr>
          <p:spPr>
            <a:xfrm>
              <a:off x="5754244" y="1623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97" name="ph997"/>
            <p:cNvSpPr/>
            <p:nvPr/>
          </p:nvSpPr>
          <p:spPr>
            <a:xfrm>
              <a:off x="5766756" y="1623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98" name="ph998"/>
            <p:cNvSpPr/>
            <p:nvPr/>
          </p:nvSpPr>
          <p:spPr>
            <a:xfrm>
              <a:off x="5779268" y="1623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99" name="ph999"/>
            <p:cNvSpPr/>
            <p:nvPr/>
          </p:nvSpPr>
          <p:spPr>
            <a:xfrm>
              <a:off x="5791781" y="1623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22549">
                <a:alpha val="100000"/>
              </a:srgbClr>
            </a:solidFill>
            <a:ln w="5420" cap="flat">
              <a:solidFill>
                <a:srgbClr val="322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00" name="ph1000"/>
            <p:cNvSpPr/>
            <p:nvPr/>
          </p:nvSpPr>
          <p:spPr>
            <a:xfrm>
              <a:off x="5804293" y="1623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01" name="ph1001"/>
            <p:cNvSpPr/>
            <p:nvPr/>
          </p:nvSpPr>
          <p:spPr>
            <a:xfrm>
              <a:off x="5816805" y="1623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02" name="ph1002"/>
            <p:cNvSpPr/>
            <p:nvPr/>
          </p:nvSpPr>
          <p:spPr>
            <a:xfrm>
              <a:off x="5829317" y="1623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22548">
                <a:alpha val="100000"/>
              </a:srgbClr>
            </a:solidFill>
            <a:ln w="5420" cap="flat">
              <a:solidFill>
                <a:srgbClr val="32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03" name="ph1003"/>
            <p:cNvSpPr/>
            <p:nvPr/>
          </p:nvSpPr>
          <p:spPr>
            <a:xfrm>
              <a:off x="5841831" y="1623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04" name="ph1004"/>
            <p:cNvSpPr/>
            <p:nvPr/>
          </p:nvSpPr>
          <p:spPr>
            <a:xfrm>
              <a:off x="5854343" y="1623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05" name="ph1005"/>
            <p:cNvSpPr/>
            <p:nvPr/>
          </p:nvSpPr>
          <p:spPr>
            <a:xfrm>
              <a:off x="5866855" y="1623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06" name="ph1006"/>
            <p:cNvSpPr/>
            <p:nvPr/>
          </p:nvSpPr>
          <p:spPr>
            <a:xfrm>
              <a:off x="5891880" y="1623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07" name="ph1007"/>
            <p:cNvSpPr/>
            <p:nvPr/>
          </p:nvSpPr>
          <p:spPr>
            <a:xfrm>
              <a:off x="5904392" y="1623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08" name="ph1008"/>
            <p:cNvSpPr/>
            <p:nvPr/>
          </p:nvSpPr>
          <p:spPr>
            <a:xfrm>
              <a:off x="5491484" y="1639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09" name="ph1009"/>
            <p:cNvSpPr/>
            <p:nvPr/>
          </p:nvSpPr>
          <p:spPr>
            <a:xfrm>
              <a:off x="5503996" y="1639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10" name="ph1010"/>
            <p:cNvSpPr/>
            <p:nvPr/>
          </p:nvSpPr>
          <p:spPr>
            <a:xfrm>
              <a:off x="5516509" y="1639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11" name="ph1011"/>
            <p:cNvSpPr/>
            <p:nvPr/>
          </p:nvSpPr>
          <p:spPr>
            <a:xfrm>
              <a:off x="5529021" y="1639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12" name="ph1012"/>
            <p:cNvSpPr/>
            <p:nvPr/>
          </p:nvSpPr>
          <p:spPr>
            <a:xfrm>
              <a:off x="5541533" y="1639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13" name="ph1013"/>
            <p:cNvSpPr/>
            <p:nvPr/>
          </p:nvSpPr>
          <p:spPr>
            <a:xfrm>
              <a:off x="5554047" y="1639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14" name="ph1014"/>
            <p:cNvSpPr/>
            <p:nvPr/>
          </p:nvSpPr>
          <p:spPr>
            <a:xfrm>
              <a:off x="5566559" y="1639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15" name="ph1015"/>
            <p:cNvSpPr/>
            <p:nvPr/>
          </p:nvSpPr>
          <p:spPr>
            <a:xfrm>
              <a:off x="5579071" y="1639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16" name="ph1016"/>
            <p:cNvSpPr/>
            <p:nvPr/>
          </p:nvSpPr>
          <p:spPr>
            <a:xfrm>
              <a:off x="5591583" y="1639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17" name="ph1017"/>
            <p:cNvSpPr/>
            <p:nvPr/>
          </p:nvSpPr>
          <p:spPr>
            <a:xfrm>
              <a:off x="5604096" y="1639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18" name="ph1018"/>
            <p:cNvSpPr/>
            <p:nvPr/>
          </p:nvSpPr>
          <p:spPr>
            <a:xfrm>
              <a:off x="5616608" y="1639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19" name="ph1019"/>
            <p:cNvSpPr/>
            <p:nvPr/>
          </p:nvSpPr>
          <p:spPr>
            <a:xfrm>
              <a:off x="5629120" y="1639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20" name="ph1020"/>
            <p:cNvSpPr/>
            <p:nvPr/>
          </p:nvSpPr>
          <p:spPr>
            <a:xfrm>
              <a:off x="5641632" y="1639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21" name="ph1021"/>
            <p:cNvSpPr/>
            <p:nvPr/>
          </p:nvSpPr>
          <p:spPr>
            <a:xfrm>
              <a:off x="5654145" y="1639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22" name="ph1022"/>
            <p:cNvSpPr/>
            <p:nvPr/>
          </p:nvSpPr>
          <p:spPr>
            <a:xfrm>
              <a:off x="5666657" y="1639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23" name="ph1023"/>
            <p:cNvSpPr/>
            <p:nvPr/>
          </p:nvSpPr>
          <p:spPr>
            <a:xfrm>
              <a:off x="5679169" y="1639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24" name="ph1024"/>
            <p:cNvSpPr/>
            <p:nvPr/>
          </p:nvSpPr>
          <p:spPr>
            <a:xfrm>
              <a:off x="5691683" y="1639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25" name="ph1025"/>
            <p:cNvSpPr/>
            <p:nvPr/>
          </p:nvSpPr>
          <p:spPr>
            <a:xfrm>
              <a:off x="5704195" y="1639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26" name="ph1026"/>
            <p:cNvSpPr/>
            <p:nvPr/>
          </p:nvSpPr>
          <p:spPr>
            <a:xfrm>
              <a:off x="5716707" y="1639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27" name="ph1027"/>
            <p:cNvSpPr/>
            <p:nvPr/>
          </p:nvSpPr>
          <p:spPr>
            <a:xfrm>
              <a:off x="5729219" y="1639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28" name="ph1028"/>
            <p:cNvSpPr/>
            <p:nvPr/>
          </p:nvSpPr>
          <p:spPr>
            <a:xfrm>
              <a:off x="5741732" y="1639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29" name="ph1029"/>
            <p:cNvSpPr/>
            <p:nvPr/>
          </p:nvSpPr>
          <p:spPr>
            <a:xfrm>
              <a:off x="5754244" y="1639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30" name="ph1030"/>
            <p:cNvSpPr/>
            <p:nvPr/>
          </p:nvSpPr>
          <p:spPr>
            <a:xfrm>
              <a:off x="5766756" y="1639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31" name="ph1031"/>
            <p:cNvSpPr/>
            <p:nvPr/>
          </p:nvSpPr>
          <p:spPr>
            <a:xfrm>
              <a:off x="5779268" y="1639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25E">
                <a:alpha val="100000"/>
              </a:srgbClr>
            </a:solidFill>
            <a:ln w="5420" cap="flat">
              <a:solidFill>
                <a:srgbClr val="3A32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32" name="ph1032"/>
            <p:cNvSpPr/>
            <p:nvPr/>
          </p:nvSpPr>
          <p:spPr>
            <a:xfrm>
              <a:off x="5791781" y="1639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33" name="ph1033"/>
            <p:cNvSpPr/>
            <p:nvPr/>
          </p:nvSpPr>
          <p:spPr>
            <a:xfrm>
              <a:off x="5804293" y="1639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34" name="ph1034"/>
            <p:cNvSpPr/>
            <p:nvPr/>
          </p:nvSpPr>
          <p:spPr>
            <a:xfrm>
              <a:off x="5816805" y="1639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2953">
                <a:alpha val="100000"/>
              </a:srgbClr>
            </a:solidFill>
            <a:ln w="5420" cap="flat">
              <a:solidFill>
                <a:srgbClr val="3729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35" name="ph1035"/>
            <p:cNvSpPr/>
            <p:nvPr/>
          </p:nvSpPr>
          <p:spPr>
            <a:xfrm>
              <a:off x="5503996" y="16544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36" name="ph1036"/>
            <p:cNvSpPr/>
            <p:nvPr/>
          </p:nvSpPr>
          <p:spPr>
            <a:xfrm>
              <a:off x="5516509" y="16544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37" name="ph1037"/>
            <p:cNvSpPr/>
            <p:nvPr/>
          </p:nvSpPr>
          <p:spPr>
            <a:xfrm>
              <a:off x="5529021" y="16544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38" name="ph1038"/>
            <p:cNvSpPr/>
            <p:nvPr/>
          </p:nvSpPr>
          <p:spPr>
            <a:xfrm>
              <a:off x="5541533" y="16544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39" name="ph1039"/>
            <p:cNvSpPr/>
            <p:nvPr/>
          </p:nvSpPr>
          <p:spPr>
            <a:xfrm>
              <a:off x="5554047" y="16544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40" name="ph1040"/>
            <p:cNvSpPr/>
            <p:nvPr/>
          </p:nvSpPr>
          <p:spPr>
            <a:xfrm>
              <a:off x="5566559" y="16544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41" name="ph1041"/>
            <p:cNvSpPr/>
            <p:nvPr/>
          </p:nvSpPr>
          <p:spPr>
            <a:xfrm>
              <a:off x="5579071" y="16544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42" name="ph1042"/>
            <p:cNvSpPr/>
            <p:nvPr/>
          </p:nvSpPr>
          <p:spPr>
            <a:xfrm>
              <a:off x="5591583" y="16544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43" name="ph1043"/>
            <p:cNvSpPr/>
            <p:nvPr/>
          </p:nvSpPr>
          <p:spPr>
            <a:xfrm>
              <a:off x="5604096" y="16544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44" name="ph1044"/>
            <p:cNvSpPr/>
            <p:nvPr/>
          </p:nvSpPr>
          <p:spPr>
            <a:xfrm>
              <a:off x="5616608" y="16544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45" name="ph1045"/>
            <p:cNvSpPr/>
            <p:nvPr/>
          </p:nvSpPr>
          <p:spPr>
            <a:xfrm>
              <a:off x="5629120" y="16544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46" name="ph1046"/>
            <p:cNvSpPr/>
            <p:nvPr/>
          </p:nvSpPr>
          <p:spPr>
            <a:xfrm>
              <a:off x="5641632" y="16544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47" name="ph1047"/>
            <p:cNvSpPr/>
            <p:nvPr/>
          </p:nvSpPr>
          <p:spPr>
            <a:xfrm>
              <a:off x="5654145" y="16544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48" name="ph1048"/>
            <p:cNvSpPr/>
            <p:nvPr/>
          </p:nvSpPr>
          <p:spPr>
            <a:xfrm>
              <a:off x="5666657" y="16544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49" name="ph1049"/>
            <p:cNvSpPr/>
            <p:nvPr/>
          </p:nvSpPr>
          <p:spPr>
            <a:xfrm>
              <a:off x="5679169" y="16544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50" name="ph1050"/>
            <p:cNvSpPr/>
            <p:nvPr/>
          </p:nvSpPr>
          <p:spPr>
            <a:xfrm>
              <a:off x="5691683" y="16544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51" name="ph1051"/>
            <p:cNvSpPr/>
            <p:nvPr/>
          </p:nvSpPr>
          <p:spPr>
            <a:xfrm>
              <a:off x="5704195" y="16544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52" name="ph1052"/>
            <p:cNvSpPr/>
            <p:nvPr/>
          </p:nvSpPr>
          <p:spPr>
            <a:xfrm>
              <a:off x="5716707" y="16544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53" name="ph1053"/>
            <p:cNvSpPr/>
            <p:nvPr/>
          </p:nvSpPr>
          <p:spPr>
            <a:xfrm>
              <a:off x="5729219" y="16544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54" name="ph1054"/>
            <p:cNvSpPr/>
            <p:nvPr/>
          </p:nvSpPr>
          <p:spPr>
            <a:xfrm>
              <a:off x="5741732" y="16544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55" name="ph1055"/>
            <p:cNvSpPr/>
            <p:nvPr/>
          </p:nvSpPr>
          <p:spPr>
            <a:xfrm>
              <a:off x="5766756" y="16544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56" name="ph1056"/>
            <p:cNvSpPr/>
            <p:nvPr/>
          </p:nvSpPr>
          <p:spPr>
            <a:xfrm>
              <a:off x="5503996" y="16698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57" name="ph1057"/>
            <p:cNvSpPr/>
            <p:nvPr/>
          </p:nvSpPr>
          <p:spPr>
            <a:xfrm>
              <a:off x="5516509" y="16698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58" name="ph1058"/>
            <p:cNvSpPr/>
            <p:nvPr/>
          </p:nvSpPr>
          <p:spPr>
            <a:xfrm>
              <a:off x="5529021" y="16698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59" name="ph1059"/>
            <p:cNvSpPr/>
            <p:nvPr/>
          </p:nvSpPr>
          <p:spPr>
            <a:xfrm>
              <a:off x="5541533" y="16698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60" name="ph1060"/>
            <p:cNvSpPr/>
            <p:nvPr/>
          </p:nvSpPr>
          <p:spPr>
            <a:xfrm>
              <a:off x="5554047" y="16698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61" name="ph1061"/>
            <p:cNvSpPr/>
            <p:nvPr/>
          </p:nvSpPr>
          <p:spPr>
            <a:xfrm>
              <a:off x="5566559" y="16698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62" name="ph1062"/>
            <p:cNvSpPr/>
            <p:nvPr/>
          </p:nvSpPr>
          <p:spPr>
            <a:xfrm>
              <a:off x="5579071" y="16698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63" name="ph1063"/>
            <p:cNvSpPr/>
            <p:nvPr/>
          </p:nvSpPr>
          <p:spPr>
            <a:xfrm>
              <a:off x="5591583" y="16698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64" name="ph1064"/>
            <p:cNvSpPr/>
            <p:nvPr/>
          </p:nvSpPr>
          <p:spPr>
            <a:xfrm>
              <a:off x="5604096" y="16698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65" name="ph1065"/>
            <p:cNvSpPr/>
            <p:nvPr/>
          </p:nvSpPr>
          <p:spPr>
            <a:xfrm>
              <a:off x="5616608" y="16698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66" name="ph1066"/>
            <p:cNvSpPr/>
            <p:nvPr/>
          </p:nvSpPr>
          <p:spPr>
            <a:xfrm>
              <a:off x="5629120" y="16698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67" name="ph1067"/>
            <p:cNvSpPr/>
            <p:nvPr/>
          </p:nvSpPr>
          <p:spPr>
            <a:xfrm>
              <a:off x="5491484" y="16852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68" name="ph1068"/>
            <p:cNvSpPr/>
            <p:nvPr/>
          </p:nvSpPr>
          <p:spPr>
            <a:xfrm>
              <a:off x="5503996" y="16852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69" name="ph1069"/>
            <p:cNvSpPr/>
            <p:nvPr/>
          </p:nvSpPr>
          <p:spPr>
            <a:xfrm>
              <a:off x="5516509" y="16852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70" name="ph1070"/>
            <p:cNvSpPr/>
            <p:nvPr/>
          </p:nvSpPr>
          <p:spPr>
            <a:xfrm>
              <a:off x="5529021" y="16852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71" name="ph1071"/>
            <p:cNvSpPr/>
            <p:nvPr/>
          </p:nvSpPr>
          <p:spPr>
            <a:xfrm>
              <a:off x="5541533" y="16852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72" name="ph1072"/>
            <p:cNvSpPr/>
            <p:nvPr/>
          </p:nvSpPr>
          <p:spPr>
            <a:xfrm>
              <a:off x="5554047" y="16852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73" name="ph1073"/>
            <p:cNvSpPr/>
            <p:nvPr/>
          </p:nvSpPr>
          <p:spPr>
            <a:xfrm>
              <a:off x="5566559" y="16852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74" name="ph1074"/>
            <p:cNvSpPr/>
            <p:nvPr/>
          </p:nvSpPr>
          <p:spPr>
            <a:xfrm>
              <a:off x="5579071" y="16852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75" name="ph1075"/>
            <p:cNvSpPr/>
            <p:nvPr/>
          </p:nvSpPr>
          <p:spPr>
            <a:xfrm>
              <a:off x="5591583" y="16852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76" name="ph1076"/>
            <p:cNvSpPr/>
            <p:nvPr/>
          </p:nvSpPr>
          <p:spPr>
            <a:xfrm>
              <a:off x="5478972" y="170057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77" name="ph1077"/>
            <p:cNvSpPr/>
            <p:nvPr/>
          </p:nvSpPr>
          <p:spPr>
            <a:xfrm>
              <a:off x="5491484" y="170057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78" name="ph1078"/>
            <p:cNvSpPr/>
            <p:nvPr/>
          </p:nvSpPr>
          <p:spPr>
            <a:xfrm>
              <a:off x="5503996" y="170057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79" name="ph1079"/>
            <p:cNvSpPr/>
            <p:nvPr/>
          </p:nvSpPr>
          <p:spPr>
            <a:xfrm>
              <a:off x="5516509" y="170057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80" name="ph1080"/>
            <p:cNvSpPr/>
            <p:nvPr/>
          </p:nvSpPr>
          <p:spPr>
            <a:xfrm>
              <a:off x="5529021" y="170057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81" name="ph1081"/>
            <p:cNvSpPr/>
            <p:nvPr/>
          </p:nvSpPr>
          <p:spPr>
            <a:xfrm>
              <a:off x="5541533" y="170057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82" name="ph1082"/>
            <p:cNvSpPr/>
            <p:nvPr/>
          </p:nvSpPr>
          <p:spPr>
            <a:xfrm>
              <a:off x="5554047" y="170057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83" name="ph1083"/>
            <p:cNvSpPr/>
            <p:nvPr/>
          </p:nvSpPr>
          <p:spPr>
            <a:xfrm>
              <a:off x="5566559" y="170057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84" name="ph1084"/>
            <p:cNvSpPr/>
            <p:nvPr/>
          </p:nvSpPr>
          <p:spPr>
            <a:xfrm>
              <a:off x="5466460" y="171595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85" name="ph1085"/>
            <p:cNvSpPr/>
            <p:nvPr/>
          </p:nvSpPr>
          <p:spPr>
            <a:xfrm>
              <a:off x="5478972" y="171595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86" name="ph1086"/>
            <p:cNvSpPr/>
            <p:nvPr/>
          </p:nvSpPr>
          <p:spPr>
            <a:xfrm>
              <a:off x="5491484" y="171595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87" name="ph1087"/>
            <p:cNvSpPr/>
            <p:nvPr/>
          </p:nvSpPr>
          <p:spPr>
            <a:xfrm>
              <a:off x="5503996" y="171595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88" name="ph1088"/>
            <p:cNvSpPr/>
            <p:nvPr/>
          </p:nvSpPr>
          <p:spPr>
            <a:xfrm>
              <a:off x="5516509" y="171595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89" name="ph1089"/>
            <p:cNvSpPr/>
            <p:nvPr/>
          </p:nvSpPr>
          <p:spPr>
            <a:xfrm>
              <a:off x="5529021" y="171595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90" name="ph1090"/>
            <p:cNvSpPr/>
            <p:nvPr/>
          </p:nvSpPr>
          <p:spPr>
            <a:xfrm>
              <a:off x="5541533" y="171595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91" name="ph1091"/>
            <p:cNvSpPr/>
            <p:nvPr/>
          </p:nvSpPr>
          <p:spPr>
            <a:xfrm>
              <a:off x="5466460" y="173132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92" name="ph1092"/>
            <p:cNvSpPr/>
            <p:nvPr/>
          </p:nvSpPr>
          <p:spPr>
            <a:xfrm>
              <a:off x="5478972" y="173132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93" name="ph1093"/>
            <p:cNvSpPr/>
            <p:nvPr/>
          </p:nvSpPr>
          <p:spPr>
            <a:xfrm>
              <a:off x="5491484" y="173132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94" name="ph1094"/>
            <p:cNvSpPr/>
            <p:nvPr/>
          </p:nvSpPr>
          <p:spPr>
            <a:xfrm>
              <a:off x="5503996" y="173132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95" name="ph1095"/>
            <p:cNvSpPr/>
            <p:nvPr/>
          </p:nvSpPr>
          <p:spPr>
            <a:xfrm>
              <a:off x="5516509" y="173132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6AA">
                <a:alpha val="100000"/>
              </a:srgbClr>
            </a:solidFill>
            <a:ln w="5420" cap="flat">
              <a:solidFill>
                <a:srgbClr val="42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96" name="ph1096"/>
            <p:cNvSpPr/>
            <p:nvPr/>
          </p:nvSpPr>
          <p:spPr>
            <a:xfrm>
              <a:off x="5529021" y="173132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97" name="ph1097"/>
            <p:cNvSpPr/>
            <p:nvPr/>
          </p:nvSpPr>
          <p:spPr>
            <a:xfrm>
              <a:off x="5541533" y="173132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98" name="ph1098"/>
            <p:cNvSpPr/>
            <p:nvPr/>
          </p:nvSpPr>
          <p:spPr>
            <a:xfrm>
              <a:off x="5466460" y="174670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99" name="ph1099"/>
            <p:cNvSpPr/>
            <p:nvPr/>
          </p:nvSpPr>
          <p:spPr>
            <a:xfrm>
              <a:off x="5478972" y="174670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00" name="ph1100"/>
            <p:cNvSpPr/>
            <p:nvPr/>
          </p:nvSpPr>
          <p:spPr>
            <a:xfrm>
              <a:off x="5491484" y="174670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01" name="ph1101"/>
            <p:cNvSpPr/>
            <p:nvPr/>
          </p:nvSpPr>
          <p:spPr>
            <a:xfrm>
              <a:off x="5503996" y="174670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02" name="ph1102"/>
            <p:cNvSpPr/>
            <p:nvPr/>
          </p:nvSpPr>
          <p:spPr>
            <a:xfrm>
              <a:off x="5516509" y="174670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03" name="ph1103"/>
            <p:cNvSpPr/>
            <p:nvPr/>
          </p:nvSpPr>
          <p:spPr>
            <a:xfrm>
              <a:off x="5529021" y="174670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04" name="ph1104"/>
            <p:cNvSpPr/>
            <p:nvPr/>
          </p:nvSpPr>
          <p:spPr>
            <a:xfrm>
              <a:off x="5541533" y="174670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05" name="ph1105"/>
            <p:cNvSpPr/>
            <p:nvPr/>
          </p:nvSpPr>
          <p:spPr>
            <a:xfrm>
              <a:off x="5466460" y="176208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06" name="ph1106"/>
            <p:cNvSpPr/>
            <p:nvPr/>
          </p:nvSpPr>
          <p:spPr>
            <a:xfrm>
              <a:off x="5478972" y="176208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07" name="ph1107"/>
            <p:cNvSpPr/>
            <p:nvPr/>
          </p:nvSpPr>
          <p:spPr>
            <a:xfrm>
              <a:off x="5491484" y="176208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08" name="ph1108"/>
            <p:cNvSpPr/>
            <p:nvPr/>
          </p:nvSpPr>
          <p:spPr>
            <a:xfrm>
              <a:off x="5503996" y="176208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09" name="ph1109"/>
            <p:cNvSpPr/>
            <p:nvPr/>
          </p:nvSpPr>
          <p:spPr>
            <a:xfrm>
              <a:off x="5516509" y="176208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10" name="ph1110"/>
            <p:cNvSpPr/>
            <p:nvPr/>
          </p:nvSpPr>
          <p:spPr>
            <a:xfrm>
              <a:off x="5529021" y="176208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11" name="ph1111"/>
            <p:cNvSpPr/>
            <p:nvPr/>
          </p:nvSpPr>
          <p:spPr>
            <a:xfrm>
              <a:off x="5541533" y="176208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12" name="ph1112"/>
            <p:cNvSpPr/>
            <p:nvPr/>
          </p:nvSpPr>
          <p:spPr>
            <a:xfrm>
              <a:off x="5391385" y="177745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13" name="ph1113"/>
            <p:cNvSpPr/>
            <p:nvPr/>
          </p:nvSpPr>
          <p:spPr>
            <a:xfrm>
              <a:off x="5403897" y="177745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14" name="ph1114"/>
            <p:cNvSpPr/>
            <p:nvPr/>
          </p:nvSpPr>
          <p:spPr>
            <a:xfrm>
              <a:off x="5491484" y="177745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15" name="ph1115"/>
            <p:cNvSpPr/>
            <p:nvPr/>
          </p:nvSpPr>
          <p:spPr>
            <a:xfrm>
              <a:off x="5503996" y="177745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16" name="ph1116"/>
            <p:cNvSpPr/>
            <p:nvPr/>
          </p:nvSpPr>
          <p:spPr>
            <a:xfrm>
              <a:off x="5516509" y="177745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17" name="ph1117"/>
            <p:cNvSpPr/>
            <p:nvPr/>
          </p:nvSpPr>
          <p:spPr>
            <a:xfrm>
              <a:off x="5529021" y="177745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18" name="ph1118"/>
            <p:cNvSpPr/>
            <p:nvPr/>
          </p:nvSpPr>
          <p:spPr>
            <a:xfrm>
              <a:off x="5541533" y="177745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19" name="ph1119"/>
            <p:cNvSpPr/>
            <p:nvPr/>
          </p:nvSpPr>
          <p:spPr>
            <a:xfrm>
              <a:off x="5366360" y="179283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20" name="ph1120"/>
            <p:cNvSpPr/>
            <p:nvPr/>
          </p:nvSpPr>
          <p:spPr>
            <a:xfrm>
              <a:off x="5378873" y="179283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21" name="ph1121"/>
            <p:cNvSpPr/>
            <p:nvPr/>
          </p:nvSpPr>
          <p:spPr>
            <a:xfrm>
              <a:off x="5391385" y="179283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22" name="ph1122"/>
            <p:cNvSpPr/>
            <p:nvPr/>
          </p:nvSpPr>
          <p:spPr>
            <a:xfrm>
              <a:off x="5403897" y="179283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23" name="ph1123"/>
            <p:cNvSpPr/>
            <p:nvPr/>
          </p:nvSpPr>
          <p:spPr>
            <a:xfrm>
              <a:off x="5416411" y="179283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24" name="ph1124"/>
            <p:cNvSpPr/>
            <p:nvPr/>
          </p:nvSpPr>
          <p:spPr>
            <a:xfrm>
              <a:off x="5491484" y="179283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25" name="ph1125"/>
            <p:cNvSpPr/>
            <p:nvPr/>
          </p:nvSpPr>
          <p:spPr>
            <a:xfrm>
              <a:off x="5503996" y="179283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26" name="ph1126"/>
            <p:cNvSpPr/>
            <p:nvPr/>
          </p:nvSpPr>
          <p:spPr>
            <a:xfrm>
              <a:off x="5516509" y="179283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27" name="ph1127"/>
            <p:cNvSpPr/>
            <p:nvPr/>
          </p:nvSpPr>
          <p:spPr>
            <a:xfrm>
              <a:off x="5529021" y="179283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28" name="ph1128"/>
            <p:cNvSpPr/>
            <p:nvPr/>
          </p:nvSpPr>
          <p:spPr>
            <a:xfrm>
              <a:off x="5541533" y="179283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29" name="ph1129"/>
            <p:cNvSpPr/>
            <p:nvPr/>
          </p:nvSpPr>
          <p:spPr>
            <a:xfrm>
              <a:off x="5341336" y="18082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30" name="ph1130"/>
            <p:cNvSpPr/>
            <p:nvPr/>
          </p:nvSpPr>
          <p:spPr>
            <a:xfrm>
              <a:off x="5353848" y="18082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31" name="ph1131"/>
            <p:cNvSpPr/>
            <p:nvPr/>
          </p:nvSpPr>
          <p:spPr>
            <a:xfrm>
              <a:off x="5366360" y="18082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32" name="ph1132"/>
            <p:cNvSpPr/>
            <p:nvPr/>
          </p:nvSpPr>
          <p:spPr>
            <a:xfrm>
              <a:off x="5378873" y="18082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33" name="ph1133"/>
            <p:cNvSpPr/>
            <p:nvPr/>
          </p:nvSpPr>
          <p:spPr>
            <a:xfrm>
              <a:off x="5391385" y="18082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34" name="ph1134"/>
            <p:cNvSpPr/>
            <p:nvPr/>
          </p:nvSpPr>
          <p:spPr>
            <a:xfrm>
              <a:off x="5403897" y="18082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35" name="ph1135"/>
            <p:cNvSpPr/>
            <p:nvPr/>
          </p:nvSpPr>
          <p:spPr>
            <a:xfrm>
              <a:off x="5416411" y="18082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36" name="ph1136"/>
            <p:cNvSpPr/>
            <p:nvPr/>
          </p:nvSpPr>
          <p:spPr>
            <a:xfrm>
              <a:off x="5478972" y="18082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37" name="ph1137"/>
            <p:cNvSpPr/>
            <p:nvPr/>
          </p:nvSpPr>
          <p:spPr>
            <a:xfrm>
              <a:off x="5491484" y="18082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38" name="ph1138"/>
            <p:cNvSpPr/>
            <p:nvPr/>
          </p:nvSpPr>
          <p:spPr>
            <a:xfrm>
              <a:off x="5503996" y="18082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39" name="ph1139"/>
            <p:cNvSpPr/>
            <p:nvPr/>
          </p:nvSpPr>
          <p:spPr>
            <a:xfrm>
              <a:off x="5516509" y="18082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40" name="ph1140"/>
            <p:cNvSpPr/>
            <p:nvPr/>
          </p:nvSpPr>
          <p:spPr>
            <a:xfrm>
              <a:off x="5529021" y="18082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41" name="ph1141"/>
            <p:cNvSpPr/>
            <p:nvPr/>
          </p:nvSpPr>
          <p:spPr>
            <a:xfrm>
              <a:off x="5328824" y="18235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42" name="ph1142"/>
            <p:cNvSpPr/>
            <p:nvPr/>
          </p:nvSpPr>
          <p:spPr>
            <a:xfrm>
              <a:off x="5341336" y="18235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43" name="ph1143"/>
            <p:cNvSpPr/>
            <p:nvPr/>
          </p:nvSpPr>
          <p:spPr>
            <a:xfrm>
              <a:off x="5353848" y="18235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44" name="ph1144"/>
            <p:cNvSpPr/>
            <p:nvPr/>
          </p:nvSpPr>
          <p:spPr>
            <a:xfrm>
              <a:off x="5366360" y="18235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45" name="ph1145"/>
            <p:cNvSpPr/>
            <p:nvPr/>
          </p:nvSpPr>
          <p:spPr>
            <a:xfrm>
              <a:off x="5378873" y="18235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46" name="ph1146"/>
            <p:cNvSpPr/>
            <p:nvPr/>
          </p:nvSpPr>
          <p:spPr>
            <a:xfrm>
              <a:off x="5391385" y="18235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47" name="ph1147"/>
            <p:cNvSpPr/>
            <p:nvPr/>
          </p:nvSpPr>
          <p:spPr>
            <a:xfrm>
              <a:off x="5403897" y="18235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48" name="ph1148"/>
            <p:cNvSpPr/>
            <p:nvPr/>
          </p:nvSpPr>
          <p:spPr>
            <a:xfrm>
              <a:off x="5416411" y="18235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49" name="ph1149"/>
            <p:cNvSpPr/>
            <p:nvPr/>
          </p:nvSpPr>
          <p:spPr>
            <a:xfrm>
              <a:off x="5478972" y="18235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50" name="ph1150"/>
            <p:cNvSpPr/>
            <p:nvPr/>
          </p:nvSpPr>
          <p:spPr>
            <a:xfrm>
              <a:off x="5491484" y="18235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51" name="ph1151"/>
            <p:cNvSpPr/>
            <p:nvPr/>
          </p:nvSpPr>
          <p:spPr>
            <a:xfrm>
              <a:off x="5503996" y="18235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52" name="ph1152"/>
            <p:cNvSpPr/>
            <p:nvPr/>
          </p:nvSpPr>
          <p:spPr>
            <a:xfrm>
              <a:off x="5516509" y="18235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53" name="ph1153"/>
            <p:cNvSpPr/>
            <p:nvPr/>
          </p:nvSpPr>
          <p:spPr>
            <a:xfrm>
              <a:off x="5529021" y="18235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54" name="ph1154"/>
            <p:cNvSpPr/>
            <p:nvPr/>
          </p:nvSpPr>
          <p:spPr>
            <a:xfrm>
              <a:off x="5266261" y="18389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55" name="ph1155"/>
            <p:cNvSpPr/>
            <p:nvPr/>
          </p:nvSpPr>
          <p:spPr>
            <a:xfrm>
              <a:off x="5278775" y="18389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56" name="ph1156"/>
            <p:cNvSpPr/>
            <p:nvPr/>
          </p:nvSpPr>
          <p:spPr>
            <a:xfrm>
              <a:off x="5291287" y="18389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57" name="ph1157"/>
            <p:cNvSpPr/>
            <p:nvPr/>
          </p:nvSpPr>
          <p:spPr>
            <a:xfrm>
              <a:off x="5303799" y="18389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58" name="ph1158"/>
            <p:cNvSpPr/>
            <p:nvPr/>
          </p:nvSpPr>
          <p:spPr>
            <a:xfrm>
              <a:off x="5316311" y="18389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ECCAC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59" name="ph1159"/>
            <p:cNvSpPr/>
            <p:nvPr/>
          </p:nvSpPr>
          <p:spPr>
            <a:xfrm>
              <a:off x="5328824" y="18389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60" name="ph1160"/>
            <p:cNvSpPr/>
            <p:nvPr/>
          </p:nvSpPr>
          <p:spPr>
            <a:xfrm>
              <a:off x="5341336" y="18389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61" name="ph1161"/>
            <p:cNvSpPr/>
            <p:nvPr/>
          </p:nvSpPr>
          <p:spPr>
            <a:xfrm>
              <a:off x="5353848" y="18389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62" name="ph1162"/>
            <p:cNvSpPr/>
            <p:nvPr/>
          </p:nvSpPr>
          <p:spPr>
            <a:xfrm>
              <a:off x="5366360" y="18389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63" name="ph1163"/>
            <p:cNvSpPr/>
            <p:nvPr/>
          </p:nvSpPr>
          <p:spPr>
            <a:xfrm>
              <a:off x="5378873" y="18389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64" name="ph1164"/>
            <p:cNvSpPr/>
            <p:nvPr/>
          </p:nvSpPr>
          <p:spPr>
            <a:xfrm>
              <a:off x="5391385" y="18389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65" name="ph1165"/>
            <p:cNvSpPr/>
            <p:nvPr/>
          </p:nvSpPr>
          <p:spPr>
            <a:xfrm>
              <a:off x="5403897" y="18389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66" name="ph1166"/>
            <p:cNvSpPr/>
            <p:nvPr/>
          </p:nvSpPr>
          <p:spPr>
            <a:xfrm>
              <a:off x="5466460" y="18389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67" name="ph1167"/>
            <p:cNvSpPr/>
            <p:nvPr/>
          </p:nvSpPr>
          <p:spPr>
            <a:xfrm>
              <a:off x="5478972" y="18389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68" name="ph1168"/>
            <p:cNvSpPr/>
            <p:nvPr/>
          </p:nvSpPr>
          <p:spPr>
            <a:xfrm>
              <a:off x="5491484" y="18389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69" name="ph1169"/>
            <p:cNvSpPr/>
            <p:nvPr/>
          </p:nvSpPr>
          <p:spPr>
            <a:xfrm>
              <a:off x="5503996" y="18389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70" name="ph1170"/>
            <p:cNvSpPr/>
            <p:nvPr/>
          </p:nvSpPr>
          <p:spPr>
            <a:xfrm>
              <a:off x="5516509" y="18389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71" name="ph1171"/>
            <p:cNvSpPr/>
            <p:nvPr/>
          </p:nvSpPr>
          <p:spPr>
            <a:xfrm>
              <a:off x="5529021" y="18389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72" name="ph1172"/>
            <p:cNvSpPr/>
            <p:nvPr/>
          </p:nvSpPr>
          <p:spPr>
            <a:xfrm>
              <a:off x="5253749" y="185433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73" name="ph1173"/>
            <p:cNvSpPr/>
            <p:nvPr/>
          </p:nvSpPr>
          <p:spPr>
            <a:xfrm>
              <a:off x="5266261" y="185433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74" name="ph1174"/>
            <p:cNvSpPr/>
            <p:nvPr/>
          </p:nvSpPr>
          <p:spPr>
            <a:xfrm>
              <a:off x="5278775" y="185433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75" name="ph1175"/>
            <p:cNvSpPr/>
            <p:nvPr/>
          </p:nvSpPr>
          <p:spPr>
            <a:xfrm>
              <a:off x="5291287" y="185433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76" name="ph1176"/>
            <p:cNvSpPr/>
            <p:nvPr/>
          </p:nvSpPr>
          <p:spPr>
            <a:xfrm>
              <a:off x="5303799" y="185433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77" name="ph1177"/>
            <p:cNvSpPr/>
            <p:nvPr/>
          </p:nvSpPr>
          <p:spPr>
            <a:xfrm>
              <a:off x="5316311" y="185433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78" name="ph1178"/>
            <p:cNvSpPr/>
            <p:nvPr/>
          </p:nvSpPr>
          <p:spPr>
            <a:xfrm>
              <a:off x="5328824" y="185433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79" name="ph1179"/>
            <p:cNvSpPr/>
            <p:nvPr/>
          </p:nvSpPr>
          <p:spPr>
            <a:xfrm>
              <a:off x="5341336" y="185433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80" name="ph1180"/>
            <p:cNvSpPr/>
            <p:nvPr/>
          </p:nvSpPr>
          <p:spPr>
            <a:xfrm>
              <a:off x="5353848" y="185433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81" name="ph1181"/>
            <p:cNvSpPr/>
            <p:nvPr/>
          </p:nvSpPr>
          <p:spPr>
            <a:xfrm>
              <a:off x="5366360" y="185433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82" name="ph1182"/>
            <p:cNvSpPr/>
            <p:nvPr/>
          </p:nvSpPr>
          <p:spPr>
            <a:xfrm>
              <a:off x="5378873" y="185433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83" name="ph1183"/>
            <p:cNvSpPr/>
            <p:nvPr/>
          </p:nvSpPr>
          <p:spPr>
            <a:xfrm>
              <a:off x="5391385" y="185433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84" name="ph1184"/>
            <p:cNvSpPr/>
            <p:nvPr/>
          </p:nvSpPr>
          <p:spPr>
            <a:xfrm>
              <a:off x="5453947" y="185433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85" name="ph1185"/>
            <p:cNvSpPr/>
            <p:nvPr/>
          </p:nvSpPr>
          <p:spPr>
            <a:xfrm>
              <a:off x="5466460" y="185433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86" name="ph1186"/>
            <p:cNvSpPr/>
            <p:nvPr/>
          </p:nvSpPr>
          <p:spPr>
            <a:xfrm>
              <a:off x="5478972" y="185433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87" name="ph1187"/>
            <p:cNvSpPr/>
            <p:nvPr/>
          </p:nvSpPr>
          <p:spPr>
            <a:xfrm>
              <a:off x="5491484" y="185433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88" name="ph1188"/>
            <p:cNvSpPr/>
            <p:nvPr/>
          </p:nvSpPr>
          <p:spPr>
            <a:xfrm>
              <a:off x="5503996" y="185433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89" name="ph1189"/>
            <p:cNvSpPr/>
            <p:nvPr/>
          </p:nvSpPr>
          <p:spPr>
            <a:xfrm>
              <a:off x="5516509" y="185433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90" name="ph1190"/>
            <p:cNvSpPr/>
            <p:nvPr/>
          </p:nvSpPr>
          <p:spPr>
            <a:xfrm>
              <a:off x="5529021" y="185433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91" name="ph1191"/>
            <p:cNvSpPr/>
            <p:nvPr/>
          </p:nvSpPr>
          <p:spPr>
            <a:xfrm>
              <a:off x="5228724" y="186971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92" name="ph1192"/>
            <p:cNvSpPr/>
            <p:nvPr/>
          </p:nvSpPr>
          <p:spPr>
            <a:xfrm>
              <a:off x="5241237" y="186971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93" name="ph1193"/>
            <p:cNvSpPr/>
            <p:nvPr/>
          </p:nvSpPr>
          <p:spPr>
            <a:xfrm>
              <a:off x="5253749" y="186971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94" name="ph1194"/>
            <p:cNvSpPr/>
            <p:nvPr/>
          </p:nvSpPr>
          <p:spPr>
            <a:xfrm>
              <a:off x="5266261" y="186971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95" name="ph1195"/>
            <p:cNvSpPr/>
            <p:nvPr/>
          </p:nvSpPr>
          <p:spPr>
            <a:xfrm>
              <a:off x="5278775" y="186971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96" name="ph1196"/>
            <p:cNvSpPr/>
            <p:nvPr/>
          </p:nvSpPr>
          <p:spPr>
            <a:xfrm>
              <a:off x="5291287" y="186971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97" name="ph1197"/>
            <p:cNvSpPr/>
            <p:nvPr/>
          </p:nvSpPr>
          <p:spPr>
            <a:xfrm>
              <a:off x="5303799" y="186971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98" name="ph1198"/>
            <p:cNvSpPr/>
            <p:nvPr/>
          </p:nvSpPr>
          <p:spPr>
            <a:xfrm>
              <a:off x="5316311" y="186971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99" name="ph1199"/>
            <p:cNvSpPr/>
            <p:nvPr/>
          </p:nvSpPr>
          <p:spPr>
            <a:xfrm>
              <a:off x="5328824" y="186971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00" name="ph1200"/>
            <p:cNvSpPr/>
            <p:nvPr/>
          </p:nvSpPr>
          <p:spPr>
            <a:xfrm>
              <a:off x="5341336" y="186971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01" name="ph1201"/>
            <p:cNvSpPr/>
            <p:nvPr/>
          </p:nvSpPr>
          <p:spPr>
            <a:xfrm>
              <a:off x="5353848" y="186971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02" name="ph1202"/>
            <p:cNvSpPr/>
            <p:nvPr/>
          </p:nvSpPr>
          <p:spPr>
            <a:xfrm>
              <a:off x="5366360" y="186971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03" name="ph1203"/>
            <p:cNvSpPr/>
            <p:nvPr/>
          </p:nvSpPr>
          <p:spPr>
            <a:xfrm>
              <a:off x="5441435" y="186971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04" name="ph1204"/>
            <p:cNvSpPr/>
            <p:nvPr/>
          </p:nvSpPr>
          <p:spPr>
            <a:xfrm>
              <a:off x="5453947" y="186971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05" name="ph1205"/>
            <p:cNvSpPr/>
            <p:nvPr/>
          </p:nvSpPr>
          <p:spPr>
            <a:xfrm>
              <a:off x="5466460" y="186971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06" name="ph1206"/>
            <p:cNvSpPr/>
            <p:nvPr/>
          </p:nvSpPr>
          <p:spPr>
            <a:xfrm>
              <a:off x="5478972" y="186971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07" name="ph1207"/>
            <p:cNvSpPr/>
            <p:nvPr/>
          </p:nvSpPr>
          <p:spPr>
            <a:xfrm>
              <a:off x="5491484" y="186971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08" name="ph1208"/>
            <p:cNvSpPr/>
            <p:nvPr/>
          </p:nvSpPr>
          <p:spPr>
            <a:xfrm>
              <a:off x="5503996" y="186971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09" name="ph1209"/>
            <p:cNvSpPr/>
            <p:nvPr/>
          </p:nvSpPr>
          <p:spPr>
            <a:xfrm>
              <a:off x="5203700" y="18850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10" name="ph1210"/>
            <p:cNvSpPr/>
            <p:nvPr/>
          </p:nvSpPr>
          <p:spPr>
            <a:xfrm>
              <a:off x="5216212" y="18850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11" name="ph1211"/>
            <p:cNvSpPr/>
            <p:nvPr/>
          </p:nvSpPr>
          <p:spPr>
            <a:xfrm>
              <a:off x="5228724" y="18850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12" name="ph1212"/>
            <p:cNvSpPr/>
            <p:nvPr/>
          </p:nvSpPr>
          <p:spPr>
            <a:xfrm>
              <a:off x="5241237" y="18850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13" name="ph1213"/>
            <p:cNvSpPr/>
            <p:nvPr/>
          </p:nvSpPr>
          <p:spPr>
            <a:xfrm>
              <a:off x="5253749" y="18850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14" name="ph1214"/>
            <p:cNvSpPr/>
            <p:nvPr/>
          </p:nvSpPr>
          <p:spPr>
            <a:xfrm>
              <a:off x="5266261" y="18850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15" name="ph1215"/>
            <p:cNvSpPr/>
            <p:nvPr/>
          </p:nvSpPr>
          <p:spPr>
            <a:xfrm>
              <a:off x="5278775" y="18850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16" name="ph1216"/>
            <p:cNvSpPr/>
            <p:nvPr/>
          </p:nvSpPr>
          <p:spPr>
            <a:xfrm>
              <a:off x="5291287" y="18850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17" name="ph1217"/>
            <p:cNvSpPr/>
            <p:nvPr/>
          </p:nvSpPr>
          <p:spPr>
            <a:xfrm>
              <a:off x="5303799" y="18850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18" name="ph1218"/>
            <p:cNvSpPr/>
            <p:nvPr/>
          </p:nvSpPr>
          <p:spPr>
            <a:xfrm>
              <a:off x="5316311" y="18850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19" name="ph1219"/>
            <p:cNvSpPr/>
            <p:nvPr/>
          </p:nvSpPr>
          <p:spPr>
            <a:xfrm>
              <a:off x="5328824" y="18850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20" name="ph1220"/>
            <p:cNvSpPr/>
            <p:nvPr/>
          </p:nvSpPr>
          <p:spPr>
            <a:xfrm>
              <a:off x="5341336" y="18850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21" name="ph1221"/>
            <p:cNvSpPr/>
            <p:nvPr/>
          </p:nvSpPr>
          <p:spPr>
            <a:xfrm>
              <a:off x="5353848" y="18850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22" name="ph1222"/>
            <p:cNvSpPr/>
            <p:nvPr/>
          </p:nvSpPr>
          <p:spPr>
            <a:xfrm>
              <a:off x="5366360" y="18850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23" name="ph1223"/>
            <p:cNvSpPr/>
            <p:nvPr/>
          </p:nvSpPr>
          <p:spPr>
            <a:xfrm>
              <a:off x="5378873" y="18850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24" name="ph1224"/>
            <p:cNvSpPr/>
            <p:nvPr/>
          </p:nvSpPr>
          <p:spPr>
            <a:xfrm>
              <a:off x="5391385" y="18850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25" name="ph1225"/>
            <p:cNvSpPr/>
            <p:nvPr/>
          </p:nvSpPr>
          <p:spPr>
            <a:xfrm>
              <a:off x="5403897" y="18850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26" name="ph1226"/>
            <p:cNvSpPr/>
            <p:nvPr/>
          </p:nvSpPr>
          <p:spPr>
            <a:xfrm>
              <a:off x="5428923" y="18850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27" name="ph1227"/>
            <p:cNvSpPr/>
            <p:nvPr/>
          </p:nvSpPr>
          <p:spPr>
            <a:xfrm>
              <a:off x="5441435" y="18850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28" name="ph1228"/>
            <p:cNvSpPr/>
            <p:nvPr/>
          </p:nvSpPr>
          <p:spPr>
            <a:xfrm>
              <a:off x="5453947" y="18850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29" name="ph1229"/>
            <p:cNvSpPr/>
            <p:nvPr/>
          </p:nvSpPr>
          <p:spPr>
            <a:xfrm>
              <a:off x="5466460" y="18850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30" name="ph1230"/>
            <p:cNvSpPr/>
            <p:nvPr/>
          </p:nvSpPr>
          <p:spPr>
            <a:xfrm>
              <a:off x="5478972" y="18850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31" name="ph1231"/>
            <p:cNvSpPr/>
            <p:nvPr/>
          </p:nvSpPr>
          <p:spPr>
            <a:xfrm>
              <a:off x="5491484" y="18850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32" name="ph1232"/>
            <p:cNvSpPr/>
            <p:nvPr/>
          </p:nvSpPr>
          <p:spPr>
            <a:xfrm>
              <a:off x="5503996" y="18850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33" name="ph1233"/>
            <p:cNvSpPr/>
            <p:nvPr/>
          </p:nvSpPr>
          <p:spPr>
            <a:xfrm>
              <a:off x="5203700" y="19004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34" name="ph1234"/>
            <p:cNvSpPr/>
            <p:nvPr/>
          </p:nvSpPr>
          <p:spPr>
            <a:xfrm>
              <a:off x="5216212" y="19004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35" name="ph1235"/>
            <p:cNvSpPr/>
            <p:nvPr/>
          </p:nvSpPr>
          <p:spPr>
            <a:xfrm>
              <a:off x="5228724" y="19004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36" name="ph1236"/>
            <p:cNvSpPr/>
            <p:nvPr/>
          </p:nvSpPr>
          <p:spPr>
            <a:xfrm>
              <a:off x="5241237" y="19004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37" name="ph1237"/>
            <p:cNvSpPr/>
            <p:nvPr/>
          </p:nvSpPr>
          <p:spPr>
            <a:xfrm>
              <a:off x="5253749" y="19004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38" name="ph1238"/>
            <p:cNvSpPr/>
            <p:nvPr/>
          </p:nvSpPr>
          <p:spPr>
            <a:xfrm>
              <a:off x="5266261" y="19004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39" name="ph1239"/>
            <p:cNvSpPr/>
            <p:nvPr/>
          </p:nvSpPr>
          <p:spPr>
            <a:xfrm>
              <a:off x="5278775" y="19004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40" name="ph1240"/>
            <p:cNvSpPr/>
            <p:nvPr/>
          </p:nvSpPr>
          <p:spPr>
            <a:xfrm>
              <a:off x="5291287" y="19004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41" name="ph1241"/>
            <p:cNvSpPr/>
            <p:nvPr/>
          </p:nvSpPr>
          <p:spPr>
            <a:xfrm>
              <a:off x="5303799" y="19004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1CEAD">
                <a:alpha val="100000"/>
              </a:srgbClr>
            </a:solidFill>
            <a:ln w="5420" cap="flat">
              <a:solidFill>
                <a:srgbClr val="61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42" name="ph1242"/>
            <p:cNvSpPr/>
            <p:nvPr/>
          </p:nvSpPr>
          <p:spPr>
            <a:xfrm>
              <a:off x="5316311" y="19004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43" name="ph1243"/>
            <p:cNvSpPr/>
            <p:nvPr/>
          </p:nvSpPr>
          <p:spPr>
            <a:xfrm>
              <a:off x="5328824" y="19004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44" name="ph1244"/>
            <p:cNvSpPr/>
            <p:nvPr/>
          </p:nvSpPr>
          <p:spPr>
            <a:xfrm>
              <a:off x="5341336" y="19004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4D3B4">
                <a:alpha val="100000"/>
              </a:srgbClr>
            </a:solidFill>
            <a:ln w="5420" cap="flat">
              <a:solidFill>
                <a:srgbClr val="74D3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45" name="ph1245"/>
            <p:cNvSpPr/>
            <p:nvPr/>
          </p:nvSpPr>
          <p:spPr>
            <a:xfrm>
              <a:off x="5353848" y="19004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46" name="ph1246"/>
            <p:cNvSpPr/>
            <p:nvPr/>
          </p:nvSpPr>
          <p:spPr>
            <a:xfrm>
              <a:off x="5366360" y="19004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47" name="ph1247"/>
            <p:cNvSpPr/>
            <p:nvPr/>
          </p:nvSpPr>
          <p:spPr>
            <a:xfrm>
              <a:off x="5378873" y="19004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48" name="ph1248"/>
            <p:cNvSpPr/>
            <p:nvPr/>
          </p:nvSpPr>
          <p:spPr>
            <a:xfrm>
              <a:off x="5391385" y="19004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49" name="ph1249"/>
            <p:cNvSpPr/>
            <p:nvPr/>
          </p:nvSpPr>
          <p:spPr>
            <a:xfrm>
              <a:off x="5403897" y="19004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50" name="ph1250"/>
            <p:cNvSpPr/>
            <p:nvPr/>
          </p:nvSpPr>
          <p:spPr>
            <a:xfrm>
              <a:off x="5416411" y="19004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51" name="ph1251"/>
            <p:cNvSpPr/>
            <p:nvPr/>
          </p:nvSpPr>
          <p:spPr>
            <a:xfrm>
              <a:off x="5428923" y="19004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52" name="ph1252"/>
            <p:cNvSpPr/>
            <p:nvPr/>
          </p:nvSpPr>
          <p:spPr>
            <a:xfrm>
              <a:off x="5441435" y="19004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53" name="ph1253"/>
            <p:cNvSpPr/>
            <p:nvPr/>
          </p:nvSpPr>
          <p:spPr>
            <a:xfrm>
              <a:off x="5453947" y="19004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54" name="ph1254"/>
            <p:cNvSpPr/>
            <p:nvPr/>
          </p:nvSpPr>
          <p:spPr>
            <a:xfrm>
              <a:off x="5466460" y="19004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55" name="ph1255"/>
            <p:cNvSpPr/>
            <p:nvPr/>
          </p:nvSpPr>
          <p:spPr>
            <a:xfrm>
              <a:off x="5478972" y="19004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56" name="ph1256"/>
            <p:cNvSpPr/>
            <p:nvPr/>
          </p:nvSpPr>
          <p:spPr>
            <a:xfrm>
              <a:off x="5491484" y="19004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57" name="ph1257"/>
            <p:cNvSpPr/>
            <p:nvPr/>
          </p:nvSpPr>
          <p:spPr>
            <a:xfrm>
              <a:off x="5203700" y="19158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58" name="ph1258"/>
            <p:cNvSpPr/>
            <p:nvPr/>
          </p:nvSpPr>
          <p:spPr>
            <a:xfrm>
              <a:off x="5216212" y="19158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59" name="ph1259"/>
            <p:cNvSpPr/>
            <p:nvPr/>
          </p:nvSpPr>
          <p:spPr>
            <a:xfrm>
              <a:off x="5228724" y="19158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60" name="ph1260"/>
            <p:cNvSpPr/>
            <p:nvPr/>
          </p:nvSpPr>
          <p:spPr>
            <a:xfrm>
              <a:off x="5241237" y="19158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61" name="ph1261"/>
            <p:cNvSpPr/>
            <p:nvPr/>
          </p:nvSpPr>
          <p:spPr>
            <a:xfrm>
              <a:off x="5253749" y="19158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62" name="ph1262"/>
            <p:cNvSpPr/>
            <p:nvPr/>
          </p:nvSpPr>
          <p:spPr>
            <a:xfrm>
              <a:off x="5266261" y="19158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63" name="ph1263"/>
            <p:cNvSpPr/>
            <p:nvPr/>
          </p:nvSpPr>
          <p:spPr>
            <a:xfrm>
              <a:off x="5278775" y="19158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64" name="ph1264"/>
            <p:cNvSpPr/>
            <p:nvPr/>
          </p:nvSpPr>
          <p:spPr>
            <a:xfrm>
              <a:off x="5291287" y="19158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65" name="ph1265"/>
            <p:cNvSpPr/>
            <p:nvPr/>
          </p:nvSpPr>
          <p:spPr>
            <a:xfrm>
              <a:off x="5303799" y="19158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66" name="ph1266"/>
            <p:cNvSpPr/>
            <p:nvPr/>
          </p:nvSpPr>
          <p:spPr>
            <a:xfrm>
              <a:off x="5316311" y="19158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67" name="ph1267"/>
            <p:cNvSpPr/>
            <p:nvPr/>
          </p:nvSpPr>
          <p:spPr>
            <a:xfrm>
              <a:off x="5328824" y="19158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68" name="ph1268"/>
            <p:cNvSpPr/>
            <p:nvPr/>
          </p:nvSpPr>
          <p:spPr>
            <a:xfrm>
              <a:off x="5341336" y="19158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69" name="ph1269"/>
            <p:cNvSpPr/>
            <p:nvPr/>
          </p:nvSpPr>
          <p:spPr>
            <a:xfrm>
              <a:off x="5353848" y="19158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70" name="ph1270"/>
            <p:cNvSpPr/>
            <p:nvPr/>
          </p:nvSpPr>
          <p:spPr>
            <a:xfrm>
              <a:off x="5366360" y="19158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71" name="ph1271"/>
            <p:cNvSpPr/>
            <p:nvPr/>
          </p:nvSpPr>
          <p:spPr>
            <a:xfrm>
              <a:off x="5378873" y="19158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72" name="ph1272"/>
            <p:cNvSpPr/>
            <p:nvPr/>
          </p:nvSpPr>
          <p:spPr>
            <a:xfrm>
              <a:off x="5391385" y="19158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73" name="ph1273"/>
            <p:cNvSpPr/>
            <p:nvPr/>
          </p:nvSpPr>
          <p:spPr>
            <a:xfrm>
              <a:off x="5403897" y="19158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74" name="ph1274"/>
            <p:cNvSpPr/>
            <p:nvPr/>
          </p:nvSpPr>
          <p:spPr>
            <a:xfrm>
              <a:off x="5416411" y="19158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75" name="ph1275"/>
            <p:cNvSpPr/>
            <p:nvPr/>
          </p:nvSpPr>
          <p:spPr>
            <a:xfrm>
              <a:off x="5428923" y="19158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76" name="ph1276"/>
            <p:cNvSpPr/>
            <p:nvPr/>
          </p:nvSpPr>
          <p:spPr>
            <a:xfrm>
              <a:off x="5441435" y="19158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77" name="ph1277"/>
            <p:cNvSpPr/>
            <p:nvPr/>
          </p:nvSpPr>
          <p:spPr>
            <a:xfrm>
              <a:off x="5453947" y="19158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78" name="ph1278"/>
            <p:cNvSpPr/>
            <p:nvPr/>
          </p:nvSpPr>
          <p:spPr>
            <a:xfrm>
              <a:off x="5466460" y="19158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79" name="ph1279"/>
            <p:cNvSpPr/>
            <p:nvPr/>
          </p:nvSpPr>
          <p:spPr>
            <a:xfrm>
              <a:off x="5478972" y="19158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80" name="ph1280"/>
            <p:cNvSpPr/>
            <p:nvPr/>
          </p:nvSpPr>
          <p:spPr>
            <a:xfrm>
              <a:off x="5166163" y="193121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81" name="ph1281"/>
            <p:cNvSpPr/>
            <p:nvPr/>
          </p:nvSpPr>
          <p:spPr>
            <a:xfrm>
              <a:off x="5178675" y="193121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82" name="ph1282"/>
            <p:cNvSpPr/>
            <p:nvPr/>
          </p:nvSpPr>
          <p:spPr>
            <a:xfrm>
              <a:off x="5203700" y="193121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83" name="ph1283"/>
            <p:cNvSpPr/>
            <p:nvPr/>
          </p:nvSpPr>
          <p:spPr>
            <a:xfrm>
              <a:off x="5216212" y="193121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84" name="ph1284"/>
            <p:cNvSpPr/>
            <p:nvPr/>
          </p:nvSpPr>
          <p:spPr>
            <a:xfrm>
              <a:off x="5228724" y="193121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85" name="ph1285"/>
            <p:cNvSpPr/>
            <p:nvPr/>
          </p:nvSpPr>
          <p:spPr>
            <a:xfrm>
              <a:off x="5241237" y="193121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86" name="ph1286"/>
            <p:cNvSpPr/>
            <p:nvPr/>
          </p:nvSpPr>
          <p:spPr>
            <a:xfrm>
              <a:off x="5253749" y="193121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87" name="ph1287"/>
            <p:cNvSpPr/>
            <p:nvPr/>
          </p:nvSpPr>
          <p:spPr>
            <a:xfrm>
              <a:off x="5266261" y="193121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88" name="ph1288"/>
            <p:cNvSpPr/>
            <p:nvPr/>
          </p:nvSpPr>
          <p:spPr>
            <a:xfrm>
              <a:off x="5278775" y="193121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89" name="ph1289"/>
            <p:cNvSpPr/>
            <p:nvPr/>
          </p:nvSpPr>
          <p:spPr>
            <a:xfrm>
              <a:off x="5291287" y="193121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90" name="ph1290"/>
            <p:cNvSpPr/>
            <p:nvPr/>
          </p:nvSpPr>
          <p:spPr>
            <a:xfrm>
              <a:off x="5328824" y="193121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91" name="ph1291"/>
            <p:cNvSpPr/>
            <p:nvPr/>
          </p:nvSpPr>
          <p:spPr>
            <a:xfrm>
              <a:off x="5341336" y="193121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92" name="ph1292"/>
            <p:cNvSpPr/>
            <p:nvPr/>
          </p:nvSpPr>
          <p:spPr>
            <a:xfrm>
              <a:off x="5353848" y="193121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93" name="ph1293"/>
            <p:cNvSpPr/>
            <p:nvPr/>
          </p:nvSpPr>
          <p:spPr>
            <a:xfrm>
              <a:off x="5366360" y="193121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94" name="ph1294"/>
            <p:cNvSpPr/>
            <p:nvPr/>
          </p:nvSpPr>
          <p:spPr>
            <a:xfrm>
              <a:off x="5378873" y="193121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95" name="ph1295"/>
            <p:cNvSpPr/>
            <p:nvPr/>
          </p:nvSpPr>
          <p:spPr>
            <a:xfrm>
              <a:off x="5391385" y="193121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96" name="ph1296"/>
            <p:cNvSpPr/>
            <p:nvPr/>
          </p:nvSpPr>
          <p:spPr>
            <a:xfrm>
              <a:off x="5403897" y="193121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97" name="ph1297"/>
            <p:cNvSpPr/>
            <p:nvPr/>
          </p:nvSpPr>
          <p:spPr>
            <a:xfrm>
              <a:off x="5416411" y="193121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98" name="ph1298"/>
            <p:cNvSpPr/>
            <p:nvPr/>
          </p:nvSpPr>
          <p:spPr>
            <a:xfrm>
              <a:off x="5428923" y="193121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99" name="ph1299"/>
            <p:cNvSpPr/>
            <p:nvPr/>
          </p:nvSpPr>
          <p:spPr>
            <a:xfrm>
              <a:off x="5441435" y="193121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00" name="ph1300"/>
            <p:cNvSpPr/>
            <p:nvPr/>
          </p:nvSpPr>
          <p:spPr>
            <a:xfrm>
              <a:off x="5453947" y="193121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01" name="ph1301"/>
            <p:cNvSpPr/>
            <p:nvPr/>
          </p:nvSpPr>
          <p:spPr>
            <a:xfrm>
              <a:off x="5466460" y="193121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02" name="ph1302"/>
            <p:cNvSpPr/>
            <p:nvPr/>
          </p:nvSpPr>
          <p:spPr>
            <a:xfrm>
              <a:off x="5153651" y="194659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03" name="ph1303"/>
            <p:cNvSpPr/>
            <p:nvPr/>
          </p:nvSpPr>
          <p:spPr>
            <a:xfrm>
              <a:off x="5166163" y="194659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04" name="ph1304"/>
            <p:cNvSpPr/>
            <p:nvPr/>
          </p:nvSpPr>
          <p:spPr>
            <a:xfrm>
              <a:off x="5178675" y="194659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05" name="ph1305"/>
            <p:cNvSpPr/>
            <p:nvPr/>
          </p:nvSpPr>
          <p:spPr>
            <a:xfrm>
              <a:off x="5191188" y="194659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06" name="ph1306"/>
            <p:cNvSpPr/>
            <p:nvPr/>
          </p:nvSpPr>
          <p:spPr>
            <a:xfrm>
              <a:off x="5203700" y="194659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07" name="ph1307"/>
            <p:cNvSpPr/>
            <p:nvPr/>
          </p:nvSpPr>
          <p:spPr>
            <a:xfrm>
              <a:off x="5216212" y="194659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08" name="ph1308"/>
            <p:cNvSpPr/>
            <p:nvPr/>
          </p:nvSpPr>
          <p:spPr>
            <a:xfrm>
              <a:off x="5228724" y="194659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09" name="ph1309"/>
            <p:cNvSpPr/>
            <p:nvPr/>
          </p:nvSpPr>
          <p:spPr>
            <a:xfrm>
              <a:off x="5241237" y="194659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10" name="ph1310"/>
            <p:cNvSpPr/>
            <p:nvPr/>
          </p:nvSpPr>
          <p:spPr>
            <a:xfrm>
              <a:off x="5253749" y="194659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11" name="ph1311"/>
            <p:cNvSpPr/>
            <p:nvPr/>
          </p:nvSpPr>
          <p:spPr>
            <a:xfrm>
              <a:off x="5266261" y="194659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12" name="ph1312"/>
            <p:cNvSpPr/>
            <p:nvPr/>
          </p:nvSpPr>
          <p:spPr>
            <a:xfrm>
              <a:off x="5278775" y="194659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13" name="ph1313"/>
            <p:cNvSpPr/>
            <p:nvPr/>
          </p:nvSpPr>
          <p:spPr>
            <a:xfrm>
              <a:off x="5291287" y="194659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14" name="ph1314"/>
            <p:cNvSpPr/>
            <p:nvPr/>
          </p:nvSpPr>
          <p:spPr>
            <a:xfrm>
              <a:off x="5341336" y="194659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15" name="ph1315"/>
            <p:cNvSpPr/>
            <p:nvPr/>
          </p:nvSpPr>
          <p:spPr>
            <a:xfrm>
              <a:off x="5353848" y="194659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16" name="ph1316"/>
            <p:cNvSpPr/>
            <p:nvPr/>
          </p:nvSpPr>
          <p:spPr>
            <a:xfrm>
              <a:off x="5366360" y="194659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17" name="ph1317"/>
            <p:cNvSpPr/>
            <p:nvPr/>
          </p:nvSpPr>
          <p:spPr>
            <a:xfrm>
              <a:off x="5378873" y="194659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18" name="ph1318"/>
            <p:cNvSpPr/>
            <p:nvPr/>
          </p:nvSpPr>
          <p:spPr>
            <a:xfrm>
              <a:off x="5391385" y="194659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19" name="ph1319"/>
            <p:cNvSpPr/>
            <p:nvPr/>
          </p:nvSpPr>
          <p:spPr>
            <a:xfrm>
              <a:off x="5403897" y="194659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20" name="ph1320"/>
            <p:cNvSpPr/>
            <p:nvPr/>
          </p:nvSpPr>
          <p:spPr>
            <a:xfrm>
              <a:off x="5416411" y="194659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21" name="ph1321"/>
            <p:cNvSpPr/>
            <p:nvPr/>
          </p:nvSpPr>
          <p:spPr>
            <a:xfrm>
              <a:off x="5428923" y="194659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22" name="ph1322"/>
            <p:cNvSpPr/>
            <p:nvPr/>
          </p:nvSpPr>
          <p:spPr>
            <a:xfrm>
              <a:off x="5441435" y="194659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23" name="ph1323"/>
            <p:cNvSpPr/>
            <p:nvPr/>
          </p:nvSpPr>
          <p:spPr>
            <a:xfrm>
              <a:off x="5453947" y="194659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24" name="ph1324"/>
            <p:cNvSpPr/>
            <p:nvPr/>
          </p:nvSpPr>
          <p:spPr>
            <a:xfrm>
              <a:off x="5141139" y="19619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25" name="ph1325"/>
            <p:cNvSpPr/>
            <p:nvPr/>
          </p:nvSpPr>
          <p:spPr>
            <a:xfrm>
              <a:off x="5153651" y="19619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26" name="ph1326"/>
            <p:cNvSpPr/>
            <p:nvPr/>
          </p:nvSpPr>
          <p:spPr>
            <a:xfrm>
              <a:off x="5166163" y="19619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27" name="ph1327"/>
            <p:cNvSpPr/>
            <p:nvPr/>
          </p:nvSpPr>
          <p:spPr>
            <a:xfrm>
              <a:off x="5178675" y="19619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83D8B9">
                <a:alpha val="100000"/>
              </a:srgbClr>
            </a:solidFill>
            <a:ln w="5420" cap="flat">
              <a:solidFill>
                <a:srgbClr val="83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28" name="ph1328"/>
            <p:cNvSpPr/>
            <p:nvPr/>
          </p:nvSpPr>
          <p:spPr>
            <a:xfrm>
              <a:off x="5191188" y="19619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29" name="ph1329"/>
            <p:cNvSpPr/>
            <p:nvPr/>
          </p:nvSpPr>
          <p:spPr>
            <a:xfrm>
              <a:off x="5203700" y="19619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30" name="ph1330"/>
            <p:cNvSpPr/>
            <p:nvPr/>
          </p:nvSpPr>
          <p:spPr>
            <a:xfrm>
              <a:off x="5216212" y="19619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31" name="ph1331"/>
            <p:cNvSpPr/>
            <p:nvPr/>
          </p:nvSpPr>
          <p:spPr>
            <a:xfrm>
              <a:off x="5228724" y="19619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32" name="ph1332"/>
            <p:cNvSpPr/>
            <p:nvPr/>
          </p:nvSpPr>
          <p:spPr>
            <a:xfrm>
              <a:off x="5241237" y="19619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33" name="ph1333"/>
            <p:cNvSpPr/>
            <p:nvPr/>
          </p:nvSpPr>
          <p:spPr>
            <a:xfrm>
              <a:off x="5253749" y="19619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34" name="ph1334"/>
            <p:cNvSpPr/>
            <p:nvPr/>
          </p:nvSpPr>
          <p:spPr>
            <a:xfrm>
              <a:off x="5266261" y="19619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35" name="ph1335"/>
            <p:cNvSpPr/>
            <p:nvPr/>
          </p:nvSpPr>
          <p:spPr>
            <a:xfrm>
              <a:off x="5278775" y="19619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36" name="ph1336"/>
            <p:cNvSpPr/>
            <p:nvPr/>
          </p:nvSpPr>
          <p:spPr>
            <a:xfrm>
              <a:off x="5291287" y="19619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37" name="ph1337"/>
            <p:cNvSpPr/>
            <p:nvPr/>
          </p:nvSpPr>
          <p:spPr>
            <a:xfrm>
              <a:off x="5341336" y="19619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38" name="ph1338"/>
            <p:cNvSpPr/>
            <p:nvPr/>
          </p:nvSpPr>
          <p:spPr>
            <a:xfrm>
              <a:off x="5353848" y="19619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39" name="ph1339"/>
            <p:cNvSpPr/>
            <p:nvPr/>
          </p:nvSpPr>
          <p:spPr>
            <a:xfrm>
              <a:off x="5366360" y="19619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40" name="ph1340"/>
            <p:cNvSpPr/>
            <p:nvPr/>
          </p:nvSpPr>
          <p:spPr>
            <a:xfrm>
              <a:off x="5378873" y="19619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41" name="ph1341"/>
            <p:cNvSpPr/>
            <p:nvPr/>
          </p:nvSpPr>
          <p:spPr>
            <a:xfrm>
              <a:off x="5391385" y="19619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42" name="ph1342"/>
            <p:cNvSpPr/>
            <p:nvPr/>
          </p:nvSpPr>
          <p:spPr>
            <a:xfrm>
              <a:off x="5403897" y="19619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43" name="ph1343"/>
            <p:cNvSpPr/>
            <p:nvPr/>
          </p:nvSpPr>
          <p:spPr>
            <a:xfrm>
              <a:off x="5416411" y="19619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44" name="ph1344"/>
            <p:cNvSpPr/>
            <p:nvPr/>
          </p:nvSpPr>
          <p:spPr>
            <a:xfrm>
              <a:off x="5428923" y="19619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45" name="ph1345"/>
            <p:cNvSpPr/>
            <p:nvPr/>
          </p:nvSpPr>
          <p:spPr>
            <a:xfrm>
              <a:off x="5441435" y="19619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46" name="ph1346"/>
            <p:cNvSpPr/>
            <p:nvPr/>
          </p:nvSpPr>
          <p:spPr>
            <a:xfrm>
              <a:off x="5128625" y="197734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47" name="ph1347"/>
            <p:cNvSpPr/>
            <p:nvPr/>
          </p:nvSpPr>
          <p:spPr>
            <a:xfrm>
              <a:off x="5141139" y="197734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48" name="ph1348"/>
            <p:cNvSpPr/>
            <p:nvPr/>
          </p:nvSpPr>
          <p:spPr>
            <a:xfrm>
              <a:off x="5153651" y="197734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2DDC0">
                <a:alpha val="100000"/>
              </a:srgbClr>
            </a:solidFill>
            <a:ln w="5420" cap="flat">
              <a:solidFill>
                <a:srgbClr val="92DD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49" name="ph1349"/>
            <p:cNvSpPr/>
            <p:nvPr/>
          </p:nvSpPr>
          <p:spPr>
            <a:xfrm>
              <a:off x="5166163" y="197734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93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50" name="ph1350"/>
            <p:cNvSpPr/>
            <p:nvPr/>
          </p:nvSpPr>
          <p:spPr>
            <a:xfrm>
              <a:off x="5178675" y="197734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51" name="ph1351"/>
            <p:cNvSpPr/>
            <p:nvPr/>
          </p:nvSpPr>
          <p:spPr>
            <a:xfrm>
              <a:off x="5191188" y="197734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8EDBBF">
                <a:alpha val="100000"/>
              </a:srgbClr>
            </a:solidFill>
            <a:ln w="5420" cap="flat">
              <a:solidFill>
                <a:srgbClr val="8E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52" name="ph1352"/>
            <p:cNvSpPr/>
            <p:nvPr/>
          </p:nvSpPr>
          <p:spPr>
            <a:xfrm>
              <a:off x="5203700" y="197734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53" name="ph1353"/>
            <p:cNvSpPr/>
            <p:nvPr/>
          </p:nvSpPr>
          <p:spPr>
            <a:xfrm>
              <a:off x="5216212" y="197734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54" name="ph1354"/>
            <p:cNvSpPr/>
            <p:nvPr/>
          </p:nvSpPr>
          <p:spPr>
            <a:xfrm>
              <a:off x="5228724" y="197734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55" name="ph1355"/>
            <p:cNvSpPr/>
            <p:nvPr/>
          </p:nvSpPr>
          <p:spPr>
            <a:xfrm>
              <a:off x="5241237" y="197734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56" name="ph1356"/>
            <p:cNvSpPr/>
            <p:nvPr/>
          </p:nvSpPr>
          <p:spPr>
            <a:xfrm>
              <a:off x="5253749" y="197734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57" name="ph1357"/>
            <p:cNvSpPr/>
            <p:nvPr/>
          </p:nvSpPr>
          <p:spPr>
            <a:xfrm>
              <a:off x="5266261" y="197734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58" name="ph1358"/>
            <p:cNvSpPr/>
            <p:nvPr/>
          </p:nvSpPr>
          <p:spPr>
            <a:xfrm>
              <a:off x="5278775" y="197734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59" name="ph1359"/>
            <p:cNvSpPr/>
            <p:nvPr/>
          </p:nvSpPr>
          <p:spPr>
            <a:xfrm>
              <a:off x="5291287" y="197734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60" name="ph1360"/>
            <p:cNvSpPr/>
            <p:nvPr/>
          </p:nvSpPr>
          <p:spPr>
            <a:xfrm>
              <a:off x="5303799" y="197734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61" name="ph1361"/>
            <p:cNvSpPr/>
            <p:nvPr/>
          </p:nvSpPr>
          <p:spPr>
            <a:xfrm>
              <a:off x="5353848" y="197734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62" name="ph1362"/>
            <p:cNvSpPr/>
            <p:nvPr/>
          </p:nvSpPr>
          <p:spPr>
            <a:xfrm>
              <a:off x="5366360" y="197734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63" name="ph1363"/>
            <p:cNvSpPr/>
            <p:nvPr/>
          </p:nvSpPr>
          <p:spPr>
            <a:xfrm>
              <a:off x="5378873" y="197734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64" name="ph1364"/>
            <p:cNvSpPr/>
            <p:nvPr/>
          </p:nvSpPr>
          <p:spPr>
            <a:xfrm>
              <a:off x="5391385" y="197734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65" name="ph1365"/>
            <p:cNvSpPr/>
            <p:nvPr/>
          </p:nvSpPr>
          <p:spPr>
            <a:xfrm>
              <a:off x="5403897" y="197734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66" name="ph1366"/>
            <p:cNvSpPr/>
            <p:nvPr/>
          </p:nvSpPr>
          <p:spPr>
            <a:xfrm>
              <a:off x="5416411" y="197734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67" name="ph1367"/>
            <p:cNvSpPr/>
            <p:nvPr/>
          </p:nvSpPr>
          <p:spPr>
            <a:xfrm>
              <a:off x="5428923" y="197734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68" name="ph1368"/>
            <p:cNvSpPr/>
            <p:nvPr/>
          </p:nvSpPr>
          <p:spPr>
            <a:xfrm>
              <a:off x="5128625" y="19927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69" name="ph1369"/>
            <p:cNvSpPr/>
            <p:nvPr/>
          </p:nvSpPr>
          <p:spPr>
            <a:xfrm>
              <a:off x="5141139" y="19927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70" name="ph1370"/>
            <p:cNvSpPr/>
            <p:nvPr/>
          </p:nvSpPr>
          <p:spPr>
            <a:xfrm>
              <a:off x="5153651" y="19927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71" name="ph1371"/>
            <p:cNvSpPr/>
            <p:nvPr/>
          </p:nvSpPr>
          <p:spPr>
            <a:xfrm>
              <a:off x="5166163" y="19927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72" name="ph1372"/>
            <p:cNvSpPr/>
            <p:nvPr/>
          </p:nvSpPr>
          <p:spPr>
            <a:xfrm>
              <a:off x="5178675" y="19927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A2E2C8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73" name="ph1373"/>
            <p:cNvSpPr/>
            <p:nvPr/>
          </p:nvSpPr>
          <p:spPr>
            <a:xfrm>
              <a:off x="5191188" y="19927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74" name="ph1374"/>
            <p:cNvSpPr/>
            <p:nvPr/>
          </p:nvSpPr>
          <p:spPr>
            <a:xfrm>
              <a:off x="5203700" y="19927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75" name="ph1375"/>
            <p:cNvSpPr/>
            <p:nvPr/>
          </p:nvSpPr>
          <p:spPr>
            <a:xfrm>
              <a:off x="5216212" y="19927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76" name="ph1376"/>
            <p:cNvSpPr/>
            <p:nvPr/>
          </p:nvSpPr>
          <p:spPr>
            <a:xfrm>
              <a:off x="5228724" y="19927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77" name="ph1377"/>
            <p:cNvSpPr/>
            <p:nvPr/>
          </p:nvSpPr>
          <p:spPr>
            <a:xfrm>
              <a:off x="5241237" y="19927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78" name="ph1378"/>
            <p:cNvSpPr/>
            <p:nvPr/>
          </p:nvSpPr>
          <p:spPr>
            <a:xfrm>
              <a:off x="5253749" y="19927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79" name="ph1379"/>
            <p:cNvSpPr/>
            <p:nvPr/>
          </p:nvSpPr>
          <p:spPr>
            <a:xfrm>
              <a:off x="5266261" y="19927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80" name="ph1380"/>
            <p:cNvSpPr/>
            <p:nvPr/>
          </p:nvSpPr>
          <p:spPr>
            <a:xfrm>
              <a:off x="5278775" y="19927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81" name="ph1381"/>
            <p:cNvSpPr/>
            <p:nvPr/>
          </p:nvSpPr>
          <p:spPr>
            <a:xfrm>
              <a:off x="5291287" y="19927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82" name="ph1382"/>
            <p:cNvSpPr/>
            <p:nvPr/>
          </p:nvSpPr>
          <p:spPr>
            <a:xfrm>
              <a:off x="5303799" y="19927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83" name="ph1383"/>
            <p:cNvSpPr/>
            <p:nvPr/>
          </p:nvSpPr>
          <p:spPr>
            <a:xfrm>
              <a:off x="5353848" y="19927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84" name="ph1384"/>
            <p:cNvSpPr/>
            <p:nvPr/>
          </p:nvSpPr>
          <p:spPr>
            <a:xfrm>
              <a:off x="5366360" y="19927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85" name="ph1385"/>
            <p:cNvSpPr/>
            <p:nvPr/>
          </p:nvSpPr>
          <p:spPr>
            <a:xfrm>
              <a:off x="5378873" y="19927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86" name="ph1386"/>
            <p:cNvSpPr/>
            <p:nvPr/>
          </p:nvSpPr>
          <p:spPr>
            <a:xfrm>
              <a:off x="5391385" y="19927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87" name="ph1387"/>
            <p:cNvSpPr/>
            <p:nvPr/>
          </p:nvSpPr>
          <p:spPr>
            <a:xfrm>
              <a:off x="5403897" y="19927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88" name="ph1388"/>
            <p:cNvSpPr/>
            <p:nvPr/>
          </p:nvSpPr>
          <p:spPr>
            <a:xfrm>
              <a:off x="5416411" y="19927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89" name="ph1389"/>
            <p:cNvSpPr/>
            <p:nvPr/>
          </p:nvSpPr>
          <p:spPr>
            <a:xfrm>
              <a:off x="5116113" y="20080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90" name="ph1390"/>
            <p:cNvSpPr/>
            <p:nvPr/>
          </p:nvSpPr>
          <p:spPr>
            <a:xfrm>
              <a:off x="5128625" y="20080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91" name="ph1391"/>
            <p:cNvSpPr/>
            <p:nvPr/>
          </p:nvSpPr>
          <p:spPr>
            <a:xfrm>
              <a:off x="5141139" y="20080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92" name="ph1392"/>
            <p:cNvSpPr/>
            <p:nvPr/>
          </p:nvSpPr>
          <p:spPr>
            <a:xfrm>
              <a:off x="5153651" y="20080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93" name="ph1393"/>
            <p:cNvSpPr/>
            <p:nvPr/>
          </p:nvSpPr>
          <p:spPr>
            <a:xfrm>
              <a:off x="5166163" y="20080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94" name="ph1394"/>
            <p:cNvSpPr/>
            <p:nvPr/>
          </p:nvSpPr>
          <p:spPr>
            <a:xfrm>
              <a:off x="5178675" y="20080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95" name="ph1395"/>
            <p:cNvSpPr/>
            <p:nvPr/>
          </p:nvSpPr>
          <p:spPr>
            <a:xfrm>
              <a:off x="5191188" y="20080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AFE5CD">
                <a:alpha val="100000"/>
              </a:srgbClr>
            </a:solidFill>
            <a:ln w="5420" cap="flat">
              <a:solidFill>
                <a:srgbClr val="AF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96" name="ph1396"/>
            <p:cNvSpPr/>
            <p:nvPr/>
          </p:nvSpPr>
          <p:spPr>
            <a:xfrm>
              <a:off x="5203700" y="20080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97" name="ph1397"/>
            <p:cNvSpPr/>
            <p:nvPr/>
          </p:nvSpPr>
          <p:spPr>
            <a:xfrm>
              <a:off x="5216212" y="20080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CDFC5">
                <a:alpha val="100000"/>
              </a:srgbClr>
            </a:solidFill>
            <a:ln w="5420" cap="flat">
              <a:solidFill>
                <a:srgbClr val="9CDF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98" name="ph1398"/>
            <p:cNvSpPr/>
            <p:nvPr/>
          </p:nvSpPr>
          <p:spPr>
            <a:xfrm>
              <a:off x="5228724" y="20080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99" name="ph1399"/>
            <p:cNvSpPr/>
            <p:nvPr/>
          </p:nvSpPr>
          <p:spPr>
            <a:xfrm>
              <a:off x="5241237" y="20080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00" name="ph1400"/>
            <p:cNvSpPr/>
            <p:nvPr/>
          </p:nvSpPr>
          <p:spPr>
            <a:xfrm>
              <a:off x="5253749" y="20080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01" name="ph1401"/>
            <p:cNvSpPr/>
            <p:nvPr/>
          </p:nvSpPr>
          <p:spPr>
            <a:xfrm>
              <a:off x="5266261" y="20080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02" name="ph1402"/>
            <p:cNvSpPr/>
            <p:nvPr/>
          </p:nvSpPr>
          <p:spPr>
            <a:xfrm>
              <a:off x="5278775" y="20080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03" name="ph1403"/>
            <p:cNvSpPr/>
            <p:nvPr/>
          </p:nvSpPr>
          <p:spPr>
            <a:xfrm>
              <a:off x="5291287" y="20080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04" name="ph1404"/>
            <p:cNvSpPr/>
            <p:nvPr/>
          </p:nvSpPr>
          <p:spPr>
            <a:xfrm>
              <a:off x="5303799" y="20080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05" name="ph1405"/>
            <p:cNvSpPr/>
            <p:nvPr/>
          </p:nvSpPr>
          <p:spPr>
            <a:xfrm>
              <a:off x="5316311" y="20080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06" name="ph1406"/>
            <p:cNvSpPr/>
            <p:nvPr/>
          </p:nvSpPr>
          <p:spPr>
            <a:xfrm>
              <a:off x="5353848" y="20080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07" name="ph1407"/>
            <p:cNvSpPr/>
            <p:nvPr/>
          </p:nvSpPr>
          <p:spPr>
            <a:xfrm>
              <a:off x="5366360" y="20080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08" name="ph1408"/>
            <p:cNvSpPr/>
            <p:nvPr/>
          </p:nvSpPr>
          <p:spPr>
            <a:xfrm>
              <a:off x="5378873" y="20080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09" name="ph1409"/>
            <p:cNvSpPr/>
            <p:nvPr/>
          </p:nvSpPr>
          <p:spPr>
            <a:xfrm>
              <a:off x="5391385" y="20080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10" name="ph1410"/>
            <p:cNvSpPr/>
            <p:nvPr/>
          </p:nvSpPr>
          <p:spPr>
            <a:xfrm>
              <a:off x="5403897" y="20080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11" name="ph1411"/>
            <p:cNvSpPr/>
            <p:nvPr/>
          </p:nvSpPr>
          <p:spPr>
            <a:xfrm>
              <a:off x="5416411" y="20080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12" name="ph1412"/>
            <p:cNvSpPr/>
            <p:nvPr/>
          </p:nvSpPr>
          <p:spPr>
            <a:xfrm>
              <a:off x="5116113" y="20234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13" name="ph1413"/>
            <p:cNvSpPr/>
            <p:nvPr/>
          </p:nvSpPr>
          <p:spPr>
            <a:xfrm>
              <a:off x="5128625" y="20234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14" name="ph1414"/>
            <p:cNvSpPr/>
            <p:nvPr/>
          </p:nvSpPr>
          <p:spPr>
            <a:xfrm>
              <a:off x="5141139" y="20234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B8E8D2">
                <a:alpha val="100000"/>
              </a:srgbClr>
            </a:solidFill>
            <a:ln w="5420" cap="flat">
              <a:solidFill>
                <a:srgbClr val="B8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15" name="ph1415"/>
            <p:cNvSpPr/>
            <p:nvPr/>
          </p:nvSpPr>
          <p:spPr>
            <a:xfrm>
              <a:off x="5153651" y="20234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C0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16" name="ph1416"/>
            <p:cNvSpPr/>
            <p:nvPr/>
          </p:nvSpPr>
          <p:spPr>
            <a:xfrm>
              <a:off x="5166163" y="20234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C6EDD9">
                <a:alpha val="100000"/>
              </a:srgbClr>
            </a:solidFill>
            <a:ln w="5420" cap="flat">
              <a:solidFill>
                <a:srgbClr val="C6ED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17" name="ph1417"/>
            <p:cNvSpPr/>
            <p:nvPr/>
          </p:nvSpPr>
          <p:spPr>
            <a:xfrm>
              <a:off x="5178675" y="20234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C8EEDA">
                <a:alpha val="100000"/>
              </a:srgbClr>
            </a:solidFill>
            <a:ln w="5420" cap="flat">
              <a:solidFill>
                <a:srgbClr val="C8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18" name="ph1418"/>
            <p:cNvSpPr/>
            <p:nvPr/>
          </p:nvSpPr>
          <p:spPr>
            <a:xfrm>
              <a:off x="5191188" y="20234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C4EDD8">
                <a:alpha val="100000"/>
              </a:srgbClr>
            </a:solidFill>
            <a:ln w="5420" cap="flat">
              <a:solidFill>
                <a:srgbClr val="C4ED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19" name="ph1419"/>
            <p:cNvSpPr/>
            <p:nvPr/>
          </p:nvSpPr>
          <p:spPr>
            <a:xfrm>
              <a:off x="5203700" y="20234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20" name="ph1420"/>
            <p:cNvSpPr/>
            <p:nvPr/>
          </p:nvSpPr>
          <p:spPr>
            <a:xfrm>
              <a:off x="5216212" y="20234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21" name="ph1421"/>
            <p:cNvSpPr/>
            <p:nvPr/>
          </p:nvSpPr>
          <p:spPr>
            <a:xfrm>
              <a:off x="5228724" y="20234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CDFC5">
                <a:alpha val="100000"/>
              </a:srgbClr>
            </a:solidFill>
            <a:ln w="5420" cap="flat">
              <a:solidFill>
                <a:srgbClr val="9CDF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22" name="ph1422"/>
            <p:cNvSpPr/>
            <p:nvPr/>
          </p:nvSpPr>
          <p:spPr>
            <a:xfrm>
              <a:off x="5241237" y="20234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23" name="ph1423"/>
            <p:cNvSpPr/>
            <p:nvPr/>
          </p:nvSpPr>
          <p:spPr>
            <a:xfrm>
              <a:off x="5253749" y="20234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24" name="ph1424"/>
            <p:cNvSpPr/>
            <p:nvPr/>
          </p:nvSpPr>
          <p:spPr>
            <a:xfrm>
              <a:off x="5266261" y="20234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25" name="ph1425"/>
            <p:cNvSpPr/>
            <p:nvPr/>
          </p:nvSpPr>
          <p:spPr>
            <a:xfrm>
              <a:off x="5278775" y="20234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26" name="ph1426"/>
            <p:cNvSpPr/>
            <p:nvPr/>
          </p:nvSpPr>
          <p:spPr>
            <a:xfrm>
              <a:off x="5291287" y="20234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27" name="ph1427"/>
            <p:cNvSpPr/>
            <p:nvPr/>
          </p:nvSpPr>
          <p:spPr>
            <a:xfrm>
              <a:off x="5303799" y="20234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28" name="ph1428"/>
            <p:cNvSpPr/>
            <p:nvPr/>
          </p:nvSpPr>
          <p:spPr>
            <a:xfrm>
              <a:off x="5316311" y="20234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29" name="ph1429"/>
            <p:cNvSpPr/>
            <p:nvPr/>
          </p:nvSpPr>
          <p:spPr>
            <a:xfrm>
              <a:off x="5328824" y="20234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30" name="ph1430"/>
            <p:cNvSpPr/>
            <p:nvPr/>
          </p:nvSpPr>
          <p:spPr>
            <a:xfrm>
              <a:off x="5366360" y="20234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31" name="ph1431"/>
            <p:cNvSpPr/>
            <p:nvPr/>
          </p:nvSpPr>
          <p:spPr>
            <a:xfrm>
              <a:off x="5378873" y="20234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32" name="ph1432"/>
            <p:cNvSpPr/>
            <p:nvPr/>
          </p:nvSpPr>
          <p:spPr>
            <a:xfrm>
              <a:off x="5391385" y="20234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33" name="ph1433"/>
            <p:cNvSpPr/>
            <p:nvPr/>
          </p:nvSpPr>
          <p:spPr>
            <a:xfrm>
              <a:off x="5403897" y="20234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34" name="ph1434"/>
            <p:cNvSpPr/>
            <p:nvPr/>
          </p:nvSpPr>
          <p:spPr>
            <a:xfrm>
              <a:off x="5416411" y="20234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35" name="ph1435"/>
            <p:cNvSpPr/>
            <p:nvPr/>
          </p:nvSpPr>
          <p:spPr>
            <a:xfrm>
              <a:off x="5116113" y="20388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36" name="ph1436"/>
            <p:cNvSpPr/>
            <p:nvPr/>
          </p:nvSpPr>
          <p:spPr>
            <a:xfrm>
              <a:off x="5128625" y="20388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37" name="ph1437"/>
            <p:cNvSpPr/>
            <p:nvPr/>
          </p:nvSpPr>
          <p:spPr>
            <a:xfrm>
              <a:off x="5141139" y="20388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B8E8D2">
                <a:alpha val="100000"/>
              </a:srgbClr>
            </a:solidFill>
            <a:ln w="5420" cap="flat">
              <a:solidFill>
                <a:srgbClr val="B8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38" name="ph1438"/>
            <p:cNvSpPr/>
            <p:nvPr/>
          </p:nvSpPr>
          <p:spPr>
            <a:xfrm>
              <a:off x="5153651" y="20388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C0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39" name="ph1439"/>
            <p:cNvSpPr/>
            <p:nvPr/>
          </p:nvSpPr>
          <p:spPr>
            <a:xfrm>
              <a:off x="5166163" y="20388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C7EDD9">
                <a:alpha val="100000"/>
              </a:srgbClr>
            </a:solidFill>
            <a:ln w="5420" cap="flat">
              <a:solidFill>
                <a:srgbClr val="C7ED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40" name="ph1440"/>
            <p:cNvSpPr/>
            <p:nvPr/>
          </p:nvSpPr>
          <p:spPr>
            <a:xfrm>
              <a:off x="5178675" y="20388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C9EEDA">
                <a:alpha val="100000"/>
              </a:srgbClr>
            </a:solidFill>
            <a:ln w="5420" cap="flat">
              <a:solidFill>
                <a:srgbClr val="C9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41" name="ph1441"/>
            <p:cNvSpPr/>
            <p:nvPr/>
          </p:nvSpPr>
          <p:spPr>
            <a:xfrm>
              <a:off x="5191188" y="20388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C5EDD8">
                <a:alpha val="100000"/>
              </a:srgbClr>
            </a:solidFill>
            <a:ln w="5420" cap="flat">
              <a:solidFill>
                <a:srgbClr val="C5ED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42" name="ph1442"/>
            <p:cNvSpPr/>
            <p:nvPr/>
          </p:nvSpPr>
          <p:spPr>
            <a:xfrm>
              <a:off x="5203700" y="20388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43" name="ph1443"/>
            <p:cNvSpPr/>
            <p:nvPr/>
          </p:nvSpPr>
          <p:spPr>
            <a:xfrm>
              <a:off x="5216212" y="20388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44" name="ph1444"/>
            <p:cNvSpPr/>
            <p:nvPr/>
          </p:nvSpPr>
          <p:spPr>
            <a:xfrm>
              <a:off x="5228724" y="20388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45" name="ph1445"/>
            <p:cNvSpPr/>
            <p:nvPr/>
          </p:nvSpPr>
          <p:spPr>
            <a:xfrm>
              <a:off x="5241237" y="20388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46" name="ph1446"/>
            <p:cNvSpPr/>
            <p:nvPr/>
          </p:nvSpPr>
          <p:spPr>
            <a:xfrm>
              <a:off x="5253749" y="20388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DC8AC">
                <a:alpha val="100000"/>
              </a:srgbClr>
            </a:solidFill>
            <a:ln w="5420" cap="flat">
              <a:solidFill>
                <a:srgbClr val="5D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47" name="ph1447"/>
            <p:cNvSpPr/>
            <p:nvPr/>
          </p:nvSpPr>
          <p:spPr>
            <a:xfrm>
              <a:off x="5266261" y="20388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48" name="ph1448"/>
            <p:cNvSpPr/>
            <p:nvPr/>
          </p:nvSpPr>
          <p:spPr>
            <a:xfrm>
              <a:off x="5278775" y="20388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49" name="ph1449"/>
            <p:cNvSpPr/>
            <p:nvPr/>
          </p:nvSpPr>
          <p:spPr>
            <a:xfrm>
              <a:off x="5291287" y="20388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50" name="ph1450"/>
            <p:cNvSpPr/>
            <p:nvPr/>
          </p:nvSpPr>
          <p:spPr>
            <a:xfrm>
              <a:off x="5303799" y="20388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51" name="ph1451"/>
            <p:cNvSpPr/>
            <p:nvPr/>
          </p:nvSpPr>
          <p:spPr>
            <a:xfrm>
              <a:off x="5316311" y="20388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52" name="ph1452"/>
            <p:cNvSpPr/>
            <p:nvPr/>
          </p:nvSpPr>
          <p:spPr>
            <a:xfrm>
              <a:off x="5328824" y="20388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53" name="ph1453"/>
            <p:cNvSpPr/>
            <p:nvPr/>
          </p:nvSpPr>
          <p:spPr>
            <a:xfrm>
              <a:off x="5353848" y="20388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54" name="ph1454"/>
            <p:cNvSpPr/>
            <p:nvPr/>
          </p:nvSpPr>
          <p:spPr>
            <a:xfrm>
              <a:off x="5366360" y="20388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55" name="ph1455"/>
            <p:cNvSpPr/>
            <p:nvPr/>
          </p:nvSpPr>
          <p:spPr>
            <a:xfrm>
              <a:off x="5378873" y="20388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56" name="ph1456"/>
            <p:cNvSpPr/>
            <p:nvPr/>
          </p:nvSpPr>
          <p:spPr>
            <a:xfrm>
              <a:off x="5391385" y="20388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57" name="ph1457"/>
            <p:cNvSpPr/>
            <p:nvPr/>
          </p:nvSpPr>
          <p:spPr>
            <a:xfrm>
              <a:off x="5403897" y="20388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58" name="ph1458"/>
            <p:cNvSpPr/>
            <p:nvPr/>
          </p:nvSpPr>
          <p:spPr>
            <a:xfrm>
              <a:off x="5416411" y="20388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59" name="ph1459"/>
            <p:cNvSpPr/>
            <p:nvPr/>
          </p:nvSpPr>
          <p:spPr>
            <a:xfrm>
              <a:off x="5128625" y="20542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60" name="ph1460"/>
            <p:cNvSpPr/>
            <p:nvPr/>
          </p:nvSpPr>
          <p:spPr>
            <a:xfrm>
              <a:off x="5141139" y="20542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61" name="ph1461"/>
            <p:cNvSpPr/>
            <p:nvPr/>
          </p:nvSpPr>
          <p:spPr>
            <a:xfrm>
              <a:off x="5153651" y="20542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62" name="ph1462"/>
            <p:cNvSpPr/>
            <p:nvPr/>
          </p:nvSpPr>
          <p:spPr>
            <a:xfrm>
              <a:off x="5166163" y="20542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C0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63" name="ph1463"/>
            <p:cNvSpPr/>
            <p:nvPr/>
          </p:nvSpPr>
          <p:spPr>
            <a:xfrm>
              <a:off x="5178675" y="20542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C1EBD6">
                <a:alpha val="100000"/>
              </a:srgbClr>
            </a:solidFill>
            <a:ln w="5420" cap="flat">
              <a:solidFill>
                <a:srgbClr val="C1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64" name="ph1464"/>
            <p:cNvSpPr/>
            <p:nvPr/>
          </p:nvSpPr>
          <p:spPr>
            <a:xfrm>
              <a:off x="5191188" y="20542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BDEAD4">
                <a:alpha val="100000"/>
              </a:srgbClr>
            </a:solidFill>
            <a:ln w="5420" cap="flat">
              <a:solidFill>
                <a:srgbClr val="BD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65" name="ph1465"/>
            <p:cNvSpPr/>
            <p:nvPr/>
          </p:nvSpPr>
          <p:spPr>
            <a:xfrm>
              <a:off x="5203700" y="20542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66" name="ph1466"/>
            <p:cNvSpPr/>
            <p:nvPr/>
          </p:nvSpPr>
          <p:spPr>
            <a:xfrm>
              <a:off x="5216212" y="20542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67" name="ph1467"/>
            <p:cNvSpPr/>
            <p:nvPr/>
          </p:nvSpPr>
          <p:spPr>
            <a:xfrm>
              <a:off x="5228724" y="20542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68" name="ph1468"/>
            <p:cNvSpPr/>
            <p:nvPr/>
          </p:nvSpPr>
          <p:spPr>
            <a:xfrm>
              <a:off x="5241237" y="20542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69" name="ph1469"/>
            <p:cNvSpPr/>
            <p:nvPr/>
          </p:nvSpPr>
          <p:spPr>
            <a:xfrm>
              <a:off x="5253749" y="20542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70" name="ph1470"/>
            <p:cNvSpPr/>
            <p:nvPr/>
          </p:nvSpPr>
          <p:spPr>
            <a:xfrm>
              <a:off x="5266261" y="20542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71" name="ph1471"/>
            <p:cNvSpPr/>
            <p:nvPr/>
          </p:nvSpPr>
          <p:spPr>
            <a:xfrm>
              <a:off x="5278775" y="20542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72" name="ph1472"/>
            <p:cNvSpPr/>
            <p:nvPr/>
          </p:nvSpPr>
          <p:spPr>
            <a:xfrm>
              <a:off x="5291287" y="20542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73" name="ph1473"/>
            <p:cNvSpPr/>
            <p:nvPr/>
          </p:nvSpPr>
          <p:spPr>
            <a:xfrm>
              <a:off x="5303799" y="20542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74" name="ph1474"/>
            <p:cNvSpPr/>
            <p:nvPr/>
          </p:nvSpPr>
          <p:spPr>
            <a:xfrm>
              <a:off x="5316311" y="20542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75" name="ph1475"/>
            <p:cNvSpPr/>
            <p:nvPr/>
          </p:nvSpPr>
          <p:spPr>
            <a:xfrm>
              <a:off x="5328824" y="20542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76" name="ph1476"/>
            <p:cNvSpPr/>
            <p:nvPr/>
          </p:nvSpPr>
          <p:spPr>
            <a:xfrm>
              <a:off x="5341336" y="20542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77" name="ph1477"/>
            <p:cNvSpPr/>
            <p:nvPr/>
          </p:nvSpPr>
          <p:spPr>
            <a:xfrm>
              <a:off x="5353848" y="20542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78" name="ph1478"/>
            <p:cNvSpPr/>
            <p:nvPr/>
          </p:nvSpPr>
          <p:spPr>
            <a:xfrm>
              <a:off x="5366360" y="20542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79" name="ph1479"/>
            <p:cNvSpPr/>
            <p:nvPr/>
          </p:nvSpPr>
          <p:spPr>
            <a:xfrm>
              <a:off x="5378873" y="20542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80" name="ph1480"/>
            <p:cNvSpPr/>
            <p:nvPr/>
          </p:nvSpPr>
          <p:spPr>
            <a:xfrm>
              <a:off x="5391385" y="20542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81" name="ph1481"/>
            <p:cNvSpPr/>
            <p:nvPr/>
          </p:nvSpPr>
          <p:spPr>
            <a:xfrm>
              <a:off x="5403897" y="20542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82" name="ph1482"/>
            <p:cNvSpPr/>
            <p:nvPr/>
          </p:nvSpPr>
          <p:spPr>
            <a:xfrm>
              <a:off x="5416411" y="20542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83" name="ph1483"/>
            <p:cNvSpPr/>
            <p:nvPr/>
          </p:nvSpPr>
          <p:spPr>
            <a:xfrm>
              <a:off x="5141139" y="20695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84" name="ph1484"/>
            <p:cNvSpPr/>
            <p:nvPr/>
          </p:nvSpPr>
          <p:spPr>
            <a:xfrm>
              <a:off x="5153651" y="20695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85" name="ph1485"/>
            <p:cNvSpPr/>
            <p:nvPr/>
          </p:nvSpPr>
          <p:spPr>
            <a:xfrm>
              <a:off x="5166163" y="20695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86" name="ph1486"/>
            <p:cNvSpPr/>
            <p:nvPr/>
          </p:nvSpPr>
          <p:spPr>
            <a:xfrm>
              <a:off x="5178675" y="20695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87" name="ph1487"/>
            <p:cNvSpPr/>
            <p:nvPr/>
          </p:nvSpPr>
          <p:spPr>
            <a:xfrm>
              <a:off x="5191188" y="20695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88" name="ph1488"/>
            <p:cNvSpPr/>
            <p:nvPr/>
          </p:nvSpPr>
          <p:spPr>
            <a:xfrm>
              <a:off x="5203700" y="20695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89" name="ph1489"/>
            <p:cNvSpPr/>
            <p:nvPr/>
          </p:nvSpPr>
          <p:spPr>
            <a:xfrm>
              <a:off x="5216212" y="20695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5DDC1">
                <a:alpha val="100000"/>
              </a:srgbClr>
            </a:solidFill>
            <a:ln w="5420" cap="flat">
              <a:solidFill>
                <a:srgbClr val="95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90" name="ph1490"/>
            <p:cNvSpPr/>
            <p:nvPr/>
          </p:nvSpPr>
          <p:spPr>
            <a:xfrm>
              <a:off x="5228724" y="20695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91" name="ph1491"/>
            <p:cNvSpPr/>
            <p:nvPr/>
          </p:nvSpPr>
          <p:spPr>
            <a:xfrm>
              <a:off x="5241237" y="20695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92" name="ph1492"/>
            <p:cNvSpPr/>
            <p:nvPr/>
          </p:nvSpPr>
          <p:spPr>
            <a:xfrm>
              <a:off x="5253749" y="20695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93" name="ph1493"/>
            <p:cNvSpPr/>
            <p:nvPr/>
          </p:nvSpPr>
          <p:spPr>
            <a:xfrm>
              <a:off x="5266261" y="20695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94" name="ph1494"/>
            <p:cNvSpPr/>
            <p:nvPr/>
          </p:nvSpPr>
          <p:spPr>
            <a:xfrm>
              <a:off x="5278775" y="20695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95" name="ph1495"/>
            <p:cNvSpPr/>
            <p:nvPr/>
          </p:nvSpPr>
          <p:spPr>
            <a:xfrm>
              <a:off x="5291287" y="20695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96" name="ph1496"/>
            <p:cNvSpPr/>
            <p:nvPr/>
          </p:nvSpPr>
          <p:spPr>
            <a:xfrm>
              <a:off x="5303799" y="20695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97" name="ph1497"/>
            <p:cNvSpPr/>
            <p:nvPr/>
          </p:nvSpPr>
          <p:spPr>
            <a:xfrm>
              <a:off x="5316311" y="20695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98" name="ph1498"/>
            <p:cNvSpPr/>
            <p:nvPr/>
          </p:nvSpPr>
          <p:spPr>
            <a:xfrm>
              <a:off x="5328824" y="20695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99" name="ph1499"/>
            <p:cNvSpPr/>
            <p:nvPr/>
          </p:nvSpPr>
          <p:spPr>
            <a:xfrm>
              <a:off x="5341336" y="20695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00" name="ph1500"/>
            <p:cNvSpPr/>
            <p:nvPr/>
          </p:nvSpPr>
          <p:spPr>
            <a:xfrm>
              <a:off x="5353848" y="20695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01" name="ph1501"/>
            <p:cNvSpPr/>
            <p:nvPr/>
          </p:nvSpPr>
          <p:spPr>
            <a:xfrm>
              <a:off x="5366360" y="20695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02" name="ph1502"/>
            <p:cNvSpPr/>
            <p:nvPr/>
          </p:nvSpPr>
          <p:spPr>
            <a:xfrm>
              <a:off x="5378873" y="20695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03" name="ph1503"/>
            <p:cNvSpPr/>
            <p:nvPr/>
          </p:nvSpPr>
          <p:spPr>
            <a:xfrm>
              <a:off x="5391385" y="20695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04" name="ph1504"/>
            <p:cNvSpPr/>
            <p:nvPr/>
          </p:nvSpPr>
          <p:spPr>
            <a:xfrm>
              <a:off x="5403897" y="20695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05" name="ph1505"/>
            <p:cNvSpPr/>
            <p:nvPr/>
          </p:nvSpPr>
          <p:spPr>
            <a:xfrm>
              <a:off x="5141139" y="20849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CDFC5">
                <a:alpha val="100000"/>
              </a:srgbClr>
            </a:solidFill>
            <a:ln w="5420" cap="flat">
              <a:solidFill>
                <a:srgbClr val="9CDF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06" name="ph1506"/>
            <p:cNvSpPr/>
            <p:nvPr/>
          </p:nvSpPr>
          <p:spPr>
            <a:xfrm>
              <a:off x="5153651" y="20849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07" name="ph1507"/>
            <p:cNvSpPr/>
            <p:nvPr/>
          </p:nvSpPr>
          <p:spPr>
            <a:xfrm>
              <a:off x="5166163" y="20849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A0E1C6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08" name="ph1508"/>
            <p:cNvSpPr/>
            <p:nvPr/>
          </p:nvSpPr>
          <p:spPr>
            <a:xfrm>
              <a:off x="5178675" y="20849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09" name="ph1509"/>
            <p:cNvSpPr/>
            <p:nvPr/>
          </p:nvSpPr>
          <p:spPr>
            <a:xfrm>
              <a:off x="5191188" y="20849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10" name="ph1510"/>
            <p:cNvSpPr/>
            <p:nvPr/>
          </p:nvSpPr>
          <p:spPr>
            <a:xfrm>
              <a:off x="5203700" y="20849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8FDCBF">
                <a:alpha val="100000"/>
              </a:srgbClr>
            </a:solidFill>
            <a:ln w="5420" cap="flat">
              <a:solidFill>
                <a:srgbClr val="8F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11" name="ph1511"/>
            <p:cNvSpPr/>
            <p:nvPr/>
          </p:nvSpPr>
          <p:spPr>
            <a:xfrm>
              <a:off x="5216212" y="20849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12" name="ph1512"/>
            <p:cNvSpPr/>
            <p:nvPr/>
          </p:nvSpPr>
          <p:spPr>
            <a:xfrm>
              <a:off x="5228724" y="20849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13" name="ph1513"/>
            <p:cNvSpPr/>
            <p:nvPr/>
          </p:nvSpPr>
          <p:spPr>
            <a:xfrm>
              <a:off x="5241237" y="20849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14" name="ph1514"/>
            <p:cNvSpPr/>
            <p:nvPr/>
          </p:nvSpPr>
          <p:spPr>
            <a:xfrm>
              <a:off x="5253749" y="20849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15" name="ph1515"/>
            <p:cNvSpPr/>
            <p:nvPr/>
          </p:nvSpPr>
          <p:spPr>
            <a:xfrm>
              <a:off x="5266261" y="20849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16" name="ph1516"/>
            <p:cNvSpPr/>
            <p:nvPr/>
          </p:nvSpPr>
          <p:spPr>
            <a:xfrm>
              <a:off x="5278775" y="20849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17" name="ph1517"/>
            <p:cNvSpPr/>
            <p:nvPr/>
          </p:nvSpPr>
          <p:spPr>
            <a:xfrm>
              <a:off x="5291287" y="20849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18" name="ph1518"/>
            <p:cNvSpPr/>
            <p:nvPr/>
          </p:nvSpPr>
          <p:spPr>
            <a:xfrm>
              <a:off x="5303799" y="20849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19" name="ph1519"/>
            <p:cNvSpPr/>
            <p:nvPr/>
          </p:nvSpPr>
          <p:spPr>
            <a:xfrm>
              <a:off x="5316311" y="20849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20" name="ph1520"/>
            <p:cNvSpPr/>
            <p:nvPr/>
          </p:nvSpPr>
          <p:spPr>
            <a:xfrm>
              <a:off x="5328824" y="20849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21" name="ph1521"/>
            <p:cNvSpPr/>
            <p:nvPr/>
          </p:nvSpPr>
          <p:spPr>
            <a:xfrm>
              <a:off x="5341336" y="20849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22" name="ph1522"/>
            <p:cNvSpPr/>
            <p:nvPr/>
          </p:nvSpPr>
          <p:spPr>
            <a:xfrm>
              <a:off x="5353848" y="20849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23" name="ph1523"/>
            <p:cNvSpPr/>
            <p:nvPr/>
          </p:nvSpPr>
          <p:spPr>
            <a:xfrm>
              <a:off x="5366360" y="20849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24" name="ph1524"/>
            <p:cNvSpPr/>
            <p:nvPr/>
          </p:nvSpPr>
          <p:spPr>
            <a:xfrm>
              <a:off x="5378873" y="20849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25" name="ph1525"/>
            <p:cNvSpPr/>
            <p:nvPr/>
          </p:nvSpPr>
          <p:spPr>
            <a:xfrm>
              <a:off x="5391385" y="20849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26" name="ph1526"/>
            <p:cNvSpPr/>
            <p:nvPr/>
          </p:nvSpPr>
          <p:spPr>
            <a:xfrm>
              <a:off x="5166163" y="21003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27" name="ph1527"/>
            <p:cNvSpPr/>
            <p:nvPr/>
          </p:nvSpPr>
          <p:spPr>
            <a:xfrm>
              <a:off x="5178675" y="21003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28" name="ph1528"/>
            <p:cNvSpPr/>
            <p:nvPr/>
          </p:nvSpPr>
          <p:spPr>
            <a:xfrm>
              <a:off x="5191188" y="21003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29" name="ph1529"/>
            <p:cNvSpPr/>
            <p:nvPr/>
          </p:nvSpPr>
          <p:spPr>
            <a:xfrm>
              <a:off x="5203700" y="21003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30" name="ph1530"/>
            <p:cNvSpPr/>
            <p:nvPr/>
          </p:nvSpPr>
          <p:spPr>
            <a:xfrm>
              <a:off x="5216212" y="21003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31" name="ph1531"/>
            <p:cNvSpPr/>
            <p:nvPr/>
          </p:nvSpPr>
          <p:spPr>
            <a:xfrm>
              <a:off x="5228724" y="21003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32" name="ph1532"/>
            <p:cNvSpPr/>
            <p:nvPr/>
          </p:nvSpPr>
          <p:spPr>
            <a:xfrm>
              <a:off x="5241237" y="21003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33" name="ph1533"/>
            <p:cNvSpPr/>
            <p:nvPr/>
          </p:nvSpPr>
          <p:spPr>
            <a:xfrm>
              <a:off x="5253749" y="21003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34" name="ph1534"/>
            <p:cNvSpPr/>
            <p:nvPr/>
          </p:nvSpPr>
          <p:spPr>
            <a:xfrm>
              <a:off x="5266261" y="21003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35" name="ph1535"/>
            <p:cNvSpPr/>
            <p:nvPr/>
          </p:nvSpPr>
          <p:spPr>
            <a:xfrm>
              <a:off x="5278775" y="21003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36" name="ph1536"/>
            <p:cNvSpPr/>
            <p:nvPr/>
          </p:nvSpPr>
          <p:spPr>
            <a:xfrm>
              <a:off x="5291287" y="21003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37" name="ph1537"/>
            <p:cNvSpPr/>
            <p:nvPr/>
          </p:nvSpPr>
          <p:spPr>
            <a:xfrm>
              <a:off x="5303799" y="21003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38" name="ph1538"/>
            <p:cNvSpPr/>
            <p:nvPr/>
          </p:nvSpPr>
          <p:spPr>
            <a:xfrm>
              <a:off x="5316311" y="21003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39" name="ph1539"/>
            <p:cNvSpPr/>
            <p:nvPr/>
          </p:nvSpPr>
          <p:spPr>
            <a:xfrm>
              <a:off x="5328824" y="21003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40" name="ph1540"/>
            <p:cNvSpPr/>
            <p:nvPr/>
          </p:nvSpPr>
          <p:spPr>
            <a:xfrm>
              <a:off x="5341336" y="21003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41" name="ph1541"/>
            <p:cNvSpPr/>
            <p:nvPr/>
          </p:nvSpPr>
          <p:spPr>
            <a:xfrm>
              <a:off x="5353848" y="21003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42" name="ph1542"/>
            <p:cNvSpPr/>
            <p:nvPr/>
          </p:nvSpPr>
          <p:spPr>
            <a:xfrm>
              <a:off x="5366360" y="21003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43" name="ph1543"/>
            <p:cNvSpPr/>
            <p:nvPr/>
          </p:nvSpPr>
          <p:spPr>
            <a:xfrm>
              <a:off x="5378873" y="21003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44" name="ph1544"/>
            <p:cNvSpPr/>
            <p:nvPr/>
          </p:nvSpPr>
          <p:spPr>
            <a:xfrm>
              <a:off x="5178675" y="21157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45" name="ph1545"/>
            <p:cNvSpPr/>
            <p:nvPr/>
          </p:nvSpPr>
          <p:spPr>
            <a:xfrm>
              <a:off x="5191188" y="21157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46" name="ph1546"/>
            <p:cNvSpPr/>
            <p:nvPr/>
          </p:nvSpPr>
          <p:spPr>
            <a:xfrm>
              <a:off x="5203700" y="21157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47" name="ph1547"/>
            <p:cNvSpPr/>
            <p:nvPr/>
          </p:nvSpPr>
          <p:spPr>
            <a:xfrm>
              <a:off x="5216212" y="21157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48" name="ph1548"/>
            <p:cNvSpPr/>
            <p:nvPr/>
          </p:nvSpPr>
          <p:spPr>
            <a:xfrm>
              <a:off x="5228724" y="21157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49" name="ph1549"/>
            <p:cNvSpPr/>
            <p:nvPr/>
          </p:nvSpPr>
          <p:spPr>
            <a:xfrm>
              <a:off x="5241237" y="21157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50" name="ph1550"/>
            <p:cNvSpPr/>
            <p:nvPr/>
          </p:nvSpPr>
          <p:spPr>
            <a:xfrm>
              <a:off x="5253749" y="21157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51" name="ph1551"/>
            <p:cNvSpPr/>
            <p:nvPr/>
          </p:nvSpPr>
          <p:spPr>
            <a:xfrm>
              <a:off x="5266261" y="21157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52" name="ph1552"/>
            <p:cNvSpPr/>
            <p:nvPr/>
          </p:nvSpPr>
          <p:spPr>
            <a:xfrm>
              <a:off x="5278775" y="21157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53" name="ph1553"/>
            <p:cNvSpPr/>
            <p:nvPr/>
          </p:nvSpPr>
          <p:spPr>
            <a:xfrm>
              <a:off x="5291287" y="21157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54" name="ph1554"/>
            <p:cNvSpPr/>
            <p:nvPr/>
          </p:nvSpPr>
          <p:spPr>
            <a:xfrm>
              <a:off x="5303799" y="21157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55" name="ph1555"/>
            <p:cNvSpPr/>
            <p:nvPr/>
          </p:nvSpPr>
          <p:spPr>
            <a:xfrm>
              <a:off x="5316311" y="21157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56" name="ph1556"/>
            <p:cNvSpPr/>
            <p:nvPr/>
          </p:nvSpPr>
          <p:spPr>
            <a:xfrm>
              <a:off x="5328824" y="21157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57" name="ph1557"/>
            <p:cNvSpPr/>
            <p:nvPr/>
          </p:nvSpPr>
          <p:spPr>
            <a:xfrm>
              <a:off x="5341336" y="21157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58" name="ph1558"/>
            <p:cNvSpPr/>
            <p:nvPr/>
          </p:nvSpPr>
          <p:spPr>
            <a:xfrm>
              <a:off x="5353848" y="21157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59" name="ph1559"/>
            <p:cNvSpPr/>
            <p:nvPr/>
          </p:nvSpPr>
          <p:spPr>
            <a:xfrm>
              <a:off x="5366360" y="21157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60" name="ph1560"/>
            <p:cNvSpPr/>
            <p:nvPr/>
          </p:nvSpPr>
          <p:spPr>
            <a:xfrm>
              <a:off x="5191188" y="21311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61" name="ph1561"/>
            <p:cNvSpPr/>
            <p:nvPr/>
          </p:nvSpPr>
          <p:spPr>
            <a:xfrm>
              <a:off x="5203700" y="21311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62" name="ph1562"/>
            <p:cNvSpPr/>
            <p:nvPr/>
          </p:nvSpPr>
          <p:spPr>
            <a:xfrm>
              <a:off x="5216212" y="21311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63" name="ph1563"/>
            <p:cNvSpPr/>
            <p:nvPr/>
          </p:nvSpPr>
          <p:spPr>
            <a:xfrm>
              <a:off x="5228724" y="21311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64" name="ph1564"/>
            <p:cNvSpPr/>
            <p:nvPr/>
          </p:nvSpPr>
          <p:spPr>
            <a:xfrm>
              <a:off x="5241237" y="21311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65" name="ph1565"/>
            <p:cNvSpPr/>
            <p:nvPr/>
          </p:nvSpPr>
          <p:spPr>
            <a:xfrm>
              <a:off x="5253749" y="21311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66" name="ph1566"/>
            <p:cNvSpPr/>
            <p:nvPr/>
          </p:nvSpPr>
          <p:spPr>
            <a:xfrm>
              <a:off x="5266261" y="21311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67" name="ph1567"/>
            <p:cNvSpPr/>
            <p:nvPr/>
          </p:nvSpPr>
          <p:spPr>
            <a:xfrm>
              <a:off x="5278775" y="21311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68" name="ph1568"/>
            <p:cNvSpPr/>
            <p:nvPr/>
          </p:nvSpPr>
          <p:spPr>
            <a:xfrm>
              <a:off x="5291287" y="21311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69" name="ph1569"/>
            <p:cNvSpPr/>
            <p:nvPr/>
          </p:nvSpPr>
          <p:spPr>
            <a:xfrm>
              <a:off x="5303799" y="21311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70" name="ph1570"/>
            <p:cNvSpPr/>
            <p:nvPr/>
          </p:nvSpPr>
          <p:spPr>
            <a:xfrm>
              <a:off x="5316311" y="21311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71" name="ph1571"/>
            <p:cNvSpPr/>
            <p:nvPr/>
          </p:nvSpPr>
          <p:spPr>
            <a:xfrm>
              <a:off x="5328824" y="21311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72" name="ph1572"/>
            <p:cNvSpPr/>
            <p:nvPr/>
          </p:nvSpPr>
          <p:spPr>
            <a:xfrm>
              <a:off x="5341336" y="21311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73" name="ph1573"/>
            <p:cNvSpPr/>
            <p:nvPr/>
          </p:nvSpPr>
          <p:spPr>
            <a:xfrm>
              <a:off x="5353848" y="21311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74" name="ph1574"/>
            <p:cNvSpPr/>
            <p:nvPr/>
          </p:nvSpPr>
          <p:spPr>
            <a:xfrm>
              <a:off x="5366360" y="21311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75" name="ph1575"/>
            <p:cNvSpPr/>
            <p:nvPr/>
          </p:nvSpPr>
          <p:spPr>
            <a:xfrm>
              <a:off x="5141139" y="21464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76" name="ph1576"/>
            <p:cNvSpPr/>
            <p:nvPr/>
          </p:nvSpPr>
          <p:spPr>
            <a:xfrm>
              <a:off x="5153651" y="21464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77" name="ph1577"/>
            <p:cNvSpPr/>
            <p:nvPr/>
          </p:nvSpPr>
          <p:spPr>
            <a:xfrm>
              <a:off x="5166163" y="21464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78" name="ph1578"/>
            <p:cNvSpPr/>
            <p:nvPr/>
          </p:nvSpPr>
          <p:spPr>
            <a:xfrm>
              <a:off x="5178675" y="21464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79" name="ph1579"/>
            <p:cNvSpPr/>
            <p:nvPr/>
          </p:nvSpPr>
          <p:spPr>
            <a:xfrm>
              <a:off x="5191188" y="21464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80" name="ph1580"/>
            <p:cNvSpPr/>
            <p:nvPr/>
          </p:nvSpPr>
          <p:spPr>
            <a:xfrm>
              <a:off x="5203700" y="21464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4CFAE">
                <a:alpha val="100000"/>
              </a:srgbClr>
            </a:solidFill>
            <a:ln w="5420" cap="flat">
              <a:solidFill>
                <a:srgbClr val="64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81" name="ph1581"/>
            <p:cNvSpPr/>
            <p:nvPr/>
          </p:nvSpPr>
          <p:spPr>
            <a:xfrm>
              <a:off x="5216212" y="21464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82" name="ph1582"/>
            <p:cNvSpPr/>
            <p:nvPr/>
          </p:nvSpPr>
          <p:spPr>
            <a:xfrm>
              <a:off x="5228724" y="21464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83" name="ph1583"/>
            <p:cNvSpPr/>
            <p:nvPr/>
          </p:nvSpPr>
          <p:spPr>
            <a:xfrm>
              <a:off x="5241237" y="21464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84" name="ph1584"/>
            <p:cNvSpPr/>
            <p:nvPr/>
          </p:nvSpPr>
          <p:spPr>
            <a:xfrm>
              <a:off x="5253749" y="21464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85" name="ph1585"/>
            <p:cNvSpPr/>
            <p:nvPr/>
          </p:nvSpPr>
          <p:spPr>
            <a:xfrm>
              <a:off x="5266261" y="21464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86" name="ph1586"/>
            <p:cNvSpPr/>
            <p:nvPr/>
          </p:nvSpPr>
          <p:spPr>
            <a:xfrm>
              <a:off x="5278775" y="21464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87" name="ph1587"/>
            <p:cNvSpPr/>
            <p:nvPr/>
          </p:nvSpPr>
          <p:spPr>
            <a:xfrm>
              <a:off x="5291287" y="21464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88" name="ph1588"/>
            <p:cNvSpPr/>
            <p:nvPr/>
          </p:nvSpPr>
          <p:spPr>
            <a:xfrm>
              <a:off x="5303799" y="21464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89" name="ph1589"/>
            <p:cNvSpPr/>
            <p:nvPr/>
          </p:nvSpPr>
          <p:spPr>
            <a:xfrm>
              <a:off x="5316311" y="21464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90" name="ph1590"/>
            <p:cNvSpPr/>
            <p:nvPr/>
          </p:nvSpPr>
          <p:spPr>
            <a:xfrm>
              <a:off x="5328824" y="21464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91" name="ph1591"/>
            <p:cNvSpPr/>
            <p:nvPr/>
          </p:nvSpPr>
          <p:spPr>
            <a:xfrm>
              <a:off x="5341336" y="21464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92" name="ph1592"/>
            <p:cNvSpPr/>
            <p:nvPr/>
          </p:nvSpPr>
          <p:spPr>
            <a:xfrm>
              <a:off x="5353848" y="21464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93" name="ph1593"/>
            <p:cNvSpPr/>
            <p:nvPr/>
          </p:nvSpPr>
          <p:spPr>
            <a:xfrm>
              <a:off x="5128625" y="21618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94" name="ph1594"/>
            <p:cNvSpPr/>
            <p:nvPr/>
          </p:nvSpPr>
          <p:spPr>
            <a:xfrm>
              <a:off x="5141139" y="21618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95" name="ph1595"/>
            <p:cNvSpPr/>
            <p:nvPr/>
          </p:nvSpPr>
          <p:spPr>
            <a:xfrm>
              <a:off x="5153651" y="21618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96" name="ph1596"/>
            <p:cNvSpPr/>
            <p:nvPr/>
          </p:nvSpPr>
          <p:spPr>
            <a:xfrm>
              <a:off x="5166163" y="21618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97" name="ph1597"/>
            <p:cNvSpPr/>
            <p:nvPr/>
          </p:nvSpPr>
          <p:spPr>
            <a:xfrm>
              <a:off x="5178675" y="21618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98" name="ph1598"/>
            <p:cNvSpPr/>
            <p:nvPr/>
          </p:nvSpPr>
          <p:spPr>
            <a:xfrm>
              <a:off x="5191188" y="21618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99" name="ph1599"/>
            <p:cNvSpPr/>
            <p:nvPr/>
          </p:nvSpPr>
          <p:spPr>
            <a:xfrm>
              <a:off x="5203700" y="21618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00" name="ph1600"/>
            <p:cNvSpPr/>
            <p:nvPr/>
          </p:nvSpPr>
          <p:spPr>
            <a:xfrm>
              <a:off x="5216212" y="21618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01" name="ph1601"/>
            <p:cNvSpPr/>
            <p:nvPr/>
          </p:nvSpPr>
          <p:spPr>
            <a:xfrm>
              <a:off x="5228724" y="21618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02" name="ph1602"/>
            <p:cNvSpPr/>
            <p:nvPr/>
          </p:nvSpPr>
          <p:spPr>
            <a:xfrm>
              <a:off x="5241237" y="21618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03" name="ph1603"/>
            <p:cNvSpPr/>
            <p:nvPr/>
          </p:nvSpPr>
          <p:spPr>
            <a:xfrm>
              <a:off x="5253749" y="21618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04" name="ph1604"/>
            <p:cNvSpPr/>
            <p:nvPr/>
          </p:nvSpPr>
          <p:spPr>
            <a:xfrm>
              <a:off x="5266261" y="21618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05" name="ph1605"/>
            <p:cNvSpPr/>
            <p:nvPr/>
          </p:nvSpPr>
          <p:spPr>
            <a:xfrm>
              <a:off x="5278775" y="21618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06" name="ph1606"/>
            <p:cNvSpPr/>
            <p:nvPr/>
          </p:nvSpPr>
          <p:spPr>
            <a:xfrm>
              <a:off x="5291287" y="21618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07" name="ph1607"/>
            <p:cNvSpPr/>
            <p:nvPr/>
          </p:nvSpPr>
          <p:spPr>
            <a:xfrm>
              <a:off x="5303799" y="21618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08" name="ph1608"/>
            <p:cNvSpPr/>
            <p:nvPr/>
          </p:nvSpPr>
          <p:spPr>
            <a:xfrm>
              <a:off x="5316311" y="21618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09" name="ph1609"/>
            <p:cNvSpPr/>
            <p:nvPr/>
          </p:nvSpPr>
          <p:spPr>
            <a:xfrm>
              <a:off x="5328824" y="21618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10" name="ph1610"/>
            <p:cNvSpPr/>
            <p:nvPr/>
          </p:nvSpPr>
          <p:spPr>
            <a:xfrm>
              <a:off x="5341336" y="21618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11" name="ph1611"/>
            <p:cNvSpPr/>
            <p:nvPr/>
          </p:nvSpPr>
          <p:spPr>
            <a:xfrm>
              <a:off x="5353848" y="21618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12" name="ph1612"/>
            <p:cNvSpPr/>
            <p:nvPr/>
          </p:nvSpPr>
          <p:spPr>
            <a:xfrm>
              <a:off x="5128625" y="21772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13" name="ph1613"/>
            <p:cNvSpPr/>
            <p:nvPr/>
          </p:nvSpPr>
          <p:spPr>
            <a:xfrm>
              <a:off x="5141139" y="21772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14" name="ph1614"/>
            <p:cNvSpPr/>
            <p:nvPr/>
          </p:nvSpPr>
          <p:spPr>
            <a:xfrm>
              <a:off x="5153651" y="21772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1D2B2">
                <a:alpha val="100000"/>
              </a:srgbClr>
            </a:solidFill>
            <a:ln w="5420" cap="flat">
              <a:solidFill>
                <a:srgbClr val="71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15" name="ph1615"/>
            <p:cNvSpPr/>
            <p:nvPr/>
          </p:nvSpPr>
          <p:spPr>
            <a:xfrm>
              <a:off x="5166163" y="21772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16" name="ph1616"/>
            <p:cNvSpPr/>
            <p:nvPr/>
          </p:nvSpPr>
          <p:spPr>
            <a:xfrm>
              <a:off x="5178675" y="21772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17" name="ph1617"/>
            <p:cNvSpPr/>
            <p:nvPr/>
          </p:nvSpPr>
          <p:spPr>
            <a:xfrm>
              <a:off x="5191188" y="21772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18" name="ph1618"/>
            <p:cNvSpPr/>
            <p:nvPr/>
          </p:nvSpPr>
          <p:spPr>
            <a:xfrm>
              <a:off x="5203700" y="21772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19" name="ph1619"/>
            <p:cNvSpPr/>
            <p:nvPr/>
          </p:nvSpPr>
          <p:spPr>
            <a:xfrm>
              <a:off x="5216212" y="21772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8CDBBE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20" name="ph1620"/>
            <p:cNvSpPr/>
            <p:nvPr/>
          </p:nvSpPr>
          <p:spPr>
            <a:xfrm>
              <a:off x="5228724" y="21772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21" name="ph1621"/>
            <p:cNvSpPr/>
            <p:nvPr/>
          </p:nvSpPr>
          <p:spPr>
            <a:xfrm>
              <a:off x="5241237" y="21772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22" name="ph1622"/>
            <p:cNvSpPr/>
            <p:nvPr/>
          </p:nvSpPr>
          <p:spPr>
            <a:xfrm>
              <a:off x="5253749" y="21772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23" name="ph1623"/>
            <p:cNvSpPr/>
            <p:nvPr/>
          </p:nvSpPr>
          <p:spPr>
            <a:xfrm>
              <a:off x="5266261" y="21772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24" name="ph1624"/>
            <p:cNvSpPr/>
            <p:nvPr/>
          </p:nvSpPr>
          <p:spPr>
            <a:xfrm>
              <a:off x="5278775" y="21772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25" name="ph1625"/>
            <p:cNvSpPr/>
            <p:nvPr/>
          </p:nvSpPr>
          <p:spPr>
            <a:xfrm>
              <a:off x="5291287" y="21772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26" name="ph1626"/>
            <p:cNvSpPr/>
            <p:nvPr/>
          </p:nvSpPr>
          <p:spPr>
            <a:xfrm>
              <a:off x="5303799" y="21772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27" name="ph1627"/>
            <p:cNvSpPr/>
            <p:nvPr/>
          </p:nvSpPr>
          <p:spPr>
            <a:xfrm>
              <a:off x="5316311" y="21772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28" name="ph1628"/>
            <p:cNvSpPr/>
            <p:nvPr/>
          </p:nvSpPr>
          <p:spPr>
            <a:xfrm>
              <a:off x="5328824" y="21772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29" name="ph1629"/>
            <p:cNvSpPr/>
            <p:nvPr/>
          </p:nvSpPr>
          <p:spPr>
            <a:xfrm>
              <a:off x="5341336" y="21772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30" name="ph1630"/>
            <p:cNvSpPr/>
            <p:nvPr/>
          </p:nvSpPr>
          <p:spPr>
            <a:xfrm>
              <a:off x="5128625" y="21926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31" name="ph1631"/>
            <p:cNvSpPr/>
            <p:nvPr/>
          </p:nvSpPr>
          <p:spPr>
            <a:xfrm>
              <a:off x="5141139" y="21926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32" name="ph1632"/>
            <p:cNvSpPr/>
            <p:nvPr/>
          </p:nvSpPr>
          <p:spPr>
            <a:xfrm>
              <a:off x="5153651" y="21926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33" name="ph1633"/>
            <p:cNvSpPr/>
            <p:nvPr/>
          </p:nvSpPr>
          <p:spPr>
            <a:xfrm>
              <a:off x="5166163" y="21926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34" name="ph1634"/>
            <p:cNvSpPr/>
            <p:nvPr/>
          </p:nvSpPr>
          <p:spPr>
            <a:xfrm>
              <a:off x="5178675" y="21926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35" name="ph1635"/>
            <p:cNvSpPr/>
            <p:nvPr/>
          </p:nvSpPr>
          <p:spPr>
            <a:xfrm>
              <a:off x="5191188" y="21926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36" name="ph1636"/>
            <p:cNvSpPr/>
            <p:nvPr/>
          </p:nvSpPr>
          <p:spPr>
            <a:xfrm>
              <a:off x="5203700" y="21926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37" name="ph1637"/>
            <p:cNvSpPr/>
            <p:nvPr/>
          </p:nvSpPr>
          <p:spPr>
            <a:xfrm>
              <a:off x="5216212" y="21926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5DDC1">
                <a:alpha val="100000"/>
              </a:srgbClr>
            </a:solidFill>
            <a:ln w="5420" cap="flat">
              <a:solidFill>
                <a:srgbClr val="95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38" name="ph1638"/>
            <p:cNvSpPr/>
            <p:nvPr/>
          </p:nvSpPr>
          <p:spPr>
            <a:xfrm>
              <a:off x="5228724" y="21926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39" name="ph1639"/>
            <p:cNvSpPr/>
            <p:nvPr/>
          </p:nvSpPr>
          <p:spPr>
            <a:xfrm>
              <a:off x="5241237" y="21926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40" name="ph1640"/>
            <p:cNvSpPr/>
            <p:nvPr/>
          </p:nvSpPr>
          <p:spPr>
            <a:xfrm>
              <a:off x="5253749" y="21926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41" name="ph1641"/>
            <p:cNvSpPr/>
            <p:nvPr/>
          </p:nvSpPr>
          <p:spPr>
            <a:xfrm>
              <a:off x="5266261" y="21926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42" name="ph1642"/>
            <p:cNvSpPr/>
            <p:nvPr/>
          </p:nvSpPr>
          <p:spPr>
            <a:xfrm>
              <a:off x="5278775" y="21926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43" name="ph1643"/>
            <p:cNvSpPr/>
            <p:nvPr/>
          </p:nvSpPr>
          <p:spPr>
            <a:xfrm>
              <a:off x="5291287" y="21926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44" name="ph1644"/>
            <p:cNvSpPr/>
            <p:nvPr/>
          </p:nvSpPr>
          <p:spPr>
            <a:xfrm>
              <a:off x="5303799" y="21926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45" name="ph1645"/>
            <p:cNvSpPr/>
            <p:nvPr/>
          </p:nvSpPr>
          <p:spPr>
            <a:xfrm>
              <a:off x="5316311" y="21926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46" name="ph1646"/>
            <p:cNvSpPr/>
            <p:nvPr/>
          </p:nvSpPr>
          <p:spPr>
            <a:xfrm>
              <a:off x="5328824" y="21926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47" name="ph1647"/>
            <p:cNvSpPr/>
            <p:nvPr/>
          </p:nvSpPr>
          <p:spPr>
            <a:xfrm>
              <a:off x="5141139" y="22079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48" name="ph1648"/>
            <p:cNvSpPr/>
            <p:nvPr/>
          </p:nvSpPr>
          <p:spPr>
            <a:xfrm>
              <a:off x="5153651" y="22079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49" name="ph1649"/>
            <p:cNvSpPr/>
            <p:nvPr/>
          </p:nvSpPr>
          <p:spPr>
            <a:xfrm>
              <a:off x="5166163" y="22079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50" name="ph1650"/>
            <p:cNvSpPr/>
            <p:nvPr/>
          </p:nvSpPr>
          <p:spPr>
            <a:xfrm>
              <a:off x="5178675" y="22079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51" name="ph1651"/>
            <p:cNvSpPr/>
            <p:nvPr/>
          </p:nvSpPr>
          <p:spPr>
            <a:xfrm>
              <a:off x="5191188" y="22079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52" name="ph1652"/>
            <p:cNvSpPr/>
            <p:nvPr/>
          </p:nvSpPr>
          <p:spPr>
            <a:xfrm>
              <a:off x="5203700" y="22079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53" name="ph1653"/>
            <p:cNvSpPr/>
            <p:nvPr/>
          </p:nvSpPr>
          <p:spPr>
            <a:xfrm>
              <a:off x="5216212" y="22079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95DD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54" name="ph1654"/>
            <p:cNvSpPr/>
            <p:nvPr/>
          </p:nvSpPr>
          <p:spPr>
            <a:xfrm>
              <a:off x="5228724" y="22079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55" name="ph1655"/>
            <p:cNvSpPr/>
            <p:nvPr/>
          </p:nvSpPr>
          <p:spPr>
            <a:xfrm>
              <a:off x="5241237" y="22079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56" name="ph1656"/>
            <p:cNvSpPr/>
            <p:nvPr/>
          </p:nvSpPr>
          <p:spPr>
            <a:xfrm>
              <a:off x="5253749" y="22079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6CFAE">
                <a:alpha val="100000"/>
              </a:srgbClr>
            </a:solidFill>
            <a:ln w="5420" cap="flat">
              <a:solidFill>
                <a:srgbClr val="66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57" name="ph1657"/>
            <p:cNvSpPr/>
            <p:nvPr/>
          </p:nvSpPr>
          <p:spPr>
            <a:xfrm>
              <a:off x="5266261" y="22079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58" name="ph1658"/>
            <p:cNvSpPr/>
            <p:nvPr/>
          </p:nvSpPr>
          <p:spPr>
            <a:xfrm>
              <a:off x="5278775" y="22079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59" name="ph1659"/>
            <p:cNvSpPr/>
            <p:nvPr/>
          </p:nvSpPr>
          <p:spPr>
            <a:xfrm>
              <a:off x="5291287" y="22079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60" name="ph1660"/>
            <p:cNvSpPr/>
            <p:nvPr/>
          </p:nvSpPr>
          <p:spPr>
            <a:xfrm>
              <a:off x="5303799" y="22079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61" name="ph1661"/>
            <p:cNvSpPr/>
            <p:nvPr/>
          </p:nvSpPr>
          <p:spPr>
            <a:xfrm>
              <a:off x="5316311" y="22079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62" name="ph1662"/>
            <p:cNvSpPr/>
            <p:nvPr/>
          </p:nvSpPr>
          <p:spPr>
            <a:xfrm>
              <a:off x="5178675" y="22233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63" name="ph1663"/>
            <p:cNvSpPr/>
            <p:nvPr/>
          </p:nvSpPr>
          <p:spPr>
            <a:xfrm>
              <a:off x="5191188" y="22233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64" name="ph1664"/>
            <p:cNvSpPr/>
            <p:nvPr/>
          </p:nvSpPr>
          <p:spPr>
            <a:xfrm>
              <a:off x="5203700" y="22233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8CDABD">
                <a:alpha val="100000"/>
              </a:srgbClr>
            </a:solidFill>
            <a:ln w="5420" cap="flat">
              <a:solidFill>
                <a:srgbClr val="8C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65" name="ph1665"/>
            <p:cNvSpPr/>
            <p:nvPr/>
          </p:nvSpPr>
          <p:spPr>
            <a:xfrm>
              <a:off x="5216212" y="22233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66" name="ph1666"/>
            <p:cNvSpPr/>
            <p:nvPr/>
          </p:nvSpPr>
          <p:spPr>
            <a:xfrm>
              <a:off x="5228724" y="22233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67" name="ph1667"/>
            <p:cNvSpPr/>
            <p:nvPr/>
          </p:nvSpPr>
          <p:spPr>
            <a:xfrm>
              <a:off x="5241237" y="22233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68" name="ph1668"/>
            <p:cNvSpPr/>
            <p:nvPr/>
          </p:nvSpPr>
          <p:spPr>
            <a:xfrm>
              <a:off x="5253749" y="22233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4CFAE">
                <a:alpha val="100000"/>
              </a:srgbClr>
            </a:solidFill>
            <a:ln w="5420" cap="flat">
              <a:solidFill>
                <a:srgbClr val="64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69" name="ph1669"/>
            <p:cNvSpPr/>
            <p:nvPr/>
          </p:nvSpPr>
          <p:spPr>
            <a:xfrm>
              <a:off x="5266261" y="22233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70" name="ph1670"/>
            <p:cNvSpPr/>
            <p:nvPr/>
          </p:nvSpPr>
          <p:spPr>
            <a:xfrm>
              <a:off x="5278775" y="22233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71" name="ph1671"/>
            <p:cNvSpPr/>
            <p:nvPr/>
          </p:nvSpPr>
          <p:spPr>
            <a:xfrm>
              <a:off x="5291287" y="22233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72" name="ph1672"/>
            <p:cNvSpPr/>
            <p:nvPr/>
          </p:nvSpPr>
          <p:spPr>
            <a:xfrm>
              <a:off x="5303799" y="22233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73" name="ph1673"/>
            <p:cNvSpPr/>
            <p:nvPr/>
          </p:nvSpPr>
          <p:spPr>
            <a:xfrm>
              <a:off x="5316311" y="22233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74" name="ph1674"/>
            <p:cNvSpPr/>
            <p:nvPr/>
          </p:nvSpPr>
          <p:spPr>
            <a:xfrm>
              <a:off x="5203700" y="223873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75" name="ph1675"/>
            <p:cNvSpPr/>
            <p:nvPr/>
          </p:nvSpPr>
          <p:spPr>
            <a:xfrm>
              <a:off x="5216212" y="223873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83D8B9">
                <a:alpha val="100000"/>
              </a:srgbClr>
            </a:solidFill>
            <a:ln w="5420" cap="flat">
              <a:solidFill>
                <a:srgbClr val="83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76" name="ph1676"/>
            <p:cNvSpPr/>
            <p:nvPr/>
          </p:nvSpPr>
          <p:spPr>
            <a:xfrm>
              <a:off x="5228724" y="223873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80D7B9">
                <a:alpha val="100000"/>
              </a:srgbClr>
            </a:solidFill>
            <a:ln w="5420" cap="flat">
              <a:solidFill>
                <a:srgbClr val="80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77" name="ph1677"/>
            <p:cNvSpPr/>
            <p:nvPr/>
          </p:nvSpPr>
          <p:spPr>
            <a:xfrm>
              <a:off x="5241237" y="223873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78" name="ph1678"/>
            <p:cNvSpPr/>
            <p:nvPr/>
          </p:nvSpPr>
          <p:spPr>
            <a:xfrm>
              <a:off x="5253749" y="223873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79" name="ph1679"/>
            <p:cNvSpPr/>
            <p:nvPr/>
          </p:nvSpPr>
          <p:spPr>
            <a:xfrm>
              <a:off x="5266261" y="223873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80" name="ph1680"/>
            <p:cNvSpPr/>
            <p:nvPr/>
          </p:nvSpPr>
          <p:spPr>
            <a:xfrm>
              <a:off x="5278775" y="223873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81" name="ph1681"/>
            <p:cNvSpPr/>
            <p:nvPr/>
          </p:nvSpPr>
          <p:spPr>
            <a:xfrm>
              <a:off x="5291287" y="223873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82" name="ph1682"/>
            <p:cNvSpPr/>
            <p:nvPr/>
          </p:nvSpPr>
          <p:spPr>
            <a:xfrm>
              <a:off x="5303799" y="223873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83" name="ph1683"/>
            <p:cNvSpPr/>
            <p:nvPr/>
          </p:nvSpPr>
          <p:spPr>
            <a:xfrm>
              <a:off x="5316311" y="223873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84" name="ph1684"/>
            <p:cNvSpPr/>
            <p:nvPr/>
          </p:nvSpPr>
          <p:spPr>
            <a:xfrm>
              <a:off x="5216212" y="22541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85" name="ph1685"/>
            <p:cNvSpPr/>
            <p:nvPr/>
          </p:nvSpPr>
          <p:spPr>
            <a:xfrm>
              <a:off x="5228724" y="22541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86" name="ph1686"/>
            <p:cNvSpPr/>
            <p:nvPr/>
          </p:nvSpPr>
          <p:spPr>
            <a:xfrm>
              <a:off x="5241237" y="22541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87" name="ph1687"/>
            <p:cNvSpPr/>
            <p:nvPr/>
          </p:nvSpPr>
          <p:spPr>
            <a:xfrm>
              <a:off x="5253749" y="22541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88" name="ph1688"/>
            <p:cNvSpPr/>
            <p:nvPr/>
          </p:nvSpPr>
          <p:spPr>
            <a:xfrm>
              <a:off x="5266261" y="22541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89" name="ph1689"/>
            <p:cNvSpPr/>
            <p:nvPr/>
          </p:nvSpPr>
          <p:spPr>
            <a:xfrm>
              <a:off x="5278775" y="22541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90" name="ph1690"/>
            <p:cNvSpPr/>
            <p:nvPr/>
          </p:nvSpPr>
          <p:spPr>
            <a:xfrm>
              <a:off x="5291287" y="22541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91" name="ph1691"/>
            <p:cNvSpPr/>
            <p:nvPr/>
          </p:nvSpPr>
          <p:spPr>
            <a:xfrm>
              <a:off x="5303799" y="22541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92" name="ph1692"/>
            <p:cNvSpPr/>
            <p:nvPr/>
          </p:nvSpPr>
          <p:spPr>
            <a:xfrm>
              <a:off x="5316311" y="22541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93" name="ph1693"/>
            <p:cNvSpPr/>
            <p:nvPr/>
          </p:nvSpPr>
          <p:spPr>
            <a:xfrm>
              <a:off x="5228724" y="22694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94" name="ph1694"/>
            <p:cNvSpPr/>
            <p:nvPr/>
          </p:nvSpPr>
          <p:spPr>
            <a:xfrm>
              <a:off x="5241237" y="22694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95" name="ph1695"/>
            <p:cNvSpPr/>
            <p:nvPr/>
          </p:nvSpPr>
          <p:spPr>
            <a:xfrm>
              <a:off x="5253749" y="22694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96" name="ph1696"/>
            <p:cNvSpPr/>
            <p:nvPr/>
          </p:nvSpPr>
          <p:spPr>
            <a:xfrm>
              <a:off x="5266261" y="22694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97" name="ph1697"/>
            <p:cNvSpPr/>
            <p:nvPr/>
          </p:nvSpPr>
          <p:spPr>
            <a:xfrm>
              <a:off x="5278775" y="22694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98" name="ph1698"/>
            <p:cNvSpPr/>
            <p:nvPr/>
          </p:nvSpPr>
          <p:spPr>
            <a:xfrm>
              <a:off x="5291287" y="22694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99" name="ph1699"/>
            <p:cNvSpPr/>
            <p:nvPr/>
          </p:nvSpPr>
          <p:spPr>
            <a:xfrm>
              <a:off x="5303799" y="22694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00" name="ph1700"/>
            <p:cNvSpPr/>
            <p:nvPr/>
          </p:nvSpPr>
          <p:spPr>
            <a:xfrm>
              <a:off x="5316311" y="22694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01" name="ph1701"/>
            <p:cNvSpPr/>
            <p:nvPr/>
          </p:nvSpPr>
          <p:spPr>
            <a:xfrm>
              <a:off x="5328824" y="22694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02" name="ph1702"/>
            <p:cNvSpPr/>
            <p:nvPr/>
          </p:nvSpPr>
          <p:spPr>
            <a:xfrm>
              <a:off x="5266261" y="22848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03" name="ph1703"/>
            <p:cNvSpPr/>
            <p:nvPr/>
          </p:nvSpPr>
          <p:spPr>
            <a:xfrm>
              <a:off x="5278775" y="22848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04" name="ph1704"/>
            <p:cNvSpPr/>
            <p:nvPr/>
          </p:nvSpPr>
          <p:spPr>
            <a:xfrm>
              <a:off x="5291287" y="22848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05" name="ph1705"/>
            <p:cNvSpPr/>
            <p:nvPr/>
          </p:nvSpPr>
          <p:spPr>
            <a:xfrm>
              <a:off x="5303799" y="22848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06" name="ph1706"/>
            <p:cNvSpPr/>
            <p:nvPr/>
          </p:nvSpPr>
          <p:spPr>
            <a:xfrm>
              <a:off x="5316311" y="22848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07" name="ph1707"/>
            <p:cNvSpPr/>
            <p:nvPr/>
          </p:nvSpPr>
          <p:spPr>
            <a:xfrm>
              <a:off x="5328824" y="22848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08" name="ph1708"/>
            <p:cNvSpPr/>
            <p:nvPr/>
          </p:nvSpPr>
          <p:spPr>
            <a:xfrm>
              <a:off x="5203700" y="230023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09" name="ph1709"/>
            <p:cNvSpPr/>
            <p:nvPr/>
          </p:nvSpPr>
          <p:spPr>
            <a:xfrm>
              <a:off x="5253749" y="230023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10" name="ph1710"/>
            <p:cNvSpPr/>
            <p:nvPr/>
          </p:nvSpPr>
          <p:spPr>
            <a:xfrm>
              <a:off x="5266261" y="230023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4BDAB">
                <a:alpha val="100000"/>
              </a:srgbClr>
            </a:solidFill>
            <a:ln w="5420" cap="flat">
              <a:solidFill>
                <a:srgbClr val="54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11" name="ph1711"/>
            <p:cNvSpPr/>
            <p:nvPr/>
          </p:nvSpPr>
          <p:spPr>
            <a:xfrm>
              <a:off x="5278775" y="230023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12" name="ph1712"/>
            <p:cNvSpPr/>
            <p:nvPr/>
          </p:nvSpPr>
          <p:spPr>
            <a:xfrm>
              <a:off x="5291287" y="230023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13" name="ph1713"/>
            <p:cNvSpPr/>
            <p:nvPr/>
          </p:nvSpPr>
          <p:spPr>
            <a:xfrm>
              <a:off x="5303799" y="230023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14" name="ph1714"/>
            <p:cNvSpPr/>
            <p:nvPr/>
          </p:nvSpPr>
          <p:spPr>
            <a:xfrm>
              <a:off x="5316311" y="230023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15" name="ph1715"/>
            <p:cNvSpPr/>
            <p:nvPr/>
          </p:nvSpPr>
          <p:spPr>
            <a:xfrm>
              <a:off x="5328824" y="230023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16" name="ph1716"/>
            <p:cNvSpPr/>
            <p:nvPr/>
          </p:nvSpPr>
          <p:spPr>
            <a:xfrm>
              <a:off x="5191188" y="231561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17" name="ph1717"/>
            <p:cNvSpPr/>
            <p:nvPr/>
          </p:nvSpPr>
          <p:spPr>
            <a:xfrm>
              <a:off x="5203700" y="231561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18" name="ph1718"/>
            <p:cNvSpPr/>
            <p:nvPr/>
          </p:nvSpPr>
          <p:spPr>
            <a:xfrm>
              <a:off x="5216212" y="231561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19" name="ph1719"/>
            <p:cNvSpPr/>
            <p:nvPr/>
          </p:nvSpPr>
          <p:spPr>
            <a:xfrm>
              <a:off x="5228724" y="231561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20" name="ph1720"/>
            <p:cNvSpPr/>
            <p:nvPr/>
          </p:nvSpPr>
          <p:spPr>
            <a:xfrm>
              <a:off x="5241237" y="231561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21" name="ph1721"/>
            <p:cNvSpPr/>
            <p:nvPr/>
          </p:nvSpPr>
          <p:spPr>
            <a:xfrm>
              <a:off x="5253749" y="231561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22" name="ph1722"/>
            <p:cNvSpPr/>
            <p:nvPr/>
          </p:nvSpPr>
          <p:spPr>
            <a:xfrm>
              <a:off x="5266261" y="231561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23" name="ph1723"/>
            <p:cNvSpPr/>
            <p:nvPr/>
          </p:nvSpPr>
          <p:spPr>
            <a:xfrm>
              <a:off x="5278775" y="231561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24" name="ph1724"/>
            <p:cNvSpPr/>
            <p:nvPr/>
          </p:nvSpPr>
          <p:spPr>
            <a:xfrm>
              <a:off x="5291287" y="231561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25" name="ph1725"/>
            <p:cNvSpPr/>
            <p:nvPr/>
          </p:nvSpPr>
          <p:spPr>
            <a:xfrm>
              <a:off x="5303799" y="231561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26" name="ph1726"/>
            <p:cNvSpPr/>
            <p:nvPr/>
          </p:nvSpPr>
          <p:spPr>
            <a:xfrm>
              <a:off x="5316311" y="231561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27" name="ph1727"/>
            <p:cNvSpPr/>
            <p:nvPr/>
          </p:nvSpPr>
          <p:spPr>
            <a:xfrm>
              <a:off x="5328824" y="231561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28" name="ph1728"/>
            <p:cNvSpPr/>
            <p:nvPr/>
          </p:nvSpPr>
          <p:spPr>
            <a:xfrm>
              <a:off x="5178675" y="23309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29" name="ph1729"/>
            <p:cNvSpPr/>
            <p:nvPr/>
          </p:nvSpPr>
          <p:spPr>
            <a:xfrm>
              <a:off x="5191188" y="23309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30" name="ph1730"/>
            <p:cNvSpPr/>
            <p:nvPr/>
          </p:nvSpPr>
          <p:spPr>
            <a:xfrm>
              <a:off x="5203700" y="23309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31" name="ph1731"/>
            <p:cNvSpPr/>
            <p:nvPr/>
          </p:nvSpPr>
          <p:spPr>
            <a:xfrm>
              <a:off x="5216212" y="23309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32" name="ph1732"/>
            <p:cNvSpPr/>
            <p:nvPr/>
          </p:nvSpPr>
          <p:spPr>
            <a:xfrm>
              <a:off x="5228724" y="23309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33" name="ph1733"/>
            <p:cNvSpPr/>
            <p:nvPr/>
          </p:nvSpPr>
          <p:spPr>
            <a:xfrm>
              <a:off x="5241237" y="23309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34" name="ph1734"/>
            <p:cNvSpPr/>
            <p:nvPr/>
          </p:nvSpPr>
          <p:spPr>
            <a:xfrm>
              <a:off x="5253749" y="23309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35" name="ph1735"/>
            <p:cNvSpPr/>
            <p:nvPr/>
          </p:nvSpPr>
          <p:spPr>
            <a:xfrm>
              <a:off x="5266261" y="23309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36" name="ph1736"/>
            <p:cNvSpPr/>
            <p:nvPr/>
          </p:nvSpPr>
          <p:spPr>
            <a:xfrm>
              <a:off x="5278775" y="23309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37" name="ph1737"/>
            <p:cNvSpPr/>
            <p:nvPr/>
          </p:nvSpPr>
          <p:spPr>
            <a:xfrm>
              <a:off x="5291287" y="23309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38" name="ph1738"/>
            <p:cNvSpPr/>
            <p:nvPr/>
          </p:nvSpPr>
          <p:spPr>
            <a:xfrm>
              <a:off x="5303799" y="23309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39" name="ph1739"/>
            <p:cNvSpPr/>
            <p:nvPr/>
          </p:nvSpPr>
          <p:spPr>
            <a:xfrm>
              <a:off x="5316311" y="23309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40" name="ph1740"/>
            <p:cNvSpPr/>
            <p:nvPr/>
          </p:nvSpPr>
          <p:spPr>
            <a:xfrm>
              <a:off x="5328824" y="23309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41" name="ph1741"/>
            <p:cNvSpPr/>
            <p:nvPr/>
          </p:nvSpPr>
          <p:spPr>
            <a:xfrm>
              <a:off x="5341336" y="23309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42" name="ph1742"/>
            <p:cNvSpPr/>
            <p:nvPr/>
          </p:nvSpPr>
          <p:spPr>
            <a:xfrm>
              <a:off x="5178675" y="234636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43" name="ph1743"/>
            <p:cNvSpPr/>
            <p:nvPr/>
          </p:nvSpPr>
          <p:spPr>
            <a:xfrm>
              <a:off x="5191188" y="234636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44" name="ph1744"/>
            <p:cNvSpPr/>
            <p:nvPr/>
          </p:nvSpPr>
          <p:spPr>
            <a:xfrm>
              <a:off x="5203700" y="234636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45" name="ph1745"/>
            <p:cNvSpPr/>
            <p:nvPr/>
          </p:nvSpPr>
          <p:spPr>
            <a:xfrm>
              <a:off x="5216212" y="234636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46" name="ph1746"/>
            <p:cNvSpPr/>
            <p:nvPr/>
          </p:nvSpPr>
          <p:spPr>
            <a:xfrm>
              <a:off x="5228724" y="234636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47" name="ph1747"/>
            <p:cNvSpPr/>
            <p:nvPr/>
          </p:nvSpPr>
          <p:spPr>
            <a:xfrm>
              <a:off x="5241237" y="234636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48" name="ph1748"/>
            <p:cNvSpPr/>
            <p:nvPr/>
          </p:nvSpPr>
          <p:spPr>
            <a:xfrm>
              <a:off x="5253749" y="234636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49" name="ph1749"/>
            <p:cNvSpPr/>
            <p:nvPr/>
          </p:nvSpPr>
          <p:spPr>
            <a:xfrm>
              <a:off x="5266261" y="234636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50" name="ph1750"/>
            <p:cNvSpPr/>
            <p:nvPr/>
          </p:nvSpPr>
          <p:spPr>
            <a:xfrm>
              <a:off x="5278775" y="234636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51" name="ph1751"/>
            <p:cNvSpPr/>
            <p:nvPr/>
          </p:nvSpPr>
          <p:spPr>
            <a:xfrm>
              <a:off x="5291287" y="234636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52" name="ph1752"/>
            <p:cNvSpPr/>
            <p:nvPr/>
          </p:nvSpPr>
          <p:spPr>
            <a:xfrm>
              <a:off x="5303799" y="234636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53" name="ph1753"/>
            <p:cNvSpPr/>
            <p:nvPr/>
          </p:nvSpPr>
          <p:spPr>
            <a:xfrm>
              <a:off x="5316311" y="234636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54" name="ph1754"/>
            <p:cNvSpPr/>
            <p:nvPr/>
          </p:nvSpPr>
          <p:spPr>
            <a:xfrm>
              <a:off x="5328824" y="234636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55" name="ph1755"/>
            <p:cNvSpPr/>
            <p:nvPr/>
          </p:nvSpPr>
          <p:spPr>
            <a:xfrm>
              <a:off x="5341336" y="234636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56" name="ph1756"/>
            <p:cNvSpPr/>
            <p:nvPr/>
          </p:nvSpPr>
          <p:spPr>
            <a:xfrm>
              <a:off x="5353848" y="234636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57" name="ph1757"/>
            <p:cNvSpPr/>
            <p:nvPr/>
          </p:nvSpPr>
          <p:spPr>
            <a:xfrm>
              <a:off x="5178675" y="236174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58" name="ph1758"/>
            <p:cNvSpPr/>
            <p:nvPr/>
          </p:nvSpPr>
          <p:spPr>
            <a:xfrm>
              <a:off x="5191188" y="236174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59" name="ph1759"/>
            <p:cNvSpPr/>
            <p:nvPr/>
          </p:nvSpPr>
          <p:spPr>
            <a:xfrm>
              <a:off x="5203700" y="236174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60" name="ph1760"/>
            <p:cNvSpPr/>
            <p:nvPr/>
          </p:nvSpPr>
          <p:spPr>
            <a:xfrm>
              <a:off x="5216212" y="236174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61" name="ph1761"/>
            <p:cNvSpPr/>
            <p:nvPr/>
          </p:nvSpPr>
          <p:spPr>
            <a:xfrm>
              <a:off x="5228724" y="236174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62" name="ph1762"/>
            <p:cNvSpPr/>
            <p:nvPr/>
          </p:nvSpPr>
          <p:spPr>
            <a:xfrm>
              <a:off x="5241237" y="236174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63" name="ph1763"/>
            <p:cNvSpPr/>
            <p:nvPr/>
          </p:nvSpPr>
          <p:spPr>
            <a:xfrm>
              <a:off x="5253749" y="236174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64" name="ph1764"/>
            <p:cNvSpPr/>
            <p:nvPr/>
          </p:nvSpPr>
          <p:spPr>
            <a:xfrm>
              <a:off x="5266261" y="236174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65" name="ph1765"/>
            <p:cNvSpPr/>
            <p:nvPr/>
          </p:nvSpPr>
          <p:spPr>
            <a:xfrm>
              <a:off x="5278775" y="236174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66" name="ph1766"/>
            <p:cNvSpPr/>
            <p:nvPr/>
          </p:nvSpPr>
          <p:spPr>
            <a:xfrm>
              <a:off x="5291287" y="236174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67" name="ph1767"/>
            <p:cNvSpPr/>
            <p:nvPr/>
          </p:nvSpPr>
          <p:spPr>
            <a:xfrm>
              <a:off x="5303799" y="236174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68" name="ph1768"/>
            <p:cNvSpPr/>
            <p:nvPr/>
          </p:nvSpPr>
          <p:spPr>
            <a:xfrm>
              <a:off x="5316311" y="236174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69" name="ph1769"/>
            <p:cNvSpPr/>
            <p:nvPr/>
          </p:nvSpPr>
          <p:spPr>
            <a:xfrm>
              <a:off x="5328824" y="236174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70" name="ph1770"/>
            <p:cNvSpPr/>
            <p:nvPr/>
          </p:nvSpPr>
          <p:spPr>
            <a:xfrm>
              <a:off x="5341336" y="236174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71" name="ph1771"/>
            <p:cNvSpPr/>
            <p:nvPr/>
          </p:nvSpPr>
          <p:spPr>
            <a:xfrm>
              <a:off x="5353848" y="236174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72" name="ph1772"/>
            <p:cNvSpPr/>
            <p:nvPr/>
          </p:nvSpPr>
          <p:spPr>
            <a:xfrm>
              <a:off x="5178675" y="237711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73" name="ph1773"/>
            <p:cNvSpPr/>
            <p:nvPr/>
          </p:nvSpPr>
          <p:spPr>
            <a:xfrm>
              <a:off x="5191188" y="237711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74" name="ph1774"/>
            <p:cNvSpPr/>
            <p:nvPr/>
          </p:nvSpPr>
          <p:spPr>
            <a:xfrm>
              <a:off x="5203700" y="237711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75" name="ph1775"/>
            <p:cNvSpPr/>
            <p:nvPr/>
          </p:nvSpPr>
          <p:spPr>
            <a:xfrm>
              <a:off x="5216212" y="237711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76" name="ph1776"/>
            <p:cNvSpPr/>
            <p:nvPr/>
          </p:nvSpPr>
          <p:spPr>
            <a:xfrm>
              <a:off x="5228724" y="237711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77" name="ph1777"/>
            <p:cNvSpPr/>
            <p:nvPr/>
          </p:nvSpPr>
          <p:spPr>
            <a:xfrm>
              <a:off x="5241237" y="237711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CB0AB">
                <a:alpha val="100000"/>
              </a:srgbClr>
            </a:solidFill>
            <a:ln w="5420" cap="flat">
              <a:solidFill>
                <a:srgbClr val="4C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78" name="ph1778"/>
            <p:cNvSpPr/>
            <p:nvPr/>
          </p:nvSpPr>
          <p:spPr>
            <a:xfrm>
              <a:off x="5253749" y="237711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79" name="ph1779"/>
            <p:cNvSpPr/>
            <p:nvPr/>
          </p:nvSpPr>
          <p:spPr>
            <a:xfrm>
              <a:off x="5266261" y="237711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80" name="ph1780"/>
            <p:cNvSpPr/>
            <p:nvPr/>
          </p:nvSpPr>
          <p:spPr>
            <a:xfrm>
              <a:off x="5278775" y="237711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81" name="ph1781"/>
            <p:cNvSpPr/>
            <p:nvPr/>
          </p:nvSpPr>
          <p:spPr>
            <a:xfrm>
              <a:off x="5291287" y="237711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82" name="ph1782"/>
            <p:cNvSpPr/>
            <p:nvPr/>
          </p:nvSpPr>
          <p:spPr>
            <a:xfrm>
              <a:off x="5303799" y="237711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83" name="ph1783"/>
            <p:cNvSpPr/>
            <p:nvPr/>
          </p:nvSpPr>
          <p:spPr>
            <a:xfrm>
              <a:off x="5316311" y="237711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84" name="ph1784"/>
            <p:cNvSpPr/>
            <p:nvPr/>
          </p:nvSpPr>
          <p:spPr>
            <a:xfrm>
              <a:off x="5328824" y="237711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85" name="ph1785"/>
            <p:cNvSpPr/>
            <p:nvPr/>
          </p:nvSpPr>
          <p:spPr>
            <a:xfrm>
              <a:off x="5341336" y="237711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86" name="ph1786"/>
            <p:cNvSpPr/>
            <p:nvPr/>
          </p:nvSpPr>
          <p:spPr>
            <a:xfrm>
              <a:off x="5353848" y="237711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87" name="ph1787"/>
            <p:cNvSpPr/>
            <p:nvPr/>
          </p:nvSpPr>
          <p:spPr>
            <a:xfrm>
              <a:off x="5366360" y="237711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88" name="ph1788"/>
            <p:cNvSpPr/>
            <p:nvPr/>
          </p:nvSpPr>
          <p:spPr>
            <a:xfrm>
              <a:off x="5191188" y="239249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89" name="ph1789"/>
            <p:cNvSpPr/>
            <p:nvPr/>
          </p:nvSpPr>
          <p:spPr>
            <a:xfrm>
              <a:off x="5203700" y="239249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90" name="ph1790"/>
            <p:cNvSpPr/>
            <p:nvPr/>
          </p:nvSpPr>
          <p:spPr>
            <a:xfrm>
              <a:off x="5216212" y="239249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91" name="ph1791"/>
            <p:cNvSpPr/>
            <p:nvPr/>
          </p:nvSpPr>
          <p:spPr>
            <a:xfrm>
              <a:off x="5228724" y="239249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92" name="ph1792"/>
            <p:cNvSpPr/>
            <p:nvPr/>
          </p:nvSpPr>
          <p:spPr>
            <a:xfrm>
              <a:off x="5241237" y="239249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93" name="ph1793"/>
            <p:cNvSpPr/>
            <p:nvPr/>
          </p:nvSpPr>
          <p:spPr>
            <a:xfrm>
              <a:off x="5253749" y="239249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94" name="ph1794"/>
            <p:cNvSpPr/>
            <p:nvPr/>
          </p:nvSpPr>
          <p:spPr>
            <a:xfrm>
              <a:off x="5266261" y="239249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95" name="ph1795"/>
            <p:cNvSpPr/>
            <p:nvPr/>
          </p:nvSpPr>
          <p:spPr>
            <a:xfrm>
              <a:off x="5278775" y="239249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96" name="ph1796"/>
            <p:cNvSpPr/>
            <p:nvPr/>
          </p:nvSpPr>
          <p:spPr>
            <a:xfrm>
              <a:off x="5291287" y="239249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97" name="ph1797"/>
            <p:cNvSpPr/>
            <p:nvPr/>
          </p:nvSpPr>
          <p:spPr>
            <a:xfrm>
              <a:off x="5303799" y="239249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98" name="ph1798"/>
            <p:cNvSpPr/>
            <p:nvPr/>
          </p:nvSpPr>
          <p:spPr>
            <a:xfrm>
              <a:off x="5316311" y="239249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99" name="ph1799"/>
            <p:cNvSpPr/>
            <p:nvPr/>
          </p:nvSpPr>
          <p:spPr>
            <a:xfrm>
              <a:off x="5328824" y="239249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00" name="ph1800"/>
            <p:cNvSpPr/>
            <p:nvPr/>
          </p:nvSpPr>
          <p:spPr>
            <a:xfrm>
              <a:off x="5341336" y="239249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01" name="ph1801"/>
            <p:cNvSpPr/>
            <p:nvPr/>
          </p:nvSpPr>
          <p:spPr>
            <a:xfrm>
              <a:off x="5353848" y="239249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02" name="ph1802"/>
            <p:cNvSpPr/>
            <p:nvPr/>
          </p:nvSpPr>
          <p:spPr>
            <a:xfrm>
              <a:off x="5366360" y="239249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03" name="ph1803"/>
            <p:cNvSpPr/>
            <p:nvPr/>
          </p:nvSpPr>
          <p:spPr>
            <a:xfrm>
              <a:off x="5153651" y="240786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04" name="ph1804"/>
            <p:cNvSpPr/>
            <p:nvPr/>
          </p:nvSpPr>
          <p:spPr>
            <a:xfrm>
              <a:off x="5166163" y="240786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05" name="ph1805"/>
            <p:cNvSpPr/>
            <p:nvPr/>
          </p:nvSpPr>
          <p:spPr>
            <a:xfrm>
              <a:off x="5178675" y="240786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06" name="ph1806"/>
            <p:cNvSpPr/>
            <p:nvPr/>
          </p:nvSpPr>
          <p:spPr>
            <a:xfrm>
              <a:off x="5191188" y="240786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07" name="ph1807"/>
            <p:cNvSpPr/>
            <p:nvPr/>
          </p:nvSpPr>
          <p:spPr>
            <a:xfrm>
              <a:off x="5203700" y="240786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08" name="ph1808"/>
            <p:cNvSpPr/>
            <p:nvPr/>
          </p:nvSpPr>
          <p:spPr>
            <a:xfrm>
              <a:off x="5216212" y="240786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09" name="ph1809"/>
            <p:cNvSpPr/>
            <p:nvPr/>
          </p:nvSpPr>
          <p:spPr>
            <a:xfrm>
              <a:off x="5228724" y="240786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10" name="ph1810"/>
            <p:cNvSpPr/>
            <p:nvPr/>
          </p:nvSpPr>
          <p:spPr>
            <a:xfrm>
              <a:off x="5241237" y="240786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11" name="ph1811"/>
            <p:cNvSpPr/>
            <p:nvPr/>
          </p:nvSpPr>
          <p:spPr>
            <a:xfrm>
              <a:off x="5253749" y="240786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12" name="ph1812"/>
            <p:cNvSpPr/>
            <p:nvPr/>
          </p:nvSpPr>
          <p:spPr>
            <a:xfrm>
              <a:off x="5266261" y="240786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13" name="ph1813"/>
            <p:cNvSpPr/>
            <p:nvPr/>
          </p:nvSpPr>
          <p:spPr>
            <a:xfrm>
              <a:off x="5278775" y="240786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14" name="ph1814"/>
            <p:cNvSpPr/>
            <p:nvPr/>
          </p:nvSpPr>
          <p:spPr>
            <a:xfrm>
              <a:off x="5291287" y="240786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15" name="ph1815"/>
            <p:cNvSpPr/>
            <p:nvPr/>
          </p:nvSpPr>
          <p:spPr>
            <a:xfrm>
              <a:off x="5303799" y="240786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16" name="ph1816"/>
            <p:cNvSpPr/>
            <p:nvPr/>
          </p:nvSpPr>
          <p:spPr>
            <a:xfrm>
              <a:off x="5316311" y="240786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17" name="ph1817"/>
            <p:cNvSpPr/>
            <p:nvPr/>
          </p:nvSpPr>
          <p:spPr>
            <a:xfrm>
              <a:off x="5328824" y="240786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18" name="ph1818"/>
            <p:cNvSpPr/>
            <p:nvPr/>
          </p:nvSpPr>
          <p:spPr>
            <a:xfrm>
              <a:off x="5341336" y="240786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19" name="ph1819"/>
            <p:cNvSpPr/>
            <p:nvPr/>
          </p:nvSpPr>
          <p:spPr>
            <a:xfrm>
              <a:off x="5353848" y="240786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20" name="ph1820"/>
            <p:cNvSpPr/>
            <p:nvPr/>
          </p:nvSpPr>
          <p:spPr>
            <a:xfrm>
              <a:off x="5153651" y="242324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21" name="ph1821"/>
            <p:cNvSpPr/>
            <p:nvPr/>
          </p:nvSpPr>
          <p:spPr>
            <a:xfrm>
              <a:off x="5166163" y="242324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22" name="ph1822"/>
            <p:cNvSpPr/>
            <p:nvPr/>
          </p:nvSpPr>
          <p:spPr>
            <a:xfrm>
              <a:off x="5178675" y="242324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23" name="ph1823"/>
            <p:cNvSpPr/>
            <p:nvPr/>
          </p:nvSpPr>
          <p:spPr>
            <a:xfrm>
              <a:off x="5191188" y="242324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24" name="ph1824"/>
            <p:cNvSpPr/>
            <p:nvPr/>
          </p:nvSpPr>
          <p:spPr>
            <a:xfrm>
              <a:off x="5203700" y="242324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25" name="ph1825"/>
            <p:cNvSpPr/>
            <p:nvPr/>
          </p:nvSpPr>
          <p:spPr>
            <a:xfrm>
              <a:off x="5216212" y="242324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26" name="ph1826"/>
            <p:cNvSpPr/>
            <p:nvPr/>
          </p:nvSpPr>
          <p:spPr>
            <a:xfrm>
              <a:off x="5228724" y="242324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27" name="ph1827"/>
            <p:cNvSpPr/>
            <p:nvPr/>
          </p:nvSpPr>
          <p:spPr>
            <a:xfrm>
              <a:off x="5241237" y="242324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28" name="ph1828"/>
            <p:cNvSpPr/>
            <p:nvPr/>
          </p:nvSpPr>
          <p:spPr>
            <a:xfrm>
              <a:off x="5253749" y="242324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29" name="ph1829"/>
            <p:cNvSpPr/>
            <p:nvPr/>
          </p:nvSpPr>
          <p:spPr>
            <a:xfrm>
              <a:off x="5266261" y="242324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30" name="ph1830"/>
            <p:cNvSpPr/>
            <p:nvPr/>
          </p:nvSpPr>
          <p:spPr>
            <a:xfrm>
              <a:off x="5278775" y="242324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31" name="ph1831"/>
            <p:cNvSpPr/>
            <p:nvPr/>
          </p:nvSpPr>
          <p:spPr>
            <a:xfrm>
              <a:off x="5291287" y="242324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32" name="ph1832"/>
            <p:cNvSpPr/>
            <p:nvPr/>
          </p:nvSpPr>
          <p:spPr>
            <a:xfrm>
              <a:off x="5303799" y="242324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33" name="ph1833"/>
            <p:cNvSpPr/>
            <p:nvPr/>
          </p:nvSpPr>
          <p:spPr>
            <a:xfrm>
              <a:off x="5316311" y="242324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34" name="ph1834"/>
            <p:cNvSpPr/>
            <p:nvPr/>
          </p:nvSpPr>
          <p:spPr>
            <a:xfrm>
              <a:off x="5328824" y="242324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35" name="ph1835"/>
            <p:cNvSpPr/>
            <p:nvPr/>
          </p:nvSpPr>
          <p:spPr>
            <a:xfrm>
              <a:off x="5341336" y="242324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36" name="ph1836"/>
            <p:cNvSpPr/>
            <p:nvPr/>
          </p:nvSpPr>
          <p:spPr>
            <a:xfrm>
              <a:off x="5153651" y="24386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37" name="ph1837"/>
            <p:cNvSpPr/>
            <p:nvPr/>
          </p:nvSpPr>
          <p:spPr>
            <a:xfrm>
              <a:off x="5166163" y="24386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38" name="ph1838"/>
            <p:cNvSpPr/>
            <p:nvPr/>
          </p:nvSpPr>
          <p:spPr>
            <a:xfrm>
              <a:off x="5178675" y="24386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39" name="ph1839"/>
            <p:cNvSpPr/>
            <p:nvPr/>
          </p:nvSpPr>
          <p:spPr>
            <a:xfrm>
              <a:off x="5191188" y="24386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40" name="ph1840"/>
            <p:cNvSpPr/>
            <p:nvPr/>
          </p:nvSpPr>
          <p:spPr>
            <a:xfrm>
              <a:off x="5203700" y="24386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41" name="ph1841"/>
            <p:cNvSpPr/>
            <p:nvPr/>
          </p:nvSpPr>
          <p:spPr>
            <a:xfrm>
              <a:off x="5216212" y="24386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42" name="ph1842"/>
            <p:cNvSpPr/>
            <p:nvPr/>
          </p:nvSpPr>
          <p:spPr>
            <a:xfrm>
              <a:off x="5228724" y="24386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43" name="ph1843"/>
            <p:cNvSpPr/>
            <p:nvPr/>
          </p:nvSpPr>
          <p:spPr>
            <a:xfrm>
              <a:off x="5241237" y="24386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44" name="ph1844"/>
            <p:cNvSpPr/>
            <p:nvPr/>
          </p:nvSpPr>
          <p:spPr>
            <a:xfrm>
              <a:off x="5253749" y="24386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45" name="ph1845"/>
            <p:cNvSpPr/>
            <p:nvPr/>
          </p:nvSpPr>
          <p:spPr>
            <a:xfrm>
              <a:off x="5266261" y="24386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46" name="ph1846"/>
            <p:cNvSpPr/>
            <p:nvPr/>
          </p:nvSpPr>
          <p:spPr>
            <a:xfrm>
              <a:off x="5278775" y="24386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47" name="ph1847"/>
            <p:cNvSpPr/>
            <p:nvPr/>
          </p:nvSpPr>
          <p:spPr>
            <a:xfrm>
              <a:off x="5291287" y="24386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48" name="ph1848"/>
            <p:cNvSpPr/>
            <p:nvPr/>
          </p:nvSpPr>
          <p:spPr>
            <a:xfrm>
              <a:off x="5303799" y="24386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49" name="ph1849"/>
            <p:cNvSpPr/>
            <p:nvPr/>
          </p:nvSpPr>
          <p:spPr>
            <a:xfrm>
              <a:off x="5316311" y="24386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50" name="ph1850"/>
            <p:cNvSpPr/>
            <p:nvPr/>
          </p:nvSpPr>
          <p:spPr>
            <a:xfrm>
              <a:off x="5328824" y="24386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51" name="ph1851"/>
            <p:cNvSpPr/>
            <p:nvPr/>
          </p:nvSpPr>
          <p:spPr>
            <a:xfrm>
              <a:off x="5153651" y="24539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52" name="ph1852"/>
            <p:cNvSpPr/>
            <p:nvPr/>
          </p:nvSpPr>
          <p:spPr>
            <a:xfrm>
              <a:off x="5166163" y="24539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53" name="ph1853"/>
            <p:cNvSpPr/>
            <p:nvPr/>
          </p:nvSpPr>
          <p:spPr>
            <a:xfrm>
              <a:off x="5178675" y="24539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54" name="ph1854"/>
            <p:cNvSpPr/>
            <p:nvPr/>
          </p:nvSpPr>
          <p:spPr>
            <a:xfrm>
              <a:off x="5191188" y="24539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55" name="ph1855"/>
            <p:cNvSpPr/>
            <p:nvPr/>
          </p:nvSpPr>
          <p:spPr>
            <a:xfrm>
              <a:off x="5203700" y="24539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56" name="ph1856"/>
            <p:cNvSpPr/>
            <p:nvPr/>
          </p:nvSpPr>
          <p:spPr>
            <a:xfrm>
              <a:off x="5216212" y="24539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57" name="ph1857"/>
            <p:cNvSpPr/>
            <p:nvPr/>
          </p:nvSpPr>
          <p:spPr>
            <a:xfrm>
              <a:off x="5228724" y="24539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58" name="ph1858"/>
            <p:cNvSpPr/>
            <p:nvPr/>
          </p:nvSpPr>
          <p:spPr>
            <a:xfrm>
              <a:off x="5241237" y="24539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59" name="ph1859"/>
            <p:cNvSpPr/>
            <p:nvPr/>
          </p:nvSpPr>
          <p:spPr>
            <a:xfrm>
              <a:off x="5253749" y="24539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60" name="ph1860"/>
            <p:cNvSpPr/>
            <p:nvPr/>
          </p:nvSpPr>
          <p:spPr>
            <a:xfrm>
              <a:off x="5266261" y="24539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61" name="ph1861"/>
            <p:cNvSpPr/>
            <p:nvPr/>
          </p:nvSpPr>
          <p:spPr>
            <a:xfrm>
              <a:off x="5278775" y="24539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62" name="ph1862"/>
            <p:cNvSpPr/>
            <p:nvPr/>
          </p:nvSpPr>
          <p:spPr>
            <a:xfrm>
              <a:off x="5291287" y="24539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63" name="ph1863"/>
            <p:cNvSpPr/>
            <p:nvPr/>
          </p:nvSpPr>
          <p:spPr>
            <a:xfrm>
              <a:off x="5303799" y="24539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64" name="ph1864"/>
            <p:cNvSpPr/>
            <p:nvPr/>
          </p:nvSpPr>
          <p:spPr>
            <a:xfrm>
              <a:off x="5316311" y="24539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65" name="ph1865"/>
            <p:cNvSpPr/>
            <p:nvPr/>
          </p:nvSpPr>
          <p:spPr>
            <a:xfrm>
              <a:off x="5141139" y="24693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66" name="ph1866"/>
            <p:cNvSpPr/>
            <p:nvPr/>
          </p:nvSpPr>
          <p:spPr>
            <a:xfrm>
              <a:off x="5153651" y="24693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67" name="ph1867"/>
            <p:cNvSpPr/>
            <p:nvPr/>
          </p:nvSpPr>
          <p:spPr>
            <a:xfrm>
              <a:off x="5166163" y="24693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68" name="ph1868"/>
            <p:cNvSpPr/>
            <p:nvPr/>
          </p:nvSpPr>
          <p:spPr>
            <a:xfrm>
              <a:off x="5178675" y="24693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69" name="ph1869"/>
            <p:cNvSpPr/>
            <p:nvPr/>
          </p:nvSpPr>
          <p:spPr>
            <a:xfrm>
              <a:off x="5191188" y="24693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70" name="ph1870"/>
            <p:cNvSpPr/>
            <p:nvPr/>
          </p:nvSpPr>
          <p:spPr>
            <a:xfrm>
              <a:off x="5203700" y="24693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71" name="ph1871"/>
            <p:cNvSpPr/>
            <p:nvPr/>
          </p:nvSpPr>
          <p:spPr>
            <a:xfrm>
              <a:off x="5216212" y="24693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72" name="ph1872"/>
            <p:cNvSpPr/>
            <p:nvPr/>
          </p:nvSpPr>
          <p:spPr>
            <a:xfrm>
              <a:off x="5228724" y="24693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73" name="ph1873"/>
            <p:cNvSpPr/>
            <p:nvPr/>
          </p:nvSpPr>
          <p:spPr>
            <a:xfrm>
              <a:off x="5241237" y="24693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74" name="ph1874"/>
            <p:cNvSpPr/>
            <p:nvPr/>
          </p:nvSpPr>
          <p:spPr>
            <a:xfrm>
              <a:off x="5253749" y="24693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75" name="ph1875"/>
            <p:cNvSpPr/>
            <p:nvPr/>
          </p:nvSpPr>
          <p:spPr>
            <a:xfrm>
              <a:off x="5266261" y="24693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6AA">
                <a:alpha val="100000"/>
              </a:srgbClr>
            </a:solidFill>
            <a:ln w="5420" cap="flat">
              <a:solidFill>
                <a:srgbClr val="42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76" name="ph1876"/>
            <p:cNvSpPr/>
            <p:nvPr/>
          </p:nvSpPr>
          <p:spPr>
            <a:xfrm>
              <a:off x="5278775" y="24693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77" name="ph1877"/>
            <p:cNvSpPr/>
            <p:nvPr/>
          </p:nvSpPr>
          <p:spPr>
            <a:xfrm>
              <a:off x="5291287" y="24693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78" name="ph1878"/>
            <p:cNvSpPr/>
            <p:nvPr/>
          </p:nvSpPr>
          <p:spPr>
            <a:xfrm>
              <a:off x="5141139" y="24847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79" name="ph1879"/>
            <p:cNvSpPr/>
            <p:nvPr/>
          </p:nvSpPr>
          <p:spPr>
            <a:xfrm>
              <a:off x="5153651" y="24847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80" name="ph1880"/>
            <p:cNvSpPr/>
            <p:nvPr/>
          </p:nvSpPr>
          <p:spPr>
            <a:xfrm>
              <a:off x="5166163" y="24847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81" name="ph1881"/>
            <p:cNvSpPr/>
            <p:nvPr/>
          </p:nvSpPr>
          <p:spPr>
            <a:xfrm>
              <a:off x="5178675" y="24847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82" name="ph1882"/>
            <p:cNvSpPr/>
            <p:nvPr/>
          </p:nvSpPr>
          <p:spPr>
            <a:xfrm>
              <a:off x="5191188" y="24847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83" name="ph1883"/>
            <p:cNvSpPr/>
            <p:nvPr/>
          </p:nvSpPr>
          <p:spPr>
            <a:xfrm>
              <a:off x="5203700" y="24847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84" name="ph1884"/>
            <p:cNvSpPr/>
            <p:nvPr/>
          </p:nvSpPr>
          <p:spPr>
            <a:xfrm>
              <a:off x="5216212" y="24847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85" name="ph1885"/>
            <p:cNvSpPr/>
            <p:nvPr/>
          </p:nvSpPr>
          <p:spPr>
            <a:xfrm>
              <a:off x="5228724" y="24847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86" name="ph1886"/>
            <p:cNvSpPr/>
            <p:nvPr/>
          </p:nvSpPr>
          <p:spPr>
            <a:xfrm>
              <a:off x="5241237" y="24847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87" name="ph1887"/>
            <p:cNvSpPr/>
            <p:nvPr/>
          </p:nvSpPr>
          <p:spPr>
            <a:xfrm>
              <a:off x="5253749" y="24847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88" name="ph1888"/>
            <p:cNvSpPr/>
            <p:nvPr/>
          </p:nvSpPr>
          <p:spPr>
            <a:xfrm>
              <a:off x="5266261" y="24847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89" name="ph1889"/>
            <p:cNvSpPr/>
            <p:nvPr/>
          </p:nvSpPr>
          <p:spPr>
            <a:xfrm>
              <a:off x="5278775" y="24847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90" name="ph1890"/>
            <p:cNvSpPr/>
            <p:nvPr/>
          </p:nvSpPr>
          <p:spPr>
            <a:xfrm>
              <a:off x="5141139" y="250012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91" name="ph1891"/>
            <p:cNvSpPr/>
            <p:nvPr/>
          </p:nvSpPr>
          <p:spPr>
            <a:xfrm>
              <a:off x="5153651" y="250012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92" name="ph1892"/>
            <p:cNvSpPr/>
            <p:nvPr/>
          </p:nvSpPr>
          <p:spPr>
            <a:xfrm>
              <a:off x="5166163" y="250012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93" name="ph1893"/>
            <p:cNvSpPr/>
            <p:nvPr/>
          </p:nvSpPr>
          <p:spPr>
            <a:xfrm>
              <a:off x="5178675" y="250012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94" name="ph1894"/>
            <p:cNvSpPr/>
            <p:nvPr/>
          </p:nvSpPr>
          <p:spPr>
            <a:xfrm>
              <a:off x="5191188" y="250012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95" name="ph1895"/>
            <p:cNvSpPr/>
            <p:nvPr/>
          </p:nvSpPr>
          <p:spPr>
            <a:xfrm>
              <a:off x="5203700" y="250012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96" name="ph1896"/>
            <p:cNvSpPr/>
            <p:nvPr/>
          </p:nvSpPr>
          <p:spPr>
            <a:xfrm>
              <a:off x="5216212" y="250012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97" name="ph1897"/>
            <p:cNvSpPr/>
            <p:nvPr/>
          </p:nvSpPr>
          <p:spPr>
            <a:xfrm>
              <a:off x="5228724" y="250012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98" name="ph1898"/>
            <p:cNvSpPr/>
            <p:nvPr/>
          </p:nvSpPr>
          <p:spPr>
            <a:xfrm>
              <a:off x="5241237" y="250012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99" name="ph1899"/>
            <p:cNvSpPr/>
            <p:nvPr/>
          </p:nvSpPr>
          <p:spPr>
            <a:xfrm>
              <a:off x="5253749" y="250012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00" name="ph1900"/>
            <p:cNvSpPr/>
            <p:nvPr/>
          </p:nvSpPr>
          <p:spPr>
            <a:xfrm>
              <a:off x="5266261" y="250012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01" name="ph1901"/>
            <p:cNvSpPr/>
            <p:nvPr/>
          </p:nvSpPr>
          <p:spPr>
            <a:xfrm>
              <a:off x="5116113" y="25154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02" name="ph1902"/>
            <p:cNvSpPr/>
            <p:nvPr/>
          </p:nvSpPr>
          <p:spPr>
            <a:xfrm>
              <a:off x="5128625" y="25154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03" name="ph1903"/>
            <p:cNvSpPr/>
            <p:nvPr/>
          </p:nvSpPr>
          <p:spPr>
            <a:xfrm>
              <a:off x="5141139" y="25154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04" name="ph1904"/>
            <p:cNvSpPr/>
            <p:nvPr/>
          </p:nvSpPr>
          <p:spPr>
            <a:xfrm>
              <a:off x="5153651" y="25154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05" name="ph1905"/>
            <p:cNvSpPr/>
            <p:nvPr/>
          </p:nvSpPr>
          <p:spPr>
            <a:xfrm>
              <a:off x="5166163" y="25154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06" name="ph1906"/>
            <p:cNvSpPr/>
            <p:nvPr/>
          </p:nvSpPr>
          <p:spPr>
            <a:xfrm>
              <a:off x="5178675" y="25154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07" name="ph1907"/>
            <p:cNvSpPr/>
            <p:nvPr/>
          </p:nvSpPr>
          <p:spPr>
            <a:xfrm>
              <a:off x="5191188" y="25154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08" name="ph1908"/>
            <p:cNvSpPr/>
            <p:nvPr/>
          </p:nvSpPr>
          <p:spPr>
            <a:xfrm>
              <a:off x="5203700" y="25154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09" name="ph1909"/>
            <p:cNvSpPr/>
            <p:nvPr/>
          </p:nvSpPr>
          <p:spPr>
            <a:xfrm>
              <a:off x="5216212" y="25154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10" name="ph1910"/>
            <p:cNvSpPr/>
            <p:nvPr/>
          </p:nvSpPr>
          <p:spPr>
            <a:xfrm>
              <a:off x="5228724" y="25154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11" name="ph1911"/>
            <p:cNvSpPr/>
            <p:nvPr/>
          </p:nvSpPr>
          <p:spPr>
            <a:xfrm>
              <a:off x="5241237" y="25154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12" name="ph1912"/>
            <p:cNvSpPr/>
            <p:nvPr/>
          </p:nvSpPr>
          <p:spPr>
            <a:xfrm>
              <a:off x="5253749" y="25154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13" name="ph1913"/>
            <p:cNvSpPr/>
            <p:nvPr/>
          </p:nvSpPr>
          <p:spPr>
            <a:xfrm>
              <a:off x="5266261" y="25154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14" name="ph1914"/>
            <p:cNvSpPr/>
            <p:nvPr/>
          </p:nvSpPr>
          <p:spPr>
            <a:xfrm>
              <a:off x="5103601" y="253087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15" name="ph1915"/>
            <p:cNvSpPr/>
            <p:nvPr/>
          </p:nvSpPr>
          <p:spPr>
            <a:xfrm>
              <a:off x="5116113" y="253087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16" name="ph1916"/>
            <p:cNvSpPr/>
            <p:nvPr/>
          </p:nvSpPr>
          <p:spPr>
            <a:xfrm>
              <a:off x="5128625" y="253087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17" name="ph1917"/>
            <p:cNvSpPr/>
            <p:nvPr/>
          </p:nvSpPr>
          <p:spPr>
            <a:xfrm>
              <a:off x="5141139" y="253087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18" name="ph1918"/>
            <p:cNvSpPr/>
            <p:nvPr/>
          </p:nvSpPr>
          <p:spPr>
            <a:xfrm>
              <a:off x="5153651" y="253087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19" name="ph1919"/>
            <p:cNvSpPr/>
            <p:nvPr/>
          </p:nvSpPr>
          <p:spPr>
            <a:xfrm>
              <a:off x="5166163" y="253087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20" name="ph1920"/>
            <p:cNvSpPr/>
            <p:nvPr/>
          </p:nvSpPr>
          <p:spPr>
            <a:xfrm>
              <a:off x="5178675" y="253087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21" name="ph1921"/>
            <p:cNvSpPr/>
            <p:nvPr/>
          </p:nvSpPr>
          <p:spPr>
            <a:xfrm>
              <a:off x="5191188" y="253087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22" name="ph1922"/>
            <p:cNvSpPr/>
            <p:nvPr/>
          </p:nvSpPr>
          <p:spPr>
            <a:xfrm>
              <a:off x="5203700" y="253087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23" name="ph1923"/>
            <p:cNvSpPr/>
            <p:nvPr/>
          </p:nvSpPr>
          <p:spPr>
            <a:xfrm>
              <a:off x="5216212" y="253087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24" name="ph1924"/>
            <p:cNvSpPr/>
            <p:nvPr/>
          </p:nvSpPr>
          <p:spPr>
            <a:xfrm>
              <a:off x="5228724" y="253087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25" name="ph1925"/>
            <p:cNvSpPr/>
            <p:nvPr/>
          </p:nvSpPr>
          <p:spPr>
            <a:xfrm>
              <a:off x="5241237" y="253087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26" name="ph1926"/>
            <p:cNvSpPr/>
            <p:nvPr/>
          </p:nvSpPr>
          <p:spPr>
            <a:xfrm>
              <a:off x="5253749" y="253087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27" name="ph1927"/>
            <p:cNvSpPr/>
            <p:nvPr/>
          </p:nvSpPr>
          <p:spPr>
            <a:xfrm>
              <a:off x="5266261" y="253087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28" name="ph1928"/>
            <p:cNvSpPr/>
            <p:nvPr/>
          </p:nvSpPr>
          <p:spPr>
            <a:xfrm>
              <a:off x="5103601" y="25462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29" name="ph1929"/>
            <p:cNvSpPr/>
            <p:nvPr/>
          </p:nvSpPr>
          <p:spPr>
            <a:xfrm>
              <a:off x="5116113" y="25462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30" name="ph1930"/>
            <p:cNvSpPr/>
            <p:nvPr/>
          </p:nvSpPr>
          <p:spPr>
            <a:xfrm>
              <a:off x="5128625" y="25462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31" name="ph1931"/>
            <p:cNvSpPr/>
            <p:nvPr/>
          </p:nvSpPr>
          <p:spPr>
            <a:xfrm>
              <a:off x="5141139" y="25462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32" name="ph1932"/>
            <p:cNvSpPr/>
            <p:nvPr/>
          </p:nvSpPr>
          <p:spPr>
            <a:xfrm>
              <a:off x="5153651" y="25462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33" name="ph1933"/>
            <p:cNvSpPr/>
            <p:nvPr/>
          </p:nvSpPr>
          <p:spPr>
            <a:xfrm>
              <a:off x="5166163" y="25462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34" name="ph1934"/>
            <p:cNvSpPr/>
            <p:nvPr/>
          </p:nvSpPr>
          <p:spPr>
            <a:xfrm>
              <a:off x="5178675" y="25462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35" name="ph1935"/>
            <p:cNvSpPr/>
            <p:nvPr/>
          </p:nvSpPr>
          <p:spPr>
            <a:xfrm>
              <a:off x="5191188" y="25462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36" name="ph1936"/>
            <p:cNvSpPr/>
            <p:nvPr/>
          </p:nvSpPr>
          <p:spPr>
            <a:xfrm>
              <a:off x="5203700" y="25462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37" name="ph1937"/>
            <p:cNvSpPr/>
            <p:nvPr/>
          </p:nvSpPr>
          <p:spPr>
            <a:xfrm>
              <a:off x="5216212" y="25462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38" name="ph1938"/>
            <p:cNvSpPr/>
            <p:nvPr/>
          </p:nvSpPr>
          <p:spPr>
            <a:xfrm>
              <a:off x="5228724" y="25462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39" name="ph1939"/>
            <p:cNvSpPr/>
            <p:nvPr/>
          </p:nvSpPr>
          <p:spPr>
            <a:xfrm>
              <a:off x="5241237" y="25462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40" name="ph1940"/>
            <p:cNvSpPr/>
            <p:nvPr/>
          </p:nvSpPr>
          <p:spPr>
            <a:xfrm>
              <a:off x="5253749" y="25462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9DAA">
                <a:alpha val="100000"/>
              </a:srgbClr>
            </a:solidFill>
            <a:ln w="5420" cap="flat">
              <a:solidFill>
                <a:srgbClr val="3B9D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41" name="ph1941"/>
            <p:cNvSpPr/>
            <p:nvPr/>
          </p:nvSpPr>
          <p:spPr>
            <a:xfrm>
              <a:off x="5091088" y="25616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42" name="ph1942"/>
            <p:cNvSpPr/>
            <p:nvPr/>
          </p:nvSpPr>
          <p:spPr>
            <a:xfrm>
              <a:off x="5103601" y="25616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43" name="ph1943"/>
            <p:cNvSpPr/>
            <p:nvPr/>
          </p:nvSpPr>
          <p:spPr>
            <a:xfrm>
              <a:off x="5116113" y="25616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44" name="ph1944"/>
            <p:cNvSpPr/>
            <p:nvPr/>
          </p:nvSpPr>
          <p:spPr>
            <a:xfrm>
              <a:off x="5128625" y="25616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45" name="ph1945"/>
            <p:cNvSpPr/>
            <p:nvPr/>
          </p:nvSpPr>
          <p:spPr>
            <a:xfrm>
              <a:off x="5141139" y="25616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46" name="ph1946"/>
            <p:cNvSpPr/>
            <p:nvPr/>
          </p:nvSpPr>
          <p:spPr>
            <a:xfrm>
              <a:off x="5153651" y="25616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47" name="ph1947"/>
            <p:cNvSpPr/>
            <p:nvPr/>
          </p:nvSpPr>
          <p:spPr>
            <a:xfrm>
              <a:off x="5166163" y="25616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48" name="ph1948"/>
            <p:cNvSpPr/>
            <p:nvPr/>
          </p:nvSpPr>
          <p:spPr>
            <a:xfrm>
              <a:off x="5178675" y="25616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49" name="ph1949"/>
            <p:cNvSpPr/>
            <p:nvPr/>
          </p:nvSpPr>
          <p:spPr>
            <a:xfrm>
              <a:off x="5191188" y="25616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50" name="ph1950"/>
            <p:cNvSpPr/>
            <p:nvPr/>
          </p:nvSpPr>
          <p:spPr>
            <a:xfrm>
              <a:off x="5203700" y="25616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51" name="ph1951"/>
            <p:cNvSpPr/>
            <p:nvPr/>
          </p:nvSpPr>
          <p:spPr>
            <a:xfrm>
              <a:off x="5216212" y="25616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52" name="ph1952"/>
            <p:cNvSpPr/>
            <p:nvPr/>
          </p:nvSpPr>
          <p:spPr>
            <a:xfrm>
              <a:off x="5228724" y="25616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53" name="ph1953"/>
            <p:cNvSpPr/>
            <p:nvPr/>
          </p:nvSpPr>
          <p:spPr>
            <a:xfrm>
              <a:off x="5241237" y="25616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54" name="ph1954"/>
            <p:cNvSpPr/>
            <p:nvPr/>
          </p:nvSpPr>
          <p:spPr>
            <a:xfrm>
              <a:off x="5078576" y="25770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55" name="ph1955"/>
            <p:cNvSpPr/>
            <p:nvPr/>
          </p:nvSpPr>
          <p:spPr>
            <a:xfrm>
              <a:off x="5091088" y="25770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56" name="ph1956"/>
            <p:cNvSpPr/>
            <p:nvPr/>
          </p:nvSpPr>
          <p:spPr>
            <a:xfrm>
              <a:off x="5103601" y="25770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57" name="ph1957"/>
            <p:cNvSpPr/>
            <p:nvPr/>
          </p:nvSpPr>
          <p:spPr>
            <a:xfrm>
              <a:off x="5116113" y="25770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58" name="ph1958"/>
            <p:cNvSpPr/>
            <p:nvPr/>
          </p:nvSpPr>
          <p:spPr>
            <a:xfrm>
              <a:off x="5128625" y="25770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59" name="ph1959"/>
            <p:cNvSpPr/>
            <p:nvPr/>
          </p:nvSpPr>
          <p:spPr>
            <a:xfrm>
              <a:off x="5141139" y="25770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60" name="ph1960"/>
            <p:cNvSpPr/>
            <p:nvPr/>
          </p:nvSpPr>
          <p:spPr>
            <a:xfrm>
              <a:off x="5153651" y="25770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61" name="ph1961"/>
            <p:cNvSpPr/>
            <p:nvPr/>
          </p:nvSpPr>
          <p:spPr>
            <a:xfrm>
              <a:off x="5166163" y="25770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62" name="ph1962"/>
            <p:cNvSpPr/>
            <p:nvPr/>
          </p:nvSpPr>
          <p:spPr>
            <a:xfrm>
              <a:off x="5178675" y="25770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63" name="ph1963"/>
            <p:cNvSpPr/>
            <p:nvPr/>
          </p:nvSpPr>
          <p:spPr>
            <a:xfrm>
              <a:off x="5191188" y="25770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64" name="ph1964"/>
            <p:cNvSpPr/>
            <p:nvPr/>
          </p:nvSpPr>
          <p:spPr>
            <a:xfrm>
              <a:off x="5203700" y="25770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65" name="ph1965"/>
            <p:cNvSpPr/>
            <p:nvPr/>
          </p:nvSpPr>
          <p:spPr>
            <a:xfrm>
              <a:off x="5216212" y="25770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66" name="ph1966"/>
            <p:cNvSpPr/>
            <p:nvPr/>
          </p:nvSpPr>
          <p:spPr>
            <a:xfrm>
              <a:off x="5053552" y="25923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67" name="ph1967"/>
            <p:cNvSpPr/>
            <p:nvPr/>
          </p:nvSpPr>
          <p:spPr>
            <a:xfrm>
              <a:off x="5066064" y="25923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68" name="ph1968"/>
            <p:cNvSpPr/>
            <p:nvPr/>
          </p:nvSpPr>
          <p:spPr>
            <a:xfrm>
              <a:off x="5078576" y="25923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69" name="ph1969"/>
            <p:cNvSpPr/>
            <p:nvPr/>
          </p:nvSpPr>
          <p:spPr>
            <a:xfrm>
              <a:off x="5091088" y="25923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70" name="ph1970"/>
            <p:cNvSpPr/>
            <p:nvPr/>
          </p:nvSpPr>
          <p:spPr>
            <a:xfrm>
              <a:off x="5103601" y="25923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71" name="ph1971"/>
            <p:cNvSpPr/>
            <p:nvPr/>
          </p:nvSpPr>
          <p:spPr>
            <a:xfrm>
              <a:off x="5116113" y="25923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72" name="ph1972"/>
            <p:cNvSpPr/>
            <p:nvPr/>
          </p:nvSpPr>
          <p:spPr>
            <a:xfrm>
              <a:off x="5128625" y="25923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73" name="ph1973"/>
            <p:cNvSpPr/>
            <p:nvPr/>
          </p:nvSpPr>
          <p:spPr>
            <a:xfrm>
              <a:off x="5141139" y="25923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74" name="ph1974"/>
            <p:cNvSpPr/>
            <p:nvPr/>
          </p:nvSpPr>
          <p:spPr>
            <a:xfrm>
              <a:off x="5153651" y="25923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75" name="ph1975"/>
            <p:cNvSpPr/>
            <p:nvPr/>
          </p:nvSpPr>
          <p:spPr>
            <a:xfrm>
              <a:off x="5041039" y="26077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76" name="ph1976"/>
            <p:cNvSpPr/>
            <p:nvPr/>
          </p:nvSpPr>
          <p:spPr>
            <a:xfrm>
              <a:off x="5053552" y="26077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77" name="ph1977"/>
            <p:cNvSpPr/>
            <p:nvPr/>
          </p:nvSpPr>
          <p:spPr>
            <a:xfrm>
              <a:off x="5066064" y="26077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78" name="ph1978"/>
            <p:cNvSpPr/>
            <p:nvPr/>
          </p:nvSpPr>
          <p:spPr>
            <a:xfrm>
              <a:off x="5078576" y="26077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79" name="ph1979"/>
            <p:cNvSpPr/>
            <p:nvPr/>
          </p:nvSpPr>
          <p:spPr>
            <a:xfrm>
              <a:off x="5091088" y="26077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80" name="ph1980"/>
            <p:cNvSpPr/>
            <p:nvPr/>
          </p:nvSpPr>
          <p:spPr>
            <a:xfrm>
              <a:off x="5103601" y="26077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81" name="ph1981"/>
            <p:cNvSpPr/>
            <p:nvPr/>
          </p:nvSpPr>
          <p:spPr>
            <a:xfrm>
              <a:off x="5116113" y="26077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82" name="ph1982"/>
            <p:cNvSpPr/>
            <p:nvPr/>
          </p:nvSpPr>
          <p:spPr>
            <a:xfrm>
              <a:off x="5128625" y="26077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83" name="ph1983"/>
            <p:cNvSpPr/>
            <p:nvPr/>
          </p:nvSpPr>
          <p:spPr>
            <a:xfrm>
              <a:off x="5016015" y="26231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84" name="ph1984"/>
            <p:cNvSpPr/>
            <p:nvPr/>
          </p:nvSpPr>
          <p:spPr>
            <a:xfrm>
              <a:off x="5028527" y="26231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85" name="ph1985"/>
            <p:cNvSpPr/>
            <p:nvPr/>
          </p:nvSpPr>
          <p:spPr>
            <a:xfrm>
              <a:off x="5041039" y="26231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86" name="ph1986"/>
            <p:cNvSpPr/>
            <p:nvPr/>
          </p:nvSpPr>
          <p:spPr>
            <a:xfrm>
              <a:off x="5053552" y="26231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87" name="ph1987"/>
            <p:cNvSpPr/>
            <p:nvPr/>
          </p:nvSpPr>
          <p:spPr>
            <a:xfrm>
              <a:off x="5066064" y="26231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88" name="ph1988"/>
            <p:cNvSpPr/>
            <p:nvPr/>
          </p:nvSpPr>
          <p:spPr>
            <a:xfrm>
              <a:off x="5078576" y="26231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89" name="ph1989"/>
            <p:cNvSpPr/>
            <p:nvPr/>
          </p:nvSpPr>
          <p:spPr>
            <a:xfrm>
              <a:off x="5091088" y="26231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90" name="ph1990"/>
            <p:cNvSpPr/>
            <p:nvPr/>
          </p:nvSpPr>
          <p:spPr>
            <a:xfrm>
              <a:off x="5103601" y="26231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91" name="ph1991"/>
            <p:cNvSpPr/>
            <p:nvPr/>
          </p:nvSpPr>
          <p:spPr>
            <a:xfrm>
              <a:off x="5116113" y="26231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92" name="ph1992"/>
            <p:cNvSpPr/>
            <p:nvPr/>
          </p:nvSpPr>
          <p:spPr>
            <a:xfrm>
              <a:off x="4978477" y="26385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93" name="ph1993"/>
            <p:cNvSpPr/>
            <p:nvPr/>
          </p:nvSpPr>
          <p:spPr>
            <a:xfrm>
              <a:off x="4990989" y="26385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94" name="ph1994"/>
            <p:cNvSpPr/>
            <p:nvPr/>
          </p:nvSpPr>
          <p:spPr>
            <a:xfrm>
              <a:off x="5003503" y="26385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95" name="ph1995"/>
            <p:cNvSpPr/>
            <p:nvPr/>
          </p:nvSpPr>
          <p:spPr>
            <a:xfrm>
              <a:off x="5016015" y="26385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96" name="ph1996"/>
            <p:cNvSpPr/>
            <p:nvPr/>
          </p:nvSpPr>
          <p:spPr>
            <a:xfrm>
              <a:off x="5028527" y="26385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97" name="ph1997"/>
            <p:cNvSpPr/>
            <p:nvPr/>
          </p:nvSpPr>
          <p:spPr>
            <a:xfrm>
              <a:off x="5041039" y="26385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98" name="ph1998"/>
            <p:cNvSpPr/>
            <p:nvPr/>
          </p:nvSpPr>
          <p:spPr>
            <a:xfrm>
              <a:off x="5053552" y="26385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99" name="ph1999"/>
            <p:cNvSpPr/>
            <p:nvPr/>
          </p:nvSpPr>
          <p:spPr>
            <a:xfrm>
              <a:off x="5066064" y="26385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00" name="ph2000"/>
            <p:cNvSpPr/>
            <p:nvPr/>
          </p:nvSpPr>
          <p:spPr>
            <a:xfrm>
              <a:off x="5078576" y="26385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01" name="ph2001"/>
            <p:cNvSpPr/>
            <p:nvPr/>
          </p:nvSpPr>
          <p:spPr>
            <a:xfrm>
              <a:off x="5091088" y="26385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02" name="ph2002"/>
            <p:cNvSpPr/>
            <p:nvPr/>
          </p:nvSpPr>
          <p:spPr>
            <a:xfrm>
              <a:off x="5103601" y="26385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03" name="ph2003"/>
            <p:cNvSpPr/>
            <p:nvPr/>
          </p:nvSpPr>
          <p:spPr>
            <a:xfrm>
              <a:off x="4953452" y="26538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04" name="ph2004"/>
            <p:cNvSpPr/>
            <p:nvPr/>
          </p:nvSpPr>
          <p:spPr>
            <a:xfrm>
              <a:off x="4965965" y="26538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05" name="ph2005"/>
            <p:cNvSpPr/>
            <p:nvPr/>
          </p:nvSpPr>
          <p:spPr>
            <a:xfrm>
              <a:off x="4978477" y="26538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7A9">
                <a:alpha val="100000"/>
              </a:srgbClr>
            </a:solidFill>
            <a:ln w="5420" cap="flat">
              <a:solidFill>
                <a:srgbClr val="35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06" name="ph2006"/>
            <p:cNvSpPr/>
            <p:nvPr/>
          </p:nvSpPr>
          <p:spPr>
            <a:xfrm>
              <a:off x="4990989" y="26538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07" name="ph2007"/>
            <p:cNvSpPr/>
            <p:nvPr/>
          </p:nvSpPr>
          <p:spPr>
            <a:xfrm>
              <a:off x="5003503" y="26538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08" name="ph2008"/>
            <p:cNvSpPr/>
            <p:nvPr/>
          </p:nvSpPr>
          <p:spPr>
            <a:xfrm>
              <a:off x="5016015" y="26538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09" name="ph2009"/>
            <p:cNvSpPr/>
            <p:nvPr/>
          </p:nvSpPr>
          <p:spPr>
            <a:xfrm>
              <a:off x="5028527" y="26538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10" name="ph2010"/>
            <p:cNvSpPr/>
            <p:nvPr/>
          </p:nvSpPr>
          <p:spPr>
            <a:xfrm>
              <a:off x="5041039" y="26538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11" name="ph2011"/>
            <p:cNvSpPr/>
            <p:nvPr/>
          </p:nvSpPr>
          <p:spPr>
            <a:xfrm>
              <a:off x="5053552" y="26538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12" name="ph2012"/>
            <p:cNvSpPr/>
            <p:nvPr/>
          </p:nvSpPr>
          <p:spPr>
            <a:xfrm>
              <a:off x="5066064" y="26538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13" name="ph2013"/>
            <p:cNvSpPr/>
            <p:nvPr/>
          </p:nvSpPr>
          <p:spPr>
            <a:xfrm>
              <a:off x="5078576" y="26538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14" name="ph2014"/>
            <p:cNvSpPr/>
            <p:nvPr/>
          </p:nvSpPr>
          <p:spPr>
            <a:xfrm>
              <a:off x="5091088" y="26538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15" name="ph2015"/>
            <p:cNvSpPr/>
            <p:nvPr/>
          </p:nvSpPr>
          <p:spPr>
            <a:xfrm>
              <a:off x="4940940" y="26692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16" name="ph2016"/>
            <p:cNvSpPr/>
            <p:nvPr/>
          </p:nvSpPr>
          <p:spPr>
            <a:xfrm>
              <a:off x="4953452" y="26692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17" name="ph2017"/>
            <p:cNvSpPr/>
            <p:nvPr/>
          </p:nvSpPr>
          <p:spPr>
            <a:xfrm>
              <a:off x="4965965" y="26692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18" name="ph2018"/>
            <p:cNvSpPr/>
            <p:nvPr/>
          </p:nvSpPr>
          <p:spPr>
            <a:xfrm>
              <a:off x="4978477" y="26692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19" name="ph2019"/>
            <p:cNvSpPr/>
            <p:nvPr/>
          </p:nvSpPr>
          <p:spPr>
            <a:xfrm>
              <a:off x="4990989" y="26692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597A9">
                <a:alpha val="100000"/>
              </a:srgbClr>
            </a:solidFill>
            <a:ln w="5420" cap="flat">
              <a:solidFill>
                <a:srgbClr val="35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20" name="ph2020"/>
            <p:cNvSpPr/>
            <p:nvPr/>
          </p:nvSpPr>
          <p:spPr>
            <a:xfrm>
              <a:off x="5003503" y="26692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21" name="ph2021"/>
            <p:cNvSpPr/>
            <p:nvPr/>
          </p:nvSpPr>
          <p:spPr>
            <a:xfrm>
              <a:off x="5016015" y="26692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22" name="ph2022"/>
            <p:cNvSpPr/>
            <p:nvPr/>
          </p:nvSpPr>
          <p:spPr>
            <a:xfrm>
              <a:off x="5028527" y="26692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23" name="ph2023"/>
            <p:cNvSpPr/>
            <p:nvPr/>
          </p:nvSpPr>
          <p:spPr>
            <a:xfrm>
              <a:off x="5041039" y="26692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24" name="ph2024"/>
            <p:cNvSpPr/>
            <p:nvPr/>
          </p:nvSpPr>
          <p:spPr>
            <a:xfrm>
              <a:off x="5053552" y="26692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25" name="ph2025"/>
            <p:cNvSpPr/>
            <p:nvPr/>
          </p:nvSpPr>
          <p:spPr>
            <a:xfrm>
              <a:off x="5066064" y="26692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26" name="ph2026"/>
            <p:cNvSpPr/>
            <p:nvPr/>
          </p:nvSpPr>
          <p:spPr>
            <a:xfrm>
              <a:off x="5078576" y="26692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27" name="ph2027"/>
            <p:cNvSpPr/>
            <p:nvPr/>
          </p:nvSpPr>
          <p:spPr>
            <a:xfrm>
              <a:off x="5091088" y="26692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28" name="ph2028"/>
            <p:cNvSpPr/>
            <p:nvPr/>
          </p:nvSpPr>
          <p:spPr>
            <a:xfrm>
              <a:off x="4928428" y="268463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29" name="ph2029"/>
            <p:cNvSpPr/>
            <p:nvPr/>
          </p:nvSpPr>
          <p:spPr>
            <a:xfrm>
              <a:off x="4940940" y="268463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30" name="ph2030"/>
            <p:cNvSpPr/>
            <p:nvPr/>
          </p:nvSpPr>
          <p:spPr>
            <a:xfrm>
              <a:off x="4953452" y="268463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31" name="ph2031"/>
            <p:cNvSpPr/>
            <p:nvPr/>
          </p:nvSpPr>
          <p:spPr>
            <a:xfrm>
              <a:off x="4965965" y="268463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32" name="ph2032"/>
            <p:cNvSpPr/>
            <p:nvPr/>
          </p:nvSpPr>
          <p:spPr>
            <a:xfrm>
              <a:off x="4978477" y="268463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33" name="ph2033"/>
            <p:cNvSpPr/>
            <p:nvPr/>
          </p:nvSpPr>
          <p:spPr>
            <a:xfrm>
              <a:off x="4990989" y="268463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34" name="ph2034"/>
            <p:cNvSpPr/>
            <p:nvPr/>
          </p:nvSpPr>
          <p:spPr>
            <a:xfrm>
              <a:off x="5003503" y="268463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35" name="ph2035"/>
            <p:cNvSpPr/>
            <p:nvPr/>
          </p:nvSpPr>
          <p:spPr>
            <a:xfrm>
              <a:off x="5016015" y="268463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36" name="ph2036"/>
            <p:cNvSpPr/>
            <p:nvPr/>
          </p:nvSpPr>
          <p:spPr>
            <a:xfrm>
              <a:off x="5028527" y="268463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37" name="ph2037"/>
            <p:cNvSpPr/>
            <p:nvPr/>
          </p:nvSpPr>
          <p:spPr>
            <a:xfrm>
              <a:off x="5041039" y="268463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38" name="ph2038"/>
            <p:cNvSpPr/>
            <p:nvPr/>
          </p:nvSpPr>
          <p:spPr>
            <a:xfrm>
              <a:off x="5053552" y="268463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39" name="ph2039"/>
            <p:cNvSpPr/>
            <p:nvPr/>
          </p:nvSpPr>
          <p:spPr>
            <a:xfrm>
              <a:off x="5066064" y="268463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40" name="ph2040"/>
            <p:cNvSpPr/>
            <p:nvPr/>
          </p:nvSpPr>
          <p:spPr>
            <a:xfrm>
              <a:off x="5078576" y="268463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41" name="ph2041"/>
            <p:cNvSpPr/>
            <p:nvPr/>
          </p:nvSpPr>
          <p:spPr>
            <a:xfrm>
              <a:off x="4915916" y="270001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42" name="ph2042"/>
            <p:cNvSpPr/>
            <p:nvPr/>
          </p:nvSpPr>
          <p:spPr>
            <a:xfrm>
              <a:off x="4928428" y="270001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43" name="ph2043"/>
            <p:cNvSpPr/>
            <p:nvPr/>
          </p:nvSpPr>
          <p:spPr>
            <a:xfrm>
              <a:off x="4940940" y="270001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44" name="ph2044"/>
            <p:cNvSpPr/>
            <p:nvPr/>
          </p:nvSpPr>
          <p:spPr>
            <a:xfrm>
              <a:off x="4953452" y="270001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45" name="ph2045"/>
            <p:cNvSpPr/>
            <p:nvPr/>
          </p:nvSpPr>
          <p:spPr>
            <a:xfrm>
              <a:off x="4965965" y="270001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46" name="ph2046"/>
            <p:cNvSpPr/>
            <p:nvPr/>
          </p:nvSpPr>
          <p:spPr>
            <a:xfrm>
              <a:off x="4978477" y="270001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47" name="ph2047"/>
            <p:cNvSpPr/>
            <p:nvPr/>
          </p:nvSpPr>
          <p:spPr>
            <a:xfrm>
              <a:off x="4990989" y="270001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48" name="ph2048"/>
            <p:cNvSpPr/>
            <p:nvPr/>
          </p:nvSpPr>
          <p:spPr>
            <a:xfrm>
              <a:off x="4903403" y="271538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49" name="ph2049"/>
            <p:cNvSpPr/>
            <p:nvPr/>
          </p:nvSpPr>
          <p:spPr>
            <a:xfrm>
              <a:off x="4915916" y="271538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50" name="ph2050"/>
            <p:cNvSpPr/>
            <p:nvPr/>
          </p:nvSpPr>
          <p:spPr>
            <a:xfrm>
              <a:off x="4928428" y="271538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51" name="ph2051"/>
            <p:cNvSpPr/>
            <p:nvPr/>
          </p:nvSpPr>
          <p:spPr>
            <a:xfrm>
              <a:off x="4940940" y="271538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52" name="ph2052"/>
            <p:cNvSpPr/>
            <p:nvPr/>
          </p:nvSpPr>
          <p:spPr>
            <a:xfrm>
              <a:off x="4953452" y="271538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53" name="ph2053"/>
            <p:cNvSpPr/>
            <p:nvPr/>
          </p:nvSpPr>
          <p:spPr>
            <a:xfrm>
              <a:off x="4965965" y="271538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54" name="ph2054"/>
            <p:cNvSpPr/>
            <p:nvPr/>
          </p:nvSpPr>
          <p:spPr>
            <a:xfrm>
              <a:off x="4978477" y="271538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55" name="ph2055"/>
            <p:cNvSpPr/>
            <p:nvPr/>
          </p:nvSpPr>
          <p:spPr>
            <a:xfrm>
              <a:off x="4890891" y="273076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56" name="ph2056"/>
            <p:cNvSpPr/>
            <p:nvPr/>
          </p:nvSpPr>
          <p:spPr>
            <a:xfrm>
              <a:off x="4903403" y="273076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57" name="ph2057"/>
            <p:cNvSpPr/>
            <p:nvPr/>
          </p:nvSpPr>
          <p:spPr>
            <a:xfrm>
              <a:off x="4915916" y="273076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58" name="ph2058"/>
            <p:cNvSpPr/>
            <p:nvPr/>
          </p:nvSpPr>
          <p:spPr>
            <a:xfrm>
              <a:off x="4928428" y="273076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59" name="ph2059"/>
            <p:cNvSpPr/>
            <p:nvPr/>
          </p:nvSpPr>
          <p:spPr>
            <a:xfrm>
              <a:off x="4940940" y="273076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5A8">
                <a:alpha val="100000"/>
              </a:srgbClr>
            </a:solidFill>
            <a:ln w="5420" cap="flat">
              <a:solidFill>
                <a:srgbClr val="3595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60" name="ph2060"/>
            <p:cNvSpPr/>
            <p:nvPr/>
          </p:nvSpPr>
          <p:spPr>
            <a:xfrm>
              <a:off x="4953452" y="273076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61" name="ph2061"/>
            <p:cNvSpPr/>
            <p:nvPr/>
          </p:nvSpPr>
          <p:spPr>
            <a:xfrm>
              <a:off x="4965965" y="273076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62" name="ph2062"/>
            <p:cNvSpPr/>
            <p:nvPr/>
          </p:nvSpPr>
          <p:spPr>
            <a:xfrm>
              <a:off x="4890891" y="27461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63" name="ph2063"/>
            <p:cNvSpPr/>
            <p:nvPr/>
          </p:nvSpPr>
          <p:spPr>
            <a:xfrm>
              <a:off x="4903403" y="27461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64" name="ph2064"/>
            <p:cNvSpPr/>
            <p:nvPr/>
          </p:nvSpPr>
          <p:spPr>
            <a:xfrm>
              <a:off x="4915916" y="27461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65" name="ph2065"/>
            <p:cNvSpPr/>
            <p:nvPr/>
          </p:nvSpPr>
          <p:spPr>
            <a:xfrm>
              <a:off x="4928428" y="27461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66" name="ph2066"/>
            <p:cNvSpPr/>
            <p:nvPr/>
          </p:nvSpPr>
          <p:spPr>
            <a:xfrm>
              <a:off x="4940940" y="27461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67" name="ph2067"/>
            <p:cNvSpPr/>
            <p:nvPr/>
          </p:nvSpPr>
          <p:spPr>
            <a:xfrm>
              <a:off x="4953452" y="27461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68" name="ph2068"/>
            <p:cNvSpPr/>
            <p:nvPr/>
          </p:nvSpPr>
          <p:spPr>
            <a:xfrm>
              <a:off x="4865867" y="27615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69" name="ph2069"/>
            <p:cNvSpPr/>
            <p:nvPr/>
          </p:nvSpPr>
          <p:spPr>
            <a:xfrm>
              <a:off x="4878379" y="27615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70" name="ph2070"/>
            <p:cNvSpPr/>
            <p:nvPr/>
          </p:nvSpPr>
          <p:spPr>
            <a:xfrm>
              <a:off x="4890891" y="27615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71" name="ph2071"/>
            <p:cNvSpPr/>
            <p:nvPr/>
          </p:nvSpPr>
          <p:spPr>
            <a:xfrm>
              <a:off x="4903403" y="27615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72" name="ph2072"/>
            <p:cNvSpPr/>
            <p:nvPr/>
          </p:nvSpPr>
          <p:spPr>
            <a:xfrm>
              <a:off x="4915916" y="27615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73" name="ph2073"/>
            <p:cNvSpPr/>
            <p:nvPr/>
          </p:nvSpPr>
          <p:spPr>
            <a:xfrm>
              <a:off x="4928428" y="27615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74" name="ph2074"/>
            <p:cNvSpPr/>
            <p:nvPr/>
          </p:nvSpPr>
          <p:spPr>
            <a:xfrm>
              <a:off x="4940940" y="27615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75" name="ph2075"/>
            <p:cNvSpPr/>
            <p:nvPr/>
          </p:nvSpPr>
          <p:spPr>
            <a:xfrm>
              <a:off x="4853353" y="27768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76" name="ph2076"/>
            <p:cNvSpPr/>
            <p:nvPr/>
          </p:nvSpPr>
          <p:spPr>
            <a:xfrm>
              <a:off x="4865867" y="27768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77" name="ph2077"/>
            <p:cNvSpPr/>
            <p:nvPr/>
          </p:nvSpPr>
          <p:spPr>
            <a:xfrm>
              <a:off x="4878379" y="27768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78" name="ph2078"/>
            <p:cNvSpPr/>
            <p:nvPr/>
          </p:nvSpPr>
          <p:spPr>
            <a:xfrm>
              <a:off x="4890891" y="27768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79" name="ph2079"/>
            <p:cNvSpPr/>
            <p:nvPr/>
          </p:nvSpPr>
          <p:spPr>
            <a:xfrm>
              <a:off x="4903403" y="27768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80" name="ph2080"/>
            <p:cNvSpPr/>
            <p:nvPr/>
          </p:nvSpPr>
          <p:spPr>
            <a:xfrm>
              <a:off x="4915916" y="27768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81" name="ph2081"/>
            <p:cNvSpPr/>
            <p:nvPr/>
          </p:nvSpPr>
          <p:spPr>
            <a:xfrm>
              <a:off x="4928428" y="27768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82" name="ph2082"/>
            <p:cNvSpPr/>
            <p:nvPr/>
          </p:nvSpPr>
          <p:spPr>
            <a:xfrm>
              <a:off x="4940940" y="27768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83" name="ph2083"/>
            <p:cNvSpPr/>
            <p:nvPr/>
          </p:nvSpPr>
          <p:spPr>
            <a:xfrm>
              <a:off x="4828329" y="27922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84" name="ph2084"/>
            <p:cNvSpPr/>
            <p:nvPr/>
          </p:nvSpPr>
          <p:spPr>
            <a:xfrm>
              <a:off x="4840841" y="27922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85" name="ph2085"/>
            <p:cNvSpPr/>
            <p:nvPr/>
          </p:nvSpPr>
          <p:spPr>
            <a:xfrm>
              <a:off x="4853353" y="27922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86" name="ph2086"/>
            <p:cNvSpPr/>
            <p:nvPr/>
          </p:nvSpPr>
          <p:spPr>
            <a:xfrm>
              <a:off x="4865867" y="27922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87" name="ph2087"/>
            <p:cNvSpPr/>
            <p:nvPr/>
          </p:nvSpPr>
          <p:spPr>
            <a:xfrm>
              <a:off x="4878379" y="27922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88" name="ph2088"/>
            <p:cNvSpPr/>
            <p:nvPr/>
          </p:nvSpPr>
          <p:spPr>
            <a:xfrm>
              <a:off x="4890891" y="27922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89" name="ph2089"/>
            <p:cNvSpPr/>
            <p:nvPr/>
          </p:nvSpPr>
          <p:spPr>
            <a:xfrm>
              <a:off x="4903403" y="27922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90" name="ph2090"/>
            <p:cNvSpPr/>
            <p:nvPr/>
          </p:nvSpPr>
          <p:spPr>
            <a:xfrm>
              <a:off x="4915916" y="27922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91" name="ph2091"/>
            <p:cNvSpPr/>
            <p:nvPr/>
          </p:nvSpPr>
          <p:spPr>
            <a:xfrm>
              <a:off x="4928428" y="27922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92" name="ph2092"/>
            <p:cNvSpPr/>
            <p:nvPr/>
          </p:nvSpPr>
          <p:spPr>
            <a:xfrm>
              <a:off x="4815816" y="28076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93" name="ph2093"/>
            <p:cNvSpPr/>
            <p:nvPr/>
          </p:nvSpPr>
          <p:spPr>
            <a:xfrm>
              <a:off x="4828329" y="28076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94" name="ph2094"/>
            <p:cNvSpPr/>
            <p:nvPr/>
          </p:nvSpPr>
          <p:spPr>
            <a:xfrm>
              <a:off x="4840841" y="28076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95" name="ph2095"/>
            <p:cNvSpPr/>
            <p:nvPr/>
          </p:nvSpPr>
          <p:spPr>
            <a:xfrm>
              <a:off x="4853353" y="28076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96" name="ph2096"/>
            <p:cNvSpPr/>
            <p:nvPr/>
          </p:nvSpPr>
          <p:spPr>
            <a:xfrm>
              <a:off x="4865867" y="28076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97" name="ph2097"/>
            <p:cNvSpPr/>
            <p:nvPr/>
          </p:nvSpPr>
          <p:spPr>
            <a:xfrm>
              <a:off x="4878379" y="28076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98" name="ph2098"/>
            <p:cNvSpPr/>
            <p:nvPr/>
          </p:nvSpPr>
          <p:spPr>
            <a:xfrm>
              <a:off x="4890891" y="28076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99" name="ph2099"/>
            <p:cNvSpPr/>
            <p:nvPr/>
          </p:nvSpPr>
          <p:spPr>
            <a:xfrm>
              <a:off x="4903403" y="28076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00" name="ph2100"/>
            <p:cNvSpPr/>
            <p:nvPr/>
          </p:nvSpPr>
          <p:spPr>
            <a:xfrm>
              <a:off x="4753255" y="282301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01" name="ph2101"/>
            <p:cNvSpPr/>
            <p:nvPr/>
          </p:nvSpPr>
          <p:spPr>
            <a:xfrm>
              <a:off x="4765767" y="282301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02" name="ph2102"/>
            <p:cNvSpPr/>
            <p:nvPr/>
          </p:nvSpPr>
          <p:spPr>
            <a:xfrm>
              <a:off x="4778280" y="282301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03" name="ph2103"/>
            <p:cNvSpPr/>
            <p:nvPr/>
          </p:nvSpPr>
          <p:spPr>
            <a:xfrm>
              <a:off x="4790792" y="282301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04" name="ph2104"/>
            <p:cNvSpPr/>
            <p:nvPr/>
          </p:nvSpPr>
          <p:spPr>
            <a:xfrm>
              <a:off x="4803304" y="282301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05" name="ph2105"/>
            <p:cNvSpPr/>
            <p:nvPr/>
          </p:nvSpPr>
          <p:spPr>
            <a:xfrm>
              <a:off x="4815816" y="282301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06" name="ph2106"/>
            <p:cNvSpPr/>
            <p:nvPr/>
          </p:nvSpPr>
          <p:spPr>
            <a:xfrm>
              <a:off x="4828329" y="282301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07" name="ph2107"/>
            <p:cNvSpPr/>
            <p:nvPr/>
          </p:nvSpPr>
          <p:spPr>
            <a:xfrm>
              <a:off x="4840841" y="282301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08" name="ph2108"/>
            <p:cNvSpPr/>
            <p:nvPr/>
          </p:nvSpPr>
          <p:spPr>
            <a:xfrm>
              <a:off x="4853353" y="282301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09" name="ph2109"/>
            <p:cNvSpPr/>
            <p:nvPr/>
          </p:nvSpPr>
          <p:spPr>
            <a:xfrm>
              <a:off x="4865867" y="282301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10" name="ph2110"/>
            <p:cNvSpPr/>
            <p:nvPr/>
          </p:nvSpPr>
          <p:spPr>
            <a:xfrm>
              <a:off x="4878379" y="282301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11" name="ph2111"/>
            <p:cNvSpPr/>
            <p:nvPr/>
          </p:nvSpPr>
          <p:spPr>
            <a:xfrm>
              <a:off x="4890891" y="282301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12" name="ph2112"/>
            <p:cNvSpPr/>
            <p:nvPr/>
          </p:nvSpPr>
          <p:spPr>
            <a:xfrm>
              <a:off x="4728231" y="283839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13" name="ph2113"/>
            <p:cNvSpPr/>
            <p:nvPr/>
          </p:nvSpPr>
          <p:spPr>
            <a:xfrm>
              <a:off x="4740743" y="283839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14" name="ph2114"/>
            <p:cNvSpPr/>
            <p:nvPr/>
          </p:nvSpPr>
          <p:spPr>
            <a:xfrm>
              <a:off x="4753255" y="283839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15" name="ph2115"/>
            <p:cNvSpPr/>
            <p:nvPr/>
          </p:nvSpPr>
          <p:spPr>
            <a:xfrm>
              <a:off x="4765767" y="283839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16" name="ph2116"/>
            <p:cNvSpPr/>
            <p:nvPr/>
          </p:nvSpPr>
          <p:spPr>
            <a:xfrm>
              <a:off x="4778280" y="283839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17" name="ph2117"/>
            <p:cNvSpPr/>
            <p:nvPr/>
          </p:nvSpPr>
          <p:spPr>
            <a:xfrm>
              <a:off x="4790792" y="283839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18" name="ph2118"/>
            <p:cNvSpPr/>
            <p:nvPr/>
          </p:nvSpPr>
          <p:spPr>
            <a:xfrm>
              <a:off x="4803304" y="283839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19" name="ph2119"/>
            <p:cNvSpPr/>
            <p:nvPr/>
          </p:nvSpPr>
          <p:spPr>
            <a:xfrm>
              <a:off x="4815816" y="283839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20" name="ph2120"/>
            <p:cNvSpPr/>
            <p:nvPr/>
          </p:nvSpPr>
          <p:spPr>
            <a:xfrm>
              <a:off x="4828329" y="283839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21" name="ph2121"/>
            <p:cNvSpPr/>
            <p:nvPr/>
          </p:nvSpPr>
          <p:spPr>
            <a:xfrm>
              <a:off x="4840841" y="283839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22" name="ph2122"/>
            <p:cNvSpPr/>
            <p:nvPr/>
          </p:nvSpPr>
          <p:spPr>
            <a:xfrm>
              <a:off x="4853353" y="283839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23" name="ph2123"/>
            <p:cNvSpPr/>
            <p:nvPr/>
          </p:nvSpPr>
          <p:spPr>
            <a:xfrm>
              <a:off x="4865867" y="283839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24" name="ph2124"/>
            <p:cNvSpPr/>
            <p:nvPr/>
          </p:nvSpPr>
          <p:spPr>
            <a:xfrm>
              <a:off x="4878379" y="283839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25" name="ph2125"/>
            <p:cNvSpPr/>
            <p:nvPr/>
          </p:nvSpPr>
          <p:spPr>
            <a:xfrm>
              <a:off x="4715717" y="285376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26" name="ph2126"/>
            <p:cNvSpPr/>
            <p:nvPr/>
          </p:nvSpPr>
          <p:spPr>
            <a:xfrm>
              <a:off x="4728231" y="285376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27" name="ph2127"/>
            <p:cNvSpPr/>
            <p:nvPr/>
          </p:nvSpPr>
          <p:spPr>
            <a:xfrm>
              <a:off x="4740743" y="285376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28" name="ph2128"/>
            <p:cNvSpPr/>
            <p:nvPr/>
          </p:nvSpPr>
          <p:spPr>
            <a:xfrm>
              <a:off x="4753255" y="285376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29" name="ph2129"/>
            <p:cNvSpPr/>
            <p:nvPr/>
          </p:nvSpPr>
          <p:spPr>
            <a:xfrm>
              <a:off x="4765767" y="285376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30" name="ph2130"/>
            <p:cNvSpPr/>
            <p:nvPr/>
          </p:nvSpPr>
          <p:spPr>
            <a:xfrm>
              <a:off x="4778280" y="285376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31" name="ph2131"/>
            <p:cNvSpPr/>
            <p:nvPr/>
          </p:nvSpPr>
          <p:spPr>
            <a:xfrm>
              <a:off x="4790792" y="285376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32" name="ph2132"/>
            <p:cNvSpPr/>
            <p:nvPr/>
          </p:nvSpPr>
          <p:spPr>
            <a:xfrm>
              <a:off x="4803304" y="285376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33" name="ph2133"/>
            <p:cNvSpPr/>
            <p:nvPr/>
          </p:nvSpPr>
          <p:spPr>
            <a:xfrm>
              <a:off x="4815816" y="285376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34" name="ph2134"/>
            <p:cNvSpPr/>
            <p:nvPr/>
          </p:nvSpPr>
          <p:spPr>
            <a:xfrm>
              <a:off x="4828329" y="285376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35" name="ph2135"/>
            <p:cNvSpPr/>
            <p:nvPr/>
          </p:nvSpPr>
          <p:spPr>
            <a:xfrm>
              <a:off x="4840841" y="285376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36" name="ph2136"/>
            <p:cNvSpPr/>
            <p:nvPr/>
          </p:nvSpPr>
          <p:spPr>
            <a:xfrm>
              <a:off x="4853353" y="285376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37" name="ph2137"/>
            <p:cNvSpPr/>
            <p:nvPr/>
          </p:nvSpPr>
          <p:spPr>
            <a:xfrm>
              <a:off x="4715717" y="286914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38" name="ph2138"/>
            <p:cNvSpPr/>
            <p:nvPr/>
          </p:nvSpPr>
          <p:spPr>
            <a:xfrm>
              <a:off x="4728231" y="286914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39" name="ph2139"/>
            <p:cNvSpPr/>
            <p:nvPr/>
          </p:nvSpPr>
          <p:spPr>
            <a:xfrm>
              <a:off x="4740743" y="286914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40" name="ph2140"/>
            <p:cNvSpPr/>
            <p:nvPr/>
          </p:nvSpPr>
          <p:spPr>
            <a:xfrm>
              <a:off x="4753255" y="286914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41" name="ph2141"/>
            <p:cNvSpPr/>
            <p:nvPr/>
          </p:nvSpPr>
          <p:spPr>
            <a:xfrm>
              <a:off x="4765767" y="286914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42" name="ph2142"/>
            <p:cNvSpPr/>
            <p:nvPr/>
          </p:nvSpPr>
          <p:spPr>
            <a:xfrm>
              <a:off x="4778280" y="286914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43" name="ph2143"/>
            <p:cNvSpPr/>
            <p:nvPr/>
          </p:nvSpPr>
          <p:spPr>
            <a:xfrm>
              <a:off x="4790792" y="286914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44" name="ph2144"/>
            <p:cNvSpPr/>
            <p:nvPr/>
          </p:nvSpPr>
          <p:spPr>
            <a:xfrm>
              <a:off x="4803304" y="286914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45" name="ph2145"/>
            <p:cNvSpPr/>
            <p:nvPr/>
          </p:nvSpPr>
          <p:spPr>
            <a:xfrm>
              <a:off x="4815816" y="286914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46" name="ph2146"/>
            <p:cNvSpPr/>
            <p:nvPr/>
          </p:nvSpPr>
          <p:spPr>
            <a:xfrm>
              <a:off x="4828329" y="286914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47" name="ph2147"/>
            <p:cNvSpPr/>
            <p:nvPr/>
          </p:nvSpPr>
          <p:spPr>
            <a:xfrm>
              <a:off x="4840841" y="286914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48" name="ph2148"/>
            <p:cNvSpPr/>
            <p:nvPr/>
          </p:nvSpPr>
          <p:spPr>
            <a:xfrm>
              <a:off x="4715717" y="288452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49" name="ph2149"/>
            <p:cNvSpPr/>
            <p:nvPr/>
          </p:nvSpPr>
          <p:spPr>
            <a:xfrm>
              <a:off x="4728231" y="288452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50" name="ph2150"/>
            <p:cNvSpPr/>
            <p:nvPr/>
          </p:nvSpPr>
          <p:spPr>
            <a:xfrm>
              <a:off x="4740743" y="288452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51" name="ph2151"/>
            <p:cNvSpPr/>
            <p:nvPr/>
          </p:nvSpPr>
          <p:spPr>
            <a:xfrm>
              <a:off x="4753255" y="288452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52" name="ph2152"/>
            <p:cNvSpPr/>
            <p:nvPr/>
          </p:nvSpPr>
          <p:spPr>
            <a:xfrm>
              <a:off x="4765767" y="288452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53" name="ph2153"/>
            <p:cNvSpPr/>
            <p:nvPr/>
          </p:nvSpPr>
          <p:spPr>
            <a:xfrm>
              <a:off x="4778280" y="288452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54" name="ph2154"/>
            <p:cNvSpPr/>
            <p:nvPr/>
          </p:nvSpPr>
          <p:spPr>
            <a:xfrm>
              <a:off x="4790792" y="288452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55" name="ph2155"/>
            <p:cNvSpPr/>
            <p:nvPr/>
          </p:nvSpPr>
          <p:spPr>
            <a:xfrm>
              <a:off x="4803304" y="288452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56" name="ph2156"/>
            <p:cNvSpPr/>
            <p:nvPr/>
          </p:nvSpPr>
          <p:spPr>
            <a:xfrm>
              <a:off x="4715717" y="289989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57" name="ph2157"/>
            <p:cNvSpPr/>
            <p:nvPr/>
          </p:nvSpPr>
          <p:spPr>
            <a:xfrm>
              <a:off x="4728231" y="289989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58" name="ph2158"/>
            <p:cNvSpPr/>
            <p:nvPr/>
          </p:nvSpPr>
          <p:spPr>
            <a:xfrm>
              <a:off x="4740743" y="289989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59" name="ph2159"/>
            <p:cNvSpPr/>
            <p:nvPr/>
          </p:nvSpPr>
          <p:spPr>
            <a:xfrm>
              <a:off x="4753255" y="289989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60" name="ph2160"/>
            <p:cNvSpPr/>
            <p:nvPr/>
          </p:nvSpPr>
          <p:spPr>
            <a:xfrm>
              <a:off x="4765767" y="289989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61" name="ph2161"/>
            <p:cNvSpPr/>
            <p:nvPr/>
          </p:nvSpPr>
          <p:spPr>
            <a:xfrm>
              <a:off x="4778280" y="289989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62" name="ph2162"/>
            <p:cNvSpPr/>
            <p:nvPr/>
          </p:nvSpPr>
          <p:spPr>
            <a:xfrm>
              <a:off x="4790792" y="289989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63" name="ph2163"/>
            <p:cNvSpPr/>
            <p:nvPr/>
          </p:nvSpPr>
          <p:spPr>
            <a:xfrm>
              <a:off x="4690693" y="291527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64" name="ph2164"/>
            <p:cNvSpPr/>
            <p:nvPr/>
          </p:nvSpPr>
          <p:spPr>
            <a:xfrm>
              <a:off x="4703205" y="291527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65" name="ph2165"/>
            <p:cNvSpPr/>
            <p:nvPr/>
          </p:nvSpPr>
          <p:spPr>
            <a:xfrm>
              <a:off x="4715717" y="291527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66" name="ph2166"/>
            <p:cNvSpPr/>
            <p:nvPr/>
          </p:nvSpPr>
          <p:spPr>
            <a:xfrm>
              <a:off x="4728231" y="291527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67" name="ph2167"/>
            <p:cNvSpPr/>
            <p:nvPr/>
          </p:nvSpPr>
          <p:spPr>
            <a:xfrm>
              <a:off x="4740743" y="291527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68" name="ph2168"/>
            <p:cNvSpPr/>
            <p:nvPr/>
          </p:nvSpPr>
          <p:spPr>
            <a:xfrm>
              <a:off x="4753255" y="291527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69" name="ph2169"/>
            <p:cNvSpPr/>
            <p:nvPr/>
          </p:nvSpPr>
          <p:spPr>
            <a:xfrm>
              <a:off x="4765767" y="291527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70" name="ph2170"/>
            <p:cNvSpPr/>
            <p:nvPr/>
          </p:nvSpPr>
          <p:spPr>
            <a:xfrm>
              <a:off x="4778280" y="291527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71" name="ph2171"/>
            <p:cNvSpPr/>
            <p:nvPr/>
          </p:nvSpPr>
          <p:spPr>
            <a:xfrm>
              <a:off x="4690693" y="293064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72" name="ph2172"/>
            <p:cNvSpPr/>
            <p:nvPr/>
          </p:nvSpPr>
          <p:spPr>
            <a:xfrm>
              <a:off x="4703205" y="293064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73" name="ph2173"/>
            <p:cNvSpPr/>
            <p:nvPr/>
          </p:nvSpPr>
          <p:spPr>
            <a:xfrm>
              <a:off x="4715717" y="293064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74" name="ph2174"/>
            <p:cNvSpPr/>
            <p:nvPr/>
          </p:nvSpPr>
          <p:spPr>
            <a:xfrm>
              <a:off x="4728231" y="293064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75" name="ph2175"/>
            <p:cNvSpPr/>
            <p:nvPr/>
          </p:nvSpPr>
          <p:spPr>
            <a:xfrm>
              <a:off x="4740743" y="293064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76" name="ph2176"/>
            <p:cNvSpPr/>
            <p:nvPr/>
          </p:nvSpPr>
          <p:spPr>
            <a:xfrm>
              <a:off x="4753255" y="293064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77" name="ph2177"/>
            <p:cNvSpPr/>
            <p:nvPr/>
          </p:nvSpPr>
          <p:spPr>
            <a:xfrm>
              <a:off x="4765767" y="293064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78" name="ph2178"/>
            <p:cNvSpPr/>
            <p:nvPr/>
          </p:nvSpPr>
          <p:spPr>
            <a:xfrm>
              <a:off x="4678180" y="294602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79" name="ph2179"/>
            <p:cNvSpPr/>
            <p:nvPr/>
          </p:nvSpPr>
          <p:spPr>
            <a:xfrm>
              <a:off x="4690693" y="294602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80" name="ph2180"/>
            <p:cNvSpPr/>
            <p:nvPr/>
          </p:nvSpPr>
          <p:spPr>
            <a:xfrm>
              <a:off x="4703205" y="294602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81" name="ph2181"/>
            <p:cNvSpPr/>
            <p:nvPr/>
          </p:nvSpPr>
          <p:spPr>
            <a:xfrm>
              <a:off x="4715717" y="294602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82" name="ph2182"/>
            <p:cNvSpPr/>
            <p:nvPr/>
          </p:nvSpPr>
          <p:spPr>
            <a:xfrm>
              <a:off x="4728231" y="294602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83" name="ph2183"/>
            <p:cNvSpPr/>
            <p:nvPr/>
          </p:nvSpPr>
          <p:spPr>
            <a:xfrm>
              <a:off x="4740743" y="294602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84" name="ph2184"/>
            <p:cNvSpPr/>
            <p:nvPr/>
          </p:nvSpPr>
          <p:spPr>
            <a:xfrm>
              <a:off x="4753255" y="294602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85" name="ph2185"/>
            <p:cNvSpPr/>
            <p:nvPr/>
          </p:nvSpPr>
          <p:spPr>
            <a:xfrm>
              <a:off x="4678180" y="29614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86" name="ph2186"/>
            <p:cNvSpPr/>
            <p:nvPr/>
          </p:nvSpPr>
          <p:spPr>
            <a:xfrm>
              <a:off x="4690693" y="29614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87" name="ph2187"/>
            <p:cNvSpPr/>
            <p:nvPr/>
          </p:nvSpPr>
          <p:spPr>
            <a:xfrm>
              <a:off x="4703205" y="29614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88" name="ph2188"/>
            <p:cNvSpPr/>
            <p:nvPr/>
          </p:nvSpPr>
          <p:spPr>
            <a:xfrm>
              <a:off x="4715717" y="29614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89" name="ph2189"/>
            <p:cNvSpPr/>
            <p:nvPr/>
          </p:nvSpPr>
          <p:spPr>
            <a:xfrm>
              <a:off x="4728231" y="29614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90" name="ph2190"/>
            <p:cNvSpPr/>
            <p:nvPr/>
          </p:nvSpPr>
          <p:spPr>
            <a:xfrm>
              <a:off x="4740743" y="29614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91" name="ph2191"/>
            <p:cNvSpPr/>
            <p:nvPr/>
          </p:nvSpPr>
          <p:spPr>
            <a:xfrm>
              <a:off x="4665668" y="297677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92" name="ph2192"/>
            <p:cNvSpPr/>
            <p:nvPr/>
          </p:nvSpPr>
          <p:spPr>
            <a:xfrm>
              <a:off x="4678180" y="297677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93" name="ph2193"/>
            <p:cNvSpPr/>
            <p:nvPr/>
          </p:nvSpPr>
          <p:spPr>
            <a:xfrm>
              <a:off x="4690693" y="297677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94" name="ph2194"/>
            <p:cNvSpPr/>
            <p:nvPr/>
          </p:nvSpPr>
          <p:spPr>
            <a:xfrm>
              <a:off x="4703205" y="297677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95" name="ph2195"/>
            <p:cNvSpPr/>
            <p:nvPr/>
          </p:nvSpPr>
          <p:spPr>
            <a:xfrm>
              <a:off x="4715717" y="297677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96" name="ph2196"/>
            <p:cNvSpPr/>
            <p:nvPr/>
          </p:nvSpPr>
          <p:spPr>
            <a:xfrm>
              <a:off x="4728231" y="297677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97" name="ph2197"/>
            <p:cNvSpPr/>
            <p:nvPr/>
          </p:nvSpPr>
          <p:spPr>
            <a:xfrm>
              <a:off x="4665668" y="299215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98" name="ph2198"/>
            <p:cNvSpPr/>
            <p:nvPr/>
          </p:nvSpPr>
          <p:spPr>
            <a:xfrm>
              <a:off x="4678180" y="299215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99" name="ph2199"/>
            <p:cNvSpPr/>
            <p:nvPr/>
          </p:nvSpPr>
          <p:spPr>
            <a:xfrm>
              <a:off x="4690693" y="299215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00" name="ph2200"/>
            <p:cNvSpPr/>
            <p:nvPr/>
          </p:nvSpPr>
          <p:spPr>
            <a:xfrm>
              <a:off x="4703205" y="299215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01" name="ph2201"/>
            <p:cNvSpPr/>
            <p:nvPr/>
          </p:nvSpPr>
          <p:spPr>
            <a:xfrm>
              <a:off x="4715717" y="299215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02" name="ph2202"/>
            <p:cNvSpPr/>
            <p:nvPr/>
          </p:nvSpPr>
          <p:spPr>
            <a:xfrm>
              <a:off x="4653156" y="30075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03" name="ph2203"/>
            <p:cNvSpPr/>
            <p:nvPr/>
          </p:nvSpPr>
          <p:spPr>
            <a:xfrm>
              <a:off x="4665668" y="30075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04" name="ph2204"/>
            <p:cNvSpPr/>
            <p:nvPr/>
          </p:nvSpPr>
          <p:spPr>
            <a:xfrm>
              <a:off x="4678180" y="30075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05" name="ph2205"/>
            <p:cNvSpPr/>
            <p:nvPr/>
          </p:nvSpPr>
          <p:spPr>
            <a:xfrm>
              <a:off x="4690693" y="30075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06" name="ph2206"/>
            <p:cNvSpPr/>
            <p:nvPr/>
          </p:nvSpPr>
          <p:spPr>
            <a:xfrm>
              <a:off x="4703205" y="30075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07" name="ph2207"/>
            <p:cNvSpPr/>
            <p:nvPr/>
          </p:nvSpPr>
          <p:spPr>
            <a:xfrm>
              <a:off x="4715717" y="30075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08" name="ph2208"/>
            <p:cNvSpPr/>
            <p:nvPr/>
          </p:nvSpPr>
          <p:spPr>
            <a:xfrm>
              <a:off x="4653156" y="302290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09" name="ph2209"/>
            <p:cNvSpPr/>
            <p:nvPr/>
          </p:nvSpPr>
          <p:spPr>
            <a:xfrm>
              <a:off x="4665668" y="302290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10" name="ph2210"/>
            <p:cNvSpPr/>
            <p:nvPr/>
          </p:nvSpPr>
          <p:spPr>
            <a:xfrm>
              <a:off x="4678180" y="302290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11" name="ph2211"/>
            <p:cNvSpPr/>
            <p:nvPr/>
          </p:nvSpPr>
          <p:spPr>
            <a:xfrm>
              <a:off x="4690693" y="302290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12" name="ph2212"/>
            <p:cNvSpPr/>
            <p:nvPr/>
          </p:nvSpPr>
          <p:spPr>
            <a:xfrm>
              <a:off x="4703205" y="302290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13" name="ph2213"/>
            <p:cNvSpPr/>
            <p:nvPr/>
          </p:nvSpPr>
          <p:spPr>
            <a:xfrm>
              <a:off x="4640644" y="303828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14" name="ph2214"/>
            <p:cNvSpPr/>
            <p:nvPr/>
          </p:nvSpPr>
          <p:spPr>
            <a:xfrm>
              <a:off x="4653156" y="303828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15" name="ph2215"/>
            <p:cNvSpPr/>
            <p:nvPr/>
          </p:nvSpPr>
          <p:spPr>
            <a:xfrm>
              <a:off x="4665668" y="303828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16" name="ph2216"/>
            <p:cNvSpPr/>
            <p:nvPr/>
          </p:nvSpPr>
          <p:spPr>
            <a:xfrm>
              <a:off x="4678180" y="303828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17" name="ph2217"/>
            <p:cNvSpPr/>
            <p:nvPr/>
          </p:nvSpPr>
          <p:spPr>
            <a:xfrm>
              <a:off x="4690693" y="303828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18" name="ph2218"/>
            <p:cNvSpPr/>
            <p:nvPr/>
          </p:nvSpPr>
          <p:spPr>
            <a:xfrm>
              <a:off x="4703205" y="303828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19" name="ph2219"/>
            <p:cNvSpPr/>
            <p:nvPr/>
          </p:nvSpPr>
          <p:spPr>
            <a:xfrm>
              <a:off x="4640644" y="305365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20" name="ph2220"/>
            <p:cNvSpPr/>
            <p:nvPr/>
          </p:nvSpPr>
          <p:spPr>
            <a:xfrm>
              <a:off x="4653156" y="305365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21" name="ph2221"/>
            <p:cNvSpPr/>
            <p:nvPr/>
          </p:nvSpPr>
          <p:spPr>
            <a:xfrm>
              <a:off x="4665668" y="305365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22" name="ph2222"/>
            <p:cNvSpPr/>
            <p:nvPr/>
          </p:nvSpPr>
          <p:spPr>
            <a:xfrm>
              <a:off x="4678180" y="305365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23" name="ph2223"/>
            <p:cNvSpPr/>
            <p:nvPr/>
          </p:nvSpPr>
          <p:spPr>
            <a:xfrm>
              <a:off x="4690693" y="305365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24" name="ph2224"/>
            <p:cNvSpPr/>
            <p:nvPr/>
          </p:nvSpPr>
          <p:spPr>
            <a:xfrm>
              <a:off x="4703205" y="305365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25" name="ph2225"/>
            <p:cNvSpPr/>
            <p:nvPr/>
          </p:nvSpPr>
          <p:spPr>
            <a:xfrm>
              <a:off x="4640644" y="306903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26" name="ph2226"/>
            <p:cNvSpPr/>
            <p:nvPr/>
          </p:nvSpPr>
          <p:spPr>
            <a:xfrm>
              <a:off x="4653156" y="306903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27" name="ph2227"/>
            <p:cNvSpPr/>
            <p:nvPr/>
          </p:nvSpPr>
          <p:spPr>
            <a:xfrm>
              <a:off x="4665668" y="306903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28" name="ph2228"/>
            <p:cNvSpPr/>
            <p:nvPr/>
          </p:nvSpPr>
          <p:spPr>
            <a:xfrm>
              <a:off x="4678180" y="306903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29" name="ph2229"/>
            <p:cNvSpPr/>
            <p:nvPr/>
          </p:nvSpPr>
          <p:spPr>
            <a:xfrm>
              <a:off x="4690693" y="306903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30" name="ph2230"/>
            <p:cNvSpPr/>
            <p:nvPr/>
          </p:nvSpPr>
          <p:spPr>
            <a:xfrm>
              <a:off x="3902415" y="308440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31" name="ph2231"/>
            <p:cNvSpPr/>
            <p:nvPr/>
          </p:nvSpPr>
          <p:spPr>
            <a:xfrm>
              <a:off x="3914927" y="308440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32" name="ph2232"/>
            <p:cNvSpPr/>
            <p:nvPr/>
          </p:nvSpPr>
          <p:spPr>
            <a:xfrm>
              <a:off x="3927439" y="308440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33" name="ph2233"/>
            <p:cNvSpPr/>
            <p:nvPr/>
          </p:nvSpPr>
          <p:spPr>
            <a:xfrm>
              <a:off x="3939951" y="308440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34" name="ph2234"/>
            <p:cNvSpPr/>
            <p:nvPr/>
          </p:nvSpPr>
          <p:spPr>
            <a:xfrm>
              <a:off x="4640644" y="308440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35" name="ph2235"/>
            <p:cNvSpPr/>
            <p:nvPr/>
          </p:nvSpPr>
          <p:spPr>
            <a:xfrm>
              <a:off x="4653156" y="308440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36" name="ph2236"/>
            <p:cNvSpPr/>
            <p:nvPr/>
          </p:nvSpPr>
          <p:spPr>
            <a:xfrm>
              <a:off x="4665668" y="308440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37" name="ph2237"/>
            <p:cNvSpPr/>
            <p:nvPr/>
          </p:nvSpPr>
          <p:spPr>
            <a:xfrm>
              <a:off x="4678180" y="308440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38" name="ph2238"/>
            <p:cNvSpPr/>
            <p:nvPr/>
          </p:nvSpPr>
          <p:spPr>
            <a:xfrm>
              <a:off x="3902415" y="309978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39" name="ph2239"/>
            <p:cNvSpPr/>
            <p:nvPr/>
          </p:nvSpPr>
          <p:spPr>
            <a:xfrm>
              <a:off x="3914927" y="309978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40" name="ph2240"/>
            <p:cNvSpPr/>
            <p:nvPr/>
          </p:nvSpPr>
          <p:spPr>
            <a:xfrm>
              <a:off x="3927439" y="309978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1CEAD">
                <a:alpha val="100000"/>
              </a:srgbClr>
            </a:solidFill>
            <a:ln w="5420" cap="flat">
              <a:solidFill>
                <a:srgbClr val="61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41" name="ph2241"/>
            <p:cNvSpPr/>
            <p:nvPr/>
          </p:nvSpPr>
          <p:spPr>
            <a:xfrm>
              <a:off x="3939951" y="309978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42" name="ph2242"/>
            <p:cNvSpPr/>
            <p:nvPr/>
          </p:nvSpPr>
          <p:spPr>
            <a:xfrm>
              <a:off x="3952464" y="309978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43" name="ph2243"/>
            <p:cNvSpPr/>
            <p:nvPr/>
          </p:nvSpPr>
          <p:spPr>
            <a:xfrm>
              <a:off x="4002513" y="309978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44" name="ph2244"/>
            <p:cNvSpPr/>
            <p:nvPr/>
          </p:nvSpPr>
          <p:spPr>
            <a:xfrm>
              <a:off x="4015025" y="309978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45" name="ph2245"/>
            <p:cNvSpPr/>
            <p:nvPr/>
          </p:nvSpPr>
          <p:spPr>
            <a:xfrm>
              <a:off x="4027537" y="309978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46" name="ph2246"/>
            <p:cNvSpPr/>
            <p:nvPr/>
          </p:nvSpPr>
          <p:spPr>
            <a:xfrm>
              <a:off x="4040051" y="309978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47" name="ph2247"/>
            <p:cNvSpPr/>
            <p:nvPr/>
          </p:nvSpPr>
          <p:spPr>
            <a:xfrm>
              <a:off x="4052563" y="309978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48" name="ph2248"/>
            <p:cNvSpPr/>
            <p:nvPr/>
          </p:nvSpPr>
          <p:spPr>
            <a:xfrm>
              <a:off x="4640644" y="309978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49" name="ph2249"/>
            <p:cNvSpPr/>
            <p:nvPr/>
          </p:nvSpPr>
          <p:spPr>
            <a:xfrm>
              <a:off x="4653156" y="309978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50" name="ph2250"/>
            <p:cNvSpPr/>
            <p:nvPr/>
          </p:nvSpPr>
          <p:spPr>
            <a:xfrm>
              <a:off x="4665668" y="309978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51" name="ph2251"/>
            <p:cNvSpPr/>
            <p:nvPr/>
          </p:nvSpPr>
          <p:spPr>
            <a:xfrm>
              <a:off x="4678180" y="309978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52" name="ph2252"/>
            <p:cNvSpPr/>
            <p:nvPr/>
          </p:nvSpPr>
          <p:spPr>
            <a:xfrm>
              <a:off x="4690693" y="309978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53" name="ph2253"/>
            <p:cNvSpPr/>
            <p:nvPr/>
          </p:nvSpPr>
          <p:spPr>
            <a:xfrm>
              <a:off x="3814828" y="311516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54" name="ph2254"/>
            <p:cNvSpPr/>
            <p:nvPr/>
          </p:nvSpPr>
          <p:spPr>
            <a:xfrm>
              <a:off x="3827340" y="311516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55" name="ph2255"/>
            <p:cNvSpPr/>
            <p:nvPr/>
          </p:nvSpPr>
          <p:spPr>
            <a:xfrm>
              <a:off x="3889901" y="311516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56" name="ph2256"/>
            <p:cNvSpPr/>
            <p:nvPr/>
          </p:nvSpPr>
          <p:spPr>
            <a:xfrm>
              <a:off x="3902415" y="311516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57" name="ph2257"/>
            <p:cNvSpPr/>
            <p:nvPr/>
          </p:nvSpPr>
          <p:spPr>
            <a:xfrm>
              <a:off x="3914927" y="311516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58" name="ph2258"/>
            <p:cNvSpPr/>
            <p:nvPr/>
          </p:nvSpPr>
          <p:spPr>
            <a:xfrm>
              <a:off x="3927439" y="311516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59" name="ph2259"/>
            <p:cNvSpPr/>
            <p:nvPr/>
          </p:nvSpPr>
          <p:spPr>
            <a:xfrm>
              <a:off x="3939951" y="311516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60" name="ph2260"/>
            <p:cNvSpPr/>
            <p:nvPr/>
          </p:nvSpPr>
          <p:spPr>
            <a:xfrm>
              <a:off x="3952464" y="311516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61" name="ph2261"/>
            <p:cNvSpPr/>
            <p:nvPr/>
          </p:nvSpPr>
          <p:spPr>
            <a:xfrm>
              <a:off x="4002513" y="311516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62" name="ph2262"/>
            <p:cNvSpPr/>
            <p:nvPr/>
          </p:nvSpPr>
          <p:spPr>
            <a:xfrm>
              <a:off x="4015025" y="311516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63" name="ph2263"/>
            <p:cNvSpPr/>
            <p:nvPr/>
          </p:nvSpPr>
          <p:spPr>
            <a:xfrm>
              <a:off x="4027537" y="311516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64" name="ph2264"/>
            <p:cNvSpPr/>
            <p:nvPr/>
          </p:nvSpPr>
          <p:spPr>
            <a:xfrm>
              <a:off x="4040051" y="311516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65" name="ph2265"/>
            <p:cNvSpPr/>
            <p:nvPr/>
          </p:nvSpPr>
          <p:spPr>
            <a:xfrm>
              <a:off x="4052563" y="311516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66" name="ph2266"/>
            <p:cNvSpPr/>
            <p:nvPr/>
          </p:nvSpPr>
          <p:spPr>
            <a:xfrm>
              <a:off x="4065075" y="311516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67" name="ph2267"/>
            <p:cNvSpPr/>
            <p:nvPr/>
          </p:nvSpPr>
          <p:spPr>
            <a:xfrm>
              <a:off x="4077587" y="311516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68" name="ph2268"/>
            <p:cNvSpPr/>
            <p:nvPr/>
          </p:nvSpPr>
          <p:spPr>
            <a:xfrm>
              <a:off x="4090100" y="311516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69" name="ph2269"/>
            <p:cNvSpPr/>
            <p:nvPr/>
          </p:nvSpPr>
          <p:spPr>
            <a:xfrm>
              <a:off x="4102612" y="311516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70" name="ph2270"/>
            <p:cNvSpPr/>
            <p:nvPr/>
          </p:nvSpPr>
          <p:spPr>
            <a:xfrm>
              <a:off x="4115124" y="311516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71" name="ph2271"/>
            <p:cNvSpPr/>
            <p:nvPr/>
          </p:nvSpPr>
          <p:spPr>
            <a:xfrm>
              <a:off x="4127637" y="311516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72" name="ph2272"/>
            <p:cNvSpPr/>
            <p:nvPr/>
          </p:nvSpPr>
          <p:spPr>
            <a:xfrm>
              <a:off x="4140149" y="311516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73" name="ph2273"/>
            <p:cNvSpPr/>
            <p:nvPr/>
          </p:nvSpPr>
          <p:spPr>
            <a:xfrm>
              <a:off x="4640644" y="311516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74" name="ph2274"/>
            <p:cNvSpPr/>
            <p:nvPr/>
          </p:nvSpPr>
          <p:spPr>
            <a:xfrm>
              <a:off x="4653156" y="311516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75" name="ph2275"/>
            <p:cNvSpPr/>
            <p:nvPr/>
          </p:nvSpPr>
          <p:spPr>
            <a:xfrm>
              <a:off x="4665668" y="311516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76" name="ph2276"/>
            <p:cNvSpPr/>
            <p:nvPr/>
          </p:nvSpPr>
          <p:spPr>
            <a:xfrm>
              <a:off x="4678180" y="311516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77" name="ph2277"/>
            <p:cNvSpPr/>
            <p:nvPr/>
          </p:nvSpPr>
          <p:spPr>
            <a:xfrm>
              <a:off x="4690693" y="311516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78" name="ph2278"/>
            <p:cNvSpPr/>
            <p:nvPr/>
          </p:nvSpPr>
          <p:spPr>
            <a:xfrm>
              <a:off x="3652167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79" name="ph2279"/>
            <p:cNvSpPr/>
            <p:nvPr/>
          </p:nvSpPr>
          <p:spPr>
            <a:xfrm>
              <a:off x="3664679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80" name="ph2280"/>
            <p:cNvSpPr/>
            <p:nvPr/>
          </p:nvSpPr>
          <p:spPr>
            <a:xfrm>
              <a:off x="3677192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81" name="ph2281"/>
            <p:cNvSpPr/>
            <p:nvPr/>
          </p:nvSpPr>
          <p:spPr>
            <a:xfrm>
              <a:off x="3689704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82" name="ph2282"/>
            <p:cNvSpPr/>
            <p:nvPr/>
          </p:nvSpPr>
          <p:spPr>
            <a:xfrm>
              <a:off x="3702216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83" name="ph2283"/>
            <p:cNvSpPr/>
            <p:nvPr/>
          </p:nvSpPr>
          <p:spPr>
            <a:xfrm>
              <a:off x="3764779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84" name="ph2284"/>
            <p:cNvSpPr/>
            <p:nvPr/>
          </p:nvSpPr>
          <p:spPr>
            <a:xfrm>
              <a:off x="3777291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85" name="ph2285"/>
            <p:cNvSpPr/>
            <p:nvPr/>
          </p:nvSpPr>
          <p:spPr>
            <a:xfrm>
              <a:off x="3789803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86" name="ph2286"/>
            <p:cNvSpPr/>
            <p:nvPr/>
          </p:nvSpPr>
          <p:spPr>
            <a:xfrm>
              <a:off x="3802315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87" name="ph2287"/>
            <p:cNvSpPr/>
            <p:nvPr/>
          </p:nvSpPr>
          <p:spPr>
            <a:xfrm>
              <a:off x="3814828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88" name="ph2288"/>
            <p:cNvSpPr/>
            <p:nvPr/>
          </p:nvSpPr>
          <p:spPr>
            <a:xfrm>
              <a:off x="3827340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89" name="ph2289"/>
            <p:cNvSpPr/>
            <p:nvPr/>
          </p:nvSpPr>
          <p:spPr>
            <a:xfrm>
              <a:off x="3839852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90" name="ph2290"/>
            <p:cNvSpPr/>
            <p:nvPr/>
          </p:nvSpPr>
          <p:spPr>
            <a:xfrm>
              <a:off x="3852365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91" name="ph2291"/>
            <p:cNvSpPr/>
            <p:nvPr/>
          </p:nvSpPr>
          <p:spPr>
            <a:xfrm>
              <a:off x="3864877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92" name="ph2292"/>
            <p:cNvSpPr/>
            <p:nvPr/>
          </p:nvSpPr>
          <p:spPr>
            <a:xfrm>
              <a:off x="3877389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93" name="ph2293"/>
            <p:cNvSpPr/>
            <p:nvPr/>
          </p:nvSpPr>
          <p:spPr>
            <a:xfrm>
              <a:off x="3889901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94" name="ph2294"/>
            <p:cNvSpPr/>
            <p:nvPr/>
          </p:nvSpPr>
          <p:spPr>
            <a:xfrm>
              <a:off x="3902415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80D7B9">
                <a:alpha val="100000"/>
              </a:srgbClr>
            </a:solidFill>
            <a:ln w="5420" cap="flat">
              <a:solidFill>
                <a:srgbClr val="80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95" name="ph2295"/>
            <p:cNvSpPr/>
            <p:nvPr/>
          </p:nvSpPr>
          <p:spPr>
            <a:xfrm>
              <a:off x="3914927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7BD6B6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96" name="ph2296"/>
            <p:cNvSpPr/>
            <p:nvPr/>
          </p:nvSpPr>
          <p:spPr>
            <a:xfrm>
              <a:off x="3927439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4D4B4">
                <a:alpha val="100000"/>
              </a:srgbClr>
            </a:solidFill>
            <a:ln w="5420" cap="flat">
              <a:solidFill>
                <a:srgbClr val="74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97" name="ph2297"/>
            <p:cNvSpPr/>
            <p:nvPr/>
          </p:nvSpPr>
          <p:spPr>
            <a:xfrm>
              <a:off x="3939951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98" name="ph2298"/>
            <p:cNvSpPr/>
            <p:nvPr/>
          </p:nvSpPr>
          <p:spPr>
            <a:xfrm>
              <a:off x="3952464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99" name="ph2299"/>
            <p:cNvSpPr/>
            <p:nvPr/>
          </p:nvSpPr>
          <p:spPr>
            <a:xfrm>
              <a:off x="3964976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00" name="ph2300"/>
            <p:cNvSpPr/>
            <p:nvPr/>
          </p:nvSpPr>
          <p:spPr>
            <a:xfrm>
              <a:off x="3977488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01" name="ph2301"/>
            <p:cNvSpPr/>
            <p:nvPr/>
          </p:nvSpPr>
          <p:spPr>
            <a:xfrm>
              <a:off x="3990001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02" name="ph2302"/>
            <p:cNvSpPr/>
            <p:nvPr/>
          </p:nvSpPr>
          <p:spPr>
            <a:xfrm>
              <a:off x="4002513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03" name="ph2303"/>
            <p:cNvSpPr/>
            <p:nvPr/>
          </p:nvSpPr>
          <p:spPr>
            <a:xfrm>
              <a:off x="4015025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04" name="ph2304"/>
            <p:cNvSpPr/>
            <p:nvPr/>
          </p:nvSpPr>
          <p:spPr>
            <a:xfrm>
              <a:off x="4027537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05" name="ph2305"/>
            <p:cNvSpPr/>
            <p:nvPr/>
          </p:nvSpPr>
          <p:spPr>
            <a:xfrm>
              <a:off x="4040051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06" name="ph2306"/>
            <p:cNvSpPr/>
            <p:nvPr/>
          </p:nvSpPr>
          <p:spPr>
            <a:xfrm>
              <a:off x="4052563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07" name="ph2307"/>
            <p:cNvSpPr/>
            <p:nvPr/>
          </p:nvSpPr>
          <p:spPr>
            <a:xfrm>
              <a:off x="4065075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08" name="ph2308"/>
            <p:cNvSpPr/>
            <p:nvPr/>
          </p:nvSpPr>
          <p:spPr>
            <a:xfrm>
              <a:off x="4077587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09" name="ph2309"/>
            <p:cNvSpPr/>
            <p:nvPr/>
          </p:nvSpPr>
          <p:spPr>
            <a:xfrm>
              <a:off x="4090100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10" name="ph2310"/>
            <p:cNvSpPr/>
            <p:nvPr/>
          </p:nvSpPr>
          <p:spPr>
            <a:xfrm>
              <a:off x="4102612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11" name="ph2311"/>
            <p:cNvSpPr/>
            <p:nvPr/>
          </p:nvSpPr>
          <p:spPr>
            <a:xfrm>
              <a:off x="4115124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12" name="ph2312"/>
            <p:cNvSpPr/>
            <p:nvPr/>
          </p:nvSpPr>
          <p:spPr>
            <a:xfrm>
              <a:off x="4127637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13" name="ph2313"/>
            <p:cNvSpPr/>
            <p:nvPr/>
          </p:nvSpPr>
          <p:spPr>
            <a:xfrm>
              <a:off x="4140149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14" name="ph2314"/>
            <p:cNvSpPr/>
            <p:nvPr/>
          </p:nvSpPr>
          <p:spPr>
            <a:xfrm>
              <a:off x="4152661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15" name="ph2315"/>
            <p:cNvSpPr/>
            <p:nvPr/>
          </p:nvSpPr>
          <p:spPr>
            <a:xfrm>
              <a:off x="4190199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16" name="ph2316"/>
            <p:cNvSpPr/>
            <p:nvPr/>
          </p:nvSpPr>
          <p:spPr>
            <a:xfrm>
              <a:off x="4640644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17" name="ph2317"/>
            <p:cNvSpPr/>
            <p:nvPr/>
          </p:nvSpPr>
          <p:spPr>
            <a:xfrm>
              <a:off x="4653156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18" name="ph2318"/>
            <p:cNvSpPr/>
            <p:nvPr/>
          </p:nvSpPr>
          <p:spPr>
            <a:xfrm>
              <a:off x="4665668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19" name="ph2319"/>
            <p:cNvSpPr/>
            <p:nvPr/>
          </p:nvSpPr>
          <p:spPr>
            <a:xfrm>
              <a:off x="4678180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20" name="ph2320"/>
            <p:cNvSpPr/>
            <p:nvPr/>
          </p:nvSpPr>
          <p:spPr>
            <a:xfrm>
              <a:off x="4690693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21" name="ph2321"/>
            <p:cNvSpPr/>
            <p:nvPr/>
          </p:nvSpPr>
          <p:spPr>
            <a:xfrm>
              <a:off x="3639655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22" name="ph2322"/>
            <p:cNvSpPr/>
            <p:nvPr/>
          </p:nvSpPr>
          <p:spPr>
            <a:xfrm>
              <a:off x="3652167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23" name="ph2323"/>
            <p:cNvSpPr/>
            <p:nvPr/>
          </p:nvSpPr>
          <p:spPr>
            <a:xfrm>
              <a:off x="3664679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24" name="ph2324"/>
            <p:cNvSpPr/>
            <p:nvPr/>
          </p:nvSpPr>
          <p:spPr>
            <a:xfrm>
              <a:off x="3677192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25" name="ph2325"/>
            <p:cNvSpPr/>
            <p:nvPr/>
          </p:nvSpPr>
          <p:spPr>
            <a:xfrm>
              <a:off x="3689704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26" name="ph2326"/>
            <p:cNvSpPr/>
            <p:nvPr/>
          </p:nvSpPr>
          <p:spPr>
            <a:xfrm>
              <a:off x="3702216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27" name="ph2327"/>
            <p:cNvSpPr/>
            <p:nvPr/>
          </p:nvSpPr>
          <p:spPr>
            <a:xfrm>
              <a:off x="3714729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28" name="ph2328"/>
            <p:cNvSpPr/>
            <p:nvPr/>
          </p:nvSpPr>
          <p:spPr>
            <a:xfrm>
              <a:off x="3727241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29" name="ph2329"/>
            <p:cNvSpPr/>
            <p:nvPr/>
          </p:nvSpPr>
          <p:spPr>
            <a:xfrm>
              <a:off x="3739753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30" name="ph2330"/>
            <p:cNvSpPr/>
            <p:nvPr/>
          </p:nvSpPr>
          <p:spPr>
            <a:xfrm>
              <a:off x="3752265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31" name="ph2331"/>
            <p:cNvSpPr/>
            <p:nvPr/>
          </p:nvSpPr>
          <p:spPr>
            <a:xfrm>
              <a:off x="3764779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32" name="ph2332"/>
            <p:cNvSpPr/>
            <p:nvPr/>
          </p:nvSpPr>
          <p:spPr>
            <a:xfrm>
              <a:off x="3777291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33" name="ph2333"/>
            <p:cNvSpPr/>
            <p:nvPr/>
          </p:nvSpPr>
          <p:spPr>
            <a:xfrm>
              <a:off x="3789803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34" name="ph2334"/>
            <p:cNvSpPr/>
            <p:nvPr/>
          </p:nvSpPr>
          <p:spPr>
            <a:xfrm>
              <a:off x="3802315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35" name="ph2335"/>
            <p:cNvSpPr/>
            <p:nvPr/>
          </p:nvSpPr>
          <p:spPr>
            <a:xfrm>
              <a:off x="3814828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36" name="ph2336"/>
            <p:cNvSpPr/>
            <p:nvPr/>
          </p:nvSpPr>
          <p:spPr>
            <a:xfrm>
              <a:off x="3827340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37" name="ph2337"/>
            <p:cNvSpPr/>
            <p:nvPr/>
          </p:nvSpPr>
          <p:spPr>
            <a:xfrm>
              <a:off x="3839852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38" name="ph2338"/>
            <p:cNvSpPr/>
            <p:nvPr/>
          </p:nvSpPr>
          <p:spPr>
            <a:xfrm>
              <a:off x="3852365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39" name="ph2339"/>
            <p:cNvSpPr/>
            <p:nvPr/>
          </p:nvSpPr>
          <p:spPr>
            <a:xfrm>
              <a:off x="3864877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40" name="ph2340"/>
            <p:cNvSpPr/>
            <p:nvPr/>
          </p:nvSpPr>
          <p:spPr>
            <a:xfrm>
              <a:off x="3877389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41" name="ph2341"/>
            <p:cNvSpPr/>
            <p:nvPr/>
          </p:nvSpPr>
          <p:spPr>
            <a:xfrm>
              <a:off x="3889901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42" name="ph2342"/>
            <p:cNvSpPr/>
            <p:nvPr/>
          </p:nvSpPr>
          <p:spPr>
            <a:xfrm>
              <a:off x="3902415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43" name="ph2343"/>
            <p:cNvSpPr/>
            <p:nvPr/>
          </p:nvSpPr>
          <p:spPr>
            <a:xfrm>
              <a:off x="3914927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44" name="ph2344"/>
            <p:cNvSpPr/>
            <p:nvPr/>
          </p:nvSpPr>
          <p:spPr>
            <a:xfrm>
              <a:off x="3927439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45" name="ph2345"/>
            <p:cNvSpPr/>
            <p:nvPr/>
          </p:nvSpPr>
          <p:spPr>
            <a:xfrm>
              <a:off x="3939951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46" name="ph2346"/>
            <p:cNvSpPr/>
            <p:nvPr/>
          </p:nvSpPr>
          <p:spPr>
            <a:xfrm>
              <a:off x="3952464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66CFAE">
                <a:alpha val="100000"/>
              </a:srgbClr>
            </a:solidFill>
            <a:ln w="5420" cap="flat">
              <a:solidFill>
                <a:srgbClr val="66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47" name="ph2347"/>
            <p:cNvSpPr/>
            <p:nvPr/>
          </p:nvSpPr>
          <p:spPr>
            <a:xfrm>
              <a:off x="3964976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48" name="ph2348"/>
            <p:cNvSpPr/>
            <p:nvPr/>
          </p:nvSpPr>
          <p:spPr>
            <a:xfrm>
              <a:off x="3977488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49" name="ph2349"/>
            <p:cNvSpPr/>
            <p:nvPr/>
          </p:nvSpPr>
          <p:spPr>
            <a:xfrm>
              <a:off x="3990001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50" name="ph2350"/>
            <p:cNvSpPr/>
            <p:nvPr/>
          </p:nvSpPr>
          <p:spPr>
            <a:xfrm>
              <a:off x="4002513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51" name="ph2351"/>
            <p:cNvSpPr/>
            <p:nvPr/>
          </p:nvSpPr>
          <p:spPr>
            <a:xfrm>
              <a:off x="4015025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52" name="ph2352"/>
            <p:cNvSpPr/>
            <p:nvPr/>
          </p:nvSpPr>
          <p:spPr>
            <a:xfrm>
              <a:off x="4027537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53" name="ph2353"/>
            <p:cNvSpPr/>
            <p:nvPr/>
          </p:nvSpPr>
          <p:spPr>
            <a:xfrm>
              <a:off x="4040051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54" name="ph2354"/>
            <p:cNvSpPr/>
            <p:nvPr/>
          </p:nvSpPr>
          <p:spPr>
            <a:xfrm>
              <a:off x="4052563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55" name="ph2355"/>
            <p:cNvSpPr/>
            <p:nvPr/>
          </p:nvSpPr>
          <p:spPr>
            <a:xfrm>
              <a:off x="4065075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56" name="ph2356"/>
            <p:cNvSpPr/>
            <p:nvPr/>
          </p:nvSpPr>
          <p:spPr>
            <a:xfrm>
              <a:off x="4077587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57" name="ph2357"/>
            <p:cNvSpPr/>
            <p:nvPr/>
          </p:nvSpPr>
          <p:spPr>
            <a:xfrm>
              <a:off x="4090100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58" name="ph2358"/>
            <p:cNvSpPr/>
            <p:nvPr/>
          </p:nvSpPr>
          <p:spPr>
            <a:xfrm>
              <a:off x="4102612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59" name="ph2359"/>
            <p:cNvSpPr/>
            <p:nvPr/>
          </p:nvSpPr>
          <p:spPr>
            <a:xfrm>
              <a:off x="4115124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60" name="ph2360"/>
            <p:cNvSpPr/>
            <p:nvPr/>
          </p:nvSpPr>
          <p:spPr>
            <a:xfrm>
              <a:off x="4127637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61" name="ph2361"/>
            <p:cNvSpPr/>
            <p:nvPr/>
          </p:nvSpPr>
          <p:spPr>
            <a:xfrm>
              <a:off x="4140149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62" name="ph2362"/>
            <p:cNvSpPr/>
            <p:nvPr/>
          </p:nvSpPr>
          <p:spPr>
            <a:xfrm>
              <a:off x="4152661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63" name="ph2363"/>
            <p:cNvSpPr/>
            <p:nvPr/>
          </p:nvSpPr>
          <p:spPr>
            <a:xfrm>
              <a:off x="4165173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64" name="ph2364"/>
            <p:cNvSpPr/>
            <p:nvPr/>
          </p:nvSpPr>
          <p:spPr>
            <a:xfrm>
              <a:off x="4177687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65" name="ph2365"/>
            <p:cNvSpPr/>
            <p:nvPr/>
          </p:nvSpPr>
          <p:spPr>
            <a:xfrm>
              <a:off x="4190199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66" name="ph2366"/>
            <p:cNvSpPr/>
            <p:nvPr/>
          </p:nvSpPr>
          <p:spPr>
            <a:xfrm>
              <a:off x="4202711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67" name="ph2367"/>
            <p:cNvSpPr/>
            <p:nvPr/>
          </p:nvSpPr>
          <p:spPr>
            <a:xfrm>
              <a:off x="4215223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68" name="ph2368"/>
            <p:cNvSpPr/>
            <p:nvPr/>
          </p:nvSpPr>
          <p:spPr>
            <a:xfrm>
              <a:off x="4653156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69" name="ph2369"/>
            <p:cNvSpPr/>
            <p:nvPr/>
          </p:nvSpPr>
          <p:spPr>
            <a:xfrm>
              <a:off x="4665668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70" name="ph2370"/>
            <p:cNvSpPr/>
            <p:nvPr/>
          </p:nvSpPr>
          <p:spPr>
            <a:xfrm>
              <a:off x="4678180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71" name="ph2371"/>
            <p:cNvSpPr/>
            <p:nvPr/>
          </p:nvSpPr>
          <p:spPr>
            <a:xfrm>
              <a:off x="4690693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72" name="ph2372"/>
            <p:cNvSpPr/>
            <p:nvPr/>
          </p:nvSpPr>
          <p:spPr>
            <a:xfrm>
              <a:off x="3627143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73" name="ph2373"/>
            <p:cNvSpPr/>
            <p:nvPr/>
          </p:nvSpPr>
          <p:spPr>
            <a:xfrm>
              <a:off x="3639655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74" name="ph2374"/>
            <p:cNvSpPr/>
            <p:nvPr/>
          </p:nvSpPr>
          <p:spPr>
            <a:xfrm>
              <a:off x="3652167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75" name="ph2375"/>
            <p:cNvSpPr/>
            <p:nvPr/>
          </p:nvSpPr>
          <p:spPr>
            <a:xfrm>
              <a:off x="3664679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76" name="ph2376"/>
            <p:cNvSpPr/>
            <p:nvPr/>
          </p:nvSpPr>
          <p:spPr>
            <a:xfrm>
              <a:off x="3677192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77" name="ph2377"/>
            <p:cNvSpPr/>
            <p:nvPr/>
          </p:nvSpPr>
          <p:spPr>
            <a:xfrm>
              <a:off x="3689704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78" name="ph2378"/>
            <p:cNvSpPr/>
            <p:nvPr/>
          </p:nvSpPr>
          <p:spPr>
            <a:xfrm>
              <a:off x="3702216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79" name="ph2379"/>
            <p:cNvSpPr/>
            <p:nvPr/>
          </p:nvSpPr>
          <p:spPr>
            <a:xfrm>
              <a:off x="3714729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80" name="ph2380"/>
            <p:cNvSpPr/>
            <p:nvPr/>
          </p:nvSpPr>
          <p:spPr>
            <a:xfrm>
              <a:off x="3727241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81" name="ph2381"/>
            <p:cNvSpPr/>
            <p:nvPr/>
          </p:nvSpPr>
          <p:spPr>
            <a:xfrm>
              <a:off x="3739753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82" name="ph2382"/>
            <p:cNvSpPr/>
            <p:nvPr/>
          </p:nvSpPr>
          <p:spPr>
            <a:xfrm>
              <a:off x="3752265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83" name="ph2383"/>
            <p:cNvSpPr/>
            <p:nvPr/>
          </p:nvSpPr>
          <p:spPr>
            <a:xfrm>
              <a:off x="3764779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84" name="ph2384"/>
            <p:cNvSpPr/>
            <p:nvPr/>
          </p:nvSpPr>
          <p:spPr>
            <a:xfrm>
              <a:off x="3777291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85" name="ph2385"/>
            <p:cNvSpPr/>
            <p:nvPr/>
          </p:nvSpPr>
          <p:spPr>
            <a:xfrm>
              <a:off x="3789803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86" name="ph2386"/>
            <p:cNvSpPr/>
            <p:nvPr/>
          </p:nvSpPr>
          <p:spPr>
            <a:xfrm>
              <a:off x="3802315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87" name="ph2387"/>
            <p:cNvSpPr/>
            <p:nvPr/>
          </p:nvSpPr>
          <p:spPr>
            <a:xfrm>
              <a:off x="3814828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88" name="ph2388"/>
            <p:cNvSpPr/>
            <p:nvPr/>
          </p:nvSpPr>
          <p:spPr>
            <a:xfrm>
              <a:off x="3827340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89" name="ph2389"/>
            <p:cNvSpPr/>
            <p:nvPr/>
          </p:nvSpPr>
          <p:spPr>
            <a:xfrm>
              <a:off x="3839852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90" name="ph2390"/>
            <p:cNvSpPr/>
            <p:nvPr/>
          </p:nvSpPr>
          <p:spPr>
            <a:xfrm>
              <a:off x="3852365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91" name="ph2391"/>
            <p:cNvSpPr/>
            <p:nvPr/>
          </p:nvSpPr>
          <p:spPr>
            <a:xfrm>
              <a:off x="3864877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92" name="ph2392"/>
            <p:cNvSpPr/>
            <p:nvPr/>
          </p:nvSpPr>
          <p:spPr>
            <a:xfrm>
              <a:off x="3877389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85D8BB">
                <a:alpha val="100000"/>
              </a:srgbClr>
            </a:solidFill>
            <a:ln w="5420" cap="flat">
              <a:solidFill>
                <a:srgbClr val="85D8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93" name="ph2393"/>
            <p:cNvSpPr/>
            <p:nvPr/>
          </p:nvSpPr>
          <p:spPr>
            <a:xfrm>
              <a:off x="3889901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94" name="ph2394"/>
            <p:cNvSpPr/>
            <p:nvPr/>
          </p:nvSpPr>
          <p:spPr>
            <a:xfrm>
              <a:off x="3902415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95" name="ph2395"/>
            <p:cNvSpPr/>
            <p:nvPr/>
          </p:nvSpPr>
          <p:spPr>
            <a:xfrm>
              <a:off x="3914927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96" name="ph2396"/>
            <p:cNvSpPr/>
            <p:nvPr/>
          </p:nvSpPr>
          <p:spPr>
            <a:xfrm>
              <a:off x="3927439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97" name="ph2397"/>
            <p:cNvSpPr/>
            <p:nvPr/>
          </p:nvSpPr>
          <p:spPr>
            <a:xfrm>
              <a:off x="3939951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CD1B1">
                <a:alpha val="100000"/>
              </a:srgbClr>
            </a:solidFill>
            <a:ln w="5420" cap="flat">
              <a:solidFill>
                <a:srgbClr val="6C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98" name="ph2398"/>
            <p:cNvSpPr/>
            <p:nvPr/>
          </p:nvSpPr>
          <p:spPr>
            <a:xfrm>
              <a:off x="3952464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99" name="ph2399"/>
            <p:cNvSpPr/>
            <p:nvPr/>
          </p:nvSpPr>
          <p:spPr>
            <a:xfrm>
              <a:off x="3964976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00" name="ph2400"/>
            <p:cNvSpPr/>
            <p:nvPr/>
          </p:nvSpPr>
          <p:spPr>
            <a:xfrm>
              <a:off x="3977488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01" name="ph2401"/>
            <p:cNvSpPr/>
            <p:nvPr/>
          </p:nvSpPr>
          <p:spPr>
            <a:xfrm>
              <a:off x="3990001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02" name="ph2402"/>
            <p:cNvSpPr/>
            <p:nvPr/>
          </p:nvSpPr>
          <p:spPr>
            <a:xfrm>
              <a:off x="4002513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03" name="ph2403"/>
            <p:cNvSpPr/>
            <p:nvPr/>
          </p:nvSpPr>
          <p:spPr>
            <a:xfrm>
              <a:off x="4015025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04" name="ph2404"/>
            <p:cNvSpPr/>
            <p:nvPr/>
          </p:nvSpPr>
          <p:spPr>
            <a:xfrm>
              <a:off x="4027537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05" name="ph2405"/>
            <p:cNvSpPr/>
            <p:nvPr/>
          </p:nvSpPr>
          <p:spPr>
            <a:xfrm>
              <a:off x="4040051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06" name="ph2406"/>
            <p:cNvSpPr/>
            <p:nvPr/>
          </p:nvSpPr>
          <p:spPr>
            <a:xfrm>
              <a:off x="4052563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07" name="ph2407"/>
            <p:cNvSpPr/>
            <p:nvPr/>
          </p:nvSpPr>
          <p:spPr>
            <a:xfrm>
              <a:off x="4065075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08" name="ph2408"/>
            <p:cNvSpPr/>
            <p:nvPr/>
          </p:nvSpPr>
          <p:spPr>
            <a:xfrm>
              <a:off x="4077587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09" name="ph2409"/>
            <p:cNvSpPr/>
            <p:nvPr/>
          </p:nvSpPr>
          <p:spPr>
            <a:xfrm>
              <a:off x="4090100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10" name="ph2410"/>
            <p:cNvSpPr/>
            <p:nvPr/>
          </p:nvSpPr>
          <p:spPr>
            <a:xfrm>
              <a:off x="4102612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11" name="ph2411"/>
            <p:cNvSpPr/>
            <p:nvPr/>
          </p:nvSpPr>
          <p:spPr>
            <a:xfrm>
              <a:off x="4115124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12" name="ph2412"/>
            <p:cNvSpPr/>
            <p:nvPr/>
          </p:nvSpPr>
          <p:spPr>
            <a:xfrm>
              <a:off x="4127637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13" name="ph2413"/>
            <p:cNvSpPr/>
            <p:nvPr/>
          </p:nvSpPr>
          <p:spPr>
            <a:xfrm>
              <a:off x="4140149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14" name="ph2414"/>
            <p:cNvSpPr/>
            <p:nvPr/>
          </p:nvSpPr>
          <p:spPr>
            <a:xfrm>
              <a:off x="4152661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15" name="ph2415"/>
            <p:cNvSpPr/>
            <p:nvPr/>
          </p:nvSpPr>
          <p:spPr>
            <a:xfrm>
              <a:off x="4165173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16" name="ph2416"/>
            <p:cNvSpPr/>
            <p:nvPr/>
          </p:nvSpPr>
          <p:spPr>
            <a:xfrm>
              <a:off x="4177687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17" name="ph2417"/>
            <p:cNvSpPr/>
            <p:nvPr/>
          </p:nvSpPr>
          <p:spPr>
            <a:xfrm>
              <a:off x="4190199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18" name="ph2418"/>
            <p:cNvSpPr/>
            <p:nvPr/>
          </p:nvSpPr>
          <p:spPr>
            <a:xfrm>
              <a:off x="4202711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19" name="ph2419"/>
            <p:cNvSpPr/>
            <p:nvPr/>
          </p:nvSpPr>
          <p:spPr>
            <a:xfrm>
              <a:off x="4215223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1CEAD">
                <a:alpha val="100000"/>
              </a:srgbClr>
            </a:solidFill>
            <a:ln w="5420" cap="flat">
              <a:solidFill>
                <a:srgbClr val="61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20" name="ph2420"/>
            <p:cNvSpPr/>
            <p:nvPr/>
          </p:nvSpPr>
          <p:spPr>
            <a:xfrm>
              <a:off x="4340347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21" name="ph2421"/>
            <p:cNvSpPr/>
            <p:nvPr/>
          </p:nvSpPr>
          <p:spPr>
            <a:xfrm>
              <a:off x="4352859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22" name="ph2422"/>
            <p:cNvSpPr/>
            <p:nvPr/>
          </p:nvSpPr>
          <p:spPr>
            <a:xfrm>
              <a:off x="4365372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23" name="ph2423"/>
            <p:cNvSpPr/>
            <p:nvPr/>
          </p:nvSpPr>
          <p:spPr>
            <a:xfrm>
              <a:off x="4377884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24" name="ph2424"/>
            <p:cNvSpPr/>
            <p:nvPr/>
          </p:nvSpPr>
          <p:spPr>
            <a:xfrm>
              <a:off x="4653156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25" name="ph2425"/>
            <p:cNvSpPr/>
            <p:nvPr/>
          </p:nvSpPr>
          <p:spPr>
            <a:xfrm>
              <a:off x="4665668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26" name="ph2426"/>
            <p:cNvSpPr/>
            <p:nvPr/>
          </p:nvSpPr>
          <p:spPr>
            <a:xfrm>
              <a:off x="4678180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27" name="ph2427"/>
            <p:cNvSpPr/>
            <p:nvPr/>
          </p:nvSpPr>
          <p:spPr>
            <a:xfrm>
              <a:off x="4690693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28" name="ph2428"/>
            <p:cNvSpPr/>
            <p:nvPr/>
          </p:nvSpPr>
          <p:spPr>
            <a:xfrm>
              <a:off x="4703205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29" name="ph2429"/>
            <p:cNvSpPr/>
            <p:nvPr/>
          </p:nvSpPr>
          <p:spPr>
            <a:xfrm>
              <a:off x="3251771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30" name="ph2430"/>
            <p:cNvSpPr/>
            <p:nvPr/>
          </p:nvSpPr>
          <p:spPr>
            <a:xfrm>
              <a:off x="3264284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31" name="ph2431"/>
            <p:cNvSpPr/>
            <p:nvPr/>
          </p:nvSpPr>
          <p:spPr>
            <a:xfrm>
              <a:off x="3627143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32" name="ph2432"/>
            <p:cNvSpPr/>
            <p:nvPr/>
          </p:nvSpPr>
          <p:spPr>
            <a:xfrm>
              <a:off x="3639655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33" name="ph2433"/>
            <p:cNvSpPr/>
            <p:nvPr/>
          </p:nvSpPr>
          <p:spPr>
            <a:xfrm>
              <a:off x="3652167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34" name="ph2434"/>
            <p:cNvSpPr/>
            <p:nvPr/>
          </p:nvSpPr>
          <p:spPr>
            <a:xfrm>
              <a:off x="3664679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35" name="ph2435"/>
            <p:cNvSpPr/>
            <p:nvPr/>
          </p:nvSpPr>
          <p:spPr>
            <a:xfrm>
              <a:off x="3677192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36" name="ph2436"/>
            <p:cNvSpPr/>
            <p:nvPr/>
          </p:nvSpPr>
          <p:spPr>
            <a:xfrm>
              <a:off x="3689704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37" name="ph2437"/>
            <p:cNvSpPr/>
            <p:nvPr/>
          </p:nvSpPr>
          <p:spPr>
            <a:xfrm>
              <a:off x="3702216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38" name="ph2438"/>
            <p:cNvSpPr/>
            <p:nvPr/>
          </p:nvSpPr>
          <p:spPr>
            <a:xfrm>
              <a:off x="3714729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39" name="ph2439"/>
            <p:cNvSpPr/>
            <p:nvPr/>
          </p:nvSpPr>
          <p:spPr>
            <a:xfrm>
              <a:off x="3727241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40" name="ph2440"/>
            <p:cNvSpPr/>
            <p:nvPr/>
          </p:nvSpPr>
          <p:spPr>
            <a:xfrm>
              <a:off x="3739753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41" name="ph2441"/>
            <p:cNvSpPr/>
            <p:nvPr/>
          </p:nvSpPr>
          <p:spPr>
            <a:xfrm>
              <a:off x="3752265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42" name="ph2442"/>
            <p:cNvSpPr/>
            <p:nvPr/>
          </p:nvSpPr>
          <p:spPr>
            <a:xfrm>
              <a:off x="3764779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43" name="ph2443"/>
            <p:cNvSpPr/>
            <p:nvPr/>
          </p:nvSpPr>
          <p:spPr>
            <a:xfrm>
              <a:off x="3777291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44" name="ph2444"/>
            <p:cNvSpPr/>
            <p:nvPr/>
          </p:nvSpPr>
          <p:spPr>
            <a:xfrm>
              <a:off x="3789803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45" name="ph2445"/>
            <p:cNvSpPr/>
            <p:nvPr/>
          </p:nvSpPr>
          <p:spPr>
            <a:xfrm>
              <a:off x="3802315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46" name="ph2446"/>
            <p:cNvSpPr/>
            <p:nvPr/>
          </p:nvSpPr>
          <p:spPr>
            <a:xfrm>
              <a:off x="3814828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47" name="ph2447"/>
            <p:cNvSpPr/>
            <p:nvPr/>
          </p:nvSpPr>
          <p:spPr>
            <a:xfrm>
              <a:off x="3827340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48" name="ph2448"/>
            <p:cNvSpPr/>
            <p:nvPr/>
          </p:nvSpPr>
          <p:spPr>
            <a:xfrm>
              <a:off x="3839852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49" name="ph2449"/>
            <p:cNvSpPr/>
            <p:nvPr/>
          </p:nvSpPr>
          <p:spPr>
            <a:xfrm>
              <a:off x="3852365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50" name="ph2450"/>
            <p:cNvSpPr/>
            <p:nvPr/>
          </p:nvSpPr>
          <p:spPr>
            <a:xfrm>
              <a:off x="3864877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51" name="ph2451"/>
            <p:cNvSpPr/>
            <p:nvPr/>
          </p:nvSpPr>
          <p:spPr>
            <a:xfrm>
              <a:off x="3877389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52" name="ph2452"/>
            <p:cNvSpPr/>
            <p:nvPr/>
          </p:nvSpPr>
          <p:spPr>
            <a:xfrm>
              <a:off x="3889901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53" name="ph2453"/>
            <p:cNvSpPr/>
            <p:nvPr/>
          </p:nvSpPr>
          <p:spPr>
            <a:xfrm>
              <a:off x="3902415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54" name="ph2454"/>
            <p:cNvSpPr/>
            <p:nvPr/>
          </p:nvSpPr>
          <p:spPr>
            <a:xfrm>
              <a:off x="3914927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55" name="ph2455"/>
            <p:cNvSpPr/>
            <p:nvPr/>
          </p:nvSpPr>
          <p:spPr>
            <a:xfrm>
              <a:off x="3927439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56" name="ph2456"/>
            <p:cNvSpPr/>
            <p:nvPr/>
          </p:nvSpPr>
          <p:spPr>
            <a:xfrm>
              <a:off x="3939951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57" name="ph2457"/>
            <p:cNvSpPr/>
            <p:nvPr/>
          </p:nvSpPr>
          <p:spPr>
            <a:xfrm>
              <a:off x="3952464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58" name="ph2458"/>
            <p:cNvSpPr/>
            <p:nvPr/>
          </p:nvSpPr>
          <p:spPr>
            <a:xfrm>
              <a:off x="3964976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59" name="ph2459"/>
            <p:cNvSpPr/>
            <p:nvPr/>
          </p:nvSpPr>
          <p:spPr>
            <a:xfrm>
              <a:off x="3977488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60" name="ph2460"/>
            <p:cNvSpPr/>
            <p:nvPr/>
          </p:nvSpPr>
          <p:spPr>
            <a:xfrm>
              <a:off x="3990001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61" name="ph2461"/>
            <p:cNvSpPr/>
            <p:nvPr/>
          </p:nvSpPr>
          <p:spPr>
            <a:xfrm>
              <a:off x="4002513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62" name="ph2462"/>
            <p:cNvSpPr/>
            <p:nvPr/>
          </p:nvSpPr>
          <p:spPr>
            <a:xfrm>
              <a:off x="4015025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63" name="ph2463"/>
            <p:cNvSpPr/>
            <p:nvPr/>
          </p:nvSpPr>
          <p:spPr>
            <a:xfrm>
              <a:off x="4027537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64" name="ph2464"/>
            <p:cNvSpPr/>
            <p:nvPr/>
          </p:nvSpPr>
          <p:spPr>
            <a:xfrm>
              <a:off x="4040051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65" name="ph2465"/>
            <p:cNvSpPr/>
            <p:nvPr/>
          </p:nvSpPr>
          <p:spPr>
            <a:xfrm>
              <a:off x="4052563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66" name="ph2466"/>
            <p:cNvSpPr/>
            <p:nvPr/>
          </p:nvSpPr>
          <p:spPr>
            <a:xfrm>
              <a:off x="4065075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67" name="ph2467"/>
            <p:cNvSpPr/>
            <p:nvPr/>
          </p:nvSpPr>
          <p:spPr>
            <a:xfrm>
              <a:off x="4077587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68" name="ph2468"/>
            <p:cNvSpPr/>
            <p:nvPr/>
          </p:nvSpPr>
          <p:spPr>
            <a:xfrm>
              <a:off x="4090100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69" name="ph2469"/>
            <p:cNvSpPr/>
            <p:nvPr/>
          </p:nvSpPr>
          <p:spPr>
            <a:xfrm>
              <a:off x="4102612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70" name="ph2470"/>
            <p:cNvSpPr/>
            <p:nvPr/>
          </p:nvSpPr>
          <p:spPr>
            <a:xfrm>
              <a:off x="4115124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71" name="ph2471"/>
            <p:cNvSpPr/>
            <p:nvPr/>
          </p:nvSpPr>
          <p:spPr>
            <a:xfrm>
              <a:off x="4127637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72" name="ph2472"/>
            <p:cNvSpPr/>
            <p:nvPr/>
          </p:nvSpPr>
          <p:spPr>
            <a:xfrm>
              <a:off x="4140149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73" name="ph2473"/>
            <p:cNvSpPr/>
            <p:nvPr/>
          </p:nvSpPr>
          <p:spPr>
            <a:xfrm>
              <a:off x="4152661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74" name="ph2474"/>
            <p:cNvSpPr/>
            <p:nvPr/>
          </p:nvSpPr>
          <p:spPr>
            <a:xfrm>
              <a:off x="4165173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75" name="ph2475"/>
            <p:cNvSpPr/>
            <p:nvPr/>
          </p:nvSpPr>
          <p:spPr>
            <a:xfrm>
              <a:off x="4177687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76" name="ph2476"/>
            <p:cNvSpPr/>
            <p:nvPr/>
          </p:nvSpPr>
          <p:spPr>
            <a:xfrm>
              <a:off x="4190199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77" name="ph2477"/>
            <p:cNvSpPr/>
            <p:nvPr/>
          </p:nvSpPr>
          <p:spPr>
            <a:xfrm>
              <a:off x="4202711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78" name="ph2478"/>
            <p:cNvSpPr/>
            <p:nvPr/>
          </p:nvSpPr>
          <p:spPr>
            <a:xfrm>
              <a:off x="4215223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79" name="ph2479"/>
            <p:cNvSpPr/>
            <p:nvPr/>
          </p:nvSpPr>
          <p:spPr>
            <a:xfrm>
              <a:off x="4327835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80" name="ph2480"/>
            <p:cNvSpPr/>
            <p:nvPr/>
          </p:nvSpPr>
          <p:spPr>
            <a:xfrm>
              <a:off x="4340347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81" name="ph2481"/>
            <p:cNvSpPr/>
            <p:nvPr/>
          </p:nvSpPr>
          <p:spPr>
            <a:xfrm>
              <a:off x="4352859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82" name="ph2482"/>
            <p:cNvSpPr/>
            <p:nvPr/>
          </p:nvSpPr>
          <p:spPr>
            <a:xfrm>
              <a:off x="4365372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83" name="ph2483"/>
            <p:cNvSpPr/>
            <p:nvPr/>
          </p:nvSpPr>
          <p:spPr>
            <a:xfrm>
              <a:off x="4377884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84" name="ph2484"/>
            <p:cNvSpPr/>
            <p:nvPr/>
          </p:nvSpPr>
          <p:spPr>
            <a:xfrm>
              <a:off x="4390396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85" name="ph2485"/>
            <p:cNvSpPr/>
            <p:nvPr/>
          </p:nvSpPr>
          <p:spPr>
            <a:xfrm>
              <a:off x="4402908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86" name="ph2486"/>
            <p:cNvSpPr/>
            <p:nvPr/>
          </p:nvSpPr>
          <p:spPr>
            <a:xfrm>
              <a:off x="4653156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87" name="ph2487"/>
            <p:cNvSpPr/>
            <p:nvPr/>
          </p:nvSpPr>
          <p:spPr>
            <a:xfrm>
              <a:off x="4665668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88" name="ph2488"/>
            <p:cNvSpPr/>
            <p:nvPr/>
          </p:nvSpPr>
          <p:spPr>
            <a:xfrm>
              <a:off x="4678180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89" name="ph2489"/>
            <p:cNvSpPr/>
            <p:nvPr/>
          </p:nvSpPr>
          <p:spPr>
            <a:xfrm>
              <a:off x="4690693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90" name="ph2490"/>
            <p:cNvSpPr/>
            <p:nvPr/>
          </p:nvSpPr>
          <p:spPr>
            <a:xfrm>
              <a:off x="4703205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91" name="ph2491"/>
            <p:cNvSpPr/>
            <p:nvPr/>
          </p:nvSpPr>
          <p:spPr>
            <a:xfrm>
              <a:off x="3239259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92" name="ph2492"/>
            <p:cNvSpPr/>
            <p:nvPr/>
          </p:nvSpPr>
          <p:spPr>
            <a:xfrm>
              <a:off x="3251771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93" name="ph2493"/>
            <p:cNvSpPr/>
            <p:nvPr/>
          </p:nvSpPr>
          <p:spPr>
            <a:xfrm>
              <a:off x="3264284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94" name="ph2494"/>
            <p:cNvSpPr/>
            <p:nvPr/>
          </p:nvSpPr>
          <p:spPr>
            <a:xfrm>
              <a:off x="3276796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95" name="ph2495"/>
            <p:cNvSpPr/>
            <p:nvPr/>
          </p:nvSpPr>
          <p:spPr>
            <a:xfrm>
              <a:off x="3289308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96" name="ph2496"/>
            <p:cNvSpPr/>
            <p:nvPr/>
          </p:nvSpPr>
          <p:spPr>
            <a:xfrm>
              <a:off x="3627143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97" name="ph2497"/>
            <p:cNvSpPr/>
            <p:nvPr/>
          </p:nvSpPr>
          <p:spPr>
            <a:xfrm>
              <a:off x="3639655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98" name="ph2498"/>
            <p:cNvSpPr/>
            <p:nvPr/>
          </p:nvSpPr>
          <p:spPr>
            <a:xfrm>
              <a:off x="3652167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5A8">
                <a:alpha val="100000"/>
              </a:srgbClr>
            </a:solidFill>
            <a:ln w="5420" cap="flat">
              <a:solidFill>
                <a:srgbClr val="3595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99" name="ph2499"/>
            <p:cNvSpPr/>
            <p:nvPr/>
          </p:nvSpPr>
          <p:spPr>
            <a:xfrm>
              <a:off x="3664679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00" name="ph2500"/>
            <p:cNvSpPr/>
            <p:nvPr/>
          </p:nvSpPr>
          <p:spPr>
            <a:xfrm>
              <a:off x="3677192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01" name="ph2501"/>
            <p:cNvSpPr/>
            <p:nvPr/>
          </p:nvSpPr>
          <p:spPr>
            <a:xfrm>
              <a:off x="3689704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02" name="ph2502"/>
            <p:cNvSpPr/>
            <p:nvPr/>
          </p:nvSpPr>
          <p:spPr>
            <a:xfrm>
              <a:off x="3702216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03" name="ph2503"/>
            <p:cNvSpPr/>
            <p:nvPr/>
          </p:nvSpPr>
          <p:spPr>
            <a:xfrm>
              <a:off x="3714729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04" name="ph2504"/>
            <p:cNvSpPr/>
            <p:nvPr/>
          </p:nvSpPr>
          <p:spPr>
            <a:xfrm>
              <a:off x="3727241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05" name="ph2505"/>
            <p:cNvSpPr/>
            <p:nvPr/>
          </p:nvSpPr>
          <p:spPr>
            <a:xfrm>
              <a:off x="3739753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06" name="ph2506"/>
            <p:cNvSpPr/>
            <p:nvPr/>
          </p:nvSpPr>
          <p:spPr>
            <a:xfrm>
              <a:off x="3752265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07" name="ph2507"/>
            <p:cNvSpPr/>
            <p:nvPr/>
          </p:nvSpPr>
          <p:spPr>
            <a:xfrm>
              <a:off x="3764779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08" name="ph2508"/>
            <p:cNvSpPr/>
            <p:nvPr/>
          </p:nvSpPr>
          <p:spPr>
            <a:xfrm>
              <a:off x="3777291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09" name="ph2509"/>
            <p:cNvSpPr/>
            <p:nvPr/>
          </p:nvSpPr>
          <p:spPr>
            <a:xfrm>
              <a:off x="3789803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10" name="ph2510"/>
            <p:cNvSpPr/>
            <p:nvPr/>
          </p:nvSpPr>
          <p:spPr>
            <a:xfrm>
              <a:off x="3902415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11" name="ph2511"/>
            <p:cNvSpPr/>
            <p:nvPr/>
          </p:nvSpPr>
          <p:spPr>
            <a:xfrm>
              <a:off x="3914927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12" name="ph2512"/>
            <p:cNvSpPr/>
            <p:nvPr/>
          </p:nvSpPr>
          <p:spPr>
            <a:xfrm>
              <a:off x="3927439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13" name="ph2513"/>
            <p:cNvSpPr/>
            <p:nvPr/>
          </p:nvSpPr>
          <p:spPr>
            <a:xfrm>
              <a:off x="3939951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14" name="ph2514"/>
            <p:cNvSpPr/>
            <p:nvPr/>
          </p:nvSpPr>
          <p:spPr>
            <a:xfrm>
              <a:off x="3952464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15" name="ph2515"/>
            <p:cNvSpPr/>
            <p:nvPr/>
          </p:nvSpPr>
          <p:spPr>
            <a:xfrm>
              <a:off x="3964976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16" name="ph2516"/>
            <p:cNvSpPr/>
            <p:nvPr/>
          </p:nvSpPr>
          <p:spPr>
            <a:xfrm>
              <a:off x="3977488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17" name="ph2517"/>
            <p:cNvSpPr/>
            <p:nvPr/>
          </p:nvSpPr>
          <p:spPr>
            <a:xfrm>
              <a:off x="3990001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18" name="ph2518"/>
            <p:cNvSpPr/>
            <p:nvPr/>
          </p:nvSpPr>
          <p:spPr>
            <a:xfrm>
              <a:off x="4002513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19" name="ph2519"/>
            <p:cNvSpPr/>
            <p:nvPr/>
          </p:nvSpPr>
          <p:spPr>
            <a:xfrm>
              <a:off x="4015025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20" name="ph2520"/>
            <p:cNvSpPr/>
            <p:nvPr/>
          </p:nvSpPr>
          <p:spPr>
            <a:xfrm>
              <a:off x="4127637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21" name="ph2521"/>
            <p:cNvSpPr/>
            <p:nvPr/>
          </p:nvSpPr>
          <p:spPr>
            <a:xfrm>
              <a:off x="4140149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22" name="ph2522"/>
            <p:cNvSpPr/>
            <p:nvPr/>
          </p:nvSpPr>
          <p:spPr>
            <a:xfrm>
              <a:off x="4152661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23" name="ph2523"/>
            <p:cNvSpPr/>
            <p:nvPr/>
          </p:nvSpPr>
          <p:spPr>
            <a:xfrm>
              <a:off x="4165173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24" name="ph2524"/>
            <p:cNvSpPr/>
            <p:nvPr/>
          </p:nvSpPr>
          <p:spPr>
            <a:xfrm>
              <a:off x="4177687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25" name="ph2525"/>
            <p:cNvSpPr/>
            <p:nvPr/>
          </p:nvSpPr>
          <p:spPr>
            <a:xfrm>
              <a:off x="4190199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26" name="ph2526"/>
            <p:cNvSpPr/>
            <p:nvPr/>
          </p:nvSpPr>
          <p:spPr>
            <a:xfrm>
              <a:off x="4202711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27" name="ph2527"/>
            <p:cNvSpPr/>
            <p:nvPr/>
          </p:nvSpPr>
          <p:spPr>
            <a:xfrm>
              <a:off x="4215223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28" name="ph2528"/>
            <p:cNvSpPr/>
            <p:nvPr/>
          </p:nvSpPr>
          <p:spPr>
            <a:xfrm>
              <a:off x="4227736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29" name="ph2529"/>
            <p:cNvSpPr/>
            <p:nvPr/>
          </p:nvSpPr>
          <p:spPr>
            <a:xfrm>
              <a:off x="4302809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30" name="ph2530"/>
            <p:cNvSpPr/>
            <p:nvPr/>
          </p:nvSpPr>
          <p:spPr>
            <a:xfrm>
              <a:off x="4315323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31" name="ph2531"/>
            <p:cNvSpPr/>
            <p:nvPr/>
          </p:nvSpPr>
          <p:spPr>
            <a:xfrm>
              <a:off x="4327835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32" name="ph2532"/>
            <p:cNvSpPr/>
            <p:nvPr/>
          </p:nvSpPr>
          <p:spPr>
            <a:xfrm>
              <a:off x="4340347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33" name="ph2533"/>
            <p:cNvSpPr/>
            <p:nvPr/>
          </p:nvSpPr>
          <p:spPr>
            <a:xfrm>
              <a:off x="4352859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34" name="ph2534"/>
            <p:cNvSpPr/>
            <p:nvPr/>
          </p:nvSpPr>
          <p:spPr>
            <a:xfrm>
              <a:off x="4365372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35" name="ph2535"/>
            <p:cNvSpPr/>
            <p:nvPr/>
          </p:nvSpPr>
          <p:spPr>
            <a:xfrm>
              <a:off x="4377884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36" name="ph2536"/>
            <p:cNvSpPr/>
            <p:nvPr/>
          </p:nvSpPr>
          <p:spPr>
            <a:xfrm>
              <a:off x="4390396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37" name="ph2537"/>
            <p:cNvSpPr/>
            <p:nvPr/>
          </p:nvSpPr>
          <p:spPr>
            <a:xfrm>
              <a:off x="4402908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38" name="ph2538"/>
            <p:cNvSpPr/>
            <p:nvPr/>
          </p:nvSpPr>
          <p:spPr>
            <a:xfrm>
              <a:off x="4415421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39" name="ph2539"/>
            <p:cNvSpPr/>
            <p:nvPr/>
          </p:nvSpPr>
          <p:spPr>
            <a:xfrm>
              <a:off x="4427933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40" name="ph2540"/>
            <p:cNvSpPr/>
            <p:nvPr/>
          </p:nvSpPr>
          <p:spPr>
            <a:xfrm>
              <a:off x="4653156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41" name="ph2541"/>
            <p:cNvSpPr/>
            <p:nvPr/>
          </p:nvSpPr>
          <p:spPr>
            <a:xfrm>
              <a:off x="4665668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42" name="ph2542"/>
            <p:cNvSpPr/>
            <p:nvPr/>
          </p:nvSpPr>
          <p:spPr>
            <a:xfrm>
              <a:off x="4678180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43" name="ph2543"/>
            <p:cNvSpPr/>
            <p:nvPr/>
          </p:nvSpPr>
          <p:spPr>
            <a:xfrm>
              <a:off x="4690693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44" name="ph2544"/>
            <p:cNvSpPr/>
            <p:nvPr/>
          </p:nvSpPr>
          <p:spPr>
            <a:xfrm>
              <a:off x="4703205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45" name="ph2545"/>
            <p:cNvSpPr/>
            <p:nvPr/>
          </p:nvSpPr>
          <p:spPr>
            <a:xfrm>
              <a:off x="3139160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46" name="ph2546"/>
            <p:cNvSpPr/>
            <p:nvPr/>
          </p:nvSpPr>
          <p:spPr>
            <a:xfrm>
              <a:off x="3151672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47" name="ph2547"/>
            <p:cNvSpPr/>
            <p:nvPr/>
          </p:nvSpPr>
          <p:spPr>
            <a:xfrm>
              <a:off x="3164185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48" name="ph2548"/>
            <p:cNvSpPr/>
            <p:nvPr/>
          </p:nvSpPr>
          <p:spPr>
            <a:xfrm>
              <a:off x="3226747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49" name="ph2549"/>
            <p:cNvSpPr/>
            <p:nvPr/>
          </p:nvSpPr>
          <p:spPr>
            <a:xfrm>
              <a:off x="3239259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50" name="ph2550"/>
            <p:cNvSpPr/>
            <p:nvPr/>
          </p:nvSpPr>
          <p:spPr>
            <a:xfrm>
              <a:off x="3251771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51" name="ph2551"/>
            <p:cNvSpPr/>
            <p:nvPr/>
          </p:nvSpPr>
          <p:spPr>
            <a:xfrm>
              <a:off x="3264284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52" name="ph2552"/>
            <p:cNvSpPr/>
            <p:nvPr/>
          </p:nvSpPr>
          <p:spPr>
            <a:xfrm>
              <a:off x="3276796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53" name="ph2553"/>
            <p:cNvSpPr/>
            <p:nvPr/>
          </p:nvSpPr>
          <p:spPr>
            <a:xfrm>
              <a:off x="3289308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54" name="ph2554"/>
            <p:cNvSpPr/>
            <p:nvPr/>
          </p:nvSpPr>
          <p:spPr>
            <a:xfrm>
              <a:off x="3301821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55" name="ph2555"/>
            <p:cNvSpPr/>
            <p:nvPr/>
          </p:nvSpPr>
          <p:spPr>
            <a:xfrm>
              <a:off x="3314333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56" name="ph2556"/>
            <p:cNvSpPr/>
            <p:nvPr/>
          </p:nvSpPr>
          <p:spPr>
            <a:xfrm>
              <a:off x="3326845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57" name="ph2557"/>
            <p:cNvSpPr/>
            <p:nvPr/>
          </p:nvSpPr>
          <p:spPr>
            <a:xfrm>
              <a:off x="3339357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58" name="ph2558"/>
            <p:cNvSpPr/>
            <p:nvPr/>
          </p:nvSpPr>
          <p:spPr>
            <a:xfrm>
              <a:off x="3351871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59" name="ph2559"/>
            <p:cNvSpPr/>
            <p:nvPr/>
          </p:nvSpPr>
          <p:spPr>
            <a:xfrm>
              <a:off x="3451969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60" name="ph2560"/>
            <p:cNvSpPr/>
            <p:nvPr/>
          </p:nvSpPr>
          <p:spPr>
            <a:xfrm>
              <a:off x="3464481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61" name="ph2561"/>
            <p:cNvSpPr/>
            <p:nvPr/>
          </p:nvSpPr>
          <p:spPr>
            <a:xfrm>
              <a:off x="3476993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62" name="ph2562"/>
            <p:cNvSpPr/>
            <p:nvPr/>
          </p:nvSpPr>
          <p:spPr>
            <a:xfrm>
              <a:off x="3489507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63" name="ph2563"/>
            <p:cNvSpPr/>
            <p:nvPr/>
          </p:nvSpPr>
          <p:spPr>
            <a:xfrm>
              <a:off x="3502019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64" name="ph2564"/>
            <p:cNvSpPr/>
            <p:nvPr/>
          </p:nvSpPr>
          <p:spPr>
            <a:xfrm>
              <a:off x="3627143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65" name="ph2565"/>
            <p:cNvSpPr/>
            <p:nvPr/>
          </p:nvSpPr>
          <p:spPr>
            <a:xfrm>
              <a:off x="3639655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66" name="ph2566"/>
            <p:cNvSpPr/>
            <p:nvPr/>
          </p:nvSpPr>
          <p:spPr>
            <a:xfrm>
              <a:off x="3652167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67" name="ph2567"/>
            <p:cNvSpPr/>
            <p:nvPr/>
          </p:nvSpPr>
          <p:spPr>
            <a:xfrm>
              <a:off x="3664679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68" name="ph2568"/>
            <p:cNvSpPr/>
            <p:nvPr/>
          </p:nvSpPr>
          <p:spPr>
            <a:xfrm>
              <a:off x="3677192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69" name="ph2569"/>
            <p:cNvSpPr/>
            <p:nvPr/>
          </p:nvSpPr>
          <p:spPr>
            <a:xfrm>
              <a:off x="3689704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70" name="ph2570"/>
            <p:cNvSpPr/>
            <p:nvPr/>
          </p:nvSpPr>
          <p:spPr>
            <a:xfrm>
              <a:off x="3702216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71" name="ph2571"/>
            <p:cNvSpPr/>
            <p:nvPr/>
          </p:nvSpPr>
          <p:spPr>
            <a:xfrm>
              <a:off x="3714729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72" name="ph2572"/>
            <p:cNvSpPr/>
            <p:nvPr/>
          </p:nvSpPr>
          <p:spPr>
            <a:xfrm>
              <a:off x="3727241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73" name="ph2573"/>
            <p:cNvSpPr/>
            <p:nvPr/>
          </p:nvSpPr>
          <p:spPr>
            <a:xfrm>
              <a:off x="3739753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74" name="ph2574"/>
            <p:cNvSpPr/>
            <p:nvPr/>
          </p:nvSpPr>
          <p:spPr>
            <a:xfrm>
              <a:off x="3752265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75" name="ph2575"/>
            <p:cNvSpPr/>
            <p:nvPr/>
          </p:nvSpPr>
          <p:spPr>
            <a:xfrm>
              <a:off x="3764779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76" name="ph2576"/>
            <p:cNvSpPr/>
            <p:nvPr/>
          </p:nvSpPr>
          <p:spPr>
            <a:xfrm>
              <a:off x="3777291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77" name="ph2577"/>
            <p:cNvSpPr/>
            <p:nvPr/>
          </p:nvSpPr>
          <p:spPr>
            <a:xfrm>
              <a:off x="3789803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78" name="ph2578"/>
            <p:cNvSpPr/>
            <p:nvPr/>
          </p:nvSpPr>
          <p:spPr>
            <a:xfrm>
              <a:off x="4165173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79" name="ph2579"/>
            <p:cNvSpPr/>
            <p:nvPr/>
          </p:nvSpPr>
          <p:spPr>
            <a:xfrm>
              <a:off x="4177687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80" name="ph2580"/>
            <p:cNvSpPr/>
            <p:nvPr/>
          </p:nvSpPr>
          <p:spPr>
            <a:xfrm>
              <a:off x="4190199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81" name="ph2581"/>
            <p:cNvSpPr/>
            <p:nvPr/>
          </p:nvSpPr>
          <p:spPr>
            <a:xfrm>
              <a:off x="4202711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82" name="ph2582"/>
            <p:cNvSpPr/>
            <p:nvPr/>
          </p:nvSpPr>
          <p:spPr>
            <a:xfrm>
              <a:off x="4215223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83" name="ph2583"/>
            <p:cNvSpPr/>
            <p:nvPr/>
          </p:nvSpPr>
          <p:spPr>
            <a:xfrm>
              <a:off x="4227736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84" name="ph2584"/>
            <p:cNvSpPr/>
            <p:nvPr/>
          </p:nvSpPr>
          <p:spPr>
            <a:xfrm>
              <a:off x="4240248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85" name="ph2585"/>
            <p:cNvSpPr/>
            <p:nvPr/>
          </p:nvSpPr>
          <p:spPr>
            <a:xfrm>
              <a:off x="4265272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86" name="ph2586"/>
            <p:cNvSpPr/>
            <p:nvPr/>
          </p:nvSpPr>
          <p:spPr>
            <a:xfrm>
              <a:off x="4277785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CD1B1">
                <a:alpha val="100000"/>
              </a:srgbClr>
            </a:solidFill>
            <a:ln w="5420" cap="flat">
              <a:solidFill>
                <a:srgbClr val="6C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87" name="ph2587"/>
            <p:cNvSpPr/>
            <p:nvPr/>
          </p:nvSpPr>
          <p:spPr>
            <a:xfrm>
              <a:off x="4290297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88" name="ph2588"/>
            <p:cNvSpPr/>
            <p:nvPr/>
          </p:nvSpPr>
          <p:spPr>
            <a:xfrm>
              <a:off x="4302809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89" name="ph2589"/>
            <p:cNvSpPr/>
            <p:nvPr/>
          </p:nvSpPr>
          <p:spPr>
            <a:xfrm>
              <a:off x="4315323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90" name="ph2590"/>
            <p:cNvSpPr/>
            <p:nvPr/>
          </p:nvSpPr>
          <p:spPr>
            <a:xfrm>
              <a:off x="4327835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91" name="ph2591"/>
            <p:cNvSpPr/>
            <p:nvPr/>
          </p:nvSpPr>
          <p:spPr>
            <a:xfrm>
              <a:off x="4340347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92" name="ph2592"/>
            <p:cNvSpPr/>
            <p:nvPr/>
          </p:nvSpPr>
          <p:spPr>
            <a:xfrm>
              <a:off x="4352859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93" name="ph2593"/>
            <p:cNvSpPr/>
            <p:nvPr/>
          </p:nvSpPr>
          <p:spPr>
            <a:xfrm>
              <a:off x="4365372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94" name="ph2594"/>
            <p:cNvSpPr/>
            <p:nvPr/>
          </p:nvSpPr>
          <p:spPr>
            <a:xfrm>
              <a:off x="4377884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95" name="ph2595"/>
            <p:cNvSpPr/>
            <p:nvPr/>
          </p:nvSpPr>
          <p:spPr>
            <a:xfrm>
              <a:off x="4390396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96" name="ph2596"/>
            <p:cNvSpPr/>
            <p:nvPr/>
          </p:nvSpPr>
          <p:spPr>
            <a:xfrm>
              <a:off x="4402908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97" name="ph2597"/>
            <p:cNvSpPr/>
            <p:nvPr/>
          </p:nvSpPr>
          <p:spPr>
            <a:xfrm>
              <a:off x="4415421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98" name="ph2598"/>
            <p:cNvSpPr/>
            <p:nvPr/>
          </p:nvSpPr>
          <p:spPr>
            <a:xfrm>
              <a:off x="4427933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99" name="ph2599"/>
            <p:cNvSpPr/>
            <p:nvPr/>
          </p:nvSpPr>
          <p:spPr>
            <a:xfrm>
              <a:off x="4440445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00" name="ph2600"/>
            <p:cNvSpPr/>
            <p:nvPr/>
          </p:nvSpPr>
          <p:spPr>
            <a:xfrm>
              <a:off x="4665668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01" name="ph2601"/>
            <p:cNvSpPr/>
            <p:nvPr/>
          </p:nvSpPr>
          <p:spPr>
            <a:xfrm>
              <a:off x="4678180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02" name="ph2602"/>
            <p:cNvSpPr/>
            <p:nvPr/>
          </p:nvSpPr>
          <p:spPr>
            <a:xfrm>
              <a:off x="4690693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03" name="ph2603"/>
            <p:cNvSpPr/>
            <p:nvPr/>
          </p:nvSpPr>
          <p:spPr>
            <a:xfrm>
              <a:off x="4703205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04" name="ph2604"/>
            <p:cNvSpPr/>
            <p:nvPr/>
          </p:nvSpPr>
          <p:spPr>
            <a:xfrm>
              <a:off x="3114135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05" name="ph2605"/>
            <p:cNvSpPr/>
            <p:nvPr/>
          </p:nvSpPr>
          <p:spPr>
            <a:xfrm>
              <a:off x="3126648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06" name="ph2606"/>
            <p:cNvSpPr/>
            <p:nvPr/>
          </p:nvSpPr>
          <p:spPr>
            <a:xfrm>
              <a:off x="3139160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07" name="ph2607"/>
            <p:cNvSpPr/>
            <p:nvPr/>
          </p:nvSpPr>
          <p:spPr>
            <a:xfrm>
              <a:off x="3151672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08" name="ph2608"/>
            <p:cNvSpPr/>
            <p:nvPr/>
          </p:nvSpPr>
          <p:spPr>
            <a:xfrm>
              <a:off x="3164185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09" name="ph2609"/>
            <p:cNvSpPr/>
            <p:nvPr/>
          </p:nvSpPr>
          <p:spPr>
            <a:xfrm>
              <a:off x="3176697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10" name="ph2610"/>
            <p:cNvSpPr/>
            <p:nvPr/>
          </p:nvSpPr>
          <p:spPr>
            <a:xfrm>
              <a:off x="3214235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11" name="ph2611"/>
            <p:cNvSpPr/>
            <p:nvPr/>
          </p:nvSpPr>
          <p:spPr>
            <a:xfrm>
              <a:off x="3226747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12" name="ph2612"/>
            <p:cNvSpPr/>
            <p:nvPr/>
          </p:nvSpPr>
          <p:spPr>
            <a:xfrm>
              <a:off x="3239259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13" name="ph2613"/>
            <p:cNvSpPr/>
            <p:nvPr/>
          </p:nvSpPr>
          <p:spPr>
            <a:xfrm>
              <a:off x="3251771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14" name="ph2614"/>
            <p:cNvSpPr/>
            <p:nvPr/>
          </p:nvSpPr>
          <p:spPr>
            <a:xfrm>
              <a:off x="3264284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15" name="ph2615"/>
            <p:cNvSpPr/>
            <p:nvPr/>
          </p:nvSpPr>
          <p:spPr>
            <a:xfrm>
              <a:off x="3276796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16" name="ph2616"/>
            <p:cNvSpPr/>
            <p:nvPr/>
          </p:nvSpPr>
          <p:spPr>
            <a:xfrm>
              <a:off x="3289308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17" name="ph2617"/>
            <p:cNvSpPr/>
            <p:nvPr/>
          </p:nvSpPr>
          <p:spPr>
            <a:xfrm>
              <a:off x="3301821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18" name="ph2618"/>
            <p:cNvSpPr/>
            <p:nvPr/>
          </p:nvSpPr>
          <p:spPr>
            <a:xfrm>
              <a:off x="3314333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19" name="ph2619"/>
            <p:cNvSpPr/>
            <p:nvPr/>
          </p:nvSpPr>
          <p:spPr>
            <a:xfrm>
              <a:off x="3326845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20" name="ph2620"/>
            <p:cNvSpPr/>
            <p:nvPr/>
          </p:nvSpPr>
          <p:spPr>
            <a:xfrm>
              <a:off x="3339357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21" name="ph2621"/>
            <p:cNvSpPr/>
            <p:nvPr/>
          </p:nvSpPr>
          <p:spPr>
            <a:xfrm>
              <a:off x="3351871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22" name="ph2622"/>
            <p:cNvSpPr/>
            <p:nvPr/>
          </p:nvSpPr>
          <p:spPr>
            <a:xfrm>
              <a:off x="3364383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23" name="ph2623"/>
            <p:cNvSpPr/>
            <p:nvPr/>
          </p:nvSpPr>
          <p:spPr>
            <a:xfrm>
              <a:off x="3376895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24" name="ph2624"/>
            <p:cNvSpPr/>
            <p:nvPr/>
          </p:nvSpPr>
          <p:spPr>
            <a:xfrm>
              <a:off x="3439457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25" name="ph2625"/>
            <p:cNvSpPr/>
            <p:nvPr/>
          </p:nvSpPr>
          <p:spPr>
            <a:xfrm>
              <a:off x="3451969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26" name="ph2626"/>
            <p:cNvSpPr/>
            <p:nvPr/>
          </p:nvSpPr>
          <p:spPr>
            <a:xfrm>
              <a:off x="3464481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27" name="ph2627"/>
            <p:cNvSpPr/>
            <p:nvPr/>
          </p:nvSpPr>
          <p:spPr>
            <a:xfrm>
              <a:off x="3476993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28" name="ph2628"/>
            <p:cNvSpPr/>
            <p:nvPr/>
          </p:nvSpPr>
          <p:spPr>
            <a:xfrm>
              <a:off x="3489507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29" name="ph2629"/>
            <p:cNvSpPr/>
            <p:nvPr/>
          </p:nvSpPr>
          <p:spPr>
            <a:xfrm>
              <a:off x="3502019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30" name="ph2630"/>
            <p:cNvSpPr/>
            <p:nvPr/>
          </p:nvSpPr>
          <p:spPr>
            <a:xfrm>
              <a:off x="3514531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31" name="ph2631"/>
            <p:cNvSpPr/>
            <p:nvPr/>
          </p:nvSpPr>
          <p:spPr>
            <a:xfrm>
              <a:off x="3527043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32" name="ph2632"/>
            <p:cNvSpPr/>
            <p:nvPr/>
          </p:nvSpPr>
          <p:spPr>
            <a:xfrm>
              <a:off x="3652167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33" name="ph2633"/>
            <p:cNvSpPr/>
            <p:nvPr/>
          </p:nvSpPr>
          <p:spPr>
            <a:xfrm>
              <a:off x="3664679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34" name="ph2634"/>
            <p:cNvSpPr/>
            <p:nvPr/>
          </p:nvSpPr>
          <p:spPr>
            <a:xfrm>
              <a:off x="3677192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35" name="ph2635"/>
            <p:cNvSpPr/>
            <p:nvPr/>
          </p:nvSpPr>
          <p:spPr>
            <a:xfrm>
              <a:off x="3689704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36" name="ph2636"/>
            <p:cNvSpPr/>
            <p:nvPr/>
          </p:nvSpPr>
          <p:spPr>
            <a:xfrm>
              <a:off x="3702216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37" name="ph2637"/>
            <p:cNvSpPr/>
            <p:nvPr/>
          </p:nvSpPr>
          <p:spPr>
            <a:xfrm>
              <a:off x="3714729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38" name="ph2638"/>
            <p:cNvSpPr/>
            <p:nvPr/>
          </p:nvSpPr>
          <p:spPr>
            <a:xfrm>
              <a:off x="3727241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39" name="ph2639"/>
            <p:cNvSpPr/>
            <p:nvPr/>
          </p:nvSpPr>
          <p:spPr>
            <a:xfrm>
              <a:off x="3739753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40" name="ph2640"/>
            <p:cNvSpPr/>
            <p:nvPr/>
          </p:nvSpPr>
          <p:spPr>
            <a:xfrm>
              <a:off x="3752265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41" name="ph2641"/>
            <p:cNvSpPr/>
            <p:nvPr/>
          </p:nvSpPr>
          <p:spPr>
            <a:xfrm>
              <a:off x="3764779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42" name="ph2642"/>
            <p:cNvSpPr/>
            <p:nvPr/>
          </p:nvSpPr>
          <p:spPr>
            <a:xfrm>
              <a:off x="3777291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43" name="ph2643"/>
            <p:cNvSpPr/>
            <p:nvPr/>
          </p:nvSpPr>
          <p:spPr>
            <a:xfrm>
              <a:off x="3789803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44" name="ph2644"/>
            <p:cNvSpPr/>
            <p:nvPr/>
          </p:nvSpPr>
          <p:spPr>
            <a:xfrm>
              <a:off x="4177687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45" name="ph2645"/>
            <p:cNvSpPr/>
            <p:nvPr/>
          </p:nvSpPr>
          <p:spPr>
            <a:xfrm>
              <a:off x="4190199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46" name="ph2646"/>
            <p:cNvSpPr/>
            <p:nvPr/>
          </p:nvSpPr>
          <p:spPr>
            <a:xfrm>
              <a:off x="4202711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47" name="ph2647"/>
            <p:cNvSpPr/>
            <p:nvPr/>
          </p:nvSpPr>
          <p:spPr>
            <a:xfrm>
              <a:off x="4215223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48" name="ph2648"/>
            <p:cNvSpPr/>
            <p:nvPr/>
          </p:nvSpPr>
          <p:spPr>
            <a:xfrm>
              <a:off x="4227736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1D2B2">
                <a:alpha val="100000"/>
              </a:srgbClr>
            </a:solidFill>
            <a:ln w="5420" cap="flat">
              <a:solidFill>
                <a:srgbClr val="71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49" name="ph2649"/>
            <p:cNvSpPr/>
            <p:nvPr/>
          </p:nvSpPr>
          <p:spPr>
            <a:xfrm>
              <a:off x="4240248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1D2B2">
                <a:alpha val="100000"/>
              </a:srgbClr>
            </a:solidFill>
            <a:ln w="5420" cap="flat">
              <a:solidFill>
                <a:srgbClr val="71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50" name="ph2650"/>
            <p:cNvSpPr/>
            <p:nvPr/>
          </p:nvSpPr>
          <p:spPr>
            <a:xfrm>
              <a:off x="4252760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51" name="ph2651"/>
            <p:cNvSpPr/>
            <p:nvPr/>
          </p:nvSpPr>
          <p:spPr>
            <a:xfrm>
              <a:off x="4265272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52" name="ph2652"/>
            <p:cNvSpPr/>
            <p:nvPr/>
          </p:nvSpPr>
          <p:spPr>
            <a:xfrm>
              <a:off x="4277785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53" name="ph2653"/>
            <p:cNvSpPr/>
            <p:nvPr/>
          </p:nvSpPr>
          <p:spPr>
            <a:xfrm>
              <a:off x="4290297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54" name="ph2654"/>
            <p:cNvSpPr/>
            <p:nvPr/>
          </p:nvSpPr>
          <p:spPr>
            <a:xfrm>
              <a:off x="4302809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55" name="ph2655"/>
            <p:cNvSpPr/>
            <p:nvPr/>
          </p:nvSpPr>
          <p:spPr>
            <a:xfrm>
              <a:off x="4315323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56" name="ph2656"/>
            <p:cNvSpPr/>
            <p:nvPr/>
          </p:nvSpPr>
          <p:spPr>
            <a:xfrm>
              <a:off x="4327835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69D1AF">
                <a:alpha val="100000"/>
              </a:srgbClr>
            </a:solidFill>
            <a:ln w="5420" cap="flat">
              <a:solidFill>
                <a:srgbClr val="69D1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57" name="ph2657"/>
            <p:cNvSpPr/>
            <p:nvPr/>
          </p:nvSpPr>
          <p:spPr>
            <a:xfrm>
              <a:off x="4340347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58" name="ph2658"/>
            <p:cNvSpPr/>
            <p:nvPr/>
          </p:nvSpPr>
          <p:spPr>
            <a:xfrm>
              <a:off x="4352859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4CFAE">
                <a:alpha val="100000"/>
              </a:srgbClr>
            </a:solidFill>
            <a:ln w="5420" cap="flat">
              <a:solidFill>
                <a:srgbClr val="64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59" name="ph2659"/>
            <p:cNvSpPr/>
            <p:nvPr/>
          </p:nvSpPr>
          <p:spPr>
            <a:xfrm>
              <a:off x="4365372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60" name="ph2660"/>
            <p:cNvSpPr/>
            <p:nvPr/>
          </p:nvSpPr>
          <p:spPr>
            <a:xfrm>
              <a:off x="4377884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61" name="ph2661"/>
            <p:cNvSpPr/>
            <p:nvPr/>
          </p:nvSpPr>
          <p:spPr>
            <a:xfrm>
              <a:off x="4390396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62" name="ph2662"/>
            <p:cNvSpPr/>
            <p:nvPr/>
          </p:nvSpPr>
          <p:spPr>
            <a:xfrm>
              <a:off x="4402908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63" name="ph2663"/>
            <p:cNvSpPr/>
            <p:nvPr/>
          </p:nvSpPr>
          <p:spPr>
            <a:xfrm>
              <a:off x="4415421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64" name="ph2664"/>
            <p:cNvSpPr/>
            <p:nvPr/>
          </p:nvSpPr>
          <p:spPr>
            <a:xfrm>
              <a:off x="4427933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65" name="ph2665"/>
            <p:cNvSpPr/>
            <p:nvPr/>
          </p:nvSpPr>
          <p:spPr>
            <a:xfrm>
              <a:off x="4440445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66" name="ph2666"/>
            <p:cNvSpPr/>
            <p:nvPr/>
          </p:nvSpPr>
          <p:spPr>
            <a:xfrm>
              <a:off x="4452959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67" name="ph2667"/>
            <p:cNvSpPr/>
            <p:nvPr/>
          </p:nvSpPr>
          <p:spPr>
            <a:xfrm>
              <a:off x="4665668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68" name="ph2668"/>
            <p:cNvSpPr/>
            <p:nvPr/>
          </p:nvSpPr>
          <p:spPr>
            <a:xfrm>
              <a:off x="4678180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69" name="ph2669"/>
            <p:cNvSpPr/>
            <p:nvPr/>
          </p:nvSpPr>
          <p:spPr>
            <a:xfrm>
              <a:off x="4690693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70" name="ph2670"/>
            <p:cNvSpPr/>
            <p:nvPr/>
          </p:nvSpPr>
          <p:spPr>
            <a:xfrm>
              <a:off x="4703205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71" name="ph2671"/>
            <p:cNvSpPr/>
            <p:nvPr/>
          </p:nvSpPr>
          <p:spPr>
            <a:xfrm>
              <a:off x="4715717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72" name="ph2672"/>
            <p:cNvSpPr/>
            <p:nvPr/>
          </p:nvSpPr>
          <p:spPr>
            <a:xfrm>
              <a:off x="3101623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73" name="ph2673"/>
            <p:cNvSpPr/>
            <p:nvPr/>
          </p:nvSpPr>
          <p:spPr>
            <a:xfrm>
              <a:off x="3114135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74" name="ph2674"/>
            <p:cNvSpPr/>
            <p:nvPr/>
          </p:nvSpPr>
          <p:spPr>
            <a:xfrm>
              <a:off x="3126648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75" name="ph2675"/>
            <p:cNvSpPr/>
            <p:nvPr/>
          </p:nvSpPr>
          <p:spPr>
            <a:xfrm>
              <a:off x="3139160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76" name="ph2676"/>
            <p:cNvSpPr/>
            <p:nvPr/>
          </p:nvSpPr>
          <p:spPr>
            <a:xfrm>
              <a:off x="3151672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77" name="ph2677"/>
            <p:cNvSpPr/>
            <p:nvPr/>
          </p:nvSpPr>
          <p:spPr>
            <a:xfrm>
              <a:off x="3164185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78" name="ph2678"/>
            <p:cNvSpPr/>
            <p:nvPr/>
          </p:nvSpPr>
          <p:spPr>
            <a:xfrm>
              <a:off x="3176697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79" name="ph2679"/>
            <p:cNvSpPr/>
            <p:nvPr/>
          </p:nvSpPr>
          <p:spPr>
            <a:xfrm>
              <a:off x="3189209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80" name="ph2680"/>
            <p:cNvSpPr/>
            <p:nvPr/>
          </p:nvSpPr>
          <p:spPr>
            <a:xfrm>
              <a:off x="3201721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81" name="ph2681"/>
            <p:cNvSpPr/>
            <p:nvPr/>
          </p:nvSpPr>
          <p:spPr>
            <a:xfrm>
              <a:off x="3214235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82" name="ph2682"/>
            <p:cNvSpPr/>
            <p:nvPr/>
          </p:nvSpPr>
          <p:spPr>
            <a:xfrm>
              <a:off x="3226747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83" name="ph2683"/>
            <p:cNvSpPr/>
            <p:nvPr/>
          </p:nvSpPr>
          <p:spPr>
            <a:xfrm>
              <a:off x="3239259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84" name="ph2684"/>
            <p:cNvSpPr/>
            <p:nvPr/>
          </p:nvSpPr>
          <p:spPr>
            <a:xfrm>
              <a:off x="3251771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85" name="ph2685"/>
            <p:cNvSpPr/>
            <p:nvPr/>
          </p:nvSpPr>
          <p:spPr>
            <a:xfrm>
              <a:off x="3264284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86" name="ph2686"/>
            <p:cNvSpPr/>
            <p:nvPr/>
          </p:nvSpPr>
          <p:spPr>
            <a:xfrm>
              <a:off x="3276796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87" name="ph2687"/>
            <p:cNvSpPr/>
            <p:nvPr/>
          </p:nvSpPr>
          <p:spPr>
            <a:xfrm>
              <a:off x="3289308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88" name="ph2688"/>
            <p:cNvSpPr/>
            <p:nvPr/>
          </p:nvSpPr>
          <p:spPr>
            <a:xfrm>
              <a:off x="3301821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89" name="ph2689"/>
            <p:cNvSpPr/>
            <p:nvPr/>
          </p:nvSpPr>
          <p:spPr>
            <a:xfrm>
              <a:off x="3314333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90" name="ph2690"/>
            <p:cNvSpPr/>
            <p:nvPr/>
          </p:nvSpPr>
          <p:spPr>
            <a:xfrm>
              <a:off x="3326845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91" name="ph2691"/>
            <p:cNvSpPr/>
            <p:nvPr/>
          </p:nvSpPr>
          <p:spPr>
            <a:xfrm>
              <a:off x="3339357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92" name="ph2692"/>
            <p:cNvSpPr/>
            <p:nvPr/>
          </p:nvSpPr>
          <p:spPr>
            <a:xfrm>
              <a:off x="3351871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93" name="ph2693"/>
            <p:cNvSpPr/>
            <p:nvPr/>
          </p:nvSpPr>
          <p:spPr>
            <a:xfrm>
              <a:off x="3364383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94" name="ph2694"/>
            <p:cNvSpPr/>
            <p:nvPr/>
          </p:nvSpPr>
          <p:spPr>
            <a:xfrm>
              <a:off x="3376895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95" name="ph2695"/>
            <p:cNvSpPr/>
            <p:nvPr/>
          </p:nvSpPr>
          <p:spPr>
            <a:xfrm>
              <a:off x="3389407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96" name="ph2696"/>
            <p:cNvSpPr/>
            <p:nvPr/>
          </p:nvSpPr>
          <p:spPr>
            <a:xfrm>
              <a:off x="3401920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97" name="ph2697"/>
            <p:cNvSpPr/>
            <p:nvPr/>
          </p:nvSpPr>
          <p:spPr>
            <a:xfrm>
              <a:off x="3414432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98" name="ph2698"/>
            <p:cNvSpPr/>
            <p:nvPr/>
          </p:nvSpPr>
          <p:spPr>
            <a:xfrm>
              <a:off x="3426944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99" name="ph2699"/>
            <p:cNvSpPr/>
            <p:nvPr/>
          </p:nvSpPr>
          <p:spPr>
            <a:xfrm>
              <a:off x="3439457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00" name="ph2700"/>
            <p:cNvSpPr/>
            <p:nvPr/>
          </p:nvSpPr>
          <p:spPr>
            <a:xfrm>
              <a:off x="3451969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01" name="ph2701"/>
            <p:cNvSpPr/>
            <p:nvPr/>
          </p:nvSpPr>
          <p:spPr>
            <a:xfrm>
              <a:off x="3464481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02" name="ph2702"/>
            <p:cNvSpPr/>
            <p:nvPr/>
          </p:nvSpPr>
          <p:spPr>
            <a:xfrm>
              <a:off x="3476993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03" name="ph2703"/>
            <p:cNvSpPr/>
            <p:nvPr/>
          </p:nvSpPr>
          <p:spPr>
            <a:xfrm>
              <a:off x="3489507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04" name="ph2704"/>
            <p:cNvSpPr/>
            <p:nvPr/>
          </p:nvSpPr>
          <p:spPr>
            <a:xfrm>
              <a:off x="3502019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05" name="ph2705"/>
            <p:cNvSpPr/>
            <p:nvPr/>
          </p:nvSpPr>
          <p:spPr>
            <a:xfrm>
              <a:off x="3514531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06" name="ph2706"/>
            <p:cNvSpPr/>
            <p:nvPr/>
          </p:nvSpPr>
          <p:spPr>
            <a:xfrm>
              <a:off x="3527043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07" name="ph2707"/>
            <p:cNvSpPr/>
            <p:nvPr/>
          </p:nvSpPr>
          <p:spPr>
            <a:xfrm>
              <a:off x="3539556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08" name="ph2708"/>
            <p:cNvSpPr/>
            <p:nvPr/>
          </p:nvSpPr>
          <p:spPr>
            <a:xfrm>
              <a:off x="3552068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09" name="ph2709"/>
            <p:cNvSpPr/>
            <p:nvPr/>
          </p:nvSpPr>
          <p:spPr>
            <a:xfrm>
              <a:off x="3564580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10" name="ph2710"/>
            <p:cNvSpPr/>
            <p:nvPr/>
          </p:nvSpPr>
          <p:spPr>
            <a:xfrm>
              <a:off x="3664679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11" name="ph2711"/>
            <p:cNvSpPr/>
            <p:nvPr/>
          </p:nvSpPr>
          <p:spPr>
            <a:xfrm>
              <a:off x="3677192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12" name="ph2712"/>
            <p:cNvSpPr/>
            <p:nvPr/>
          </p:nvSpPr>
          <p:spPr>
            <a:xfrm>
              <a:off x="3689704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13" name="ph2713"/>
            <p:cNvSpPr/>
            <p:nvPr/>
          </p:nvSpPr>
          <p:spPr>
            <a:xfrm>
              <a:off x="3714729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14" name="ph2714"/>
            <p:cNvSpPr/>
            <p:nvPr/>
          </p:nvSpPr>
          <p:spPr>
            <a:xfrm>
              <a:off x="3727241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15" name="ph2715"/>
            <p:cNvSpPr/>
            <p:nvPr/>
          </p:nvSpPr>
          <p:spPr>
            <a:xfrm>
              <a:off x="3739753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16" name="ph2716"/>
            <p:cNvSpPr/>
            <p:nvPr/>
          </p:nvSpPr>
          <p:spPr>
            <a:xfrm>
              <a:off x="3752265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17" name="ph2717"/>
            <p:cNvSpPr/>
            <p:nvPr/>
          </p:nvSpPr>
          <p:spPr>
            <a:xfrm>
              <a:off x="3764779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18" name="ph2718"/>
            <p:cNvSpPr/>
            <p:nvPr/>
          </p:nvSpPr>
          <p:spPr>
            <a:xfrm>
              <a:off x="3777291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19" name="ph2719"/>
            <p:cNvSpPr/>
            <p:nvPr/>
          </p:nvSpPr>
          <p:spPr>
            <a:xfrm>
              <a:off x="3789803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20" name="ph2720"/>
            <p:cNvSpPr/>
            <p:nvPr/>
          </p:nvSpPr>
          <p:spPr>
            <a:xfrm>
              <a:off x="4190199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21" name="ph2721"/>
            <p:cNvSpPr/>
            <p:nvPr/>
          </p:nvSpPr>
          <p:spPr>
            <a:xfrm>
              <a:off x="4202711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22" name="ph2722"/>
            <p:cNvSpPr/>
            <p:nvPr/>
          </p:nvSpPr>
          <p:spPr>
            <a:xfrm>
              <a:off x="4215223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23" name="ph2723"/>
            <p:cNvSpPr/>
            <p:nvPr/>
          </p:nvSpPr>
          <p:spPr>
            <a:xfrm>
              <a:off x="4227736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24" name="ph2724"/>
            <p:cNvSpPr/>
            <p:nvPr/>
          </p:nvSpPr>
          <p:spPr>
            <a:xfrm>
              <a:off x="4240248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25" name="ph2725"/>
            <p:cNvSpPr/>
            <p:nvPr/>
          </p:nvSpPr>
          <p:spPr>
            <a:xfrm>
              <a:off x="4252760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26" name="ph2726"/>
            <p:cNvSpPr/>
            <p:nvPr/>
          </p:nvSpPr>
          <p:spPr>
            <a:xfrm>
              <a:off x="4265272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27" name="ph2727"/>
            <p:cNvSpPr/>
            <p:nvPr/>
          </p:nvSpPr>
          <p:spPr>
            <a:xfrm>
              <a:off x="4277785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28" name="ph2728"/>
            <p:cNvSpPr/>
            <p:nvPr/>
          </p:nvSpPr>
          <p:spPr>
            <a:xfrm>
              <a:off x="4290297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29" name="ph2729"/>
            <p:cNvSpPr/>
            <p:nvPr/>
          </p:nvSpPr>
          <p:spPr>
            <a:xfrm>
              <a:off x="4302809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30" name="ph2730"/>
            <p:cNvSpPr/>
            <p:nvPr/>
          </p:nvSpPr>
          <p:spPr>
            <a:xfrm>
              <a:off x="4315323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31" name="ph2731"/>
            <p:cNvSpPr/>
            <p:nvPr/>
          </p:nvSpPr>
          <p:spPr>
            <a:xfrm>
              <a:off x="4327835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32" name="ph2732"/>
            <p:cNvSpPr/>
            <p:nvPr/>
          </p:nvSpPr>
          <p:spPr>
            <a:xfrm>
              <a:off x="4340347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33" name="ph2733"/>
            <p:cNvSpPr/>
            <p:nvPr/>
          </p:nvSpPr>
          <p:spPr>
            <a:xfrm>
              <a:off x="4352859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6CFAE">
                <a:alpha val="100000"/>
              </a:srgbClr>
            </a:solidFill>
            <a:ln w="5420" cap="flat">
              <a:solidFill>
                <a:srgbClr val="66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34" name="ph2734"/>
            <p:cNvSpPr/>
            <p:nvPr/>
          </p:nvSpPr>
          <p:spPr>
            <a:xfrm>
              <a:off x="4390396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35" name="ph2735"/>
            <p:cNvSpPr/>
            <p:nvPr/>
          </p:nvSpPr>
          <p:spPr>
            <a:xfrm>
              <a:off x="4402908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36" name="ph2736"/>
            <p:cNvSpPr/>
            <p:nvPr/>
          </p:nvSpPr>
          <p:spPr>
            <a:xfrm>
              <a:off x="4415421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37" name="ph2737"/>
            <p:cNvSpPr/>
            <p:nvPr/>
          </p:nvSpPr>
          <p:spPr>
            <a:xfrm>
              <a:off x="4427933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38" name="ph2738"/>
            <p:cNvSpPr/>
            <p:nvPr/>
          </p:nvSpPr>
          <p:spPr>
            <a:xfrm>
              <a:off x="4440445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39" name="ph2739"/>
            <p:cNvSpPr/>
            <p:nvPr/>
          </p:nvSpPr>
          <p:spPr>
            <a:xfrm>
              <a:off x="4452959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40" name="ph2740"/>
            <p:cNvSpPr/>
            <p:nvPr/>
          </p:nvSpPr>
          <p:spPr>
            <a:xfrm>
              <a:off x="4465471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41" name="ph2741"/>
            <p:cNvSpPr/>
            <p:nvPr/>
          </p:nvSpPr>
          <p:spPr>
            <a:xfrm>
              <a:off x="4665668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42" name="ph2742"/>
            <p:cNvSpPr/>
            <p:nvPr/>
          </p:nvSpPr>
          <p:spPr>
            <a:xfrm>
              <a:off x="4678180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43" name="ph2743"/>
            <p:cNvSpPr/>
            <p:nvPr/>
          </p:nvSpPr>
          <p:spPr>
            <a:xfrm>
              <a:off x="4690693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44" name="ph2744"/>
            <p:cNvSpPr/>
            <p:nvPr/>
          </p:nvSpPr>
          <p:spPr>
            <a:xfrm>
              <a:off x="4703205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45" name="ph2745"/>
            <p:cNvSpPr/>
            <p:nvPr/>
          </p:nvSpPr>
          <p:spPr>
            <a:xfrm>
              <a:off x="4715717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46" name="ph2746"/>
            <p:cNvSpPr/>
            <p:nvPr/>
          </p:nvSpPr>
          <p:spPr>
            <a:xfrm>
              <a:off x="3101623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47" name="ph2747"/>
            <p:cNvSpPr/>
            <p:nvPr/>
          </p:nvSpPr>
          <p:spPr>
            <a:xfrm>
              <a:off x="3114135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48" name="ph2748"/>
            <p:cNvSpPr/>
            <p:nvPr/>
          </p:nvSpPr>
          <p:spPr>
            <a:xfrm>
              <a:off x="3126648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49" name="ph2749"/>
            <p:cNvSpPr/>
            <p:nvPr/>
          </p:nvSpPr>
          <p:spPr>
            <a:xfrm>
              <a:off x="3139160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50" name="ph2750"/>
            <p:cNvSpPr/>
            <p:nvPr/>
          </p:nvSpPr>
          <p:spPr>
            <a:xfrm>
              <a:off x="3151672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51" name="ph2751"/>
            <p:cNvSpPr/>
            <p:nvPr/>
          </p:nvSpPr>
          <p:spPr>
            <a:xfrm>
              <a:off x="3164185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52" name="ph2752"/>
            <p:cNvSpPr/>
            <p:nvPr/>
          </p:nvSpPr>
          <p:spPr>
            <a:xfrm>
              <a:off x="3176697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53" name="ph2753"/>
            <p:cNvSpPr/>
            <p:nvPr/>
          </p:nvSpPr>
          <p:spPr>
            <a:xfrm>
              <a:off x="3189209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54" name="ph2754"/>
            <p:cNvSpPr/>
            <p:nvPr/>
          </p:nvSpPr>
          <p:spPr>
            <a:xfrm>
              <a:off x="3201721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55" name="ph2755"/>
            <p:cNvSpPr/>
            <p:nvPr/>
          </p:nvSpPr>
          <p:spPr>
            <a:xfrm>
              <a:off x="3214235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56" name="ph2756"/>
            <p:cNvSpPr/>
            <p:nvPr/>
          </p:nvSpPr>
          <p:spPr>
            <a:xfrm>
              <a:off x="3226747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57" name="ph2757"/>
            <p:cNvSpPr/>
            <p:nvPr/>
          </p:nvSpPr>
          <p:spPr>
            <a:xfrm>
              <a:off x="3239259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58" name="ph2758"/>
            <p:cNvSpPr/>
            <p:nvPr/>
          </p:nvSpPr>
          <p:spPr>
            <a:xfrm>
              <a:off x="3251771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59" name="ph2759"/>
            <p:cNvSpPr/>
            <p:nvPr/>
          </p:nvSpPr>
          <p:spPr>
            <a:xfrm>
              <a:off x="3264284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60" name="ph2760"/>
            <p:cNvSpPr/>
            <p:nvPr/>
          </p:nvSpPr>
          <p:spPr>
            <a:xfrm>
              <a:off x="3276796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61" name="ph2761"/>
            <p:cNvSpPr/>
            <p:nvPr/>
          </p:nvSpPr>
          <p:spPr>
            <a:xfrm>
              <a:off x="3289308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62" name="ph2762"/>
            <p:cNvSpPr/>
            <p:nvPr/>
          </p:nvSpPr>
          <p:spPr>
            <a:xfrm>
              <a:off x="3301821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63" name="ph2763"/>
            <p:cNvSpPr/>
            <p:nvPr/>
          </p:nvSpPr>
          <p:spPr>
            <a:xfrm>
              <a:off x="3314333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64" name="ph2764"/>
            <p:cNvSpPr/>
            <p:nvPr/>
          </p:nvSpPr>
          <p:spPr>
            <a:xfrm>
              <a:off x="3326845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65" name="ph2765"/>
            <p:cNvSpPr/>
            <p:nvPr/>
          </p:nvSpPr>
          <p:spPr>
            <a:xfrm>
              <a:off x="3339357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66" name="ph2766"/>
            <p:cNvSpPr/>
            <p:nvPr/>
          </p:nvSpPr>
          <p:spPr>
            <a:xfrm>
              <a:off x="3351871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67" name="ph2767"/>
            <p:cNvSpPr/>
            <p:nvPr/>
          </p:nvSpPr>
          <p:spPr>
            <a:xfrm>
              <a:off x="3364383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68" name="ph2768"/>
            <p:cNvSpPr/>
            <p:nvPr/>
          </p:nvSpPr>
          <p:spPr>
            <a:xfrm>
              <a:off x="3376895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69" name="ph2769"/>
            <p:cNvSpPr/>
            <p:nvPr/>
          </p:nvSpPr>
          <p:spPr>
            <a:xfrm>
              <a:off x="3389407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8ABAA">
                <a:alpha val="100000"/>
              </a:srgbClr>
            </a:solidFill>
            <a:ln w="5420" cap="flat">
              <a:solidFill>
                <a:srgbClr val="48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70" name="ph2770"/>
            <p:cNvSpPr/>
            <p:nvPr/>
          </p:nvSpPr>
          <p:spPr>
            <a:xfrm>
              <a:off x="3401920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71" name="ph2771"/>
            <p:cNvSpPr/>
            <p:nvPr/>
          </p:nvSpPr>
          <p:spPr>
            <a:xfrm>
              <a:off x="3414432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72" name="ph2772"/>
            <p:cNvSpPr/>
            <p:nvPr/>
          </p:nvSpPr>
          <p:spPr>
            <a:xfrm>
              <a:off x="3426944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73" name="ph2773"/>
            <p:cNvSpPr/>
            <p:nvPr/>
          </p:nvSpPr>
          <p:spPr>
            <a:xfrm>
              <a:off x="3439457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74" name="ph2774"/>
            <p:cNvSpPr/>
            <p:nvPr/>
          </p:nvSpPr>
          <p:spPr>
            <a:xfrm>
              <a:off x="3451969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75" name="ph2775"/>
            <p:cNvSpPr/>
            <p:nvPr/>
          </p:nvSpPr>
          <p:spPr>
            <a:xfrm>
              <a:off x="3464481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76" name="ph2776"/>
            <p:cNvSpPr/>
            <p:nvPr/>
          </p:nvSpPr>
          <p:spPr>
            <a:xfrm>
              <a:off x="3476993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77" name="ph2777"/>
            <p:cNvSpPr/>
            <p:nvPr/>
          </p:nvSpPr>
          <p:spPr>
            <a:xfrm>
              <a:off x="3489507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78" name="ph2778"/>
            <p:cNvSpPr/>
            <p:nvPr/>
          </p:nvSpPr>
          <p:spPr>
            <a:xfrm>
              <a:off x="3502019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79" name="ph2779"/>
            <p:cNvSpPr/>
            <p:nvPr/>
          </p:nvSpPr>
          <p:spPr>
            <a:xfrm>
              <a:off x="3514531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80" name="ph2780"/>
            <p:cNvSpPr/>
            <p:nvPr/>
          </p:nvSpPr>
          <p:spPr>
            <a:xfrm>
              <a:off x="3527043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81" name="ph2781"/>
            <p:cNvSpPr/>
            <p:nvPr/>
          </p:nvSpPr>
          <p:spPr>
            <a:xfrm>
              <a:off x="3539556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82" name="ph2782"/>
            <p:cNvSpPr/>
            <p:nvPr/>
          </p:nvSpPr>
          <p:spPr>
            <a:xfrm>
              <a:off x="3552068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83" name="ph2783"/>
            <p:cNvSpPr/>
            <p:nvPr/>
          </p:nvSpPr>
          <p:spPr>
            <a:xfrm>
              <a:off x="3564580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84" name="ph2784"/>
            <p:cNvSpPr/>
            <p:nvPr/>
          </p:nvSpPr>
          <p:spPr>
            <a:xfrm>
              <a:off x="3577093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85" name="ph2785"/>
            <p:cNvSpPr/>
            <p:nvPr/>
          </p:nvSpPr>
          <p:spPr>
            <a:xfrm>
              <a:off x="3652167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86" name="ph2786"/>
            <p:cNvSpPr/>
            <p:nvPr/>
          </p:nvSpPr>
          <p:spPr>
            <a:xfrm>
              <a:off x="3664679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87" name="ph2787"/>
            <p:cNvSpPr/>
            <p:nvPr/>
          </p:nvSpPr>
          <p:spPr>
            <a:xfrm>
              <a:off x="3677192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88" name="ph2788"/>
            <p:cNvSpPr/>
            <p:nvPr/>
          </p:nvSpPr>
          <p:spPr>
            <a:xfrm>
              <a:off x="3689704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89" name="ph2789"/>
            <p:cNvSpPr/>
            <p:nvPr/>
          </p:nvSpPr>
          <p:spPr>
            <a:xfrm>
              <a:off x="3702216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90" name="ph2790"/>
            <p:cNvSpPr/>
            <p:nvPr/>
          </p:nvSpPr>
          <p:spPr>
            <a:xfrm>
              <a:off x="3714729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91" name="ph2791"/>
            <p:cNvSpPr/>
            <p:nvPr/>
          </p:nvSpPr>
          <p:spPr>
            <a:xfrm>
              <a:off x="3727241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92" name="ph2792"/>
            <p:cNvSpPr/>
            <p:nvPr/>
          </p:nvSpPr>
          <p:spPr>
            <a:xfrm>
              <a:off x="3739753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93" name="ph2793"/>
            <p:cNvSpPr/>
            <p:nvPr/>
          </p:nvSpPr>
          <p:spPr>
            <a:xfrm>
              <a:off x="3752265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94" name="ph2794"/>
            <p:cNvSpPr/>
            <p:nvPr/>
          </p:nvSpPr>
          <p:spPr>
            <a:xfrm>
              <a:off x="3764779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95" name="ph2795"/>
            <p:cNvSpPr/>
            <p:nvPr/>
          </p:nvSpPr>
          <p:spPr>
            <a:xfrm>
              <a:off x="3777291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96" name="ph2796"/>
            <p:cNvSpPr/>
            <p:nvPr/>
          </p:nvSpPr>
          <p:spPr>
            <a:xfrm>
              <a:off x="4202711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97" name="ph2797"/>
            <p:cNvSpPr/>
            <p:nvPr/>
          </p:nvSpPr>
          <p:spPr>
            <a:xfrm>
              <a:off x="4215223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1D2B2">
                <a:alpha val="100000"/>
              </a:srgbClr>
            </a:solidFill>
            <a:ln w="5420" cap="flat">
              <a:solidFill>
                <a:srgbClr val="71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98" name="ph2798"/>
            <p:cNvSpPr/>
            <p:nvPr/>
          </p:nvSpPr>
          <p:spPr>
            <a:xfrm>
              <a:off x="4227736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4D3B4">
                <a:alpha val="100000"/>
              </a:srgbClr>
            </a:solidFill>
            <a:ln w="5420" cap="flat">
              <a:solidFill>
                <a:srgbClr val="74D3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99" name="ph2799"/>
            <p:cNvSpPr/>
            <p:nvPr/>
          </p:nvSpPr>
          <p:spPr>
            <a:xfrm>
              <a:off x="4240248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00" name="ph2800"/>
            <p:cNvSpPr/>
            <p:nvPr/>
          </p:nvSpPr>
          <p:spPr>
            <a:xfrm>
              <a:off x="4252760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01" name="ph2801"/>
            <p:cNvSpPr/>
            <p:nvPr/>
          </p:nvSpPr>
          <p:spPr>
            <a:xfrm>
              <a:off x="4265272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02" name="ph2802"/>
            <p:cNvSpPr/>
            <p:nvPr/>
          </p:nvSpPr>
          <p:spPr>
            <a:xfrm>
              <a:off x="4277785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03" name="ph2803"/>
            <p:cNvSpPr/>
            <p:nvPr/>
          </p:nvSpPr>
          <p:spPr>
            <a:xfrm>
              <a:off x="4290297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04" name="ph2804"/>
            <p:cNvSpPr/>
            <p:nvPr/>
          </p:nvSpPr>
          <p:spPr>
            <a:xfrm>
              <a:off x="4302809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05" name="ph2805"/>
            <p:cNvSpPr/>
            <p:nvPr/>
          </p:nvSpPr>
          <p:spPr>
            <a:xfrm>
              <a:off x="4315323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06" name="ph2806"/>
            <p:cNvSpPr/>
            <p:nvPr/>
          </p:nvSpPr>
          <p:spPr>
            <a:xfrm>
              <a:off x="4402908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07" name="ph2807"/>
            <p:cNvSpPr/>
            <p:nvPr/>
          </p:nvSpPr>
          <p:spPr>
            <a:xfrm>
              <a:off x="4415421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08" name="ph2808"/>
            <p:cNvSpPr/>
            <p:nvPr/>
          </p:nvSpPr>
          <p:spPr>
            <a:xfrm>
              <a:off x="4427933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09" name="ph2809"/>
            <p:cNvSpPr/>
            <p:nvPr/>
          </p:nvSpPr>
          <p:spPr>
            <a:xfrm>
              <a:off x="4440445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10" name="ph2810"/>
            <p:cNvSpPr/>
            <p:nvPr/>
          </p:nvSpPr>
          <p:spPr>
            <a:xfrm>
              <a:off x="4452959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11" name="ph2811"/>
            <p:cNvSpPr/>
            <p:nvPr/>
          </p:nvSpPr>
          <p:spPr>
            <a:xfrm>
              <a:off x="4465471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12" name="ph2812"/>
            <p:cNvSpPr/>
            <p:nvPr/>
          </p:nvSpPr>
          <p:spPr>
            <a:xfrm>
              <a:off x="4678180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13" name="ph2813"/>
            <p:cNvSpPr/>
            <p:nvPr/>
          </p:nvSpPr>
          <p:spPr>
            <a:xfrm>
              <a:off x="4690693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14" name="ph2814"/>
            <p:cNvSpPr/>
            <p:nvPr/>
          </p:nvSpPr>
          <p:spPr>
            <a:xfrm>
              <a:off x="4703205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15" name="ph2815"/>
            <p:cNvSpPr/>
            <p:nvPr/>
          </p:nvSpPr>
          <p:spPr>
            <a:xfrm>
              <a:off x="4715717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16" name="ph2816"/>
            <p:cNvSpPr/>
            <p:nvPr/>
          </p:nvSpPr>
          <p:spPr>
            <a:xfrm>
              <a:off x="4728231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17" name="ph2817"/>
            <p:cNvSpPr/>
            <p:nvPr/>
          </p:nvSpPr>
          <p:spPr>
            <a:xfrm>
              <a:off x="3101623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18" name="ph2818"/>
            <p:cNvSpPr/>
            <p:nvPr/>
          </p:nvSpPr>
          <p:spPr>
            <a:xfrm>
              <a:off x="3114135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19" name="ph2819"/>
            <p:cNvSpPr/>
            <p:nvPr/>
          </p:nvSpPr>
          <p:spPr>
            <a:xfrm>
              <a:off x="3126648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20" name="ph2820"/>
            <p:cNvSpPr/>
            <p:nvPr/>
          </p:nvSpPr>
          <p:spPr>
            <a:xfrm>
              <a:off x="3139160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21" name="ph2821"/>
            <p:cNvSpPr/>
            <p:nvPr/>
          </p:nvSpPr>
          <p:spPr>
            <a:xfrm>
              <a:off x="3151672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22" name="ph2822"/>
            <p:cNvSpPr/>
            <p:nvPr/>
          </p:nvSpPr>
          <p:spPr>
            <a:xfrm>
              <a:off x="3164185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23" name="ph2823"/>
            <p:cNvSpPr/>
            <p:nvPr/>
          </p:nvSpPr>
          <p:spPr>
            <a:xfrm>
              <a:off x="3176697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24" name="ph2824"/>
            <p:cNvSpPr/>
            <p:nvPr/>
          </p:nvSpPr>
          <p:spPr>
            <a:xfrm>
              <a:off x="3189209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25" name="ph2825"/>
            <p:cNvSpPr/>
            <p:nvPr/>
          </p:nvSpPr>
          <p:spPr>
            <a:xfrm>
              <a:off x="3201721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26" name="ph2826"/>
            <p:cNvSpPr/>
            <p:nvPr/>
          </p:nvSpPr>
          <p:spPr>
            <a:xfrm>
              <a:off x="3214235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27" name="ph2827"/>
            <p:cNvSpPr/>
            <p:nvPr/>
          </p:nvSpPr>
          <p:spPr>
            <a:xfrm>
              <a:off x="3226747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28" name="ph2828"/>
            <p:cNvSpPr/>
            <p:nvPr/>
          </p:nvSpPr>
          <p:spPr>
            <a:xfrm>
              <a:off x="3239259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29" name="ph2829"/>
            <p:cNvSpPr/>
            <p:nvPr/>
          </p:nvSpPr>
          <p:spPr>
            <a:xfrm>
              <a:off x="3251771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30" name="ph2830"/>
            <p:cNvSpPr/>
            <p:nvPr/>
          </p:nvSpPr>
          <p:spPr>
            <a:xfrm>
              <a:off x="3264284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31" name="ph2831"/>
            <p:cNvSpPr/>
            <p:nvPr/>
          </p:nvSpPr>
          <p:spPr>
            <a:xfrm>
              <a:off x="3276796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32" name="ph2832"/>
            <p:cNvSpPr/>
            <p:nvPr/>
          </p:nvSpPr>
          <p:spPr>
            <a:xfrm>
              <a:off x="3289308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33" name="ph2833"/>
            <p:cNvSpPr/>
            <p:nvPr/>
          </p:nvSpPr>
          <p:spPr>
            <a:xfrm>
              <a:off x="3301821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34" name="ph2834"/>
            <p:cNvSpPr/>
            <p:nvPr/>
          </p:nvSpPr>
          <p:spPr>
            <a:xfrm>
              <a:off x="3314333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35" name="ph2835"/>
            <p:cNvSpPr/>
            <p:nvPr/>
          </p:nvSpPr>
          <p:spPr>
            <a:xfrm>
              <a:off x="3326845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36" name="ph2836"/>
            <p:cNvSpPr/>
            <p:nvPr/>
          </p:nvSpPr>
          <p:spPr>
            <a:xfrm>
              <a:off x="3339357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37" name="ph2837"/>
            <p:cNvSpPr/>
            <p:nvPr/>
          </p:nvSpPr>
          <p:spPr>
            <a:xfrm>
              <a:off x="3351871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38" name="ph2838"/>
            <p:cNvSpPr/>
            <p:nvPr/>
          </p:nvSpPr>
          <p:spPr>
            <a:xfrm>
              <a:off x="3364383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39" name="ph2839"/>
            <p:cNvSpPr/>
            <p:nvPr/>
          </p:nvSpPr>
          <p:spPr>
            <a:xfrm>
              <a:off x="3376895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40" name="ph2840"/>
            <p:cNvSpPr/>
            <p:nvPr/>
          </p:nvSpPr>
          <p:spPr>
            <a:xfrm>
              <a:off x="3389407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41" name="ph2841"/>
            <p:cNvSpPr/>
            <p:nvPr/>
          </p:nvSpPr>
          <p:spPr>
            <a:xfrm>
              <a:off x="3401920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42" name="ph2842"/>
            <p:cNvSpPr/>
            <p:nvPr/>
          </p:nvSpPr>
          <p:spPr>
            <a:xfrm>
              <a:off x="3414432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43" name="ph2843"/>
            <p:cNvSpPr/>
            <p:nvPr/>
          </p:nvSpPr>
          <p:spPr>
            <a:xfrm>
              <a:off x="3426944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44" name="ph2844"/>
            <p:cNvSpPr/>
            <p:nvPr/>
          </p:nvSpPr>
          <p:spPr>
            <a:xfrm>
              <a:off x="3439457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45" name="ph2845"/>
            <p:cNvSpPr/>
            <p:nvPr/>
          </p:nvSpPr>
          <p:spPr>
            <a:xfrm>
              <a:off x="3451969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46" name="ph2846"/>
            <p:cNvSpPr/>
            <p:nvPr/>
          </p:nvSpPr>
          <p:spPr>
            <a:xfrm>
              <a:off x="3464481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47" name="ph2847"/>
            <p:cNvSpPr/>
            <p:nvPr/>
          </p:nvSpPr>
          <p:spPr>
            <a:xfrm>
              <a:off x="3476993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48" name="ph2848"/>
            <p:cNvSpPr/>
            <p:nvPr/>
          </p:nvSpPr>
          <p:spPr>
            <a:xfrm>
              <a:off x="3489507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49" name="ph2849"/>
            <p:cNvSpPr/>
            <p:nvPr/>
          </p:nvSpPr>
          <p:spPr>
            <a:xfrm>
              <a:off x="3502019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50" name="ph2850"/>
            <p:cNvSpPr/>
            <p:nvPr/>
          </p:nvSpPr>
          <p:spPr>
            <a:xfrm>
              <a:off x="3514531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51" name="ph2851"/>
            <p:cNvSpPr/>
            <p:nvPr/>
          </p:nvSpPr>
          <p:spPr>
            <a:xfrm>
              <a:off x="3527043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52" name="ph2852"/>
            <p:cNvSpPr/>
            <p:nvPr/>
          </p:nvSpPr>
          <p:spPr>
            <a:xfrm>
              <a:off x="3539556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53" name="ph2853"/>
            <p:cNvSpPr/>
            <p:nvPr/>
          </p:nvSpPr>
          <p:spPr>
            <a:xfrm>
              <a:off x="3552068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54" name="ph2854"/>
            <p:cNvSpPr/>
            <p:nvPr/>
          </p:nvSpPr>
          <p:spPr>
            <a:xfrm>
              <a:off x="3564580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55" name="ph2855"/>
            <p:cNvSpPr/>
            <p:nvPr/>
          </p:nvSpPr>
          <p:spPr>
            <a:xfrm>
              <a:off x="3577093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56" name="ph2856"/>
            <p:cNvSpPr/>
            <p:nvPr/>
          </p:nvSpPr>
          <p:spPr>
            <a:xfrm>
              <a:off x="3639655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57" name="ph2857"/>
            <p:cNvSpPr/>
            <p:nvPr/>
          </p:nvSpPr>
          <p:spPr>
            <a:xfrm>
              <a:off x="3652167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58" name="ph2858"/>
            <p:cNvSpPr/>
            <p:nvPr/>
          </p:nvSpPr>
          <p:spPr>
            <a:xfrm>
              <a:off x="3664679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59" name="ph2859"/>
            <p:cNvSpPr/>
            <p:nvPr/>
          </p:nvSpPr>
          <p:spPr>
            <a:xfrm>
              <a:off x="3677192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60" name="ph2860"/>
            <p:cNvSpPr/>
            <p:nvPr/>
          </p:nvSpPr>
          <p:spPr>
            <a:xfrm>
              <a:off x="3689704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61" name="ph2861"/>
            <p:cNvSpPr/>
            <p:nvPr/>
          </p:nvSpPr>
          <p:spPr>
            <a:xfrm>
              <a:off x="3702216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62" name="ph2862"/>
            <p:cNvSpPr/>
            <p:nvPr/>
          </p:nvSpPr>
          <p:spPr>
            <a:xfrm>
              <a:off x="3714729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63" name="ph2863"/>
            <p:cNvSpPr/>
            <p:nvPr/>
          </p:nvSpPr>
          <p:spPr>
            <a:xfrm>
              <a:off x="3727241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64" name="ph2864"/>
            <p:cNvSpPr/>
            <p:nvPr/>
          </p:nvSpPr>
          <p:spPr>
            <a:xfrm>
              <a:off x="3739753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65" name="ph2865"/>
            <p:cNvSpPr/>
            <p:nvPr/>
          </p:nvSpPr>
          <p:spPr>
            <a:xfrm>
              <a:off x="3752265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66" name="ph2866"/>
            <p:cNvSpPr/>
            <p:nvPr/>
          </p:nvSpPr>
          <p:spPr>
            <a:xfrm>
              <a:off x="3764779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67" name="ph2867"/>
            <p:cNvSpPr/>
            <p:nvPr/>
          </p:nvSpPr>
          <p:spPr>
            <a:xfrm>
              <a:off x="3777291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68" name="ph2868"/>
            <p:cNvSpPr/>
            <p:nvPr/>
          </p:nvSpPr>
          <p:spPr>
            <a:xfrm>
              <a:off x="3789803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5A8">
                <a:alpha val="100000"/>
              </a:srgbClr>
            </a:solidFill>
            <a:ln w="5420" cap="flat">
              <a:solidFill>
                <a:srgbClr val="3595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69" name="ph2869"/>
            <p:cNvSpPr/>
            <p:nvPr/>
          </p:nvSpPr>
          <p:spPr>
            <a:xfrm>
              <a:off x="3802315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70" name="ph2870"/>
            <p:cNvSpPr/>
            <p:nvPr/>
          </p:nvSpPr>
          <p:spPr>
            <a:xfrm>
              <a:off x="4202711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71" name="ph2871"/>
            <p:cNvSpPr/>
            <p:nvPr/>
          </p:nvSpPr>
          <p:spPr>
            <a:xfrm>
              <a:off x="4215223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72" name="ph2872"/>
            <p:cNvSpPr/>
            <p:nvPr/>
          </p:nvSpPr>
          <p:spPr>
            <a:xfrm>
              <a:off x="4227736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73" name="ph2873"/>
            <p:cNvSpPr/>
            <p:nvPr/>
          </p:nvSpPr>
          <p:spPr>
            <a:xfrm>
              <a:off x="4240248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74" name="ph2874"/>
            <p:cNvSpPr/>
            <p:nvPr/>
          </p:nvSpPr>
          <p:spPr>
            <a:xfrm>
              <a:off x="4252760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75" name="ph2875"/>
            <p:cNvSpPr/>
            <p:nvPr/>
          </p:nvSpPr>
          <p:spPr>
            <a:xfrm>
              <a:off x="4265272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76" name="ph2876"/>
            <p:cNvSpPr/>
            <p:nvPr/>
          </p:nvSpPr>
          <p:spPr>
            <a:xfrm>
              <a:off x="4277785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77" name="ph2877"/>
            <p:cNvSpPr/>
            <p:nvPr/>
          </p:nvSpPr>
          <p:spPr>
            <a:xfrm>
              <a:off x="4290297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78" name="ph2878"/>
            <p:cNvSpPr/>
            <p:nvPr/>
          </p:nvSpPr>
          <p:spPr>
            <a:xfrm>
              <a:off x="4415421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79" name="ph2879"/>
            <p:cNvSpPr/>
            <p:nvPr/>
          </p:nvSpPr>
          <p:spPr>
            <a:xfrm>
              <a:off x="4427933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80" name="ph2880"/>
            <p:cNvSpPr/>
            <p:nvPr/>
          </p:nvSpPr>
          <p:spPr>
            <a:xfrm>
              <a:off x="4440445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81" name="ph2881"/>
            <p:cNvSpPr/>
            <p:nvPr/>
          </p:nvSpPr>
          <p:spPr>
            <a:xfrm>
              <a:off x="4452959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82" name="ph2882"/>
            <p:cNvSpPr/>
            <p:nvPr/>
          </p:nvSpPr>
          <p:spPr>
            <a:xfrm>
              <a:off x="4465471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83" name="ph2883"/>
            <p:cNvSpPr/>
            <p:nvPr/>
          </p:nvSpPr>
          <p:spPr>
            <a:xfrm>
              <a:off x="4477983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84" name="ph2884"/>
            <p:cNvSpPr/>
            <p:nvPr/>
          </p:nvSpPr>
          <p:spPr>
            <a:xfrm>
              <a:off x="4490495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85" name="ph2885"/>
            <p:cNvSpPr/>
            <p:nvPr/>
          </p:nvSpPr>
          <p:spPr>
            <a:xfrm>
              <a:off x="4678180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86" name="ph2886"/>
            <p:cNvSpPr/>
            <p:nvPr/>
          </p:nvSpPr>
          <p:spPr>
            <a:xfrm>
              <a:off x="4690693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87" name="ph2887"/>
            <p:cNvSpPr/>
            <p:nvPr/>
          </p:nvSpPr>
          <p:spPr>
            <a:xfrm>
              <a:off x="4703205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88" name="ph2888"/>
            <p:cNvSpPr/>
            <p:nvPr/>
          </p:nvSpPr>
          <p:spPr>
            <a:xfrm>
              <a:off x="4715717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89" name="ph2889"/>
            <p:cNvSpPr/>
            <p:nvPr/>
          </p:nvSpPr>
          <p:spPr>
            <a:xfrm>
              <a:off x="4728231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90" name="ph2890"/>
            <p:cNvSpPr/>
            <p:nvPr/>
          </p:nvSpPr>
          <p:spPr>
            <a:xfrm>
              <a:off x="3101623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91" name="ph2891"/>
            <p:cNvSpPr/>
            <p:nvPr/>
          </p:nvSpPr>
          <p:spPr>
            <a:xfrm>
              <a:off x="3114135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92" name="ph2892"/>
            <p:cNvSpPr/>
            <p:nvPr/>
          </p:nvSpPr>
          <p:spPr>
            <a:xfrm>
              <a:off x="3126648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93" name="ph2893"/>
            <p:cNvSpPr/>
            <p:nvPr/>
          </p:nvSpPr>
          <p:spPr>
            <a:xfrm>
              <a:off x="3139160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94" name="ph2894"/>
            <p:cNvSpPr/>
            <p:nvPr/>
          </p:nvSpPr>
          <p:spPr>
            <a:xfrm>
              <a:off x="3151672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95" name="ph2895"/>
            <p:cNvSpPr/>
            <p:nvPr/>
          </p:nvSpPr>
          <p:spPr>
            <a:xfrm>
              <a:off x="3164185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96" name="ph2896"/>
            <p:cNvSpPr/>
            <p:nvPr/>
          </p:nvSpPr>
          <p:spPr>
            <a:xfrm>
              <a:off x="3176697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97" name="ph2897"/>
            <p:cNvSpPr/>
            <p:nvPr/>
          </p:nvSpPr>
          <p:spPr>
            <a:xfrm>
              <a:off x="3189209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98" name="ph2898"/>
            <p:cNvSpPr/>
            <p:nvPr/>
          </p:nvSpPr>
          <p:spPr>
            <a:xfrm>
              <a:off x="3201721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99" name="ph2899"/>
            <p:cNvSpPr/>
            <p:nvPr/>
          </p:nvSpPr>
          <p:spPr>
            <a:xfrm>
              <a:off x="3214235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00" name="ph2900"/>
            <p:cNvSpPr/>
            <p:nvPr/>
          </p:nvSpPr>
          <p:spPr>
            <a:xfrm>
              <a:off x="3226747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01" name="ph2901"/>
            <p:cNvSpPr/>
            <p:nvPr/>
          </p:nvSpPr>
          <p:spPr>
            <a:xfrm>
              <a:off x="3239259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02" name="ph2902"/>
            <p:cNvSpPr/>
            <p:nvPr/>
          </p:nvSpPr>
          <p:spPr>
            <a:xfrm>
              <a:off x="3364383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03" name="ph2903"/>
            <p:cNvSpPr/>
            <p:nvPr/>
          </p:nvSpPr>
          <p:spPr>
            <a:xfrm>
              <a:off x="3376895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04" name="ph2904"/>
            <p:cNvSpPr/>
            <p:nvPr/>
          </p:nvSpPr>
          <p:spPr>
            <a:xfrm>
              <a:off x="3389407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05" name="ph2905"/>
            <p:cNvSpPr/>
            <p:nvPr/>
          </p:nvSpPr>
          <p:spPr>
            <a:xfrm>
              <a:off x="3401920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06" name="ph2906"/>
            <p:cNvSpPr/>
            <p:nvPr/>
          </p:nvSpPr>
          <p:spPr>
            <a:xfrm>
              <a:off x="3414432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07" name="ph2907"/>
            <p:cNvSpPr/>
            <p:nvPr/>
          </p:nvSpPr>
          <p:spPr>
            <a:xfrm>
              <a:off x="3426944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08" name="ph2908"/>
            <p:cNvSpPr/>
            <p:nvPr/>
          </p:nvSpPr>
          <p:spPr>
            <a:xfrm>
              <a:off x="3439457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09" name="ph2909"/>
            <p:cNvSpPr/>
            <p:nvPr/>
          </p:nvSpPr>
          <p:spPr>
            <a:xfrm>
              <a:off x="3451969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10" name="ph2910"/>
            <p:cNvSpPr/>
            <p:nvPr/>
          </p:nvSpPr>
          <p:spPr>
            <a:xfrm>
              <a:off x="3464481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11" name="ph2911"/>
            <p:cNvSpPr/>
            <p:nvPr/>
          </p:nvSpPr>
          <p:spPr>
            <a:xfrm>
              <a:off x="3476993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12" name="ph2912"/>
            <p:cNvSpPr/>
            <p:nvPr/>
          </p:nvSpPr>
          <p:spPr>
            <a:xfrm>
              <a:off x="3502019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13" name="ph2913"/>
            <p:cNvSpPr/>
            <p:nvPr/>
          </p:nvSpPr>
          <p:spPr>
            <a:xfrm>
              <a:off x="3514531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14" name="ph2914"/>
            <p:cNvSpPr/>
            <p:nvPr/>
          </p:nvSpPr>
          <p:spPr>
            <a:xfrm>
              <a:off x="3527043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DA4">
                <a:alpha val="100000"/>
              </a:srgbClr>
            </a:solidFill>
            <a:ln w="5420" cap="flat">
              <a:solidFill>
                <a:srgbClr val="3A7D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15" name="ph2915"/>
            <p:cNvSpPr/>
            <p:nvPr/>
          </p:nvSpPr>
          <p:spPr>
            <a:xfrm>
              <a:off x="3539556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16" name="ph2916"/>
            <p:cNvSpPr/>
            <p:nvPr/>
          </p:nvSpPr>
          <p:spPr>
            <a:xfrm>
              <a:off x="3552068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17" name="ph2917"/>
            <p:cNvSpPr/>
            <p:nvPr/>
          </p:nvSpPr>
          <p:spPr>
            <a:xfrm>
              <a:off x="3564580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18" name="ph2918"/>
            <p:cNvSpPr/>
            <p:nvPr/>
          </p:nvSpPr>
          <p:spPr>
            <a:xfrm>
              <a:off x="3577093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19" name="ph2919"/>
            <p:cNvSpPr/>
            <p:nvPr/>
          </p:nvSpPr>
          <p:spPr>
            <a:xfrm>
              <a:off x="3589605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20" name="ph2920"/>
            <p:cNvSpPr/>
            <p:nvPr/>
          </p:nvSpPr>
          <p:spPr>
            <a:xfrm>
              <a:off x="3614629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21" name="ph2921"/>
            <p:cNvSpPr/>
            <p:nvPr/>
          </p:nvSpPr>
          <p:spPr>
            <a:xfrm>
              <a:off x="3627143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22" name="ph2922"/>
            <p:cNvSpPr/>
            <p:nvPr/>
          </p:nvSpPr>
          <p:spPr>
            <a:xfrm>
              <a:off x="3639655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23" name="ph2923"/>
            <p:cNvSpPr/>
            <p:nvPr/>
          </p:nvSpPr>
          <p:spPr>
            <a:xfrm>
              <a:off x="3652167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24" name="ph2924"/>
            <p:cNvSpPr/>
            <p:nvPr/>
          </p:nvSpPr>
          <p:spPr>
            <a:xfrm>
              <a:off x="3664679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25" name="ph2925"/>
            <p:cNvSpPr/>
            <p:nvPr/>
          </p:nvSpPr>
          <p:spPr>
            <a:xfrm>
              <a:off x="3677192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26" name="ph2926"/>
            <p:cNvSpPr/>
            <p:nvPr/>
          </p:nvSpPr>
          <p:spPr>
            <a:xfrm>
              <a:off x="3689704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27" name="ph2927"/>
            <p:cNvSpPr/>
            <p:nvPr/>
          </p:nvSpPr>
          <p:spPr>
            <a:xfrm>
              <a:off x="3702216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28" name="ph2928"/>
            <p:cNvSpPr/>
            <p:nvPr/>
          </p:nvSpPr>
          <p:spPr>
            <a:xfrm>
              <a:off x="3714729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29" name="ph2929"/>
            <p:cNvSpPr/>
            <p:nvPr/>
          </p:nvSpPr>
          <p:spPr>
            <a:xfrm>
              <a:off x="3727241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30" name="ph2930"/>
            <p:cNvSpPr/>
            <p:nvPr/>
          </p:nvSpPr>
          <p:spPr>
            <a:xfrm>
              <a:off x="3739753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31" name="ph2931"/>
            <p:cNvSpPr/>
            <p:nvPr/>
          </p:nvSpPr>
          <p:spPr>
            <a:xfrm>
              <a:off x="3752265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32" name="ph2932"/>
            <p:cNvSpPr/>
            <p:nvPr/>
          </p:nvSpPr>
          <p:spPr>
            <a:xfrm>
              <a:off x="3764779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33" name="ph2933"/>
            <p:cNvSpPr/>
            <p:nvPr/>
          </p:nvSpPr>
          <p:spPr>
            <a:xfrm>
              <a:off x="3777291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34" name="ph2934"/>
            <p:cNvSpPr/>
            <p:nvPr/>
          </p:nvSpPr>
          <p:spPr>
            <a:xfrm>
              <a:off x="3789803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35" name="ph2935"/>
            <p:cNvSpPr/>
            <p:nvPr/>
          </p:nvSpPr>
          <p:spPr>
            <a:xfrm>
              <a:off x="3802315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36" name="ph2936"/>
            <p:cNvSpPr/>
            <p:nvPr/>
          </p:nvSpPr>
          <p:spPr>
            <a:xfrm>
              <a:off x="3814828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37" name="ph2937"/>
            <p:cNvSpPr/>
            <p:nvPr/>
          </p:nvSpPr>
          <p:spPr>
            <a:xfrm>
              <a:off x="4227736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38" name="ph2938"/>
            <p:cNvSpPr/>
            <p:nvPr/>
          </p:nvSpPr>
          <p:spPr>
            <a:xfrm>
              <a:off x="4427933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39" name="ph2939"/>
            <p:cNvSpPr/>
            <p:nvPr/>
          </p:nvSpPr>
          <p:spPr>
            <a:xfrm>
              <a:off x="4440445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40" name="ph2940"/>
            <p:cNvSpPr/>
            <p:nvPr/>
          </p:nvSpPr>
          <p:spPr>
            <a:xfrm>
              <a:off x="4452959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41" name="ph2941"/>
            <p:cNvSpPr/>
            <p:nvPr/>
          </p:nvSpPr>
          <p:spPr>
            <a:xfrm>
              <a:off x="4465471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42" name="ph2942"/>
            <p:cNvSpPr/>
            <p:nvPr/>
          </p:nvSpPr>
          <p:spPr>
            <a:xfrm>
              <a:off x="4477983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43" name="ph2943"/>
            <p:cNvSpPr/>
            <p:nvPr/>
          </p:nvSpPr>
          <p:spPr>
            <a:xfrm>
              <a:off x="4490495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44" name="ph2944"/>
            <p:cNvSpPr/>
            <p:nvPr/>
          </p:nvSpPr>
          <p:spPr>
            <a:xfrm>
              <a:off x="4503008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45" name="ph2945"/>
            <p:cNvSpPr/>
            <p:nvPr/>
          </p:nvSpPr>
          <p:spPr>
            <a:xfrm>
              <a:off x="4678180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46" name="ph2946"/>
            <p:cNvSpPr/>
            <p:nvPr/>
          </p:nvSpPr>
          <p:spPr>
            <a:xfrm>
              <a:off x="4690693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47" name="ph2947"/>
            <p:cNvSpPr/>
            <p:nvPr/>
          </p:nvSpPr>
          <p:spPr>
            <a:xfrm>
              <a:off x="4703205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48" name="ph2948"/>
            <p:cNvSpPr/>
            <p:nvPr/>
          </p:nvSpPr>
          <p:spPr>
            <a:xfrm>
              <a:off x="4715717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49" name="ph2949"/>
            <p:cNvSpPr/>
            <p:nvPr/>
          </p:nvSpPr>
          <p:spPr>
            <a:xfrm>
              <a:off x="4728231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50" name="ph2950"/>
            <p:cNvSpPr/>
            <p:nvPr/>
          </p:nvSpPr>
          <p:spPr>
            <a:xfrm>
              <a:off x="3089111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51" name="ph2951"/>
            <p:cNvSpPr/>
            <p:nvPr/>
          </p:nvSpPr>
          <p:spPr>
            <a:xfrm>
              <a:off x="3101623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52" name="ph2952"/>
            <p:cNvSpPr/>
            <p:nvPr/>
          </p:nvSpPr>
          <p:spPr>
            <a:xfrm>
              <a:off x="3114135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53" name="ph2953"/>
            <p:cNvSpPr/>
            <p:nvPr/>
          </p:nvSpPr>
          <p:spPr>
            <a:xfrm>
              <a:off x="3126648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54" name="ph2954"/>
            <p:cNvSpPr/>
            <p:nvPr/>
          </p:nvSpPr>
          <p:spPr>
            <a:xfrm>
              <a:off x="3139160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55" name="ph2955"/>
            <p:cNvSpPr/>
            <p:nvPr/>
          </p:nvSpPr>
          <p:spPr>
            <a:xfrm>
              <a:off x="3151672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56" name="ph2956"/>
            <p:cNvSpPr/>
            <p:nvPr/>
          </p:nvSpPr>
          <p:spPr>
            <a:xfrm>
              <a:off x="3164185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57" name="ph2957"/>
            <p:cNvSpPr/>
            <p:nvPr/>
          </p:nvSpPr>
          <p:spPr>
            <a:xfrm>
              <a:off x="3176697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58" name="ph2958"/>
            <p:cNvSpPr/>
            <p:nvPr/>
          </p:nvSpPr>
          <p:spPr>
            <a:xfrm>
              <a:off x="3189209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59" name="ph2959"/>
            <p:cNvSpPr/>
            <p:nvPr/>
          </p:nvSpPr>
          <p:spPr>
            <a:xfrm>
              <a:off x="3201721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60" name="ph2960"/>
            <p:cNvSpPr/>
            <p:nvPr/>
          </p:nvSpPr>
          <p:spPr>
            <a:xfrm>
              <a:off x="3426944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61" name="ph2961"/>
            <p:cNvSpPr/>
            <p:nvPr/>
          </p:nvSpPr>
          <p:spPr>
            <a:xfrm>
              <a:off x="3439457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62" name="ph2962"/>
            <p:cNvSpPr/>
            <p:nvPr/>
          </p:nvSpPr>
          <p:spPr>
            <a:xfrm>
              <a:off x="3514531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63" name="ph2963"/>
            <p:cNvSpPr/>
            <p:nvPr/>
          </p:nvSpPr>
          <p:spPr>
            <a:xfrm>
              <a:off x="3527043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64" name="ph2964"/>
            <p:cNvSpPr/>
            <p:nvPr/>
          </p:nvSpPr>
          <p:spPr>
            <a:xfrm>
              <a:off x="3539556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65" name="ph2965"/>
            <p:cNvSpPr/>
            <p:nvPr/>
          </p:nvSpPr>
          <p:spPr>
            <a:xfrm>
              <a:off x="3552068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66" name="ph2966"/>
            <p:cNvSpPr/>
            <p:nvPr/>
          </p:nvSpPr>
          <p:spPr>
            <a:xfrm>
              <a:off x="3564580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67" name="ph2967"/>
            <p:cNvSpPr/>
            <p:nvPr/>
          </p:nvSpPr>
          <p:spPr>
            <a:xfrm>
              <a:off x="3577093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68" name="ph2968"/>
            <p:cNvSpPr/>
            <p:nvPr/>
          </p:nvSpPr>
          <p:spPr>
            <a:xfrm>
              <a:off x="3589605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69" name="ph2969"/>
            <p:cNvSpPr/>
            <p:nvPr/>
          </p:nvSpPr>
          <p:spPr>
            <a:xfrm>
              <a:off x="3602117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70" name="ph2970"/>
            <p:cNvSpPr/>
            <p:nvPr/>
          </p:nvSpPr>
          <p:spPr>
            <a:xfrm>
              <a:off x="3614629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71" name="ph2971"/>
            <p:cNvSpPr/>
            <p:nvPr/>
          </p:nvSpPr>
          <p:spPr>
            <a:xfrm>
              <a:off x="3627143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72" name="ph2972"/>
            <p:cNvSpPr/>
            <p:nvPr/>
          </p:nvSpPr>
          <p:spPr>
            <a:xfrm>
              <a:off x="3639655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73" name="ph2973"/>
            <p:cNvSpPr/>
            <p:nvPr/>
          </p:nvSpPr>
          <p:spPr>
            <a:xfrm>
              <a:off x="3652167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74" name="ph2974"/>
            <p:cNvSpPr/>
            <p:nvPr/>
          </p:nvSpPr>
          <p:spPr>
            <a:xfrm>
              <a:off x="3664679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75" name="ph2975"/>
            <p:cNvSpPr/>
            <p:nvPr/>
          </p:nvSpPr>
          <p:spPr>
            <a:xfrm>
              <a:off x="3677192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76" name="ph2976"/>
            <p:cNvSpPr/>
            <p:nvPr/>
          </p:nvSpPr>
          <p:spPr>
            <a:xfrm>
              <a:off x="3689704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77" name="ph2977"/>
            <p:cNvSpPr/>
            <p:nvPr/>
          </p:nvSpPr>
          <p:spPr>
            <a:xfrm>
              <a:off x="3702216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78" name="ph2978"/>
            <p:cNvSpPr/>
            <p:nvPr/>
          </p:nvSpPr>
          <p:spPr>
            <a:xfrm>
              <a:off x="3714729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79" name="ph2979"/>
            <p:cNvSpPr/>
            <p:nvPr/>
          </p:nvSpPr>
          <p:spPr>
            <a:xfrm>
              <a:off x="3727241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80" name="ph2980"/>
            <p:cNvSpPr/>
            <p:nvPr/>
          </p:nvSpPr>
          <p:spPr>
            <a:xfrm>
              <a:off x="3739753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81" name="ph2981"/>
            <p:cNvSpPr/>
            <p:nvPr/>
          </p:nvSpPr>
          <p:spPr>
            <a:xfrm>
              <a:off x="3752265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82" name="ph2982"/>
            <p:cNvSpPr/>
            <p:nvPr/>
          </p:nvSpPr>
          <p:spPr>
            <a:xfrm>
              <a:off x="3764779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83" name="ph2983"/>
            <p:cNvSpPr/>
            <p:nvPr/>
          </p:nvSpPr>
          <p:spPr>
            <a:xfrm>
              <a:off x="3777291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84" name="ph2984"/>
            <p:cNvSpPr/>
            <p:nvPr/>
          </p:nvSpPr>
          <p:spPr>
            <a:xfrm>
              <a:off x="3789803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85" name="ph2985"/>
            <p:cNvSpPr/>
            <p:nvPr/>
          </p:nvSpPr>
          <p:spPr>
            <a:xfrm>
              <a:off x="3802315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86" name="ph2986"/>
            <p:cNvSpPr/>
            <p:nvPr/>
          </p:nvSpPr>
          <p:spPr>
            <a:xfrm>
              <a:off x="3814828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87" name="ph2987"/>
            <p:cNvSpPr/>
            <p:nvPr/>
          </p:nvSpPr>
          <p:spPr>
            <a:xfrm>
              <a:off x="3827340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88" name="ph2988"/>
            <p:cNvSpPr/>
            <p:nvPr/>
          </p:nvSpPr>
          <p:spPr>
            <a:xfrm>
              <a:off x="4440445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89" name="ph2989"/>
            <p:cNvSpPr/>
            <p:nvPr/>
          </p:nvSpPr>
          <p:spPr>
            <a:xfrm>
              <a:off x="4452959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90" name="ph2990"/>
            <p:cNvSpPr/>
            <p:nvPr/>
          </p:nvSpPr>
          <p:spPr>
            <a:xfrm>
              <a:off x="4465471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91" name="ph2991"/>
            <p:cNvSpPr/>
            <p:nvPr/>
          </p:nvSpPr>
          <p:spPr>
            <a:xfrm>
              <a:off x="4477983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92" name="ph2992"/>
            <p:cNvSpPr/>
            <p:nvPr/>
          </p:nvSpPr>
          <p:spPr>
            <a:xfrm>
              <a:off x="4490495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93" name="ph2993"/>
            <p:cNvSpPr/>
            <p:nvPr/>
          </p:nvSpPr>
          <p:spPr>
            <a:xfrm>
              <a:off x="4503008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94" name="ph2994"/>
            <p:cNvSpPr/>
            <p:nvPr/>
          </p:nvSpPr>
          <p:spPr>
            <a:xfrm>
              <a:off x="4515520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95" name="ph2995"/>
            <p:cNvSpPr/>
            <p:nvPr/>
          </p:nvSpPr>
          <p:spPr>
            <a:xfrm>
              <a:off x="4690693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96" name="ph2996"/>
            <p:cNvSpPr/>
            <p:nvPr/>
          </p:nvSpPr>
          <p:spPr>
            <a:xfrm>
              <a:off x="4703205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97" name="ph2997"/>
            <p:cNvSpPr/>
            <p:nvPr/>
          </p:nvSpPr>
          <p:spPr>
            <a:xfrm>
              <a:off x="4715717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98" name="ph2998"/>
            <p:cNvSpPr/>
            <p:nvPr/>
          </p:nvSpPr>
          <p:spPr>
            <a:xfrm>
              <a:off x="4728231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99" name="ph2999"/>
            <p:cNvSpPr/>
            <p:nvPr/>
          </p:nvSpPr>
          <p:spPr>
            <a:xfrm>
              <a:off x="4740743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00" name="ph3000"/>
            <p:cNvSpPr/>
            <p:nvPr/>
          </p:nvSpPr>
          <p:spPr>
            <a:xfrm>
              <a:off x="3089111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01" name="ph3001"/>
            <p:cNvSpPr/>
            <p:nvPr/>
          </p:nvSpPr>
          <p:spPr>
            <a:xfrm>
              <a:off x="3101623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02" name="ph3002"/>
            <p:cNvSpPr/>
            <p:nvPr/>
          </p:nvSpPr>
          <p:spPr>
            <a:xfrm>
              <a:off x="3114135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03" name="ph3003"/>
            <p:cNvSpPr/>
            <p:nvPr/>
          </p:nvSpPr>
          <p:spPr>
            <a:xfrm>
              <a:off x="3126648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04" name="ph3004"/>
            <p:cNvSpPr/>
            <p:nvPr/>
          </p:nvSpPr>
          <p:spPr>
            <a:xfrm>
              <a:off x="3139160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05" name="ph3005"/>
            <p:cNvSpPr/>
            <p:nvPr/>
          </p:nvSpPr>
          <p:spPr>
            <a:xfrm>
              <a:off x="3151672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06" name="ph3006"/>
            <p:cNvSpPr/>
            <p:nvPr/>
          </p:nvSpPr>
          <p:spPr>
            <a:xfrm>
              <a:off x="3164185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07" name="ph3007"/>
            <p:cNvSpPr/>
            <p:nvPr/>
          </p:nvSpPr>
          <p:spPr>
            <a:xfrm>
              <a:off x="3176697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08" name="ph3008"/>
            <p:cNvSpPr/>
            <p:nvPr/>
          </p:nvSpPr>
          <p:spPr>
            <a:xfrm>
              <a:off x="3527043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09" name="ph3009"/>
            <p:cNvSpPr/>
            <p:nvPr/>
          </p:nvSpPr>
          <p:spPr>
            <a:xfrm>
              <a:off x="3539556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10" name="ph3010"/>
            <p:cNvSpPr/>
            <p:nvPr/>
          </p:nvSpPr>
          <p:spPr>
            <a:xfrm>
              <a:off x="3552068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11" name="ph3011"/>
            <p:cNvSpPr/>
            <p:nvPr/>
          </p:nvSpPr>
          <p:spPr>
            <a:xfrm>
              <a:off x="3564580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12" name="ph3012"/>
            <p:cNvSpPr/>
            <p:nvPr/>
          </p:nvSpPr>
          <p:spPr>
            <a:xfrm>
              <a:off x="3577093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13" name="ph3013"/>
            <p:cNvSpPr/>
            <p:nvPr/>
          </p:nvSpPr>
          <p:spPr>
            <a:xfrm>
              <a:off x="3589605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14" name="ph3014"/>
            <p:cNvSpPr/>
            <p:nvPr/>
          </p:nvSpPr>
          <p:spPr>
            <a:xfrm>
              <a:off x="3602117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15" name="ph3015"/>
            <p:cNvSpPr/>
            <p:nvPr/>
          </p:nvSpPr>
          <p:spPr>
            <a:xfrm>
              <a:off x="3614629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16" name="ph3016"/>
            <p:cNvSpPr/>
            <p:nvPr/>
          </p:nvSpPr>
          <p:spPr>
            <a:xfrm>
              <a:off x="3627143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17" name="ph3017"/>
            <p:cNvSpPr/>
            <p:nvPr/>
          </p:nvSpPr>
          <p:spPr>
            <a:xfrm>
              <a:off x="3639655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18" name="ph3018"/>
            <p:cNvSpPr/>
            <p:nvPr/>
          </p:nvSpPr>
          <p:spPr>
            <a:xfrm>
              <a:off x="3652167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19" name="ph3019"/>
            <p:cNvSpPr/>
            <p:nvPr/>
          </p:nvSpPr>
          <p:spPr>
            <a:xfrm>
              <a:off x="3664679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20" name="ph3020"/>
            <p:cNvSpPr/>
            <p:nvPr/>
          </p:nvSpPr>
          <p:spPr>
            <a:xfrm>
              <a:off x="3677192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21" name="ph3021"/>
            <p:cNvSpPr/>
            <p:nvPr/>
          </p:nvSpPr>
          <p:spPr>
            <a:xfrm>
              <a:off x="3689704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22" name="ph3022"/>
            <p:cNvSpPr/>
            <p:nvPr/>
          </p:nvSpPr>
          <p:spPr>
            <a:xfrm>
              <a:off x="3702216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23" name="ph3023"/>
            <p:cNvSpPr/>
            <p:nvPr/>
          </p:nvSpPr>
          <p:spPr>
            <a:xfrm>
              <a:off x="3714729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24" name="ph3024"/>
            <p:cNvSpPr/>
            <p:nvPr/>
          </p:nvSpPr>
          <p:spPr>
            <a:xfrm>
              <a:off x="3727241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25" name="ph3025"/>
            <p:cNvSpPr/>
            <p:nvPr/>
          </p:nvSpPr>
          <p:spPr>
            <a:xfrm>
              <a:off x="3739753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26" name="ph3026"/>
            <p:cNvSpPr/>
            <p:nvPr/>
          </p:nvSpPr>
          <p:spPr>
            <a:xfrm>
              <a:off x="3752265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27" name="ph3027"/>
            <p:cNvSpPr/>
            <p:nvPr/>
          </p:nvSpPr>
          <p:spPr>
            <a:xfrm>
              <a:off x="3764779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28" name="ph3028"/>
            <p:cNvSpPr/>
            <p:nvPr/>
          </p:nvSpPr>
          <p:spPr>
            <a:xfrm>
              <a:off x="3777291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29" name="ph3029"/>
            <p:cNvSpPr/>
            <p:nvPr/>
          </p:nvSpPr>
          <p:spPr>
            <a:xfrm>
              <a:off x="3789803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30" name="ph3030"/>
            <p:cNvSpPr/>
            <p:nvPr/>
          </p:nvSpPr>
          <p:spPr>
            <a:xfrm>
              <a:off x="3802315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31" name="ph3031"/>
            <p:cNvSpPr/>
            <p:nvPr/>
          </p:nvSpPr>
          <p:spPr>
            <a:xfrm>
              <a:off x="3814828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32" name="ph3032"/>
            <p:cNvSpPr/>
            <p:nvPr/>
          </p:nvSpPr>
          <p:spPr>
            <a:xfrm>
              <a:off x="3827340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33" name="ph3033"/>
            <p:cNvSpPr/>
            <p:nvPr/>
          </p:nvSpPr>
          <p:spPr>
            <a:xfrm>
              <a:off x="4452959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34" name="ph3034"/>
            <p:cNvSpPr/>
            <p:nvPr/>
          </p:nvSpPr>
          <p:spPr>
            <a:xfrm>
              <a:off x="4465471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35" name="ph3035"/>
            <p:cNvSpPr/>
            <p:nvPr/>
          </p:nvSpPr>
          <p:spPr>
            <a:xfrm>
              <a:off x="4477983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36" name="ph3036"/>
            <p:cNvSpPr/>
            <p:nvPr/>
          </p:nvSpPr>
          <p:spPr>
            <a:xfrm>
              <a:off x="4490495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37" name="ph3037"/>
            <p:cNvSpPr/>
            <p:nvPr/>
          </p:nvSpPr>
          <p:spPr>
            <a:xfrm>
              <a:off x="4503008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38" name="ph3038"/>
            <p:cNvSpPr/>
            <p:nvPr/>
          </p:nvSpPr>
          <p:spPr>
            <a:xfrm>
              <a:off x="4515520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39" name="ph3039"/>
            <p:cNvSpPr/>
            <p:nvPr/>
          </p:nvSpPr>
          <p:spPr>
            <a:xfrm>
              <a:off x="4528032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40" name="ph3040"/>
            <p:cNvSpPr/>
            <p:nvPr/>
          </p:nvSpPr>
          <p:spPr>
            <a:xfrm>
              <a:off x="4690693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41" name="ph3041"/>
            <p:cNvSpPr/>
            <p:nvPr/>
          </p:nvSpPr>
          <p:spPr>
            <a:xfrm>
              <a:off x="4703205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42" name="ph3042"/>
            <p:cNvSpPr/>
            <p:nvPr/>
          </p:nvSpPr>
          <p:spPr>
            <a:xfrm>
              <a:off x="4715717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43" name="ph3043"/>
            <p:cNvSpPr/>
            <p:nvPr/>
          </p:nvSpPr>
          <p:spPr>
            <a:xfrm>
              <a:off x="4728231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44" name="ph3044"/>
            <p:cNvSpPr/>
            <p:nvPr/>
          </p:nvSpPr>
          <p:spPr>
            <a:xfrm>
              <a:off x="4740743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45" name="ph3045"/>
            <p:cNvSpPr/>
            <p:nvPr/>
          </p:nvSpPr>
          <p:spPr>
            <a:xfrm>
              <a:off x="3076599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46" name="ph3046"/>
            <p:cNvSpPr/>
            <p:nvPr/>
          </p:nvSpPr>
          <p:spPr>
            <a:xfrm>
              <a:off x="3089111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47" name="ph3047"/>
            <p:cNvSpPr/>
            <p:nvPr/>
          </p:nvSpPr>
          <p:spPr>
            <a:xfrm>
              <a:off x="3101623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48" name="ph3048"/>
            <p:cNvSpPr/>
            <p:nvPr/>
          </p:nvSpPr>
          <p:spPr>
            <a:xfrm>
              <a:off x="3114135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49" name="ph3049"/>
            <p:cNvSpPr/>
            <p:nvPr/>
          </p:nvSpPr>
          <p:spPr>
            <a:xfrm>
              <a:off x="3126648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50" name="ph3050"/>
            <p:cNvSpPr/>
            <p:nvPr/>
          </p:nvSpPr>
          <p:spPr>
            <a:xfrm>
              <a:off x="3139160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51" name="ph3051"/>
            <p:cNvSpPr/>
            <p:nvPr/>
          </p:nvSpPr>
          <p:spPr>
            <a:xfrm>
              <a:off x="3539556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52" name="ph3052"/>
            <p:cNvSpPr/>
            <p:nvPr/>
          </p:nvSpPr>
          <p:spPr>
            <a:xfrm>
              <a:off x="3552068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53" name="ph3053"/>
            <p:cNvSpPr/>
            <p:nvPr/>
          </p:nvSpPr>
          <p:spPr>
            <a:xfrm>
              <a:off x="3564580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54" name="ph3054"/>
            <p:cNvSpPr/>
            <p:nvPr/>
          </p:nvSpPr>
          <p:spPr>
            <a:xfrm>
              <a:off x="3577093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55" name="ph3055"/>
            <p:cNvSpPr/>
            <p:nvPr/>
          </p:nvSpPr>
          <p:spPr>
            <a:xfrm>
              <a:off x="3589605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56" name="ph3056"/>
            <p:cNvSpPr/>
            <p:nvPr/>
          </p:nvSpPr>
          <p:spPr>
            <a:xfrm>
              <a:off x="3602117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57" name="ph3057"/>
            <p:cNvSpPr/>
            <p:nvPr/>
          </p:nvSpPr>
          <p:spPr>
            <a:xfrm>
              <a:off x="3614629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58" name="ph3058"/>
            <p:cNvSpPr/>
            <p:nvPr/>
          </p:nvSpPr>
          <p:spPr>
            <a:xfrm>
              <a:off x="3627143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59" name="ph3059"/>
            <p:cNvSpPr/>
            <p:nvPr/>
          </p:nvSpPr>
          <p:spPr>
            <a:xfrm>
              <a:off x="3639655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60" name="ph3060"/>
            <p:cNvSpPr/>
            <p:nvPr/>
          </p:nvSpPr>
          <p:spPr>
            <a:xfrm>
              <a:off x="3652167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61" name="ph3061"/>
            <p:cNvSpPr/>
            <p:nvPr/>
          </p:nvSpPr>
          <p:spPr>
            <a:xfrm>
              <a:off x="3664679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62" name="ph3062"/>
            <p:cNvSpPr/>
            <p:nvPr/>
          </p:nvSpPr>
          <p:spPr>
            <a:xfrm>
              <a:off x="3677192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63" name="ph3063"/>
            <p:cNvSpPr/>
            <p:nvPr/>
          </p:nvSpPr>
          <p:spPr>
            <a:xfrm>
              <a:off x="3689704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64" name="ph3064"/>
            <p:cNvSpPr/>
            <p:nvPr/>
          </p:nvSpPr>
          <p:spPr>
            <a:xfrm>
              <a:off x="3702216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65" name="ph3065"/>
            <p:cNvSpPr/>
            <p:nvPr/>
          </p:nvSpPr>
          <p:spPr>
            <a:xfrm>
              <a:off x="3714729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66" name="ph3066"/>
            <p:cNvSpPr/>
            <p:nvPr/>
          </p:nvSpPr>
          <p:spPr>
            <a:xfrm>
              <a:off x="3727241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67" name="ph3067"/>
            <p:cNvSpPr/>
            <p:nvPr/>
          </p:nvSpPr>
          <p:spPr>
            <a:xfrm>
              <a:off x="3739753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68" name="ph3068"/>
            <p:cNvSpPr/>
            <p:nvPr/>
          </p:nvSpPr>
          <p:spPr>
            <a:xfrm>
              <a:off x="3752265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69" name="ph3069"/>
            <p:cNvSpPr/>
            <p:nvPr/>
          </p:nvSpPr>
          <p:spPr>
            <a:xfrm>
              <a:off x="3764779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70" name="ph3070"/>
            <p:cNvSpPr/>
            <p:nvPr/>
          </p:nvSpPr>
          <p:spPr>
            <a:xfrm>
              <a:off x="3777291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71" name="ph3071"/>
            <p:cNvSpPr/>
            <p:nvPr/>
          </p:nvSpPr>
          <p:spPr>
            <a:xfrm>
              <a:off x="3789803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72" name="ph3072"/>
            <p:cNvSpPr/>
            <p:nvPr/>
          </p:nvSpPr>
          <p:spPr>
            <a:xfrm>
              <a:off x="3802315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73" name="ph3073"/>
            <p:cNvSpPr/>
            <p:nvPr/>
          </p:nvSpPr>
          <p:spPr>
            <a:xfrm>
              <a:off x="3814828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74" name="ph3074"/>
            <p:cNvSpPr/>
            <p:nvPr/>
          </p:nvSpPr>
          <p:spPr>
            <a:xfrm>
              <a:off x="3827340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75" name="ph3075"/>
            <p:cNvSpPr/>
            <p:nvPr/>
          </p:nvSpPr>
          <p:spPr>
            <a:xfrm>
              <a:off x="4465471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76" name="ph3076"/>
            <p:cNvSpPr/>
            <p:nvPr/>
          </p:nvSpPr>
          <p:spPr>
            <a:xfrm>
              <a:off x="4477983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77" name="ph3077"/>
            <p:cNvSpPr/>
            <p:nvPr/>
          </p:nvSpPr>
          <p:spPr>
            <a:xfrm>
              <a:off x="4490495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78" name="ph3078"/>
            <p:cNvSpPr/>
            <p:nvPr/>
          </p:nvSpPr>
          <p:spPr>
            <a:xfrm>
              <a:off x="4503008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79" name="ph3079"/>
            <p:cNvSpPr/>
            <p:nvPr/>
          </p:nvSpPr>
          <p:spPr>
            <a:xfrm>
              <a:off x="4515520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80" name="ph3080"/>
            <p:cNvSpPr/>
            <p:nvPr/>
          </p:nvSpPr>
          <p:spPr>
            <a:xfrm>
              <a:off x="4528032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81" name="ph3081"/>
            <p:cNvSpPr/>
            <p:nvPr/>
          </p:nvSpPr>
          <p:spPr>
            <a:xfrm>
              <a:off x="4540544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82" name="ph3082"/>
            <p:cNvSpPr/>
            <p:nvPr/>
          </p:nvSpPr>
          <p:spPr>
            <a:xfrm>
              <a:off x="4703205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83" name="ph3083"/>
            <p:cNvSpPr/>
            <p:nvPr/>
          </p:nvSpPr>
          <p:spPr>
            <a:xfrm>
              <a:off x="4715717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84" name="ph3084"/>
            <p:cNvSpPr/>
            <p:nvPr/>
          </p:nvSpPr>
          <p:spPr>
            <a:xfrm>
              <a:off x="4728231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85" name="ph3085"/>
            <p:cNvSpPr/>
            <p:nvPr/>
          </p:nvSpPr>
          <p:spPr>
            <a:xfrm>
              <a:off x="4740743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86" name="ph3086"/>
            <p:cNvSpPr/>
            <p:nvPr/>
          </p:nvSpPr>
          <p:spPr>
            <a:xfrm>
              <a:off x="4753255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87" name="ph3087"/>
            <p:cNvSpPr/>
            <p:nvPr/>
          </p:nvSpPr>
          <p:spPr>
            <a:xfrm>
              <a:off x="3051573" y="33457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88" name="ph3088"/>
            <p:cNvSpPr/>
            <p:nvPr/>
          </p:nvSpPr>
          <p:spPr>
            <a:xfrm>
              <a:off x="3064085" y="33457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89" name="ph3089"/>
            <p:cNvSpPr/>
            <p:nvPr/>
          </p:nvSpPr>
          <p:spPr>
            <a:xfrm>
              <a:off x="3076599" y="33457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90" name="ph3090"/>
            <p:cNvSpPr/>
            <p:nvPr/>
          </p:nvSpPr>
          <p:spPr>
            <a:xfrm>
              <a:off x="3089111" y="33457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91" name="ph3091"/>
            <p:cNvSpPr/>
            <p:nvPr/>
          </p:nvSpPr>
          <p:spPr>
            <a:xfrm>
              <a:off x="3101623" y="33457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92" name="ph3092"/>
            <p:cNvSpPr/>
            <p:nvPr/>
          </p:nvSpPr>
          <p:spPr>
            <a:xfrm>
              <a:off x="3114135" y="33457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93" name="ph3093"/>
            <p:cNvSpPr/>
            <p:nvPr/>
          </p:nvSpPr>
          <p:spPr>
            <a:xfrm>
              <a:off x="3126648" y="33457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94" name="ph3094"/>
            <p:cNvSpPr/>
            <p:nvPr/>
          </p:nvSpPr>
          <p:spPr>
            <a:xfrm>
              <a:off x="3564580" y="33457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95" name="ph3095"/>
            <p:cNvSpPr/>
            <p:nvPr/>
          </p:nvSpPr>
          <p:spPr>
            <a:xfrm>
              <a:off x="3577093" y="33457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96" name="ph3096"/>
            <p:cNvSpPr/>
            <p:nvPr/>
          </p:nvSpPr>
          <p:spPr>
            <a:xfrm>
              <a:off x="3589605" y="33457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97" name="ph3097"/>
            <p:cNvSpPr/>
            <p:nvPr/>
          </p:nvSpPr>
          <p:spPr>
            <a:xfrm>
              <a:off x="3602117" y="33457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98" name="ph3098"/>
            <p:cNvSpPr/>
            <p:nvPr/>
          </p:nvSpPr>
          <p:spPr>
            <a:xfrm>
              <a:off x="3614629" y="33457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99" name="ph3099"/>
            <p:cNvSpPr/>
            <p:nvPr/>
          </p:nvSpPr>
          <p:spPr>
            <a:xfrm>
              <a:off x="3627143" y="33457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00" name="ph3100"/>
            <p:cNvSpPr/>
            <p:nvPr/>
          </p:nvSpPr>
          <p:spPr>
            <a:xfrm>
              <a:off x="3639655" y="33457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8FA7">
                <a:alpha val="100000"/>
              </a:srgbClr>
            </a:solidFill>
            <a:ln w="5420" cap="flat">
              <a:solidFill>
                <a:srgbClr val="36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01" name="ph3101"/>
            <p:cNvSpPr/>
            <p:nvPr/>
          </p:nvSpPr>
          <p:spPr>
            <a:xfrm>
              <a:off x="3652167" y="33457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02" name="ph3102"/>
            <p:cNvSpPr/>
            <p:nvPr/>
          </p:nvSpPr>
          <p:spPr>
            <a:xfrm>
              <a:off x="3664679" y="33457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03" name="ph3103"/>
            <p:cNvSpPr/>
            <p:nvPr/>
          </p:nvSpPr>
          <p:spPr>
            <a:xfrm>
              <a:off x="3677192" y="33457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04" name="ph3104"/>
            <p:cNvSpPr/>
            <p:nvPr/>
          </p:nvSpPr>
          <p:spPr>
            <a:xfrm>
              <a:off x="3689704" y="33457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05" name="ph3105"/>
            <p:cNvSpPr/>
            <p:nvPr/>
          </p:nvSpPr>
          <p:spPr>
            <a:xfrm>
              <a:off x="3702216" y="33457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06" name="ph3106"/>
            <p:cNvSpPr/>
            <p:nvPr/>
          </p:nvSpPr>
          <p:spPr>
            <a:xfrm>
              <a:off x="3739753" y="33457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07" name="ph3107"/>
            <p:cNvSpPr/>
            <p:nvPr/>
          </p:nvSpPr>
          <p:spPr>
            <a:xfrm>
              <a:off x="3752265" y="33457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08" name="ph3108"/>
            <p:cNvSpPr/>
            <p:nvPr/>
          </p:nvSpPr>
          <p:spPr>
            <a:xfrm>
              <a:off x="3764779" y="33457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09" name="ph3109"/>
            <p:cNvSpPr/>
            <p:nvPr/>
          </p:nvSpPr>
          <p:spPr>
            <a:xfrm>
              <a:off x="3777291" y="33457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10" name="ph3110"/>
            <p:cNvSpPr/>
            <p:nvPr/>
          </p:nvSpPr>
          <p:spPr>
            <a:xfrm>
              <a:off x="3789803" y="33457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11" name="ph3111"/>
            <p:cNvSpPr/>
            <p:nvPr/>
          </p:nvSpPr>
          <p:spPr>
            <a:xfrm>
              <a:off x="3802315" y="33457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12" name="ph3112"/>
            <p:cNvSpPr/>
            <p:nvPr/>
          </p:nvSpPr>
          <p:spPr>
            <a:xfrm>
              <a:off x="3814828" y="33457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13" name="ph3113"/>
            <p:cNvSpPr/>
            <p:nvPr/>
          </p:nvSpPr>
          <p:spPr>
            <a:xfrm>
              <a:off x="3827340" y="33457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14" name="ph3114"/>
            <p:cNvSpPr/>
            <p:nvPr/>
          </p:nvSpPr>
          <p:spPr>
            <a:xfrm>
              <a:off x="4490495" y="33457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15" name="ph3115"/>
            <p:cNvSpPr/>
            <p:nvPr/>
          </p:nvSpPr>
          <p:spPr>
            <a:xfrm>
              <a:off x="4503008" y="33457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16" name="ph3116"/>
            <p:cNvSpPr/>
            <p:nvPr/>
          </p:nvSpPr>
          <p:spPr>
            <a:xfrm>
              <a:off x="4515520" y="33457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17" name="ph3117"/>
            <p:cNvSpPr/>
            <p:nvPr/>
          </p:nvSpPr>
          <p:spPr>
            <a:xfrm>
              <a:off x="4528032" y="33457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18" name="ph3118"/>
            <p:cNvSpPr/>
            <p:nvPr/>
          </p:nvSpPr>
          <p:spPr>
            <a:xfrm>
              <a:off x="4540544" y="33457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19" name="ph3119"/>
            <p:cNvSpPr/>
            <p:nvPr/>
          </p:nvSpPr>
          <p:spPr>
            <a:xfrm>
              <a:off x="4553057" y="33457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20" name="ph3120"/>
            <p:cNvSpPr/>
            <p:nvPr/>
          </p:nvSpPr>
          <p:spPr>
            <a:xfrm>
              <a:off x="4703205" y="33457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21" name="ph3121"/>
            <p:cNvSpPr/>
            <p:nvPr/>
          </p:nvSpPr>
          <p:spPr>
            <a:xfrm>
              <a:off x="4715717" y="33457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22" name="ph3122"/>
            <p:cNvSpPr/>
            <p:nvPr/>
          </p:nvSpPr>
          <p:spPr>
            <a:xfrm>
              <a:off x="4728231" y="33457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23" name="ph3123"/>
            <p:cNvSpPr/>
            <p:nvPr/>
          </p:nvSpPr>
          <p:spPr>
            <a:xfrm>
              <a:off x="4740743" y="33457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24" name="ph3124"/>
            <p:cNvSpPr/>
            <p:nvPr/>
          </p:nvSpPr>
          <p:spPr>
            <a:xfrm>
              <a:off x="4753255" y="33457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25" name="ph3125"/>
            <p:cNvSpPr/>
            <p:nvPr/>
          </p:nvSpPr>
          <p:spPr>
            <a:xfrm>
              <a:off x="4765767" y="33457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26" name="ph3126"/>
            <p:cNvSpPr/>
            <p:nvPr/>
          </p:nvSpPr>
          <p:spPr>
            <a:xfrm>
              <a:off x="2926449" y="33611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27" name="ph3127"/>
            <p:cNvSpPr/>
            <p:nvPr/>
          </p:nvSpPr>
          <p:spPr>
            <a:xfrm>
              <a:off x="2938963" y="33611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28" name="ph3128"/>
            <p:cNvSpPr/>
            <p:nvPr/>
          </p:nvSpPr>
          <p:spPr>
            <a:xfrm>
              <a:off x="2951475" y="33611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29" name="ph3129"/>
            <p:cNvSpPr/>
            <p:nvPr/>
          </p:nvSpPr>
          <p:spPr>
            <a:xfrm>
              <a:off x="2963987" y="33611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30" name="ph3130"/>
            <p:cNvSpPr/>
            <p:nvPr/>
          </p:nvSpPr>
          <p:spPr>
            <a:xfrm>
              <a:off x="2976499" y="33611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31" name="ph3131"/>
            <p:cNvSpPr/>
            <p:nvPr/>
          </p:nvSpPr>
          <p:spPr>
            <a:xfrm>
              <a:off x="2989012" y="33611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32" name="ph3132"/>
            <p:cNvSpPr/>
            <p:nvPr/>
          </p:nvSpPr>
          <p:spPr>
            <a:xfrm>
              <a:off x="3026549" y="33611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33" name="ph3133"/>
            <p:cNvSpPr/>
            <p:nvPr/>
          </p:nvSpPr>
          <p:spPr>
            <a:xfrm>
              <a:off x="3039061" y="33611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34" name="ph3134"/>
            <p:cNvSpPr/>
            <p:nvPr/>
          </p:nvSpPr>
          <p:spPr>
            <a:xfrm>
              <a:off x="3051573" y="33611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35" name="ph3135"/>
            <p:cNvSpPr/>
            <p:nvPr/>
          </p:nvSpPr>
          <p:spPr>
            <a:xfrm>
              <a:off x="3064085" y="33611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36" name="ph3136"/>
            <p:cNvSpPr/>
            <p:nvPr/>
          </p:nvSpPr>
          <p:spPr>
            <a:xfrm>
              <a:off x="3076599" y="33611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37" name="ph3137"/>
            <p:cNvSpPr/>
            <p:nvPr/>
          </p:nvSpPr>
          <p:spPr>
            <a:xfrm>
              <a:off x="3089111" y="33611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38" name="ph3138"/>
            <p:cNvSpPr/>
            <p:nvPr/>
          </p:nvSpPr>
          <p:spPr>
            <a:xfrm>
              <a:off x="3101623" y="33611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39" name="ph3139"/>
            <p:cNvSpPr/>
            <p:nvPr/>
          </p:nvSpPr>
          <p:spPr>
            <a:xfrm>
              <a:off x="3114135" y="33611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40" name="ph3140"/>
            <p:cNvSpPr/>
            <p:nvPr/>
          </p:nvSpPr>
          <p:spPr>
            <a:xfrm>
              <a:off x="3664679" y="33611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41" name="ph3141"/>
            <p:cNvSpPr/>
            <p:nvPr/>
          </p:nvSpPr>
          <p:spPr>
            <a:xfrm>
              <a:off x="3677192" y="33611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42" name="ph3142"/>
            <p:cNvSpPr/>
            <p:nvPr/>
          </p:nvSpPr>
          <p:spPr>
            <a:xfrm>
              <a:off x="3752265" y="33611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43" name="ph3143"/>
            <p:cNvSpPr/>
            <p:nvPr/>
          </p:nvSpPr>
          <p:spPr>
            <a:xfrm>
              <a:off x="3764779" y="33611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44" name="ph3144"/>
            <p:cNvSpPr/>
            <p:nvPr/>
          </p:nvSpPr>
          <p:spPr>
            <a:xfrm>
              <a:off x="3777291" y="33611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45" name="ph3145"/>
            <p:cNvSpPr/>
            <p:nvPr/>
          </p:nvSpPr>
          <p:spPr>
            <a:xfrm>
              <a:off x="3789803" y="33611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46" name="ph3146"/>
            <p:cNvSpPr/>
            <p:nvPr/>
          </p:nvSpPr>
          <p:spPr>
            <a:xfrm>
              <a:off x="3802315" y="33611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47" name="ph3147"/>
            <p:cNvSpPr/>
            <p:nvPr/>
          </p:nvSpPr>
          <p:spPr>
            <a:xfrm>
              <a:off x="3814828" y="33611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48" name="ph3148"/>
            <p:cNvSpPr/>
            <p:nvPr/>
          </p:nvSpPr>
          <p:spPr>
            <a:xfrm>
              <a:off x="4503008" y="33611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49" name="ph3149"/>
            <p:cNvSpPr/>
            <p:nvPr/>
          </p:nvSpPr>
          <p:spPr>
            <a:xfrm>
              <a:off x="4515520" y="33611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50" name="ph3150"/>
            <p:cNvSpPr/>
            <p:nvPr/>
          </p:nvSpPr>
          <p:spPr>
            <a:xfrm>
              <a:off x="4528032" y="33611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51" name="ph3151"/>
            <p:cNvSpPr/>
            <p:nvPr/>
          </p:nvSpPr>
          <p:spPr>
            <a:xfrm>
              <a:off x="4540544" y="33611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52" name="ph3152"/>
            <p:cNvSpPr/>
            <p:nvPr/>
          </p:nvSpPr>
          <p:spPr>
            <a:xfrm>
              <a:off x="4553057" y="33611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53" name="ph3153"/>
            <p:cNvSpPr/>
            <p:nvPr/>
          </p:nvSpPr>
          <p:spPr>
            <a:xfrm>
              <a:off x="4715717" y="33611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54" name="ph3154"/>
            <p:cNvSpPr/>
            <p:nvPr/>
          </p:nvSpPr>
          <p:spPr>
            <a:xfrm>
              <a:off x="4728231" y="33611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55" name="ph3155"/>
            <p:cNvSpPr/>
            <p:nvPr/>
          </p:nvSpPr>
          <p:spPr>
            <a:xfrm>
              <a:off x="4740743" y="33611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56" name="ph3156"/>
            <p:cNvSpPr/>
            <p:nvPr/>
          </p:nvSpPr>
          <p:spPr>
            <a:xfrm>
              <a:off x="4753255" y="33611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57" name="ph3157"/>
            <p:cNvSpPr/>
            <p:nvPr/>
          </p:nvSpPr>
          <p:spPr>
            <a:xfrm>
              <a:off x="4765767" y="33611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58" name="ph3158"/>
            <p:cNvSpPr/>
            <p:nvPr/>
          </p:nvSpPr>
          <p:spPr>
            <a:xfrm>
              <a:off x="2913937" y="337654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59" name="ph3159"/>
            <p:cNvSpPr/>
            <p:nvPr/>
          </p:nvSpPr>
          <p:spPr>
            <a:xfrm>
              <a:off x="2926449" y="337654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60" name="ph3160"/>
            <p:cNvSpPr/>
            <p:nvPr/>
          </p:nvSpPr>
          <p:spPr>
            <a:xfrm>
              <a:off x="2938963" y="337654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61" name="ph3161"/>
            <p:cNvSpPr/>
            <p:nvPr/>
          </p:nvSpPr>
          <p:spPr>
            <a:xfrm>
              <a:off x="2951475" y="337654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62" name="ph3162"/>
            <p:cNvSpPr/>
            <p:nvPr/>
          </p:nvSpPr>
          <p:spPr>
            <a:xfrm>
              <a:off x="2963987" y="337654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63" name="ph3163"/>
            <p:cNvSpPr/>
            <p:nvPr/>
          </p:nvSpPr>
          <p:spPr>
            <a:xfrm>
              <a:off x="2976499" y="337654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64" name="ph3164"/>
            <p:cNvSpPr/>
            <p:nvPr/>
          </p:nvSpPr>
          <p:spPr>
            <a:xfrm>
              <a:off x="2989012" y="337654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65" name="ph3165"/>
            <p:cNvSpPr/>
            <p:nvPr/>
          </p:nvSpPr>
          <p:spPr>
            <a:xfrm>
              <a:off x="3001524" y="337654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66" name="ph3166"/>
            <p:cNvSpPr/>
            <p:nvPr/>
          </p:nvSpPr>
          <p:spPr>
            <a:xfrm>
              <a:off x="3014036" y="337654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67" name="ph3167"/>
            <p:cNvSpPr/>
            <p:nvPr/>
          </p:nvSpPr>
          <p:spPr>
            <a:xfrm>
              <a:off x="3026549" y="337654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68" name="ph3168"/>
            <p:cNvSpPr/>
            <p:nvPr/>
          </p:nvSpPr>
          <p:spPr>
            <a:xfrm>
              <a:off x="3039061" y="337654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BFAB">
                <a:alpha val="100000"/>
              </a:srgbClr>
            </a:solidFill>
            <a:ln w="5420" cap="flat">
              <a:solidFill>
                <a:srgbClr val="57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69" name="ph3169"/>
            <p:cNvSpPr/>
            <p:nvPr/>
          </p:nvSpPr>
          <p:spPr>
            <a:xfrm>
              <a:off x="3051573" y="337654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70" name="ph3170"/>
            <p:cNvSpPr/>
            <p:nvPr/>
          </p:nvSpPr>
          <p:spPr>
            <a:xfrm>
              <a:off x="3064085" y="337654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71" name="ph3171"/>
            <p:cNvSpPr/>
            <p:nvPr/>
          </p:nvSpPr>
          <p:spPr>
            <a:xfrm>
              <a:off x="3076599" y="337654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72" name="ph3172"/>
            <p:cNvSpPr/>
            <p:nvPr/>
          </p:nvSpPr>
          <p:spPr>
            <a:xfrm>
              <a:off x="3089111" y="337654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73" name="ph3173"/>
            <p:cNvSpPr/>
            <p:nvPr/>
          </p:nvSpPr>
          <p:spPr>
            <a:xfrm>
              <a:off x="3101623" y="337654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74" name="ph3174"/>
            <p:cNvSpPr/>
            <p:nvPr/>
          </p:nvSpPr>
          <p:spPr>
            <a:xfrm>
              <a:off x="3752265" y="337654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75" name="ph3175"/>
            <p:cNvSpPr/>
            <p:nvPr/>
          </p:nvSpPr>
          <p:spPr>
            <a:xfrm>
              <a:off x="3764779" y="337654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76" name="ph3176"/>
            <p:cNvSpPr/>
            <p:nvPr/>
          </p:nvSpPr>
          <p:spPr>
            <a:xfrm>
              <a:off x="3777291" y="337654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77" name="ph3177"/>
            <p:cNvSpPr/>
            <p:nvPr/>
          </p:nvSpPr>
          <p:spPr>
            <a:xfrm>
              <a:off x="3789803" y="337654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78" name="ph3178"/>
            <p:cNvSpPr/>
            <p:nvPr/>
          </p:nvSpPr>
          <p:spPr>
            <a:xfrm>
              <a:off x="4503008" y="337654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79" name="ph3179"/>
            <p:cNvSpPr/>
            <p:nvPr/>
          </p:nvSpPr>
          <p:spPr>
            <a:xfrm>
              <a:off x="4515520" y="337654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80" name="ph3180"/>
            <p:cNvSpPr/>
            <p:nvPr/>
          </p:nvSpPr>
          <p:spPr>
            <a:xfrm>
              <a:off x="4528032" y="337654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81" name="ph3181"/>
            <p:cNvSpPr/>
            <p:nvPr/>
          </p:nvSpPr>
          <p:spPr>
            <a:xfrm>
              <a:off x="4540544" y="337654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82" name="ph3182"/>
            <p:cNvSpPr/>
            <p:nvPr/>
          </p:nvSpPr>
          <p:spPr>
            <a:xfrm>
              <a:off x="4553057" y="337654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83" name="ph3183"/>
            <p:cNvSpPr/>
            <p:nvPr/>
          </p:nvSpPr>
          <p:spPr>
            <a:xfrm>
              <a:off x="4715717" y="337654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84" name="ph3184"/>
            <p:cNvSpPr/>
            <p:nvPr/>
          </p:nvSpPr>
          <p:spPr>
            <a:xfrm>
              <a:off x="4728231" y="337654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85" name="ph3185"/>
            <p:cNvSpPr/>
            <p:nvPr/>
          </p:nvSpPr>
          <p:spPr>
            <a:xfrm>
              <a:off x="4740743" y="337654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86" name="ph3186"/>
            <p:cNvSpPr/>
            <p:nvPr/>
          </p:nvSpPr>
          <p:spPr>
            <a:xfrm>
              <a:off x="4753255" y="337654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87" name="ph3187"/>
            <p:cNvSpPr/>
            <p:nvPr/>
          </p:nvSpPr>
          <p:spPr>
            <a:xfrm>
              <a:off x="4765767" y="337654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88" name="ph3188"/>
            <p:cNvSpPr/>
            <p:nvPr/>
          </p:nvSpPr>
          <p:spPr>
            <a:xfrm>
              <a:off x="4778280" y="337654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4BDAB">
                <a:alpha val="100000"/>
              </a:srgbClr>
            </a:solidFill>
            <a:ln w="5420" cap="flat">
              <a:solidFill>
                <a:srgbClr val="54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89" name="ph3189"/>
            <p:cNvSpPr/>
            <p:nvPr/>
          </p:nvSpPr>
          <p:spPr>
            <a:xfrm>
              <a:off x="2913937" y="339192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90" name="ph3190"/>
            <p:cNvSpPr/>
            <p:nvPr/>
          </p:nvSpPr>
          <p:spPr>
            <a:xfrm>
              <a:off x="2926449" y="339192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91" name="ph3191"/>
            <p:cNvSpPr/>
            <p:nvPr/>
          </p:nvSpPr>
          <p:spPr>
            <a:xfrm>
              <a:off x="2938963" y="339192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92" name="ph3192"/>
            <p:cNvSpPr/>
            <p:nvPr/>
          </p:nvSpPr>
          <p:spPr>
            <a:xfrm>
              <a:off x="2951475" y="339192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93" name="ph3193"/>
            <p:cNvSpPr/>
            <p:nvPr/>
          </p:nvSpPr>
          <p:spPr>
            <a:xfrm>
              <a:off x="2963987" y="339192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94" name="ph3194"/>
            <p:cNvSpPr/>
            <p:nvPr/>
          </p:nvSpPr>
          <p:spPr>
            <a:xfrm>
              <a:off x="2976499" y="339192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95" name="ph3195"/>
            <p:cNvSpPr/>
            <p:nvPr/>
          </p:nvSpPr>
          <p:spPr>
            <a:xfrm>
              <a:off x="2989012" y="339192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96" name="ph3196"/>
            <p:cNvSpPr/>
            <p:nvPr/>
          </p:nvSpPr>
          <p:spPr>
            <a:xfrm>
              <a:off x="3001524" y="339192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97" name="ph3197"/>
            <p:cNvSpPr/>
            <p:nvPr/>
          </p:nvSpPr>
          <p:spPr>
            <a:xfrm>
              <a:off x="3014036" y="339192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98" name="ph3198"/>
            <p:cNvSpPr/>
            <p:nvPr/>
          </p:nvSpPr>
          <p:spPr>
            <a:xfrm>
              <a:off x="3026549" y="339192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99" name="ph3199"/>
            <p:cNvSpPr/>
            <p:nvPr/>
          </p:nvSpPr>
          <p:spPr>
            <a:xfrm>
              <a:off x="3039061" y="339192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00" name="ph3200"/>
            <p:cNvSpPr/>
            <p:nvPr/>
          </p:nvSpPr>
          <p:spPr>
            <a:xfrm>
              <a:off x="3051573" y="339192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01" name="ph3201"/>
            <p:cNvSpPr/>
            <p:nvPr/>
          </p:nvSpPr>
          <p:spPr>
            <a:xfrm>
              <a:off x="3064085" y="339192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02" name="ph3202"/>
            <p:cNvSpPr/>
            <p:nvPr/>
          </p:nvSpPr>
          <p:spPr>
            <a:xfrm>
              <a:off x="3076599" y="339192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03" name="ph3203"/>
            <p:cNvSpPr/>
            <p:nvPr/>
          </p:nvSpPr>
          <p:spPr>
            <a:xfrm>
              <a:off x="3089111" y="339192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04" name="ph3204"/>
            <p:cNvSpPr/>
            <p:nvPr/>
          </p:nvSpPr>
          <p:spPr>
            <a:xfrm>
              <a:off x="4503008" y="339192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05" name="ph3205"/>
            <p:cNvSpPr/>
            <p:nvPr/>
          </p:nvSpPr>
          <p:spPr>
            <a:xfrm>
              <a:off x="4515520" y="339192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06" name="ph3206"/>
            <p:cNvSpPr/>
            <p:nvPr/>
          </p:nvSpPr>
          <p:spPr>
            <a:xfrm>
              <a:off x="4528032" y="339192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07" name="ph3207"/>
            <p:cNvSpPr/>
            <p:nvPr/>
          </p:nvSpPr>
          <p:spPr>
            <a:xfrm>
              <a:off x="4540544" y="339192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08" name="ph3208"/>
            <p:cNvSpPr/>
            <p:nvPr/>
          </p:nvSpPr>
          <p:spPr>
            <a:xfrm>
              <a:off x="4553057" y="339192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09" name="ph3209"/>
            <p:cNvSpPr/>
            <p:nvPr/>
          </p:nvSpPr>
          <p:spPr>
            <a:xfrm>
              <a:off x="4715717" y="339192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10" name="ph3210"/>
            <p:cNvSpPr/>
            <p:nvPr/>
          </p:nvSpPr>
          <p:spPr>
            <a:xfrm>
              <a:off x="4728231" y="339192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11" name="ph3211"/>
            <p:cNvSpPr/>
            <p:nvPr/>
          </p:nvSpPr>
          <p:spPr>
            <a:xfrm>
              <a:off x="4740743" y="339192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12" name="ph3212"/>
            <p:cNvSpPr/>
            <p:nvPr/>
          </p:nvSpPr>
          <p:spPr>
            <a:xfrm>
              <a:off x="4753255" y="339192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13" name="ph3213"/>
            <p:cNvSpPr/>
            <p:nvPr/>
          </p:nvSpPr>
          <p:spPr>
            <a:xfrm>
              <a:off x="4765767" y="339192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14" name="ph3214"/>
            <p:cNvSpPr/>
            <p:nvPr/>
          </p:nvSpPr>
          <p:spPr>
            <a:xfrm>
              <a:off x="4778280" y="339192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15" name="ph3215"/>
            <p:cNvSpPr/>
            <p:nvPr/>
          </p:nvSpPr>
          <p:spPr>
            <a:xfrm>
              <a:off x="4790792" y="339192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16" name="ph3216"/>
            <p:cNvSpPr/>
            <p:nvPr/>
          </p:nvSpPr>
          <p:spPr>
            <a:xfrm>
              <a:off x="2901425" y="34073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17" name="ph3217"/>
            <p:cNvSpPr/>
            <p:nvPr/>
          </p:nvSpPr>
          <p:spPr>
            <a:xfrm>
              <a:off x="2913937" y="34073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18" name="ph3218"/>
            <p:cNvSpPr/>
            <p:nvPr/>
          </p:nvSpPr>
          <p:spPr>
            <a:xfrm>
              <a:off x="2926449" y="34073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19" name="ph3219"/>
            <p:cNvSpPr/>
            <p:nvPr/>
          </p:nvSpPr>
          <p:spPr>
            <a:xfrm>
              <a:off x="2938963" y="34073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20" name="ph3220"/>
            <p:cNvSpPr/>
            <p:nvPr/>
          </p:nvSpPr>
          <p:spPr>
            <a:xfrm>
              <a:off x="2951475" y="34073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21" name="ph3221"/>
            <p:cNvSpPr/>
            <p:nvPr/>
          </p:nvSpPr>
          <p:spPr>
            <a:xfrm>
              <a:off x="2963987" y="34073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22" name="ph3222"/>
            <p:cNvSpPr/>
            <p:nvPr/>
          </p:nvSpPr>
          <p:spPr>
            <a:xfrm>
              <a:off x="2976499" y="34073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23" name="ph3223"/>
            <p:cNvSpPr/>
            <p:nvPr/>
          </p:nvSpPr>
          <p:spPr>
            <a:xfrm>
              <a:off x="2989012" y="34073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24" name="ph3224"/>
            <p:cNvSpPr/>
            <p:nvPr/>
          </p:nvSpPr>
          <p:spPr>
            <a:xfrm>
              <a:off x="3001524" y="34073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25" name="ph3225"/>
            <p:cNvSpPr/>
            <p:nvPr/>
          </p:nvSpPr>
          <p:spPr>
            <a:xfrm>
              <a:off x="3014036" y="34073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26" name="ph3226"/>
            <p:cNvSpPr/>
            <p:nvPr/>
          </p:nvSpPr>
          <p:spPr>
            <a:xfrm>
              <a:off x="3026549" y="34073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27" name="ph3227"/>
            <p:cNvSpPr/>
            <p:nvPr/>
          </p:nvSpPr>
          <p:spPr>
            <a:xfrm>
              <a:off x="3039061" y="34073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28" name="ph3228"/>
            <p:cNvSpPr/>
            <p:nvPr/>
          </p:nvSpPr>
          <p:spPr>
            <a:xfrm>
              <a:off x="3051573" y="34073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29" name="ph3229"/>
            <p:cNvSpPr/>
            <p:nvPr/>
          </p:nvSpPr>
          <p:spPr>
            <a:xfrm>
              <a:off x="3064085" y="34073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30" name="ph3230"/>
            <p:cNvSpPr/>
            <p:nvPr/>
          </p:nvSpPr>
          <p:spPr>
            <a:xfrm>
              <a:off x="4503008" y="34073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31" name="ph3231"/>
            <p:cNvSpPr/>
            <p:nvPr/>
          </p:nvSpPr>
          <p:spPr>
            <a:xfrm>
              <a:off x="4515520" y="34073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32" name="ph3232"/>
            <p:cNvSpPr/>
            <p:nvPr/>
          </p:nvSpPr>
          <p:spPr>
            <a:xfrm>
              <a:off x="4528032" y="34073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33" name="ph3233"/>
            <p:cNvSpPr/>
            <p:nvPr/>
          </p:nvSpPr>
          <p:spPr>
            <a:xfrm>
              <a:off x="4540544" y="34073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34" name="ph3234"/>
            <p:cNvSpPr/>
            <p:nvPr/>
          </p:nvSpPr>
          <p:spPr>
            <a:xfrm>
              <a:off x="4553057" y="34073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35" name="ph3235"/>
            <p:cNvSpPr/>
            <p:nvPr/>
          </p:nvSpPr>
          <p:spPr>
            <a:xfrm>
              <a:off x="4715717" y="34073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36" name="ph3236"/>
            <p:cNvSpPr/>
            <p:nvPr/>
          </p:nvSpPr>
          <p:spPr>
            <a:xfrm>
              <a:off x="4728231" y="34073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37" name="ph3237"/>
            <p:cNvSpPr/>
            <p:nvPr/>
          </p:nvSpPr>
          <p:spPr>
            <a:xfrm>
              <a:off x="4740743" y="34073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38" name="ph3238"/>
            <p:cNvSpPr/>
            <p:nvPr/>
          </p:nvSpPr>
          <p:spPr>
            <a:xfrm>
              <a:off x="4753255" y="34073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39" name="ph3239"/>
            <p:cNvSpPr/>
            <p:nvPr/>
          </p:nvSpPr>
          <p:spPr>
            <a:xfrm>
              <a:off x="4765767" y="34073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40" name="ph3240"/>
            <p:cNvSpPr/>
            <p:nvPr/>
          </p:nvSpPr>
          <p:spPr>
            <a:xfrm>
              <a:off x="4778280" y="34073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41" name="ph3241"/>
            <p:cNvSpPr/>
            <p:nvPr/>
          </p:nvSpPr>
          <p:spPr>
            <a:xfrm>
              <a:off x="4790792" y="34073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42" name="ph3242"/>
            <p:cNvSpPr/>
            <p:nvPr/>
          </p:nvSpPr>
          <p:spPr>
            <a:xfrm>
              <a:off x="2901425" y="342267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43" name="ph3243"/>
            <p:cNvSpPr/>
            <p:nvPr/>
          </p:nvSpPr>
          <p:spPr>
            <a:xfrm>
              <a:off x="2913937" y="342267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44" name="ph3244"/>
            <p:cNvSpPr/>
            <p:nvPr/>
          </p:nvSpPr>
          <p:spPr>
            <a:xfrm>
              <a:off x="2926449" y="342267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45" name="ph3245"/>
            <p:cNvSpPr/>
            <p:nvPr/>
          </p:nvSpPr>
          <p:spPr>
            <a:xfrm>
              <a:off x="2938963" y="342267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46" name="ph3246"/>
            <p:cNvSpPr/>
            <p:nvPr/>
          </p:nvSpPr>
          <p:spPr>
            <a:xfrm>
              <a:off x="2951475" y="342267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47" name="ph3247"/>
            <p:cNvSpPr/>
            <p:nvPr/>
          </p:nvSpPr>
          <p:spPr>
            <a:xfrm>
              <a:off x="2963987" y="342267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48" name="ph3248"/>
            <p:cNvSpPr/>
            <p:nvPr/>
          </p:nvSpPr>
          <p:spPr>
            <a:xfrm>
              <a:off x="2976499" y="342267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49" name="ph3249"/>
            <p:cNvSpPr/>
            <p:nvPr/>
          </p:nvSpPr>
          <p:spPr>
            <a:xfrm>
              <a:off x="2989012" y="342267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50" name="ph3250"/>
            <p:cNvSpPr/>
            <p:nvPr/>
          </p:nvSpPr>
          <p:spPr>
            <a:xfrm>
              <a:off x="3001524" y="342267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51" name="ph3251"/>
            <p:cNvSpPr/>
            <p:nvPr/>
          </p:nvSpPr>
          <p:spPr>
            <a:xfrm>
              <a:off x="3014036" y="342267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52" name="ph3252"/>
            <p:cNvSpPr/>
            <p:nvPr/>
          </p:nvSpPr>
          <p:spPr>
            <a:xfrm>
              <a:off x="3026549" y="342267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53" name="ph3253"/>
            <p:cNvSpPr/>
            <p:nvPr/>
          </p:nvSpPr>
          <p:spPr>
            <a:xfrm>
              <a:off x="3039061" y="342267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54" name="ph3254"/>
            <p:cNvSpPr/>
            <p:nvPr/>
          </p:nvSpPr>
          <p:spPr>
            <a:xfrm>
              <a:off x="4503008" y="342267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55" name="ph3255"/>
            <p:cNvSpPr/>
            <p:nvPr/>
          </p:nvSpPr>
          <p:spPr>
            <a:xfrm>
              <a:off x="4515520" y="342267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56" name="ph3256"/>
            <p:cNvSpPr/>
            <p:nvPr/>
          </p:nvSpPr>
          <p:spPr>
            <a:xfrm>
              <a:off x="4528032" y="342267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57" name="ph3257"/>
            <p:cNvSpPr/>
            <p:nvPr/>
          </p:nvSpPr>
          <p:spPr>
            <a:xfrm>
              <a:off x="4540544" y="342267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58" name="ph3258"/>
            <p:cNvSpPr/>
            <p:nvPr/>
          </p:nvSpPr>
          <p:spPr>
            <a:xfrm>
              <a:off x="4553057" y="342267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59" name="ph3259"/>
            <p:cNvSpPr/>
            <p:nvPr/>
          </p:nvSpPr>
          <p:spPr>
            <a:xfrm>
              <a:off x="4728231" y="342267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4BDAB">
                <a:alpha val="100000"/>
              </a:srgbClr>
            </a:solidFill>
            <a:ln w="5420" cap="flat">
              <a:solidFill>
                <a:srgbClr val="54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60" name="ph3260"/>
            <p:cNvSpPr/>
            <p:nvPr/>
          </p:nvSpPr>
          <p:spPr>
            <a:xfrm>
              <a:off x="4740743" y="342267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61" name="ph3261"/>
            <p:cNvSpPr/>
            <p:nvPr/>
          </p:nvSpPr>
          <p:spPr>
            <a:xfrm>
              <a:off x="4753255" y="342267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62" name="ph3262"/>
            <p:cNvSpPr/>
            <p:nvPr/>
          </p:nvSpPr>
          <p:spPr>
            <a:xfrm>
              <a:off x="4765767" y="342267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63" name="ph3263"/>
            <p:cNvSpPr/>
            <p:nvPr/>
          </p:nvSpPr>
          <p:spPr>
            <a:xfrm>
              <a:off x="4778280" y="342267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64" name="ph3264"/>
            <p:cNvSpPr/>
            <p:nvPr/>
          </p:nvSpPr>
          <p:spPr>
            <a:xfrm>
              <a:off x="4790792" y="342267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65" name="ph3265"/>
            <p:cNvSpPr/>
            <p:nvPr/>
          </p:nvSpPr>
          <p:spPr>
            <a:xfrm>
              <a:off x="2863888" y="343805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66" name="ph3266"/>
            <p:cNvSpPr/>
            <p:nvPr/>
          </p:nvSpPr>
          <p:spPr>
            <a:xfrm>
              <a:off x="2876400" y="343805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67" name="ph3267"/>
            <p:cNvSpPr/>
            <p:nvPr/>
          </p:nvSpPr>
          <p:spPr>
            <a:xfrm>
              <a:off x="2888913" y="343805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68" name="ph3268"/>
            <p:cNvSpPr/>
            <p:nvPr/>
          </p:nvSpPr>
          <p:spPr>
            <a:xfrm>
              <a:off x="2901425" y="343805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69" name="ph3269"/>
            <p:cNvSpPr/>
            <p:nvPr/>
          </p:nvSpPr>
          <p:spPr>
            <a:xfrm>
              <a:off x="2913937" y="343805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70" name="ph3270"/>
            <p:cNvSpPr/>
            <p:nvPr/>
          </p:nvSpPr>
          <p:spPr>
            <a:xfrm>
              <a:off x="2926449" y="343805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71" name="ph3271"/>
            <p:cNvSpPr/>
            <p:nvPr/>
          </p:nvSpPr>
          <p:spPr>
            <a:xfrm>
              <a:off x="2938963" y="343805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72" name="ph3272"/>
            <p:cNvSpPr/>
            <p:nvPr/>
          </p:nvSpPr>
          <p:spPr>
            <a:xfrm>
              <a:off x="2951475" y="343805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73" name="ph3273"/>
            <p:cNvSpPr/>
            <p:nvPr/>
          </p:nvSpPr>
          <p:spPr>
            <a:xfrm>
              <a:off x="2963987" y="343805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74" name="ph3274"/>
            <p:cNvSpPr/>
            <p:nvPr/>
          </p:nvSpPr>
          <p:spPr>
            <a:xfrm>
              <a:off x="2976499" y="343805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75" name="ph3275"/>
            <p:cNvSpPr/>
            <p:nvPr/>
          </p:nvSpPr>
          <p:spPr>
            <a:xfrm>
              <a:off x="2989012" y="343805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76" name="ph3276"/>
            <p:cNvSpPr/>
            <p:nvPr/>
          </p:nvSpPr>
          <p:spPr>
            <a:xfrm>
              <a:off x="3001524" y="343805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77" name="ph3277"/>
            <p:cNvSpPr/>
            <p:nvPr/>
          </p:nvSpPr>
          <p:spPr>
            <a:xfrm>
              <a:off x="3014036" y="343805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78" name="ph3278"/>
            <p:cNvSpPr/>
            <p:nvPr/>
          </p:nvSpPr>
          <p:spPr>
            <a:xfrm>
              <a:off x="4503008" y="343805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79" name="ph3279"/>
            <p:cNvSpPr/>
            <p:nvPr/>
          </p:nvSpPr>
          <p:spPr>
            <a:xfrm>
              <a:off x="4515520" y="343805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80" name="ph3280"/>
            <p:cNvSpPr/>
            <p:nvPr/>
          </p:nvSpPr>
          <p:spPr>
            <a:xfrm>
              <a:off x="4528032" y="343805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81" name="ph3281"/>
            <p:cNvSpPr/>
            <p:nvPr/>
          </p:nvSpPr>
          <p:spPr>
            <a:xfrm>
              <a:off x="4540544" y="343805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82" name="ph3282"/>
            <p:cNvSpPr/>
            <p:nvPr/>
          </p:nvSpPr>
          <p:spPr>
            <a:xfrm>
              <a:off x="4553057" y="343805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83" name="ph3283"/>
            <p:cNvSpPr/>
            <p:nvPr/>
          </p:nvSpPr>
          <p:spPr>
            <a:xfrm>
              <a:off x="4728231" y="343805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84" name="ph3284"/>
            <p:cNvSpPr/>
            <p:nvPr/>
          </p:nvSpPr>
          <p:spPr>
            <a:xfrm>
              <a:off x="4740743" y="343805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85" name="ph3285"/>
            <p:cNvSpPr/>
            <p:nvPr/>
          </p:nvSpPr>
          <p:spPr>
            <a:xfrm>
              <a:off x="4753255" y="343805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86" name="ph3286"/>
            <p:cNvSpPr/>
            <p:nvPr/>
          </p:nvSpPr>
          <p:spPr>
            <a:xfrm>
              <a:off x="4765767" y="343805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87" name="ph3287"/>
            <p:cNvSpPr/>
            <p:nvPr/>
          </p:nvSpPr>
          <p:spPr>
            <a:xfrm>
              <a:off x="4778280" y="343805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88" name="ph3288"/>
            <p:cNvSpPr/>
            <p:nvPr/>
          </p:nvSpPr>
          <p:spPr>
            <a:xfrm>
              <a:off x="4790792" y="343805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89" name="ph3289"/>
            <p:cNvSpPr/>
            <p:nvPr/>
          </p:nvSpPr>
          <p:spPr>
            <a:xfrm>
              <a:off x="2863888" y="345342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90" name="ph3290"/>
            <p:cNvSpPr/>
            <p:nvPr/>
          </p:nvSpPr>
          <p:spPr>
            <a:xfrm>
              <a:off x="2876400" y="345342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91" name="ph3291"/>
            <p:cNvSpPr/>
            <p:nvPr/>
          </p:nvSpPr>
          <p:spPr>
            <a:xfrm>
              <a:off x="2888913" y="345342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92" name="ph3292"/>
            <p:cNvSpPr/>
            <p:nvPr/>
          </p:nvSpPr>
          <p:spPr>
            <a:xfrm>
              <a:off x="2901425" y="345342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93" name="ph3293"/>
            <p:cNvSpPr/>
            <p:nvPr/>
          </p:nvSpPr>
          <p:spPr>
            <a:xfrm>
              <a:off x="2913937" y="345342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94" name="ph3294"/>
            <p:cNvSpPr/>
            <p:nvPr/>
          </p:nvSpPr>
          <p:spPr>
            <a:xfrm>
              <a:off x="2926449" y="345342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95" name="ph3295"/>
            <p:cNvSpPr/>
            <p:nvPr/>
          </p:nvSpPr>
          <p:spPr>
            <a:xfrm>
              <a:off x="2938963" y="345342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96" name="ph3296"/>
            <p:cNvSpPr/>
            <p:nvPr/>
          </p:nvSpPr>
          <p:spPr>
            <a:xfrm>
              <a:off x="2951475" y="345342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97" name="ph3297"/>
            <p:cNvSpPr/>
            <p:nvPr/>
          </p:nvSpPr>
          <p:spPr>
            <a:xfrm>
              <a:off x="2963987" y="345342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98" name="ph3298"/>
            <p:cNvSpPr/>
            <p:nvPr/>
          </p:nvSpPr>
          <p:spPr>
            <a:xfrm>
              <a:off x="4490495" y="345342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99" name="ph3299"/>
            <p:cNvSpPr/>
            <p:nvPr/>
          </p:nvSpPr>
          <p:spPr>
            <a:xfrm>
              <a:off x="4503008" y="345342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00" name="ph3300"/>
            <p:cNvSpPr/>
            <p:nvPr/>
          </p:nvSpPr>
          <p:spPr>
            <a:xfrm>
              <a:off x="4515520" y="345342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01" name="ph3301"/>
            <p:cNvSpPr/>
            <p:nvPr/>
          </p:nvSpPr>
          <p:spPr>
            <a:xfrm>
              <a:off x="4528032" y="345342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7BFAB">
                <a:alpha val="100000"/>
              </a:srgbClr>
            </a:solidFill>
            <a:ln w="5420" cap="flat">
              <a:solidFill>
                <a:srgbClr val="57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02" name="ph3302"/>
            <p:cNvSpPr/>
            <p:nvPr/>
          </p:nvSpPr>
          <p:spPr>
            <a:xfrm>
              <a:off x="4540544" y="345342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03" name="ph3303"/>
            <p:cNvSpPr/>
            <p:nvPr/>
          </p:nvSpPr>
          <p:spPr>
            <a:xfrm>
              <a:off x="4728231" y="345342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04" name="ph3304"/>
            <p:cNvSpPr/>
            <p:nvPr/>
          </p:nvSpPr>
          <p:spPr>
            <a:xfrm>
              <a:off x="4740743" y="345342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05" name="ph3305"/>
            <p:cNvSpPr/>
            <p:nvPr/>
          </p:nvSpPr>
          <p:spPr>
            <a:xfrm>
              <a:off x="4753255" y="345342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06" name="ph3306"/>
            <p:cNvSpPr/>
            <p:nvPr/>
          </p:nvSpPr>
          <p:spPr>
            <a:xfrm>
              <a:off x="4765767" y="345342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07" name="ph3307"/>
            <p:cNvSpPr/>
            <p:nvPr/>
          </p:nvSpPr>
          <p:spPr>
            <a:xfrm>
              <a:off x="4778280" y="345342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08" name="ph3308"/>
            <p:cNvSpPr/>
            <p:nvPr/>
          </p:nvSpPr>
          <p:spPr>
            <a:xfrm>
              <a:off x="4790792" y="345342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09" name="ph3309"/>
            <p:cNvSpPr/>
            <p:nvPr/>
          </p:nvSpPr>
          <p:spPr>
            <a:xfrm>
              <a:off x="2851376" y="346880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10" name="ph3310"/>
            <p:cNvSpPr/>
            <p:nvPr/>
          </p:nvSpPr>
          <p:spPr>
            <a:xfrm>
              <a:off x="2863888" y="346880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11" name="ph3311"/>
            <p:cNvSpPr/>
            <p:nvPr/>
          </p:nvSpPr>
          <p:spPr>
            <a:xfrm>
              <a:off x="2876400" y="346880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12" name="ph3312"/>
            <p:cNvSpPr/>
            <p:nvPr/>
          </p:nvSpPr>
          <p:spPr>
            <a:xfrm>
              <a:off x="2888913" y="346880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13" name="ph3313"/>
            <p:cNvSpPr/>
            <p:nvPr/>
          </p:nvSpPr>
          <p:spPr>
            <a:xfrm>
              <a:off x="2901425" y="346880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14" name="ph3314"/>
            <p:cNvSpPr/>
            <p:nvPr/>
          </p:nvSpPr>
          <p:spPr>
            <a:xfrm>
              <a:off x="2913937" y="346880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15" name="ph3315"/>
            <p:cNvSpPr/>
            <p:nvPr/>
          </p:nvSpPr>
          <p:spPr>
            <a:xfrm>
              <a:off x="2926449" y="346880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16" name="ph3316"/>
            <p:cNvSpPr/>
            <p:nvPr/>
          </p:nvSpPr>
          <p:spPr>
            <a:xfrm>
              <a:off x="2938963" y="346880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17" name="ph3317"/>
            <p:cNvSpPr/>
            <p:nvPr/>
          </p:nvSpPr>
          <p:spPr>
            <a:xfrm>
              <a:off x="4490495" y="346880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18" name="ph3318"/>
            <p:cNvSpPr/>
            <p:nvPr/>
          </p:nvSpPr>
          <p:spPr>
            <a:xfrm>
              <a:off x="4503008" y="346880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19" name="ph3319"/>
            <p:cNvSpPr/>
            <p:nvPr/>
          </p:nvSpPr>
          <p:spPr>
            <a:xfrm>
              <a:off x="4515520" y="346880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20" name="ph3320"/>
            <p:cNvSpPr/>
            <p:nvPr/>
          </p:nvSpPr>
          <p:spPr>
            <a:xfrm>
              <a:off x="4528032" y="346880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21" name="ph3321"/>
            <p:cNvSpPr/>
            <p:nvPr/>
          </p:nvSpPr>
          <p:spPr>
            <a:xfrm>
              <a:off x="4540544" y="346880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22" name="ph3322"/>
            <p:cNvSpPr/>
            <p:nvPr/>
          </p:nvSpPr>
          <p:spPr>
            <a:xfrm>
              <a:off x="4553057" y="346880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23" name="ph3323"/>
            <p:cNvSpPr/>
            <p:nvPr/>
          </p:nvSpPr>
          <p:spPr>
            <a:xfrm>
              <a:off x="4565569" y="346880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24" name="ph3324"/>
            <p:cNvSpPr/>
            <p:nvPr/>
          </p:nvSpPr>
          <p:spPr>
            <a:xfrm>
              <a:off x="4740743" y="346880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25" name="ph3325"/>
            <p:cNvSpPr/>
            <p:nvPr/>
          </p:nvSpPr>
          <p:spPr>
            <a:xfrm>
              <a:off x="4753255" y="346880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26" name="ph3326"/>
            <p:cNvSpPr/>
            <p:nvPr/>
          </p:nvSpPr>
          <p:spPr>
            <a:xfrm>
              <a:off x="4765767" y="346880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27" name="ph3327"/>
            <p:cNvSpPr/>
            <p:nvPr/>
          </p:nvSpPr>
          <p:spPr>
            <a:xfrm>
              <a:off x="4778280" y="346880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28" name="ph3328"/>
            <p:cNvSpPr/>
            <p:nvPr/>
          </p:nvSpPr>
          <p:spPr>
            <a:xfrm>
              <a:off x="4790792" y="346880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29" name="ph3329"/>
            <p:cNvSpPr/>
            <p:nvPr/>
          </p:nvSpPr>
          <p:spPr>
            <a:xfrm>
              <a:off x="2838863" y="348418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30" name="ph3330"/>
            <p:cNvSpPr/>
            <p:nvPr/>
          </p:nvSpPr>
          <p:spPr>
            <a:xfrm>
              <a:off x="2851376" y="348418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31" name="ph3331"/>
            <p:cNvSpPr/>
            <p:nvPr/>
          </p:nvSpPr>
          <p:spPr>
            <a:xfrm>
              <a:off x="2863888" y="348418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32" name="ph3332"/>
            <p:cNvSpPr/>
            <p:nvPr/>
          </p:nvSpPr>
          <p:spPr>
            <a:xfrm>
              <a:off x="2876400" y="348418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33" name="ph3333"/>
            <p:cNvSpPr/>
            <p:nvPr/>
          </p:nvSpPr>
          <p:spPr>
            <a:xfrm>
              <a:off x="2888913" y="348418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34" name="ph3334"/>
            <p:cNvSpPr/>
            <p:nvPr/>
          </p:nvSpPr>
          <p:spPr>
            <a:xfrm>
              <a:off x="2901425" y="348418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35" name="ph3335"/>
            <p:cNvSpPr/>
            <p:nvPr/>
          </p:nvSpPr>
          <p:spPr>
            <a:xfrm>
              <a:off x="2913937" y="348418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36" name="ph3336"/>
            <p:cNvSpPr/>
            <p:nvPr/>
          </p:nvSpPr>
          <p:spPr>
            <a:xfrm>
              <a:off x="2926449" y="348418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37" name="ph3337"/>
            <p:cNvSpPr/>
            <p:nvPr/>
          </p:nvSpPr>
          <p:spPr>
            <a:xfrm>
              <a:off x="4490495" y="348418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38" name="ph3338"/>
            <p:cNvSpPr/>
            <p:nvPr/>
          </p:nvSpPr>
          <p:spPr>
            <a:xfrm>
              <a:off x="4503008" y="348418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39" name="ph3339"/>
            <p:cNvSpPr/>
            <p:nvPr/>
          </p:nvSpPr>
          <p:spPr>
            <a:xfrm>
              <a:off x="4515520" y="348418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40" name="ph3340"/>
            <p:cNvSpPr/>
            <p:nvPr/>
          </p:nvSpPr>
          <p:spPr>
            <a:xfrm>
              <a:off x="4528032" y="348418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41" name="ph3341"/>
            <p:cNvSpPr/>
            <p:nvPr/>
          </p:nvSpPr>
          <p:spPr>
            <a:xfrm>
              <a:off x="4540544" y="348418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42" name="ph3342"/>
            <p:cNvSpPr/>
            <p:nvPr/>
          </p:nvSpPr>
          <p:spPr>
            <a:xfrm>
              <a:off x="4553057" y="348418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43" name="ph3343"/>
            <p:cNvSpPr/>
            <p:nvPr/>
          </p:nvSpPr>
          <p:spPr>
            <a:xfrm>
              <a:off x="4565569" y="348418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44" name="ph3344"/>
            <p:cNvSpPr/>
            <p:nvPr/>
          </p:nvSpPr>
          <p:spPr>
            <a:xfrm>
              <a:off x="4578081" y="348418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45" name="ph3345"/>
            <p:cNvSpPr/>
            <p:nvPr/>
          </p:nvSpPr>
          <p:spPr>
            <a:xfrm>
              <a:off x="4740743" y="348418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46" name="ph3346"/>
            <p:cNvSpPr/>
            <p:nvPr/>
          </p:nvSpPr>
          <p:spPr>
            <a:xfrm>
              <a:off x="4753255" y="348418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47" name="ph3347"/>
            <p:cNvSpPr/>
            <p:nvPr/>
          </p:nvSpPr>
          <p:spPr>
            <a:xfrm>
              <a:off x="4765767" y="348418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48" name="ph3348"/>
            <p:cNvSpPr/>
            <p:nvPr/>
          </p:nvSpPr>
          <p:spPr>
            <a:xfrm>
              <a:off x="4778280" y="348418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49" name="ph3349"/>
            <p:cNvSpPr/>
            <p:nvPr/>
          </p:nvSpPr>
          <p:spPr>
            <a:xfrm>
              <a:off x="4790792" y="348418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50" name="ph3350"/>
            <p:cNvSpPr/>
            <p:nvPr/>
          </p:nvSpPr>
          <p:spPr>
            <a:xfrm>
              <a:off x="4803304" y="348418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51" name="ph3351"/>
            <p:cNvSpPr/>
            <p:nvPr/>
          </p:nvSpPr>
          <p:spPr>
            <a:xfrm>
              <a:off x="2826351" y="349955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52" name="ph3352"/>
            <p:cNvSpPr/>
            <p:nvPr/>
          </p:nvSpPr>
          <p:spPr>
            <a:xfrm>
              <a:off x="2838863" y="349955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53" name="ph3353"/>
            <p:cNvSpPr/>
            <p:nvPr/>
          </p:nvSpPr>
          <p:spPr>
            <a:xfrm>
              <a:off x="2851376" y="349955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54" name="ph3354"/>
            <p:cNvSpPr/>
            <p:nvPr/>
          </p:nvSpPr>
          <p:spPr>
            <a:xfrm>
              <a:off x="2863888" y="349955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55" name="ph3355"/>
            <p:cNvSpPr/>
            <p:nvPr/>
          </p:nvSpPr>
          <p:spPr>
            <a:xfrm>
              <a:off x="2876400" y="349955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56" name="ph3356"/>
            <p:cNvSpPr/>
            <p:nvPr/>
          </p:nvSpPr>
          <p:spPr>
            <a:xfrm>
              <a:off x="2888913" y="349955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57" name="ph3357"/>
            <p:cNvSpPr/>
            <p:nvPr/>
          </p:nvSpPr>
          <p:spPr>
            <a:xfrm>
              <a:off x="2901425" y="349955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58" name="ph3358"/>
            <p:cNvSpPr/>
            <p:nvPr/>
          </p:nvSpPr>
          <p:spPr>
            <a:xfrm>
              <a:off x="2913937" y="349955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59" name="ph3359"/>
            <p:cNvSpPr/>
            <p:nvPr/>
          </p:nvSpPr>
          <p:spPr>
            <a:xfrm>
              <a:off x="4490495" y="349955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60" name="ph3360"/>
            <p:cNvSpPr/>
            <p:nvPr/>
          </p:nvSpPr>
          <p:spPr>
            <a:xfrm>
              <a:off x="4503008" y="349955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61" name="ph3361"/>
            <p:cNvSpPr/>
            <p:nvPr/>
          </p:nvSpPr>
          <p:spPr>
            <a:xfrm>
              <a:off x="4515520" y="349955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62" name="ph3362"/>
            <p:cNvSpPr/>
            <p:nvPr/>
          </p:nvSpPr>
          <p:spPr>
            <a:xfrm>
              <a:off x="4528032" y="349955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63" name="ph3363"/>
            <p:cNvSpPr/>
            <p:nvPr/>
          </p:nvSpPr>
          <p:spPr>
            <a:xfrm>
              <a:off x="4540544" y="349955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64" name="ph3364"/>
            <p:cNvSpPr/>
            <p:nvPr/>
          </p:nvSpPr>
          <p:spPr>
            <a:xfrm>
              <a:off x="4553057" y="349955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65" name="ph3365"/>
            <p:cNvSpPr/>
            <p:nvPr/>
          </p:nvSpPr>
          <p:spPr>
            <a:xfrm>
              <a:off x="4565569" y="349955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66" name="ph3366"/>
            <p:cNvSpPr/>
            <p:nvPr/>
          </p:nvSpPr>
          <p:spPr>
            <a:xfrm>
              <a:off x="4578081" y="349955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67" name="ph3367"/>
            <p:cNvSpPr/>
            <p:nvPr/>
          </p:nvSpPr>
          <p:spPr>
            <a:xfrm>
              <a:off x="4753255" y="349955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68" name="ph3368"/>
            <p:cNvSpPr/>
            <p:nvPr/>
          </p:nvSpPr>
          <p:spPr>
            <a:xfrm>
              <a:off x="4765767" y="349955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69" name="ph3369"/>
            <p:cNvSpPr/>
            <p:nvPr/>
          </p:nvSpPr>
          <p:spPr>
            <a:xfrm>
              <a:off x="4778280" y="349955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70" name="ph3370"/>
            <p:cNvSpPr/>
            <p:nvPr/>
          </p:nvSpPr>
          <p:spPr>
            <a:xfrm>
              <a:off x="4790792" y="349955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71" name="ph3371"/>
            <p:cNvSpPr/>
            <p:nvPr/>
          </p:nvSpPr>
          <p:spPr>
            <a:xfrm>
              <a:off x="4803304" y="349955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72" name="ph3372"/>
            <p:cNvSpPr/>
            <p:nvPr/>
          </p:nvSpPr>
          <p:spPr>
            <a:xfrm>
              <a:off x="2826351" y="351493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73" name="ph3373"/>
            <p:cNvSpPr/>
            <p:nvPr/>
          </p:nvSpPr>
          <p:spPr>
            <a:xfrm>
              <a:off x="2838863" y="351493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74" name="ph3374"/>
            <p:cNvSpPr/>
            <p:nvPr/>
          </p:nvSpPr>
          <p:spPr>
            <a:xfrm>
              <a:off x="2851376" y="351493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75" name="ph3375"/>
            <p:cNvSpPr/>
            <p:nvPr/>
          </p:nvSpPr>
          <p:spPr>
            <a:xfrm>
              <a:off x="2863888" y="351493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76" name="ph3376"/>
            <p:cNvSpPr/>
            <p:nvPr/>
          </p:nvSpPr>
          <p:spPr>
            <a:xfrm>
              <a:off x="2876400" y="351493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77" name="ph3377"/>
            <p:cNvSpPr/>
            <p:nvPr/>
          </p:nvSpPr>
          <p:spPr>
            <a:xfrm>
              <a:off x="2888913" y="351493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78" name="ph3378"/>
            <p:cNvSpPr/>
            <p:nvPr/>
          </p:nvSpPr>
          <p:spPr>
            <a:xfrm>
              <a:off x="2901425" y="351493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ECCAC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79" name="ph3379"/>
            <p:cNvSpPr/>
            <p:nvPr/>
          </p:nvSpPr>
          <p:spPr>
            <a:xfrm>
              <a:off x="4490495" y="351493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80" name="ph3380"/>
            <p:cNvSpPr/>
            <p:nvPr/>
          </p:nvSpPr>
          <p:spPr>
            <a:xfrm>
              <a:off x="4503008" y="351493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81" name="ph3381"/>
            <p:cNvSpPr/>
            <p:nvPr/>
          </p:nvSpPr>
          <p:spPr>
            <a:xfrm>
              <a:off x="4515520" y="351493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82" name="ph3382"/>
            <p:cNvSpPr/>
            <p:nvPr/>
          </p:nvSpPr>
          <p:spPr>
            <a:xfrm>
              <a:off x="4528032" y="351493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83" name="ph3383"/>
            <p:cNvSpPr/>
            <p:nvPr/>
          </p:nvSpPr>
          <p:spPr>
            <a:xfrm>
              <a:off x="4540544" y="351493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84" name="ph3384"/>
            <p:cNvSpPr/>
            <p:nvPr/>
          </p:nvSpPr>
          <p:spPr>
            <a:xfrm>
              <a:off x="4553057" y="351493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85" name="ph3385"/>
            <p:cNvSpPr/>
            <p:nvPr/>
          </p:nvSpPr>
          <p:spPr>
            <a:xfrm>
              <a:off x="4565569" y="351493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86" name="ph3386"/>
            <p:cNvSpPr/>
            <p:nvPr/>
          </p:nvSpPr>
          <p:spPr>
            <a:xfrm>
              <a:off x="4578081" y="351493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87" name="ph3387"/>
            <p:cNvSpPr/>
            <p:nvPr/>
          </p:nvSpPr>
          <p:spPr>
            <a:xfrm>
              <a:off x="4753255" y="351493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88" name="ph3388"/>
            <p:cNvSpPr/>
            <p:nvPr/>
          </p:nvSpPr>
          <p:spPr>
            <a:xfrm>
              <a:off x="4765767" y="351493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89" name="ph3389"/>
            <p:cNvSpPr/>
            <p:nvPr/>
          </p:nvSpPr>
          <p:spPr>
            <a:xfrm>
              <a:off x="4778280" y="351493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90" name="ph3390"/>
            <p:cNvSpPr/>
            <p:nvPr/>
          </p:nvSpPr>
          <p:spPr>
            <a:xfrm>
              <a:off x="4790792" y="351493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91" name="ph3391"/>
            <p:cNvSpPr/>
            <p:nvPr/>
          </p:nvSpPr>
          <p:spPr>
            <a:xfrm>
              <a:off x="4803304" y="351493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92" name="ph3392"/>
            <p:cNvSpPr/>
            <p:nvPr/>
          </p:nvSpPr>
          <p:spPr>
            <a:xfrm>
              <a:off x="2801327" y="35303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93" name="ph3393"/>
            <p:cNvSpPr/>
            <p:nvPr/>
          </p:nvSpPr>
          <p:spPr>
            <a:xfrm>
              <a:off x="2813839" y="35303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94" name="ph3394"/>
            <p:cNvSpPr/>
            <p:nvPr/>
          </p:nvSpPr>
          <p:spPr>
            <a:xfrm>
              <a:off x="2838863" y="35303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95" name="ph3395"/>
            <p:cNvSpPr/>
            <p:nvPr/>
          </p:nvSpPr>
          <p:spPr>
            <a:xfrm>
              <a:off x="2851376" y="35303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96" name="ph3396"/>
            <p:cNvSpPr/>
            <p:nvPr/>
          </p:nvSpPr>
          <p:spPr>
            <a:xfrm>
              <a:off x="2863888" y="35303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97" name="ph3397"/>
            <p:cNvSpPr/>
            <p:nvPr/>
          </p:nvSpPr>
          <p:spPr>
            <a:xfrm>
              <a:off x="2876400" y="35303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98" name="ph3398"/>
            <p:cNvSpPr/>
            <p:nvPr/>
          </p:nvSpPr>
          <p:spPr>
            <a:xfrm>
              <a:off x="2888913" y="35303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99" name="ph3399"/>
            <p:cNvSpPr/>
            <p:nvPr/>
          </p:nvSpPr>
          <p:spPr>
            <a:xfrm>
              <a:off x="4490495" y="35303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00" name="ph3400"/>
            <p:cNvSpPr/>
            <p:nvPr/>
          </p:nvSpPr>
          <p:spPr>
            <a:xfrm>
              <a:off x="4503008" y="35303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01" name="ph3401"/>
            <p:cNvSpPr/>
            <p:nvPr/>
          </p:nvSpPr>
          <p:spPr>
            <a:xfrm>
              <a:off x="4515520" y="35303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02" name="ph3402"/>
            <p:cNvSpPr/>
            <p:nvPr/>
          </p:nvSpPr>
          <p:spPr>
            <a:xfrm>
              <a:off x="4528032" y="35303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03" name="ph3403"/>
            <p:cNvSpPr/>
            <p:nvPr/>
          </p:nvSpPr>
          <p:spPr>
            <a:xfrm>
              <a:off x="4540544" y="35303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04" name="ph3404"/>
            <p:cNvSpPr/>
            <p:nvPr/>
          </p:nvSpPr>
          <p:spPr>
            <a:xfrm>
              <a:off x="4553057" y="35303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05" name="ph3405"/>
            <p:cNvSpPr/>
            <p:nvPr/>
          </p:nvSpPr>
          <p:spPr>
            <a:xfrm>
              <a:off x="4565569" y="35303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06" name="ph3406"/>
            <p:cNvSpPr/>
            <p:nvPr/>
          </p:nvSpPr>
          <p:spPr>
            <a:xfrm>
              <a:off x="4578081" y="35303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07" name="ph3407"/>
            <p:cNvSpPr/>
            <p:nvPr/>
          </p:nvSpPr>
          <p:spPr>
            <a:xfrm>
              <a:off x="4753255" y="35303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08" name="ph3408"/>
            <p:cNvSpPr/>
            <p:nvPr/>
          </p:nvSpPr>
          <p:spPr>
            <a:xfrm>
              <a:off x="4765767" y="35303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09" name="ph3409"/>
            <p:cNvSpPr/>
            <p:nvPr/>
          </p:nvSpPr>
          <p:spPr>
            <a:xfrm>
              <a:off x="4778280" y="35303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10" name="ph3410"/>
            <p:cNvSpPr/>
            <p:nvPr/>
          </p:nvSpPr>
          <p:spPr>
            <a:xfrm>
              <a:off x="4790792" y="35303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11" name="ph3411"/>
            <p:cNvSpPr/>
            <p:nvPr/>
          </p:nvSpPr>
          <p:spPr>
            <a:xfrm>
              <a:off x="4803304" y="35303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12" name="ph3412"/>
            <p:cNvSpPr/>
            <p:nvPr/>
          </p:nvSpPr>
          <p:spPr>
            <a:xfrm>
              <a:off x="2788813" y="35456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13" name="ph3413"/>
            <p:cNvSpPr/>
            <p:nvPr/>
          </p:nvSpPr>
          <p:spPr>
            <a:xfrm>
              <a:off x="2801327" y="35456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14" name="ph3414"/>
            <p:cNvSpPr/>
            <p:nvPr/>
          </p:nvSpPr>
          <p:spPr>
            <a:xfrm>
              <a:off x="2813839" y="35456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15" name="ph3415"/>
            <p:cNvSpPr/>
            <p:nvPr/>
          </p:nvSpPr>
          <p:spPr>
            <a:xfrm>
              <a:off x="2826351" y="35456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16" name="ph3416"/>
            <p:cNvSpPr/>
            <p:nvPr/>
          </p:nvSpPr>
          <p:spPr>
            <a:xfrm>
              <a:off x="2838863" y="35456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17" name="ph3417"/>
            <p:cNvSpPr/>
            <p:nvPr/>
          </p:nvSpPr>
          <p:spPr>
            <a:xfrm>
              <a:off x="2851376" y="35456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18" name="ph3418"/>
            <p:cNvSpPr/>
            <p:nvPr/>
          </p:nvSpPr>
          <p:spPr>
            <a:xfrm>
              <a:off x="2863888" y="35456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19" name="ph3419"/>
            <p:cNvSpPr/>
            <p:nvPr/>
          </p:nvSpPr>
          <p:spPr>
            <a:xfrm>
              <a:off x="2876400" y="35456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20" name="ph3420"/>
            <p:cNvSpPr/>
            <p:nvPr/>
          </p:nvSpPr>
          <p:spPr>
            <a:xfrm>
              <a:off x="2888913" y="35456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21" name="ph3421"/>
            <p:cNvSpPr/>
            <p:nvPr/>
          </p:nvSpPr>
          <p:spPr>
            <a:xfrm>
              <a:off x="4503008" y="35456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22" name="ph3422"/>
            <p:cNvSpPr/>
            <p:nvPr/>
          </p:nvSpPr>
          <p:spPr>
            <a:xfrm>
              <a:off x="4515520" y="35456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23" name="ph3423"/>
            <p:cNvSpPr/>
            <p:nvPr/>
          </p:nvSpPr>
          <p:spPr>
            <a:xfrm>
              <a:off x="4528032" y="35456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24" name="ph3424"/>
            <p:cNvSpPr/>
            <p:nvPr/>
          </p:nvSpPr>
          <p:spPr>
            <a:xfrm>
              <a:off x="4540544" y="35456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25" name="ph3425"/>
            <p:cNvSpPr/>
            <p:nvPr/>
          </p:nvSpPr>
          <p:spPr>
            <a:xfrm>
              <a:off x="4553057" y="35456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26" name="ph3426"/>
            <p:cNvSpPr/>
            <p:nvPr/>
          </p:nvSpPr>
          <p:spPr>
            <a:xfrm>
              <a:off x="4565569" y="35456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27" name="ph3427"/>
            <p:cNvSpPr/>
            <p:nvPr/>
          </p:nvSpPr>
          <p:spPr>
            <a:xfrm>
              <a:off x="4765767" y="35456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28" name="ph3428"/>
            <p:cNvSpPr/>
            <p:nvPr/>
          </p:nvSpPr>
          <p:spPr>
            <a:xfrm>
              <a:off x="4778280" y="35456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29" name="ph3429"/>
            <p:cNvSpPr/>
            <p:nvPr/>
          </p:nvSpPr>
          <p:spPr>
            <a:xfrm>
              <a:off x="4790792" y="35456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30" name="ph3430"/>
            <p:cNvSpPr/>
            <p:nvPr/>
          </p:nvSpPr>
          <p:spPr>
            <a:xfrm>
              <a:off x="4803304" y="35456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31" name="ph3431"/>
            <p:cNvSpPr/>
            <p:nvPr/>
          </p:nvSpPr>
          <p:spPr>
            <a:xfrm>
              <a:off x="4815816" y="35456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32" name="ph3432"/>
            <p:cNvSpPr/>
            <p:nvPr/>
          </p:nvSpPr>
          <p:spPr>
            <a:xfrm>
              <a:off x="2788813" y="35610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33" name="ph3433"/>
            <p:cNvSpPr/>
            <p:nvPr/>
          </p:nvSpPr>
          <p:spPr>
            <a:xfrm>
              <a:off x="2801327" y="35610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34" name="ph3434"/>
            <p:cNvSpPr/>
            <p:nvPr/>
          </p:nvSpPr>
          <p:spPr>
            <a:xfrm>
              <a:off x="2813839" y="35610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35" name="ph3435"/>
            <p:cNvSpPr/>
            <p:nvPr/>
          </p:nvSpPr>
          <p:spPr>
            <a:xfrm>
              <a:off x="2826351" y="35610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36" name="ph3436"/>
            <p:cNvSpPr/>
            <p:nvPr/>
          </p:nvSpPr>
          <p:spPr>
            <a:xfrm>
              <a:off x="2838863" y="35610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37" name="ph3437"/>
            <p:cNvSpPr/>
            <p:nvPr/>
          </p:nvSpPr>
          <p:spPr>
            <a:xfrm>
              <a:off x="2851376" y="35610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38" name="ph3438"/>
            <p:cNvSpPr/>
            <p:nvPr/>
          </p:nvSpPr>
          <p:spPr>
            <a:xfrm>
              <a:off x="2863888" y="35610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39" name="ph3439"/>
            <p:cNvSpPr/>
            <p:nvPr/>
          </p:nvSpPr>
          <p:spPr>
            <a:xfrm>
              <a:off x="2876400" y="35610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40" name="ph3440"/>
            <p:cNvSpPr/>
            <p:nvPr/>
          </p:nvSpPr>
          <p:spPr>
            <a:xfrm>
              <a:off x="4503008" y="35610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41" name="ph3441"/>
            <p:cNvSpPr/>
            <p:nvPr/>
          </p:nvSpPr>
          <p:spPr>
            <a:xfrm>
              <a:off x="4515520" y="35610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42" name="ph3442"/>
            <p:cNvSpPr/>
            <p:nvPr/>
          </p:nvSpPr>
          <p:spPr>
            <a:xfrm>
              <a:off x="4528032" y="35610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43" name="ph3443"/>
            <p:cNvSpPr/>
            <p:nvPr/>
          </p:nvSpPr>
          <p:spPr>
            <a:xfrm>
              <a:off x="4540544" y="35610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44" name="ph3444"/>
            <p:cNvSpPr/>
            <p:nvPr/>
          </p:nvSpPr>
          <p:spPr>
            <a:xfrm>
              <a:off x="4553057" y="35610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45" name="ph3445"/>
            <p:cNvSpPr/>
            <p:nvPr/>
          </p:nvSpPr>
          <p:spPr>
            <a:xfrm>
              <a:off x="4765767" y="35610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46" name="ph3446"/>
            <p:cNvSpPr/>
            <p:nvPr/>
          </p:nvSpPr>
          <p:spPr>
            <a:xfrm>
              <a:off x="4778280" y="35610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47" name="ph3447"/>
            <p:cNvSpPr/>
            <p:nvPr/>
          </p:nvSpPr>
          <p:spPr>
            <a:xfrm>
              <a:off x="4790792" y="35610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48" name="ph3448"/>
            <p:cNvSpPr/>
            <p:nvPr/>
          </p:nvSpPr>
          <p:spPr>
            <a:xfrm>
              <a:off x="4803304" y="35610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49" name="ph3449"/>
            <p:cNvSpPr/>
            <p:nvPr/>
          </p:nvSpPr>
          <p:spPr>
            <a:xfrm>
              <a:off x="4815816" y="35610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50" name="ph3450"/>
            <p:cNvSpPr/>
            <p:nvPr/>
          </p:nvSpPr>
          <p:spPr>
            <a:xfrm>
              <a:off x="2788813" y="35764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51" name="ph3451"/>
            <p:cNvSpPr/>
            <p:nvPr/>
          </p:nvSpPr>
          <p:spPr>
            <a:xfrm>
              <a:off x="2801327" y="35764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52" name="ph3452"/>
            <p:cNvSpPr/>
            <p:nvPr/>
          </p:nvSpPr>
          <p:spPr>
            <a:xfrm>
              <a:off x="2813839" y="35764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53" name="ph3453"/>
            <p:cNvSpPr/>
            <p:nvPr/>
          </p:nvSpPr>
          <p:spPr>
            <a:xfrm>
              <a:off x="2826351" y="35764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54" name="ph3454"/>
            <p:cNvSpPr/>
            <p:nvPr/>
          </p:nvSpPr>
          <p:spPr>
            <a:xfrm>
              <a:off x="2838863" y="35764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55" name="ph3455"/>
            <p:cNvSpPr/>
            <p:nvPr/>
          </p:nvSpPr>
          <p:spPr>
            <a:xfrm>
              <a:off x="2851376" y="35764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56" name="ph3456"/>
            <p:cNvSpPr/>
            <p:nvPr/>
          </p:nvSpPr>
          <p:spPr>
            <a:xfrm>
              <a:off x="2863888" y="35764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57" name="ph3457"/>
            <p:cNvSpPr/>
            <p:nvPr/>
          </p:nvSpPr>
          <p:spPr>
            <a:xfrm>
              <a:off x="2876400" y="35764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58" name="ph3458"/>
            <p:cNvSpPr/>
            <p:nvPr/>
          </p:nvSpPr>
          <p:spPr>
            <a:xfrm>
              <a:off x="4503008" y="35764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59" name="ph3459"/>
            <p:cNvSpPr/>
            <p:nvPr/>
          </p:nvSpPr>
          <p:spPr>
            <a:xfrm>
              <a:off x="4515520" y="35764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60" name="ph3460"/>
            <p:cNvSpPr/>
            <p:nvPr/>
          </p:nvSpPr>
          <p:spPr>
            <a:xfrm>
              <a:off x="4528032" y="35764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4BDAB">
                <a:alpha val="100000"/>
              </a:srgbClr>
            </a:solidFill>
            <a:ln w="5420" cap="flat">
              <a:solidFill>
                <a:srgbClr val="54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61" name="ph3461"/>
            <p:cNvSpPr/>
            <p:nvPr/>
          </p:nvSpPr>
          <p:spPr>
            <a:xfrm>
              <a:off x="4540544" y="35764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62" name="ph3462"/>
            <p:cNvSpPr/>
            <p:nvPr/>
          </p:nvSpPr>
          <p:spPr>
            <a:xfrm>
              <a:off x="4553057" y="35764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63" name="ph3463"/>
            <p:cNvSpPr/>
            <p:nvPr/>
          </p:nvSpPr>
          <p:spPr>
            <a:xfrm>
              <a:off x="4565569" y="35764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64" name="ph3464"/>
            <p:cNvSpPr/>
            <p:nvPr/>
          </p:nvSpPr>
          <p:spPr>
            <a:xfrm>
              <a:off x="4778280" y="35764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65" name="ph3465"/>
            <p:cNvSpPr/>
            <p:nvPr/>
          </p:nvSpPr>
          <p:spPr>
            <a:xfrm>
              <a:off x="4790792" y="35764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66" name="ph3466"/>
            <p:cNvSpPr/>
            <p:nvPr/>
          </p:nvSpPr>
          <p:spPr>
            <a:xfrm>
              <a:off x="4803304" y="35764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67" name="ph3467"/>
            <p:cNvSpPr/>
            <p:nvPr/>
          </p:nvSpPr>
          <p:spPr>
            <a:xfrm>
              <a:off x="4815816" y="35764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68" name="ph3468"/>
            <p:cNvSpPr/>
            <p:nvPr/>
          </p:nvSpPr>
          <p:spPr>
            <a:xfrm>
              <a:off x="4828329" y="35764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69" name="ph3469"/>
            <p:cNvSpPr/>
            <p:nvPr/>
          </p:nvSpPr>
          <p:spPr>
            <a:xfrm>
              <a:off x="2801327" y="35918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70" name="ph3470"/>
            <p:cNvSpPr/>
            <p:nvPr/>
          </p:nvSpPr>
          <p:spPr>
            <a:xfrm>
              <a:off x="2813839" y="35918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71" name="ph3471"/>
            <p:cNvSpPr/>
            <p:nvPr/>
          </p:nvSpPr>
          <p:spPr>
            <a:xfrm>
              <a:off x="2826351" y="35918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72" name="ph3472"/>
            <p:cNvSpPr/>
            <p:nvPr/>
          </p:nvSpPr>
          <p:spPr>
            <a:xfrm>
              <a:off x="2838863" y="35918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73" name="ph3473"/>
            <p:cNvSpPr/>
            <p:nvPr/>
          </p:nvSpPr>
          <p:spPr>
            <a:xfrm>
              <a:off x="2851376" y="35918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74" name="ph3474"/>
            <p:cNvSpPr/>
            <p:nvPr/>
          </p:nvSpPr>
          <p:spPr>
            <a:xfrm>
              <a:off x="2863888" y="35918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75" name="ph3475"/>
            <p:cNvSpPr/>
            <p:nvPr/>
          </p:nvSpPr>
          <p:spPr>
            <a:xfrm>
              <a:off x="4515520" y="35918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76" name="ph3476"/>
            <p:cNvSpPr/>
            <p:nvPr/>
          </p:nvSpPr>
          <p:spPr>
            <a:xfrm>
              <a:off x="4528032" y="35918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77" name="ph3477"/>
            <p:cNvSpPr/>
            <p:nvPr/>
          </p:nvSpPr>
          <p:spPr>
            <a:xfrm>
              <a:off x="4540544" y="35918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78" name="ph3478"/>
            <p:cNvSpPr/>
            <p:nvPr/>
          </p:nvSpPr>
          <p:spPr>
            <a:xfrm>
              <a:off x="4553057" y="35918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79" name="ph3479"/>
            <p:cNvSpPr/>
            <p:nvPr/>
          </p:nvSpPr>
          <p:spPr>
            <a:xfrm>
              <a:off x="4565569" y="35918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80" name="ph3480"/>
            <p:cNvSpPr/>
            <p:nvPr/>
          </p:nvSpPr>
          <p:spPr>
            <a:xfrm>
              <a:off x="4778280" y="35918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81" name="ph3481"/>
            <p:cNvSpPr/>
            <p:nvPr/>
          </p:nvSpPr>
          <p:spPr>
            <a:xfrm>
              <a:off x="4790792" y="35918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82" name="ph3482"/>
            <p:cNvSpPr/>
            <p:nvPr/>
          </p:nvSpPr>
          <p:spPr>
            <a:xfrm>
              <a:off x="4803304" y="35918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83" name="ph3483"/>
            <p:cNvSpPr/>
            <p:nvPr/>
          </p:nvSpPr>
          <p:spPr>
            <a:xfrm>
              <a:off x="4815816" y="35918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84" name="ph3484"/>
            <p:cNvSpPr/>
            <p:nvPr/>
          </p:nvSpPr>
          <p:spPr>
            <a:xfrm>
              <a:off x="4828329" y="35918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85" name="ph3485"/>
            <p:cNvSpPr/>
            <p:nvPr/>
          </p:nvSpPr>
          <p:spPr>
            <a:xfrm>
              <a:off x="4840841" y="35918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86" name="ph3486"/>
            <p:cNvSpPr/>
            <p:nvPr/>
          </p:nvSpPr>
          <p:spPr>
            <a:xfrm>
              <a:off x="2801327" y="36071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87" name="ph3487"/>
            <p:cNvSpPr/>
            <p:nvPr/>
          </p:nvSpPr>
          <p:spPr>
            <a:xfrm>
              <a:off x="2813839" y="36071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88" name="ph3488"/>
            <p:cNvSpPr/>
            <p:nvPr/>
          </p:nvSpPr>
          <p:spPr>
            <a:xfrm>
              <a:off x="2826351" y="36071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89" name="ph3489"/>
            <p:cNvSpPr/>
            <p:nvPr/>
          </p:nvSpPr>
          <p:spPr>
            <a:xfrm>
              <a:off x="2838863" y="36071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90" name="ph3490"/>
            <p:cNvSpPr/>
            <p:nvPr/>
          </p:nvSpPr>
          <p:spPr>
            <a:xfrm>
              <a:off x="2851376" y="36071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91" name="ph3491"/>
            <p:cNvSpPr/>
            <p:nvPr/>
          </p:nvSpPr>
          <p:spPr>
            <a:xfrm>
              <a:off x="2863888" y="36071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92" name="ph3492"/>
            <p:cNvSpPr/>
            <p:nvPr/>
          </p:nvSpPr>
          <p:spPr>
            <a:xfrm>
              <a:off x="4528032" y="36071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93" name="ph3493"/>
            <p:cNvSpPr/>
            <p:nvPr/>
          </p:nvSpPr>
          <p:spPr>
            <a:xfrm>
              <a:off x="4540544" y="36071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94" name="ph3494"/>
            <p:cNvSpPr/>
            <p:nvPr/>
          </p:nvSpPr>
          <p:spPr>
            <a:xfrm>
              <a:off x="4553057" y="36071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95" name="ph3495"/>
            <p:cNvSpPr/>
            <p:nvPr/>
          </p:nvSpPr>
          <p:spPr>
            <a:xfrm>
              <a:off x="4565569" y="36071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96" name="ph3496"/>
            <p:cNvSpPr/>
            <p:nvPr/>
          </p:nvSpPr>
          <p:spPr>
            <a:xfrm>
              <a:off x="4578081" y="36071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97" name="ph3497"/>
            <p:cNvSpPr/>
            <p:nvPr/>
          </p:nvSpPr>
          <p:spPr>
            <a:xfrm>
              <a:off x="4590595" y="36071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98" name="ph3498"/>
            <p:cNvSpPr/>
            <p:nvPr/>
          </p:nvSpPr>
          <p:spPr>
            <a:xfrm>
              <a:off x="4603107" y="36071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99" name="ph3499"/>
            <p:cNvSpPr/>
            <p:nvPr/>
          </p:nvSpPr>
          <p:spPr>
            <a:xfrm>
              <a:off x="4615619" y="36071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00" name="ph3500"/>
            <p:cNvSpPr/>
            <p:nvPr/>
          </p:nvSpPr>
          <p:spPr>
            <a:xfrm>
              <a:off x="4790792" y="36071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01" name="ph3501"/>
            <p:cNvSpPr/>
            <p:nvPr/>
          </p:nvSpPr>
          <p:spPr>
            <a:xfrm>
              <a:off x="4803304" y="36071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02" name="ph3502"/>
            <p:cNvSpPr/>
            <p:nvPr/>
          </p:nvSpPr>
          <p:spPr>
            <a:xfrm>
              <a:off x="4815816" y="36071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03" name="ph3503"/>
            <p:cNvSpPr/>
            <p:nvPr/>
          </p:nvSpPr>
          <p:spPr>
            <a:xfrm>
              <a:off x="4828329" y="36071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04" name="ph3504"/>
            <p:cNvSpPr/>
            <p:nvPr/>
          </p:nvSpPr>
          <p:spPr>
            <a:xfrm>
              <a:off x="4840841" y="36071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05" name="ph3505"/>
            <p:cNvSpPr/>
            <p:nvPr/>
          </p:nvSpPr>
          <p:spPr>
            <a:xfrm>
              <a:off x="2813839" y="36225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06" name="ph3506"/>
            <p:cNvSpPr/>
            <p:nvPr/>
          </p:nvSpPr>
          <p:spPr>
            <a:xfrm>
              <a:off x="2826351" y="36225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07" name="ph3507"/>
            <p:cNvSpPr/>
            <p:nvPr/>
          </p:nvSpPr>
          <p:spPr>
            <a:xfrm>
              <a:off x="2838863" y="36225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08" name="ph3508"/>
            <p:cNvSpPr/>
            <p:nvPr/>
          </p:nvSpPr>
          <p:spPr>
            <a:xfrm>
              <a:off x="2851376" y="36225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09" name="ph3509"/>
            <p:cNvSpPr/>
            <p:nvPr/>
          </p:nvSpPr>
          <p:spPr>
            <a:xfrm>
              <a:off x="2863888" y="36225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10" name="ph3510"/>
            <p:cNvSpPr/>
            <p:nvPr/>
          </p:nvSpPr>
          <p:spPr>
            <a:xfrm>
              <a:off x="4528032" y="36225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11" name="ph3511"/>
            <p:cNvSpPr/>
            <p:nvPr/>
          </p:nvSpPr>
          <p:spPr>
            <a:xfrm>
              <a:off x="4540544" y="36225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12" name="ph3512"/>
            <p:cNvSpPr/>
            <p:nvPr/>
          </p:nvSpPr>
          <p:spPr>
            <a:xfrm>
              <a:off x="4553057" y="36225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13" name="ph3513"/>
            <p:cNvSpPr/>
            <p:nvPr/>
          </p:nvSpPr>
          <p:spPr>
            <a:xfrm>
              <a:off x="4565569" y="36225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14" name="ph3514"/>
            <p:cNvSpPr/>
            <p:nvPr/>
          </p:nvSpPr>
          <p:spPr>
            <a:xfrm>
              <a:off x="4578081" y="36225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15" name="ph3515"/>
            <p:cNvSpPr/>
            <p:nvPr/>
          </p:nvSpPr>
          <p:spPr>
            <a:xfrm>
              <a:off x="4590595" y="36225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16" name="ph3516"/>
            <p:cNvSpPr/>
            <p:nvPr/>
          </p:nvSpPr>
          <p:spPr>
            <a:xfrm>
              <a:off x="4603107" y="36225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17" name="ph3517"/>
            <p:cNvSpPr/>
            <p:nvPr/>
          </p:nvSpPr>
          <p:spPr>
            <a:xfrm>
              <a:off x="4615619" y="36225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18" name="ph3518"/>
            <p:cNvSpPr/>
            <p:nvPr/>
          </p:nvSpPr>
          <p:spPr>
            <a:xfrm>
              <a:off x="4628131" y="36225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19" name="ph3519"/>
            <p:cNvSpPr/>
            <p:nvPr/>
          </p:nvSpPr>
          <p:spPr>
            <a:xfrm>
              <a:off x="4790792" y="36225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20" name="ph3520"/>
            <p:cNvSpPr/>
            <p:nvPr/>
          </p:nvSpPr>
          <p:spPr>
            <a:xfrm>
              <a:off x="4803304" y="36225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21" name="ph3521"/>
            <p:cNvSpPr/>
            <p:nvPr/>
          </p:nvSpPr>
          <p:spPr>
            <a:xfrm>
              <a:off x="4815816" y="36225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22" name="ph3522"/>
            <p:cNvSpPr/>
            <p:nvPr/>
          </p:nvSpPr>
          <p:spPr>
            <a:xfrm>
              <a:off x="4828329" y="36225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23" name="ph3523"/>
            <p:cNvSpPr/>
            <p:nvPr/>
          </p:nvSpPr>
          <p:spPr>
            <a:xfrm>
              <a:off x="4840841" y="36225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24" name="ph3524"/>
            <p:cNvSpPr/>
            <p:nvPr/>
          </p:nvSpPr>
          <p:spPr>
            <a:xfrm>
              <a:off x="2813839" y="363794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25" name="ph3525"/>
            <p:cNvSpPr/>
            <p:nvPr/>
          </p:nvSpPr>
          <p:spPr>
            <a:xfrm>
              <a:off x="2826351" y="363794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26" name="ph3526"/>
            <p:cNvSpPr/>
            <p:nvPr/>
          </p:nvSpPr>
          <p:spPr>
            <a:xfrm>
              <a:off x="2838863" y="363794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27" name="ph3527"/>
            <p:cNvSpPr/>
            <p:nvPr/>
          </p:nvSpPr>
          <p:spPr>
            <a:xfrm>
              <a:off x="2851376" y="363794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28" name="ph3528"/>
            <p:cNvSpPr/>
            <p:nvPr/>
          </p:nvSpPr>
          <p:spPr>
            <a:xfrm>
              <a:off x="2863888" y="363794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29" name="ph3529"/>
            <p:cNvSpPr/>
            <p:nvPr/>
          </p:nvSpPr>
          <p:spPr>
            <a:xfrm>
              <a:off x="4540544" y="363794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30" name="ph3530"/>
            <p:cNvSpPr/>
            <p:nvPr/>
          </p:nvSpPr>
          <p:spPr>
            <a:xfrm>
              <a:off x="4553057" y="363794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31" name="ph3531"/>
            <p:cNvSpPr/>
            <p:nvPr/>
          </p:nvSpPr>
          <p:spPr>
            <a:xfrm>
              <a:off x="4565569" y="363794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32" name="ph3532"/>
            <p:cNvSpPr/>
            <p:nvPr/>
          </p:nvSpPr>
          <p:spPr>
            <a:xfrm>
              <a:off x="4578081" y="363794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33" name="ph3533"/>
            <p:cNvSpPr/>
            <p:nvPr/>
          </p:nvSpPr>
          <p:spPr>
            <a:xfrm>
              <a:off x="4590595" y="363794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34" name="ph3534"/>
            <p:cNvSpPr/>
            <p:nvPr/>
          </p:nvSpPr>
          <p:spPr>
            <a:xfrm>
              <a:off x="4603107" y="363794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35" name="ph3535"/>
            <p:cNvSpPr/>
            <p:nvPr/>
          </p:nvSpPr>
          <p:spPr>
            <a:xfrm>
              <a:off x="4615619" y="363794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36" name="ph3536"/>
            <p:cNvSpPr/>
            <p:nvPr/>
          </p:nvSpPr>
          <p:spPr>
            <a:xfrm>
              <a:off x="4628131" y="363794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37" name="ph3537"/>
            <p:cNvSpPr/>
            <p:nvPr/>
          </p:nvSpPr>
          <p:spPr>
            <a:xfrm>
              <a:off x="4803304" y="363794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38" name="ph3538"/>
            <p:cNvSpPr/>
            <p:nvPr/>
          </p:nvSpPr>
          <p:spPr>
            <a:xfrm>
              <a:off x="4815816" y="363794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39" name="ph3539"/>
            <p:cNvSpPr/>
            <p:nvPr/>
          </p:nvSpPr>
          <p:spPr>
            <a:xfrm>
              <a:off x="4828329" y="363794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40" name="ph3540"/>
            <p:cNvSpPr/>
            <p:nvPr/>
          </p:nvSpPr>
          <p:spPr>
            <a:xfrm>
              <a:off x="4840841" y="363794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41" name="ph3541"/>
            <p:cNvSpPr/>
            <p:nvPr/>
          </p:nvSpPr>
          <p:spPr>
            <a:xfrm>
              <a:off x="4853353" y="363794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42" name="ph3542"/>
            <p:cNvSpPr/>
            <p:nvPr/>
          </p:nvSpPr>
          <p:spPr>
            <a:xfrm>
              <a:off x="2813839" y="36533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43" name="ph3543"/>
            <p:cNvSpPr/>
            <p:nvPr/>
          </p:nvSpPr>
          <p:spPr>
            <a:xfrm>
              <a:off x="2826351" y="36533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44" name="ph3544"/>
            <p:cNvSpPr/>
            <p:nvPr/>
          </p:nvSpPr>
          <p:spPr>
            <a:xfrm>
              <a:off x="2838863" y="36533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45" name="ph3545"/>
            <p:cNvSpPr/>
            <p:nvPr/>
          </p:nvSpPr>
          <p:spPr>
            <a:xfrm>
              <a:off x="2851376" y="36533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46" name="ph3546"/>
            <p:cNvSpPr/>
            <p:nvPr/>
          </p:nvSpPr>
          <p:spPr>
            <a:xfrm>
              <a:off x="2863888" y="36533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47" name="ph3547"/>
            <p:cNvSpPr/>
            <p:nvPr/>
          </p:nvSpPr>
          <p:spPr>
            <a:xfrm>
              <a:off x="4553057" y="36533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48" name="ph3548"/>
            <p:cNvSpPr/>
            <p:nvPr/>
          </p:nvSpPr>
          <p:spPr>
            <a:xfrm>
              <a:off x="4565569" y="36533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49" name="ph3549"/>
            <p:cNvSpPr/>
            <p:nvPr/>
          </p:nvSpPr>
          <p:spPr>
            <a:xfrm>
              <a:off x="4578081" y="36533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50" name="ph3550"/>
            <p:cNvSpPr/>
            <p:nvPr/>
          </p:nvSpPr>
          <p:spPr>
            <a:xfrm>
              <a:off x="4590595" y="36533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51" name="ph3551"/>
            <p:cNvSpPr/>
            <p:nvPr/>
          </p:nvSpPr>
          <p:spPr>
            <a:xfrm>
              <a:off x="4603107" y="36533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52" name="ph3552"/>
            <p:cNvSpPr/>
            <p:nvPr/>
          </p:nvSpPr>
          <p:spPr>
            <a:xfrm>
              <a:off x="4615619" y="36533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53" name="ph3553"/>
            <p:cNvSpPr/>
            <p:nvPr/>
          </p:nvSpPr>
          <p:spPr>
            <a:xfrm>
              <a:off x="4628131" y="36533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54" name="ph3554"/>
            <p:cNvSpPr/>
            <p:nvPr/>
          </p:nvSpPr>
          <p:spPr>
            <a:xfrm>
              <a:off x="4640644" y="36533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55" name="ph3555"/>
            <p:cNvSpPr/>
            <p:nvPr/>
          </p:nvSpPr>
          <p:spPr>
            <a:xfrm>
              <a:off x="4803304" y="36533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56" name="ph3556"/>
            <p:cNvSpPr/>
            <p:nvPr/>
          </p:nvSpPr>
          <p:spPr>
            <a:xfrm>
              <a:off x="4815816" y="36533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57" name="ph3557"/>
            <p:cNvSpPr/>
            <p:nvPr/>
          </p:nvSpPr>
          <p:spPr>
            <a:xfrm>
              <a:off x="4828329" y="36533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58" name="ph3558"/>
            <p:cNvSpPr/>
            <p:nvPr/>
          </p:nvSpPr>
          <p:spPr>
            <a:xfrm>
              <a:off x="4840841" y="36533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59" name="ph3559"/>
            <p:cNvSpPr/>
            <p:nvPr/>
          </p:nvSpPr>
          <p:spPr>
            <a:xfrm>
              <a:off x="4853353" y="36533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60" name="ph3560"/>
            <p:cNvSpPr/>
            <p:nvPr/>
          </p:nvSpPr>
          <p:spPr>
            <a:xfrm>
              <a:off x="2826351" y="36686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61" name="ph3561"/>
            <p:cNvSpPr/>
            <p:nvPr/>
          </p:nvSpPr>
          <p:spPr>
            <a:xfrm>
              <a:off x="2838863" y="36686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62" name="ph3562"/>
            <p:cNvSpPr/>
            <p:nvPr/>
          </p:nvSpPr>
          <p:spPr>
            <a:xfrm>
              <a:off x="2851376" y="36686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63" name="ph3563"/>
            <p:cNvSpPr/>
            <p:nvPr/>
          </p:nvSpPr>
          <p:spPr>
            <a:xfrm>
              <a:off x="2863888" y="36686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64" name="ph3564"/>
            <p:cNvSpPr/>
            <p:nvPr/>
          </p:nvSpPr>
          <p:spPr>
            <a:xfrm>
              <a:off x="4565569" y="36686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65" name="ph3565"/>
            <p:cNvSpPr/>
            <p:nvPr/>
          </p:nvSpPr>
          <p:spPr>
            <a:xfrm>
              <a:off x="4578081" y="36686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66" name="ph3566"/>
            <p:cNvSpPr/>
            <p:nvPr/>
          </p:nvSpPr>
          <p:spPr>
            <a:xfrm>
              <a:off x="4590595" y="36686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67" name="ph3567"/>
            <p:cNvSpPr/>
            <p:nvPr/>
          </p:nvSpPr>
          <p:spPr>
            <a:xfrm>
              <a:off x="4603107" y="36686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68" name="ph3568"/>
            <p:cNvSpPr/>
            <p:nvPr/>
          </p:nvSpPr>
          <p:spPr>
            <a:xfrm>
              <a:off x="4615619" y="36686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69" name="ph3569"/>
            <p:cNvSpPr/>
            <p:nvPr/>
          </p:nvSpPr>
          <p:spPr>
            <a:xfrm>
              <a:off x="4628131" y="36686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70" name="ph3570"/>
            <p:cNvSpPr/>
            <p:nvPr/>
          </p:nvSpPr>
          <p:spPr>
            <a:xfrm>
              <a:off x="4640644" y="36686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71" name="ph3571"/>
            <p:cNvSpPr/>
            <p:nvPr/>
          </p:nvSpPr>
          <p:spPr>
            <a:xfrm>
              <a:off x="4653156" y="36686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72" name="ph3572"/>
            <p:cNvSpPr/>
            <p:nvPr/>
          </p:nvSpPr>
          <p:spPr>
            <a:xfrm>
              <a:off x="4803304" y="36686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73" name="ph3573"/>
            <p:cNvSpPr/>
            <p:nvPr/>
          </p:nvSpPr>
          <p:spPr>
            <a:xfrm>
              <a:off x="4815816" y="36686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74" name="ph3574"/>
            <p:cNvSpPr/>
            <p:nvPr/>
          </p:nvSpPr>
          <p:spPr>
            <a:xfrm>
              <a:off x="4828329" y="36686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75" name="ph3575"/>
            <p:cNvSpPr/>
            <p:nvPr/>
          </p:nvSpPr>
          <p:spPr>
            <a:xfrm>
              <a:off x="4840841" y="36686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76" name="ph3576"/>
            <p:cNvSpPr/>
            <p:nvPr/>
          </p:nvSpPr>
          <p:spPr>
            <a:xfrm>
              <a:off x="4853353" y="36686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77" name="ph3577"/>
            <p:cNvSpPr/>
            <p:nvPr/>
          </p:nvSpPr>
          <p:spPr>
            <a:xfrm>
              <a:off x="2826351" y="36840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78" name="ph3578"/>
            <p:cNvSpPr/>
            <p:nvPr/>
          </p:nvSpPr>
          <p:spPr>
            <a:xfrm>
              <a:off x="2838863" y="36840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79" name="ph3579"/>
            <p:cNvSpPr/>
            <p:nvPr/>
          </p:nvSpPr>
          <p:spPr>
            <a:xfrm>
              <a:off x="2851376" y="36840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80" name="ph3580"/>
            <p:cNvSpPr/>
            <p:nvPr/>
          </p:nvSpPr>
          <p:spPr>
            <a:xfrm>
              <a:off x="2863888" y="36840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81" name="ph3581"/>
            <p:cNvSpPr/>
            <p:nvPr/>
          </p:nvSpPr>
          <p:spPr>
            <a:xfrm>
              <a:off x="4578081" y="36840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82" name="ph3582"/>
            <p:cNvSpPr/>
            <p:nvPr/>
          </p:nvSpPr>
          <p:spPr>
            <a:xfrm>
              <a:off x="4590595" y="36840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83" name="ph3583"/>
            <p:cNvSpPr/>
            <p:nvPr/>
          </p:nvSpPr>
          <p:spPr>
            <a:xfrm>
              <a:off x="4603107" y="36840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84" name="ph3584"/>
            <p:cNvSpPr/>
            <p:nvPr/>
          </p:nvSpPr>
          <p:spPr>
            <a:xfrm>
              <a:off x="4615619" y="36840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85" name="ph3585"/>
            <p:cNvSpPr/>
            <p:nvPr/>
          </p:nvSpPr>
          <p:spPr>
            <a:xfrm>
              <a:off x="4628131" y="36840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86" name="ph3586"/>
            <p:cNvSpPr/>
            <p:nvPr/>
          </p:nvSpPr>
          <p:spPr>
            <a:xfrm>
              <a:off x="4640644" y="36840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87" name="ph3587"/>
            <p:cNvSpPr/>
            <p:nvPr/>
          </p:nvSpPr>
          <p:spPr>
            <a:xfrm>
              <a:off x="4803304" y="36840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88" name="ph3588"/>
            <p:cNvSpPr/>
            <p:nvPr/>
          </p:nvSpPr>
          <p:spPr>
            <a:xfrm>
              <a:off x="4815816" y="36840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89" name="ph3589"/>
            <p:cNvSpPr/>
            <p:nvPr/>
          </p:nvSpPr>
          <p:spPr>
            <a:xfrm>
              <a:off x="4828329" y="36840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90" name="ph3590"/>
            <p:cNvSpPr/>
            <p:nvPr/>
          </p:nvSpPr>
          <p:spPr>
            <a:xfrm>
              <a:off x="4840841" y="36840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91" name="ph3591"/>
            <p:cNvSpPr/>
            <p:nvPr/>
          </p:nvSpPr>
          <p:spPr>
            <a:xfrm>
              <a:off x="4853353" y="36840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92" name="ph3592"/>
            <p:cNvSpPr/>
            <p:nvPr/>
          </p:nvSpPr>
          <p:spPr>
            <a:xfrm>
              <a:off x="2826351" y="36994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93" name="ph3593"/>
            <p:cNvSpPr/>
            <p:nvPr/>
          </p:nvSpPr>
          <p:spPr>
            <a:xfrm>
              <a:off x="2838863" y="36994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94" name="ph3594"/>
            <p:cNvSpPr/>
            <p:nvPr/>
          </p:nvSpPr>
          <p:spPr>
            <a:xfrm>
              <a:off x="2851376" y="36994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95" name="ph3595"/>
            <p:cNvSpPr/>
            <p:nvPr/>
          </p:nvSpPr>
          <p:spPr>
            <a:xfrm>
              <a:off x="2863888" y="36994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96" name="ph3596"/>
            <p:cNvSpPr/>
            <p:nvPr/>
          </p:nvSpPr>
          <p:spPr>
            <a:xfrm>
              <a:off x="2876400" y="36994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97" name="ph3597"/>
            <p:cNvSpPr/>
            <p:nvPr/>
          </p:nvSpPr>
          <p:spPr>
            <a:xfrm>
              <a:off x="4578081" y="36994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98" name="ph3598"/>
            <p:cNvSpPr/>
            <p:nvPr/>
          </p:nvSpPr>
          <p:spPr>
            <a:xfrm>
              <a:off x="4590595" y="36994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99" name="ph3599"/>
            <p:cNvSpPr/>
            <p:nvPr/>
          </p:nvSpPr>
          <p:spPr>
            <a:xfrm>
              <a:off x="4603107" y="36994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00" name="ph3600"/>
            <p:cNvSpPr/>
            <p:nvPr/>
          </p:nvSpPr>
          <p:spPr>
            <a:xfrm>
              <a:off x="4615619" y="36994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01" name="ph3601"/>
            <p:cNvSpPr/>
            <p:nvPr/>
          </p:nvSpPr>
          <p:spPr>
            <a:xfrm>
              <a:off x="4628131" y="36994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02" name="ph3602"/>
            <p:cNvSpPr/>
            <p:nvPr/>
          </p:nvSpPr>
          <p:spPr>
            <a:xfrm>
              <a:off x="4640644" y="36994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03" name="ph3603"/>
            <p:cNvSpPr/>
            <p:nvPr/>
          </p:nvSpPr>
          <p:spPr>
            <a:xfrm>
              <a:off x="4803304" y="36994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04" name="ph3604"/>
            <p:cNvSpPr/>
            <p:nvPr/>
          </p:nvSpPr>
          <p:spPr>
            <a:xfrm>
              <a:off x="4815816" y="36994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05" name="ph3605"/>
            <p:cNvSpPr/>
            <p:nvPr/>
          </p:nvSpPr>
          <p:spPr>
            <a:xfrm>
              <a:off x="4828329" y="36994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06" name="ph3606"/>
            <p:cNvSpPr/>
            <p:nvPr/>
          </p:nvSpPr>
          <p:spPr>
            <a:xfrm>
              <a:off x="4840841" y="36994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07" name="ph3607"/>
            <p:cNvSpPr/>
            <p:nvPr/>
          </p:nvSpPr>
          <p:spPr>
            <a:xfrm>
              <a:off x="4853353" y="36994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08" name="ph3608"/>
            <p:cNvSpPr/>
            <p:nvPr/>
          </p:nvSpPr>
          <p:spPr>
            <a:xfrm>
              <a:off x="2826351" y="37148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09" name="ph3609"/>
            <p:cNvSpPr/>
            <p:nvPr/>
          </p:nvSpPr>
          <p:spPr>
            <a:xfrm>
              <a:off x="2838863" y="37148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10" name="ph3610"/>
            <p:cNvSpPr/>
            <p:nvPr/>
          </p:nvSpPr>
          <p:spPr>
            <a:xfrm>
              <a:off x="2851376" y="37148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11" name="ph3611"/>
            <p:cNvSpPr/>
            <p:nvPr/>
          </p:nvSpPr>
          <p:spPr>
            <a:xfrm>
              <a:off x="2863888" y="37148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12" name="ph3612"/>
            <p:cNvSpPr/>
            <p:nvPr/>
          </p:nvSpPr>
          <p:spPr>
            <a:xfrm>
              <a:off x="2876400" y="37148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13" name="ph3613"/>
            <p:cNvSpPr/>
            <p:nvPr/>
          </p:nvSpPr>
          <p:spPr>
            <a:xfrm>
              <a:off x="4590595" y="37148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14" name="ph3614"/>
            <p:cNvSpPr/>
            <p:nvPr/>
          </p:nvSpPr>
          <p:spPr>
            <a:xfrm>
              <a:off x="4603107" y="37148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15" name="ph3615"/>
            <p:cNvSpPr/>
            <p:nvPr/>
          </p:nvSpPr>
          <p:spPr>
            <a:xfrm>
              <a:off x="4615619" y="37148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16" name="ph3616"/>
            <p:cNvSpPr/>
            <p:nvPr/>
          </p:nvSpPr>
          <p:spPr>
            <a:xfrm>
              <a:off x="4628131" y="37148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17" name="ph3617"/>
            <p:cNvSpPr/>
            <p:nvPr/>
          </p:nvSpPr>
          <p:spPr>
            <a:xfrm>
              <a:off x="4640644" y="37148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18" name="ph3618"/>
            <p:cNvSpPr/>
            <p:nvPr/>
          </p:nvSpPr>
          <p:spPr>
            <a:xfrm>
              <a:off x="4803304" y="37148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19" name="ph3619"/>
            <p:cNvSpPr/>
            <p:nvPr/>
          </p:nvSpPr>
          <p:spPr>
            <a:xfrm>
              <a:off x="4815816" y="37148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20" name="ph3620"/>
            <p:cNvSpPr/>
            <p:nvPr/>
          </p:nvSpPr>
          <p:spPr>
            <a:xfrm>
              <a:off x="4828329" y="37148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21" name="ph3621"/>
            <p:cNvSpPr/>
            <p:nvPr/>
          </p:nvSpPr>
          <p:spPr>
            <a:xfrm>
              <a:off x="4840841" y="37148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22" name="ph3622"/>
            <p:cNvSpPr/>
            <p:nvPr/>
          </p:nvSpPr>
          <p:spPr>
            <a:xfrm>
              <a:off x="2838863" y="37301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23" name="ph3623"/>
            <p:cNvSpPr/>
            <p:nvPr/>
          </p:nvSpPr>
          <p:spPr>
            <a:xfrm>
              <a:off x="2851376" y="37301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24" name="ph3624"/>
            <p:cNvSpPr/>
            <p:nvPr/>
          </p:nvSpPr>
          <p:spPr>
            <a:xfrm>
              <a:off x="2863888" y="37301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25" name="ph3625"/>
            <p:cNvSpPr/>
            <p:nvPr/>
          </p:nvSpPr>
          <p:spPr>
            <a:xfrm>
              <a:off x="2876400" y="37301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26" name="ph3626"/>
            <p:cNvSpPr/>
            <p:nvPr/>
          </p:nvSpPr>
          <p:spPr>
            <a:xfrm>
              <a:off x="2888913" y="37301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27" name="ph3627"/>
            <p:cNvSpPr/>
            <p:nvPr/>
          </p:nvSpPr>
          <p:spPr>
            <a:xfrm>
              <a:off x="4603107" y="37301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28" name="ph3628"/>
            <p:cNvSpPr/>
            <p:nvPr/>
          </p:nvSpPr>
          <p:spPr>
            <a:xfrm>
              <a:off x="4615619" y="37301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29" name="ph3629"/>
            <p:cNvSpPr/>
            <p:nvPr/>
          </p:nvSpPr>
          <p:spPr>
            <a:xfrm>
              <a:off x="4628131" y="37301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30" name="ph3630"/>
            <p:cNvSpPr/>
            <p:nvPr/>
          </p:nvSpPr>
          <p:spPr>
            <a:xfrm>
              <a:off x="4640644" y="37301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31" name="ph3631"/>
            <p:cNvSpPr/>
            <p:nvPr/>
          </p:nvSpPr>
          <p:spPr>
            <a:xfrm>
              <a:off x="4653156" y="37301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32" name="ph3632"/>
            <p:cNvSpPr/>
            <p:nvPr/>
          </p:nvSpPr>
          <p:spPr>
            <a:xfrm>
              <a:off x="4803304" y="37301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33" name="ph3633"/>
            <p:cNvSpPr/>
            <p:nvPr/>
          </p:nvSpPr>
          <p:spPr>
            <a:xfrm>
              <a:off x="4815816" y="37301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34" name="ph3634"/>
            <p:cNvSpPr/>
            <p:nvPr/>
          </p:nvSpPr>
          <p:spPr>
            <a:xfrm>
              <a:off x="4828329" y="37301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35" name="ph3635"/>
            <p:cNvSpPr/>
            <p:nvPr/>
          </p:nvSpPr>
          <p:spPr>
            <a:xfrm>
              <a:off x="4840841" y="37301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36" name="ph3636"/>
            <p:cNvSpPr/>
            <p:nvPr/>
          </p:nvSpPr>
          <p:spPr>
            <a:xfrm>
              <a:off x="2838863" y="37455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37" name="ph3637"/>
            <p:cNvSpPr/>
            <p:nvPr/>
          </p:nvSpPr>
          <p:spPr>
            <a:xfrm>
              <a:off x="2851376" y="37455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38" name="ph3638"/>
            <p:cNvSpPr/>
            <p:nvPr/>
          </p:nvSpPr>
          <p:spPr>
            <a:xfrm>
              <a:off x="2863888" y="37455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39" name="ph3639"/>
            <p:cNvSpPr/>
            <p:nvPr/>
          </p:nvSpPr>
          <p:spPr>
            <a:xfrm>
              <a:off x="2876400" y="37455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40" name="ph3640"/>
            <p:cNvSpPr/>
            <p:nvPr/>
          </p:nvSpPr>
          <p:spPr>
            <a:xfrm>
              <a:off x="2888913" y="37455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41" name="ph3641"/>
            <p:cNvSpPr/>
            <p:nvPr/>
          </p:nvSpPr>
          <p:spPr>
            <a:xfrm>
              <a:off x="2901425" y="37455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42" name="ph3642"/>
            <p:cNvSpPr/>
            <p:nvPr/>
          </p:nvSpPr>
          <p:spPr>
            <a:xfrm>
              <a:off x="4603107" y="37455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43" name="ph3643"/>
            <p:cNvSpPr/>
            <p:nvPr/>
          </p:nvSpPr>
          <p:spPr>
            <a:xfrm>
              <a:off x="4615619" y="37455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44" name="ph3644"/>
            <p:cNvSpPr/>
            <p:nvPr/>
          </p:nvSpPr>
          <p:spPr>
            <a:xfrm>
              <a:off x="4628131" y="37455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45" name="ph3645"/>
            <p:cNvSpPr/>
            <p:nvPr/>
          </p:nvSpPr>
          <p:spPr>
            <a:xfrm>
              <a:off x="4640644" y="37455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46" name="ph3646"/>
            <p:cNvSpPr/>
            <p:nvPr/>
          </p:nvSpPr>
          <p:spPr>
            <a:xfrm>
              <a:off x="4653156" y="37455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47" name="ph3647"/>
            <p:cNvSpPr/>
            <p:nvPr/>
          </p:nvSpPr>
          <p:spPr>
            <a:xfrm>
              <a:off x="4803304" y="37455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48" name="ph3648"/>
            <p:cNvSpPr/>
            <p:nvPr/>
          </p:nvSpPr>
          <p:spPr>
            <a:xfrm>
              <a:off x="4815816" y="37455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49" name="ph3649"/>
            <p:cNvSpPr/>
            <p:nvPr/>
          </p:nvSpPr>
          <p:spPr>
            <a:xfrm>
              <a:off x="4828329" y="37455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50" name="ph3650"/>
            <p:cNvSpPr/>
            <p:nvPr/>
          </p:nvSpPr>
          <p:spPr>
            <a:xfrm>
              <a:off x="4840841" y="37455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51" name="ph3651"/>
            <p:cNvSpPr/>
            <p:nvPr/>
          </p:nvSpPr>
          <p:spPr>
            <a:xfrm>
              <a:off x="2851376" y="3760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52" name="ph3652"/>
            <p:cNvSpPr/>
            <p:nvPr/>
          </p:nvSpPr>
          <p:spPr>
            <a:xfrm>
              <a:off x="2863888" y="3760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53" name="ph3653"/>
            <p:cNvSpPr/>
            <p:nvPr/>
          </p:nvSpPr>
          <p:spPr>
            <a:xfrm>
              <a:off x="2876400" y="3760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54" name="ph3654"/>
            <p:cNvSpPr/>
            <p:nvPr/>
          </p:nvSpPr>
          <p:spPr>
            <a:xfrm>
              <a:off x="2888913" y="3760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55" name="ph3655"/>
            <p:cNvSpPr/>
            <p:nvPr/>
          </p:nvSpPr>
          <p:spPr>
            <a:xfrm>
              <a:off x="2901425" y="3760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56" name="ph3656"/>
            <p:cNvSpPr/>
            <p:nvPr/>
          </p:nvSpPr>
          <p:spPr>
            <a:xfrm>
              <a:off x="4603107" y="3760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57" name="ph3657"/>
            <p:cNvSpPr/>
            <p:nvPr/>
          </p:nvSpPr>
          <p:spPr>
            <a:xfrm>
              <a:off x="4615619" y="3760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58" name="ph3658"/>
            <p:cNvSpPr/>
            <p:nvPr/>
          </p:nvSpPr>
          <p:spPr>
            <a:xfrm>
              <a:off x="4628131" y="3760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59" name="ph3659"/>
            <p:cNvSpPr/>
            <p:nvPr/>
          </p:nvSpPr>
          <p:spPr>
            <a:xfrm>
              <a:off x="4640644" y="3760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60" name="ph3660"/>
            <p:cNvSpPr/>
            <p:nvPr/>
          </p:nvSpPr>
          <p:spPr>
            <a:xfrm>
              <a:off x="4653156" y="3760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61" name="ph3661"/>
            <p:cNvSpPr/>
            <p:nvPr/>
          </p:nvSpPr>
          <p:spPr>
            <a:xfrm>
              <a:off x="4665668" y="3760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62" name="ph3662"/>
            <p:cNvSpPr/>
            <p:nvPr/>
          </p:nvSpPr>
          <p:spPr>
            <a:xfrm>
              <a:off x="4678180" y="3760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63" name="ph3663"/>
            <p:cNvSpPr/>
            <p:nvPr/>
          </p:nvSpPr>
          <p:spPr>
            <a:xfrm>
              <a:off x="4690693" y="3760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64" name="ph3664"/>
            <p:cNvSpPr/>
            <p:nvPr/>
          </p:nvSpPr>
          <p:spPr>
            <a:xfrm>
              <a:off x="4803304" y="3760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65" name="ph3665"/>
            <p:cNvSpPr/>
            <p:nvPr/>
          </p:nvSpPr>
          <p:spPr>
            <a:xfrm>
              <a:off x="4815816" y="3760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66" name="ph3666"/>
            <p:cNvSpPr/>
            <p:nvPr/>
          </p:nvSpPr>
          <p:spPr>
            <a:xfrm>
              <a:off x="4828329" y="3760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67" name="ph3667"/>
            <p:cNvSpPr/>
            <p:nvPr/>
          </p:nvSpPr>
          <p:spPr>
            <a:xfrm>
              <a:off x="4840841" y="3760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68" name="ph3668"/>
            <p:cNvSpPr/>
            <p:nvPr/>
          </p:nvSpPr>
          <p:spPr>
            <a:xfrm>
              <a:off x="2863888" y="3776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69" name="ph3669"/>
            <p:cNvSpPr/>
            <p:nvPr/>
          </p:nvSpPr>
          <p:spPr>
            <a:xfrm>
              <a:off x="2876400" y="3776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70" name="ph3670"/>
            <p:cNvSpPr/>
            <p:nvPr/>
          </p:nvSpPr>
          <p:spPr>
            <a:xfrm>
              <a:off x="2888913" y="3776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71" name="ph3671"/>
            <p:cNvSpPr/>
            <p:nvPr/>
          </p:nvSpPr>
          <p:spPr>
            <a:xfrm>
              <a:off x="2901425" y="3776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72" name="ph3672"/>
            <p:cNvSpPr/>
            <p:nvPr/>
          </p:nvSpPr>
          <p:spPr>
            <a:xfrm>
              <a:off x="4615619" y="3776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73" name="ph3673"/>
            <p:cNvSpPr/>
            <p:nvPr/>
          </p:nvSpPr>
          <p:spPr>
            <a:xfrm>
              <a:off x="4628131" y="3776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74" name="ph3674"/>
            <p:cNvSpPr/>
            <p:nvPr/>
          </p:nvSpPr>
          <p:spPr>
            <a:xfrm>
              <a:off x="4640644" y="3776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75" name="ph3675"/>
            <p:cNvSpPr/>
            <p:nvPr/>
          </p:nvSpPr>
          <p:spPr>
            <a:xfrm>
              <a:off x="4653156" y="3776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76" name="ph3676"/>
            <p:cNvSpPr/>
            <p:nvPr/>
          </p:nvSpPr>
          <p:spPr>
            <a:xfrm>
              <a:off x="4665668" y="3776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77" name="ph3677"/>
            <p:cNvSpPr/>
            <p:nvPr/>
          </p:nvSpPr>
          <p:spPr>
            <a:xfrm>
              <a:off x="4678180" y="3776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78" name="ph3678"/>
            <p:cNvSpPr/>
            <p:nvPr/>
          </p:nvSpPr>
          <p:spPr>
            <a:xfrm>
              <a:off x="4690693" y="3776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79" name="ph3679"/>
            <p:cNvSpPr/>
            <p:nvPr/>
          </p:nvSpPr>
          <p:spPr>
            <a:xfrm>
              <a:off x="4703205" y="3776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80" name="ph3680"/>
            <p:cNvSpPr/>
            <p:nvPr/>
          </p:nvSpPr>
          <p:spPr>
            <a:xfrm>
              <a:off x="4790792" y="3776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81" name="ph3681"/>
            <p:cNvSpPr/>
            <p:nvPr/>
          </p:nvSpPr>
          <p:spPr>
            <a:xfrm>
              <a:off x="4803304" y="3776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82" name="ph3682"/>
            <p:cNvSpPr/>
            <p:nvPr/>
          </p:nvSpPr>
          <p:spPr>
            <a:xfrm>
              <a:off x="4815816" y="3776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83" name="ph3683"/>
            <p:cNvSpPr/>
            <p:nvPr/>
          </p:nvSpPr>
          <p:spPr>
            <a:xfrm>
              <a:off x="4828329" y="3776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84" name="ph3684"/>
            <p:cNvSpPr/>
            <p:nvPr/>
          </p:nvSpPr>
          <p:spPr>
            <a:xfrm>
              <a:off x="4840841" y="3776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85" name="ph3685"/>
            <p:cNvSpPr/>
            <p:nvPr/>
          </p:nvSpPr>
          <p:spPr>
            <a:xfrm>
              <a:off x="2863888" y="3791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86" name="ph3686"/>
            <p:cNvSpPr/>
            <p:nvPr/>
          </p:nvSpPr>
          <p:spPr>
            <a:xfrm>
              <a:off x="2876400" y="3791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87" name="ph3687"/>
            <p:cNvSpPr/>
            <p:nvPr/>
          </p:nvSpPr>
          <p:spPr>
            <a:xfrm>
              <a:off x="2888913" y="3791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88" name="ph3688"/>
            <p:cNvSpPr/>
            <p:nvPr/>
          </p:nvSpPr>
          <p:spPr>
            <a:xfrm>
              <a:off x="2901425" y="3791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89" name="ph3689"/>
            <p:cNvSpPr/>
            <p:nvPr/>
          </p:nvSpPr>
          <p:spPr>
            <a:xfrm>
              <a:off x="4628131" y="3791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90" name="ph3690"/>
            <p:cNvSpPr/>
            <p:nvPr/>
          </p:nvSpPr>
          <p:spPr>
            <a:xfrm>
              <a:off x="4640644" y="3791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91" name="ph3691"/>
            <p:cNvSpPr/>
            <p:nvPr/>
          </p:nvSpPr>
          <p:spPr>
            <a:xfrm>
              <a:off x="4653156" y="3791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92" name="ph3692"/>
            <p:cNvSpPr/>
            <p:nvPr/>
          </p:nvSpPr>
          <p:spPr>
            <a:xfrm>
              <a:off x="4665668" y="3791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93" name="ph3693"/>
            <p:cNvSpPr/>
            <p:nvPr/>
          </p:nvSpPr>
          <p:spPr>
            <a:xfrm>
              <a:off x="4678180" y="3791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94" name="ph3694"/>
            <p:cNvSpPr/>
            <p:nvPr/>
          </p:nvSpPr>
          <p:spPr>
            <a:xfrm>
              <a:off x="4690693" y="3791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95" name="ph3695"/>
            <p:cNvSpPr/>
            <p:nvPr/>
          </p:nvSpPr>
          <p:spPr>
            <a:xfrm>
              <a:off x="4703205" y="3791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96" name="ph3696"/>
            <p:cNvSpPr/>
            <p:nvPr/>
          </p:nvSpPr>
          <p:spPr>
            <a:xfrm>
              <a:off x="4790792" y="3791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97" name="ph3697"/>
            <p:cNvSpPr/>
            <p:nvPr/>
          </p:nvSpPr>
          <p:spPr>
            <a:xfrm>
              <a:off x="4803304" y="3791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98" name="ph3698"/>
            <p:cNvSpPr/>
            <p:nvPr/>
          </p:nvSpPr>
          <p:spPr>
            <a:xfrm>
              <a:off x="4815816" y="3791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99" name="ph3699"/>
            <p:cNvSpPr/>
            <p:nvPr/>
          </p:nvSpPr>
          <p:spPr>
            <a:xfrm>
              <a:off x="4828329" y="3791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00" name="ph3700"/>
            <p:cNvSpPr/>
            <p:nvPr/>
          </p:nvSpPr>
          <p:spPr>
            <a:xfrm>
              <a:off x="4840841" y="3791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01" name="ph3701"/>
            <p:cNvSpPr/>
            <p:nvPr/>
          </p:nvSpPr>
          <p:spPr>
            <a:xfrm>
              <a:off x="2851376" y="3807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02" name="ph3702"/>
            <p:cNvSpPr/>
            <p:nvPr/>
          </p:nvSpPr>
          <p:spPr>
            <a:xfrm>
              <a:off x="2863888" y="3807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03" name="ph3703"/>
            <p:cNvSpPr/>
            <p:nvPr/>
          </p:nvSpPr>
          <p:spPr>
            <a:xfrm>
              <a:off x="2876400" y="3807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04" name="ph3704"/>
            <p:cNvSpPr/>
            <p:nvPr/>
          </p:nvSpPr>
          <p:spPr>
            <a:xfrm>
              <a:off x="2888913" y="3807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05" name="ph3705"/>
            <p:cNvSpPr/>
            <p:nvPr/>
          </p:nvSpPr>
          <p:spPr>
            <a:xfrm>
              <a:off x="2901425" y="3807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06" name="ph3706"/>
            <p:cNvSpPr/>
            <p:nvPr/>
          </p:nvSpPr>
          <p:spPr>
            <a:xfrm>
              <a:off x="4640644" y="3807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07" name="ph3707"/>
            <p:cNvSpPr/>
            <p:nvPr/>
          </p:nvSpPr>
          <p:spPr>
            <a:xfrm>
              <a:off x="4653156" y="3807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08" name="ph3708"/>
            <p:cNvSpPr/>
            <p:nvPr/>
          </p:nvSpPr>
          <p:spPr>
            <a:xfrm>
              <a:off x="4665668" y="3807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09" name="ph3709"/>
            <p:cNvSpPr/>
            <p:nvPr/>
          </p:nvSpPr>
          <p:spPr>
            <a:xfrm>
              <a:off x="4678180" y="3807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10" name="ph3710"/>
            <p:cNvSpPr/>
            <p:nvPr/>
          </p:nvSpPr>
          <p:spPr>
            <a:xfrm>
              <a:off x="4690693" y="3807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11" name="ph3711"/>
            <p:cNvSpPr/>
            <p:nvPr/>
          </p:nvSpPr>
          <p:spPr>
            <a:xfrm>
              <a:off x="4703205" y="3807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12" name="ph3712"/>
            <p:cNvSpPr/>
            <p:nvPr/>
          </p:nvSpPr>
          <p:spPr>
            <a:xfrm>
              <a:off x="4715717" y="3807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13" name="ph3713"/>
            <p:cNvSpPr/>
            <p:nvPr/>
          </p:nvSpPr>
          <p:spPr>
            <a:xfrm>
              <a:off x="4778280" y="3807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14" name="ph3714"/>
            <p:cNvSpPr/>
            <p:nvPr/>
          </p:nvSpPr>
          <p:spPr>
            <a:xfrm>
              <a:off x="4790792" y="3807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15" name="ph3715"/>
            <p:cNvSpPr/>
            <p:nvPr/>
          </p:nvSpPr>
          <p:spPr>
            <a:xfrm>
              <a:off x="4803304" y="3807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16" name="ph3716"/>
            <p:cNvSpPr/>
            <p:nvPr/>
          </p:nvSpPr>
          <p:spPr>
            <a:xfrm>
              <a:off x="4815816" y="3807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17" name="ph3717"/>
            <p:cNvSpPr/>
            <p:nvPr/>
          </p:nvSpPr>
          <p:spPr>
            <a:xfrm>
              <a:off x="4828329" y="3807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18" name="ph3718"/>
            <p:cNvSpPr/>
            <p:nvPr/>
          </p:nvSpPr>
          <p:spPr>
            <a:xfrm>
              <a:off x="4840841" y="3807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19" name="ph3719"/>
            <p:cNvSpPr/>
            <p:nvPr/>
          </p:nvSpPr>
          <p:spPr>
            <a:xfrm>
              <a:off x="2851376" y="38224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20" name="ph3720"/>
            <p:cNvSpPr/>
            <p:nvPr/>
          </p:nvSpPr>
          <p:spPr>
            <a:xfrm>
              <a:off x="2863888" y="38224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21" name="ph3721"/>
            <p:cNvSpPr/>
            <p:nvPr/>
          </p:nvSpPr>
          <p:spPr>
            <a:xfrm>
              <a:off x="2876400" y="38224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22" name="ph3722"/>
            <p:cNvSpPr/>
            <p:nvPr/>
          </p:nvSpPr>
          <p:spPr>
            <a:xfrm>
              <a:off x="2888913" y="38224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23" name="ph3723"/>
            <p:cNvSpPr/>
            <p:nvPr/>
          </p:nvSpPr>
          <p:spPr>
            <a:xfrm>
              <a:off x="2901425" y="38224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24" name="ph3724"/>
            <p:cNvSpPr/>
            <p:nvPr/>
          </p:nvSpPr>
          <p:spPr>
            <a:xfrm>
              <a:off x="4665668" y="38224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25" name="ph3725"/>
            <p:cNvSpPr/>
            <p:nvPr/>
          </p:nvSpPr>
          <p:spPr>
            <a:xfrm>
              <a:off x="4678180" y="38224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26" name="ph3726"/>
            <p:cNvSpPr/>
            <p:nvPr/>
          </p:nvSpPr>
          <p:spPr>
            <a:xfrm>
              <a:off x="4690693" y="38224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27" name="ph3727"/>
            <p:cNvSpPr/>
            <p:nvPr/>
          </p:nvSpPr>
          <p:spPr>
            <a:xfrm>
              <a:off x="4703205" y="38224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28" name="ph3728"/>
            <p:cNvSpPr/>
            <p:nvPr/>
          </p:nvSpPr>
          <p:spPr>
            <a:xfrm>
              <a:off x="4715717" y="38224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29" name="ph3729"/>
            <p:cNvSpPr/>
            <p:nvPr/>
          </p:nvSpPr>
          <p:spPr>
            <a:xfrm>
              <a:off x="4778280" y="38224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30" name="ph3730"/>
            <p:cNvSpPr/>
            <p:nvPr/>
          </p:nvSpPr>
          <p:spPr>
            <a:xfrm>
              <a:off x="4790792" y="38224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31" name="ph3731"/>
            <p:cNvSpPr/>
            <p:nvPr/>
          </p:nvSpPr>
          <p:spPr>
            <a:xfrm>
              <a:off x="4803304" y="38224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32" name="ph3732"/>
            <p:cNvSpPr/>
            <p:nvPr/>
          </p:nvSpPr>
          <p:spPr>
            <a:xfrm>
              <a:off x="4815816" y="38224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33" name="ph3733"/>
            <p:cNvSpPr/>
            <p:nvPr/>
          </p:nvSpPr>
          <p:spPr>
            <a:xfrm>
              <a:off x="4828329" y="38224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34" name="ph3734"/>
            <p:cNvSpPr/>
            <p:nvPr/>
          </p:nvSpPr>
          <p:spPr>
            <a:xfrm>
              <a:off x="2838863" y="38378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35" name="ph3735"/>
            <p:cNvSpPr/>
            <p:nvPr/>
          </p:nvSpPr>
          <p:spPr>
            <a:xfrm>
              <a:off x="2851376" y="38378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36" name="ph3736"/>
            <p:cNvSpPr/>
            <p:nvPr/>
          </p:nvSpPr>
          <p:spPr>
            <a:xfrm>
              <a:off x="2863888" y="38378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37" name="ph3737"/>
            <p:cNvSpPr/>
            <p:nvPr/>
          </p:nvSpPr>
          <p:spPr>
            <a:xfrm>
              <a:off x="2876400" y="38378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38" name="ph3738"/>
            <p:cNvSpPr/>
            <p:nvPr/>
          </p:nvSpPr>
          <p:spPr>
            <a:xfrm>
              <a:off x="2888913" y="38378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39" name="ph3739"/>
            <p:cNvSpPr/>
            <p:nvPr/>
          </p:nvSpPr>
          <p:spPr>
            <a:xfrm>
              <a:off x="4678180" y="38378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40" name="ph3740"/>
            <p:cNvSpPr/>
            <p:nvPr/>
          </p:nvSpPr>
          <p:spPr>
            <a:xfrm>
              <a:off x="4690693" y="38378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41" name="ph3741"/>
            <p:cNvSpPr/>
            <p:nvPr/>
          </p:nvSpPr>
          <p:spPr>
            <a:xfrm>
              <a:off x="4703205" y="38378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42" name="ph3742"/>
            <p:cNvSpPr/>
            <p:nvPr/>
          </p:nvSpPr>
          <p:spPr>
            <a:xfrm>
              <a:off x="4715717" y="38378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43" name="ph3743"/>
            <p:cNvSpPr/>
            <p:nvPr/>
          </p:nvSpPr>
          <p:spPr>
            <a:xfrm>
              <a:off x="4728231" y="38378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44" name="ph3744"/>
            <p:cNvSpPr/>
            <p:nvPr/>
          </p:nvSpPr>
          <p:spPr>
            <a:xfrm>
              <a:off x="4740743" y="38378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45" name="ph3745"/>
            <p:cNvSpPr/>
            <p:nvPr/>
          </p:nvSpPr>
          <p:spPr>
            <a:xfrm>
              <a:off x="4765767" y="38378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46" name="ph3746"/>
            <p:cNvSpPr/>
            <p:nvPr/>
          </p:nvSpPr>
          <p:spPr>
            <a:xfrm>
              <a:off x="4778280" y="38378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47" name="ph3747"/>
            <p:cNvSpPr/>
            <p:nvPr/>
          </p:nvSpPr>
          <p:spPr>
            <a:xfrm>
              <a:off x="4790792" y="38378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48" name="ph3748"/>
            <p:cNvSpPr/>
            <p:nvPr/>
          </p:nvSpPr>
          <p:spPr>
            <a:xfrm>
              <a:off x="4803304" y="38378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49" name="ph3749"/>
            <p:cNvSpPr/>
            <p:nvPr/>
          </p:nvSpPr>
          <p:spPr>
            <a:xfrm>
              <a:off x="4815816" y="38378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50" name="ph3750"/>
            <p:cNvSpPr/>
            <p:nvPr/>
          </p:nvSpPr>
          <p:spPr>
            <a:xfrm>
              <a:off x="2826351" y="38532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51" name="ph3751"/>
            <p:cNvSpPr/>
            <p:nvPr/>
          </p:nvSpPr>
          <p:spPr>
            <a:xfrm>
              <a:off x="2838863" y="38532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52" name="ph3752"/>
            <p:cNvSpPr/>
            <p:nvPr/>
          </p:nvSpPr>
          <p:spPr>
            <a:xfrm>
              <a:off x="2851376" y="38532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53" name="ph3753"/>
            <p:cNvSpPr/>
            <p:nvPr/>
          </p:nvSpPr>
          <p:spPr>
            <a:xfrm>
              <a:off x="2863888" y="38532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54" name="ph3754"/>
            <p:cNvSpPr/>
            <p:nvPr/>
          </p:nvSpPr>
          <p:spPr>
            <a:xfrm>
              <a:off x="2876400" y="38532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55" name="ph3755"/>
            <p:cNvSpPr/>
            <p:nvPr/>
          </p:nvSpPr>
          <p:spPr>
            <a:xfrm>
              <a:off x="2888913" y="38532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56" name="ph3756"/>
            <p:cNvSpPr/>
            <p:nvPr/>
          </p:nvSpPr>
          <p:spPr>
            <a:xfrm>
              <a:off x="4678180" y="38532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57" name="ph3757"/>
            <p:cNvSpPr/>
            <p:nvPr/>
          </p:nvSpPr>
          <p:spPr>
            <a:xfrm>
              <a:off x="4690693" y="38532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58" name="ph3758"/>
            <p:cNvSpPr/>
            <p:nvPr/>
          </p:nvSpPr>
          <p:spPr>
            <a:xfrm>
              <a:off x="4703205" y="38532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59" name="ph3759"/>
            <p:cNvSpPr/>
            <p:nvPr/>
          </p:nvSpPr>
          <p:spPr>
            <a:xfrm>
              <a:off x="4715717" y="38532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60" name="ph3760"/>
            <p:cNvSpPr/>
            <p:nvPr/>
          </p:nvSpPr>
          <p:spPr>
            <a:xfrm>
              <a:off x="4728231" y="38532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61" name="ph3761"/>
            <p:cNvSpPr/>
            <p:nvPr/>
          </p:nvSpPr>
          <p:spPr>
            <a:xfrm>
              <a:off x="4740743" y="38532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62" name="ph3762"/>
            <p:cNvSpPr/>
            <p:nvPr/>
          </p:nvSpPr>
          <p:spPr>
            <a:xfrm>
              <a:off x="4753255" y="38532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63" name="ph3763"/>
            <p:cNvSpPr/>
            <p:nvPr/>
          </p:nvSpPr>
          <p:spPr>
            <a:xfrm>
              <a:off x="4765767" y="38532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64" name="ph3764"/>
            <p:cNvSpPr/>
            <p:nvPr/>
          </p:nvSpPr>
          <p:spPr>
            <a:xfrm>
              <a:off x="4778280" y="38532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65" name="ph3765"/>
            <p:cNvSpPr/>
            <p:nvPr/>
          </p:nvSpPr>
          <p:spPr>
            <a:xfrm>
              <a:off x="4790792" y="38532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66" name="ph3766"/>
            <p:cNvSpPr/>
            <p:nvPr/>
          </p:nvSpPr>
          <p:spPr>
            <a:xfrm>
              <a:off x="4803304" y="38532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67" name="ph3767"/>
            <p:cNvSpPr/>
            <p:nvPr/>
          </p:nvSpPr>
          <p:spPr>
            <a:xfrm>
              <a:off x="4815816" y="38532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68" name="ph3768"/>
            <p:cNvSpPr/>
            <p:nvPr/>
          </p:nvSpPr>
          <p:spPr>
            <a:xfrm>
              <a:off x="2826351" y="38685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69" name="ph3769"/>
            <p:cNvSpPr/>
            <p:nvPr/>
          </p:nvSpPr>
          <p:spPr>
            <a:xfrm>
              <a:off x="2838863" y="38685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70" name="ph3770"/>
            <p:cNvSpPr/>
            <p:nvPr/>
          </p:nvSpPr>
          <p:spPr>
            <a:xfrm>
              <a:off x="2851376" y="38685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71" name="ph3771"/>
            <p:cNvSpPr/>
            <p:nvPr/>
          </p:nvSpPr>
          <p:spPr>
            <a:xfrm>
              <a:off x="2863888" y="38685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72" name="ph3772"/>
            <p:cNvSpPr/>
            <p:nvPr/>
          </p:nvSpPr>
          <p:spPr>
            <a:xfrm>
              <a:off x="2876400" y="38685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73" name="ph3773"/>
            <p:cNvSpPr/>
            <p:nvPr/>
          </p:nvSpPr>
          <p:spPr>
            <a:xfrm>
              <a:off x="4678180" y="38685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74" name="ph3774"/>
            <p:cNvSpPr/>
            <p:nvPr/>
          </p:nvSpPr>
          <p:spPr>
            <a:xfrm>
              <a:off x="4690693" y="38685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75" name="ph3775"/>
            <p:cNvSpPr/>
            <p:nvPr/>
          </p:nvSpPr>
          <p:spPr>
            <a:xfrm>
              <a:off x="4703205" y="38685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76" name="ph3776"/>
            <p:cNvSpPr/>
            <p:nvPr/>
          </p:nvSpPr>
          <p:spPr>
            <a:xfrm>
              <a:off x="4715717" y="38685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77" name="ph3777"/>
            <p:cNvSpPr/>
            <p:nvPr/>
          </p:nvSpPr>
          <p:spPr>
            <a:xfrm>
              <a:off x="4728231" y="38685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78" name="ph3778"/>
            <p:cNvSpPr/>
            <p:nvPr/>
          </p:nvSpPr>
          <p:spPr>
            <a:xfrm>
              <a:off x="4740743" y="38685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79" name="ph3779"/>
            <p:cNvSpPr/>
            <p:nvPr/>
          </p:nvSpPr>
          <p:spPr>
            <a:xfrm>
              <a:off x="4753255" y="38685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80" name="ph3780"/>
            <p:cNvSpPr/>
            <p:nvPr/>
          </p:nvSpPr>
          <p:spPr>
            <a:xfrm>
              <a:off x="4765767" y="38685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81" name="ph3781"/>
            <p:cNvSpPr/>
            <p:nvPr/>
          </p:nvSpPr>
          <p:spPr>
            <a:xfrm>
              <a:off x="4778280" y="38685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82" name="ph3782"/>
            <p:cNvSpPr/>
            <p:nvPr/>
          </p:nvSpPr>
          <p:spPr>
            <a:xfrm>
              <a:off x="4790792" y="38685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83" name="ph3783"/>
            <p:cNvSpPr/>
            <p:nvPr/>
          </p:nvSpPr>
          <p:spPr>
            <a:xfrm>
              <a:off x="4803304" y="38685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84" name="ph3784"/>
            <p:cNvSpPr/>
            <p:nvPr/>
          </p:nvSpPr>
          <p:spPr>
            <a:xfrm>
              <a:off x="4815816" y="38685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85" name="ph3785"/>
            <p:cNvSpPr/>
            <p:nvPr/>
          </p:nvSpPr>
          <p:spPr>
            <a:xfrm>
              <a:off x="2826351" y="38839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86" name="ph3786"/>
            <p:cNvSpPr/>
            <p:nvPr/>
          </p:nvSpPr>
          <p:spPr>
            <a:xfrm>
              <a:off x="2838863" y="38839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87" name="ph3787"/>
            <p:cNvSpPr/>
            <p:nvPr/>
          </p:nvSpPr>
          <p:spPr>
            <a:xfrm>
              <a:off x="2851376" y="38839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88" name="ph3788"/>
            <p:cNvSpPr/>
            <p:nvPr/>
          </p:nvSpPr>
          <p:spPr>
            <a:xfrm>
              <a:off x="2863888" y="38839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89" name="ph3789"/>
            <p:cNvSpPr/>
            <p:nvPr/>
          </p:nvSpPr>
          <p:spPr>
            <a:xfrm>
              <a:off x="2876400" y="38839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90" name="ph3790"/>
            <p:cNvSpPr/>
            <p:nvPr/>
          </p:nvSpPr>
          <p:spPr>
            <a:xfrm>
              <a:off x="4678180" y="38839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91" name="ph3791"/>
            <p:cNvSpPr/>
            <p:nvPr/>
          </p:nvSpPr>
          <p:spPr>
            <a:xfrm>
              <a:off x="4690693" y="38839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92" name="ph3792"/>
            <p:cNvSpPr/>
            <p:nvPr/>
          </p:nvSpPr>
          <p:spPr>
            <a:xfrm>
              <a:off x="4703205" y="38839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93" name="ph3793"/>
            <p:cNvSpPr/>
            <p:nvPr/>
          </p:nvSpPr>
          <p:spPr>
            <a:xfrm>
              <a:off x="4715717" y="38839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94" name="ph3794"/>
            <p:cNvSpPr/>
            <p:nvPr/>
          </p:nvSpPr>
          <p:spPr>
            <a:xfrm>
              <a:off x="4728231" y="38839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95" name="ph3795"/>
            <p:cNvSpPr/>
            <p:nvPr/>
          </p:nvSpPr>
          <p:spPr>
            <a:xfrm>
              <a:off x="4740743" y="38839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96" name="ph3796"/>
            <p:cNvSpPr/>
            <p:nvPr/>
          </p:nvSpPr>
          <p:spPr>
            <a:xfrm>
              <a:off x="4753255" y="38839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97" name="ph3797"/>
            <p:cNvSpPr/>
            <p:nvPr/>
          </p:nvSpPr>
          <p:spPr>
            <a:xfrm>
              <a:off x="4765767" y="38839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98" name="ph3798"/>
            <p:cNvSpPr/>
            <p:nvPr/>
          </p:nvSpPr>
          <p:spPr>
            <a:xfrm>
              <a:off x="4778280" y="38839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99" name="ph3799"/>
            <p:cNvSpPr/>
            <p:nvPr/>
          </p:nvSpPr>
          <p:spPr>
            <a:xfrm>
              <a:off x="4790792" y="38839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00" name="ph3800"/>
            <p:cNvSpPr/>
            <p:nvPr/>
          </p:nvSpPr>
          <p:spPr>
            <a:xfrm>
              <a:off x="4803304" y="38839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01" name="ph3801"/>
            <p:cNvSpPr/>
            <p:nvPr/>
          </p:nvSpPr>
          <p:spPr>
            <a:xfrm>
              <a:off x="2813839" y="38993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02" name="ph3802"/>
            <p:cNvSpPr/>
            <p:nvPr/>
          </p:nvSpPr>
          <p:spPr>
            <a:xfrm>
              <a:off x="2826351" y="38993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03" name="ph3803"/>
            <p:cNvSpPr/>
            <p:nvPr/>
          </p:nvSpPr>
          <p:spPr>
            <a:xfrm>
              <a:off x="2838863" y="38993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04" name="ph3804"/>
            <p:cNvSpPr/>
            <p:nvPr/>
          </p:nvSpPr>
          <p:spPr>
            <a:xfrm>
              <a:off x="2851376" y="38993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05" name="ph3805"/>
            <p:cNvSpPr/>
            <p:nvPr/>
          </p:nvSpPr>
          <p:spPr>
            <a:xfrm>
              <a:off x="2863888" y="38993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06" name="ph3806"/>
            <p:cNvSpPr/>
            <p:nvPr/>
          </p:nvSpPr>
          <p:spPr>
            <a:xfrm>
              <a:off x="4690693" y="38993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07" name="ph3807"/>
            <p:cNvSpPr/>
            <p:nvPr/>
          </p:nvSpPr>
          <p:spPr>
            <a:xfrm>
              <a:off x="4703205" y="38993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08" name="ph3808"/>
            <p:cNvSpPr/>
            <p:nvPr/>
          </p:nvSpPr>
          <p:spPr>
            <a:xfrm>
              <a:off x="4715717" y="38993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09" name="ph3809"/>
            <p:cNvSpPr/>
            <p:nvPr/>
          </p:nvSpPr>
          <p:spPr>
            <a:xfrm>
              <a:off x="4728231" y="38993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10" name="ph3810"/>
            <p:cNvSpPr/>
            <p:nvPr/>
          </p:nvSpPr>
          <p:spPr>
            <a:xfrm>
              <a:off x="4740743" y="38993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11" name="ph3811"/>
            <p:cNvSpPr/>
            <p:nvPr/>
          </p:nvSpPr>
          <p:spPr>
            <a:xfrm>
              <a:off x="4753255" y="38993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12" name="ph3812"/>
            <p:cNvSpPr/>
            <p:nvPr/>
          </p:nvSpPr>
          <p:spPr>
            <a:xfrm>
              <a:off x="4765767" y="38993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13" name="ph3813"/>
            <p:cNvSpPr/>
            <p:nvPr/>
          </p:nvSpPr>
          <p:spPr>
            <a:xfrm>
              <a:off x="4778280" y="38993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14" name="ph3814"/>
            <p:cNvSpPr/>
            <p:nvPr/>
          </p:nvSpPr>
          <p:spPr>
            <a:xfrm>
              <a:off x="4790792" y="38993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15" name="ph3815"/>
            <p:cNvSpPr/>
            <p:nvPr/>
          </p:nvSpPr>
          <p:spPr>
            <a:xfrm>
              <a:off x="2813839" y="39147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16" name="ph3816"/>
            <p:cNvSpPr/>
            <p:nvPr/>
          </p:nvSpPr>
          <p:spPr>
            <a:xfrm>
              <a:off x="2826351" y="39147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17" name="ph3817"/>
            <p:cNvSpPr/>
            <p:nvPr/>
          </p:nvSpPr>
          <p:spPr>
            <a:xfrm>
              <a:off x="2838863" y="39147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18" name="ph3818"/>
            <p:cNvSpPr/>
            <p:nvPr/>
          </p:nvSpPr>
          <p:spPr>
            <a:xfrm>
              <a:off x="2851376" y="39147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19" name="ph3819"/>
            <p:cNvSpPr/>
            <p:nvPr/>
          </p:nvSpPr>
          <p:spPr>
            <a:xfrm>
              <a:off x="2863888" y="39147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20" name="ph3820"/>
            <p:cNvSpPr/>
            <p:nvPr/>
          </p:nvSpPr>
          <p:spPr>
            <a:xfrm>
              <a:off x="4703205" y="39147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21" name="ph3821"/>
            <p:cNvSpPr/>
            <p:nvPr/>
          </p:nvSpPr>
          <p:spPr>
            <a:xfrm>
              <a:off x="4715717" y="39147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22" name="ph3822"/>
            <p:cNvSpPr/>
            <p:nvPr/>
          </p:nvSpPr>
          <p:spPr>
            <a:xfrm>
              <a:off x="4728231" y="39147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23" name="ph3823"/>
            <p:cNvSpPr/>
            <p:nvPr/>
          </p:nvSpPr>
          <p:spPr>
            <a:xfrm>
              <a:off x="4740743" y="39147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24" name="ph3824"/>
            <p:cNvSpPr/>
            <p:nvPr/>
          </p:nvSpPr>
          <p:spPr>
            <a:xfrm>
              <a:off x="4753255" y="39147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25" name="ph3825"/>
            <p:cNvSpPr/>
            <p:nvPr/>
          </p:nvSpPr>
          <p:spPr>
            <a:xfrm>
              <a:off x="2813839" y="39300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26" name="ph3826"/>
            <p:cNvSpPr/>
            <p:nvPr/>
          </p:nvSpPr>
          <p:spPr>
            <a:xfrm>
              <a:off x="2826351" y="39300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27" name="ph3827"/>
            <p:cNvSpPr/>
            <p:nvPr/>
          </p:nvSpPr>
          <p:spPr>
            <a:xfrm>
              <a:off x="2838863" y="39300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28" name="ph3828"/>
            <p:cNvSpPr/>
            <p:nvPr/>
          </p:nvSpPr>
          <p:spPr>
            <a:xfrm>
              <a:off x="2851376" y="39300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29" name="ph3829"/>
            <p:cNvSpPr/>
            <p:nvPr/>
          </p:nvSpPr>
          <p:spPr>
            <a:xfrm>
              <a:off x="2863888" y="39300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30" name="ph3830"/>
            <p:cNvSpPr/>
            <p:nvPr/>
          </p:nvSpPr>
          <p:spPr>
            <a:xfrm>
              <a:off x="2813839" y="394545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31" name="ph3831"/>
            <p:cNvSpPr/>
            <p:nvPr/>
          </p:nvSpPr>
          <p:spPr>
            <a:xfrm>
              <a:off x="2826351" y="394545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32" name="ph3832"/>
            <p:cNvSpPr/>
            <p:nvPr/>
          </p:nvSpPr>
          <p:spPr>
            <a:xfrm>
              <a:off x="2838863" y="394545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33" name="ph3833"/>
            <p:cNvSpPr/>
            <p:nvPr/>
          </p:nvSpPr>
          <p:spPr>
            <a:xfrm>
              <a:off x="2851376" y="394545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34" name="ph3834"/>
            <p:cNvSpPr/>
            <p:nvPr/>
          </p:nvSpPr>
          <p:spPr>
            <a:xfrm>
              <a:off x="2801327" y="396083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35" name="ph3835"/>
            <p:cNvSpPr/>
            <p:nvPr/>
          </p:nvSpPr>
          <p:spPr>
            <a:xfrm>
              <a:off x="2813839" y="396083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36" name="ph3836"/>
            <p:cNvSpPr/>
            <p:nvPr/>
          </p:nvSpPr>
          <p:spPr>
            <a:xfrm>
              <a:off x="2826351" y="396083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37" name="ph3837"/>
            <p:cNvSpPr/>
            <p:nvPr/>
          </p:nvSpPr>
          <p:spPr>
            <a:xfrm>
              <a:off x="2838863" y="396083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38" name="ph3838"/>
            <p:cNvSpPr/>
            <p:nvPr/>
          </p:nvSpPr>
          <p:spPr>
            <a:xfrm>
              <a:off x="2851376" y="396083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39" name="ph3839"/>
            <p:cNvSpPr/>
            <p:nvPr/>
          </p:nvSpPr>
          <p:spPr>
            <a:xfrm>
              <a:off x="2801327" y="39762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40" name="ph3840"/>
            <p:cNvSpPr/>
            <p:nvPr/>
          </p:nvSpPr>
          <p:spPr>
            <a:xfrm>
              <a:off x="2813839" y="39762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41" name="ph3841"/>
            <p:cNvSpPr/>
            <p:nvPr/>
          </p:nvSpPr>
          <p:spPr>
            <a:xfrm>
              <a:off x="2826351" y="39762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42" name="ph3842"/>
            <p:cNvSpPr/>
            <p:nvPr/>
          </p:nvSpPr>
          <p:spPr>
            <a:xfrm>
              <a:off x="2838863" y="39762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43" name="ph3843"/>
            <p:cNvSpPr/>
            <p:nvPr/>
          </p:nvSpPr>
          <p:spPr>
            <a:xfrm>
              <a:off x="2851376" y="39762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44" name="ph3844"/>
            <p:cNvSpPr/>
            <p:nvPr/>
          </p:nvSpPr>
          <p:spPr>
            <a:xfrm>
              <a:off x="2801327" y="39915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45" name="ph3845"/>
            <p:cNvSpPr/>
            <p:nvPr/>
          </p:nvSpPr>
          <p:spPr>
            <a:xfrm>
              <a:off x="2813839" y="39915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46" name="ph3846"/>
            <p:cNvSpPr/>
            <p:nvPr/>
          </p:nvSpPr>
          <p:spPr>
            <a:xfrm>
              <a:off x="2826351" y="39915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47" name="ph3847"/>
            <p:cNvSpPr/>
            <p:nvPr/>
          </p:nvSpPr>
          <p:spPr>
            <a:xfrm>
              <a:off x="2838863" y="39915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48" name="ph3848"/>
            <p:cNvSpPr/>
            <p:nvPr/>
          </p:nvSpPr>
          <p:spPr>
            <a:xfrm>
              <a:off x="2851376" y="39915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49" name="ph3849"/>
            <p:cNvSpPr/>
            <p:nvPr/>
          </p:nvSpPr>
          <p:spPr>
            <a:xfrm>
              <a:off x="2801327" y="40069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50" name="ph3850"/>
            <p:cNvSpPr/>
            <p:nvPr/>
          </p:nvSpPr>
          <p:spPr>
            <a:xfrm>
              <a:off x="2813839" y="40069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51" name="ph3851"/>
            <p:cNvSpPr/>
            <p:nvPr/>
          </p:nvSpPr>
          <p:spPr>
            <a:xfrm>
              <a:off x="2826351" y="40069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52" name="ph3852"/>
            <p:cNvSpPr/>
            <p:nvPr/>
          </p:nvSpPr>
          <p:spPr>
            <a:xfrm>
              <a:off x="2838863" y="40069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53" name="ph3853"/>
            <p:cNvSpPr/>
            <p:nvPr/>
          </p:nvSpPr>
          <p:spPr>
            <a:xfrm>
              <a:off x="2801327" y="402233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54" name="ph3854"/>
            <p:cNvSpPr/>
            <p:nvPr/>
          </p:nvSpPr>
          <p:spPr>
            <a:xfrm>
              <a:off x="2813839" y="402233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55" name="ph3855"/>
            <p:cNvSpPr/>
            <p:nvPr/>
          </p:nvSpPr>
          <p:spPr>
            <a:xfrm>
              <a:off x="2826351" y="402233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56" name="ph3856"/>
            <p:cNvSpPr/>
            <p:nvPr/>
          </p:nvSpPr>
          <p:spPr>
            <a:xfrm>
              <a:off x="2838863" y="402233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57" name="ph3857"/>
            <p:cNvSpPr/>
            <p:nvPr/>
          </p:nvSpPr>
          <p:spPr>
            <a:xfrm>
              <a:off x="2801327" y="403771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58" name="ph3858"/>
            <p:cNvSpPr/>
            <p:nvPr/>
          </p:nvSpPr>
          <p:spPr>
            <a:xfrm>
              <a:off x="2813839" y="403771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59" name="ph3859"/>
            <p:cNvSpPr/>
            <p:nvPr/>
          </p:nvSpPr>
          <p:spPr>
            <a:xfrm>
              <a:off x="2826351" y="403771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60" name="ph3860"/>
            <p:cNvSpPr/>
            <p:nvPr/>
          </p:nvSpPr>
          <p:spPr>
            <a:xfrm>
              <a:off x="2838863" y="403771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61" name="ph3861"/>
            <p:cNvSpPr/>
            <p:nvPr/>
          </p:nvSpPr>
          <p:spPr>
            <a:xfrm>
              <a:off x="2801327" y="40530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62" name="ph3862"/>
            <p:cNvSpPr/>
            <p:nvPr/>
          </p:nvSpPr>
          <p:spPr>
            <a:xfrm>
              <a:off x="2813839" y="40530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63" name="ph3863"/>
            <p:cNvSpPr/>
            <p:nvPr/>
          </p:nvSpPr>
          <p:spPr>
            <a:xfrm>
              <a:off x="2826351" y="40530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64" name="ph3864"/>
            <p:cNvSpPr/>
            <p:nvPr/>
          </p:nvSpPr>
          <p:spPr>
            <a:xfrm>
              <a:off x="2838863" y="40530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65" name="ph3865"/>
            <p:cNvSpPr/>
            <p:nvPr/>
          </p:nvSpPr>
          <p:spPr>
            <a:xfrm>
              <a:off x="2801327" y="406846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66" name="ph3866"/>
            <p:cNvSpPr/>
            <p:nvPr/>
          </p:nvSpPr>
          <p:spPr>
            <a:xfrm>
              <a:off x="2813839" y="406846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67" name="ph3867"/>
            <p:cNvSpPr/>
            <p:nvPr/>
          </p:nvSpPr>
          <p:spPr>
            <a:xfrm>
              <a:off x="2826351" y="406846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68" name="ph3868"/>
            <p:cNvSpPr/>
            <p:nvPr/>
          </p:nvSpPr>
          <p:spPr>
            <a:xfrm>
              <a:off x="3554943" y="1114474"/>
              <a:ext cx="3984231" cy="3997816"/>
            </a:xfrm>
            <a:custGeom>
              <a:avLst/>
              <a:gdLst/>
              <a:ahLst/>
              <a:cxnLst/>
              <a:rect l="0" t="0" r="0" b="0"/>
              <a:pathLst>
                <a:path w="2988173" h="2998361">
                  <a:moveTo>
                    <a:pt x="2333048" y="914399"/>
                  </a:moveTo>
                  <a:lnTo>
                    <a:pt x="2352921" y="914369"/>
                  </a:lnTo>
                  <a:lnTo>
                    <a:pt x="2388435" y="914318"/>
                  </a:lnTo>
                  <a:lnTo>
                    <a:pt x="2423948" y="914266"/>
                  </a:lnTo>
                  <a:lnTo>
                    <a:pt x="2459461" y="914220"/>
                  </a:lnTo>
                  <a:lnTo>
                    <a:pt x="2494974" y="914169"/>
                  </a:lnTo>
                  <a:lnTo>
                    <a:pt x="2530491" y="914118"/>
                  </a:lnTo>
                  <a:lnTo>
                    <a:pt x="2566004" y="914067"/>
                  </a:lnTo>
                  <a:lnTo>
                    <a:pt x="2601517" y="914015"/>
                  </a:lnTo>
                  <a:lnTo>
                    <a:pt x="2609922" y="893798"/>
                  </a:lnTo>
                  <a:lnTo>
                    <a:pt x="2617753" y="884386"/>
                  </a:lnTo>
                  <a:lnTo>
                    <a:pt x="2628479" y="887504"/>
                  </a:lnTo>
                  <a:lnTo>
                    <a:pt x="2634192" y="887243"/>
                  </a:lnTo>
                  <a:lnTo>
                    <a:pt x="2640543" y="882389"/>
                  </a:lnTo>
                  <a:lnTo>
                    <a:pt x="2645694" y="879439"/>
                  </a:lnTo>
                  <a:lnTo>
                    <a:pt x="2649086" y="879874"/>
                  </a:lnTo>
                  <a:lnTo>
                    <a:pt x="2651982" y="884319"/>
                  </a:lnTo>
                  <a:lnTo>
                    <a:pt x="2654391" y="887284"/>
                  </a:lnTo>
                  <a:lnTo>
                    <a:pt x="2657204" y="886419"/>
                  </a:lnTo>
                  <a:lnTo>
                    <a:pt x="2659612" y="882225"/>
                  </a:lnTo>
                  <a:lnTo>
                    <a:pt x="2659529" y="876407"/>
                  </a:lnTo>
                  <a:lnTo>
                    <a:pt x="2662825" y="872357"/>
                  </a:lnTo>
                  <a:lnTo>
                    <a:pt x="2666738" y="871737"/>
                  </a:lnTo>
                  <a:lnTo>
                    <a:pt x="2670355" y="871865"/>
                  </a:lnTo>
                  <a:lnTo>
                    <a:pt x="2672160" y="869888"/>
                  </a:lnTo>
                  <a:lnTo>
                    <a:pt x="2671960" y="867052"/>
                  </a:lnTo>
                  <a:lnTo>
                    <a:pt x="2670656" y="862484"/>
                  </a:lnTo>
                  <a:lnTo>
                    <a:pt x="2671097" y="856984"/>
                  </a:lnTo>
                  <a:lnTo>
                    <a:pt x="2680132" y="847269"/>
                  </a:lnTo>
                  <a:lnTo>
                    <a:pt x="2691208" y="840679"/>
                  </a:lnTo>
                  <a:lnTo>
                    <a:pt x="2695092" y="837386"/>
                  </a:lnTo>
                  <a:lnTo>
                    <a:pt x="2696221" y="830708"/>
                  </a:lnTo>
                  <a:lnTo>
                    <a:pt x="2702572" y="823770"/>
                  </a:lnTo>
                  <a:lnTo>
                    <a:pt x="2705748" y="819780"/>
                  </a:lnTo>
                  <a:lnTo>
                    <a:pt x="2706523" y="816313"/>
                  </a:lnTo>
                  <a:lnTo>
                    <a:pt x="2704877" y="812048"/>
                  </a:lnTo>
                  <a:lnTo>
                    <a:pt x="2705043" y="803916"/>
                  </a:lnTo>
                  <a:lnTo>
                    <a:pt x="2707227" y="794201"/>
                  </a:lnTo>
                  <a:lnTo>
                    <a:pt x="2709840" y="783622"/>
                  </a:lnTo>
                  <a:lnTo>
                    <a:pt x="2715695" y="774081"/>
                  </a:lnTo>
                  <a:lnTo>
                    <a:pt x="2725296" y="763676"/>
                  </a:lnTo>
                  <a:lnTo>
                    <a:pt x="2727767" y="750003"/>
                  </a:lnTo>
                  <a:lnTo>
                    <a:pt x="2730372" y="735582"/>
                  </a:lnTo>
                  <a:lnTo>
                    <a:pt x="2741978" y="721530"/>
                  </a:lnTo>
                  <a:lnTo>
                    <a:pt x="2755138" y="705594"/>
                  </a:lnTo>
                  <a:lnTo>
                    <a:pt x="2759911" y="699813"/>
                  </a:lnTo>
                  <a:lnTo>
                    <a:pt x="2918285" y="699813"/>
                  </a:lnTo>
                  <a:lnTo>
                    <a:pt x="2918547" y="711796"/>
                  </a:lnTo>
                  <a:lnTo>
                    <a:pt x="2918759" y="728142"/>
                  </a:lnTo>
                  <a:lnTo>
                    <a:pt x="2918984" y="745368"/>
                  </a:lnTo>
                  <a:lnTo>
                    <a:pt x="2919147" y="757664"/>
                  </a:lnTo>
                  <a:lnTo>
                    <a:pt x="2919426" y="774547"/>
                  </a:lnTo>
                  <a:lnTo>
                    <a:pt x="2919647" y="787979"/>
                  </a:lnTo>
                  <a:lnTo>
                    <a:pt x="2919943" y="805513"/>
                  </a:lnTo>
                  <a:lnTo>
                    <a:pt x="2920097" y="814885"/>
                  </a:lnTo>
                  <a:lnTo>
                    <a:pt x="2921601" y="817589"/>
                  </a:lnTo>
                  <a:lnTo>
                    <a:pt x="2920697" y="821281"/>
                  </a:lnTo>
                  <a:lnTo>
                    <a:pt x="2920301" y="823129"/>
                  </a:lnTo>
                  <a:lnTo>
                    <a:pt x="2920397" y="824599"/>
                  </a:lnTo>
                  <a:lnTo>
                    <a:pt x="2920997" y="826448"/>
                  </a:lnTo>
                  <a:lnTo>
                    <a:pt x="2920897" y="829034"/>
                  </a:lnTo>
                  <a:lnTo>
                    <a:pt x="2919497" y="831374"/>
                  </a:lnTo>
                  <a:lnTo>
                    <a:pt x="2918797" y="834078"/>
                  </a:lnTo>
                  <a:lnTo>
                    <a:pt x="2918597" y="838508"/>
                  </a:lnTo>
                  <a:lnTo>
                    <a:pt x="2920097" y="841216"/>
                  </a:lnTo>
                  <a:lnTo>
                    <a:pt x="2922602" y="842814"/>
                  </a:lnTo>
                  <a:lnTo>
                    <a:pt x="2924706" y="842814"/>
                  </a:lnTo>
                  <a:lnTo>
                    <a:pt x="2927411" y="844417"/>
                  </a:lnTo>
                  <a:lnTo>
                    <a:pt x="2930915" y="847249"/>
                  </a:lnTo>
                  <a:lnTo>
                    <a:pt x="2936220" y="849707"/>
                  </a:lnTo>
                  <a:lnTo>
                    <a:pt x="2941729" y="850567"/>
                  </a:lnTo>
                  <a:lnTo>
                    <a:pt x="2945534" y="849953"/>
                  </a:lnTo>
                  <a:lnTo>
                    <a:pt x="2950139" y="851556"/>
                  </a:lnTo>
                  <a:lnTo>
                    <a:pt x="2951743" y="855494"/>
                  </a:lnTo>
                  <a:lnTo>
                    <a:pt x="2950843" y="859181"/>
                  </a:lnTo>
                  <a:lnTo>
                    <a:pt x="2948238" y="860906"/>
                  </a:lnTo>
                  <a:lnTo>
                    <a:pt x="2945434" y="862263"/>
                  </a:lnTo>
                  <a:lnTo>
                    <a:pt x="2944934" y="865090"/>
                  </a:lnTo>
                  <a:lnTo>
                    <a:pt x="2946334" y="868045"/>
                  </a:lnTo>
                  <a:lnTo>
                    <a:pt x="2948338" y="870631"/>
                  </a:lnTo>
                  <a:lnTo>
                    <a:pt x="2950543" y="875173"/>
                  </a:lnTo>
                  <a:lnTo>
                    <a:pt x="2949639" y="879111"/>
                  </a:lnTo>
                  <a:lnTo>
                    <a:pt x="2947638" y="882435"/>
                  </a:lnTo>
                  <a:lnTo>
                    <a:pt x="2946734" y="885876"/>
                  </a:lnTo>
                  <a:lnTo>
                    <a:pt x="2948438" y="888836"/>
                  </a:lnTo>
                  <a:lnTo>
                    <a:pt x="2952943" y="892769"/>
                  </a:lnTo>
                  <a:lnTo>
                    <a:pt x="2955748" y="896584"/>
                  </a:lnTo>
                  <a:lnTo>
                    <a:pt x="2960157" y="898678"/>
                  </a:lnTo>
                  <a:lnTo>
                    <a:pt x="2962257" y="897198"/>
                  </a:lnTo>
                  <a:lnTo>
                    <a:pt x="2963961" y="895227"/>
                  </a:lnTo>
                  <a:lnTo>
                    <a:pt x="2965762" y="893752"/>
                  </a:lnTo>
                  <a:lnTo>
                    <a:pt x="2968866" y="894617"/>
                  </a:lnTo>
                  <a:lnTo>
                    <a:pt x="2972471" y="895724"/>
                  </a:lnTo>
                  <a:lnTo>
                    <a:pt x="2976409" y="897040"/>
                  </a:lnTo>
                  <a:lnTo>
                    <a:pt x="2975938" y="900230"/>
                  </a:lnTo>
                  <a:lnTo>
                    <a:pt x="2978338" y="905607"/>
                  </a:lnTo>
                  <a:lnTo>
                    <a:pt x="2980197" y="915946"/>
                  </a:lnTo>
                  <a:lnTo>
                    <a:pt x="2977342" y="920642"/>
                  </a:lnTo>
                  <a:lnTo>
                    <a:pt x="2977955" y="926864"/>
                  </a:lnTo>
                  <a:lnTo>
                    <a:pt x="2985868" y="928677"/>
                  </a:lnTo>
                  <a:lnTo>
                    <a:pt x="2987794" y="930582"/>
                  </a:lnTo>
                  <a:lnTo>
                    <a:pt x="2988173" y="932881"/>
                  </a:lnTo>
                  <a:lnTo>
                    <a:pt x="2970741" y="948833"/>
                  </a:lnTo>
                  <a:lnTo>
                    <a:pt x="2955994" y="946600"/>
                  </a:lnTo>
                  <a:lnTo>
                    <a:pt x="2947992" y="950830"/>
                  </a:lnTo>
                  <a:lnTo>
                    <a:pt x="2939612" y="952064"/>
                  </a:lnTo>
                  <a:lnTo>
                    <a:pt x="2935937" y="959192"/>
                  </a:lnTo>
                  <a:lnTo>
                    <a:pt x="2931336" y="960703"/>
                  </a:lnTo>
                  <a:lnTo>
                    <a:pt x="2925035" y="960273"/>
                  </a:lnTo>
                  <a:lnTo>
                    <a:pt x="2919601" y="958260"/>
                  </a:lnTo>
                  <a:lnTo>
                    <a:pt x="2915455" y="959248"/>
                  </a:lnTo>
                  <a:lnTo>
                    <a:pt x="2909654" y="972112"/>
                  </a:lnTo>
                  <a:lnTo>
                    <a:pt x="2904903" y="970991"/>
                  </a:lnTo>
                  <a:lnTo>
                    <a:pt x="2903011" y="975620"/>
                  </a:lnTo>
                  <a:lnTo>
                    <a:pt x="2900528" y="977643"/>
                  </a:lnTo>
                  <a:lnTo>
                    <a:pt x="2896886" y="979379"/>
                  </a:lnTo>
                  <a:lnTo>
                    <a:pt x="2893723" y="973664"/>
                  </a:lnTo>
                  <a:lnTo>
                    <a:pt x="2891710" y="968231"/>
                  </a:lnTo>
                  <a:lnTo>
                    <a:pt x="2888743" y="967037"/>
                  </a:lnTo>
                  <a:lnTo>
                    <a:pt x="2884801" y="965650"/>
                  </a:lnTo>
                  <a:lnTo>
                    <a:pt x="2880746" y="965696"/>
                  </a:lnTo>
                  <a:lnTo>
                    <a:pt x="2878041" y="966474"/>
                  </a:lnTo>
                  <a:lnTo>
                    <a:pt x="2874687" y="969987"/>
                  </a:lnTo>
                  <a:lnTo>
                    <a:pt x="2869824" y="973003"/>
                  </a:lnTo>
                  <a:lnTo>
                    <a:pt x="2866144" y="970489"/>
                  </a:lnTo>
                  <a:lnTo>
                    <a:pt x="2863265" y="966448"/>
                  </a:lnTo>
                  <a:lnTo>
                    <a:pt x="2860802" y="972947"/>
                  </a:lnTo>
                  <a:lnTo>
                    <a:pt x="2857218" y="979809"/>
                  </a:lnTo>
                  <a:lnTo>
                    <a:pt x="2857814" y="987813"/>
                  </a:lnTo>
                  <a:lnTo>
                    <a:pt x="2856272" y="992560"/>
                  </a:lnTo>
                  <a:lnTo>
                    <a:pt x="2852871" y="991280"/>
                  </a:lnTo>
                  <a:lnTo>
                    <a:pt x="2849488" y="987117"/>
                  </a:lnTo>
                  <a:lnTo>
                    <a:pt x="2839991" y="983788"/>
                  </a:lnTo>
                  <a:lnTo>
                    <a:pt x="2832427" y="984095"/>
                  </a:lnTo>
                  <a:lnTo>
                    <a:pt x="2833965" y="979650"/>
                  </a:lnTo>
                  <a:lnTo>
                    <a:pt x="2841116" y="973270"/>
                  </a:lnTo>
                  <a:lnTo>
                    <a:pt x="2838915" y="972020"/>
                  </a:lnTo>
                  <a:lnTo>
                    <a:pt x="2835407" y="972906"/>
                  </a:lnTo>
                  <a:lnTo>
                    <a:pt x="2833877" y="972020"/>
                  </a:lnTo>
                  <a:lnTo>
                    <a:pt x="2836386" y="966223"/>
                  </a:lnTo>
                  <a:lnTo>
                    <a:pt x="2836628" y="959827"/>
                  </a:lnTo>
                  <a:lnTo>
                    <a:pt x="2833427" y="962065"/>
                  </a:lnTo>
                  <a:lnTo>
                    <a:pt x="2829402" y="968814"/>
                  </a:lnTo>
                  <a:lnTo>
                    <a:pt x="2819663" y="974186"/>
                  </a:lnTo>
                  <a:lnTo>
                    <a:pt x="2820117" y="983179"/>
                  </a:lnTo>
                  <a:lnTo>
                    <a:pt x="2810949" y="1001609"/>
                  </a:lnTo>
                  <a:lnTo>
                    <a:pt x="2810541" y="1009454"/>
                  </a:lnTo>
                  <a:lnTo>
                    <a:pt x="2804661" y="1015717"/>
                  </a:lnTo>
                  <a:lnTo>
                    <a:pt x="2797081" y="1021104"/>
                  </a:lnTo>
                  <a:lnTo>
                    <a:pt x="2786971" y="1019588"/>
                  </a:lnTo>
                  <a:lnTo>
                    <a:pt x="2779253" y="1024269"/>
                  </a:lnTo>
                  <a:lnTo>
                    <a:pt x="2775336" y="1029641"/>
                  </a:lnTo>
                  <a:lnTo>
                    <a:pt x="2771932" y="1030450"/>
                  </a:lnTo>
                  <a:lnTo>
                    <a:pt x="2770156" y="1023608"/>
                  </a:lnTo>
                  <a:lnTo>
                    <a:pt x="2768864" y="1021493"/>
                  </a:lnTo>
                  <a:lnTo>
                    <a:pt x="2766022" y="1031581"/>
                  </a:lnTo>
                  <a:lnTo>
                    <a:pt x="2763126" y="1032206"/>
                  </a:lnTo>
                  <a:lnTo>
                    <a:pt x="2762030" y="1025052"/>
                  </a:lnTo>
                  <a:lnTo>
                    <a:pt x="2760655" y="1020326"/>
                  </a:lnTo>
                  <a:lnTo>
                    <a:pt x="2756709" y="1024402"/>
                  </a:lnTo>
                  <a:lnTo>
                    <a:pt x="2754087" y="1035207"/>
                  </a:lnTo>
                  <a:lnTo>
                    <a:pt x="2751341" y="1034296"/>
                  </a:lnTo>
                  <a:lnTo>
                    <a:pt x="2750466" y="1030276"/>
                  </a:lnTo>
                  <a:lnTo>
                    <a:pt x="2748499" y="1029057"/>
                  </a:lnTo>
                  <a:lnTo>
                    <a:pt x="2747824" y="1033650"/>
                  </a:lnTo>
                  <a:lnTo>
                    <a:pt x="2748816" y="1040113"/>
                  </a:lnTo>
                  <a:lnTo>
                    <a:pt x="2747387" y="1043564"/>
                  </a:lnTo>
                  <a:lnTo>
                    <a:pt x="2744657" y="1041721"/>
                  </a:lnTo>
                  <a:lnTo>
                    <a:pt x="2741911" y="1038612"/>
                  </a:lnTo>
                  <a:lnTo>
                    <a:pt x="2737381" y="1040973"/>
                  </a:lnTo>
                  <a:lnTo>
                    <a:pt x="2733222" y="1041931"/>
                  </a:lnTo>
                  <a:lnTo>
                    <a:pt x="2733206" y="1038766"/>
                  </a:lnTo>
                  <a:lnTo>
                    <a:pt x="2733997" y="1034884"/>
                  </a:lnTo>
                  <a:lnTo>
                    <a:pt x="2725709" y="1037030"/>
                  </a:lnTo>
                  <a:lnTo>
                    <a:pt x="2715770" y="1044189"/>
                  </a:lnTo>
                  <a:lnTo>
                    <a:pt x="2708052" y="1054093"/>
                  </a:lnTo>
                  <a:lnTo>
                    <a:pt x="2710728" y="1055742"/>
                  </a:lnTo>
                  <a:lnTo>
                    <a:pt x="2713740" y="1058896"/>
                  </a:lnTo>
                  <a:lnTo>
                    <a:pt x="2700334" y="1074198"/>
                  </a:lnTo>
                  <a:lnTo>
                    <a:pt x="2686591" y="1087978"/>
                  </a:lnTo>
                  <a:lnTo>
                    <a:pt x="2676210" y="1110464"/>
                  </a:lnTo>
                  <a:lnTo>
                    <a:pt x="2672043" y="1113096"/>
                  </a:lnTo>
                  <a:lnTo>
                    <a:pt x="2668464" y="1117218"/>
                  </a:lnTo>
                  <a:lnTo>
                    <a:pt x="2664663" y="1130794"/>
                  </a:lnTo>
                  <a:lnTo>
                    <a:pt x="2660275" y="1142879"/>
                  </a:lnTo>
                  <a:lnTo>
                    <a:pt x="2662729" y="1148261"/>
                  </a:lnTo>
                  <a:lnTo>
                    <a:pt x="2664346" y="1153797"/>
                  </a:lnTo>
                  <a:lnTo>
                    <a:pt x="2668243" y="1159246"/>
                  </a:lnTo>
                  <a:lnTo>
                    <a:pt x="2671556" y="1159737"/>
                  </a:lnTo>
                  <a:lnTo>
                    <a:pt x="2675144" y="1158754"/>
                  </a:lnTo>
                  <a:lnTo>
                    <a:pt x="2677777" y="1158985"/>
                  </a:lnTo>
                  <a:lnTo>
                    <a:pt x="2679469" y="1161299"/>
                  </a:lnTo>
                  <a:lnTo>
                    <a:pt x="2678719" y="1164075"/>
                  </a:lnTo>
                  <a:lnTo>
                    <a:pt x="2674581" y="1164766"/>
                  </a:lnTo>
                  <a:lnTo>
                    <a:pt x="2666863" y="1169621"/>
                  </a:lnTo>
                  <a:lnTo>
                    <a:pt x="2660096" y="1171485"/>
                  </a:lnTo>
                  <a:lnTo>
                    <a:pt x="2656704" y="1177353"/>
                  </a:lnTo>
                  <a:lnTo>
                    <a:pt x="2651620" y="1184134"/>
                  </a:lnTo>
                  <a:lnTo>
                    <a:pt x="2641743" y="1194713"/>
                  </a:lnTo>
                  <a:lnTo>
                    <a:pt x="2645965" y="1197975"/>
                  </a:lnTo>
                  <a:lnTo>
                    <a:pt x="2661221" y="1201652"/>
                  </a:lnTo>
                  <a:lnTo>
                    <a:pt x="2668022" y="1205437"/>
                  </a:lnTo>
                  <a:lnTo>
                    <a:pt x="2678315" y="1225198"/>
                  </a:lnTo>
                  <a:lnTo>
                    <a:pt x="2675965" y="1227175"/>
                  </a:lnTo>
                  <a:lnTo>
                    <a:pt x="2675031" y="1230795"/>
                  </a:lnTo>
                  <a:lnTo>
                    <a:pt x="2684182" y="1235875"/>
                  </a:lnTo>
                  <a:lnTo>
                    <a:pt x="2687104" y="1250065"/>
                  </a:lnTo>
                  <a:lnTo>
                    <a:pt x="2694617" y="1254894"/>
                  </a:lnTo>
                  <a:lnTo>
                    <a:pt x="2705814" y="1257864"/>
                  </a:lnTo>
                  <a:lnTo>
                    <a:pt x="2719508" y="1253573"/>
                  </a:lnTo>
                  <a:lnTo>
                    <a:pt x="2730909" y="1247669"/>
                  </a:lnTo>
                  <a:lnTo>
                    <a:pt x="2730509" y="1242829"/>
                  </a:lnTo>
                  <a:lnTo>
                    <a:pt x="2723346" y="1231569"/>
                  </a:lnTo>
                  <a:lnTo>
                    <a:pt x="2721621" y="1226279"/>
                  </a:lnTo>
                  <a:lnTo>
                    <a:pt x="2716303" y="1222853"/>
                  </a:lnTo>
                  <a:lnTo>
                    <a:pt x="2714282" y="1225756"/>
                  </a:lnTo>
                  <a:lnTo>
                    <a:pt x="2710844" y="1221987"/>
                  </a:lnTo>
                  <a:lnTo>
                    <a:pt x="2710457" y="1219872"/>
                  </a:lnTo>
                  <a:lnTo>
                    <a:pt x="2713661" y="1218843"/>
                  </a:lnTo>
                  <a:lnTo>
                    <a:pt x="2717387" y="1219253"/>
                  </a:lnTo>
                  <a:lnTo>
                    <a:pt x="2721733" y="1221224"/>
                  </a:lnTo>
                  <a:lnTo>
                    <a:pt x="2732918" y="1233499"/>
                  </a:lnTo>
                  <a:lnTo>
                    <a:pt x="2736014" y="1249589"/>
                  </a:lnTo>
                  <a:lnTo>
                    <a:pt x="2736677" y="1259805"/>
                  </a:lnTo>
                  <a:lnTo>
                    <a:pt x="2735414" y="1263298"/>
                  </a:lnTo>
                  <a:lnTo>
                    <a:pt x="2732160" y="1262581"/>
                  </a:lnTo>
                  <a:lnTo>
                    <a:pt x="2725950" y="1263277"/>
                  </a:lnTo>
                  <a:lnTo>
                    <a:pt x="2696492" y="1268567"/>
                  </a:lnTo>
                  <a:lnTo>
                    <a:pt x="2689950" y="1273227"/>
                  </a:lnTo>
                  <a:lnTo>
                    <a:pt x="2674948" y="1278287"/>
                  </a:lnTo>
                  <a:lnTo>
                    <a:pt x="2674014" y="1275762"/>
                  </a:lnTo>
                  <a:lnTo>
                    <a:pt x="2675098" y="1270539"/>
                  </a:lnTo>
                  <a:lnTo>
                    <a:pt x="2674152" y="1259841"/>
                  </a:lnTo>
                  <a:lnTo>
                    <a:pt x="2671193" y="1259344"/>
                  </a:lnTo>
                  <a:lnTo>
                    <a:pt x="2647886" y="1276786"/>
                  </a:lnTo>
                  <a:lnTo>
                    <a:pt x="2638876" y="1277882"/>
                  </a:lnTo>
                  <a:lnTo>
                    <a:pt x="2631300" y="1282988"/>
                  </a:lnTo>
                  <a:lnTo>
                    <a:pt x="2629604" y="1280156"/>
                  </a:lnTo>
                  <a:lnTo>
                    <a:pt x="2628250" y="1267077"/>
                  </a:lnTo>
                  <a:lnTo>
                    <a:pt x="2632992" y="1256108"/>
                  </a:lnTo>
                  <a:lnTo>
                    <a:pt x="2630467" y="1256282"/>
                  </a:lnTo>
                  <a:lnTo>
                    <a:pt x="2622549" y="1262868"/>
                  </a:lnTo>
                  <a:lnTo>
                    <a:pt x="2619165" y="1258817"/>
                  </a:lnTo>
                  <a:lnTo>
                    <a:pt x="2617469" y="1254372"/>
                  </a:lnTo>
                  <a:lnTo>
                    <a:pt x="2615031" y="1251858"/>
                  </a:lnTo>
                  <a:lnTo>
                    <a:pt x="2612389" y="1250905"/>
                  </a:lnTo>
                  <a:lnTo>
                    <a:pt x="2614648" y="1260614"/>
                  </a:lnTo>
                  <a:lnTo>
                    <a:pt x="2609281" y="1267896"/>
                  </a:lnTo>
                  <a:lnTo>
                    <a:pt x="2607810" y="1286731"/>
                  </a:lnTo>
                  <a:lnTo>
                    <a:pt x="2601063" y="1294571"/>
                  </a:lnTo>
                  <a:lnTo>
                    <a:pt x="2580031" y="1299610"/>
                  </a:lnTo>
                  <a:lnTo>
                    <a:pt x="2566321" y="1298545"/>
                  </a:lnTo>
                  <a:lnTo>
                    <a:pt x="2554036" y="1300112"/>
                  </a:lnTo>
                  <a:lnTo>
                    <a:pt x="2537700" y="1303727"/>
                  </a:lnTo>
                  <a:lnTo>
                    <a:pt x="2528674" y="1301577"/>
                  </a:lnTo>
                  <a:lnTo>
                    <a:pt x="2519427" y="1305392"/>
                  </a:lnTo>
                  <a:lnTo>
                    <a:pt x="2488039" y="1306431"/>
                  </a:lnTo>
                  <a:lnTo>
                    <a:pt x="2481422" y="1304408"/>
                  </a:lnTo>
                  <a:lnTo>
                    <a:pt x="2472971" y="1311614"/>
                  </a:lnTo>
                  <a:lnTo>
                    <a:pt x="2459440" y="1315874"/>
                  </a:lnTo>
                  <a:lnTo>
                    <a:pt x="2425239" y="1332020"/>
                  </a:lnTo>
                  <a:lnTo>
                    <a:pt x="2417697" y="1337894"/>
                  </a:lnTo>
                  <a:lnTo>
                    <a:pt x="2408512" y="1347066"/>
                  </a:lnTo>
                  <a:lnTo>
                    <a:pt x="2402345" y="1351997"/>
                  </a:lnTo>
                  <a:lnTo>
                    <a:pt x="2397273" y="1353600"/>
                  </a:lnTo>
                  <a:lnTo>
                    <a:pt x="2394156" y="1357707"/>
                  </a:lnTo>
                  <a:lnTo>
                    <a:pt x="2390752" y="1360390"/>
                  </a:lnTo>
                  <a:lnTo>
                    <a:pt x="2394039" y="1351224"/>
                  </a:lnTo>
                  <a:lnTo>
                    <a:pt x="2397611" y="1343496"/>
                  </a:lnTo>
                  <a:lnTo>
                    <a:pt x="2400578" y="1328528"/>
                  </a:lnTo>
                  <a:lnTo>
                    <a:pt x="2399703" y="1316422"/>
                  </a:lnTo>
                  <a:lnTo>
                    <a:pt x="2396023" y="1311445"/>
                  </a:lnTo>
                  <a:lnTo>
                    <a:pt x="2392218" y="1308126"/>
                  </a:lnTo>
                  <a:lnTo>
                    <a:pt x="2396677" y="1320073"/>
                  </a:lnTo>
                  <a:lnTo>
                    <a:pt x="2397398" y="1334724"/>
                  </a:lnTo>
                  <a:lnTo>
                    <a:pt x="2395865" y="1343307"/>
                  </a:lnTo>
                  <a:lnTo>
                    <a:pt x="2387476" y="1359863"/>
                  </a:lnTo>
                  <a:lnTo>
                    <a:pt x="2383905" y="1363719"/>
                  </a:lnTo>
                  <a:lnTo>
                    <a:pt x="2379729" y="1367109"/>
                  </a:lnTo>
                  <a:lnTo>
                    <a:pt x="2376583" y="1368584"/>
                  </a:lnTo>
                  <a:lnTo>
                    <a:pt x="2373678" y="1371231"/>
                  </a:lnTo>
                  <a:lnTo>
                    <a:pt x="2370303" y="1375425"/>
                  </a:lnTo>
                  <a:lnTo>
                    <a:pt x="2367103" y="1383752"/>
                  </a:lnTo>
                  <a:lnTo>
                    <a:pt x="2369040" y="1391341"/>
                  </a:lnTo>
                  <a:lnTo>
                    <a:pt x="2385397" y="1394112"/>
                  </a:lnTo>
                  <a:lnTo>
                    <a:pt x="2389785" y="1391771"/>
                  </a:lnTo>
                  <a:lnTo>
                    <a:pt x="2392018" y="1397205"/>
                  </a:lnTo>
                  <a:lnTo>
                    <a:pt x="2393269" y="1404753"/>
                  </a:lnTo>
                  <a:lnTo>
                    <a:pt x="2392043" y="1412916"/>
                  </a:lnTo>
                  <a:lnTo>
                    <a:pt x="2389310" y="1421222"/>
                  </a:lnTo>
                  <a:lnTo>
                    <a:pt x="2387234" y="1431535"/>
                  </a:lnTo>
                  <a:lnTo>
                    <a:pt x="2385476" y="1447262"/>
                  </a:lnTo>
                  <a:lnTo>
                    <a:pt x="2382830" y="1461411"/>
                  </a:lnTo>
                  <a:lnTo>
                    <a:pt x="2382484" y="1457114"/>
                  </a:lnTo>
                  <a:lnTo>
                    <a:pt x="2384138" y="1439913"/>
                  </a:lnTo>
                  <a:lnTo>
                    <a:pt x="2381459" y="1441710"/>
                  </a:lnTo>
                  <a:lnTo>
                    <a:pt x="2379613" y="1445679"/>
                  </a:lnTo>
                  <a:lnTo>
                    <a:pt x="2374620" y="1467863"/>
                  </a:lnTo>
                  <a:lnTo>
                    <a:pt x="2367757" y="1479687"/>
                  </a:lnTo>
                  <a:lnTo>
                    <a:pt x="2361435" y="1487865"/>
                  </a:lnTo>
                  <a:lnTo>
                    <a:pt x="2354913" y="1486513"/>
                  </a:lnTo>
                  <a:lnTo>
                    <a:pt x="2356380" y="1493012"/>
                  </a:lnTo>
                  <a:lnTo>
                    <a:pt x="2354588" y="1496397"/>
                  </a:lnTo>
                  <a:lnTo>
                    <a:pt x="2353055" y="1503458"/>
                  </a:lnTo>
                  <a:lnTo>
                    <a:pt x="2349167" y="1508139"/>
                  </a:lnTo>
                  <a:lnTo>
                    <a:pt x="2345512" y="1507688"/>
                  </a:lnTo>
                  <a:lnTo>
                    <a:pt x="2340261" y="1510915"/>
                  </a:lnTo>
                  <a:lnTo>
                    <a:pt x="2338190" y="1513383"/>
                  </a:lnTo>
                  <a:lnTo>
                    <a:pt x="2338036" y="1518109"/>
                  </a:lnTo>
                  <a:lnTo>
                    <a:pt x="2334523" y="1522268"/>
                  </a:lnTo>
                  <a:lnTo>
                    <a:pt x="2321847" y="1543868"/>
                  </a:lnTo>
                  <a:lnTo>
                    <a:pt x="2310841" y="1550243"/>
                  </a:lnTo>
                  <a:lnTo>
                    <a:pt x="2308207" y="1549316"/>
                  </a:lnTo>
                  <a:lnTo>
                    <a:pt x="2311108" y="1539121"/>
                  </a:lnTo>
                  <a:lnTo>
                    <a:pt x="2313095" y="1528812"/>
                  </a:lnTo>
                  <a:lnTo>
                    <a:pt x="2306415" y="1524326"/>
                  </a:lnTo>
                  <a:lnTo>
                    <a:pt x="2300023" y="1521955"/>
                  </a:lnTo>
                  <a:lnTo>
                    <a:pt x="2292688" y="1522268"/>
                  </a:lnTo>
                  <a:lnTo>
                    <a:pt x="2284587" y="1514253"/>
                  </a:lnTo>
                  <a:lnTo>
                    <a:pt x="2274144" y="1508426"/>
                  </a:lnTo>
                  <a:lnTo>
                    <a:pt x="2259567" y="1492658"/>
                  </a:lnTo>
                  <a:lnTo>
                    <a:pt x="2259992" y="1488285"/>
                  </a:lnTo>
                  <a:lnTo>
                    <a:pt x="2259626" y="1480947"/>
                  </a:lnTo>
                  <a:lnTo>
                    <a:pt x="2264055" y="1469353"/>
                  </a:lnTo>
                  <a:lnTo>
                    <a:pt x="2268302" y="1461247"/>
                  </a:lnTo>
                  <a:lnTo>
                    <a:pt x="2274165" y="1457048"/>
                  </a:lnTo>
                  <a:lnTo>
                    <a:pt x="2291180" y="1452772"/>
                  </a:lnTo>
                  <a:lnTo>
                    <a:pt x="2295447" y="1446340"/>
                  </a:lnTo>
                  <a:lnTo>
                    <a:pt x="2297977" y="1440922"/>
                  </a:lnTo>
                  <a:lnTo>
                    <a:pt x="2289546" y="1450227"/>
                  </a:lnTo>
                  <a:lnTo>
                    <a:pt x="2276920" y="1453381"/>
                  </a:lnTo>
                  <a:lnTo>
                    <a:pt x="2270115" y="1456853"/>
                  </a:lnTo>
                  <a:lnTo>
                    <a:pt x="2264672" y="1462163"/>
                  </a:lnTo>
                  <a:lnTo>
                    <a:pt x="2261451" y="1468831"/>
                  </a:lnTo>
                  <a:lnTo>
                    <a:pt x="2254158" y="1476866"/>
                  </a:lnTo>
                  <a:lnTo>
                    <a:pt x="2254671" y="1482248"/>
                  </a:lnTo>
                  <a:lnTo>
                    <a:pt x="2255892" y="1486073"/>
                  </a:lnTo>
                  <a:lnTo>
                    <a:pt x="2255329" y="1494046"/>
                  </a:lnTo>
                  <a:lnTo>
                    <a:pt x="2259942" y="1501820"/>
                  </a:lnTo>
                  <a:lnTo>
                    <a:pt x="2269089" y="1514555"/>
                  </a:lnTo>
                  <a:lnTo>
                    <a:pt x="2270836" y="1534338"/>
                  </a:lnTo>
                  <a:lnTo>
                    <a:pt x="2277816" y="1547575"/>
                  </a:lnTo>
                  <a:lnTo>
                    <a:pt x="2288513" y="1563010"/>
                  </a:lnTo>
                  <a:lnTo>
                    <a:pt x="2296739" y="1567398"/>
                  </a:lnTo>
                  <a:lnTo>
                    <a:pt x="2297139" y="1573139"/>
                  </a:lnTo>
                  <a:lnTo>
                    <a:pt x="2293343" y="1582618"/>
                  </a:lnTo>
                  <a:lnTo>
                    <a:pt x="2288338" y="1586950"/>
                  </a:lnTo>
                  <a:lnTo>
                    <a:pt x="2294847" y="1586084"/>
                  </a:lnTo>
                  <a:lnTo>
                    <a:pt x="2298089" y="1588251"/>
                  </a:lnTo>
                  <a:lnTo>
                    <a:pt x="2301244" y="1596157"/>
                  </a:lnTo>
                  <a:lnTo>
                    <a:pt x="2300998" y="1604228"/>
                  </a:lnTo>
                  <a:lnTo>
                    <a:pt x="2299931" y="1608775"/>
                  </a:lnTo>
                  <a:lnTo>
                    <a:pt x="2297960" y="1610588"/>
                  </a:lnTo>
                  <a:lnTo>
                    <a:pt x="2298043" y="1605943"/>
                  </a:lnTo>
                  <a:lnTo>
                    <a:pt x="2296647" y="1604330"/>
                  </a:lnTo>
                  <a:lnTo>
                    <a:pt x="2294343" y="1606343"/>
                  </a:lnTo>
                  <a:lnTo>
                    <a:pt x="2292851" y="1608637"/>
                  </a:lnTo>
                  <a:lnTo>
                    <a:pt x="2292230" y="1617675"/>
                  </a:lnTo>
                  <a:lnTo>
                    <a:pt x="2290651" y="1622192"/>
                  </a:lnTo>
                  <a:lnTo>
                    <a:pt x="2285067" y="1623534"/>
                  </a:lnTo>
                  <a:lnTo>
                    <a:pt x="2279403" y="1635394"/>
                  </a:lnTo>
                  <a:lnTo>
                    <a:pt x="2274136" y="1642123"/>
                  </a:lnTo>
                  <a:lnTo>
                    <a:pt x="2253408" y="1687622"/>
                  </a:lnTo>
                  <a:lnTo>
                    <a:pt x="2254200" y="1695227"/>
                  </a:lnTo>
                  <a:lnTo>
                    <a:pt x="2250408" y="1697674"/>
                  </a:lnTo>
                  <a:lnTo>
                    <a:pt x="2244665" y="1699666"/>
                  </a:lnTo>
                  <a:lnTo>
                    <a:pt x="2238856" y="1704214"/>
                  </a:lnTo>
                  <a:lnTo>
                    <a:pt x="2235002" y="1709227"/>
                  </a:lnTo>
                  <a:lnTo>
                    <a:pt x="2231422" y="1722710"/>
                  </a:lnTo>
                  <a:lnTo>
                    <a:pt x="2224563" y="1737889"/>
                  </a:lnTo>
                  <a:lnTo>
                    <a:pt x="2220283" y="1731565"/>
                  </a:lnTo>
                  <a:lnTo>
                    <a:pt x="2219187" y="1726152"/>
                  </a:lnTo>
                  <a:lnTo>
                    <a:pt x="2221091" y="1712033"/>
                  </a:lnTo>
                  <a:lnTo>
                    <a:pt x="2228509" y="1688887"/>
                  </a:lnTo>
                  <a:lnTo>
                    <a:pt x="2236681" y="1674497"/>
                  </a:lnTo>
                  <a:lnTo>
                    <a:pt x="2242915" y="1667676"/>
                  </a:lnTo>
                  <a:lnTo>
                    <a:pt x="2248041" y="1653773"/>
                  </a:lnTo>
                  <a:lnTo>
                    <a:pt x="2241565" y="1651699"/>
                  </a:lnTo>
                  <a:lnTo>
                    <a:pt x="2231693" y="1651924"/>
                  </a:lnTo>
                  <a:lnTo>
                    <a:pt x="2233551" y="1645508"/>
                  </a:lnTo>
                  <a:lnTo>
                    <a:pt x="2236431" y="1639854"/>
                  </a:lnTo>
                  <a:lnTo>
                    <a:pt x="2231284" y="1634221"/>
                  </a:lnTo>
                  <a:lnTo>
                    <a:pt x="2228238" y="1633504"/>
                  </a:lnTo>
                  <a:lnTo>
                    <a:pt x="2225100" y="1631195"/>
                  </a:lnTo>
                  <a:lnTo>
                    <a:pt x="2228780" y="1626504"/>
                  </a:lnTo>
                  <a:lnTo>
                    <a:pt x="2230576" y="1621547"/>
                  </a:lnTo>
                  <a:lnTo>
                    <a:pt x="2229480" y="1615514"/>
                  </a:lnTo>
                  <a:lnTo>
                    <a:pt x="2231022" y="1610972"/>
                  </a:lnTo>
                  <a:lnTo>
                    <a:pt x="2228451" y="1611658"/>
                  </a:lnTo>
                  <a:lnTo>
                    <a:pt x="2224317" y="1616467"/>
                  </a:lnTo>
                  <a:lnTo>
                    <a:pt x="2221746" y="1618387"/>
                  </a:lnTo>
                  <a:lnTo>
                    <a:pt x="2220179" y="1614132"/>
                  </a:lnTo>
                  <a:lnTo>
                    <a:pt x="2218391" y="1615094"/>
                  </a:lnTo>
                  <a:lnTo>
                    <a:pt x="2217228" y="1618018"/>
                  </a:lnTo>
                  <a:lnTo>
                    <a:pt x="2214591" y="1619626"/>
                  </a:lnTo>
                  <a:lnTo>
                    <a:pt x="2209019" y="1615627"/>
                  </a:lnTo>
                  <a:lnTo>
                    <a:pt x="2200897" y="1611049"/>
                  </a:lnTo>
                  <a:lnTo>
                    <a:pt x="2196376" y="1603173"/>
                  </a:lnTo>
                  <a:lnTo>
                    <a:pt x="2193796" y="1597069"/>
                  </a:lnTo>
                  <a:lnTo>
                    <a:pt x="2196417" y="1586023"/>
                  </a:lnTo>
                  <a:lnTo>
                    <a:pt x="2202031" y="1584062"/>
                  </a:lnTo>
                  <a:lnTo>
                    <a:pt x="2209323" y="1585854"/>
                  </a:lnTo>
                  <a:lnTo>
                    <a:pt x="2218883" y="1585839"/>
                  </a:lnTo>
                  <a:lnTo>
                    <a:pt x="2217516" y="1583386"/>
                  </a:lnTo>
                  <a:lnTo>
                    <a:pt x="2214103" y="1583790"/>
                  </a:lnTo>
                  <a:lnTo>
                    <a:pt x="2204027" y="1574829"/>
                  </a:lnTo>
                  <a:lnTo>
                    <a:pt x="2200785" y="1569416"/>
                  </a:lnTo>
                  <a:lnTo>
                    <a:pt x="2195209" y="1567931"/>
                  </a:lnTo>
                  <a:lnTo>
                    <a:pt x="2192667" y="1573134"/>
                  </a:lnTo>
                  <a:lnTo>
                    <a:pt x="2189846" y="1574516"/>
                  </a:lnTo>
                  <a:lnTo>
                    <a:pt x="2193329" y="1563132"/>
                  </a:lnTo>
                  <a:lnTo>
                    <a:pt x="2197884" y="1562666"/>
                  </a:lnTo>
                  <a:lnTo>
                    <a:pt x="2204610" y="1559512"/>
                  </a:lnTo>
                  <a:lnTo>
                    <a:pt x="2202656" y="1552921"/>
                  </a:lnTo>
                  <a:lnTo>
                    <a:pt x="2198409" y="1550038"/>
                  </a:lnTo>
                  <a:lnTo>
                    <a:pt x="2190742" y="1553654"/>
                  </a:lnTo>
                  <a:lnTo>
                    <a:pt x="2190833" y="1549019"/>
                  </a:lnTo>
                  <a:lnTo>
                    <a:pt x="2192271" y="1543084"/>
                  </a:lnTo>
                  <a:lnTo>
                    <a:pt x="2198051" y="1543105"/>
                  </a:lnTo>
                  <a:lnTo>
                    <a:pt x="2203114" y="1545040"/>
                  </a:lnTo>
                  <a:lnTo>
                    <a:pt x="2207423" y="1535454"/>
                  </a:lnTo>
                  <a:lnTo>
                    <a:pt x="2207615" y="1531173"/>
                  </a:lnTo>
                  <a:lnTo>
                    <a:pt x="2200455" y="1537395"/>
                  </a:lnTo>
                  <a:lnTo>
                    <a:pt x="2198847" y="1523973"/>
                  </a:lnTo>
                  <a:lnTo>
                    <a:pt x="2205894" y="1511027"/>
                  </a:lnTo>
                  <a:lnTo>
                    <a:pt x="2212615" y="1505384"/>
                  </a:lnTo>
                  <a:lnTo>
                    <a:pt x="2221012" y="1505548"/>
                  </a:lnTo>
                  <a:lnTo>
                    <a:pt x="2229547" y="1504636"/>
                  </a:lnTo>
                  <a:lnTo>
                    <a:pt x="2224192" y="1502265"/>
                  </a:lnTo>
                  <a:lnTo>
                    <a:pt x="2218695" y="1500980"/>
                  </a:lnTo>
                  <a:lnTo>
                    <a:pt x="2222825" y="1495864"/>
                  </a:lnTo>
                  <a:lnTo>
                    <a:pt x="2226346" y="1494947"/>
                  </a:lnTo>
                  <a:lnTo>
                    <a:pt x="2229805" y="1490487"/>
                  </a:lnTo>
                  <a:lnTo>
                    <a:pt x="2221487" y="1491148"/>
                  </a:lnTo>
                  <a:lnTo>
                    <a:pt x="2222467" y="1482708"/>
                  </a:lnTo>
                  <a:lnTo>
                    <a:pt x="2218424" y="1484424"/>
                  </a:lnTo>
                  <a:lnTo>
                    <a:pt x="2213586" y="1485218"/>
                  </a:lnTo>
                  <a:lnTo>
                    <a:pt x="2211703" y="1488797"/>
                  </a:lnTo>
                  <a:lnTo>
                    <a:pt x="2212074" y="1494743"/>
                  </a:lnTo>
                  <a:lnTo>
                    <a:pt x="2210661" y="1498645"/>
                  </a:lnTo>
                  <a:lnTo>
                    <a:pt x="2206898" y="1501779"/>
                  </a:lnTo>
                  <a:lnTo>
                    <a:pt x="2200543" y="1504221"/>
                  </a:lnTo>
                  <a:lnTo>
                    <a:pt x="2199926" y="1499986"/>
                  </a:lnTo>
                  <a:lnTo>
                    <a:pt x="2197826" y="1498066"/>
                  </a:lnTo>
                  <a:lnTo>
                    <a:pt x="2197042" y="1507135"/>
                  </a:lnTo>
                  <a:lnTo>
                    <a:pt x="2195375" y="1510218"/>
                  </a:lnTo>
                  <a:lnTo>
                    <a:pt x="2190729" y="1501707"/>
                  </a:lnTo>
                  <a:lnTo>
                    <a:pt x="2189333" y="1503423"/>
                  </a:lnTo>
                  <a:lnTo>
                    <a:pt x="2189512" y="1505840"/>
                  </a:lnTo>
                  <a:lnTo>
                    <a:pt x="2188325" y="1510018"/>
                  </a:lnTo>
                  <a:lnTo>
                    <a:pt x="2184341" y="1512195"/>
                  </a:lnTo>
                  <a:lnTo>
                    <a:pt x="2184587" y="1517551"/>
                  </a:lnTo>
                  <a:lnTo>
                    <a:pt x="2183041" y="1520470"/>
                  </a:lnTo>
                  <a:lnTo>
                    <a:pt x="2170280" y="1515820"/>
                  </a:lnTo>
                  <a:lnTo>
                    <a:pt x="2169980" y="1517398"/>
                  </a:lnTo>
                  <a:lnTo>
                    <a:pt x="2177198" y="1527424"/>
                  </a:lnTo>
                  <a:lnTo>
                    <a:pt x="2182470" y="1530850"/>
                  </a:lnTo>
                  <a:lnTo>
                    <a:pt x="2183111" y="1536319"/>
                  </a:lnTo>
                  <a:lnTo>
                    <a:pt x="2178586" y="1540856"/>
                  </a:lnTo>
                  <a:lnTo>
                    <a:pt x="2172343" y="1536939"/>
                  </a:lnTo>
                  <a:lnTo>
                    <a:pt x="2171293" y="1537226"/>
                  </a:lnTo>
                  <a:lnTo>
                    <a:pt x="2174685" y="1543944"/>
                  </a:lnTo>
                  <a:lnTo>
                    <a:pt x="2176823" y="1549813"/>
                  </a:lnTo>
                  <a:lnTo>
                    <a:pt x="2174623" y="1554729"/>
                  </a:lnTo>
                  <a:lnTo>
                    <a:pt x="2174964" y="1560782"/>
                  </a:lnTo>
                  <a:lnTo>
                    <a:pt x="2174489" y="1566272"/>
                  </a:lnTo>
                  <a:lnTo>
                    <a:pt x="2173143" y="1571060"/>
                  </a:lnTo>
                  <a:lnTo>
                    <a:pt x="2176177" y="1593131"/>
                  </a:lnTo>
                  <a:lnTo>
                    <a:pt x="2179832" y="1599133"/>
                  </a:lnTo>
                  <a:lnTo>
                    <a:pt x="2183424" y="1604873"/>
                  </a:lnTo>
                  <a:lnTo>
                    <a:pt x="2185328" y="1610245"/>
                  </a:lnTo>
                  <a:lnTo>
                    <a:pt x="2181515" y="1611028"/>
                  </a:lnTo>
                  <a:lnTo>
                    <a:pt x="2175444" y="1606609"/>
                  </a:lnTo>
                  <a:lnTo>
                    <a:pt x="2170110" y="1603239"/>
                  </a:lnTo>
                  <a:lnTo>
                    <a:pt x="2163755" y="1592465"/>
                  </a:lnTo>
                  <a:lnTo>
                    <a:pt x="2162704" y="1588164"/>
                  </a:lnTo>
                  <a:lnTo>
                    <a:pt x="2161154" y="1584763"/>
                  </a:lnTo>
                  <a:lnTo>
                    <a:pt x="2161904" y="1592573"/>
                  </a:lnTo>
                  <a:lnTo>
                    <a:pt x="2164171" y="1601294"/>
                  </a:lnTo>
                  <a:lnTo>
                    <a:pt x="2184074" y="1620809"/>
                  </a:lnTo>
                  <a:lnTo>
                    <a:pt x="2187749" y="1628296"/>
                  </a:lnTo>
                  <a:lnTo>
                    <a:pt x="2190550" y="1634180"/>
                  </a:lnTo>
                  <a:lnTo>
                    <a:pt x="2189846" y="1639818"/>
                  </a:lnTo>
                  <a:lnTo>
                    <a:pt x="2184657" y="1635829"/>
                  </a:lnTo>
                  <a:lnTo>
                    <a:pt x="2180182" y="1630744"/>
                  </a:lnTo>
                  <a:lnTo>
                    <a:pt x="2168301" y="1624998"/>
                  </a:lnTo>
                  <a:lnTo>
                    <a:pt x="2153320" y="1621368"/>
                  </a:lnTo>
                  <a:lnTo>
                    <a:pt x="2144873" y="1608012"/>
                  </a:lnTo>
                  <a:lnTo>
                    <a:pt x="2144902" y="1613584"/>
                  </a:lnTo>
                  <a:lnTo>
                    <a:pt x="2143027" y="1618310"/>
                  </a:lnTo>
                  <a:lnTo>
                    <a:pt x="2137864" y="1612549"/>
                  </a:lnTo>
                  <a:lnTo>
                    <a:pt x="2134609" y="1607633"/>
                  </a:lnTo>
                  <a:lnTo>
                    <a:pt x="2133517" y="1602246"/>
                  </a:lnTo>
                  <a:lnTo>
                    <a:pt x="2127071" y="1602615"/>
                  </a:lnTo>
                  <a:lnTo>
                    <a:pt x="2120311" y="1607295"/>
                  </a:lnTo>
                  <a:lnTo>
                    <a:pt x="2113773" y="1606184"/>
                  </a:lnTo>
                  <a:lnTo>
                    <a:pt x="2112998" y="1597048"/>
                  </a:lnTo>
                  <a:lnTo>
                    <a:pt x="2114765" y="1592209"/>
                  </a:lnTo>
                  <a:lnTo>
                    <a:pt x="2122103" y="1580764"/>
                  </a:lnTo>
                  <a:lnTo>
                    <a:pt x="2129017" y="1574921"/>
                  </a:lnTo>
                  <a:lnTo>
                    <a:pt x="2132067" y="1567378"/>
                  </a:lnTo>
                  <a:lnTo>
                    <a:pt x="2131025" y="1555682"/>
                  </a:lnTo>
                  <a:lnTo>
                    <a:pt x="2129725" y="1567583"/>
                  </a:lnTo>
                  <a:lnTo>
                    <a:pt x="2125775" y="1573482"/>
                  </a:lnTo>
                  <a:lnTo>
                    <a:pt x="2119565" y="1577988"/>
                  </a:lnTo>
                  <a:lnTo>
                    <a:pt x="2111393" y="1586018"/>
                  </a:lnTo>
                  <a:lnTo>
                    <a:pt x="2109397" y="1593443"/>
                  </a:lnTo>
                  <a:lnTo>
                    <a:pt x="2106847" y="1607346"/>
                  </a:lnTo>
                  <a:lnTo>
                    <a:pt x="2110297" y="1612053"/>
                  </a:lnTo>
                  <a:lnTo>
                    <a:pt x="2113823" y="1613282"/>
                  </a:lnTo>
                  <a:lnTo>
                    <a:pt x="2124237" y="1610127"/>
                  </a:lnTo>
                  <a:lnTo>
                    <a:pt x="2129625" y="1611535"/>
                  </a:lnTo>
                  <a:lnTo>
                    <a:pt x="2141610" y="1628276"/>
                  </a:lnTo>
                  <a:lnTo>
                    <a:pt x="2163925" y="1634897"/>
                  </a:lnTo>
                  <a:lnTo>
                    <a:pt x="2172064" y="1639035"/>
                  </a:lnTo>
                  <a:lnTo>
                    <a:pt x="2178698" y="1647771"/>
                  </a:lnTo>
                  <a:lnTo>
                    <a:pt x="2188670" y="1652800"/>
                  </a:lnTo>
                  <a:lnTo>
                    <a:pt x="2196409" y="1660107"/>
                  </a:lnTo>
                  <a:lnTo>
                    <a:pt x="2196617" y="1664875"/>
                  </a:lnTo>
                  <a:lnTo>
                    <a:pt x="2193938" y="1670513"/>
                  </a:lnTo>
                  <a:lnTo>
                    <a:pt x="2192879" y="1678143"/>
                  </a:lnTo>
                  <a:lnTo>
                    <a:pt x="2189591" y="1682957"/>
                  </a:lnTo>
                  <a:lnTo>
                    <a:pt x="2181699" y="1683510"/>
                  </a:lnTo>
                  <a:lnTo>
                    <a:pt x="2176931" y="1682271"/>
                  </a:lnTo>
                  <a:lnTo>
                    <a:pt x="2151303" y="1655447"/>
                  </a:lnTo>
                  <a:lnTo>
                    <a:pt x="2148244" y="1652979"/>
                  </a:lnTo>
                  <a:lnTo>
                    <a:pt x="2138739" y="1638932"/>
                  </a:lnTo>
                  <a:lnTo>
                    <a:pt x="2127587" y="1631410"/>
                  </a:lnTo>
                  <a:lnTo>
                    <a:pt x="2124137" y="1631568"/>
                  </a:lnTo>
                  <a:lnTo>
                    <a:pt x="2140010" y="1645482"/>
                  </a:lnTo>
                  <a:lnTo>
                    <a:pt x="2146490" y="1655212"/>
                  </a:lnTo>
                  <a:lnTo>
                    <a:pt x="2157904" y="1668854"/>
                  </a:lnTo>
                  <a:lnTo>
                    <a:pt x="2166063" y="1674630"/>
                  </a:lnTo>
                  <a:lnTo>
                    <a:pt x="2172068" y="1683643"/>
                  </a:lnTo>
                  <a:lnTo>
                    <a:pt x="2177648" y="1687868"/>
                  </a:lnTo>
                  <a:lnTo>
                    <a:pt x="2192883" y="1693885"/>
                  </a:lnTo>
                  <a:lnTo>
                    <a:pt x="2187587" y="1698207"/>
                  </a:lnTo>
                  <a:lnTo>
                    <a:pt x="2196042" y="1701889"/>
                  </a:lnTo>
                  <a:lnTo>
                    <a:pt x="2197251" y="1708659"/>
                  </a:lnTo>
                  <a:lnTo>
                    <a:pt x="2196476" y="1716376"/>
                  </a:lnTo>
                  <a:lnTo>
                    <a:pt x="2184741" y="1713324"/>
                  </a:lnTo>
                  <a:lnTo>
                    <a:pt x="2184357" y="1719008"/>
                  </a:lnTo>
                  <a:lnTo>
                    <a:pt x="2185407" y="1722362"/>
                  </a:lnTo>
                  <a:lnTo>
                    <a:pt x="2180223" y="1725133"/>
                  </a:lnTo>
                  <a:lnTo>
                    <a:pt x="2173014" y="1721374"/>
                  </a:lnTo>
                  <a:lnTo>
                    <a:pt x="2154295" y="1700813"/>
                  </a:lnTo>
                  <a:lnTo>
                    <a:pt x="2154453" y="1703563"/>
                  </a:lnTo>
                  <a:lnTo>
                    <a:pt x="2155970" y="1706754"/>
                  </a:lnTo>
                  <a:lnTo>
                    <a:pt x="2166826" y="1719991"/>
                  </a:lnTo>
                  <a:lnTo>
                    <a:pt x="2176515" y="1727929"/>
                  </a:lnTo>
                  <a:lnTo>
                    <a:pt x="2184728" y="1731513"/>
                  </a:lnTo>
                  <a:lnTo>
                    <a:pt x="2191058" y="1738165"/>
                  </a:lnTo>
                  <a:lnTo>
                    <a:pt x="2193292" y="1742190"/>
                  </a:lnTo>
                  <a:lnTo>
                    <a:pt x="2194784" y="1748295"/>
                  </a:lnTo>
                  <a:lnTo>
                    <a:pt x="2190091" y="1752443"/>
                  </a:lnTo>
                  <a:lnTo>
                    <a:pt x="2184749" y="1754732"/>
                  </a:lnTo>
                  <a:lnTo>
                    <a:pt x="2179532" y="1750594"/>
                  </a:lnTo>
                  <a:lnTo>
                    <a:pt x="2175706" y="1746236"/>
                  </a:lnTo>
                  <a:lnTo>
                    <a:pt x="2167559" y="1738836"/>
                  </a:lnTo>
                  <a:lnTo>
                    <a:pt x="2165117" y="1730566"/>
                  </a:lnTo>
                  <a:lnTo>
                    <a:pt x="2158921" y="1730991"/>
                  </a:lnTo>
                  <a:lnTo>
                    <a:pt x="2133021" y="1720503"/>
                  </a:lnTo>
                  <a:lnTo>
                    <a:pt x="2112206" y="1719295"/>
                  </a:lnTo>
                  <a:lnTo>
                    <a:pt x="2114240" y="1721405"/>
                  </a:lnTo>
                  <a:lnTo>
                    <a:pt x="2116873" y="1722808"/>
                  </a:lnTo>
                  <a:lnTo>
                    <a:pt x="2133451" y="1725394"/>
                  </a:lnTo>
                  <a:lnTo>
                    <a:pt x="2140001" y="1730223"/>
                  </a:lnTo>
                  <a:lnTo>
                    <a:pt x="2153637" y="1734509"/>
                  </a:lnTo>
                  <a:lnTo>
                    <a:pt x="2161621" y="1735682"/>
                  </a:lnTo>
                  <a:lnTo>
                    <a:pt x="2164859" y="1748848"/>
                  </a:lnTo>
                  <a:lnTo>
                    <a:pt x="2175894" y="1757907"/>
                  </a:lnTo>
                  <a:lnTo>
                    <a:pt x="2177327" y="1764620"/>
                  </a:lnTo>
                  <a:lnTo>
                    <a:pt x="2184862" y="1765373"/>
                  </a:lnTo>
                  <a:lnTo>
                    <a:pt x="2198118" y="1758787"/>
                  </a:lnTo>
                  <a:lnTo>
                    <a:pt x="2206673" y="1761097"/>
                  </a:lnTo>
                  <a:lnTo>
                    <a:pt x="2219012" y="1762981"/>
                  </a:lnTo>
                  <a:lnTo>
                    <a:pt x="2221833" y="1768297"/>
                  </a:lnTo>
                  <a:lnTo>
                    <a:pt x="2223950" y="1778411"/>
                  </a:lnTo>
                  <a:lnTo>
                    <a:pt x="2228313" y="1789789"/>
                  </a:lnTo>
                  <a:lnTo>
                    <a:pt x="2239627" y="1834654"/>
                  </a:lnTo>
                  <a:lnTo>
                    <a:pt x="2256625" y="1871350"/>
                  </a:lnTo>
                  <a:lnTo>
                    <a:pt x="2258717" y="1877669"/>
                  </a:lnTo>
                  <a:lnTo>
                    <a:pt x="2254767" y="1872123"/>
                  </a:lnTo>
                  <a:lnTo>
                    <a:pt x="2242157" y="1847820"/>
                  </a:lnTo>
                  <a:lnTo>
                    <a:pt x="2235197" y="1830270"/>
                  </a:lnTo>
                  <a:lnTo>
                    <a:pt x="2228047" y="1799284"/>
                  </a:lnTo>
                  <a:lnTo>
                    <a:pt x="2225971" y="1792345"/>
                  </a:lnTo>
                  <a:lnTo>
                    <a:pt x="2223529" y="1789574"/>
                  </a:lnTo>
                  <a:lnTo>
                    <a:pt x="2221921" y="1791827"/>
                  </a:lnTo>
                  <a:lnTo>
                    <a:pt x="2221229" y="1795776"/>
                  </a:lnTo>
                  <a:lnTo>
                    <a:pt x="2222396" y="1798807"/>
                  </a:lnTo>
                  <a:lnTo>
                    <a:pt x="2219579" y="1809008"/>
                  </a:lnTo>
                  <a:lnTo>
                    <a:pt x="2220800" y="1813689"/>
                  </a:lnTo>
                  <a:lnTo>
                    <a:pt x="2225375" y="1818528"/>
                  </a:lnTo>
                  <a:lnTo>
                    <a:pt x="2230347" y="1830603"/>
                  </a:lnTo>
                  <a:lnTo>
                    <a:pt x="2234318" y="1846862"/>
                  </a:lnTo>
                  <a:lnTo>
                    <a:pt x="2228947" y="1840271"/>
                  </a:lnTo>
                  <a:lnTo>
                    <a:pt x="2223213" y="1836779"/>
                  </a:lnTo>
                  <a:lnTo>
                    <a:pt x="2214291" y="1834101"/>
                  </a:lnTo>
                  <a:lnTo>
                    <a:pt x="2206344" y="1829405"/>
                  </a:lnTo>
                  <a:lnTo>
                    <a:pt x="2206923" y="1836139"/>
                  </a:lnTo>
                  <a:lnTo>
                    <a:pt x="2206160" y="1843410"/>
                  </a:lnTo>
                  <a:lnTo>
                    <a:pt x="2200034" y="1841193"/>
                  </a:lnTo>
                  <a:lnTo>
                    <a:pt x="2195867" y="1838781"/>
                  </a:lnTo>
                  <a:lnTo>
                    <a:pt x="2199555" y="1846529"/>
                  </a:lnTo>
                  <a:lnTo>
                    <a:pt x="2191550" y="1844204"/>
                  </a:lnTo>
                  <a:lnTo>
                    <a:pt x="2186216" y="1844691"/>
                  </a:lnTo>
                  <a:lnTo>
                    <a:pt x="2182749" y="1851568"/>
                  </a:lnTo>
                  <a:lnTo>
                    <a:pt x="2178098" y="1855742"/>
                  </a:lnTo>
                  <a:lnTo>
                    <a:pt x="2171222" y="1857088"/>
                  </a:lnTo>
                  <a:lnTo>
                    <a:pt x="2161021" y="1850800"/>
                  </a:lnTo>
                  <a:lnTo>
                    <a:pt x="2157716" y="1843165"/>
                  </a:lnTo>
                  <a:lnTo>
                    <a:pt x="2156349" y="1834664"/>
                  </a:lnTo>
                  <a:lnTo>
                    <a:pt x="2155804" y="1844716"/>
                  </a:lnTo>
                  <a:lnTo>
                    <a:pt x="2157620" y="1855183"/>
                  </a:lnTo>
                  <a:lnTo>
                    <a:pt x="2156983" y="1863141"/>
                  </a:lnTo>
                  <a:lnTo>
                    <a:pt x="2166805" y="1864606"/>
                  </a:lnTo>
                  <a:lnTo>
                    <a:pt x="2175990" y="1863305"/>
                  </a:lnTo>
                  <a:lnTo>
                    <a:pt x="2188383" y="1863638"/>
                  </a:lnTo>
                  <a:lnTo>
                    <a:pt x="2196467" y="1862148"/>
                  </a:lnTo>
                  <a:lnTo>
                    <a:pt x="2201335" y="1859618"/>
                  </a:lnTo>
                  <a:lnTo>
                    <a:pt x="2213007" y="1861810"/>
                  </a:lnTo>
                  <a:lnTo>
                    <a:pt x="2213836" y="1871422"/>
                  </a:lnTo>
                  <a:lnTo>
                    <a:pt x="2212503" y="1880977"/>
                  </a:lnTo>
                  <a:lnTo>
                    <a:pt x="2211828" y="1891153"/>
                  </a:lnTo>
                  <a:lnTo>
                    <a:pt x="2215061" y="1891086"/>
                  </a:lnTo>
                  <a:lnTo>
                    <a:pt x="2218862" y="1887834"/>
                  </a:lnTo>
                  <a:lnTo>
                    <a:pt x="2220762" y="1869609"/>
                  </a:lnTo>
                  <a:lnTo>
                    <a:pt x="2231430" y="1862875"/>
                  </a:lnTo>
                  <a:lnTo>
                    <a:pt x="2235006" y="1863336"/>
                  </a:lnTo>
                  <a:lnTo>
                    <a:pt x="2238402" y="1869194"/>
                  </a:lnTo>
                  <a:lnTo>
                    <a:pt x="2239544" y="1875135"/>
                  </a:lnTo>
                  <a:lnTo>
                    <a:pt x="2240748" y="1883292"/>
                  </a:lnTo>
                  <a:lnTo>
                    <a:pt x="2238256" y="1895721"/>
                  </a:lnTo>
                  <a:lnTo>
                    <a:pt x="2221867" y="1910254"/>
                  </a:lnTo>
                  <a:lnTo>
                    <a:pt x="2210127" y="1923691"/>
                  </a:lnTo>
                  <a:lnTo>
                    <a:pt x="2204127" y="1926431"/>
                  </a:lnTo>
                  <a:lnTo>
                    <a:pt x="2195471" y="1924869"/>
                  </a:lnTo>
                  <a:lnTo>
                    <a:pt x="2185658" y="1921489"/>
                  </a:lnTo>
                  <a:lnTo>
                    <a:pt x="2180844" y="1920808"/>
                  </a:lnTo>
                  <a:lnTo>
                    <a:pt x="2177186" y="1921935"/>
                  </a:lnTo>
                  <a:lnTo>
                    <a:pt x="2174956" y="1917797"/>
                  </a:lnTo>
                  <a:lnTo>
                    <a:pt x="2173518" y="1910249"/>
                  </a:lnTo>
                  <a:lnTo>
                    <a:pt x="2169701" y="1907745"/>
                  </a:lnTo>
                  <a:lnTo>
                    <a:pt x="2166813" y="1908021"/>
                  </a:lnTo>
                  <a:lnTo>
                    <a:pt x="2164842" y="1916040"/>
                  </a:lnTo>
                  <a:lnTo>
                    <a:pt x="2155687" y="1918319"/>
                  </a:lnTo>
                  <a:lnTo>
                    <a:pt x="2143239" y="1915006"/>
                  </a:lnTo>
                  <a:lnTo>
                    <a:pt x="2130204" y="1908262"/>
                  </a:lnTo>
                  <a:lnTo>
                    <a:pt x="2135797" y="1915498"/>
                  </a:lnTo>
                  <a:lnTo>
                    <a:pt x="2168143" y="1928996"/>
                  </a:lnTo>
                  <a:lnTo>
                    <a:pt x="2171785" y="1931521"/>
                  </a:lnTo>
                  <a:lnTo>
                    <a:pt x="2175185" y="1935213"/>
                  </a:lnTo>
                  <a:lnTo>
                    <a:pt x="2170660" y="1941005"/>
                  </a:lnTo>
                  <a:lnTo>
                    <a:pt x="2167113" y="1947529"/>
                  </a:lnTo>
                  <a:lnTo>
                    <a:pt x="2166613" y="1952650"/>
                  </a:lnTo>
                  <a:lnTo>
                    <a:pt x="2165363" y="1955881"/>
                  </a:lnTo>
                  <a:lnTo>
                    <a:pt x="2152466" y="1964587"/>
                  </a:lnTo>
                  <a:lnTo>
                    <a:pt x="2145477" y="1963050"/>
                  </a:lnTo>
                  <a:lnTo>
                    <a:pt x="2127621" y="1947355"/>
                  </a:lnTo>
                  <a:lnTo>
                    <a:pt x="2135755" y="1960930"/>
                  </a:lnTo>
                  <a:lnTo>
                    <a:pt x="2142268" y="1966691"/>
                  </a:lnTo>
                  <a:lnTo>
                    <a:pt x="2155383" y="1969764"/>
                  </a:lnTo>
                  <a:lnTo>
                    <a:pt x="2179982" y="1964689"/>
                  </a:lnTo>
                  <a:lnTo>
                    <a:pt x="2188050" y="1970230"/>
                  </a:lnTo>
                  <a:lnTo>
                    <a:pt x="2181428" y="1980047"/>
                  </a:lnTo>
                  <a:lnTo>
                    <a:pt x="2174848" y="1986934"/>
                  </a:lnTo>
                  <a:lnTo>
                    <a:pt x="2166217" y="1987702"/>
                  </a:lnTo>
                  <a:lnTo>
                    <a:pt x="2158616" y="1989567"/>
                  </a:lnTo>
                  <a:lnTo>
                    <a:pt x="2156387" y="1994303"/>
                  </a:lnTo>
                  <a:lnTo>
                    <a:pt x="2150970" y="1994600"/>
                  </a:lnTo>
                  <a:lnTo>
                    <a:pt x="2142502" y="1994882"/>
                  </a:lnTo>
                  <a:lnTo>
                    <a:pt x="2129392" y="1995312"/>
                  </a:lnTo>
                  <a:lnTo>
                    <a:pt x="2122191" y="1994206"/>
                  </a:lnTo>
                  <a:lnTo>
                    <a:pt x="2112131" y="2003885"/>
                  </a:lnTo>
                  <a:lnTo>
                    <a:pt x="2108335" y="2005216"/>
                  </a:lnTo>
                  <a:lnTo>
                    <a:pt x="2103030" y="2003398"/>
                  </a:lnTo>
                  <a:lnTo>
                    <a:pt x="2100805" y="1995625"/>
                  </a:lnTo>
                  <a:lnTo>
                    <a:pt x="2098433" y="1991804"/>
                  </a:lnTo>
                  <a:lnTo>
                    <a:pt x="2098375" y="2006348"/>
                  </a:lnTo>
                  <a:lnTo>
                    <a:pt x="2099304" y="2010265"/>
                  </a:lnTo>
                  <a:lnTo>
                    <a:pt x="2101205" y="2013220"/>
                  </a:lnTo>
                  <a:lnTo>
                    <a:pt x="2089436" y="2021111"/>
                  </a:lnTo>
                  <a:lnTo>
                    <a:pt x="2078172" y="2030954"/>
                  </a:lnTo>
                  <a:lnTo>
                    <a:pt x="2074134" y="2033632"/>
                  </a:lnTo>
                  <a:lnTo>
                    <a:pt x="2069546" y="2038563"/>
                  </a:lnTo>
                  <a:lnTo>
                    <a:pt x="2060149" y="2052805"/>
                  </a:lnTo>
                  <a:lnTo>
                    <a:pt x="2057828" y="2063190"/>
                  </a:lnTo>
                  <a:lnTo>
                    <a:pt x="2054432" y="2074768"/>
                  </a:lnTo>
                  <a:lnTo>
                    <a:pt x="2054002" y="2069555"/>
                  </a:lnTo>
                  <a:lnTo>
                    <a:pt x="2054586" y="2060778"/>
                  </a:lnTo>
                  <a:lnTo>
                    <a:pt x="2052261" y="2050726"/>
                  </a:lnTo>
                  <a:lnTo>
                    <a:pt x="2050785" y="2069140"/>
                  </a:lnTo>
                  <a:lnTo>
                    <a:pt x="2047135" y="2077697"/>
                  </a:lnTo>
                  <a:lnTo>
                    <a:pt x="2013635" y="2077093"/>
                  </a:lnTo>
                  <a:lnTo>
                    <a:pt x="1998970" y="2081743"/>
                  </a:lnTo>
                  <a:lnTo>
                    <a:pt x="1976459" y="2097387"/>
                  </a:lnTo>
                  <a:lnTo>
                    <a:pt x="1969729" y="2104244"/>
                  </a:lnTo>
                  <a:lnTo>
                    <a:pt x="1951135" y="2130755"/>
                  </a:lnTo>
                  <a:lnTo>
                    <a:pt x="1946388" y="2147721"/>
                  </a:lnTo>
                  <a:lnTo>
                    <a:pt x="1942583" y="2140587"/>
                  </a:lnTo>
                  <a:lnTo>
                    <a:pt x="1943525" y="2135236"/>
                  </a:lnTo>
                  <a:lnTo>
                    <a:pt x="1943600" y="2130863"/>
                  </a:lnTo>
                  <a:lnTo>
                    <a:pt x="1938916" y="2140244"/>
                  </a:lnTo>
                  <a:lnTo>
                    <a:pt x="1943363" y="2153907"/>
                  </a:lnTo>
                  <a:lnTo>
                    <a:pt x="1939371" y="2159125"/>
                  </a:lnTo>
                  <a:lnTo>
                    <a:pt x="1927090" y="2168865"/>
                  </a:lnTo>
                  <a:lnTo>
                    <a:pt x="1920368" y="2170463"/>
                  </a:lnTo>
                  <a:lnTo>
                    <a:pt x="1912821" y="2173233"/>
                  </a:lnTo>
                  <a:lnTo>
                    <a:pt x="1910446" y="2182840"/>
                  </a:lnTo>
                  <a:lnTo>
                    <a:pt x="1900199" y="2191699"/>
                  </a:lnTo>
                  <a:lnTo>
                    <a:pt x="1894227" y="2195622"/>
                  </a:lnTo>
                  <a:lnTo>
                    <a:pt x="1883292" y="2193246"/>
                  </a:lnTo>
                  <a:lnTo>
                    <a:pt x="1886659" y="2201777"/>
                  </a:lnTo>
                  <a:lnTo>
                    <a:pt x="1882642" y="2208235"/>
                  </a:lnTo>
                  <a:lnTo>
                    <a:pt x="1875725" y="2213187"/>
                  </a:lnTo>
                  <a:lnTo>
                    <a:pt x="1867123" y="2216418"/>
                  </a:lnTo>
                  <a:lnTo>
                    <a:pt x="1862194" y="2216024"/>
                  </a:lnTo>
                  <a:lnTo>
                    <a:pt x="1857981" y="2217739"/>
                  </a:lnTo>
                  <a:lnTo>
                    <a:pt x="1854680" y="2221846"/>
                  </a:lnTo>
                  <a:lnTo>
                    <a:pt x="1846616" y="2225687"/>
                  </a:lnTo>
                  <a:lnTo>
                    <a:pt x="1838240" y="2223526"/>
                  </a:lnTo>
                  <a:lnTo>
                    <a:pt x="1828747" y="2222230"/>
                  </a:lnTo>
                  <a:lnTo>
                    <a:pt x="1823459" y="2224535"/>
                  </a:lnTo>
                  <a:lnTo>
                    <a:pt x="1832348" y="2228345"/>
                  </a:lnTo>
                  <a:lnTo>
                    <a:pt x="1837107" y="2233865"/>
                  </a:lnTo>
                  <a:lnTo>
                    <a:pt x="1836128" y="2241306"/>
                  </a:lnTo>
                  <a:lnTo>
                    <a:pt x="1833748" y="2244178"/>
                  </a:lnTo>
                  <a:lnTo>
                    <a:pt x="1828139" y="2248070"/>
                  </a:lnTo>
                  <a:lnTo>
                    <a:pt x="1825676" y="2247492"/>
                  </a:lnTo>
                  <a:lnTo>
                    <a:pt x="1824172" y="2243984"/>
                  </a:lnTo>
                  <a:lnTo>
                    <a:pt x="1822347" y="2236676"/>
                  </a:lnTo>
                  <a:lnTo>
                    <a:pt x="1819738" y="2238233"/>
                  </a:lnTo>
                  <a:lnTo>
                    <a:pt x="1819288" y="2241638"/>
                  </a:lnTo>
                  <a:lnTo>
                    <a:pt x="1817046" y="2242852"/>
                  </a:lnTo>
                  <a:lnTo>
                    <a:pt x="1809091" y="2231212"/>
                  </a:lnTo>
                  <a:lnTo>
                    <a:pt x="1809487" y="2240092"/>
                  </a:lnTo>
                  <a:lnTo>
                    <a:pt x="1812266" y="2246913"/>
                  </a:lnTo>
                  <a:lnTo>
                    <a:pt x="1814954" y="2250375"/>
                  </a:lnTo>
                  <a:lnTo>
                    <a:pt x="1817667" y="2252413"/>
                  </a:lnTo>
                  <a:lnTo>
                    <a:pt x="1818334" y="2255578"/>
                  </a:lnTo>
                  <a:lnTo>
                    <a:pt x="1812891" y="2263290"/>
                  </a:lnTo>
                  <a:lnTo>
                    <a:pt x="1810091" y="2265005"/>
                  </a:lnTo>
                  <a:lnTo>
                    <a:pt x="1805107" y="2266255"/>
                  </a:lnTo>
                  <a:lnTo>
                    <a:pt x="1802302" y="2271007"/>
                  </a:lnTo>
                  <a:lnTo>
                    <a:pt x="1803132" y="2275099"/>
                  </a:lnTo>
                  <a:lnTo>
                    <a:pt x="1798773" y="2283978"/>
                  </a:lnTo>
                  <a:lnTo>
                    <a:pt x="1788350" y="2289524"/>
                  </a:lnTo>
                  <a:lnTo>
                    <a:pt x="1785167" y="2289309"/>
                  </a:lnTo>
                  <a:lnTo>
                    <a:pt x="1782570" y="2290932"/>
                  </a:lnTo>
                  <a:lnTo>
                    <a:pt x="1784087" y="2294886"/>
                  </a:lnTo>
                  <a:lnTo>
                    <a:pt x="1786688" y="2297764"/>
                  </a:lnTo>
                  <a:lnTo>
                    <a:pt x="1786596" y="2300437"/>
                  </a:lnTo>
                  <a:lnTo>
                    <a:pt x="1783841" y="2304068"/>
                  </a:lnTo>
                  <a:lnTo>
                    <a:pt x="1778403" y="2305081"/>
                  </a:lnTo>
                  <a:lnTo>
                    <a:pt x="1775349" y="2309224"/>
                  </a:lnTo>
                  <a:lnTo>
                    <a:pt x="1776315" y="2313132"/>
                  </a:lnTo>
                  <a:lnTo>
                    <a:pt x="1778112" y="2315313"/>
                  </a:lnTo>
                  <a:lnTo>
                    <a:pt x="1777736" y="2319072"/>
                  </a:lnTo>
                  <a:lnTo>
                    <a:pt x="1771552" y="2322846"/>
                  </a:lnTo>
                  <a:lnTo>
                    <a:pt x="1770102" y="2326559"/>
                  </a:lnTo>
                  <a:lnTo>
                    <a:pt x="1773173" y="2327654"/>
                  </a:lnTo>
                  <a:lnTo>
                    <a:pt x="1775536" y="2326559"/>
                  </a:lnTo>
                  <a:lnTo>
                    <a:pt x="1777266" y="2327357"/>
                  </a:lnTo>
                  <a:lnTo>
                    <a:pt x="1773557" y="2333564"/>
                  </a:lnTo>
                  <a:lnTo>
                    <a:pt x="1770227" y="2337348"/>
                  </a:lnTo>
                  <a:lnTo>
                    <a:pt x="1767064" y="2344149"/>
                  </a:lnTo>
                  <a:lnTo>
                    <a:pt x="1759726" y="2346028"/>
                  </a:lnTo>
                  <a:lnTo>
                    <a:pt x="1760001" y="2348225"/>
                  </a:lnTo>
                  <a:lnTo>
                    <a:pt x="1764147" y="2350171"/>
                  </a:lnTo>
                  <a:lnTo>
                    <a:pt x="1767618" y="2355400"/>
                  </a:lnTo>
                  <a:lnTo>
                    <a:pt x="1761097" y="2365053"/>
                  </a:lnTo>
                  <a:lnTo>
                    <a:pt x="1757025" y="2364259"/>
                  </a:lnTo>
                  <a:lnTo>
                    <a:pt x="1754538" y="2362134"/>
                  </a:lnTo>
                  <a:lnTo>
                    <a:pt x="1752950" y="2369754"/>
                  </a:lnTo>
                  <a:lnTo>
                    <a:pt x="1753558" y="2373820"/>
                  </a:lnTo>
                  <a:lnTo>
                    <a:pt x="1752008" y="2382131"/>
                  </a:lnTo>
                  <a:lnTo>
                    <a:pt x="1749516" y="2392122"/>
                  </a:lnTo>
                  <a:lnTo>
                    <a:pt x="1747824" y="2396224"/>
                  </a:lnTo>
                  <a:lnTo>
                    <a:pt x="1748183" y="2403864"/>
                  </a:lnTo>
                  <a:lnTo>
                    <a:pt x="1749229" y="2411243"/>
                  </a:lnTo>
                  <a:lnTo>
                    <a:pt x="1753221" y="2420753"/>
                  </a:lnTo>
                  <a:lnTo>
                    <a:pt x="1759317" y="2459641"/>
                  </a:lnTo>
                  <a:lnTo>
                    <a:pt x="1763468" y="2473145"/>
                  </a:lnTo>
                  <a:lnTo>
                    <a:pt x="1770944" y="2509580"/>
                  </a:lnTo>
                  <a:lnTo>
                    <a:pt x="1783316" y="2544904"/>
                  </a:lnTo>
                  <a:lnTo>
                    <a:pt x="1800773" y="2587602"/>
                  </a:lnTo>
                  <a:lnTo>
                    <a:pt x="1829423" y="2639354"/>
                  </a:lnTo>
                  <a:lnTo>
                    <a:pt x="1832852" y="2646729"/>
                  </a:lnTo>
                  <a:lnTo>
                    <a:pt x="1829122" y="2652981"/>
                  </a:lnTo>
                  <a:lnTo>
                    <a:pt x="1827985" y="2659459"/>
                  </a:lnTo>
                  <a:lnTo>
                    <a:pt x="1827660" y="2669225"/>
                  </a:lnTo>
                  <a:lnTo>
                    <a:pt x="1828693" y="2678739"/>
                  </a:lnTo>
                  <a:lnTo>
                    <a:pt x="1832081" y="2690359"/>
                  </a:lnTo>
                  <a:lnTo>
                    <a:pt x="1838590" y="2708123"/>
                  </a:lnTo>
                  <a:lnTo>
                    <a:pt x="1834948" y="2704580"/>
                  </a:lnTo>
                  <a:lnTo>
                    <a:pt x="1825522" y="2679082"/>
                  </a:lnTo>
                  <a:lnTo>
                    <a:pt x="1824426" y="2664109"/>
                  </a:lnTo>
                  <a:lnTo>
                    <a:pt x="1825785" y="2642867"/>
                  </a:lnTo>
                  <a:lnTo>
                    <a:pt x="1823572" y="2643379"/>
                  </a:lnTo>
                  <a:lnTo>
                    <a:pt x="1821776" y="2650282"/>
                  </a:lnTo>
                  <a:lnTo>
                    <a:pt x="1820788" y="2658389"/>
                  </a:lnTo>
                  <a:lnTo>
                    <a:pt x="1818396" y="2661528"/>
                  </a:lnTo>
                  <a:lnTo>
                    <a:pt x="1815133" y="2649161"/>
                  </a:lnTo>
                  <a:lnTo>
                    <a:pt x="1815362" y="2643569"/>
                  </a:lnTo>
                  <a:lnTo>
                    <a:pt x="1818825" y="2637035"/>
                  </a:lnTo>
                  <a:lnTo>
                    <a:pt x="1817821" y="2634684"/>
                  </a:lnTo>
                  <a:lnTo>
                    <a:pt x="1812216" y="2631340"/>
                  </a:lnTo>
                  <a:lnTo>
                    <a:pt x="1811024" y="2626081"/>
                  </a:lnTo>
                  <a:lnTo>
                    <a:pt x="1811783" y="2620888"/>
                  </a:lnTo>
                  <a:lnTo>
                    <a:pt x="1808566" y="2618113"/>
                  </a:lnTo>
                  <a:lnTo>
                    <a:pt x="1806049" y="2618246"/>
                  </a:lnTo>
                  <a:lnTo>
                    <a:pt x="1807736" y="2631048"/>
                  </a:lnTo>
                  <a:lnTo>
                    <a:pt x="1810399" y="2638909"/>
                  </a:lnTo>
                  <a:lnTo>
                    <a:pt x="1813691" y="2657749"/>
                  </a:lnTo>
                  <a:lnTo>
                    <a:pt x="1819004" y="2669163"/>
                  </a:lnTo>
                  <a:lnTo>
                    <a:pt x="1822101" y="2678734"/>
                  </a:lnTo>
                  <a:lnTo>
                    <a:pt x="1858285" y="2780871"/>
                  </a:lnTo>
                  <a:lnTo>
                    <a:pt x="1866848" y="2793878"/>
                  </a:lnTo>
                  <a:lnTo>
                    <a:pt x="1870015" y="2803219"/>
                  </a:lnTo>
                  <a:lnTo>
                    <a:pt x="1873312" y="2822750"/>
                  </a:lnTo>
                  <a:lnTo>
                    <a:pt x="1874058" y="2847827"/>
                  </a:lnTo>
                  <a:lnTo>
                    <a:pt x="1868144" y="2893659"/>
                  </a:lnTo>
                  <a:lnTo>
                    <a:pt x="1866798" y="2924922"/>
                  </a:lnTo>
                  <a:lnTo>
                    <a:pt x="1865952" y="2923965"/>
                  </a:lnTo>
                  <a:lnTo>
                    <a:pt x="1865386" y="2920672"/>
                  </a:lnTo>
                  <a:lnTo>
                    <a:pt x="1864019" y="2920221"/>
                  </a:lnTo>
                  <a:lnTo>
                    <a:pt x="1858885" y="2934544"/>
                  </a:lnTo>
                  <a:lnTo>
                    <a:pt x="1851909" y="2947465"/>
                  </a:lnTo>
                  <a:lnTo>
                    <a:pt x="1849613" y="2967544"/>
                  </a:lnTo>
                  <a:lnTo>
                    <a:pt x="1846266" y="2977596"/>
                  </a:lnTo>
                  <a:lnTo>
                    <a:pt x="1836219" y="2988232"/>
                  </a:lnTo>
                  <a:lnTo>
                    <a:pt x="1829993" y="2987961"/>
                  </a:lnTo>
                  <a:lnTo>
                    <a:pt x="1814725" y="2995939"/>
                  </a:lnTo>
                  <a:lnTo>
                    <a:pt x="1803998" y="2993860"/>
                  </a:lnTo>
                  <a:lnTo>
                    <a:pt x="1791217" y="2998361"/>
                  </a:lnTo>
                  <a:lnTo>
                    <a:pt x="1782808" y="2997859"/>
                  </a:lnTo>
                  <a:lnTo>
                    <a:pt x="1777953" y="2988370"/>
                  </a:lnTo>
                  <a:lnTo>
                    <a:pt x="1778695" y="2984125"/>
                  </a:lnTo>
                  <a:lnTo>
                    <a:pt x="1780629" y="2979859"/>
                  </a:lnTo>
                  <a:lnTo>
                    <a:pt x="1783904" y="2978866"/>
                  </a:lnTo>
                  <a:lnTo>
                    <a:pt x="1795193" y="2988811"/>
                  </a:lnTo>
                  <a:lnTo>
                    <a:pt x="1797322" y="2984627"/>
                  </a:lnTo>
                  <a:lnTo>
                    <a:pt x="1793914" y="2979650"/>
                  </a:lnTo>
                  <a:lnTo>
                    <a:pt x="1787388" y="2976874"/>
                  </a:lnTo>
                  <a:lnTo>
                    <a:pt x="1782566" y="2973822"/>
                  </a:lnTo>
                  <a:lnTo>
                    <a:pt x="1772852" y="2951152"/>
                  </a:lnTo>
                  <a:lnTo>
                    <a:pt x="1762789" y="2935584"/>
                  </a:lnTo>
                  <a:lnTo>
                    <a:pt x="1761093" y="2925178"/>
                  </a:lnTo>
                  <a:lnTo>
                    <a:pt x="1743740" y="2918834"/>
                  </a:lnTo>
                  <a:lnTo>
                    <a:pt x="1731176" y="2909227"/>
                  </a:lnTo>
                  <a:lnTo>
                    <a:pt x="1722983" y="2892138"/>
                  </a:lnTo>
                  <a:lnTo>
                    <a:pt x="1718283" y="2861838"/>
                  </a:lnTo>
                  <a:lnTo>
                    <a:pt x="1712740" y="2858432"/>
                  </a:lnTo>
                  <a:lnTo>
                    <a:pt x="1710398" y="2856077"/>
                  </a:lnTo>
                  <a:lnTo>
                    <a:pt x="1715812" y="2844831"/>
                  </a:lnTo>
                  <a:lnTo>
                    <a:pt x="1721516" y="2835404"/>
                  </a:lnTo>
                  <a:lnTo>
                    <a:pt x="1717003" y="2837749"/>
                  </a:lnTo>
                  <a:lnTo>
                    <a:pt x="1713674" y="2841236"/>
                  </a:lnTo>
                  <a:lnTo>
                    <a:pt x="1709440" y="2849563"/>
                  </a:lnTo>
                  <a:lnTo>
                    <a:pt x="1706348" y="2850843"/>
                  </a:lnTo>
                  <a:lnTo>
                    <a:pt x="1703514" y="2849563"/>
                  </a:lnTo>
                  <a:lnTo>
                    <a:pt x="1700247" y="2833591"/>
                  </a:lnTo>
                  <a:lnTo>
                    <a:pt x="1701180" y="2813957"/>
                  </a:lnTo>
                  <a:lnTo>
                    <a:pt x="1705760" y="2806614"/>
                  </a:lnTo>
                  <a:lnTo>
                    <a:pt x="1698726" y="2806419"/>
                  </a:lnTo>
                  <a:lnTo>
                    <a:pt x="1691437" y="2809215"/>
                  </a:lnTo>
                  <a:lnTo>
                    <a:pt x="1692504" y="2815760"/>
                  </a:lnTo>
                  <a:lnTo>
                    <a:pt x="1691475" y="2819355"/>
                  </a:lnTo>
                  <a:lnTo>
                    <a:pt x="1686166" y="2818433"/>
                  </a:lnTo>
                  <a:lnTo>
                    <a:pt x="1682140" y="2816134"/>
                  </a:lnTo>
                  <a:lnTo>
                    <a:pt x="1676677" y="2809323"/>
                  </a:lnTo>
                  <a:lnTo>
                    <a:pt x="1669226" y="2796326"/>
                  </a:lnTo>
                  <a:lnTo>
                    <a:pt x="1653941" y="2760520"/>
                  </a:lnTo>
                  <a:lnTo>
                    <a:pt x="1650961" y="2755471"/>
                  </a:lnTo>
                  <a:lnTo>
                    <a:pt x="1645906" y="2750186"/>
                  </a:lnTo>
                  <a:lnTo>
                    <a:pt x="1648286" y="2748543"/>
                  </a:lnTo>
                  <a:lnTo>
                    <a:pt x="1652628" y="2747570"/>
                  </a:lnTo>
                  <a:lnTo>
                    <a:pt x="1662442" y="2731449"/>
                  </a:lnTo>
                  <a:lnTo>
                    <a:pt x="1670151" y="2721709"/>
                  </a:lnTo>
                  <a:lnTo>
                    <a:pt x="1672710" y="2714970"/>
                  </a:lnTo>
                  <a:lnTo>
                    <a:pt x="1672264" y="2712087"/>
                  </a:lnTo>
                  <a:lnTo>
                    <a:pt x="1668855" y="2707898"/>
                  </a:lnTo>
                  <a:lnTo>
                    <a:pt x="1664380" y="2711559"/>
                  </a:lnTo>
                  <a:lnTo>
                    <a:pt x="1662463" y="2710515"/>
                  </a:lnTo>
                  <a:lnTo>
                    <a:pt x="1657429" y="2702065"/>
                  </a:lnTo>
                  <a:lnTo>
                    <a:pt x="1652620" y="2699679"/>
                  </a:lnTo>
                  <a:lnTo>
                    <a:pt x="1649269" y="2701507"/>
                  </a:lnTo>
                  <a:lnTo>
                    <a:pt x="1652803" y="2708430"/>
                  </a:lnTo>
                  <a:lnTo>
                    <a:pt x="1655979" y="2711001"/>
                  </a:lnTo>
                  <a:lnTo>
                    <a:pt x="1654749" y="2721069"/>
                  </a:lnTo>
                  <a:lnTo>
                    <a:pt x="1653466" y="2724346"/>
                  </a:lnTo>
                  <a:lnTo>
                    <a:pt x="1650490" y="2727240"/>
                  </a:lnTo>
                  <a:lnTo>
                    <a:pt x="1645844" y="2725698"/>
                  </a:lnTo>
                  <a:lnTo>
                    <a:pt x="1643494" y="2728187"/>
                  </a:lnTo>
                  <a:lnTo>
                    <a:pt x="1640727" y="2725565"/>
                  </a:lnTo>
                  <a:lnTo>
                    <a:pt x="1637972" y="2721141"/>
                  </a:lnTo>
                  <a:lnTo>
                    <a:pt x="1634905" y="2713859"/>
                  </a:lnTo>
                  <a:lnTo>
                    <a:pt x="1643010" y="2672871"/>
                  </a:lnTo>
                  <a:lnTo>
                    <a:pt x="1650511" y="2646754"/>
                  </a:lnTo>
                  <a:lnTo>
                    <a:pt x="1651370" y="2616961"/>
                  </a:lnTo>
                  <a:lnTo>
                    <a:pt x="1651928" y="2612546"/>
                  </a:lnTo>
                  <a:lnTo>
                    <a:pt x="1651295" y="2604629"/>
                  </a:lnTo>
                  <a:lnTo>
                    <a:pt x="1641235" y="2587423"/>
                  </a:lnTo>
                  <a:lnTo>
                    <a:pt x="1596758" y="2545437"/>
                  </a:lnTo>
                  <a:lnTo>
                    <a:pt x="1562287" y="2495718"/>
                  </a:lnTo>
                  <a:lnTo>
                    <a:pt x="1532429" y="2477067"/>
                  </a:lnTo>
                  <a:lnTo>
                    <a:pt x="1509776" y="2481164"/>
                  </a:lnTo>
                  <a:lnTo>
                    <a:pt x="1505854" y="2484913"/>
                  </a:lnTo>
                  <a:lnTo>
                    <a:pt x="1504171" y="2489813"/>
                  </a:lnTo>
                  <a:lnTo>
                    <a:pt x="1505592" y="2495359"/>
                  </a:lnTo>
                  <a:lnTo>
                    <a:pt x="1503533" y="2497669"/>
                  </a:lnTo>
                  <a:lnTo>
                    <a:pt x="1497453" y="2497377"/>
                  </a:lnTo>
                  <a:lnTo>
                    <a:pt x="1489265" y="2498667"/>
                  </a:lnTo>
                  <a:lnTo>
                    <a:pt x="1467883" y="2511757"/>
                  </a:lnTo>
                  <a:lnTo>
                    <a:pt x="1460340" y="2511275"/>
                  </a:lnTo>
                  <a:lnTo>
                    <a:pt x="1453489" y="2514665"/>
                  </a:lnTo>
                  <a:lnTo>
                    <a:pt x="1448359" y="2517205"/>
                  </a:lnTo>
                  <a:lnTo>
                    <a:pt x="1434982" y="2518588"/>
                  </a:lnTo>
                  <a:lnTo>
                    <a:pt x="1423639" y="2521491"/>
                  </a:lnTo>
                  <a:lnTo>
                    <a:pt x="1418739" y="2519919"/>
                  </a:lnTo>
                  <a:lnTo>
                    <a:pt x="1415542" y="2512330"/>
                  </a:lnTo>
                  <a:lnTo>
                    <a:pt x="1415542" y="2504475"/>
                  </a:lnTo>
                  <a:lnTo>
                    <a:pt x="1418134" y="2510497"/>
                  </a:lnTo>
                  <a:lnTo>
                    <a:pt x="1422147" y="2515208"/>
                  </a:lnTo>
                  <a:lnTo>
                    <a:pt x="1423985" y="2513324"/>
                  </a:lnTo>
                  <a:lnTo>
                    <a:pt x="1424673" y="2509155"/>
                  </a:lnTo>
                  <a:lnTo>
                    <a:pt x="1420681" y="2500987"/>
                  </a:lnTo>
                  <a:lnTo>
                    <a:pt x="1407820" y="2490494"/>
                  </a:lnTo>
                  <a:lnTo>
                    <a:pt x="1393185" y="2475168"/>
                  </a:lnTo>
                  <a:lnTo>
                    <a:pt x="1397648" y="2475675"/>
                  </a:lnTo>
                  <a:lnTo>
                    <a:pt x="1398778" y="2472392"/>
                  </a:lnTo>
                  <a:lnTo>
                    <a:pt x="1394240" y="2468085"/>
                  </a:lnTo>
                  <a:lnTo>
                    <a:pt x="1396156" y="2463108"/>
                  </a:lnTo>
                  <a:lnTo>
                    <a:pt x="1399353" y="2457879"/>
                  </a:lnTo>
                  <a:lnTo>
                    <a:pt x="1393177" y="2458663"/>
                  </a:lnTo>
                  <a:lnTo>
                    <a:pt x="1387634" y="2462324"/>
                  </a:lnTo>
                  <a:lnTo>
                    <a:pt x="1387451" y="2466846"/>
                  </a:lnTo>
                  <a:lnTo>
                    <a:pt x="1386355" y="2470441"/>
                  </a:lnTo>
                  <a:lnTo>
                    <a:pt x="1383371" y="2469919"/>
                  </a:lnTo>
                  <a:lnTo>
                    <a:pt x="1377833" y="2465469"/>
                  </a:lnTo>
                  <a:lnTo>
                    <a:pt x="1350567" y="2453081"/>
                  </a:lnTo>
                  <a:lnTo>
                    <a:pt x="1326731" y="2446096"/>
                  </a:lnTo>
                  <a:lnTo>
                    <a:pt x="1345025" y="2442952"/>
                  </a:lnTo>
                  <a:lnTo>
                    <a:pt x="1354947" y="2445395"/>
                  </a:lnTo>
                  <a:lnTo>
                    <a:pt x="1353763" y="2441646"/>
                  </a:lnTo>
                  <a:lnTo>
                    <a:pt x="1351375" y="2439265"/>
                  </a:lnTo>
                  <a:lnTo>
                    <a:pt x="1343549" y="2436249"/>
                  </a:lnTo>
                  <a:lnTo>
                    <a:pt x="1333581" y="2437396"/>
                  </a:lnTo>
                  <a:lnTo>
                    <a:pt x="1327285" y="2435977"/>
                  </a:lnTo>
                  <a:lnTo>
                    <a:pt x="1320846" y="2438968"/>
                  </a:lnTo>
                  <a:lnTo>
                    <a:pt x="1313791" y="2443413"/>
                  </a:lnTo>
                  <a:lnTo>
                    <a:pt x="1307511" y="2445702"/>
                  </a:lnTo>
                  <a:lnTo>
                    <a:pt x="1282933" y="2448902"/>
                  </a:lnTo>
                  <a:lnTo>
                    <a:pt x="1263001" y="2452374"/>
                  </a:lnTo>
                  <a:lnTo>
                    <a:pt x="1266197" y="2448708"/>
                  </a:lnTo>
                  <a:lnTo>
                    <a:pt x="1269606" y="2446352"/>
                  </a:lnTo>
                  <a:lnTo>
                    <a:pt x="1281383" y="2442768"/>
                  </a:lnTo>
                  <a:lnTo>
                    <a:pt x="1283146" y="2435317"/>
                  </a:lnTo>
                  <a:lnTo>
                    <a:pt x="1280379" y="2428142"/>
                  </a:lnTo>
                  <a:lnTo>
                    <a:pt x="1277278" y="2429863"/>
                  </a:lnTo>
                  <a:lnTo>
                    <a:pt x="1274023" y="2435470"/>
                  </a:lnTo>
                  <a:lnTo>
                    <a:pt x="1270031" y="2431430"/>
                  </a:lnTo>
                  <a:lnTo>
                    <a:pt x="1265610" y="2431450"/>
                  </a:lnTo>
                  <a:lnTo>
                    <a:pt x="1264410" y="2440371"/>
                  </a:lnTo>
                  <a:lnTo>
                    <a:pt x="1258742" y="2446352"/>
                  </a:lnTo>
                  <a:lnTo>
                    <a:pt x="1256184" y="2452374"/>
                  </a:lnTo>
                  <a:lnTo>
                    <a:pt x="1239565" y="2457091"/>
                  </a:lnTo>
                  <a:lnTo>
                    <a:pt x="1237435" y="2455519"/>
                  </a:lnTo>
                  <a:lnTo>
                    <a:pt x="1242298" y="2449799"/>
                  </a:lnTo>
                  <a:lnTo>
                    <a:pt x="1241911" y="2446618"/>
                  </a:lnTo>
                  <a:lnTo>
                    <a:pt x="1236364" y="2449348"/>
                  </a:lnTo>
                  <a:lnTo>
                    <a:pt x="1227063" y="2460189"/>
                  </a:lnTo>
                  <a:lnTo>
                    <a:pt x="1194317" y="2463738"/>
                  </a:lnTo>
                  <a:lnTo>
                    <a:pt x="1196105" y="2461275"/>
                  </a:lnTo>
                  <a:lnTo>
                    <a:pt x="1203018" y="2460783"/>
                  </a:lnTo>
                  <a:lnTo>
                    <a:pt x="1212724" y="2457352"/>
                  </a:lnTo>
                  <a:lnTo>
                    <a:pt x="1210761" y="2451576"/>
                  </a:lnTo>
                  <a:lnTo>
                    <a:pt x="1207019" y="2445226"/>
                  </a:lnTo>
                  <a:lnTo>
                    <a:pt x="1203564" y="2444519"/>
                  </a:lnTo>
                  <a:lnTo>
                    <a:pt x="1201285" y="2440796"/>
                  </a:lnTo>
                  <a:lnTo>
                    <a:pt x="1201397" y="2429064"/>
                  </a:lnTo>
                  <a:lnTo>
                    <a:pt x="1199189" y="2422207"/>
                  </a:lnTo>
                  <a:lnTo>
                    <a:pt x="1193859" y="2415150"/>
                  </a:lnTo>
                  <a:lnTo>
                    <a:pt x="1192058" y="2416508"/>
                  </a:lnTo>
                  <a:lnTo>
                    <a:pt x="1188137" y="2428572"/>
                  </a:lnTo>
                  <a:lnTo>
                    <a:pt x="1184878" y="2444396"/>
                  </a:lnTo>
                  <a:lnTo>
                    <a:pt x="1183266" y="2449507"/>
                  </a:lnTo>
                  <a:lnTo>
                    <a:pt x="1173556" y="2449865"/>
                  </a:lnTo>
                  <a:lnTo>
                    <a:pt x="1164963" y="2448785"/>
                  </a:lnTo>
                  <a:lnTo>
                    <a:pt x="1135759" y="2450684"/>
                  </a:lnTo>
                  <a:lnTo>
                    <a:pt x="1124849" y="2445323"/>
                  </a:lnTo>
                  <a:lnTo>
                    <a:pt x="1120324" y="2444294"/>
                  </a:lnTo>
                  <a:lnTo>
                    <a:pt x="1117569" y="2444416"/>
                  </a:lnTo>
                  <a:lnTo>
                    <a:pt x="1104868" y="2449333"/>
                  </a:lnTo>
                  <a:lnTo>
                    <a:pt x="1090395" y="2453096"/>
                  </a:lnTo>
                  <a:lnTo>
                    <a:pt x="1086986" y="2451914"/>
                  </a:lnTo>
                  <a:lnTo>
                    <a:pt x="1082123" y="2451739"/>
                  </a:lnTo>
                  <a:lnTo>
                    <a:pt x="1071630" y="2464552"/>
                  </a:lnTo>
                  <a:lnTo>
                    <a:pt x="1059257" y="2470549"/>
                  </a:lnTo>
                  <a:lnTo>
                    <a:pt x="1028041" y="2459769"/>
                  </a:lnTo>
                  <a:lnTo>
                    <a:pt x="1020277" y="2451099"/>
                  </a:lnTo>
                  <a:lnTo>
                    <a:pt x="1013385" y="2449246"/>
                  </a:lnTo>
                  <a:lnTo>
                    <a:pt x="1004908" y="2448175"/>
                  </a:lnTo>
                  <a:lnTo>
                    <a:pt x="995803" y="2458842"/>
                  </a:lnTo>
                  <a:lnTo>
                    <a:pt x="988885" y="2473237"/>
                  </a:lnTo>
                  <a:lnTo>
                    <a:pt x="999816" y="2481128"/>
                  </a:lnTo>
                  <a:lnTo>
                    <a:pt x="1009172" y="2484902"/>
                  </a:lnTo>
                  <a:lnTo>
                    <a:pt x="1024632" y="2481738"/>
                  </a:lnTo>
                  <a:lnTo>
                    <a:pt x="1033179" y="2474753"/>
                  </a:lnTo>
                  <a:lnTo>
                    <a:pt x="1040159" y="2474983"/>
                  </a:lnTo>
                  <a:lnTo>
                    <a:pt x="1043497" y="2473565"/>
                  </a:lnTo>
                  <a:lnTo>
                    <a:pt x="1046543" y="2469919"/>
                  </a:lnTo>
                  <a:lnTo>
                    <a:pt x="1052511" y="2472797"/>
                  </a:lnTo>
                  <a:lnTo>
                    <a:pt x="1052723" y="2475680"/>
                  </a:lnTo>
                  <a:lnTo>
                    <a:pt x="1048485" y="2479741"/>
                  </a:lnTo>
                  <a:lnTo>
                    <a:pt x="1043147" y="2483161"/>
                  </a:lnTo>
                  <a:lnTo>
                    <a:pt x="1039909" y="2487192"/>
                  </a:lnTo>
                  <a:lnTo>
                    <a:pt x="1046001" y="2495313"/>
                  </a:lnTo>
                  <a:lnTo>
                    <a:pt x="1055569" y="2498043"/>
                  </a:lnTo>
                  <a:lnTo>
                    <a:pt x="1059170" y="2496865"/>
                  </a:lnTo>
                  <a:lnTo>
                    <a:pt x="1061399" y="2487734"/>
                  </a:lnTo>
                  <a:lnTo>
                    <a:pt x="1067283" y="2481856"/>
                  </a:lnTo>
                  <a:lnTo>
                    <a:pt x="1075280" y="2483126"/>
                  </a:lnTo>
                  <a:lnTo>
                    <a:pt x="1074143" y="2486813"/>
                  </a:lnTo>
                  <a:lnTo>
                    <a:pt x="1075264" y="2490295"/>
                  </a:lnTo>
                  <a:lnTo>
                    <a:pt x="1078939" y="2496240"/>
                  </a:lnTo>
                  <a:lnTo>
                    <a:pt x="1078518" y="2504756"/>
                  </a:lnTo>
                  <a:lnTo>
                    <a:pt x="1079231" y="2506810"/>
                  </a:lnTo>
                  <a:lnTo>
                    <a:pt x="1070613" y="2510568"/>
                  </a:lnTo>
                  <a:lnTo>
                    <a:pt x="1064191" y="2511844"/>
                  </a:lnTo>
                  <a:lnTo>
                    <a:pt x="1059053" y="2516765"/>
                  </a:lnTo>
                  <a:lnTo>
                    <a:pt x="1061745" y="2519622"/>
                  </a:lnTo>
                  <a:lnTo>
                    <a:pt x="1056511" y="2522132"/>
                  </a:lnTo>
                  <a:lnTo>
                    <a:pt x="1052973" y="2521128"/>
                  </a:lnTo>
                  <a:lnTo>
                    <a:pt x="1051194" y="2522055"/>
                  </a:lnTo>
                  <a:lnTo>
                    <a:pt x="1050660" y="2525076"/>
                  </a:lnTo>
                  <a:lnTo>
                    <a:pt x="1047956" y="2527882"/>
                  </a:lnTo>
                  <a:lnTo>
                    <a:pt x="1051890" y="2536337"/>
                  </a:lnTo>
                  <a:lnTo>
                    <a:pt x="1059953" y="2541857"/>
                  </a:lnTo>
                  <a:lnTo>
                    <a:pt x="1065642" y="2548776"/>
                  </a:lnTo>
                  <a:lnTo>
                    <a:pt x="1088511" y="2557886"/>
                  </a:lnTo>
                  <a:lnTo>
                    <a:pt x="1094054" y="2557625"/>
                  </a:lnTo>
                  <a:lnTo>
                    <a:pt x="1099509" y="2566796"/>
                  </a:lnTo>
                  <a:lnTo>
                    <a:pt x="1103905" y="2569951"/>
                  </a:lnTo>
                  <a:lnTo>
                    <a:pt x="1108139" y="2571553"/>
                  </a:lnTo>
                  <a:lnTo>
                    <a:pt x="1107655" y="2577862"/>
                  </a:lnTo>
                  <a:lnTo>
                    <a:pt x="1100134" y="2582482"/>
                  </a:lnTo>
                  <a:lnTo>
                    <a:pt x="1098100" y="2587992"/>
                  </a:lnTo>
                  <a:lnTo>
                    <a:pt x="1096208" y="2591090"/>
                  </a:lnTo>
                  <a:lnTo>
                    <a:pt x="1092816" y="2587167"/>
                  </a:lnTo>
                  <a:lnTo>
                    <a:pt x="1089332" y="2584325"/>
                  </a:lnTo>
                  <a:lnTo>
                    <a:pt x="1081269" y="2592969"/>
                  </a:lnTo>
                  <a:lnTo>
                    <a:pt x="1077381" y="2594787"/>
                  </a:lnTo>
                  <a:lnTo>
                    <a:pt x="1079310" y="2585467"/>
                  </a:lnTo>
                  <a:lnTo>
                    <a:pt x="1076264" y="2581816"/>
                  </a:lnTo>
                  <a:lnTo>
                    <a:pt x="1071659" y="2572470"/>
                  </a:lnTo>
                  <a:lnTo>
                    <a:pt x="1064950" y="2566689"/>
                  </a:lnTo>
                  <a:lnTo>
                    <a:pt x="1060224" y="2564773"/>
                  </a:lnTo>
                  <a:lnTo>
                    <a:pt x="1056545" y="2561117"/>
                  </a:lnTo>
                  <a:lnTo>
                    <a:pt x="1052090" y="2559637"/>
                  </a:lnTo>
                  <a:lnTo>
                    <a:pt x="1048289" y="2560016"/>
                  </a:lnTo>
                  <a:lnTo>
                    <a:pt x="1041855" y="2557886"/>
                  </a:lnTo>
                  <a:lnTo>
                    <a:pt x="1041430" y="2552913"/>
                  </a:lnTo>
                  <a:lnTo>
                    <a:pt x="1039646" y="2549190"/>
                  </a:lnTo>
                  <a:lnTo>
                    <a:pt x="1034612" y="2544797"/>
                  </a:lnTo>
                  <a:lnTo>
                    <a:pt x="1010559" y="2536496"/>
                  </a:lnTo>
                  <a:lnTo>
                    <a:pt x="1010413" y="2539932"/>
                  </a:lnTo>
                  <a:lnTo>
                    <a:pt x="1012080" y="2542518"/>
                  </a:lnTo>
                  <a:lnTo>
                    <a:pt x="1015535" y="2544239"/>
                  </a:lnTo>
                  <a:lnTo>
                    <a:pt x="1019669" y="2547588"/>
                  </a:lnTo>
                  <a:lnTo>
                    <a:pt x="1019631" y="2557507"/>
                  </a:lnTo>
                  <a:lnTo>
                    <a:pt x="1017844" y="2561706"/>
                  </a:lnTo>
                  <a:lnTo>
                    <a:pt x="1017077" y="2567687"/>
                  </a:lnTo>
                  <a:lnTo>
                    <a:pt x="1015485" y="2573766"/>
                  </a:lnTo>
                  <a:lnTo>
                    <a:pt x="1012543" y="2578559"/>
                  </a:lnTo>
                  <a:lnTo>
                    <a:pt x="1005975" y="2581826"/>
                  </a:lnTo>
                  <a:lnTo>
                    <a:pt x="1003079" y="2579091"/>
                  </a:lnTo>
                  <a:lnTo>
                    <a:pt x="998395" y="2566002"/>
                  </a:lnTo>
                  <a:lnTo>
                    <a:pt x="991773" y="2561880"/>
                  </a:lnTo>
                  <a:lnTo>
                    <a:pt x="981251" y="2561394"/>
                  </a:lnTo>
                  <a:lnTo>
                    <a:pt x="974104" y="2564353"/>
                  </a:lnTo>
                  <a:lnTo>
                    <a:pt x="966316" y="2577033"/>
                  </a:lnTo>
                  <a:lnTo>
                    <a:pt x="960040" y="2579107"/>
                  </a:lnTo>
                  <a:lnTo>
                    <a:pt x="938558" y="2572537"/>
                  </a:lnTo>
                  <a:lnTo>
                    <a:pt x="914030" y="2562525"/>
                  </a:lnTo>
                  <a:lnTo>
                    <a:pt x="914663" y="2559192"/>
                  </a:lnTo>
                  <a:lnTo>
                    <a:pt x="918522" y="2558121"/>
                  </a:lnTo>
                  <a:lnTo>
                    <a:pt x="925923" y="2559489"/>
                  </a:lnTo>
                  <a:lnTo>
                    <a:pt x="925531" y="2556052"/>
                  </a:lnTo>
                  <a:lnTo>
                    <a:pt x="917968" y="2544868"/>
                  </a:lnTo>
                  <a:lnTo>
                    <a:pt x="916580" y="2539819"/>
                  </a:lnTo>
                  <a:lnTo>
                    <a:pt x="917555" y="2533659"/>
                  </a:lnTo>
                  <a:lnTo>
                    <a:pt x="915088" y="2533797"/>
                  </a:lnTo>
                  <a:lnTo>
                    <a:pt x="910546" y="2538969"/>
                  </a:lnTo>
                  <a:lnTo>
                    <a:pt x="894906" y="2534586"/>
                  </a:lnTo>
                  <a:lnTo>
                    <a:pt x="890589" y="2529347"/>
                  </a:lnTo>
                  <a:lnTo>
                    <a:pt x="881400" y="2514583"/>
                  </a:lnTo>
                  <a:lnTo>
                    <a:pt x="868432" y="2514102"/>
                  </a:lnTo>
                  <a:lnTo>
                    <a:pt x="862564" y="2505151"/>
                  </a:lnTo>
                  <a:lnTo>
                    <a:pt x="851967" y="2508899"/>
                  </a:lnTo>
                  <a:lnTo>
                    <a:pt x="846600" y="2513047"/>
                  </a:lnTo>
                  <a:lnTo>
                    <a:pt x="841883" y="2519474"/>
                  </a:lnTo>
                  <a:lnTo>
                    <a:pt x="843720" y="2522807"/>
                  </a:lnTo>
                  <a:lnTo>
                    <a:pt x="848421" y="2528103"/>
                  </a:lnTo>
                  <a:lnTo>
                    <a:pt x="846275" y="2530658"/>
                  </a:lnTo>
                  <a:lnTo>
                    <a:pt x="831185" y="2534432"/>
                  </a:lnTo>
                  <a:lnTo>
                    <a:pt x="796156" y="2530212"/>
                  </a:lnTo>
                  <a:lnTo>
                    <a:pt x="785913" y="2526269"/>
                  </a:lnTo>
                  <a:lnTo>
                    <a:pt x="772165" y="2517932"/>
                  </a:lnTo>
                  <a:lnTo>
                    <a:pt x="753108" y="2511137"/>
                  </a:lnTo>
                  <a:lnTo>
                    <a:pt x="743932" y="2510041"/>
                  </a:lnTo>
                  <a:lnTo>
                    <a:pt x="734947" y="2511388"/>
                  </a:lnTo>
                  <a:lnTo>
                    <a:pt x="708802" y="2512084"/>
                  </a:lnTo>
                  <a:lnTo>
                    <a:pt x="702735" y="2513892"/>
                  </a:lnTo>
                  <a:lnTo>
                    <a:pt x="697567" y="2516780"/>
                  </a:lnTo>
                  <a:lnTo>
                    <a:pt x="694217" y="2513585"/>
                  </a:lnTo>
                  <a:lnTo>
                    <a:pt x="692667" y="2507880"/>
                  </a:lnTo>
                  <a:lnTo>
                    <a:pt x="695701" y="2506953"/>
                  </a:lnTo>
                  <a:lnTo>
                    <a:pt x="699076" y="2503599"/>
                  </a:lnTo>
                  <a:lnTo>
                    <a:pt x="702122" y="2496967"/>
                  </a:lnTo>
                  <a:lnTo>
                    <a:pt x="702468" y="2492958"/>
                  </a:lnTo>
                  <a:lnTo>
                    <a:pt x="700339" y="2490341"/>
                  </a:lnTo>
                  <a:lnTo>
                    <a:pt x="696288" y="2490080"/>
                  </a:lnTo>
                  <a:lnTo>
                    <a:pt x="687341" y="2507358"/>
                  </a:lnTo>
                  <a:lnTo>
                    <a:pt x="692454" y="2517041"/>
                  </a:lnTo>
                  <a:lnTo>
                    <a:pt x="692104" y="2520534"/>
                  </a:lnTo>
                  <a:lnTo>
                    <a:pt x="674252" y="2522521"/>
                  </a:lnTo>
                  <a:lnTo>
                    <a:pt x="633730" y="2542016"/>
                  </a:lnTo>
                  <a:lnTo>
                    <a:pt x="617928" y="2552529"/>
                  </a:lnTo>
                  <a:lnTo>
                    <a:pt x="618736" y="2548991"/>
                  </a:lnTo>
                  <a:lnTo>
                    <a:pt x="637843" y="2535364"/>
                  </a:lnTo>
                  <a:lnTo>
                    <a:pt x="631096" y="2533280"/>
                  </a:lnTo>
                  <a:lnTo>
                    <a:pt x="620232" y="2536685"/>
                  </a:lnTo>
                  <a:lnTo>
                    <a:pt x="616336" y="2535374"/>
                  </a:lnTo>
                  <a:lnTo>
                    <a:pt x="620936" y="2524108"/>
                  </a:lnTo>
                  <a:lnTo>
                    <a:pt x="619436" y="2514174"/>
                  </a:lnTo>
                  <a:lnTo>
                    <a:pt x="611723" y="2513902"/>
                  </a:lnTo>
                  <a:lnTo>
                    <a:pt x="606810" y="2521835"/>
                  </a:lnTo>
                  <a:lnTo>
                    <a:pt x="603397" y="2521497"/>
                  </a:lnTo>
                  <a:lnTo>
                    <a:pt x="598925" y="2518096"/>
                  </a:lnTo>
                  <a:lnTo>
                    <a:pt x="595462" y="2519172"/>
                  </a:lnTo>
                  <a:lnTo>
                    <a:pt x="598025" y="2537146"/>
                  </a:lnTo>
                  <a:lnTo>
                    <a:pt x="602884" y="2544541"/>
                  </a:lnTo>
                  <a:lnTo>
                    <a:pt x="606947" y="2553968"/>
                  </a:lnTo>
                  <a:lnTo>
                    <a:pt x="595850" y="2565618"/>
                  </a:lnTo>
                  <a:lnTo>
                    <a:pt x="585544" y="2575230"/>
                  </a:lnTo>
                  <a:lnTo>
                    <a:pt x="584427" y="2584520"/>
                  </a:lnTo>
                  <a:lnTo>
                    <a:pt x="574072" y="2596620"/>
                  </a:lnTo>
                  <a:lnTo>
                    <a:pt x="564329" y="2603482"/>
                  </a:lnTo>
                  <a:lnTo>
                    <a:pt x="541438" y="2619613"/>
                  </a:lnTo>
                  <a:lnTo>
                    <a:pt x="534908" y="2623065"/>
                  </a:lnTo>
                  <a:lnTo>
                    <a:pt x="524578" y="2630552"/>
                  </a:lnTo>
                  <a:lnTo>
                    <a:pt x="510326" y="2636164"/>
                  </a:lnTo>
                  <a:lnTo>
                    <a:pt x="496662" y="2645074"/>
                  </a:lnTo>
                  <a:lnTo>
                    <a:pt x="492053" y="2646426"/>
                  </a:lnTo>
                  <a:lnTo>
                    <a:pt x="500779" y="2638883"/>
                  </a:lnTo>
                  <a:lnTo>
                    <a:pt x="511126" y="2631432"/>
                  </a:lnTo>
                  <a:lnTo>
                    <a:pt x="502250" y="2632451"/>
                  </a:lnTo>
                  <a:lnTo>
                    <a:pt x="488569" y="2629000"/>
                  </a:lnTo>
                  <a:lnTo>
                    <a:pt x="480197" y="2628800"/>
                  </a:lnTo>
                  <a:lnTo>
                    <a:pt x="480139" y="2631519"/>
                  </a:lnTo>
                  <a:lnTo>
                    <a:pt x="473771" y="2635360"/>
                  </a:lnTo>
                  <a:lnTo>
                    <a:pt x="467174" y="2629717"/>
                  </a:lnTo>
                  <a:lnTo>
                    <a:pt x="464299" y="2625922"/>
                  </a:lnTo>
                  <a:lnTo>
                    <a:pt x="462936" y="2622645"/>
                  </a:lnTo>
                  <a:lnTo>
                    <a:pt x="460136" y="2621851"/>
                  </a:lnTo>
                  <a:lnTo>
                    <a:pt x="457444" y="2623372"/>
                  </a:lnTo>
                  <a:lnTo>
                    <a:pt x="467291" y="2646452"/>
                  </a:lnTo>
                  <a:lnTo>
                    <a:pt x="471487" y="2647451"/>
                  </a:lnTo>
                  <a:lnTo>
                    <a:pt x="476130" y="2649745"/>
                  </a:lnTo>
                  <a:lnTo>
                    <a:pt x="470350" y="2655122"/>
                  </a:lnTo>
                  <a:lnTo>
                    <a:pt x="464128" y="2659203"/>
                  </a:lnTo>
                  <a:lnTo>
                    <a:pt x="454343" y="2661912"/>
                  </a:lnTo>
                  <a:lnTo>
                    <a:pt x="446051" y="2653488"/>
                  </a:lnTo>
                  <a:lnTo>
                    <a:pt x="444255" y="2664058"/>
                  </a:lnTo>
                  <a:lnTo>
                    <a:pt x="443204" y="2674612"/>
                  </a:lnTo>
                  <a:lnTo>
                    <a:pt x="440421" y="2677321"/>
                  </a:lnTo>
                  <a:lnTo>
                    <a:pt x="435974" y="2681182"/>
                  </a:lnTo>
                  <a:lnTo>
                    <a:pt x="433561" y="2678268"/>
                  </a:lnTo>
                  <a:lnTo>
                    <a:pt x="432415" y="2674187"/>
                  </a:lnTo>
                  <a:lnTo>
                    <a:pt x="429569" y="2677828"/>
                  </a:lnTo>
                  <a:lnTo>
                    <a:pt x="425402" y="2680562"/>
                  </a:lnTo>
                  <a:lnTo>
                    <a:pt x="418526" y="2681110"/>
                  </a:lnTo>
                  <a:lnTo>
                    <a:pt x="413367" y="2682570"/>
                  </a:lnTo>
                  <a:lnTo>
                    <a:pt x="413488" y="2686943"/>
                  </a:lnTo>
                  <a:lnTo>
                    <a:pt x="414667" y="2691337"/>
                  </a:lnTo>
                  <a:lnTo>
                    <a:pt x="423793" y="2687865"/>
                  </a:lnTo>
                  <a:lnTo>
                    <a:pt x="420485" y="2699167"/>
                  </a:lnTo>
                  <a:lnTo>
                    <a:pt x="412092" y="2710335"/>
                  </a:lnTo>
                  <a:lnTo>
                    <a:pt x="405254" y="2712973"/>
                  </a:lnTo>
                  <a:lnTo>
                    <a:pt x="394794" y="2711339"/>
                  </a:lnTo>
                  <a:lnTo>
                    <a:pt x="392210" y="2712461"/>
                  </a:lnTo>
                  <a:lnTo>
                    <a:pt x="389897" y="2714780"/>
                  </a:lnTo>
                  <a:lnTo>
                    <a:pt x="402082" y="2732253"/>
                  </a:lnTo>
                  <a:lnTo>
                    <a:pt x="394252" y="2758605"/>
                  </a:lnTo>
                  <a:lnTo>
                    <a:pt x="389247" y="2768156"/>
                  </a:lnTo>
                  <a:lnTo>
                    <a:pt x="385776" y="2769380"/>
                  </a:lnTo>
                  <a:lnTo>
                    <a:pt x="382013" y="2769656"/>
                  </a:lnTo>
                  <a:lnTo>
                    <a:pt x="368507" y="2761166"/>
                  </a:lnTo>
                  <a:lnTo>
                    <a:pt x="361139" y="2754601"/>
                  </a:lnTo>
                  <a:lnTo>
                    <a:pt x="367632" y="2772467"/>
                  </a:lnTo>
                  <a:lnTo>
                    <a:pt x="385322" y="2777686"/>
                  </a:lnTo>
                  <a:lnTo>
                    <a:pt x="386226" y="2784445"/>
                  </a:lnTo>
                  <a:lnTo>
                    <a:pt x="386126" y="2790222"/>
                  </a:lnTo>
                  <a:lnTo>
                    <a:pt x="382642" y="2797002"/>
                  </a:lnTo>
                  <a:lnTo>
                    <a:pt x="379383" y="2806009"/>
                  </a:lnTo>
                  <a:lnTo>
                    <a:pt x="381788" y="2812283"/>
                  </a:lnTo>
                  <a:lnTo>
                    <a:pt x="384580" y="2827794"/>
                  </a:lnTo>
                  <a:lnTo>
                    <a:pt x="386968" y="2834912"/>
                  </a:lnTo>
                  <a:lnTo>
                    <a:pt x="389593" y="2856507"/>
                  </a:lnTo>
                  <a:lnTo>
                    <a:pt x="392385" y="2865873"/>
                  </a:lnTo>
                  <a:lnTo>
                    <a:pt x="408466" y="2900342"/>
                  </a:lnTo>
                  <a:lnTo>
                    <a:pt x="413888" y="2900608"/>
                  </a:lnTo>
                  <a:lnTo>
                    <a:pt x="414759" y="2904341"/>
                  </a:lnTo>
                  <a:lnTo>
                    <a:pt x="414242" y="2911500"/>
                  </a:lnTo>
                  <a:lnTo>
                    <a:pt x="402674" y="2913585"/>
                  </a:lnTo>
                  <a:lnTo>
                    <a:pt x="397819" y="2916775"/>
                  </a:lnTo>
                  <a:lnTo>
                    <a:pt x="396873" y="2919545"/>
                  </a:lnTo>
                  <a:lnTo>
                    <a:pt x="396156" y="2921041"/>
                  </a:lnTo>
                  <a:lnTo>
                    <a:pt x="394665" y="2920902"/>
                  </a:lnTo>
                  <a:lnTo>
                    <a:pt x="389147" y="2918910"/>
                  </a:lnTo>
                  <a:lnTo>
                    <a:pt x="376604" y="2909119"/>
                  </a:lnTo>
                  <a:lnTo>
                    <a:pt x="358326" y="2903051"/>
                  </a:lnTo>
                  <a:lnTo>
                    <a:pt x="334311" y="2900700"/>
                  </a:lnTo>
                  <a:lnTo>
                    <a:pt x="317904" y="2895800"/>
                  </a:lnTo>
                  <a:lnTo>
                    <a:pt x="309107" y="2888333"/>
                  </a:lnTo>
                  <a:lnTo>
                    <a:pt x="299910" y="2883909"/>
                  </a:lnTo>
                  <a:lnTo>
                    <a:pt x="290317" y="2882516"/>
                  </a:lnTo>
                  <a:lnTo>
                    <a:pt x="282370" y="2878465"/>
                  </a:lnTo>
                  <a:lnTo>
                    <a:pt x="276070" y="2871757"/>
                  </a:lnTo>
                  <a:lnTo>
                    <a:pt x="266856" y="2867476"/>
                  </a:lnTo>
                  <a:lnTo>
                    <a:pt x="254729" y="2865617"/>
                  </a:lnTo>
                  <a:lnTo>
                    <a:pt x="246837" y="2860588"/>
                  </a:lnTo>
                  <a:lnTo>
                    <a:pt x="241348" y="2848293"/>
                  </a:lnTo>
                  <a:lnTo>
                    <a:pt x="241323" y="2848109"/>
                  </a:lnTo>
                  <a:lnTo>
                    <a:pt x="236410" y="2827553"/>
                  </a:lnTo>
                  <a:lnTo>
                    <a:pt x="230222" y="2814674"/>
                  </a:lnTo>
                  <a:lnTo>
                    <a:pt x="218179" y="2798738"/>
                  </a:lnTo>
                  <a:lnTo>
                    <a:pt x="217070" y="2796638"/>
                  </a:lnTo>
                  <a:lnTo>
                    <a:pt x="216970" y="2794016"/>
                  </a:lnTo>
                  <a:lnTo>
                    <a:pt x="218462" y="2784742"/>
                  </a:lnTo>
                  <a:lnTo>
                    <a:pt x="217191" y="2778075"/>
                  </a:lnTo>
                  <a:lnTo>
                    <a:pt x="213378" y="2772642"/>
                  </a:lnTo>
                  <a:lnTo>
                    <a:pt x="212503" y="2766891"/>
                  </a:lnTo>
                  <a:lnTo>
                    <a:pt x="214570" y="2760838"/>
                  </a:lnTo>
                  <a:lnTo>
                    <a:pt x="214703" y="2753566"/>
                  </a:lnTo>
                  <a:lnTo>
                    <a:pt x="212907" y="2745076"/>
                  </a:lnTo>
                  <a:lnTo>
                    <a:pt x="205227" y="2735894"/>
                  </a:lnTo>
                  <a:lnTo>
                    <a:pt x="191663" y="2726031"/>
                  </a:lnTo>
                  <a:lnTo>
                    <a:pt x="180107" y="2711626"/>
                  </a:lnTo>
                  <a:lnTo>
                    <a:pt x="170568" y="2692689"/>
                  </a:lnTo>
                  <a:lnTo>
                    <a:pt x="161133" y="2679569"/>
                  </a:lnTo>
                  <a:lnTo>
                    <a:pt x="151803" y="2672261"/>
                  </a:lnTo>
                  <a:lnTo>
                    <a:pt x="145423" y="2663341"/>
                  </a:lnTo>
                  <a:lnTo>
                    <a:pt x="141989" y="2652807"/>
                  </a:lnTo>
                  <a:lnTo>
                    <a:pt x="140977" y="2646693"/>
                  </a:lnTo>
                  <a:lnTo>
                    <a:pt x="142377" y="2645003"/>
                  </a:lnTo>
                  <a:lnTo>
                    <a:pt x="136643" y="2633291"/>
                  </a:lnTo>
                  <a:lnTo>
                    <a:pt x="123774" y="2611568"/>
                  </a:lnTo>
                  <a:lnTo>
                    <a:pt x="116382" y="2595683"/>
                  </a:lnTo>
                  <a:lnTo>
                    <a:pt x="114477" y="2585641"/>
                  </a:lnTo>
                  <a:lnTo>
                    <a:pt x="106289" y="2573689"/>
                  </a:lnTo>
                  <a:lnTo>
                    <a:pt x="91820" y="2559827"/>
                  </a:lnTo>
                  <a:lnTo>
                    <a:pt x="83952" y="2550809"/>
                  </a:lnTo>
                  <a:lnTo>
                    <a:pt x="82019" y="2544546"/>
                  </a:lnTo>
                  <a:lnTo>
                    <a:pt x="59441" y="2526331"/>
                  </a:lnTo>
                  <a:lnTo>
                    <a:pt x="52882" y="2514952"/>
                  </a:lnTo>
                  <a:lnTo>
                    <a:pt x="47760" y="2511357"/>
                  </a:lnTo>
                  <a:lnTo>
                    <a:pt x="41880" y="2511746"/>
                  </a:lnTo>
                  <a:lnTo>
                    <a:pt x="38863" y="2510656"/>
                  </a:lnTo>
                  <a:lnTo>
                    <a:pt x="38713" y="2508085"/>
                  </a:lnTo>
                  <a:lnTo>
                    <a:pt x="36809" y="2507962"/>
                  </a:lnTo>
                  <a:lnTo>
                    <a:pt x="33146" y="2510297"/>
                  </a:lnTo>
                  <a:lnTo>
                    <a:pt x="21136" y="2510768"/>
                  </a:lnTo>
                  <a:lnTo>
                    <a:pt x="775" y="2509380"/>
                  </a:lnTo>
                  <a:lnTo>
                    <a:pt x="0" y="2509217"/>
                  </a:lnTo>
                  <a:lnTo>
                    <a:pt x="0" y="699813"/>
                  </a:lnTo>
                  <a:lnTo>
                    <a:pt x="1430380" y="699813"/>
                  </a:lnTo>
                  <a:lnTo>
                    <a:pt x="1444880" y="707161"/>
                  </a:lnTo>
                  <a:lnTo>
                    <a:pt x="1461444" y="715554"/>
                  </a:lnTo>
                  <a:lnTo>
                    <a:pt x="1465620" y="729509"/>
                  </a:lnTo>
                  <a:lnTo>
                    <a:pt x="1469687" y="743095"/>
                  </a:lnTo>
                  <a:lnTo>
                    <a:pt x="1479384" y="752958"/>
                  </a:lnTo>
                  <a:lnTo>
                    <a:pt x="1488260" y="761965"/>
                  </a:lnTo>
                  <a:lnTo>
                    <a:pt x="1493399" y="761494"/>
                  </a:lnTo>
                  <a:lnTo>
                    <a:pt x="1498612" y="757689"/>
                  </a:lnTo>
                  <a:lnTo>
                    <a:pt x="1501921" y="755856"/>
                  </a:lnTo>
                  <a:lnTo>
                    <a:pt x="1507467" y="755554"/>
                  </a:lnTo>
                  <a:lnTo>
                    <a:pt x="1519802" y="752297"/>
                  </a:lnTo>
                  <a:lnTo>
                    <a:pt x="1523448" y="753009"/>
                  </a:lnTo>
                  <a:lnTo>
                    <a:pt x="1525520" y="754637"/>
                  </a:lnTo>
                  <a:lnTo>
                    <a:pt x="1525690" y="757187"/>
                  </a:lnTo>
                  <a:lnTo>
                    <a:pt x="1525269" y="759215"/>
                  </a:lnTo>
                  <a:lnTo>
                    <a:pt x="1523361" y="763286"/>
                  </a:lnTo>
                  <a:lnTo>
                    <a:pt x="1526374" y="771045"/>
                  </a:lnTo>
                  <a:lnTo>
                    <a:pt x="1527007" y="779663"/>
                  </a:lnTo>
                  <a:lnTo>
                    <a:pt x="1528662" y="786177"/>
                  </a:lnTo>
                  <a:lnTo>
                    <a:pt x="1533712" y="794514"/>
                  </a:lnTo>
                  <a:lnTo>
                    <a:pt x="1538100" y="801028"/>
                  </a:lnTo>
                  <a:lnTo>
                    <a:pt x="1543626" y="802287"/>
                  </a:lnTo>
                  <a:lnTo>
                    <a:pt x="1556415" y="798493"/>
                  </a:lnTo>
                  <a:lnTo>
                    <a:pt x="1564429" y="797059"/>
                  </a:lnTo>
                  <a:lnTo>
                    <a:pt x="1568979" y="797678"/>
                  </a:lnTo>
                  <a:lnTo>
                    <a:pt x="1576764" y="803777"/>
                  </a:lnTo>
                  <a:lnTo>
                    <a:pt x="1580573" y="807444"/>
                  </a:lnTo>
                  <a:lnTo>
                    <a:pt x="1581481" y="810491"/>
                  </a:lnTo>
                  <a:lnTo>
                    <a:pt x="1570967" y="829111"/>
                  </a:lnTo>
                  <a:lnTo>
                    <a:pt x="1587640" y="838349"/>
                  </a:lnTo>
                  <a:lnTo>
                    <a:pt x="1606247" y="848447"/>
                  </a:lnTo>
                  <a:lnTo>
                    <a:pt x="1628433" y="860486"/>
                  </a:lnTo>
                  <a:lnTo>
                    <a:pt x="1641998" y="867855"/>
                  </a:lnTo>
                  <a:lnTo>
                    <a:pt x="1659862" y="878379"/>
                  </a:lnTo>
                  <a:lnTo>
                    <a:pt x="1662921" y="893373"/>
                  </a:lnTo>
                  <a:lnTo>
                    <a:pt x="1665497" y="906027"/>
                  </a:lnTo>
                  <a:lnTo>
                    <a:pt x="1668780" y="923668"/>
                  </a:lnTo>
                  <a:lnTo>
                    <a:pt x="1672127" y="941663"/>
                  </a:lnTo>
                  <a:lnTo>
                    <a:pt x="1675465" y="959592"/>
                  </a:lnTo>
                  <a:lnTo>
                    <a:pt x="1679002" y="978621"/>
                  </a:lnTo>
                  <a:lnTo>
                    <a:pt x="1682890" y="999524"/>
                  </a:lnTo>
                  <a:lnTo>
                    <a:pt x="1686345" y="1018078"/>
                  </a:lnTo>
                  <a:lnTo>
                    <a:pt x="1690116" y="1038331"/>
                  </a:lnTo>
                  <a:lnTo>
                    <a:pt x="1695130" y="1064688"/>
                  </a:lnTo>
                  <a:lnTo>
                    <a:pt x="1690646" y="1074843"/>
                  </a:lnTo>
                  <a:lnTo>
                    <a:pt x="1680882" y="1096955"/>
                  </a:lnTo>
                  <a:lnTo>
                    <a:pt x="1672056" y="1116942"/>
                  </a:lnTo>
                  <a:lnTo>
                    <a:pt x="1671285" y="1122739"/>
                  </a:lnTo>
                  <a:lnTo>
                    <a:pt x="1665217" y="1151882"/>
                  </a:lnTo>
                  <a:lnTo>
                    <a:pt x="1660354" y="1163921"/>
                  </a:lnTo>
                  <a:lnTo>
                    <a:pt x="1651836" y="1170911"/>
                  </a:lnTo>
                  <a:lnTo>
                    <a:pt x="1643381" y="1177686"/>
                  </a:lnTo>
                  <a:lnTo>
                    <a:pt x="1632834" y="1189039"/>
                  </a:lnTo>
                  <a:lnTo>
                    <a:pt x="1621232" y="1194647"/>
                  </a:lnTo>
                  <a:lnTo>
                    <a:pt x="1615306" y="1197945"/>
                  </a:lnTo>
                  <a:lnTo>
                    <a:pt x="1612202" y="1203147"/>
                  </a:lnTo>
                  <a:lnTo>
                    <a:pt x="1608776" y="1214552"/>
                  </a:lnTo>
                  <a:lnTo>
                    <a:pt x="1609435" y="1231968"/>
                  </a:lnTo>
                  <a:lnTo>
                    <a:pt x="1618990" y="1246957"/>
                  </a:lnTo>
                  <a:lnTo>
                    <a:pt x="1632967" y="1255340"/>
                  </a:lnTo>
                  <a:lnTo>
                    <a:pt x="1648003" y="1263503"/>
                  </a:lnTo>
                  <a:lnTo>
                    <a:pt x="1669422" y="1263538"/>
                  </a:lnTo>
                  <a:lnTo>
                    <a:pt x="1688687" y="1252646"/>
                  </a:lnTo>
                  <a:lnTo>
                    <a:pt x="1709098" y="1241109"/>
                  </a:lnTo>
                  <a:lnTo>
                    <a:pt x="1727296" y="1230821"/>
                  </a:lnTo>
                  <a:lnTo>
                    <a:pt x="1748941" y="1218587"/>
                  </a:lnTo>
                  <a:lnTo>
                    <a:pt x="1768544" y="1207500"/>
                  </a:lnTo>
                  <a:lnTo>
                    <a:pt x="1789830" y="1203516"/>
                  </a:lnTo>
                  <a:lnTo>
                    <a:pt x="1819325" y="1198001"/>
                  </a:lnTo>
                  <a:lnTo>
                    <a:pt x="1856455" y="1191052"/>
                  </a:lnTo>
                  <a:lnTo>
                    <a:pt x="1874533" y="1183140"/>
                  </a:lnTo>
                  <a:lnTo>
                    <a:pt x="1897894" y="1172914"/>
                  </a:lnTo>
                  <a:lnTo>
                    <a:pt x="1924844" y="1161115"/>
                  </a:lnTo>
                  <a:lnTo>
                    <a:pt x="1948101" y="1150935"/>
                  </a:lnTo>
                  <a:lnTo>
                    <a:pt x="1959794" y="1145291"/>
                  </a:lnTo>
                  <a:lnTo>
                    <a:pt x="1968112" y="1138854"/>
                  </a:lnTo>
                  <a:lnTo>
                    <a:pt x="1970175" y="1134092"/>
                  </a:lnTo>
                  <a:lnTo>
                    <a:pt x="1969683" y="1131357"/>
                  </a:lnTo>
                  <a:lnTo>
                    <a:pt x="1967537" y="1128618"/>
                  </a:lnTo>
                  <a:lnTo>
                    <a:pt x="1964570" y="1126595"/>
                  </a:lnTo>
                  <a:lnTo>
                    <a:pt x="1961932" y="1124874"/>
                  </a:lnTo>
                  <a:lnTo>
                    <a:pt x="1960694" y="1122744"/>
                  </a:lnTo>
                  <a:lnTo>
                    <a:pt x="1960448" y="1118084"/>
                  </a:lnTo>
                  <a:lnTo>
                    <a:pt x="1958831" y="1115406"/>
                  </a:lnTo>
                  <a:lnTo>
                    <a:pt x="1957290" y="1113434"/>
                  </a:lnTo>
                  <a:lnTo>
                    <a:pt x="1957873" y="1095398"/>
                  </a:lnTo>
                  <a:lnTo>
                    <a:pt x="1955839" y="1089806"/>
                  </a:lnTo>
                  <a:lnTo>
                    <a:pt x="1948259" y="1075632"/>
                  </a:lnTo>
                  <a:lnTo>
                    <a:pt x="1962715" y="1069276"/>
                  </a:lnTo>
                  <a:lnTo>
                    <a:pt x="1976109" y="1063382"/>
                  </a:lnTo>
                  <a:lnTo>
                    <a:pt x="1986789" y="1059019"/>
                  </a:lnTo>
                  <a:lnTo>
                    <a:pt x="2009163" y="1058333"/>
                  </a:lnTo>
                  <a:lnTo>
                    <a:pt x="2029941" y="1058420"/>
                  </a:lnTo>
                  <a:lnTo>
                    <a:pt x="2058578" y="1058538"/>
                  </a:lnTo>
                  <a:lnTo>
                    <a:pt x="2082706" y="1058635"/>
                  </a:lnTo>
                  <a:lnTo>
                    <a:pt x="2110856" y="1058753"/>
                  </a:lnTo>
                  <a:lnTo>
                    <a:pt x="2127358" y="1058820"/>
                  </a:lnTo>
                  <a:lnTo>
                    <a:pt x="2148982" y="1058615"/>
                  </a:lnTo>
                  <a:lnTo>
                    <a:pt x="2159521" y="1042253"/>
                  </a:lnTo>
                  <a:lnTo>
                    <a:pt x="2168939" y="1027623"/>
                  </a:lnTo>
                  <a:lnTo>
                    <a:pt x="2179311" y="1013643"/>
                  </a:lnTo>
                  <a:lnTo>
                    <a:pt x="2197751" y="997230"/>
                  </a:lnTo>
                  <a:lnTo>
                    <a:pt x="2203106" y="994281"/>
                  </a:lnTo>
                  <a:lnTo>
                    <a:pt x="2206060" y="987808"/>
                  </a:lnTo>
                  <a:lnTo>
                    <a:pt x="2217237" y="981658"/>
                  </a:lnTo>
                  <a:lnTo>
                    <a:pt x="2229551" y="975953"/>
                  </a:lnTo>
                  <a:lnTo>
                    <a:pt x="2234381" y="970602"/>
                  </a:lnTo>
                  <a:lnTo>
                    <a:pt x="2236718" y="967555"/>
                  </a:lnTo>
                  <a:lnTo>
                    <a:pt x="2270060" y="938693"/>
                  </a:lnTo>
                  <a:lnTo>
                    <a:pt x="2288996" y="925363"/>
                  </a:lnTo>
                  <a:lnTo>
                    <a:pt x="2304636" y="917943"/>
                  </a:lnTo>
                  <a:lnTo>
                    <a:pt x="2316542" y="914399"/>
                  </a:lnTo>
                  <a:lnTo>
                    <a:pt x="2324580" y="914906"/>
                  </a:lnTo>
                  <a:lnTo>
                    <a:pt x="2329152" y="91440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69" name="ph3869"/>
            <p:cNvSpPr/>
            <p:nvPr/>
          </p:nvSpPr>
          <p:spPr>
            <a:xfrm>
              <a:off x="5683433" y="1685361"/>
              <a:ext cx="1296309" cy="1268258"/>
            </a:xfrm>
            <a:custGeom>
              <a:avLst/>
              <a:gdLst/>
              <a:ahLst/>
              <a:cxnLst/>
              <a:rect l="0" t="0" r="0" b="0"/>
              <a:pathLst>
                <a:path w="972232" h="951193">
                  <a:moveTo>
                    <a:pt x="914400" y="914400"/>
                  </a:moveTo>
                  <a:lnTo>
                    <a:pt x="919884" y="915086"/>
                  </a:lnTo>
                  <a:lnTo>
                    <a:pt x="924601" y="913094"/>
                  </a:lnTo>
                  <a:lnTo>
                    <a:pt x="929068" y="909069"/>
                  </a:lnTo>
                  <a:lnTo>
                    <a:pt x="939440" y="903625"/>
                  </a:lnTo>
                  <a:lnTo>
                    <a:pt x="948279" y="901244"/>
                  </a:lnTo>
                  <a:lnTo>
                    <a:pt x="951063" y="900752"/>
                  </a:lnTo>
                  <a:lnTo>
                    <a:pt x="955276" y="904572"/>
                  </a:lnTo>
                  <a:lnTo>
                    <a:pt x="963635" y="901505"/>
                  </a:lnTo>
                  <a:lnTo>
                    <a:pt x="972232" y="899784"/>
                  </a:lnTo>
                  <a:lnTo>
                    <a:pt x="935044" y="917252"/>
                  </a:lnTo>
                  <a:lnTo>
                    <a:pt x="927439" y="919218"/>
                  </a:lnTo>
                  <a:lnTo>
                    <a:pt x="916558" y="924421"/>
                  </a:lnTo>
                  <a:lnTo>
                    <a:pt x="906273" y="928108"/>
                  </a:lnTo>
                  <a:lnTo>
                    <a:pt x="898868" y="929450"/>
                  </a:lnTo>
                  <a:lnTo>
                    <a:pt x="862047" y="942416"/>
                  </a:lnTo>
                  <a:lnTo>
                    <a:pt x="859125" y="942698"/>
                  </a:lnTo>
                  <a:lnTo>
                    <a:pt x="855967" y="941433"/>
                  </a:lnTo>
                  <a:lnTo>
                    <a:pt x="825638" y="948110"/>
                  </a:lnTo>
                  <a:lnTo>
                    <a:pt x="813190" y="948863"/>
                  </a:lnTo>
                  <a:lnTo>
                    <a:pt x="801855" y="951193"/>
                  </a:lnTo>
                  <a:lnTo>
                    <a:pt x="810240" y="945816"/>
                  </a:lnTo>
                  <a:lnTo>
                    <a:pt x="810423" y="943804"/>
                  </a:lnTo>
                  <a:lnTo>
                    <a:pt x="808419" y="942232"/>
                  </a:lnTo>
                  <a:lnTo>
                    <a:pt x="803935" y="942687"/>
                  </a:lnTo>
                  <a:lnTo>
                    <a:pt x="799342" y="948223"/>
                  </a:lnTo>
                  <a:lnTo>
                    <a:pt x="792012" y="950072"/>
                  </a:lnTo>
                  <a:lnTo>
                    <a:pt x="790550" y="944044"/>
                  </a:lnTo>
                  <a:lnTo>
                    <a:pt x="792996" y="939379"/>
                  </a:lnTo>
                  <a:lnTo>
                    <a:pt x="796309" y="934955"/>
                  </a:lnTo>
                  <a:lnTo>
                    <a:pt x="803589" y="928001"/>
                  </a:lnTo>
                  <a:lnTo>
                    <a:pt x="814003" y="923592"/>
                  </a:lnTo>
                  <a:lnTo>
                    <a:pt x="819295" y="919782"/>
                  </a:lnTo>
                  <a:lnTo>
                    <a:pt x="822962" y="923136"/>
                  </a:lnTo>
                  <a:lnTo>
                    <a:pt x="823767" y="918604"/>
                  </a:lnTo>
                  <a:lnTo>
                    <a:pt x="826588" y="915987"/>
                  </a:lnTo>
                  <a:lnTo>
                    <a:pt x="829655" y="914579"/>
                  </a:lnTo>
                  <a:lnTo>
                    <a:pt x="837031" y="914543"/>
                  </a:lnTo>
                  <a:lnTo>
                    <a:pt x="841002" y="913831"/>
                  </a:lnTo>
                  <a:lnTo>
                    <a:pt x="843873" y="912326"/>
                  </a:lnTo>
                  <a:lnTo>
                    <a:pt x="846820" y="912044"/>
                  </a:lnTo>
                  <a:lnTo>
                    <a:pt x="854887" y="914097"/>
                  </a:lnTo>
                  <a:lnTo>
                    <a:pt x="862768" y="913508"/>
                  </a:lnTo>
                  <a:lnTo>
                    <a:pt x="869131" y="910671"/>
                  </a:lnTo>
                  <a:lnTo>
                    <a:pt x="875744" y="909719"/>
                  </a:lnTo>
                  <a:lnTo>
                    <a:pt x="893238" y="909079"/>
                  </a:lnTo>
                  <a:lnTo>
                    <a:pt x="910624" y="907005"/>
                  </a:lnTo>
                  <a:lnTo>
                    <a:pt x="917575" y="903318"/>
                  </a:lnTo>
                  <a:lnTo>
                    <a:pt x="932177" y="892984"/>
                  </a:lnTo>
                  <a:lnTo>
                    <a:pt x="940578" y="890101"/>
                  </a:lnTo>
                  <a:lnTo>
                    <a:pt x="927497" y="902109"/>
                  </a:lnTo>
                  <a:lnTo>
                    <a:pt x="920467" y="90761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70" name="ph3870"/>
            <p:cNvSpPr/>
            <p:nvPr/>
          </p:nvSpPr>
          <p:spPr>
            <a:xfrm>
              <a:off x="6176771" y="1211088"/>
              <a:ext cx="1225823" cy="1228048"/>
            </a:xfrm>
            <a:custGeom>
              <a:avLst/>
              <a:gdLst/>
              <a:ahLst/>
              <a:cxnLst/>
              <a:rect l="0" t="0" r="0" b="0"/>
              <a:pathLst>
                <a:path w="919367" h="921036">
                  <a:moveTo>
                    <a:pt x="914400" y="914399"/>
                  </a:moveTo>
                  <a:lnTo>
                    <a:pt x="908953" y="913508"/>
                  </a:lnTo>
                  <a:lnTo>
                    <a:pt x="909065" y="919044"/>
                  </a:lnTo>
                  <a:lnTo>
                    <a:pt x="908457" y="921036"/>
                  </a:lnTo>
                  <a:lnTo>
                    <a:pt x="902423" y="918189"/>
                  </a:lnTo>
                  <a:lnTo>
                    <a:pt x="900210" y="916356"/>
                  </a:lnTo>
                  <a:lnTo>
                    <a:pt x="900402" y="909023"/>
                  </a:lnTo>
                  <a:lnTo>
                    <a:pt x="905732" y="902089"/>
                  </a:lnTo>
                  <a:lnTo>
                    <a:pt x="909795" y="899349"/>
                  </a:lnTo>
                  <a:lnTo>
                    <a:pt x="915033" y="901249"/>
                  </a:lnTo>
                  <a:lnTo>
                    <a:pt x="919054" y="909012"/>
                  </a:lnTo>
                  <a:lnTo>
                    <a:pt x="919367" y="91235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71" name="ph3871"/>
            <p:cNvSpPr/>
            <p:nvPr/>
          </p:nvSpPr>
          <p:spPr>
            <a:xfrm>
              <a:off x="5495103" y="1741663"/>
              <a:ext cx="1238375" cy="1219199"/>
            </a:xfrm>
            <a:custGeom>
              <a:avLst/>
              <a:gdLst/>
              <a:ahLst/>
              <a:cxnLst/>
              <a:rect l="0" t="0" r="0" b="0"/>
              <a:pathLst>
                <a:path w="928781" h="914399">
                  <a:moveTo>
                    <a:pt x="914400" y="914399"/>
                  </a:moveTo>
                  <a:lnTo>
                    <a:pt x="918471" y="904342"/>
                  </a:lnTo>
                  <a:lnTo>
                    <a:pt x="925955" y="899743"/>
                  </a:lnTo>
                  <a:lnTo>
                    <a:pt x="928664" y="900701"/>
                  </a:lnTo>
                  <a:lnTo>
                    <a:pt x="928781" y="904255"/>
                  </a:lnTo>
                  <a:lnTo>
                    <a:pt x="927730" y="907292"/>
                  </a:lnTo>
                  <a:lnTo>
                    <a:pt x="922709" y="911972"/>
                  </a:lnTo>
                  <a:lnTo>
                    <a:pt x="918475" y="91396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72" name="ph3872"/>
            <p:cNvSpPr/>
            <p:nvPr/>
          </p:nvSpPr>
          <p:spPr>
            <a:xfrm>
              <a:off x="5887755" y="1628573"/>
              <a:ext cx="1250537" cy="1219199"/>
            </a:xfrm>
            <a:custGeom>
              <a:avLst/>
              <a:gdLst/>
              <a:ahLst/>
              <a:cxnLst/>
              <a:rect l="0" t="0" r="0" b="0"/>
              <a:pathLst>
                <a:path w="937903" h="914399">
                  <a:moveTo>
                    <a:pt x="914400" y="914399"/>
                  </a:moveTo>
                  <a:lnTo>
                    <a:pt x="910653" y="911091"/>
                  </a:lnTo>
                  <a:lnTo>
                    <a:pt x="916516" y="909560"/>
                  </a:lnTo>
                  <a:lnTo>
                    <a:pt x="923922" y="901700"/>
                  </a:lnTo>
                  <a:lnTo>
                    <a:pt x="928847" y="900788"/>
                  </a:lnTo>
                  <a:lnTo>
                    <a:pt x="936586" y="905238"/>
                  </a:lnTo>
                  <a:lnTo>
                    <a:pt x="937903" y="90927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73" name="ph3873"/>
            <p:cNvSpPr/>
            <p:nvPr/>
          </p:nvSpPr>
          <p:spPr>
            <a:xfrm>
              <a:off x="5830219" y="1609393"/>
              <a:ext cx="1225900" cy="1219200"/>
            </a:xfrm>
            <a:custGeom>
              <a:avLst/>
              <a:gdLst/>
              <a:ahLst/>
              <a:cxnLst/>
              <a:rect l="0" t="0" r="0" b="0"/>
              <a:pathLst>
                <a:path w="919425" h="914400">
                  <a:moveTo>
                    <a:pt x="914400" y="914400"/>
                  </a:moveTo>
                  <a:lnTo>
                    <a:pt x="909678" y="913898"/>
                  </a:lnTo>
                  <a:lnTo>
                    <a:pt x="912074" y="910026"/>
                  </a:lnTo>
                  <a:lnTo>
                    <a:pt x="912987" y="904342"/>
                  </a:lnTo>
                  <a:lnTo>
                    <a:pt x="915316" y="898100"/>
                  </a:lnTo>
                  <a:lnTo>
                    <a:pt x="916658" y="896190"/>
                  </a:lnTo>
                  <a:lnTo>
                    <a:pt x="919425" y="894505"/>
                  </a:lnTo>
                  <a:lnTo>
                    <a:pt x="918625" y="91153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74" name="ph3874"/>
            <p:cNvSpPr/>
            <p:nvPr/>
          </p:nvSpPr>
          <p:spPr>
            <a:xfrm>
              <a:off x="5970849" y="1639477"/>
              <a:ext cx="1227979" cy="1219199"/>
            </a:xfrm>
            <a:custGeom>
              <a:avLst/>
              <a:gdLst/>
              <a:ahLst/>
              <a:cxnLst/>
              <a:rect l="0" t="0" r="0" b="0"/>
              <a:pathLst>
                <a:path w="920984" h="914399">
                  <a:moveTo>
                    <a:pt x="914400" y="914399"/>
                  </a:moveTo>
                  <a:lnTo>
                    <a:pt x="899210" y="910533"/>
                  </a:lnTo>
                  <a:lnTo>
                    <a:pt x="911707" y="907256"/>
                  </a:lnTo>
                  <a:lnTo>
                    <a:pt x="913749" y="906114"/>
                  </a:lnTo>
                  <a:lnTo>
                    <a:pt x="915379" y="901295"/>
                  </a:lnTo>
                  <a:lnTo>
                    <a:pt x="915583" y="898878"/>
                  </a:lnTo>
                  <a:lnTo>
                    <a:pt x="920329" y="909243"/>
                  </a:lnTo>
                  <a:lnTo>
                    <a:pt x="920984" y="91271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75" name="ph3875"/>
            <p:cNvSpPr/>
            <p:nvPr/>
          </p:nvSpPr>
          <p:spPr>
            <a:xfrm>
              <a:off x="5334097" y="2396526"/>
              <a:ext cx="1220916" cy="1219200"/>
            </a:xfrm>
            <a:custGeom>
              <a:avLst/>
              <a:gdLst/>
              <a:ahLst/>
              <a:cxnLst/>
              <a:rect l="0" t="0" r="0" b="0"/>
              <a:pathLst>
                <a:path w="915687" h="914400">
                  <a:moveTo>
                    <a:pt x="914400" y="914400"/>
                  </a:moveTo>
                  <a:lnTo>
                    <a:pt x="908732" y="902806"/>
                  </a:lnTo>
                  <a:lnTo>
                    <a:pt x="914562" y="906554"/>
                  </a:lnTo>
                  <a:lnTo>
                    <a:pt x="915604" y="909673"/>
                  </a:lnTo>
                  <a:lnTo>
                    <a:pt x="915687" y="91226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76" name="ph3876"/>
            <p:cNvSpPr/>
            <p:nvPr/>
          </p:nvSpPr>
          <p:spPr>
            <a:xfrm>
              <a:off x="5330969" y="2483609"/>
              <a:ext cx="1244441" cy="1219200"/>
            </a:xfrm>
            <a:custGeom>
              <a:avLst/>
              <a:gdLst/>
              <a:ahLst/>
              <a:cxnLst/>
              <a:rect l="0" t="0" r="0" b="0"/>
              <a:pathLst>
                <a:path w="933331" h="914400">
                  <a:moveTo>
                    <a:pt x="914400" y="914400"/>
                  </a:moveTo>
                  <a:lnTo>
                    <a:pt x="913391" y="913483"/>
                  </a:lnTo>
                  <a:lnTo>
                    <a:pt x="926509" y="907502"/>
                  </a:lnTo>
                  <a:lnTo>
                    <a:pt x="930647" y="886434"/>
                  </a:lnTo>
                  <a:lnTo>
                    <a:pt x="931214" y="876720"/>
                  </a:lnTo>
                  <a:lnTo>
                    <a:pt x="929247" y="859595"/>
                  </a:lnTo>
                  <a:lnTo>
                    <a:pt x="929314" y="856057"/>
                  </a:lnTo>
                  <a:lnTo>
                    <a:pt x="931448" y="861577"/>
                  </a:lnTo>
                  <a:lnTo>
                    <a:pt x="933331" y="877555"/>
                  </a:lnTo>
                  <a:lnTo>
                    <a:pt x="932623" y="889671"/>
                  </a:lnTo>
                  <a:lnTo>
                    <a:pt x="928818" y="907322"/>
                  </a:lnTo>
                  <a:lnTo>
                    <a:pt x="925847" y="91154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77" name="ph3877"/>
            <p:cNvSpPr/>
            <p:nvPr/>
          </p:nvSpPr>
          <p:spPr>
            <a:xfrm>
              <a:off x="5298493" y="2496753"/>
              <a:ext cx="1239880" cy="1219200"/>
            </a:xfrm>
            <a:custGeom>
              <a:avLst/>
              <a:gdLst/>
              <a:ahLst/>
              <a:cxnLst/>
              <a:rect l="0" t="0" r="0" b="0"/>
              <a:pathLst>
                <a:path w="929910" h="914400">
                  <a:moveTo>
                    <a:pt x="914400" y="914400"/>
                  </a:moveTo>
                  <a:lnTo>
                    <a:pt x="912649" y="913954"/>
                  </a:lnTo>
                  <a:lnTo>
                    <a:pt x="922826" y="908603"/>
                  </a:lnTo>
                  <a:lnTo>
                    <a:pt x="929910" y="90691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78" name="ph3878"/>
            <p:cNvSpPr/>
            <p:nvPr/>
          </p:nvSpPr>
          <p:spPr>
            <a:xfrm>
              <a:off x="5234212" y="2564902"/>
              <a:ext cx="1255748" cy="1219200"/>
            </a:xfrm>
            <a:custGeom>
              <a:avLst/>
              <a:gdLst/>
              <a:ahLst/>
              <a:cxnLst/>
              <a:rect l="0" t="0" r="0" b="0"/>
              <a:pathLst>
                <a:path w="941811" h="914400">
                  <a:moveTo>
                    <a:pt x="914400" y="914400"/>
                  </a:moveTo>
                  <a:lnTo>
                    <a:pt x="922213" y="901305"/>
                  </a:lnTo>
                  <a:lnTo>
                    <a:pt x="937644" y="884698"/>
                  </a:lnTo>
                  <a:lnTo>
                    <a:pt x="941811" y="882158"/>
                  </a:lnTo>
                  <a:lnTo>
                    <a:pt x="928981" y="896343"/>
                  </a:lnTo>
                  <a:lnTo>
                    <a:pt x="916525" y="91319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79" name="ph3879"/>
            <p:cNvSpPr/>
            <p:nvPr/>
          </p:nvSpPr>
          <p:spPr>
            <a:xfrm>
              <a:off x="4603311" y="3712104"/>
              <a:ext cx="1223256" cy="1219200"/>
            </a:xfrm>
            <a:custGeom>
              <a:avLst/>
              <a:gdLst/>
              <a:ahLst/>
              <a:cxnLst/>
              <a:rect l="0" t="0" r="0" b="0"/>
              <a:pathLst>
                <a:path w="917442" h="914400">
                  <a:moveTo>
                    <a:pt x="914400" y="914400"/>
                  </a:moveTo>
                  <a:lnTo>
                    <a:pt x="908245" y="912392"/>
                  </a:lnTo>
                  <a:lnTo>
                    <a:pt x="904882" y="908797"/>
                  </a:lnTo>
                  <a:lnTo>
                    <a:pt x="903431" y="901761"/>
                  </a:lnTo>
                  <a:lnTo>
                    <a:pt x="908790" y="909212"/>
                  </a:lnTo>
                  <a:lnTo>
                    <a:pt x="910712" y="910897"/>
                  </a:lnTo>
                  <a:lnTo>
                    <a:pt x="917442" y="91166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80" name="ph3880"/>
            <p:cNvSpPr/>
            <p:nvPr/>
          </p:nvSpPr>
          <p:spPr>
            <a:xfrm>
              <a:off x="4601905" y="3702865"/>
              <a:ext cx="1219360" cy="1219199"/>
            </a:xfrm>
            <a:custGeom>
              <a:avLst/>
              <a:gdLst/>
              <a:ahLst/>
              <a:cxnLst/>
              <a:rect l="0" t="0" r="0" b="0"/>
              <a:pathLst>
                <a:path w="914520" h="914399">
                  <a:moveTo>
                    <a:pt x="914400" y="914399"/>
                  </a:moveTo>
                  <a:lnTo>
                    <a:pt x="910099" y="904081"/>
                  </a:lnTo>
                  <a:lnTo>
                    <a:pt x="907236" y="892677"/>
                  </a:lnTo>
                  <a:lnTo>
                    <a:pt x="911332" y="896369"/>
                  </a:lnTo>
                  <a:lnTo>
                    <a:pt x="914520" y="90823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81" name="ph3881"/>
            <p:cNvSpPr/>
            <p:nvPr/>
          </p:nvSpPr>
          <p:spPr>
            <a:xfrm>
              <a:off x="4773123" y="3918121"/>
              <a:ext cx="1256009" cy="1219200"/>
            </a:xfrm>
            <a:custGeom>
              <a:avLst/>
              <a:gdLst/>
              <a:ahLst/>
              <a:cxnLst/>
              <a:rect l="0" t="0" r="0" b="0"/>
              <a:pathLst>
                <a:path w="942007" h="914400">
                  <a:moveTo>
                    <a:pt x="914400" y="914400"/>
                  </a:moveTo>
                  <a:lnTo>
                    <a:pt x="916279" y="909463"/>
                  </a:lnTo>
                  <a:lnTo>
                    <a:pt x="922892" y="898909"/>
                  </a:lnTo>
                  <a:lnTo>
                    <a:pt x="925030" y="893941"/>
                  </a:lnTo>
                  <a:lnTo>
                    <a:pt x="929497" y="890792"/>
                  </a:lnTo>
                  <a:lnTo>
                    <a:pt x="933656" y="885098"/>
                  </a:lnTo>
                  <a:lnTo>
                    <a:pt x="933969" y="878456"/>
                  </a:lnTo>
                  <a:lnTo>
                    <a:pt x="940011" y="873811"/>
                  </a:lnTo>
                  <a:lnTo>
                    <a:pt x="942007" y="873145"/>
                  </a:lnTo>
                  <a:lnTo>
                    <a:pt x="931360" y="89467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82" name="ph3882"/>
            <p:cNvSpPr/>
            <p:nvPr/>
          </p:nvSpPr>
          <p:spPr>
            <a:xfrm>
              <a:off x="3492919" y="3284356"/>
              <a:ext cx="1227912" cy="1219200"/>
            </a:xfrm>
            <a:custGeom>
              <a:avLst/>
              <a:gdLst/>
              <a:ahLst/>
              <a:cxnLst/>
              <a:rect l="0" t="0" r="0" b="0"/>
              <a:pathLst>
                <a:path w="920934" h="914400">
                  <a:moveTo>
                    <a:pt x="914400" y="914400"/>
                  </a:moveTo>
                  <a:lnTo>
                    <a:pt x="900285" y="905315"/>
                  </a:lnTo>
                  <a:lnTo>
                    <a:pt x="899398" y="901413"/>
                  </a:lnTo>
                  <a:lnTo>
                    <a:pt x="906361" y="897885"/>
                  </a:lnTo>
                  <a:lnTo>
                    <a:pt x="910611" y="898197"/>
                  </a:lnTo>
                  <a:lnTo>
                    <a:pt x="917333" y="902811"/>
                  </a:lnTo>
                  <a:lnTo>
                    <a:pt x="919792" y="904096"/>
                  </a:lnTo>
                  <a:lnTo>
                    <a:pt x="920934" y="905965"/>
                  </a:lnTo>
                  <a:lnTo>
                    <a:pt x="920284" y="908889"/>
                  </a:lnTo>
                  <a:lnTo>
                    <a:pt x="917571" y="91290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83" name="ph3883"/>
            <p:cNvSpPr/>
            <p:nvPr/>
          </p:nvSpPr>
          <p:spPr>
            <a:xfrm>
              <a:off x="2900607" y="3506317"/>
              <a:ext cx="1241536" cy="1219199"/>
            </a:xfrm>
            <a:custGeom>
              <a:avLst/>
              <a:gdLst/>
              <a:ahLst/>
              <a:cxnLst/>
              <a:rect l="0" t="0" r="0" b="0"/>
              <a:pathLst>
                <a:path w="931152" h="914399">
                  <a:moveTo>
                    <a:pt x="914400" y="914399"/>
                  </a:moveTo>
                  <a:lnTo>
                    <a:pt x="918529" y="905812"/>
                  </a:lnTo>
                  <a:lnTo>
                    <a:pt x="919296" y="902370"/>
                  </a:lnTo>
                  <a:lnTo>
                    <a:pt x="926068" y="891504"/>
                  </a:lnTo>
                  <a:lnTo>
                    <a:pt x="929643" y="889886"/>
                  </a:lnTo>
                  <a:lnTo>
                    <a:pt x="931152" y="894510"/>
                  </a:lnTo>
                  <a:lnTo>
                    <a:pt x="924188" y="902145"/>
                  </a:lnTo>
                  <a:lnTo>
                    <a:pt x="916250" y="91414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84" name="ph3884"/>
            <p:cNvSpPr/>
            <p:nvPr/>
          </p:nvSpPr>
          <p:spPr>
            <a:xfrm>
              <a:off x="2927337" y="3471461"/>
              <a:ext cx="1264439" cy="1219200"/>
            </a:xfrm>
            <a:custGeom>
              <a:avLst/>
              <a:gdLst/>
              <a:ahLst/>
              <a:cxnLst/>
              <a:rect l="0" t="0" r="0" b="0"/>
              <a:pathLst>
                <a:path w="948329" h="914400">
                  <a:moveTo>
                    <a:pt x="914399" y="914400"/>
                  </a:moveTo>
                  <a:lnTo>
                    <a:pt x="918283" y="908736"/>
                  </a:lnTo>
                  <a:lnTo>
                    <a:pt x="924597" y="905878"/>
                  </a:lnTo>
                  <a:lnTo>
                    <a:pt x="938449" y="894996"/>
                  </a:lnTo>
                  <a:lnTo>
                    <a:pt x="944099" y="894249"/>
                  </a:lnTo>
                  <a:lnTo>
                    <a:pt x="947041" y="890500"/>
                  </a:lnTo>
                  <a:lnTo>
                    <a:pt x="948329" y="889947"/>
                  </a:lnTo>
                  <a:lnTo>
                    <a:pt x="947496" y="894541"/>
                  </a:lnTo>
                  <a:lnTo>
                    <a:pt x="936352" y="901065"/>
                  </a:lnTo>
                  <a:lnTo>
                    <a:pt x="917533" y="91396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85" name="ph3885"/>
            <p:cNvSpPr/>
            <p:nvPr/>
          </p:nvSpPr>
          <p:spPr>
            <a:xfrm>
              <a:off x="2860917" y="3598138"/>
              <a:ext cx="1256099" cy="1219199"/>
            </a:xfrm>
            <a:custGeom>
              <a:avLst/>
              <a:gdLst/>
              <a:ahLst/>
              <a:cxnLst/>
              <a:rect l="0" t="0" r="0" b="0"/>
              <a:pathLst>
                <a:path w="942074" h="914399">
                  <a:moveTo>
                    <a:pt x="914399" y="914399"/>
                  </a:moveTo>
                  <a:lnTo>
                    <a:pt x="915133" y="905407"/>
                  </a:lnTo>
                  <a:lnTo>
                    <a:pt x="922063" y="884975"/>
                  </a:lnTo>
                  <a:lnTo>
                    <a:pt x="936144" y="858121"/>
                  </a:lnTo>
                  <a:lnTo>
                    <a:pt x="942074" y="853624"/>
                  </a:lnTo>
                  <a:lnTo>
                    <a:pt x="925830" y="883075"/>
                  </a:lnTo>
                  <a:lnTo>
                    <a:pt x="917062" y="90836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86" name="ph3886"/>
            <p:cNvSpPr/>
            <p:nvPr/>
          </p:nvSpPr>
          <p:spPr>
            <a:xfrm>
              <a:off x="3122092" y="3333320"/>
              <a:ext cx="1255843" cy="1219199"/>
            </a:xfrm>
            <a:custGeom>
              <a:avLst/>
              <a:gdLst/>
              <a:ahLst/>
              <a:cxnLst/>
              <a:rect l="0" t="0" r="0" b="0"/>
              <a:pathLst>
                <a:path w="941882" h="914399">
                  <a:moveTo>
                    <a:pt x="914400" y="914399"/>
                  </a:moveTo>
                  <a:lnTo>
                    <a:pt x="933002" y="898269"/>
                  </a:lnTo>
                  <a:lnTo>
                    <a:pt x="936902" y="892902"/>
                  </a:lnTo>
                  <a:lnTo>
                    <a:pt x="941882" y="893137"/>
                  </a:lnTo>
                  <a:lnTo>
                    <a:pt x="933577" y="902176"/>
                  </a:lnTo>
                  <a:lnTo>
                    <a:pt x="918663" y="91339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87" name="ph3887"/>
            <p:cNvSpPr/>
            <p:nvPr/>
          </p:nvSpPr>
          <p:spPr>
            <a:xfrm>
              <a:off x="2883709" y="3756096"/>
              <a:ext cx="1220772" cy="1219200"/>
            </a:xfrm>
            <a:custGeom>
              <a:avLst/>
              <a:gdLst/>
              <a:ahLst/>
              <a:cxnLst/>
              <a:rect l="0" t="0" r="0" b="0"/>
              <a:pathLst>
                <a:path w="915579" h="914400">
                  <a:moveTo>
                    <a:pt x="914399" y="914400"/>
                  </a:moveTo>
                  <a:lnTo>
                    <a:pt x="907332" y="891658"/>
                  </a:lnTo>
                  <a:lnTo>
                    <a:pt x="895830" y="840192"/>
                  </a:lnTo>
                  <a:lnTo>
                    <a:pt x="895397" y="810860"/>
                  </a:lnTo>
                  <a:lnTo>
                    <a:pt x="897206" y="800761"/>
                  </a:lnTo>
                  <a:lnTo>
                    <a:pt x="900173" y="842189"/>
                  </a:lnTo>
                  <a:lnTo>
                    <a:pt x="912887" y="894802"/>
                  </a:lnTo>
                  <a:lnTo>
                    <a:pt x="915579" y="90953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88" name="ph3888"/>
            <p:cNvSpPr/>
            <p:nvPr/>
          </p:nvSpPr>
          <p:spPr>
            <a:xfrm>
              <a:off x="5818596" y="1609093"/>
              <a:ext cx="1223589" cy="1219199"/>
            </a:xfrm>
            <a:custGeom>
              <a:avLst/>
              <a:gdLst/>
              <a:ahLst/>
              <a:cxnLst/>
              <a:rect l="0" t="0" r="0" b="0"/>
              <a:pathLst>
                <a:path w="917692" h="914399">
                  <a:moveTo>
                    <a:pt x="914400" y="914399"/>
                  </a:moveTo>
                  <a:lnTo>
                    <a:pt x="913516" y="909335"/>
                  </a:lnTo>
                  <a:lnTo>
                    <a:pt x="915175" y="903512"/>
                  </a:lnTo>
                  <a:lnTo>
                    <a:pt x="916854" y="903379"/>
                  </a:lnTo>
                  <a:lnTo>
                    <a:pt x="917692" y="906477"/>
                  </a:lnTo>
                  <a:lnTo>
                    <a:pt x="916766" y="91245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89" name="ph3889"/>
            <p:cNvSpPr/>
            <p:nvPr/>
          </p:nvSpPr>
          <p:spPr>
            <a:xfrm>
              <a:off x="5493441" y="1880003"/>
              <a:ext cx="1235557" cy="1219200"/>
            </a:xfrm>
            <a:custGeom>
              <a:avLst/>
              <a:gdLst/>
              <a:ahLst/>
              <a:cxnLst/>
              <a:rect l="0" t="0" r="0" b="0"/>
              <a:pathLst>
                <a:path w="926668" h="914400">
                  <a:moveTo>
                    <a:pt x="914400" y="914400"/>
                  </a:moveTo>
                  <a:lnTo>
                    <a:pt x="914170" y="911347"/>
                  </a:lnTo>
                  <a:lnTo>
                    <a:pt x="926668" y="891637"/>
                  </a:lnTo>
                  <a:lnTo>
                    <a:pt x="924409" y="89852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90" name="ph3890"/>
            <p:cNvSpPr/>
            <p:nvPr/>
          </p:nvSpPr>
          <p:spPr>
            <a:xfrm>
              <a:off x="5365080" y="2111755"/>
              <a:ext cx="1251132" cy="1219199"/>
            </a:xfrm>
            <a:custGeom>
              <a:avLst/>
              <a:gdLst/>
              <a:ahLst/>
              <a:cxnLst/>
              <a:rect l="0" t="0" r="0" b="0"/>
              <a:pathLst>
                <a:path w="938349" h="914399">
                  <a:moveTo>
                    <a:pt x="914400" y="914399"/>
                  </a:moveTo>
                  <a:lnTo>
                    <a:pt x="927418" y="893399"/>
                  </a:lnTo>
                  <a:lnTo>
                    <a:pt x="934977" y="875803"/>
                  </a:lnTo>
                  <a:lnTo>
                    <a:pt x="938349" y="869720"/>
                  </a:lnTo>
                  <a:lnTo>
                    <a:pt x="935077" y="882051"/>
                  </a:lnTo>
                  <a:lnTo>
                    <a:pt x="929360" y="893388"/>
                  </a:lnTo>
                  <a:lnTo>
                    <a:pt x="918279" y="91269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91" name="ph3891"/>
            <p:cNvSpPr/>
            <p:nvPr/>
          </p:nvSpPr>
          <p:spPr>
            <a:xfrm>
              <a:off x="5229667" y="2561958"/>
              <a:ext cx="1221733" cy="1219200"/>
            </a:xfrm>
            <a:custGeom>
              <a:avLst/>
              <a:gdLst/>
              <a:ahLst/>
              <a:cxnLst/>
              <a:rect l="0" t="0" r="0" b="0"/>
              <a:pathLst>
                <a:path w="916300" h="914400">
                  <a:moveTo>
                    <a:pt x="914400" y="914400"/>
                  </a:moveTo>
                  <a:lnTo>
                    <a:pt x="911045" y="913242"/>
                  </a:lnTo>
                  <a:lnTo>
                    <a:pt x="906423" y="911030"/>
                  </a:lnTo>
                  <a:lnTo>
                    <a:pt x="905402" y="909407"/>
                  </a:lnTo>
                  <a:lnTo>
                    <a:pt x="909811" y="909996"/>
                  </a:lnTo>
                  <a:lnTo>
                    <a:pt x="916300" y="91415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92" name="ph3892"/>
            <p:cNvSpPr/>
            <p:nvPr/>
          </p:nvSpPr>
          <p:spPr>
            <a:xfrm>
              <a:off x="4683883" y="3963472"/>
              <a:ext cx="1224317" cy="1219200"/>
            </a:xfrm>
            <a:custGeom>
              <a:avLst/>
              <a:gdLst/>
              <a:ahLst/>
              <a:cxnLst/>
              <a:rect l="0" t="0" r="0" b="0"/>
              <a:pathLst>
                <a:path w="918238" h="914400">
                  <a:moveTo>
                    <a:pt x="914400" y="914400"/>
                  </a:moveTo>
                  <a:lnTo>
                    <a:pt x="913183" y="913734"/>
                  </a:lnTo>
                  <a:lnTo>
                    <a:pt x="913183" y="910590"/>
                  </a:lnTo>
                  <a:lnTo>
                    <a:pt x="909545" y="903630"/>
                  </a:lnTo>
                  <a:lnTo>
                    <a:pt x="909682" y="901807"/>
                  </a:lnTo>
                  <a:lnTo>
                    <a:pt x="918025" y="908618"/>
                  </a:lnTo>
                  <a:lnTo>
                    <a:pt x="918238" y="910446"/>
                  </a:lnTo>
                  <a:lnTo>
                    <a:pt x="916958" y="91224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93" name="ph3893"/>
            <p:cNvSpPr/>
            <p:nvPr/>
          </p:nvSpPr>
          <p:spPr>
            <a:xfrm>
              <a:off x="4742652" y="3939178"/>
              <a:ext cx="1226384" cy="1219200"/>
            </a:xfrm>
            <a:custGeom>
              <a:avLst/>
              <a:gdLst/>
              <a:ahLst/>
              <a:cxnLst/>
              <a:rect l="0" t="0" r="0" b="0"/>
              <a:pathLst>
                <a:path w="919788" h="914400">
                  <a:moveTo>
                    <a:pt x="914400" y="914400"/>
                  </a:moveTo>
                  <a:lnTo>
                    <a:pt x="915208" y="912909"/>
                  </a:lnTo>
                  <a:lnTo>
                    <a:pt x="918575" y="909929"/>
                  </a:lnTo>
                  <a:lnTo>
                    <a:pt x="919788" y="911086"/>
                  </a:lnTo>
                  <a:lnTo>
                    <a:pt x="919654" y="912576"/>
                  </a:lnTo>
                  <a:lnTo>
                    <a:pt x="916016" y="91440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94" name="ph3894"/>
            <p:cNvSpPr/>
            <p:nvPr/>
          </p:nvSpPr>
          <p:spPr>
            <a:xfrm>
              <a:off x="4763499" y="3925925"/>
              <a:ext cx="1224951" cy="1219200"/>
            </a:xfrm>
            <a:custGeom>
              <a:avLst/>
              <a:gdLst/>
              <a:ahLst/>
              <a:cxnLst/>
              <a:rect l="0" t="0" r="0" b="0"/>
              <a:pathLst>
                <a:path w="918713" h="914400">
                  <a:moveTo>
                    <a:pt x="914399" y="914400"/>
                  </a:moveTo>
                  <a:lnTo>
                    <a:pt x="917767" y="909924"/>
                  </a:lnTo>
                  <a:lnTo>
                    <a:pt x="918713" y="910257"/>
                  </a:lnTo>
                  <a:lnTo>
                    <a:pt x="916691" y="91390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95" name="ph3895"/>
            <p:cNvSpPr/>
            <p:nvPr/>
          </p:nvSpPr>
          <p:spPr>
            <a:xfrm>
              <a:off x="4715153" y="3954637"/>
              <a:ext cx="1237352" cy="1219200"/>
            </a:xfrm>
            <a:custGeom>
              <a:avLst/>
              <a:gdLst/>
              <a:ahLst/>
              <a:cxnLst/>
              <a:rect l="0" t="0" r="0" b="0"/>
              <a:pathLst>
                <a:path w="928014" h="914400">
                  <a:moveTo>
                    <a:pt x="914399" y="914400"/>
                  </a:moveTo>
                  <a:lnTo>
                    <a:pt x="910357" y="912576"/>
                  </a:lnTo>
                  <a:lnTo>
                    <a:pt x="914804" y="910093"/>
                  </a:lnTo>
                  <a:lnTo>
                    <a:pt x="928014" y="907440"/>
                  </a:lnTo>
                  <a:lnTo>
                    <a:pt x="923026" y="910753"/>
                  </a:lnTo>
                  <a:lnTo>
                    <a:pt x="918308" y="91191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96" name="ph3896"/>
            <p:cNvSpPr/>
            <p:nvPr/>
          </p:nvSpPr>
          <p:spPr>
            <a:xfrm>
              <a:off x="4672653" y="3110778"/>
              <a:ext cx="1224261" cy="1219200"/>
            </a:xfrm>
            <a:custGeom>
              <a:avLst/>
              <a:gdLst/>
              <a:ahLst/>
              <a:cxnLst/>
              <a:rect l="0" t="0" r="0" b="0"/>
              <a:pathLst>
                <a:path w="918196" h="914400">
                  <a:moveTo>
                    <a:pt x="914400" y="914400"/>
                  </a:moveTo>
                  <a:lnTo>
                    <a:pt x="912758" y="905351"/>
                  </a:lnTo>
                  <a:lnTo>
                    <a:pt x="912595" y="896563"/>
                  </a:lnTo>
                  <a:lnTo>
                    <a:pt x="915470" y="891366"/>
                  </a:lnTo>
                  <a:lnTo>
                    <a:pt x="918196" y="88884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97" name="ph3897"/>
            <p:cNvSpPr/>
            <p:nvPr/>
          </p:nvSpPr>
          <p:spPr>
            <a:xfrm>
              <a:off x="4653535" y="3969050"/>
              <a:ext cx="1230561" cy="1219200"/>
            </a:xfrm>
            <a:custGeom>
              <a:avLst/>
              <a:gdLst/>
              <a:ahLst/>
              <a:cxnLst/>
              <a:rect l="0" t="0" r="0" b="0"/>
              <a:pathLst>
                <a:path w="922921" h="914400">
                  <a:moveTo>
                    <a:pt x="914400" y="914400"/>
                  </a:moveTo>
                  <a:lnTo>
                    <a:pt x="918858" y="910272"/>
                  </a:lnTo>
                  <a:lnTo>
                    <a:pt x="920304" y="904004"/>
                  </a:lnTo>
                  <a:lnTo>
                    <a:pt x="922921" y="908900"/>
                  </a:lnTo>
                  <a:lnTo>
                    <a:pt x="922871" y="911870"/>
                  </a:lnTo>
                  <a:lnTo>
                    <a:pt x="919929" y="91336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98" name="ph3898"/>
            <p:cNvSpPr/>
            <p:nvPr/>
          </p:nvSpPr>
          <p:spPr>
            <a:xfrm>
              <a:off x="4819784" y="3603417"/>
              <a:ext cx="1219200" cy="1219200"/>
            </a:xfrm>
            <a:custGeom>
              <a:avLst/>
              <a:gdLst/>
              <a:ahLst/>
              <a:cxnLst/>
              <a:rect l="0" t="0" r="0" b="0"/>
              <a:pathLst>
                <a:path w="914400" h="914400">
                  <a:moveTo>
                    <a:pt x="914400" y="914400"/>
                  </a:moveTo>
                  <a:lnTo>
                    <a:pt x="906553" y="896487"/>
                  </a:lnTo>
                  <a:lnTo>
                    <a:pt x="896855" y="868398"/>
                  </a:lnTo>
                  <a:lnTo>
                    <a:pt x="891663" y="846675"/>
                  </a:lnTo>
                  <a:lnTo>
                    <a:pt x="895176" y="852549"/>
                  </a:lnTo>
                  <a:lnTo>
                    <a:pt x="898610" y="864706"/>
                  </a:lnTo>
                  <a:lnTo>
                    <a:pt x="913012" y="90667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99" name="ph3899"/>
            <p:cNvSpPr/>
            <p:nvPr/>
          </p:nvSpPr>
          <p:spPr>
            <a:xfrm>
              <a:off x="4633309" y="3975721"/>
              <a:ext cx="1227228" cy="1219200"/>
            </a:xfrm>
            <a:custGeom>
              <a:avLst/>
              <a:gdLst/>
              <a:ahLst/>
              <a:cxnLst/>
              <a:rect l="0" t="0" r="0" b="0"/>
              <a:pathLst>
                <a:path w="920421" h="914400">
                  <a:moveTo>
                    <a:pt x="914400" y="914400"/>
                  </a:moveTo>
                  <a:lnTo>
                    <a:pt x="914212" y="912776"/>
                  </a:lnTo>
                  <a:lnTo>
                    <a:pt x="917946" y="910794"/>
                  </a:lnTo>
                  <a:lnTo>
                    <a:pt x="920421" y="910928"/>
                  </a:lnTo>
                  <a:lnTo>
                    <a:pt x="920329" y="913124"/>
                  </a:lnTo>
                  <a:lnTo>
                    <a:pt x="916566" y="91416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00" name="ph3900"/>
            <p:cNvSpPr/>
            <p:nvPr/>
          </p:nvSpPr>
          <p:spPr>
            <a:xfrm>
              <a:off x="3821468" y="3260056"/>
              <a:ext cx="1227272" cy="1219200"/>
            </a:xfrm>
            <a:custGeom>
              <a:avLst/>
              <a:gdLst/>
              <a:ahLst/>
              <a:cxnLst/>
              <a:rect l="0" t="0" r="0" b="0"/>
              <a:pathLst>
                <a:path w="920454" h="914400">
                  <a:moveTo>
                    <a:pt x="914400" y="914400"/>
                  </a:moveTo>
                  <a:lnTo>
                    <a:pt x="914612" y="912305"/>
                  </a:lnTo>
                  <a:lnTo>
                    <a:pt x="918021" y="906810"/>
                  </a:lnTo>
                  <a:lnTo>
                    <a:pt x="920454" y="904675"/>
                  </a:lnTo>
                  <a:lnTo>
                    <a:pt x="919033" y="90891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01" name="ph3901"/>
            <p:cNvSpPr/>
            <p:nvPr/>
          </p:nvSpPr>
          <p:spPr>
            <a:xfrm>
              <a:off x="3863907" y="3183912"/>
              <a:ext cx="1220627" cy="1219199"/>
            </a:xfrm>
            <a:custGeom>
              <a:avLst/>
              <a:gdLst/>
              <a:ahLst/>
              <a:cxnLst/>
              <a:rect l="0" t="0" r="0" b="0"/>
              <a:pathLst>
                <a:path w="915470" h="914399">
                  <a:moveTo>
                    <a:pt x="914400" y="914399"/>
                  </a:moveTo>
                  <a:lnTo>
                    <a:pt x="906840" y="912218"/>
                  </a:lnTo>
                  <a:lnTo>
                    <a:pt x="902244" y="910190"/>
                  </a:lnTo>
                  <a:lnTo>
                    <a:pt x="901410" y="908162"/>
                  </a:lnTo>
                  <a:lnTo>
                    <a:pt x="914116" y="911844"/>
                  </a:lnTo>
                  <a:lnTo>
                    <a:pt x="915470" y="91323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02" name="ph3902"/>
            <p:cNvSpPr/>
            <p:nvPr/>
          </p:nvSpPr>
          <p:spPr>
            <a:xfrm>
              <a:off x="3910713" y="3180258"/>
              <a:ext cx="1229212" cy="1219200"/>
            </a:xfrm>
            <a:custGeom>
              <a:avLst/>
              <a:gdLst/>
              <a:ahLst/>
              <a:cxnLst/>
              <a:rect l="0" t="0" r="0" b="0"/>
              <a:pathLst>
                <a:path w="921909" h="914400">
                  <a:moveTo>
                    <a:pt x="914399" y="914400"/>
                  </a:moveTo>
                  <a:lnTo>
                    <a:pt x="903269" y="914190"/>
                  </a:lnTo>
                  <a:lnTo>
                    <a:pt x="901006" y="913401"/>
                  </a:lnTo>
                  <a:lnTo>
                    <a:pt x="905473" y="911900"/>
                  </a:lnTo>
                  <a:lnTo>
                    <a:pt x="918663" y="909908"/>
                  </a:lnTo>
                  <a:lnTo>
                    <a:pt x="921909" y="91215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03" name="ph3903"/>
            <p:cNvSpPr/>
            <p:nvPr/>
          </p:nvSpPr>
          <p:spPr>
            <a:xfrm>
              <a:off x="3789964" y="3207290"/>
              <a:ext cx="1223272" cy="1219200"/>
            </a:xfrm>
            <a:custGeom>
              <a:avLst/>
              <a:gdLst/>
              <a:ahLst/>
              <a:cxnLst/>
              <a:rect l="0" t="0" r="0" b="0"/>
              <a:pathLst>
                <a:path w="917454" h="914400">
                  <a:moveTo>
                    <a:pt x="914400" y="914400"/>
                  </a:moveTo>
                  <a:lnTo>
                    <a:pt x="910220" y="911972"/>
                  </a:lnTo>
                  <a:lnTo>
                    <a:pt x="904027" y="911752"/>
                  </a:lnTo>
                  <a:lnTo>
                    <a:pt x="906753" y="910088"/>
                  </a:lnTo>
                  <a:lnTo>
                    <a:pt x="908665" y="908464"/>
                  </a:lnTo>
                  <a:lnTo>
                    <a:pt x="909620" y="906718"/>
                  </a:lnTo>
                  <a:lnTo>
                    <a:pt x="917454" y="900655"/>
                  </a:lnTo>
                  <a:lnTo>
                    <a:pt x="915233" y="905105"/>
                  </a:lnTo>
                  <a:lnTo>
                    <a:pt x="914099" y="90952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04" name="ph3904"/>
            <p:cNvSpPr/>
            <p:nvPr/>
          </p:nvSpPr>
          <p:spPr>
            <a:xfrm>
              <a:off x="3831475" y="3243888"/>
              <a:ext cx="1224100" cy="1219200"/>
            </a:xfrm>
            <a:custGeom>
              <a:avLst/>
              <a:gdLst/>
              <a:ahLst/>
              <a:cxnLst/>
              <a:rect l="0" t="0" r="0" b="0"/>
              <a:pathLst>
                <a:path w="918075" h="914400">
                  <a:moveTo>
                    <a:pt x="914400" y="914400"/>
                  </a:moveTo>
                  <a:lnTo>
                    <a:pt x="916762" y="898407"/>
                  </a:lnTo>
                  <a:lnTo>
                    <a:pt x="913441" y="884944"/>
                  </a:lnTo>
                  <a:lnTo>
                    <a:pt x="916942" y="890854"/>
                  </a:lnTo>
                  <a:lnTo>
                    <a:pt x="918075" y="897885"/>
                  </a:lnTo>
                  <a:lnTo>
                    <a:pt x="916808" y="91106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05" name="ph3905"/>
            <p:cNvSpPr/>
            <p:nvPr/>
          </p:nvSpPr>
          <p:spPr>
            <a:xfrm>
              <a:off x="4269284" y="3267553"/>
              <a:ext cx="1250048" cy="1219200"/>
            </a:xfrm>
            <a:custGeom>
              <a:avLst/>
              <a:gdLst/>
              <a:ahLst/>
              <a:cxnLst/>
              <a:rect l="0" t="0" r="0" b="0"/>
              <a:pathLst>
                <a:path w="937536" h="914400">
                  <a:moveTo>
                    <a:pt x="914400" y="914400"/>
                  </a:moveTo>
                  <a:lnTo>
                    <a:pt x="905140" y="911655"/>
                  </a:lnTo>
                  <a:lnTo>
                    <a:pt x="910895" y="911132"/>
                  </a:lnTo>
                  <a:lnTo>
                    <a:pt x="915058" y="912244"/>
                  </a:lnTo>
                  <a:lnTo>
                    <a:pt x="925601" y="906846"/>
                  </a:lnTo>
                  <a:lnTo>
                    <a:pt x="931131" y="902760"/>
                  </a:lnTo>
                  <a:lnTo>
                    <a:pt x="937536" y="901208"/>
                  </a:lnTo>
                  <a:lnTo>
                    <a:pt x="922963" y="91062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06" name="ph3906"/>
            <p:cNvSpPr/>
            <p:nvPr/>
          </p:nvSpPr>
          <p:spPr>
            <a:xfrm>
              <a:off x="6129465" y="1230206"/>
              <a:ext cx="1223523" cy="1219200"/>
            </a:xfrm>
            <a:custGeom>
              <a:avLst/>
              <a:gdLst/>
              <a:ahLst/>
              <a:cxnLst/>
              <a:rect l="0" t="0" r="0" b="0"/>
              <a:pathLst>
                <a:path w="917642" h="914400">
                  <a:moveTo>
                    <a:pt x="914400" y="914400"/>
                  </a:moveTo>
                  <a:lnTo>
                    <a:pt x="910941" y="913729"/>
                  </a:lnTo>
                  <a:lnTo>
                    <a:pt x="910828" y="908557"/>
                  </a:lnTo>
                  <a:lnTo>
                    <a:pt x="911874" y="906800"/>
                  </a:lnTo>
                  <a:lnTo>
                    <a:pt x="913070" y="906017"/>
                  </a:lnTo>
                  <a:lnTo>
                    <a:pt x="914845" y="907471"/>
                  </a:lnTo>
                  <a:lnTo>
                    <a:pt x="917642" y="91232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07" name="ph3907"/>
            <p:cNvSpPr/>
            <p:nvPr/>
          </p:nvSpPr>
          <p:spPr>
            <a:xfrm>
              <a:off x="2336776" y="3241116"/>
              <a:ext cx="1770489" cy="2029643"/>
            </a:xfrm>
            <a:custGeom>
              <a:avLst/>
              <a:gdLst/>
              <a:ahLst/>
              <a:cxnLst/>
              <a:rect l="0" t="0" r="0" b="0"/>
              <a:pathLst>
                <a:path w="1327867" h="1522232">
                  <a:moveTo>
                    <a:pt x="914400" y="914400"/>
                  </a:moveTo>
                  <a:lnTo>
                    <a:pt x="934761" y="915787"/>
                  </a:lnTo>
                  <a:lnTo>
                    <a:pt x="946770" y="915316"/>
                  </a:lnTo>
                  <a:lnTo>
                    <a:pt x="950433" y="912981"/>
                  </a:lnTo>
                  <a:lnTo>
                    <a:pt x="952338" y="913104"/>
                  </a:lnTo>
                  <a:lnTo>
                    <a:pt x="952488" y="915675"/>
                  </a:lnTo>
                  <a:lnTo>
                    <a:pt x="955505" y="916765"/>
                  </a:lnTo>
                  <a:lnTo>
                    <a:pt x="961385" y="916376"/>
                  </a:lnTo>
                  <a:lnTo>
                    <a:pt x="966506" y="919971"/>
                  </a:lnTo>
                  <a:lnTo>
                    <a:pt x="973066" y="931350"/>
                  </a:lnTo>
                  <a:lnTo>
                    <a:pt x="995673" y="949575"/>
                  </a:lnTo>
                  <a:lnTo>
                    <a:pt x="997577" y="955828"/>
                  </a:lnTo>
                  <a:lnTo>
                    <a:pt x="1005445" y="964846"/>
                  </a:lnTo>
                  <a:lnTo>
                    <a:pt x="1019914" y="978708"/>
                  </a:lnTo>
                  <a:lnTo>
                    <a:pt x="1028102" y="990660"/>
                  </a:lnTo>
                  <a:lnTo>
                    <a:pt x="1030007" y="1000702"/>
                  </a:lnTo>
                  <a:lnTo>
                    <a:pt x="1037399" y="1016587"/>
                  </a:lnTo>
                  <a:lnTo>
                    <a:pt x="1050268" y="1038310"/>
                  </a:lnTo>
                  <a:lnTo>
                    <a:pt x="1056002" y="1050022"/>
                  </a:lnTo>
                  <a:lnTo>
                    <a:pt x="1054602" y="1051712"/>
                  </a:lnTo>
                  <a:lnTo>
                    <a:pt x="1055614" y="1057826"/>
                  </a:lnTo>
                  <a:lnTo>
                    <a:pt x="1059048" y="1068360"/>
                  </a:lnTo>
                  <a:lnTo>
                    <a:pt x="1065428" y="1077280"/>
                  </a:lnTo>
                  <a:lnTo>
                    <a:pt x="1074758" y="1084588"/>
                  </a:lnTo>
                  <a:lnTo>
                    <a:pt x="1084193" y="1097708"/>
                  </a:lnTo>
                  <a:lnTo>
                    <a:pt x="1093732" y="1116645"/>
                  </a:lnTo>
                  <a:lnTo>
                    <a:pt x="1105287" y="1131050"/>
                  </a:lnTo>
                  <a:lnTo>
                    <a:pt x="1118852" y="1140913"/>
                  </a:lnTo>
                  <a:lnTo>
                    <a:pt x="1126532" y="1150095"/>
                  </a:lnTo>
                  <a:lnTo>
                    <a:pt x="1128328" y="1158585"/>
                  </a:lnTo>
                  <a:lnTo>
                    <a:pt x="1128195" y="1165857"/>
                  </a:lnTo>
                  <a:lnTo>
                    <a:pt x="1126128" y="1171910"/>
                  </a:lnTo>
                  <a:lnTo>
                    <a:pt x="1127003" y="1177661"/>
                  </a:lnTo>
                  <a:lnTo>
                    <a:pt x="1130816" y="1183094"/>
                  </a:lnTo>
                  <a:lnTo>
                    <a:pt x="1132087" y="1189761"/>
                  </a:lnTo>
                  <a:lnTo>
                    <a:pt x="1130595" y="1199035"/>
                  </a:lnTo>
                  <a:lnTo>
                    <a:pt x="1130699" y="1201662"/>
                  </a:lnTo>
                  <a:lnTo>
                    <a:pt x="1131803" y="1203757"/>
                  </a:lnTo>
                  <a:lnTo>
                    <a:pt x="1143847" y="1219693"/>
                  </a:lnTo>
                  <a:lnTo>
                    <a:pt x="1150035" y="1232572"/>
                  </a:lnTo>
                  <a:lnTo>
                    <a:pt x="1154948" y="1253128"/>
                  </a:lnTo>
                  <a:lnTo>
                    <a:pt x="1154973" y="1253312"/>
                  </a:lnTo>
                  <a:lnTo>
                    <a:pt x="1160461" y="1265607"/>
                  </a:lnTo>
                  <a:lnTo>
                    <a:pt x="1168354" y="1270636"/>
                  </a:lnTo>
                  <a:lnTo>
                    <a:pt x="1180481" y="1272495"/>
                  </a:lnTo>
                  <a:lnTo>
                    <a:pt x="1189695" y="1276776"/>
                  </a:lnTo>
                  <a:lnTo>
                    <a:pt x="1195995" y="1283484"/>
                  </a:lnTo>
                  <a:lnTo>
                    <a:pt x="1203942" y="1287535"/>
                  </a:lnTo>
                  <a:lnTo>
                    <a:pt x="1213535" y="1288928"/>
                  </a:lnTo>
                  <a:lnTo>
                    <a:pt x="1222732" y="1293352"/>
                  </a:lnTo>
                  <a:lnTo>
                    <a:pt x="1231529" y="1300819"/>
                  </a:lnTo>
                  <a:lnTo>
                    <a:pt x="1247936" y="1305719"/>
                  </a:lnTo>
                  <a:lnTo>
                    <a:pt x="1271951" y="1308070"/>
                  </a:lnTo>
                  <a:lnTo>
                    <a:pt x="1290229" y="1314138"/>
                  </a:lnTo>
                  <a:lnTo>
                    <a:pt x="1302772" y="1323929"/>
                  </a:lnTo>
                  <a:lnTo>
                    <a:pt x="1308290" y="1325921"/>
                  </a:lnTo>
                  <a:lnTo>
                    <a:pt x="1309781" y="1326060"/>
                  </a:lnTo>
                  <a:lnTo>
                    <a:pt x="1310498" y="1324564"/>
                  </a:lnTo>
                  <a:lnTo>
                    <a:pt x="1311444" y="1321794"/>
                  </a:lnTo>
                  <a:lnTo>
                    <a:pt x="1316299" y="1318604"/>
                  </a:lnTo>
                  <a:lnTo>
                    <a:pt x="1327867" y="1316519"/>
                  </a:lnTo>
                  <a:lnTo>
                    <a:pt x="1326313" y="1338181"/>
                  </a:lnTo>
                  <a:lnTo>
                    <a:pt x="1321154" y="1355956"/>
                  </a:lnTo>
                  <a:lnTo>
                    <a:pt x="1304156" y="1392908"/>
                  </a:lnTo>
                  <a:lnTo>
                    <a:pt x="1297071" y="1415829"/>
                  </a:lnTo>
                  <a:lnTo>
                    <a:pt x="1283365" y="1481331"/>
                  </a:lnTo>
                  <a:lnTo>
                    <a:pt x="1279352" y="1522232"/>
                  </a:lnTo>
                  <a:lnTo>
                    <a:pt x="913624" y="1522232"/>
                  </a:lnTo>
                  <a:lnTo>
                    <a:pt x="913624" y="91423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08" name="ph3908"/>
            <p:cNvSpPr/>
            <p:nvPr/>
          </p:nvSpPr>
          <p:spPr>
            <a:xfrm>
              <a:off x="5462117" y="834414"/>
              <a:ext cx="1633392" cy="1964778"/>
            </a:xfrm>
            <a:custGeom>
              <a:avLst/>
              <a:gdLst/>
              <a:ahLst/>
              <a:cxnLst/>
              <a:rect l="0" t="0" r="0" b="0"/>
              <a:pathLst>
                <a:path w="1225044" h="1473583">
                  <a:moveTo>
                    <a:pt x="1217634" y="914400"/>
                  </a:moveTo>
                  <a:lnTo>
                    <a:pt x="1205437" y="922972"/>
                  </a:lnTo>
                  <a:lnTo>
                    <a:pt x="1192452" y="936501"/>
                  </a:lnTo>
                  <a:lnTo>
                    <a:pt x="1161985" y="946733"/>
                  </a:lnTo>
                  <a:lnTo>
                    <a:pt x="1150675" y="949334"/>
                  </a:lnTo>
                  <a:lnTo>
                    <a:pt x="1140236" y="947947"/>
                  </a:lnTo>
                  <a:lnTo>
                    <a:pt x="1127531" y="956273"/>
                  </a:lnTo>
                  <a:lnTo>
                    <a:pt x="1112495" y="961363"/>
                  </a:lnTo>
                  <a:lnTo>
                    <a:pt x="1108057" y="969106"/>
                  </a:lnTo>
                  <a:lnTo>
                    <a:pt x="1071915" y="989846"/>
                  </a:lnTo>
                  <a:lnTo>
                    <a:pt x="1058042" y="992458"/>
                  </a:lnTo>
                  <a:lnTo>
                    <a:pt x="1046236" y="997983"/>
                  </a:lnTo>
                  <a:lnTo>
                    <a:pt x="1042744" y="1007365"/>
                  </a:lnTo>
                  <a:lnTo>
                    <a:pt x="1032205" y="1013023"/>
                  </a:lnTo>
                  <a:lnTo>
                    <a:pt x="1029280" y="1017356"/>
                  </a:lnTo>
                  <a:lnTo>
                    <a:pt x="1020416" y="1030480"/>
                  </a:lnTo>
                  <a:lnTo>
                    <a:pt x="1003939" y="1047431"/>
                  </a:lnTo>
                  <a:lnTo>
                    <a:pt x="983861" y="1050268"/>
                  </a:lnTo>
                  <a:lnTo>
                    <a:pt x="976523" y="1056167"/>
                  </a:lnTo>
                  <a:lnTo>
                    <a:pt x="968026" y="1065687"/>
                  </a:lnTo>
                  <a:lnTo>
                    <a:pt x="956041" y="1072221"/>
                  </a:lnTo>
                  <a:lnTo>
                    <a:pt x="932380" y="1069159"/>
                  </a:lnTo>
                  <a:lnTo>
                    <a:pt x="938134" y="1073163"/>
                  </a:lnTo>
                  <a:lnTo>
                    <a:pt x="959304" y="1079406"/>
                  </a:lnTo>
                  <a:lnTo>
                    <a:pt x="961504" y="1088659"/>
                  </a:lnTo>
                  <a:lnTo>
                    <a:pt x="950899" y="1090871"/>
                  </a:lnTo>
                  <a:lnTo>
                    <a:pt x="928692" y="1103208"/>
                  </a:lnTo>
                  <a:lnTo>
                    <a:pt x="898771" y="1124449"/>
                  </a:lnTo>
                  <a:lnTo>
                    <a:pt x="894199" y="1124951"/>
                  </a:lnTo>
                  <a:lnTo>
                    <a:pt x="886161" y="1124444"/>
                  </a:lnTo>
                  <a:lnTo>
                    <a:pt x="874255" y="1127988"/>
                  </a:lnTo>
                  <a:lnTo>
                    <a:pt x="858616" y="1135408"/>
                  </a:lnTo>
                  <a:lnTo>
                    <a:pt x="839680" y="1148738"/>
                  </a:lnTo>
                  <a:lnTo>
                    <a:pt x="806338" y="1177599"/>
                  </a:lnTo>
                  <a:lnTo>
                    <a:pt x="804000" y="1180646"/>
                  </a:lnTo>
                  <a:lnTo>
                    <a:pt x="799170" y="1185998"/>
                  </a:lnTo>
                  <a:lnTo>
                    <a:pt x="786856" y="1191702"/>
                  </a:lnTo>
                  <a:lnTo>
                    <a:pt x="775679" y="1197852"/>
                  </a:lnTo>
                  <a:lnTo>
                    <a:pt x="772725" y="1204325"/>
                  </a:lnTo>
                  <a:lnTo>
                    <a:pt x="767370" y="1207275"/>
                  </a:lnTo>
                  <a:lnTo>
                    <a:pt x="748930" y="1223687"/>
                  </a:lnTo>
                  <a:lnTo>
                    <a:pt x="738558" y="1237668"/>
                  </a:lnTo>
                  <a:lnTo>
                    <a:pt x="729140" y="1252298"/>
                  </a:lnTo>
                  <a:lnTo>
                    <a:pt x="718601" y="1268659"/>
                  </a:lnTo>
                  <a:lnTo>
                    <a:pt x="696977" y="1268864"/>
                  </a:lnTo>
                  <a:lnTo>
                    <a:pt x="680475" y="1268798"/>
                  </a:lnTo>
                  <a:lnTo>
                    <a:pt x="652326" y="1268680"/>
                  </a:lnTo>
                  <a:lnTo>
                    <a:pt x="628197" y="1268583"/>
                  </a:lnTo>
                  <a:lnTo>
                    <a:pt x="599560" y="1268465"/>
                  </a:lnTo>
                  <a:lnTo>
                    <a:pt x="578782" y="1268378"/>
                  </a:lnTo>
                  <a:lnTo>
                    <a:pt x="556409" y="1269064"/>
                  </a:lnTo>
                  <a:lnTo>
                    <a:pt x="545728" y="1273427"/>
                  </a:lnTo>
                  <a:lnTo>
                    <a:pt x="532335" y="1279321"/>
                  </a:lnTo>
                  <a:lnTo>
                    <a:pt x="517878" y="1285676"/>
                  </a:lnTo>
                  <a:lnTo>
                    <a:pt x="525459" y="1299851"/>
                  </a:lnTo>
                  <a:lnTo>
                    <a:pt x="527492" y="1305443"/>
                  </a:lnTo>
                  <a:lnTo>
                    <a:pt x="526909" y="1323479"/>
                  </a:lnTo>
                  <a:lnTo>
                    <a:pt x="528451" y="1325450"/>
                  </a:lnTo>
                  <a:lnTo>
                    <a:pt x="530068" y="1328129"/>
                  </a:lnTo>
                  <a:lnTo>
                    <a:pt x="530313" y="1332789"/>
                  </a:lnTo>
                  <a:lnTo>
                    <a:pt x="531551" y="1334919"/>
                  </a:lnTo>
                  <a:lnTo>
                    <a:pt x="534189" y="1336639"/>
                  </a:lnTo>
                  <a:lnTo>
                    <a:pt x="537156" y="1338662"/>
                  </a:lnTo>
                  <a:lnTo>
                    <a:pt x="539302" y="1341402"/>
                  </a:lnTo>
                  <a:lnTo>
                    <a:pt x="539794" y="1344137"/>
                  </a:lnTo>
                  <a:lnTo>
                    <a:pt x="537731" y="1348899"/>
                  </a:lnTo>
                  <a:lnTo>
                    <a:pt x="529413" y="1355336"/>
                  </a:lnTo>
                  <a:lnTo>
                    <a:pt x="517720" y="1360979"/>
                  </a:lnTo>
                  <a:lnTo>
                    <a:pt x="494463" y="1371160"/>
                  </a:lnTo>
                  <a:lnTo>
                    <a:pt x="467513" y="1382958"/>
                  </a:lnTo>
                  <a:lnTo>
                    <a:pt x="444152" y="1393185"/>
                  </a:lnTo>
                  <a:lnTo>
                    <a:pt x="426075" y="1401096"/>
                  </a:lnTo>
                  <a:lnTo>
                    <a:pt x="388945" y="1408046"/>
                  </a:lnTo>
                  <a:lnTo>
                    <a:pt x="359449" y="1413561"/>
                  </a:lnTo>
                  <a:lnTo>
                    <a:pt x="338163" y="1417545"/>
                  </a:lnTo>
                  <a:lnTo>
                    <a:pt x="318560" y="1428632"/>
                  </a:lnTo>
                  <a:lnTo>
                    <a:pt x="296916" y="1440865"/>
                  </a:lnTo>
                  <a:lnTo>
                    <a:pt x="278717" y="1451153"/>
                  </a:lnTo>
                  <a:lnTo>
                    <a:pt x="258306" y="1462691"/>
                  </a:lnTo>
                  <a:lnTo>
                    <a:pt x="239041" y="1473583"/>
                  </a:lnTo>
                  <a:lnTo>
                    <a:pt x="217622" y="1473547"/>
                  </a:lnTo>
                  <a:lnTo>
                    <a:pt x="202586" y="1465384"/>
                  </a:lnTo>
                  <a:lnTo>
                    <a:pt x="188610" y="1457002"/>
                  </a:lnTo>
                  <a:lnTo>
                    <a:pt x="179054" y="1442013"/>
                  </a:lnTo>
                  <a:lnTo>
                    <a:pt x="178396" y="1424596"/>
                  </a:lnTo>
                  <a:lnTo>
                    <a:pt x="181821" y="1413192"/>
                  </a:lnTo>
                  <a:lnTo>
                    <a:pt x="184926" y="1407989"/>
                  </a:lnTo>
                  <a:lnTo>
                    <a:pt x="190851" y="1404691"/>
                  </a:lnTo>
                  <a:lnTo>
                    <a:pt x="202453" y="1399084"/>
                  </a:lnTo>
                  <a:lnTo>
                    <a:pt x="213000" y="1387731"/>
                  </a:lnTo>
                  <a:lnTo>
                    <a:pt x="221456" y="1380956"/>
                  </a:lnTo>
                  <a:lnTo>
                    <a:pt x="229973" y="1373966"/>
                  </a:lnTo>
                  <a:lnTo>
                    <a:pt x="234837" y="1361927"/>
                  </a:lnTo>
                  <a:lnTo>
                    <a:pt x="240904" y="1332783"/>
                  </a:lnTo>
                  <a:lnTo>
                    <a:pt x="241675" y="1326987"/>
                  </a:lnTo>
                  <a:lnTo>
                    <a:pt x="250501" y="1307000"/>
                  </a:lnTo>
                  <a:lnTo>
                    <a:pt x="260265" y="1284888"/>
                  </a:lnTo>
                  <a:lnTo>
                    <a:pt x="264749" y="1274733"/>
                  </a:lnTo>
                  <a:lnTo>
                    <a:pt x="259736" y="1248375"/>
                  </a:lnTo>
                  <a:lnTo>
                    <a:pt x="255964" y="1228122"/>
                  </a:lnTo>
                  <a:lnTo>
                    <a:pt x="252510" y="1209569"/>
                  </a:lnTo>
                  <a:lnTo>
                    <a:pt x="248622" y="1188666"/>
                  </a:lnTo>
                  <a:lnTo>
                    <a:pt x="245084" y="1169636"/>
                  </a:lnTo>
                  <a:lnTo>
                    <a:pt x="241746" y="1151708"/>
                  </a:lnTo>
                  <a:lnTo>
                    <a:pt x="238399" y="1133713"/>
                  </a:lnTo>
                  <a:lnTo>
                    <a:pt x="235116" y="1116071"/>
                  </a:lnTo>
                  <a:lnTo>
                    <a:pt x="232540" y="1103418"/>
                  </a:lnTo>
                  <a:lnTo>
                    <a:pt x="229482" y="1088424"/>
                  </a:lnTo>
                  <a:lnTo>
                    <a:pt x="211617" y="1077900"/>
                  </a:lnTo>
                  <a:lnTo>
                    <a:pt x="198052" y="1070531"/>
                  </a:lnTo>
                  <a:lnTo>
                    <a:pt x="175866" y="1058492"/>
                  </a:lnTo>
                  <a:lnTo>
                    <a:pt x="157260" y="1048393"/>
                  </a:lnTo>
                  <a:lnTo>
                    <a:pt x="140586" y="1039155"/>
                  </a:lnTo>
                  <a:lnTo>
                    <a:pt x="151100" y="1020536"/>
                  </a:lnTo>
                  <a:lnTo>
                    <a:pt x="150192" y="1017489"/>
                  </a:lnTo>
                  <a:lnTo>
                    <a:pt x="146383" y="1013822"/>
                  </a:lnTo>
                  <a:lnTo>
                    <a:pt x="138599" y="1007723"/>
                  </a:lnTo>
                  <a:lnTo>
                    <a:pt x="134048" y="1007103"/>
                  </a:lnTo>
                  <a:lnTo>
                    <a:pt x="126035" y="1008537"/>
                  </a:lnTo>
                  <a:lnTo>
                    <a:pt x="113245" y="1012332"/>
                  </a:lnTo>
                  <a:lnTo>
                    <a:pt x="107720" y="1011072"/>
                  </a:lnTo>
                  <a:lnTo>
                    <a:pt x="103331" y="1004558"/>
                  </a:lnTo>
                  <a:lnTo>
                    <a:pt x="98281" y="996221"/>
                  </a:lnTo>
                  <a:lnTo>
                    <a:pt x="96626" y="989708"/>
                  </a:lnTo>
                  <a:lnTo>
                    <a:pt x="95993" y="981089"/>
                  </a:lnTo>
                  <a:lnTo>
                    <a:pt x="92980" y="973331"/>
                  </a:lnTo>
                  <a:lnTo>
                    <a:pt x="94889" y="969260"/>
                  </a:lnTo>
                  <a:lnTo>
                    <a:pt x="95310" y="967232"/>
                  </a:lnTo>
                  <a:lnTo>
                    <a:pt x="95139" y="964682"/>
                  </a:lnTo>
                  <a:lnTo>
                    <a:pt x="93068" y="963053"/>
                  </a:lnTo>
                  <a:lnTo>
                    <a:pt x="89421" y="962342"/>
                  </a:lnTo>
                  <a:lnTo>
                    <a:pt x="77086" y="965598"/>
                  </a:lnTo>
                  <a:lnTo>
                    <a:pt x="71540" y="965901"/>
                  </a:lnTo>
                  <a:lnTo>
                    <a:pt x="68231" y="967734"/>
                  </a:lnTo>
                  <a:lnTo>
                    <a:pt x="63018" y="971539"/>
                  </a:lnTo>
                  <a:lnTo>
                    <a:pt x="57880" y="972010"/>
                  </a:lnTo>
                  <a:lnTo>
                    <a:pt x="49003" y="963002"/>
                  </a:lnTo>
                  <a:lnTo>
                    <a:pt x="39306" y="953139"/>
                  </a:lnTo>
                  <a:lnTo>
                    <a:pt x="35239" y="939553"/>
                  </a:lnTo>
                  <a:lnTo>
                    <a:pt x="31064" y="925599"/>
                  </a:lnTo>
                  <a:lnTo>
                    <a:pt x="14499" y="917206"/>
                  </a:lnTo>
                  <a:lnTo>
                    <a:pt x="0" y="909857"/>
                  </a:lnTo>
                  <a:lnTo>
                    <a:pt x="1225044" y="90985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09" name="ph3909"/>
            <p:cNvSpPr/>
            <p:nvPr/>
          </p:nvSpPr>
          <p:spPr>
            <a:xfrm>
              <a:off x="6299037" y="1089572"/>
              <a:ext cx="1466244" cy="1235239"/>
            </a:xfrm>
            <a:custGeom>
              <a:avLst/>
              <a:gdLst/>
              <a:ahLst/>
              <a:cxnLst/>
              <a:rect l="0" t="0" r="0" b="0"/>
              <a:pathLst>
                <a:path w="1099683" h="926429">
                  <a:moveTo>
                    <a:pt x="914400" y="914399"/>
                  </a:moveTo>
                  <a:lnTo>
                    <a:pt x="910795" y="913293"/>
                  </a:lnTo>
                  <a:lnTo>
                    <a:pt x="907690" y="912428"/>
                  </a:lnTo>
                  <a:lnTo>
                    <a:pt x="905890" y="913903"/>
                  </a:lnTo>
                  <a:lnTo>
                    <a:pt x="904186" y="915874"/>
                  </a:lnTo>
                  <a:lnTo>
                    <a:pt x="902085" y="917354"/>
                  </a:lnTo>
                  <a:lnTo>
                    <a:pt x="897676" y="915260"/>
                  </a:lnTo>
                  <a:lnTo>
                    <a:pt x="894872" y="911445"/>
                  </a:lnTo>
                  <a:lnTo>
                    <a:pt x="890367" y="907512"/>
                  </a:lnTo>
                  <a:lnTo>
                    <a:pt x="888663" y="904552"/>
                  </a:lnTo>
                  <a:lnTo>
                    <a:pt x="889567" y="901111"/>
                  </a:lnTo>
                  <a:lnTo>
                    <a:pt x="891567" y="897787"/>
                  </a:lnTo>
                  <a:lnTo>
                    <a:pt x="892472" y="893849"/>
                  </a:lnTo>
                  <a:lnTo>
                    <a:pt x="890267" y="889307"/>
                  </a:lnTo>
                  <a:lnTo>
                    <a:pt x="888263" y="886721"/>
                  </a:lnTo>
                  <a:lnTo>
                    <a:pt x="886862" y="883766"/>
                  </a:lnTo>
                  <a:lnTo>
                    <a:pt x="887363" y="880939"/>
                  </a:lnTo>
                  <a:lnTo>
                    <a:pt x="890167" y="879582"/>
                  </a:lnTo>
                  <a:lnTo>
                    <a:pt x="892772" y="877857"/>
                  </a:lnTo>
                  <a:lnTo>
                    <a:pt x="893672" y="874170"/>
                  </a:lnTo>
                  <a:lnTo>
                    <a:pt x="892067" y="870232"/>
                  </a:lnTo>
                  <a:lnTo>
                    <a:pt x="887463" y="868629"/>
                  </a:lnTo>
                  <a:lnTo>
                    <a:pt x="883658" y="869243"/>
                  </a:lnTo>
                  <a:lnTo>
                    <a:pt x="878149" y="868383"/>
                  </a:lnTo>
                  <a:lnTo>
                    <a:pt x="872844" y="865925"/>
                  </a:lnTo>
                  <a:lnTo>
                    <a:pt x="869339" y="863093"/>
                  </a:lnTo>
                  <a:lnTo>
                    <a:pt x="866635" y="861490"/>
                  </a:lnTo>
                  <a:lnTo>
                    <a:pt x="864530" y="861490"/>
                  </a:lnTo>
                  <a:lnTo>
                    <a:pt x="862026" y="859892"/>
                  </a:lnTo>
                  <a:lnTo>
                    <a:pt x="860526" y="857184"/>
                  </a:lnTo>
                  <a:lnTo>
                    <a:pt x="860726" y="852754"/>
                  </a:lnTo>
                  <a:lnTo>
                    <a:pt x="861426" y="850050"/>
                  </a:lnTo>
                  <a:lnTo>
                    <a:pt x="862826" y="847710"/>
                  </a:lnTo>
                  <a:lnTo>
                    <a:pt x="862926" y="845124"/>
                  </a:lnTo>
                  <a:lnTo>
                    <a:pt x="862326" y="843275"/>
                  </a:lnTo>
                  <a:lnTo>
                    <a:pt x="862230" y="841805"/>
                  </a:lnTo>
                  <a:lnTo>
                    <a:pt x="862626" y="839957"/>
                  </a:lnTo>
                  <a:lnTo>
                    <a:pt x="863530" y="836265"/>
                  </a:lnTo>
                  <a:lnTo>
                    <a:pt x="862026" y="833561"/>
                  </a:lnTo>
                  <a:lnTo>
                    <a:pt x="861872" y="824189"/>
                  </a:lnTo>
                  <a:lnTo>
                    <a:pt x="861576" y="806655"/>
                  </a:lnTo>
                  <a:lnTo>
                    <a:pt x="861355" y="793223"/>
                  </a:lnTo>
                  <a:lnTo>
                    <a:pt x="861076" y="776340"/>
                  </a:lnTo>
                  <a:lnTo>
                    <a:pt x="860913" y="764044"/>
                  </a:lnTo>
                  <a:lnTo>
                    <a:pt x="860688" y="746818"/>
                  </a:lnTo>
                  <a:lnTo>
                    <a:pt x="860476" y="730472"/>
                  </a:lnTo>
                  <a:lnTo>
                    <a:pt x="860213" y="718489"/>
                  </a:lnTo>
                  <a:lnTo>
                    <a:pt x="1083159" y="718489"/>
                  </a:lnTo>
                  <a:lnTo>
                    <a:pt x="1083289" y="718535"/>
                  </a:lnTo>
                  <a:lnTo>
                    <a:pt x="1083432" y="718489"/>
                  </a:lnTo>
                  <a:lnTo>
                    <a:pt x="1099683" y="718489"/>
                  </a:lnTo>
                  <a:lnTo>
                    <a:pt x="1099683" y="873327"/>
                  </a:lnTo>
                  <a:lnTo>
                    <a:pt x="1094794" y="876407"/>
                  </a:lnTo>
                  <a:lnTo>
                    <a:pt x="1075588" y="883869"/>
                  </a:lnTo>
                  <a:lnTo>
                    <a:pt x="1053168" y="898110"/>
                  </a:lnTo>
                  <a:lnTo>
                    <a:pt x="1024197" y="910108"/>
                  </a:lnTo>
                  <a:lnTo>
                    <a:pt x="1018126" y="910154"/>
                  </a:lnTo>
                  <a:lnTo>
                    <a:pt x="1004970" y="900281"/>
                  </a:lnTo>
                  <a:lnTo>
                    <a:pt x="1008650" y="895785"/>
                  </a:lnTo>
                  <a:lnTo>
                    <a:pt x="1012071" y="889691"/>
                  </a:lnTo>
                  <a:lnTo>
                    <a:pt x="1008800" y="891448"/>
                  </a:lnTo>
                  <a:lnTo>
                    <a:pt x="1006678" y="894090"/>
                  </a:lnTo>
                  <a:lnTo>
                    <a:pt x="998744" y="898330"/>
                  </a:lnTo>
                  <a:lnTo>
                    <a:pt x="1005178" y="906539"/>
                  </a:lnTo>
                  <a:lnTo>
                    <a:pt x="1002070" y="909617"/>
                  </a:lnTo>
                  <a:lnTo>
                    <a:pt x="992868" y="913662"/>
                  </a:lnTo>
                  <a:lnTo>
                    <a:pt x="984300" y="919515"/>
                  </a:lnTo>
                  <a:lnTo>
                    <a:pt x="976799" y="923428"/>
                  </a:lnTo>
                  <a:lnTo>
                    <a:pt x="970732" y="918450"/>
                  </a:lnTo>
                  <a:lnTo>
                    <a:pt x="953984" y="924739"/>
                  </a:lnTo>
                  <a:lnTo>
                    <a:pt x="939878" y="926429"/>
                  </a:lnTo>
                  <a:lnTo>
                    <a:pt x="936827" y="923243"/>
                  </a:lnTo>
                  <a:lnTo>
                    <a:pt x="935932" y="918215"/>
                  </a:lnTo>
                  <a:lnTo>
                    <a:pt x="930993" y="917001"/>
                  </a:lnTo>
                  <a:lnTo>
                    <a:pt x="921817" y="918389"/>
                  </a:lnTo>
                  <a:lnTo>
                    <a:pt x="918338" y="91571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10" name="ph3910"/>
            <p:cNvSpPr/>
            <p:nvPr/>
          </p:nvSpPr>
          <p:spPr>
            <a:xfrm>
              <a:off x="6009260" y="836066"/>
              <a:ext cx="1225564" cy="1497614"/>
            </a:xfrm>
            <a:custGeom>
              <a:avLst/>
              <a:gdLst/>
              <a:ahLst/>
              <a:cxnLst/>
              <a:rect l="0" t="0" r="0" b="0"/>
              <a:pathLst>
                <a:path w="919173" h="1123210">
                  <a:moveTo>
                    <a:pt x="914400" y="914400"/>
                  </a:moveTo>
                  <a:lnTo>
                    <a:pt x="901239" y="930336"/>
                  </a:lnTo>
                  <a:lnTo>
                    <a:pt x="889634" y="944388"/>
                  </a:lnTo>
                  <a:lnTo>
                    <a:pt x="887029" y="958808"/>
                  </a:lnTo>
                  <a:lnTo>
                    <a:pt x="884558" y="972481"/>
                  </a:lnTo>
                  <a:lnTo>
                    <a:pt x="874957" y="982887"/>
                  </a:lnTo>
                  <a:lnTo>
                    <a:pt x="869102" y="992427"/>
                  </a:lnTo>
                  <a:lnTo>
                    <a:pt x="866489" y="1003007"/>
                  </a:lnTo>
                  <a:lnTo>
                    <a:pt x="864305" y="1012721"/>
                  </a:lnTo>
                  <a:lnTo>
                    <a:pt x="864139" y="1020853"/>
                  </a:lnTo>
                  <a:lnTo>
                    <a:pt x="865785" y="1025119"/>
                  </a:lnTo>
                  <a:lnTo>
                    <a:pt x="865010" y="1028586"/>
                  </a:lnTo>
                  <a:lnTo>
                    <a:pt x="861834" y="1032575"/>
                  </a:lnTo>
                  <a:lnTo>
                    <a:pt x="855483" y="1039514"/>
                  </a:lnTo>
                  <a:lnTo>
                    <a:pt x="854354" y="1046191"/>
                  </a:lnTo>
                  <a:lnTo>
                    <a:pt x="850470" y="1049484"/>
                  </a:lnTo>
                  <a:lnTo>
                    <a:pt x="839394" y="1056075"/>
                  </a:lnTo>
                  <a:lnTo>
                    <a:pt x="830359" y="1065789"/>
                  </a:lnTo>
                  <a:lnTo>
                    <a:pt x="829917" y="1071289"/>
                  </a:lnTo>
                  <a:lnTo>
                    <a:pt x="831222" y="1075857"/>
                  </a:lnTo>
                  <a:lnTo>
                    <a:pt x="831422" y="1078694"/>
                  </a:lnTo>
                  <a:lnTo>
                    <a:pt x="829617" y="1080671"/>
                  </a:lnTo>
                  <a:lnTo>
                    <a:pt x="826000" y="1080542"/>
                  </a:lnTo>
                  <a:lnTo>
                    <a:pt x="822087" y="1081162"/>
                  </a:lnTo>
                  <a:lnTo>
                    <a:pt x="818791" y="1085213"/>
                  </a:lnTo>
                  <a:lnTo>
                    <a:pt x="818874" y="1091030"/>
                  </a:lnTo>
                  <a:lnTo>
                    <a:pt x="816466" y="1095224"/>
                  </a:lnTo>
                  <a:lnTo>
                    <a:pt x="813653" y="1096090"/>
                  </a:lnTo>
                  <a:lnTo>
                    <a:pt x="811244" y="1093125"/>
                  </a:lnTo>
                  <a:lnTo>
                    <a:pt x="808348" y="1088680"/>
                  </a:lnTo>
                  <a:lnTo>
                    <a:pt x="804956" y="1088244"/>
                  </a:lnTo>
                  <a:lnTo>
                    <a:pt x="799805" y="1091194"/>
                  </a:lnTo>
                  <a:lnTo>
                    <a:pt x="793454" y="1096049"/>
                  </a:lnTo>
                  <a:lnTo>
                    <a:pt x="787741" y="1096310"/>
                  </a:lnTo>
                  <a:lnTo>
                    <a:pt x="777015" y="1093191"/>
                  </a:lnTo>
                  <a:lnTo>
                    <a:pt x="769184" y="1102603"/>
                  </a:lnTo>
                  <a:lnTo>
                    <a:pt x="760779" y="1122821"/>
                  </a:lnTo>
                  <a:lnTo>
                    <a:pt x="725266" y="1122872"/>
                  </a:lnTo>
                  <a:lnTo>
                    <a:pt x="689753" y="1122923"/>
                  </a:lnTo>
                  <a:lnTo>
                    <a:pt x="654236" y="1122974"/>
                  </a:lnTo>
                  <a:lnTo>
                    <a:pt x="618723" y="1123026"/>
                  </a:lnTo>
                  <a:lnTo>
                    <a:pt x="583210" y="1123072"/>
                  </a:lnTo>
                  <a:lnTo>
                    <a:pt x="547696" y="1123123"/>
                  </a:lnTo>
                  <a:lnTo>
                    <a:pt x="512183" y="1123174"/>
                  </a:lnTo>
                  <a:lnTo>
                    <a:pt x="492310" y="1123205"/>
                  </a:lnTo>
                  <a:lnTo>
                    <a:pt x="488414" y="1123210"/>
                  </a:lnTo>
                  <a:lnTo>
                    <a:pt x="500582" y="1119251"/>
                  </a:lnTo>
                  <a:lnTo>
                    <a:pt x="525952" y="1103868"/>
                  </a:lnTo>
                  <a:lnTo>
                    <a:pt x="544663" y="1098297"/>
                  </a:lnTo>
                  <a:lnTo>
                    <a:pt x="568999" y="1082140"/>
                  </a:lnTo>
                  <a:lnTo>
                    <a:pt x="586627" y="1079032"/>
                  </a:lnTo>
                  <a:lnTo>
                    <a:pt x="589981" y="1075478"/>
                  </a:lnTo>
                  <a:lnTo>
                    <a:pt x="592936" y="1062076"/>
                  </a:lnTo>
                  <a:lnTo>
                    <a:pt x="594549" y="1057299"/>
                  </a:lnTo>
                  <a:lnTo>
                    <a:pt x="602779" y="1044138"/>
                  </a:lnTo>
                  <a:lnTo>
                    <a:pt x="612663" y="1033036"/>
                  </a:lnTo>
                  <a:lnTo>
                    <a:pt x="620640" y="1017683"/>
                  </a:lnTo>
                  <a:lnTo>
                    <a:pt x="635116" y="1007872"/>
                  </a:lnTo>
                  <a:lnTo>
                    <a:pt x="657007" y="999668"/>
                  </a:lnTo>
                  <a:lnTo>
                    <a:pt x="677255" y="981750"/>
                  </a:lnTo>
                  <a:lnTo>
                    <a:pt x="688353" y="976286"/>
                  </a:lnTo>
                  <a:lnTo>
                    <a:pt x="699108" y="972373"/>
                  </a:lnTo>
                  <a:lnTo>
                    <a:pt x="703626" y="965091"/>
                  </a:lnTo>
                  <a:lnTo>
                    <a:pt x="710276" y="960928"/>
                  </a:lnTo>
                  <a:lnTo>
                    <a:pt x="728058" y="952463"/>
                  </a:lnTo>
                  <a:lnTo>
                    <a:pt x="747656" y="950174"/>
                  </a:lnTo>
                  <a:lnTo>
                    <a:pt x="767463" y="943148"/>
                  </a:lnTo>
                  <a:lnTo>
                    <a:pt x="782657" y="939425"/>
                  </a:lnTo>
                  <a:lnTo>
                    <a:pt x="791975" y="932835"/>
                  </a:lnTo>
                  <a:lnTo>
                    <a:pt x="805522" y="929363"/>
                  </a:lnTo>
                  <a:lnTo>
                    <a:pt x="845957" y="910451"/>
                  </a:lnTo>
                  <a:lnTo>
                    <a:pt x="848279" y="908618"/>
                  </a:lnTo>
                  <a:lnTo>
                    <a:pt x="919173" y="90861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11" name="ph3911"/>
            <p:cNvSpPr/>
            <p:nvPr/>
          </p:nvSpPr>
          <p:spPr>
            <a:xfrm>
              <a:off x="6536203" y="1293002"/>
              <a:ext cx="1229079" cy="1248443"/>
            </a:xfrm>
            <a:custGeom>
              <a:avLst/>
              <a:gdLst/>
              <a:ahLst/>
              <a:cxnLst/>
              <a:rect l="0" t="0" r="0" b="0"/>
              <a:pathLst>
                <a:path w="921809" h="936332">
                  <a:moveTo>
                    <a:pt x="914400" y="914400"/>
                  </a:moveTo>
                  <a:lnTo>
                    <a:pt x="907124" y="913959"/>
                  </a:lnTo>
                  <a:lnTo>
                    <a:pt x="901760" y="914446"/>
                  </a:lnTo>
                  <a:lnTo>
                    <a:pt x="893680" y="920596"/>
                  </a:lnTo>
                  <a:lnTo>
                    <a:pt x="892426" y="933024"/>
                  </a:lnTo>
                  <a:lnTo>
                    <a:pt x="888859" y="931380"/>
                  </a:lnTo>
                  <a:lnTo>
                    <a:pt x="885237" y="931785"/>
                  </a:lnTo>
                  <a:lnTo>
                    <a:pt x="883366" y="935687"/>
                  </a:lnTo>
                  <a:lnTo>
                    <a:pt x="880699" y="936332"/>
                  </a:lnTo>
                  <a:lnTo>
                    <a:pt x="873636" y="932640"/>
                  </a:lnTo>
                  <a:lnTo>
                    <a:pt x="865318" y="934658"/>
                  </a:lnTo>
                  <a:lnTo>
                    <a:pt x="858813" y="931857"/>
                  </a:lnTo>
                  <a:lnTo>
                    <a:pt x="850520" y="913647"/>
                  </a:lnTo>
                  <a:lnTo>
                    <a:pt x="846115" y="907266"/>
                  </a:lnTo>
                  <a:lnTo>
                    <a:pt x="838306" y="905207"/>
                  </a:lnTo>
                  <a:lnTo>
                    <a:pt x="836281" y="909058"/>
                  </a:lnTo>
                  <a:lnTo>
                    <a:pt x="833251" y="912827"/>
                  </a:lnTo>
                  <a:lnTo>
                    <a:pt x="825734" y="905315"/>
                  </a:lnTo>
                  <a:lnTo>
                    <a:pt x="820033" y="877432"/>
                  </a:lnTo>
                  <a:lnTo>
                    <a:pt x="819987" y="870703"/>
                  </a:lnTo>
                  <a:lnTo>
                    <a:pt x="827967" y="847249"/>
                  </a:lnTo>
                  <a:lnTo>
                    <a:pt x="847728" y="826135"/>
                  </a:lnTo>
                  <a:lnTo>
                    <a:pt x="841419" y="825429"/>
                  </a:lnTo>
                  <a:lnTo>
                    <a:pt x="823971" y="840069"/>
                  </a:lnTo>
                  <a:lnTo>
                    <a:pt x="825771" y="836526"/>
                  </a:lnTo>
                  <a:lnTo>
                    <a:pt x="828730" y="832834"/>
                  </a:lnTo>
                  <a:lnTo>
                    <a:pt x="834614" y="826878"/>
                  </a:lnTo>
                  <a:lnTo>
                    <a:pt x="843544" y="821281"/>
                  </a:lnTo>
                  <a:lnTo>
                    <a:pt x="855437" y="818019"/>
                  </a:lnTo>
                  <a:lnTo>
                    <a:pt x="863618" y="817522"/>
                  </a:lnTo>
                  <a:lnTo>
                    <a:pt x="869256" y="814429"/>
                  </a:lnTo>
                  <a:lnTo>
                    <a:pt x="877428" y="808950"/>
                  </a:lnTo>
                  <a:lnTo>
                    <a:pt x="878945" y="806041"/>
                  </a:lnTo>
                  <a:lnTo>
                    <a:pt x="871698" y="809385"/>
                  </a:lnTo>
                  <a:lnTo>
                    <a:pt x="859659" y="812678"/>
                  </a:lnTo>
                  <a:lnTo>
                    <a:pt x="862747" y="808361"/>
                  </a:lnTo>
                  <a:lnTo>
                    <a:pt x="865760" y="806051"/>
                  </a:lnTo>
                  <a:lnTo>
                    <a:pt x="921809" y="773112"/>
                  </a:lnTo>
                  <a:lnTo>
                    <a:pt x="921809" y="90869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12" name="ph3912"/>
            <p:cNvSpPr/>
            <p:nvPr/>
          </p:nvSpPr>
          <p:spPr>
            <a:xfrm>
              <a:off x="6395405" y="1218872"/>
              <a:ext cx="1232145" cy="1219200"/>
            </a:xfrm>
            <a:custGeom>
              <a:avLst/>
              <a:gdLst/>
              <a:ahLst/>
              <a:cxnLst/>
              <a:rect l="0" t="0" r="0" b="0"/>
              <a:pathLst>
                <a:path w="924109" h="914400">
                  <a:moveTo>
                    <a:pt x="914400" y="914400"/>
                  </a:moveTo>
                  <a:lnTo>
                    <a:pt x="915441" y="910805"/>
                  </a:lnTo>
                  <a:lnTo>
                    <a:pt x="920684" y="901638"/>
                  </a:lnTo>
                  <a:lnTo>
                    <a:pt x="924109" y="900271"/>
                  </a:lnTo>
                  <a:lnTo>
                    <a:pt x="918696" y="91073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13" name="ph3913"/>
            <p:cNvSpPr/>
            <p:nvPr/>
          </p:nvSpPr>
          <p:spPr>
            <a:xfrm>
              <a:off x="6330208" y="1166911"/>
              <a:ext cx="1236457" cy="1219200"/>
            </a:xfrm>
            <a:custGeom>
              <a:avLst/>
              <a:gdLst/>
              <a:ahLst/>
              <a:cxnLst/>
              <a:rect l="0" t="0" r="0" b="0"/>
              <a:pathLst>
                <a:path w="927343" h="914400">
                  <a:moveTo>
                    <a:pt x="914400" y="914400"/>
                  </a:moveTo>
                  <a:lnTo>
                    <a:pt x="918867" y="900240"/>
                  </a:lnTo>
                  <a:lnTo>
                    <a:pt x="922501" y="895893"/>
                  </a:lnTo>
                  <a:lnTo>
                    <a:pt x="927343" y="897357"/>
                  </a:lnTo>
                  <a:lnTo>
                    <a:pt x="926664" y="905914"/>
                  </a:lnTo>
                  <a:lnTo>
                    <a:pt x="925884" y="90885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14" name="ph3914"/>
            <p:cNvSpPr/>
            <p:nvPr/>
          </p:nvSpPr>
          <p:spPr>
            <a:xfrm>
              <a:off x="5562505" y="1052216"/>
              <a:ext cx="1238257" cy="1220279"/>
            </a:xfrm>
            <a:custGeom>
              <a:avLst/>
              <a:gdLst/>
              <a:ahLst/>
              <a:cxnLst/>
              <a:rect l="0" t="0" r="0" b="0"/>
              <a:pathLst>
                <a:path w="928693" h="915209">
                  <a:moveTo>
                    <a:pt x="914400" y="914400"/>
                  </a:moveTo>
                  <a:lnTo>
                    <a:pt x="903152" y="912459"/>
                  </a:lnTo>
                  <a:lnTo>
                    <a:pt x="890788" y="915152"/>
                  </a:lnTo>
                  <a:lnTo>
                    <a:pt x="887346" y="915209"/>
                  </a:lnTo>
                  <a:lnTo>
                    <a:pt x="896530" y="907415"/>
                  </a:lnTo>
                  <a:lnTo>
                    <a:pt x="910653" y="902621"/>
                  </a:lnTo>
                  <a:lnTo>
                    <a:pt x="924734" y="887965"/>
                  </a:lnTo>
                  <a:lnTo>
                    <a:pt x="928693" y="887592"/>
                  </a:lnTo>
                  <a:lnTo>
                    <a:pt x="923334" y="904194"/>
                  </a:lnTo>
                  <a:lnTo>
                    <a:pt x="922242" y="910129"/>
                  </a:lnTo>
                  <a:lnTo>
                    <a:pt x="920975" y="91230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15" name="ph3915"/>
            <p:cNvSpPr/>
            <p:nvPr/>
          </p:nvSpPr>
          <p:spPr>
            <a:xfrm>
              <a:off x="5542892" y="1036028"/>
              <a:ext cx="1246915" cy="1219200"/>
            </a:xfrm>
            <a:custGeom>
              <a:avLst/>
              <a:gdLst/>
              <a:ahLst/>
              <a:cxnLst/>
              <a:rect l="0" t="0" r="0" b="0"/>
              <a:pathLst>
                <a:path w="935186" h="914400">
                  <a:moveTo>
                    <a:pt x="914400" y="914400"/>
                  </a:moveTo>
                  <a:lnTo>
                    <a:pt x="910832" y="913488"/>
                  </a:lnTo>
                  <a:lnTo>
                    <a:pt x="922188" y="903185"/>
                  </a:lnTo>
                  <a:lnTo>
                    <a:pt x="935186" y="900809"/>
                  </a:lnTo>
                  <a:lnTo>
                    <a:pt x="924693" y="91223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16" name="ph3916"/>
            <p:cNvSpPr/>
            <p:nvPr/>
          </p:nvSpPr>
          <p:spPr>
            <a:xfrm>
              <a:off x="5850049" y="854248"/>
              <a:ext cx="1252299" cy="1219200"/>
            </a:xfrm>
            <a:custGeom>
              <a:avLst/>
              <a:gdLst/>
              <a:ahLst/>
              <a:cxnLst/>
              <a:rect l="0" t="0" r="0" b="0"/>
              <a:pathLst>
                <a:path w="939224" h="914400">
                  <a:moveTo>
                    <a:pt x="914400" y="914400"/>
                  </a:moveTo>
                  <a:lnTo>
                    <a:pt x="916250" y="910759"/>
                  </a:lnTo>
                  <a:lnTo>
                    <a:pt x="926843" y="904270"/>
                  </a:lnTo>
                  <a:lnTo>
                    <a:pt x="934627" y="900634"/>
                  </a:lnTo>
                  <a:lnTo>
                    <a:pt x="939224" y="900711"/>
                  </a:lnTo>
                  <a:lnTo>
                    <a:pt x="931739" y="908664"/>
                  </a:lnTo>
                  <a:lnTo>
                    <a:pt x="922159" y="91354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17" name="ph3917"/>
            <p:cNvSpPr/>
            <p:nvPr/>
          </p:nvSpPr>
          <p:spPr>
            <a:xfrm>
              <a:off x="5105900" y="4019877"/>
              <a:ext cx="1233045" cy="1250882"/>
            </a:xfrm>
            <a:custGeom>
              <a:avLst/>
              <a:gdLst/>
              <a:ahLst/>
              <a:cxnLst/>
              <a:rect l="0" t="0" r="0" b="0"/>
              <a:pathLst>
                <a:path w="924784" h="938161">
                  <a:moveTo>
                    <a:pt x="914400" y="914400"/>
                  </a:moveTo>
                  <a:lnTo>
                    <a:pt x="905940" y="921016"/>
                  </a:lnTo>
                  <a:lnTo>
                    <a:pt x="912087" y="925737"/>
                  </a:lnTo>
                  <a:lnTo>
                    <a:pt x="917879" y="915470"/>
                  </a:lnTo>
                  <a:lnTo>
                    <a:pt x="922476" y="923812"/>
                  </a:lnTo>
                  <a:lnTo>
                    <a:pt x="924784" y="938161"/>
                  </a:lnTo>
                  <a:lnTo>
                    <a:pt x="898674" y="938161"/>
                  </a:lnTo>
                  <a:lnTo>
                    <a:pt x="897664" y="933926"/>
                  </a:lnTo>
                  <a:lnTo>
                    <a:pt x="892388" y="928625"/>
                  </a:lnTo>
                  <a:lnTo>
                    <a:pt x="885062" y="915106"/>
                  </a:lnTo>
                  <a:lnTo>
                    <a:pt x="889317" y="911619"/>
                  </a:lnTo>
                  <a:lnTo>
                    <a:pt x="894989" y="912781"/>
                  </a:lnTo>
                  <a:lnTo>
                    <a:pt x="897893" y="911153"/>
                  </a:lnTo>
                  <a:lnTo>
                    <a:pt x="905757" y="909852"/>
                  </a:lnTo>
                  <a:lnTo>
                    <a:pt x="910532" y="908003"/>
                  </a:lnTo>
                  <a:lnTo>
                    <a:pt x="914266" y="9119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18" name="ph3918"/>
            <p:cNvSpPr/>
            <p:nvPr/>
          </p:nvSpPr>
          <p:spPr>
            <a:xfrm>
              <a:off x="5152524" y="3786506"/>
              <a:ext cx="1242885" cy="1219200"/>
            </a:xfrm>
            <a:custGeom>
              <a:avLst/>
              <a:gdLst/>
              <a:ahLst/>
              <a:cxnLst/>
              <a:rect l="0" t="0" r="0" b="0"/>
              <a:pathLst>
                <a:path w="932164" h="914400">
                  <a:moveTo>
                    <a:pt x="914400" y="914400"/>
                  </a:moveTo>
                  <a:lnTo>
                    <a:pt x="906990" y="903897"/>
                  </a:lnTo>
                  <a:lnTo>
                    <a:pt x="901023" y="900844"/>
                  </a:lnTo>
                  <a:lnTo>
                    <a:pt x="910345" y="893419"/>
                  </a:lnTo>
                  <a:lnTo>
                    <a:pt x="914370" y="887038"/>
                  </a:lnTo>
                  <a:lnTo>
                    <a:pt x="914287" y="873120"/>
                  </a:lnTo>
                  <a:lnTo>
                    <a:pt x="916562" y="865495"/>
                  </a:lnTo>
                  <a:lnTo>
                    <a:pt x="915791" y="858894"/>
                  </a:lnTo>
                  <a:lnTo>
                    <a:pt x="917846" y="852155"/>
                  </a:lnTo>
                  <a:lnTo>
                    <a:pt x="915066" y="844586"/>
                  </a:lnTo>
                  <a:lnTo>
                    <a:pt x="907274" y="838584"/>
                  </a:lnTo>
                  <a:lnTo>
                    <a:pt x="891855" y="814711"/>
                  </a:lnTo>
                  <a:lnTo>
                    <a:pt x="867497" y="808914"/>
                  </a:lnTo>
                  <a:lnTo>
                    <a:pt x="854887" y="808673"/>
                  </a:lnTo>
                  <a:lnTo>
                    <a:pt x="861817" y="804843"/>
                  </a:lnTo>
                  <a:lnTo>
                    <a:pt x="868218" y="805309"/>
                  </a:lnTo>
                  <a:lnTo>
                    <a:pt x="878070" y="807587"/>
                  </a:lnTo>
                  <a:lnTo>
                    <a:pt x="889867" y="808688"/>
                  </a:lnTo>
                  <a:lnTo>
                    <a:pt x="897076" y="815714"/>
                  </a:lnTo>
                  <a:lnTo>
                    <a:pt x="903961" y="825029"/>
                  </a:lnTo>
                  <a:lnTo>
                    <a:pt x="910178" y="828798"/>
                  </a:lnTo>
                  <a:lnTo>
                    <a:pt x="912737" y="831195"/>
                  </a:lnTo>
                  <a:lnTo>
                    <a:pt x="912449" y="833899"/>
                  </a:lnTo>
                  <a:lnTo>
                    <a:pt x="913483" y="836439"/>
                  </a:lnTo>
                  <a:lnTo>
                    <a:pt x="921596" y="840797"/>
                  </a:lnTo>
                  <a:lnTo>
                    <a:pt x="929768" y="847833"/>
                  </a:lnTo>
                  <a:lnTo>
                    <a:pt x="932164" y="868465"/>
                  </a:lnTo>
                  <a:lnTo>
                    <a:pt x="921155" y="878230"/>
                  </a:lnTo>
                  <a:lnTo>
                    <a:pt x="919129" y="908106"/>
                  </a:lnTo>
                  <a:lnTo>
                    <a:pt x="916175" y="91348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19" name="ph3919"/>
            <p:cNvSpPr/>
            <p:nvPr/>
          </p:nvSpPr>
          <p:spPr>
            <a:xfrm>
              <a:off x="5095672" y="3969569"/>
              <a:ext cx="1220444" cy="1260994"/>
            </a:xfrm>
            <a:custGeom>
              <a:avLst/>
              <a:gdLst/>
              <a:ahLst/>
              <a:cxnLst/>
              <a:rect l="0" t="0" r="0" b="0"/>
              <a:pathLst>
                <a:path w="915333" h="945745">
                  <a:moveTo>
                    <a:pt x="914399" y="914400"/>
                  </a:moveTo>
                  <a:lnTo>
                    <a:pt x="915333" y="923899"/>
                  </a:lnTo>
                  <a:lnTo>
                    <a:pt x="914470" y="927284"/>
                  </a:lnTo>
                  <a:lnTo>
                    <a:pt x="905236" y="933634"/>
                  </a:lnTo>
                  <a:lnTo>
                    <a:pt x="902865" y="937182"/>
                  </a:lnTo>
                  <a:lnTo>
                    <a:pt x="894159" y="940762"/>
                  </a:lnTo>
                  <a:lnTo>
                    <a:pt x="888892" y="945745"/>
                  </a:lnTo>
                  <a:lnTo>
                    <a:pt x="886254" y="937648"/>
                  </a:lnTo>
                  <a:lnTo>
                    <a:pt x="881141" y="932645"/>
                  </a:lnTo>
                  <a:lnTo>
                    <a:pt x="880282" y="924139"/>
                  </a:lnTo>
                  <a:lnTo>
                    <a:pt x="876374" y="927012"/>
                  </a:lnTo>
                  <a:lnTo>
                    <a:pt x="870740" y="925261"/>
                  </a:lnTo>
                  <a:lnTo>
                    <a:pt x="861447" y="918819"/>
                  </a:lnTo>
                  <a:lnTo>
                    <a:pt x="855575" y="910072"/>
                  </a:lnTo>
                  <a:lnTo>
                    <a:pt x="863801" y="908557"/>
                  </a:lnTo>
                  <a:lnTo>
                    <a:pt x="865501" y="913990"/>
                  </a:lnTo>
                  <a:lnTo>
                    <a:pt x="872011" y="907322"/>
                  </a:lnTo>
                  <a:lnTo>
                    <a:pt x="870531" y="903809"/>
                  </a:lnTo>
                  <a:lnTo>
                    <a:pt x="869356" y="903359"/>
                  </a:lnTo>
                  <a:lnTo>
                    <a:pt x="867222" y="896825"/>
                  </a:lnTo>
                  <a:lnTo>
                    <a:pt x="877015" y="879710"/>
                  </a:lnTo>
                  <a:lnTo>
                    <a:pt x="879128" y="868670"/>
                  </a:lnTo>
                  <a:lnTo>
                    <a:pt x="874686" y="850956"/>
                  </a:lnTo>
                  <a:lnTo>
                    <a:pt x="878832" y="849794"/>
                  </a:lnTo>
                  <a:lnTo>
                    <a:pt x="889884" y="856006"/>
                  </a:lnTo>
                  <a:lnTo>
                    <a:pt x="894834" y="862120"/>
                  </a:lnTo>
                  <a:lnTo>
                    <a:pt x="894997" y="870513"/>
                  </a:lnTo>
                  <a:lnTo>
                    <a:pt x="899643" y="877012"/>
                  </a:lnTo>
                  <a:lnTo>
                    <a:pt x="906369" y="892579"/>
                  </a:lnTo>
                  <a:lnTo>
                    <a:pt x="914587" y="90170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20" name="ph3920"/>
            <p:cNvSpPr/>
            <p:nvPr/>
          </p:nvSpPr>
          <p:spPr>
            <a:xfrm>
              <a:off x="5024473" y="3674290"/>
              <a:ext cx="1270323" cy="1246784"/>
            </a:xfrm>
            <a:custGeom>
              <a:avLst/>
              <a:gdLst/>
              <a:ahLst/>
              <a:cxnLst/>
              <a:rect l="0" t="0" r="0" b="0"/>
              <a:pathLst>
                <a:path w="952742" h="935088">
                  <a:moveTo>
                    <a:pt x="914399" y="914400"/>
                  </a:moveTo>
                  <a:lnTo>
                    <a:pt x="919938" y="913954"/>
                  </a:lnTo>
                  <a:lnTo>
                    <a:pt x="923259" y="911808"/>
                  </a:lnTo>
                  <a:lnTo>
                    <a:pt x="938557" y="912684"/>
                  </a:lnTo>
                  <a:lnTo>
                    <a:pt x="950909" y="909545"/>
                  </a:lnTo>
                  <a:lnTo>
                    <a:pt x="952742" y="915116"/>
                  </a:lnTo>
                  <a:lnTo>
                    <a:pt x="952430" y="918025"/>
                  </a:lnTo>
                  <a:lnTo>
                    <a:pt x="926164" y="920755"/>
                  </a:lnTo>
                  <a:lnTo>
                    <a:pt x="902069" y="928933"/>
                  </a:lnTo>
                  <a:lnTo>
                    <a:pt x="888863" y="934473"/>
                  </a:lnTo>
                  <a:lnTo>
                    <a:pt x="882658" y="935088"/>
                  </a:lnTo>
                  <a:lnTo>
                    <a:pt x="877915" y="932174"/>
                  </a:lnTo>
                  <a:lnTo>
                    <a:pt x="862005" y="915285"/>
                  </a:lnTo>
                  <a:lnTo>
                    <a:pt x="866260" y="916970"/>
                  </a:lnTo>
                  <a:lnTo>
                    <a:pt x="878015" y="926516"/>
                  </a:lnTo>
                  <a:lnTo>
                    <a:pt x="885316" y="924774"/>
                  </a:lnTo>
                  <a:lnTo>
                    <a:pt x="892080" y="918466"/>
                  </a:lnTo>
                  <a:lnTo>
                    <a:pt x="893113" y="913698"/>
                  </a:lnTo>
                  <a:lnTo>
                    <a:pt x="892105" y="911440"/>
                  </a:lnTo>
                  <a:lnTo>
                    <a:pt x="895164" y="903912"/>
                  </a:lnTo>
                  <a:lnTo>
                    <a:pt x="904061" y="91113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21" name="ph3921"/>
            <p:cNvSpPr/>
            <p:nvPr/>
          </p:nvSpPr>
          <p:spPr>
            <a:xfrm>
              <a:off x="5128164" y="3912686"/>
              <a:ext cx="1240975" cy="1219199"/>
            </a:xfrm>
            <a:custGeom>
              <a:avLst/>
              <a:gdLst/>
              <a:ahLst/>
              <a:cxnLst/>
              <a:rect l="0" t="0" r="0" b="0"/>
              <a:pathLst>
                <a:path w="930731" h="914399">
                  <a:moveTo>
                    <a:pt x="914400" y="914399"/>
                  </a:moveTo>
                  <a:lnTo>
                    <a:pt x="907511" y="912254"/>
                  </a:lnTo>
                  <a:lnTo>
                    <a:pt x="905744" y="910528"/>
                  </a:lnTo>
                  <a:lnTo>
                    <a:pt x="908695" y="907630"/>
                  </a:lnTo>
                  <a:lnTo>
                    <a:pt x="915187" y="905213"/>
                  </a:lnTo>
                  <a:lnTo>
                    <a:pt x="925613" y="904972"/>
                  </a:lnTo>
                  <a:lnTo>
                    <a:pt x="930181" y="907829"/>
                  </a:lnTo>
                  <a:lnTo>
                    <a:pt x="930731" y="909079"/>
                  </a:lnTo>
                  <a:lnTo>
                    <a:pt x="924038" y="91222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22" name="ph3922"/>
            <p:cNvSpPr/>
            <p:nvPr/>
          </p:nvSpPr>
          <p:spPr>
            <a:xfrm>
              <a:off x="5467412" y="4051558"/>
              <a:ext cx="1224864" cy="1219199"/>
            </a:xfrm>
            <a:custGeom>
              <a:avLst/>
              <a:gdLst/>
              <a:ahLst/>
              <a:cxnLst/>
              <a:rect l="0" t="0" r="0" b="0"/>
              <a:pathLst>
                <a:path w="918648" h="914399">
                  <a:moveTo>
                    <a:pt x="914400" y="914399"/>
                  </a:moveTo>
                  <a:lnTo>
                    <a:pt x="908748" y="914399"/>
                  </a:lnTo>
                  <a:lnTo>
                    <a:pt x="910331" y="903379"/>
                  </a:lnTo>
                  <a:lnTo>
                    <a:pt x="915015" y="901116"/>
                  </a:lnTo>
                  <a:lnTo>
                    <a:pt x="916852" y="901239"/>
                  </a:lnTo>
                  <a:lnTo>
                    <a:pt x="918648" y="90726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23" name="ph3923"/>
            <p:cNvSpPr/>
            <p:nvPr/>
          </p:nvSpPr>
          <p:spPr>
            <a:xfrm>
              <a:off x="5239257" y="3859340"/>
              <a:ext cx="1261221" cy="1320607"/>
            </a:xfrm>
            <a:custGeom>
              <a:avLst/>
              <a:gdLst/>
              <a:ahLst/>
              <a:cxnLst/>
              <a:rect l="0" t="0" r="0" b="0"/>
              <a:pathLst>
                <a:path w="945916" h="990455">
                  <a:moveTo>
                    <a:pt x="914400" y="914400"/>
                  </a:moveTo>
                  <a:lnTo>
                    <a:pt x="926384" y="918865"/>
                  </a:lnTo>
                  <a:lnTo>
                    <a:pt x="939340" y="933675"/>
                  </a:lnTo>
                  <a:lnTo>
                    <a:pt x="944920" y="938949"/>
                  </a:lnTo>
                  <a:lnTo>
                    <a:pt x="945916" y="943753"/>
                  </a:lnTo>
                  <a:lnTo>
                    <a:pt x="943733" y="965680"/>
                  </a:lnTo>
                  <a:lnTo>
                    <a:pt x="940820" y="978882"/>
                  </a:lnTo>
                  <a:lnTo>
                    <a:pt x="941257" y="990455"/>
                  </a:lnTo>
                  <a:lnTo>
                    <a:pt x="938215" y="987029"/>
                  </a:lnTo>
                  <a:lnTo>
                    <a:pt x="935140" y="979450"/>
                  </a:lnTo>
                  <a:lnTo>
                    <a:pt x="930097" y="975093"/>
                  </a:lnTo>
                  <a:lnTo>
                    <a:pt x="928418" y="972809"/>
                  </a:lnTo>
                  <a:lnTo>
                    <a:pt x="937482" y="972307"/>
                  </a:lnTo>
                  <a:lnTo>
                    <a:pt x="938286" y="960375"/>
                  </a:lnTo>
                  <a:lnTo>
                    <a:pt x="942707" y="950963"/>
                  </a:lnTo>
                  <a:lnTo>
                    <a:pt x="942037" y="941172"/>
                  </a:lnTo>
                  <a:lnTo>
                    <a:pt x="931460" y="930392"/>
                  </a:lnTo>
                  <a:lnTo>
                    <a:pt x="924209" y="920903"/>
                  </a:lnTo>
                  <a:lnTo>
                    <a:pt x="913062" y="917866"/>
                  </a:lnTo>
                  <a:lnTo>
                    <a:pt x="902752" y="908418"/>
                  </a:lnTo>
                  <a:lnTo>
                    <a:pt x="896601" y="907256"/>
                  </a:lnTo>
                  <a:lnTo>
                    <a:pt x="889100" y="908920"/>
                  </a:lnTo>
                  <a:lnTo>
                    <a:pt x="891809" y="903287"/>
                  </a:lnTo>
                  <a:lnTo>
                    <a:pt x="893684" y="895836"/>
                  </a:lnTo>
                  <a:lnTo>
                    <a:pt x="895059" y="894443"/>
                  </a:lnTo>
                  <a:lnTo>
                    <a:pt x="900352" y="90257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24" name="ph3924"/>
            <p:cNvSpPr/>
            <p:nvPr/>
          </p:nvSpPr>
          <p:spPr>
            <a:xfrm>
              <a:off x="5373813" y="4030700"/>
              <a:ext cx="1219200" cy="1220614"/>
            </a:xfrm>
            <a:custGeom>
              <a:avLst/>
              <a:gdLst/>
              <a:ahLst/>
              <a:cxnLst/>
              <a:rect l="0" t="0" r="0" b="0"/>
              <a:pathLst>
                <a:path w="914400" h="915460">
                  <a:moveTo>
                    <a:pt x="914400" y="914400"/>
                  </a:moveTo>
                  <a:lnTo>
                    <a:pt x="908682" y="913319"/>
                  </a:lnTo>
                  <a:lnTo>
                    <a:pt x="900243" y="915403"/>
                  </a:lnTo>
                  <a:lnTo>
                    <a:pt x="897206" y="915460"/>
                  </a:lnTo>
                  <a:lnTo>
                    <a:pt x="899097" y="911808"/>
                  </a:lnTo>
                  <a:lnTo>
                    <a:pt x="904957" y="906872"/>
                  </a:lnTo>
                  <a:lnTo>
                    <a:pt x="905252" y="902171"/>
                  </a:lnTo>
                  <a:lnTo>
                    <a:pt x="898001" y="895391"/>
                  </a:lnTo>
                  <a:lnTo>
                    <a:pt x="889563" y="878522"/>
                  </a:lnTo>
                  <a:lnTo>
                    <a:pt x="885612" y="874523"/>
                  </a:lnTo>
                  <a:lnTo>
                    <a:pt x="883737" y="868183"/>
                  </a:lnTo>
                  <a:lnTo>
                    <a:pt x="876657" y="861383"/>
                  </a:lnTo>
                  <a:lnTo>
                    <a:pt x="878136" y="857747"/>
                  </a:lnTo>
                  <a:lnTo>
                    <a:pt x="879591" y="856892"/>
                  </a:lnTo>
                  <a:lnTo>
                    <a:pt x="884379" y="858638"/>
                  </a:lnTo>
                  <a:lnTo>
                    <a:pt x="895222" y="882901"/>
                  </a:lnTo>
                  <a:lnTo>
                    <a:pt x="895930" y="885226"/>
                  </a:lnTo>
                  <a:lnTo>
                    <a:pt x="913833" y="90906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25" name="pt3925"/>
            <p:cNvSpPr/>
            <p:nvPr/>
          </p:nvSpPr>
          <p:spPr>
            <a:xfrm>
              <a:off x="6785975" y="2830949"/>
              <a:ext cx="84269" cy="84269"/>
            </a:xfrm>
            <a:prstGeom prst="ellipse">
              <a:avLst/>
            </a:prstGeom>
            <a:solidFill>
              <a:srgbClr val="51B7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26" name="pt3926"/>
            <p:cNvSpPr/>
            <p:nvPr/>
          </p:nvSpPr>
          <p:spPr>
            <a:xfrm>
              <a:off x="4500769" y="4411288"/>
              <a:ext cx="84269" cy="84269"/>
            </a:xfrm>
            <a:prstGeom prst="ellipse">
              <a:avLst/>
            </a:prstGeom>
            <a:solidFill>
              <a:srgbClr val="59C3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27" name="pt3927"/>
            <p:cNvSpPr/>
            <p:nvPr/>
          </p:nvSpPr>
          <p:spPr>
            <a:xfrm>
              <a:off x="4061972" y="4655859"/>
              <a:ext cx="84269" cy="84269"/>
            </a:xfrm>
            <a:prstGeom prst="ellipse">
              <a:avLst/>
            </a:prstGeom>
            <a:solidFill>
              <a:srgbClr val="60CE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28" name="pt3928"/>
            <p:cNvSpPr/>
            <p:nvPr/>
          </p:nvSpPr>
          <p:spPr>
            <a:xfrm>
              <a:off x="6509667" y="3324542"/>
              <a:ext cx="84269" cy="84269"/>
            </a:xfrm>
            <a:prstGeom prst="ellipse">
              <a:avLst/>
            </a:prstGeom>
            <a:solidFill>
              <a:srgbClr val="3A689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29" name="pt3929"/>
            <p:cNvSpPr/>
            <p:nvPr/>
          </p:nvSpPr>
          <p:spPr>
            <a:xfrm>
              <a:off x="5069685" y="4337485"/>
              <a:ext cx="84269" cy="84269"/>
            </a:xfrm>
            <a:prstGeom prst="ellipse">
              <a:avLst/>
            </a:prstGeom>
            <a:solidFill>
              <a:srgbClr val="88D9B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30" name="pt3930"/>
            <p:cNvSpPr/>
            <p:nvPr/>
          </p:nvSpPr>
          <p:spPr>
            <a:xfrm>
              <a:off x="6595115" y="3120805"/>
              <a:ext cx="84269" cy="84269"/>
            </a:xfrm>
            <a:prstGeom prst="ellipse">
              <a:avLst/>
            </a:prstGeom>
            <a:solidFill>
              <a:srgbClr val="359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31" name="pt3931"/>
            <p:cNvSpPr/>
            <p:nvPr/>
          </p:nvSpPr>
          <p:spPr>
            <a:xfrm>
              <a:off x="4876145" y="4470211"/>
              <a:ext cx="84269" cy="84269"/>
            </a:xfrm>
            <a:prstGeom prst="ellipse">
              <a:avLst/>
            </a:prstGeom>
            <a:solidFill>
              <a:srgbClr val="388AA6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32" name="pt3932"/>
            <p:cNvSpPr/>
            <p:nvPr/>
          </p:nvSpPr>
          <p:spPr>
            <a:xfrm>
              <a:off x="7207433" y="2428491"/>
              <a:ext cx="84269" cy="84269"/>
            </a:xfrm>
            <a:prstGeom prst="ellipse">
              <a:avLst/>
            </a:prstGeom>
            <a:solidFill>
              <a:srgbClr val="382A5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33" name="pt3933"/>
            <p:cNvSpPr/>
            <p:nvPr/>
          </p:nvSpPr>
          <p:spPr>
            <a:xfrm>
              <a:off x="6990561" y="2773262"/>
              <a:ext cx="84269" cy="84269"/>
            </a:xfrm>
            <a:prstGeom prst="ellipse">
              <a:avLst/>
            </a:prstGeom>
            <a:solidFill>
              <a:srgbClr val="231A2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34" name="pt3934"/>
            <p:cNvSpPr/>
            <p:nvPr/>
          </p:nvSpPr>
          <p:spPr>
            <a:xfrm>
              <a:off x="6399104" y="3389948"/>
              <a:ext cx="84269" cy="84269"/>
            </a:xfrm>
            <a:prstGeom prst="ellipse">
              <a:avLst/>
            </a:prstGeom>
            <a:solidFill>
              <a:srgbClr val="97DEC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35" name="pt3935"/>
            <p:cNvSpPr/>
            <p:nvPr/>
          </p:nvSpPr>
          <p:spPr>
            <a:xfrm>
              <a:off x="5471263" y="4432167"/>
              <a:ext cx="84269" cy="84269"/>
            </a:xfrm>
            <a:prstGeom prst="ellipse">
              <a:avLst/>
            </a:prstGeom>
            <a:solidFill>
              <a:srgbClr val="6FD2B1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36" name="pt3936"/>
            <p:cNvSpPr/>
            <p:nvPr/>
          </p:nvSpPr>
          <p:spPr>
            <a:xfrm>
              <a:off x="6250457" y="3836048"/>
              <a:ext cx="84269" cy="84269"/>
            </a:xfrm>
            <a:prstGeom prst="ellipse">
              <a:avLst/>
            </a:prstGeom>
            <a:solidFill>
              <a:srgbClr val="48AC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37" name="pt3937"/>
            <p:cNvSpPr/>
            <p:nvPr/>
          </p:nvSpPr>
          <p:spPr>
            <a:xfrm>
              <a:off x="5911332" y="4107536"/>
              <a:ext cx="84269" cy="84269"/>
            </a:xfrm>
            <a:prstGeom prst="ellipse">
              <a:avLst/>
            </a:prstGeom>
            <a:solidFill>
              <a:srgbClr val="3693A8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38" name="pt3938"/>
            <p:cNvSpPr/>
            <p:nvPr/>
          </p:nvSpPr>
          <p:spPr>
            <a:xfrm>
              <a:off x="6027897" y="4004742"/>
              <a:ext cx="84269" cy="84269"/>
            </a:xfrm>
            <a:prstGeom prst="ellipse">
              <a:avLst/>
            </a:prstGeom>
            <a:solidFill>
              <a:srgbClr val="71D2B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39" name="pt3939"/>
            <p:cNvSpPr/>
            <p:nvPr/>
          </p:nvSpPr>
          <p:spPr>
            <a:xfrm>
              <a:off x="6526392" y="3070306"/>
              <a:ext cx="84269" cy="84269"/>
            </a:xfrm>
            <a:prstGeom prst="ellipse">
              <a:avLst/>
            </a:prstGeom>
            <a:solidFill>
              <a:srgbClr val="82D8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40" name="pt3940"/>
            <p:cNvSpPr/>
            <p:nvPr/>
          </p:nvSpPr>
          <p:spPr>
            <a:xfrm>
              <a:off x="5422169" y="4433087"/>
              <a:ext cx="84269" cy="84269"/>
            </a:xfrm>
            <a:prstGeom prst="ellipse">
              <a:avLst/>
            </a:prstGeom>
            <a:solidFill>
              <a:srgbClr val="74D4B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41" name="pt3941"/>
            <p:cNvSpPr/>
            <p:nvPr/>
          </p:nvSpPr>
          <p:spPr>
            <a:xfrm>
              <a:off x="5852803" y="4328081"/>
              <a:ext cx="84269" cy="84269"/>
            </a:xfrm>
            <a:prstGeom prst="ellipse">
              <a:avLst/>
            </a:prstGeom>
            <a:solidFill>
              <a:srgbClr val="58C2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42" name="pt3942"/>
            <p:cNvSpPr/>
            <p:nvPr/>
          </p:nvSpPr>
          <p:spPr>
            <a:xfrm>
              <a:off x="4935491" y="4439424"/>
              <a:ext cx="84269" cy="84269"/>
            </a:xfrm>
            <a:prstGeom prst="ellipse">
              <a:avLst/>
            </a:prstGeom>
            <a:solidFill>
              <a:srgbClr val="378FA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43" name="pt3943"/>
            <p:cNvSpPr/>
            <p:nvPr/>
          </p:nvSpPr>
          <p:spPr>
            <a:xfrm>
              <a:off x="6360284" y="3223813"/>
              <a:ext cx="84269" cy="84269"/>
            </a:xfrm>
            <a:prstGeom prst="ellipse">
              <a:avLst/>
            </a:prstGeom>
            <a:solidFill>
              <a:srgbClr val="CAEED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44" name="pt3944"/>
            <p:cNvSpPr/>
            <p:nvPr/>
          </p:nvSpPr>
          <p:spPr>
            <a:xfrm>
              <a:off x="5861133" y="4186361"/>
              <a:ext cx="84269" cy="84269"/>
            </a:xfrm>
            <a:prstGeom prst="ellipse">
              <a:avLst/>
            </a:prstGeom>
            <a:solidFill>
              <a:srgbClr val="77D4B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45" name="pt3945"/>
            <p:cNvSpPr/>
            <p:nvPr/>
          </p:nvSpPr>
          <p:spPr>
            <a:xfrm>
              <a:off x="4684060" y="4470773"/>
              <a:ext cx="84269" cy="84269"/>
            </a:xfrm>
            <a:prstGeom prst="ellipse">
              <a:avLst/>
            </a:prstGeom>
            <a:solidFill>
              <a:srgbClr val="3A77A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46" name="pt3946"/>
            <p:cNvSpPr/>
            <p:nvPr/>
          </p:nvSpPr>
          <p:spPr>
            <a:xfrm>
              <a:off x="6123008" y="3896900"/>
              <a:ext cx="84269" cy="84269"/>
            </a:xfrm>
            <a:prstGeom prst="ellipse">
              <a:avLst/>
            </a:prstGeom>
            <a:solidFill>
              <a:srgbClr val="3693A8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47" name="pt3947"/>
            <p:cNvSpPr/>
            <p:nvPr/>
          </p:nvSpPr>
          <p:spPr>
            <a:xfrm>
              <a:off x="7163819" y="2455502"/>
              <a:ext cx="84269" cy="84269"/>
            </a:xfrm>
            <a:prstGeom prst="ellipse">
              <a:avLst/>
            </a:prstGeom>
            <a:solidFill>
              <a:srgbClr val="3B396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48" name="pt3948"/>
            <p:cNvSpPr/>
            <p:nvPr/>
          </p:nvSpPr>
          <p:spPr>
            <a:xfrm>
              <a:off x="4432475" y="4419677"/>
              <a:ext cx="84269" cy="84269"/>
            </a:xfrm>
            <a:prstGeom prst="ellipse">
              <a:avLst/>
            </a:prstGeom>
            <a:solidFill>
              <a:srgbClr val="50B6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49" name="pt3949"/>
            <p:cNvSpPr/>
            <p:nvPr/>
          </p:nvSpPr>
          <p:spPr>
            <a:xfrm>
              <a:off x="7619532" y="2458141"/>
              <a:ext cx="84269" cy="84269"/>
            </a:xfrm>
            <a:prstGeom prst="ellipse">
              <a:avLst/>
            </a:prstGeom>
            <a:solidFill>
              <a:srgbClr val="3A315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50" name="pt3950"/>
            <p:cNvSpPr/>
            <p:nvPr/>
          </p:nvSpPr>
          <p:spPr>
            <a:xfrm>
              <a:off x="5868803" y="4191359"/>
              <a:ext cx="84269" cy="84269"/>
            </a:xfrm>
            <a:prstGeom prst="ellipse">
              <a:avLst/>
            </a:prstGeom>
            <a:solidFill>
              <a:srgbClr val="5DCA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51" name="pt3951"/>
            <p:cNvSpPr/>
            <p:nvPr/>
          </p:nvSpPr>
          <p:spPr>
            <a:xfrm>
              <a:off x="7058985" y="2606471"/>
              <a:ext cx="84269" cy="84269"/>
            </a:xfrm>
            <a:prstGeom prst="ellipse">
              <a:avLst/>
            </a:prstGeom>
            <a:solidFill>
              <a:srgbClr val="58C1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52" name="pt3952"/>
            <p:cNvSpPr/>
            <p:nvPr/>
          </p:nvSpPr>
          <p:spPr>
            <a:xfrm>
              <a:off x="4774616" y="4495897"/>
              <a:ext cx="84269" cy="84269"/>
            </a:xfrm>
            <a:prstGeom prst="ellipse">
              <a:avLst/>
            </a:prstGeom>
            <a:solidFill>
              <a:srgbClr val="378EA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53" name="pt3953"/>
            <p:cNvSpPr/>
            <p:nvPr/>
          </p:nvSpPr>
          <p:spPr>
            <a:xfrm>
              <a:off x="5899987" y="4111348"/>
              <a:ext cx="84269" cy="84269"/>
            </a:xfrm>
            <a:prstGeom prst="ellipse">
              <a:avLst/>
            </a:prstGeom>
            <a:solidFill>
              <a:srgbClr val="6BD1B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54" name="pt3954"/>
            <p:cNvSpPr/>
            <p:nvPr/>
          </p:nvSpPr>
          <p:spPr>
            <a:xfrm>
              <a:off x="7050455" y="2564239"/>
              <a:ext cx="84269" cy="84269"/>
            </a:xfrm>
            <a:prstGeom prst="ellipse">
              <a:avLst/>
            </a:prstGeom>
            <a:solidFill>
              <a:srgbClr val="3A7BA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55" name="pt3955"/>
            <p:cNvSpPr/>
            <p:nvPr/>
          </p:nvSpPr>
          <p:spPr>
            <a:xfrm>
              <a:off x="4170155" y="4572293"/>
              <a:ext cx="84269" cy="84269"/>
            </a:xfrm>
            <a:prstGeom prst="ellipse">
              <a:avLst/>
            </a:prstGeom>
            <a:solidFill>
              <a:srgbClr val="57C1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56" name="pt3956"/>
            <p:cNvSpPr/>
            <p:nvPr/>
          </p:nvSpPr>
          <p:spPr>
            <a:xfrm>
              <a:off x="6259356" y="3810662"/>
              <a:ext cx="84269" cy="84269"/>
            </a:xfrm>
            <a:prstGeom prst="ellipse">
              <a:avLst/>
            </a:prstGeom>
            <a:solidFill>
              <a:srgbClr val="3A639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57" name="pt3957"/>
            <p:cNvSpPr/>
            <p:nvPr/>
          </p:nvSpPr>
          <p:spPr>
            <a:xfrm>
              <a:off x="4025837" y="4619724"/>
              <a:ext cx="156540" cy="156540"/>
            </a:xfrm>
            <a:prstGeom prst="ellipse">
              <a:avLst/>
            </a:prstGeom>
            <a:solidFill>
              <a:srgbClr val="60CE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58" name="pt3958"/>
            <p:cNvSpPr/>
            <p:nvPr/>
          </p:nvSpPr>
          <p:spPr>
            <a:xfrm>
              <a:off x="7171299" y="2392357"/>
              <a:ext cx="156540" cy="156540"/>
            </a:xfrm>
            <a:prstGeom prst="ellipse">
              <a:avLst/>
            </a:prstGeom>
            <a:solidFill>
              <a:srgbClr val="382A5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59" name="pt3959"/>
            <p:cNvSpPr/>
            <p:nvPr/>
          </p:nvSpPr>
          <p:spPr>
            <a:xfrm>
              <a:off x="5816667" y="4291947"/>
              <a:ext cx="156540" cy="156540"/>
            </a:xfrm>
            <a:prstGeom prst="ellipse">
              <a:avLst/>
            </a:prstGeom>
            <a:solidFill>
              <a:srgbClr val="58C2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60" name="pt3960"/>
            <p:cNvSpPr/>
            <p:nvPr/>
          </p:nvSpPr>
          <p:spPr>
            <a:xfrm>
              <a:off x="4738481" y="4459763"/>
              <a:ext cx="156540" cy="156540"/>
            </a:xfrm>
            <a:prstGeom prst="ellipse">
              <a:avLst/>
            </a:prstGeom>
            <a:solidFill>
              <a:srgbClr val="378EA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61" name="pt3961"/>
            <p:cNvSpPr/>
            <p:nvPr/>
          </p:nvSpPr>
          <p:spPr>
            <a:xfrm>
              <a:off x="7014320" y="2528105"/>
              <a:ext cx="156540" cy="156540"/>
            </a:xfrm>
            <a:prstGeom prst="ellipse">
              <a:avLst/>
            </a:prstGeom>
            <a:solidFill>
              <a:srgbClr val="3A7BA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62" name="pl3962"/>
            <p:cNvSpPr/>
            <p:nvPr/>
          </p:nvSpPr>
          <p:spPr>
            <a:xfrm>
              <a:off x="7128817" y="2340893"/>
              <a:ext cx="108440" cy="116508"/>
            </a:xfrm>
            <a:custGeom>
              <a:avLst/>
              <a:gdLst/>
              <a:ahLst/>
              <a:cxnLst/>
              <a:rect l="0" t="0" r="0" b="0"/>
              <a:pathLst>
                <a:path w="81330" h="87381">
                  <a:moveTo>
                    <a:pt x="0" y="0"/>
                  </a:moveTo>
                  <a:lnTo>
                    <a:pt x="81330" y="87381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63" name="pg3963"/>
            <p:cNvSpPr/>
            <p:nvPr/>
          </p:nvSpPr>
          <p:spPr>
            <a:xfrm>
              <a:off x="3403687" y="4364005"/>
              <a:ext cx="744687" cy="255665"/>
            </a:xfrm>
            <a:custGeom>
              <a:avLst/>
              <a:gdLst/>
              <a:ahLst/>
              <a:cxnLst/>
              <a:rect l="0" t="0" r="0" b="0"/>
              <a:pathLst>
                <a:path w="558515" h="191749">
                  <a:moveTo>
                    <a:pt x="27431" y="191749"/>
                  </a:moveTo>
                  <a:lnTo>
                    <a:pt x="531083" y="191749"/>
                  </a:lnTo>
                  <a:lnTo>
                    <a:pt x="529978" y="191727"/>
                  </a:lnTo>
                  <a:lnTo>
                    <a:pt x="534390" y="191549"/>
                  </a:lnTo>
                  <a:lnTo>
                    <a:pt x="538715" y="190666"/>
                  </a:lnTo>
                  <a:lnTo>
                    <a:pt x="542843" y="189101"/>
                  </a:lnTo>
                  <a:lnTo>
                    <a:pt x="546666" y="186893"/>
                  </a:lnTo>
                  <a:lnTo>
                    <a:pt x="550086" y="184101"/>
                  </a:lnTo>
                  <a:lnTo>
                    <a:pt x="553013" y="180797"/>
                  </a:lnTo>
                  <a:lnTo>
                    <a:pt x="555373" y="177065"/>
                  </a:lnTo>
                  <a:lnTo>
                    <a:pt x="557103" y="173004"/>
                  </a:lnTo>
                  <a:lnTo>
                    <a:pt x="558160" y="168718"/>
                  </a:lnTo>
                  <a:lnTo>
                    <a:pt x="558515" y="164317"/>
                  </a:lnTo>
                  <a:lnTo>
                    <a:pt x="558515" y="27431"/>
                  </a:lnTo>
                  <a:lnTo>
                    <a:pt x="558160" y="23031"/>
                  </a:lnTo>
                  <a:lnTo>
                    <a:pt x="557103" y="18745"/>
                  </a:lnTo>
                  <a:lnTo>
                    <a:pt x="555373" y="14683"/>
                  </a:lnTo>
                  <a:lnTo>
                    <a:pt x="553013" y="10952"/>
                  </a:lnTo>
                  <a:lnTo>
                    <a:pt x="550086" y="7647"/>
                  </a:lnTo>
                  <a:lnTo>
                    <a:pt x="546666" y="4855"/>
                  </a:lnTo>
                  <a:lnTo>
                    <a:pt x="542843" y="2648"/>
                  </a:lnTo>
                  <a:lnTo>
                    <a:pt x="538715" y="1083"/>
                  </a:lnTo>
                  <a:lnTo>
                    <a:pt x="534390" y="200"/>
                  </a:lnTo>
                  <a:lnTo>
                    <a:pt x="531083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6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64" name="tx3964"/>
            <p:cNvSpPr/>
            <p:nvPr/>
          </p:nvSpPr>
          <p:spPr>
            <a:xfrm>
              <a:off x="3464647" y="4424965"/>
              <a:ext cx="622767" cy="13374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325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W1</a:t>
              </a:r>
              <a:r>
                <a:rPr lang="en-US" sz="1325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-</a:t>
              </a:r>
              <a:r>
                <a:rPr sz="1325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TX</a:t>
              </a:r>
            </a:p>
          </p:txBody>
        </p:sp>
        <p:sp>
          <p:nvSpPr>
            <p:cNvPr id="3965" name="pg3965"/>
            <p:cNvSpPr/>
            <p:nvPr/>
          </p:nvSpPr>
          <p:spPr>
            <a:xfrm>
              <a:off x="6682088" y="2085226"/>
              <a:ext cx="786140" cy="255665"/>
            </a:xfrm>
            <a:custGeom>
              <a:avLst/>
              <a:gdLst/>
              <a:ahLst/>
              <a:cxnLst/>
              <a:rect l="0" t="0" r="0" b="0"/>
              <a:pathLst>
                <a:path w="589605" h="191749">
                  <a:moveTo>
                    <a:pt x="27431" y="191749"/>
                  </a:moveTo>
                  <a:lnTo>
                    <a:pt x="562173" y="191749"/>
                  </a:lnTo>
                  <a:lnTo>
                    <a:pt x="561068" y="191727"/>
                  </a:lnTo>
                  <a:lnTo>
                    <a:pt x="565479" y="191549"/>
                  </a:lnTo>
                  <a:lnTo>
                    <a:pt x="569805" y="190666"/>
                  </a:lnTo>
                  <a:lnTo>
                    <a:pt x="573933" y="189101"/>
                  </a:lnTo>
                  <a:lnTo>
                    <a:pt x="577756" y="186893"/>
                  </a:lnTo>
                  <a:lnTo>
                    <a:pt x="581175" y="184101"/>
                  </a:lnTo>
                  <a:lnTo>
                    <a:pt x="584103" y="180797"/>
                  </a:lnTo>
                  <a:lnTo>
                    <a:pt x="586462" y="177065"/>
                  </a:lnTo>
                  <a:lnTo>
                    <a:pt x="588193" y="173004"/>
                  </a:lnTo>
                  <a:lnTo>
                    <a:pt x="589249" y="168718"/>
                  </a:lnTo>
                  <a:lnTo>
                    <a:pt x="589605" y="164317"/>
                  </a:lnTo>
                  <a:lnTo>
                    <a:pt x="589605" y="27432"/>
                  </a:lnTo>
                  <a:lnTo>
                    <a:pt x="589249" y="23031"/>
                  </a:lnTo>
                  <a:lnTo>
                    <a:pt x="588193" y="18745"/>
                  </a:lnTo>
                  <a:lnTo>
                    <a:pt x="586462" y="14683"/>
                  </a:lnTo>
                  <a:lnTo>
                    <a:pt x="584103" y="10952"/>
                  </a:lnTo>
                  <a:lnTo>
                    <a:pt x="581175" y="7647"/>
                  </a:lnTo>
                  <a:lnTo>
                    <a:pt x="577756" y="4855"/>
                  </a:lnTo>
                  <a:lnTo>
                    <a:pt x="573933" y="2648"/>
                  </a:lnTo>
                  <a:lnTo>
                    <a:pt x="569805" y="1083"/>
                  </a:lnTo>
                  <a:lnTo>
                    <a:pt x="565479" y="200"/>
                  </a:lnTo>
                  <a:lnTo>
                    <a:pt x="562173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6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66" name="tx3966"/>
            <p:cNvSpPr/>
            <p:nvPr/>
          </p:nvSpPr>
          <p:spPr>
            <a:xfrm>
              <a:off x="6743048" y="2146186"/>
              <a:ext cx="664220" cy="13374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325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W6</a:t>
              </a:r>
              <a:r>
                <a:rPr lang="en-US" sz="1325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-</a:t>
              </a:r>
              <a:r>
                <a:rPr sz="1325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ME</a:t>
              </a:r>
            </a:p>
          </p:txBody>
        </p:sp>
        <p:sp>
          <p:nvSpPr>
            <p:cNvPr id="3967" name="pg3967"/>
            <p:cNvSpPr/>
            <p:nvPr/>
          </p:nvSpPr>
          <p:spPr>
            <a:xfrm>
              <a:off x="5126923" y="4036208"/>
              <a:ext cx="723960" cy="255665"/>
            </a:xfrm>
            <a:custGeom>
              <a:avLst/>
              <a:gdLst/>
              <a:ahLst/>
              <a:cxnLst/>
              <a:rect l="0" t="0" r="0" b="0"/>
              <a:pathLst>
                <a:path w="542970" h="191749">
                  <a:moveTo>
                    <a:pt x="27431" y="191749"/>
                  </a:moveTo>
                  <a:lnTo>
                    <a:pt x="515538" y="191749"/>
                  </a:lnTo>
                  <a:lnTo>
                    <a:pt x="514434" y="191727"/>
                  </a:lnTo>
                  <a:lnTo>
                    <a:pt x="518845" y="191549"/>
                  </a:lnTo>
                  <a:lnTo>
                    <a:pt x="523170" y="190666"/>
                  </a:lnTo>
                  <a:lnTo>
                    <a:pt x="527298" y="189101"/>
                  </a:lnTo>
                  <a:lnTo>
                    <a:pt x="531121" y="186893"/>
                  </a:lnTo>
                  <a:lnTo>
                    <a:pt x="534541" y="184101"/>
                  </a:lnTo>
                  <a:lnTo>
                    <a:pt x="537469" y="180797"/>
                  </a:lnTo>
                  <a:lnTo>
                    <a:pt x="539828" y="177065"/>
                  </a:lnTo>
                  <a:lnTo>
                    <a:pt x="541558" y="173004"/>
                  </a:lnTo>
                  <a:lnTo>
                    <a:pt x="542615" y="168718"/>
                  </a:lnTo>
                  <a:lnTo>
                    <a:pt x="542970" y="164317"/>
                  </a:lnTo>
                  <a:lnTo>
                    <a:pt x="542970" y="27431"/>
                  </a:lnTo>
                  <a:lnTo>
                    <a:pt x="542615" y="23031"/>
                  </a:lnTo>
                  <a:lnTo>
                    <a:pt x="541558" y="18745"/>
                  </a:lnTo>
                  <a:lnTo>
                    <a:pt x="539828" y="14683"/>
                  </a:lnTo>
                  <a:lnTo>
                    <a:pt x="537469" y="10952"/>
                  </a:lnTo>
                  <a:lnTo>
                    <a:pt x="534541" y="7647"/>
                  </a:lnTo>
                  <a:lnTo>
                    <a:pt x="531121" y="4855"/>
                  </a:lnTo>
                  <a:lnTo>
                    <a:pt x="527298" y="2648"/>
                  </a:lnTo>
                  <a:lnTo>
                    <a:pt x="523170" y="1083"/>
                  </a:lnTo>
                  <a:lnTo>
                    <a:pt x="518845" y="200"/>
                  </a:lnTo>
                  <a:lnTo>
                    <a:pt x="515538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5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68" name="tx3968"/>
            <p:cNvSpPr/>
            <p:nvPr/>
          </p:nvSpPr>
          <p:spPr>
            <a:xfrm>
              <a:off x="5187883" y="4097168"/>
              <a:ext cx="602040" cy="13374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325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W3</a:t>
              </a:r>
              <a:r>
                <a:rPr lang="en-US" sz="1325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-</a:t>
              </a:r>
              <a:r>
                <a:rPr sz="1325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FL</a:t>
              </a:r>
            </a:p>
          </p:txBody>
        </p:sp>
        <p:sp>
          <p:nvSpPr>
            <p:cNvPr id="3969" name="pg3969"/>
            <p:cNvSpPr/>
            <p:nvPr/>
          </p:nvSpPr>
          <p:spPr>
            <a:xfrm>
              <a:off x="4269925" y="4203832"/>
              <a:ext cx="734445" cy="255665"/>
            </a:xfrm>
            <a:custGeom>
              <a:avLst/>
              <a:gdLst/>
              <a:ahLst/>
              <a:cxnLst/>
              <a:rect l="0" t="0" r="0" b="0"/>
              <a:pathLst>
                <a:path w="550834" h="191749">
                  <a:moveTo>
                    <a:pt x="27431" y="191749"/>
                  </a:moveTo>
                  <a:lnTo>
                    <a:pt x="523402" y="191749"/>
                  </a:lnTo>
                  <a:lnTo>
                    <a:pt x="522297" y="191727"/>
                  </a:lnTo>
                  <a:lnTo>
                    <a:pt x="526709" y="191549"/>
                  </a:lnTo>
                  <a:lnTo>
                    <a:pt x="531034" y="190666"/>
                  </a:lnTo>
                  <a:lnTo>
                    <a:pt x="535162" y="189101"/>
                  </a:lnTo>
                  <a:lnTo>
                    <a:pt x="538985" y="186893"/>
                  </a:lnTo>
                  <a:lnTo>
                    <a:pt x="542405" y="184101"/>
                  </a:lnTo>
                  <a:lnTo>
                    <a:pt x="545332" y="180797"/>
                  </a:lnTo>
                  <a:lnTo>
                    <a:pt x="547692" y="177065"/>
                  </a:lnTo>
                  <a:lnTo>
                    <a:pt x="549422" y="173004"/>
                  </a:lnTo>
                  <a:lnTo>
                    <a:pt x="550479" y="168718"/>
                  </a:lnTo>
                  <a:lnTo>
                    <a:pt x="550834" y="164317"/>
                  </a:lnTo>
                  <a:lnTo>
                    <a:pt x="550834" y="27432"/>
                  </a:lnTo>
                  <a:lnTo>
                    <a:pt x="550479" y="23031"/>
                  </a:lnTo>
                  <a:lnTo>
                    <a:pt x="549422" y="18745"/>
                  </a:lnTo>
                  <a:lnTo>
                    <a:pt x="547692" y="14683"/>
                  </a:lnTo>
                  <a:lnTo>
                    <a:pt x="545332" y="10952"/>
                  </a:lnTo>
                  <a:lnTo>
                    <a:pt x="542405" y="7647"/>
                  </a:lnTo>
                  <a:lnTo>
                    <a:pt x="538985" y="4855"/>
                  </a:lnTo>
                  <a:lnTo>
                    <a:pt x="535162" y="2648"/>
                  </a:lnTo>
                  <a:lnTo>
                    <a:pt x="531034" y="1083"/>
                  </a:lnTo>
                  <a:lnTo>
                    <a:pt x="526709" y="200"/>
                  </a:lnTo>
                  <a:lnTo>
                    <a:pt x="523402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6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70" name="tx3970"/>
            <p:cNvSpPr/>
            <p:nvPr/>
          </p:nvSpPr>
          <p:spPr>
            <a:xfrm>
              <a:off x="4330885" y="4264792"/>
              <a:ext cx="612525" cy="13374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325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W2</a:t>
              </a:r>
              <a:r>
                <a:rPr lang="en-US" sz="1325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-</a:t>
              </a:r>
              <a:r>
                <a:rPr sz="1325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LA</a:t>
              </a:r>
            </a:p>
          </p:txBody>
        </p:sp>
        <p:sp>
          <p:nvSpPr>
            <p:cNvPr id="3971" name="pg3971"/>
            <p:cNvSpPr/>
            <p:nvPr/>
          </p:nvSpPr>
          <p:spPr>
            <a:xfrm>
              <a:off x="6200319" y="2462763"/>
              <a:ext cx="775655" cy="255665"/>
            </a:xfrm>
            <a:custGeom>
              <a:avLst/>
              <a:gdLst/>
              <a:ahLst/>
              <a:cxnLst/>
              <a:rect l="0" t="0" r="0" b="0"/>
              <a:pathLst>
                <a:path w="581741" h="191749">
                  <a:moveTo>
                    <a:pt x="27431" y="191749"/>
                  </a:moveTo>
                  <a:lnTo>
                    <a:pt x="554309" y="191749"/>
                  </a:lnTo>
                  <a:lnTo>
                    <a:pt x="553204" y="191727"/>
                  </a:lnTo>
                  <a:lnTo>
                    <a:pt x="557615" y="191549"/>
                  </a:lnTo>
                  <a:lnTo>
                    <a:pt x="561941" y="190666"/>
                  </a:lnTo>
                  <a:lnTo>
                    <a:pt x="566069" y="189101"/>
                  </a:lnTo>
                  <a:lnTo>
                    <a:pt x="569892" y="186893"/>
                  </a:lnTo>
                  <a:lnTo>
                    <a:pt x="573312" y="184101"/>
                  </a:lnTo>
                  <a:lnTo>
                    <a:pt x="576239" y="180797"/>
                  </a:lnTo>
                  <a:lnTo>
                    <a:pt x="578599" y="177065"/>
                  </a:lnTo>
                  <a:lnTo>
                    <a:pt x="580329" y="173004"/>
                  </a:lnTo>
                  <a:lnTo>
                    <a:pt x="581386" y="168718"/>
                  </a:lnTo>
                  <a:lnTo>
                    <a:pt x="581741" y="164317"/>
                  </a:lnTo>
                  <a:lnTo>
                    <a:pt x="581741" y="27431"/>
                  </a:lnTo>
                  <a:lnTo>
                    <a:pt x="581386" y="23031"/>
                  </a:lnTo>
                  <a:lnTo>
                    <a:pt x="580329" y="18745"/>
                  </a:lnTo>
                  <a:lnTo>
                    <a:pt x="578599" y="14683"/>
                  </a:lnTo>
                  <a:lnTo>
                    <a:pt x="576239" y="10952"/>
                  </a:lnTo>
                  <a:lnTo>
                    <a:pt x="573312" y="7647"/>
                  </a:lnTo>
                  <a:lnTo>
                    <a:pt x="569892" y="4855"/>
                  </a:lnTo>
                  <a:lnTo>
                    <a:pt x="566069" y="2648"/>
                  </a:lnTo>
                  <a:lnTo>
                    <a:pt x="561941" y="1083"/>
                  </a:lnTo>
                  <a:lnTo>
                    <a:pt x="557615" y="200"/>
                  </a:lnTo>
                  <a:lnTo>
                    <a:pt x="554309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5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72" name="tx3972"/>
            <p:cNvSpPr/>
            <p:nvPr/>
          </p:nvSpPr>
          <p:spPr>
            <a:xfrm>
              <a:off x="6261279" y="2523723"/>
              <a:ext cx="653735" cy="13374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325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W5</a:t>
              </a:r>
              <a:r>
                <a:rPr lang="en-US" sz="1325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-</a:t>
              </a:r>
              <a:r>
                <a:rPr sz="1325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NH</a:t>
              </a:r>
            </a:p>
          </p:txBody>
        </p:sp>
        <p:sp>
          <p:nvSpPr>
            <p:cNvPr id="3973" name="rc3973"/>
            <p:cNvSpPr/>
            <p:nvPr/>
          </p:nvSpPr>
          <p:spPr>
            <a:xfrm>
              <a:off x="6302305" y="3041904"/>
              <a:ext cx="579625" cy="548097"/>
            </a:xfrm>
            <a:prstGeom prst="rect">
              <a:avLst/>
            </a:prstGeom>
            <a:noFill/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74" name="pl3974"/>
            <p:cNvSpPr/>
            <p:nvPr/>
          </p:nvSpPr>
          <p:spPr>
            <a:xfrm>
              <a:off x="5216320" y="2047558"/>
              <a:ext cx="1085985" cy="994344"/>
            </a:xfrm>
            <a:custGeom>
              <a:avLst/>
              <a:gdLst/>
              <a:ahLst/>
              <a:cxnLst/>
              <a:rect l="0" t="0" r="0" b="0"/>
              <a:pathLst>
                <a:path w="814489" h="745758">
                  <a:moveTo>
                    <a:pt x="0" y="0"/>
                  </a:moveTo>
                  <a:lnTo>
                    <a:pt x="814489" y="745758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75" name="pl3975"/>
            <p:cNvSpPr/>
            <p:nvPr/>
          </p:nvSpPr>
          <p:spPr>
            <a:xfrm>
              <a:off x="5216320" y="3590002"/>
              <a:ext cx="1085985" cy="58668"/>
            </a:xfrm>
            <a:custGeom>
              <a:avLst/>
              <a:gdLst/>
              <a:ahLst/>
              <a:cxnLst/>
              <a:rect l="0" t="0" r="0" b="0"/>
              <a:pathLst>
                <a:path w="814489" h="44001">
                  <a:moveTo>
                    <a:pt x="0" y="44001"/>
                  </a:moveTo>
                  <a:lnTo>
                    <a:pt x="814489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76" name="rc3976"/>
            <p:cNvSpPr/>
            <p:nvPr/>
          </p:nvSpPr>
          <p:spPr>
            <a:xfrm>
              <a:off x="3342727" y="1848078"/>
              <a:ext cx="4668748" cy="3619485"/>
            </a:xfrm>
            <a:prstGeom prst="rect">
              <a:avLst/>
            </a:prstGeom>
            <a:noFill/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77" name="tx3977"/>
            <p:cNvSpPr/>
            <p:nvPr/>
          </p:nvSpPr>
          <p:spPr>
            <a:xfrm>
              <a:off x="2926256" y="5076913"/>
              <a:ext cx="165811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25</a:t>
              </a:r>
            </a:p>
          </p:txBody>
        </p:sp>
        <p:sp>
          <p:nvSpPr>
            <p:cNvPr id="3978" name="tx3978"/>
            <p:cNvSpPr/>
            <p:nvPr/>
          </p:nvSpPr>
          <p:spPr>
            <a:xfrm>
              <a:off x="3092067" y="5052285"/>
              <a:ext cx="59619" cy="13130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79" name="tx3979"/>
            <p:cNvSpPr/>
            <p:nvPr/>
          </p:nvSpPr>
          <p:spPr>
            <a:xfrm>
              <a:off x="3151687" y="5076913"/>
              <a:ext cx="107533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3980" name="tx3980"/>
            <p:cNvSpPr/>
            <p:nvPr/>
          </p:nvSpPr>
          <p:spPr>
            <a:xfrm>
              <a:off x="2926256" y="4377737"/>
              <a:ext cx="165811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3981" name="tx3981"/>
            <p:cNvSpPr/>
            <p:nvPr/>
          </p:nvSpPr>
          <p:spPr>
            <a:xfrm>
              <a:off x="3092067" y="4353109"/>
              <a:ext cx="59619" cy="13130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2" name="tx3982"/>
            <p:cNvSpPr/>
            <p:nvPr/>
          </p:nvSpPr>
          <p:spPr>
            <a:xfrm>
              <a:off x="3151687" y="4377737"/>
              <a:ext cx="107533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3983" name="tx3983"/>
            <p:cNvSpPr/>
            <p:nvPr/>
          </p:nvSpPr>
          <p:spPr>
            <a:xfrm>
              <a:off x="2926256" y="3678561"/>
              <a:ext cx="165811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35</a:t>
              </a:r>
            </a:p>
          </p:txBody>
        </p:sp>
        <p:sp>
          <p:nvSpPr>
            <p:cNvPr id="3984" name="tx3984"/>
            <p:cNvSpPr/>
            <p:nvPr/>
          </p:nvSpPr>
          <p:spPr>
            <a:xfrm>
              <a:off x="3092067" y="3653933"/>
              <a:ext cx="59619" cy="13130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5" name="tx3985"/>
            <p:cNvSpPr/>
            <p:nvPr/>
          </p:nvSpPr>
          <p:spPr>
            <a:xfrm>
              <a:off x="3151687" y="3678561"/>
              <a:ext cx="107533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3986" name="tx3986"/>
            <p:cNvSpPr/>
            <p:nvPr/>
          </p:nvSpPr>
          <p:spPr>
            <a:xfrm>
              <a:off x="2926256" y="2979385"/>
              <a:ext cx="165811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40</a:t>
              </a:r>
            </a:p>
          </p:txBody>
        </p:sp>
        <p:sp>
          <p:nvSpPr>
            <p:cNvPr id="3987" name="tx3987"/>
            <p:cNvSpPr/>
            <p:nvPr/>
          </p:nvSpPr>
          <p:spPr>
            <a:xfrm>
              <a:off x="3092067" y="2954757"/>
              <a:ext cx="59619" cy="13130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8" name="tx3988"/>
            <p:cNvSpPr/>
            <p:nvPr/>
          </p:nvSpPr>
          <p:spPr>
            <a:xfrm>
              <a:off x="3151687" y="2979385"/>
              <a:ext cx="107533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3989" name="tx3989"/>
            <p:cNvSpPr/>
            <p:nvPr/>
          </p:nvSpPr>
          <p:spPr>
            <a:xfrm>
              <a:off x="2926256" y="2279966"/>
              <a:ext cx="165811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45</a:t>
              </a:r>
            </a:p>
          </p:txBody>
        </p:sp>
        <p:sp>
          <p:nvSpPr>
            <p:cNvPr id="3990" name="tx3990"/>
            <p:cNvSpPr/>
            <p:nvPr/>
          </p:nvSpPr>
          <p:spPr>
            <a:xfrm>
              <a:off x="3092067" y="2255338"/>
              <a:ext cx="59619" cy="13130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91" name="tx3991"/>
            <p:cNvSpPr/>
            <p:nvPr/>
          </p:nvSpPr>
          <p:spPr>
            <a:xfrm>
              <a:off x="3151687" y="2279966"/>
              <a:ext cx="107533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3992" name="pl3992"/>
            <p:cNvSpPr/>
            <p:nvPr/>
          </p:nvSpPr>
          <p:spPr>
            <a:xfrm>
              <a:off x="3296333" y="5130924"/>
              <a:ext cx="46392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93" name="pl3993"/>
            <p:cNvSpPr/>
            <p:nvPr/>
          </p:nvSpPr>
          <p:spPr>
            <a:xfrm>
              <a:off x="3296333" y="4431748"/>
              <a:ext cx="46392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94" name="pl3994"/>
            <p:cNvSpPr/>
            <p:nvPr/>
          </p:nvSpPr>
          <p:spPr>
            <a:xfrm>
              <a:off x="3296333" y="3732572"/>
              <a:ext cx="46392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95" name="pl3995"/>
            <p:cNvSpPr/>
            <p:nvPr/>
          </p:nvSpPr>
          <p:spPr>
            <a:xfrm>
              <a:off x="3296333" y="3033396"/>
              <a:ext cx="46392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96" name="pl3996"/>
            <p:cNvSpPr/>
            <p:nvPr/>
          </p:nvSpPr>
          <p:spPr>
            <a:xfrm>
              <a:off x="3296333" y="2334219"/>
              <a:ext cx="46392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97" name="tx3997"/>
            <p:cNvSpPr/>
            <p:nvPr/>
          </p:nvSpPr>
          <p:spPr>
            <a:xfrm rot="16200000">
              <a:off x="2442353" y="3591130"/>
              <a:ext cx="663123" cy="1333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Latitude</a:t>
              </a:r>
            </a:p>
          </p:txBody>
        </p:sp>
        <p:sp>
          <p:nvSpPr>
            <p:cNvPr id="3998" name="pl3998"/>
            <p:cNvSpPr/>
            <p:nvPr/>
          </p:nvSpPr>
          <p:spPr>
            <a:xfrm>
              <a:off x="3782528" y="5467563"/>
              <a:ext cx="0" cy="46392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99" name="pl3999"/>
            <p:cNvSpPr/>
            <p:nvPr/>
          </p:nvSpPr>
          <p:spPr>
            <a:xfrm>
              <a:off x="4351493" y="5467563"/>
              <a:ext cx="0" cy="46392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00" name="pl4000"/>
            <p:cNvSpPr/>
            <p:nvPr/>
          </p:nvSpPr>
          <p:spPr>
            <a:xfrm>
              <a:off x="4920457" y="5467563"/>
              <a:ext cx="0" cy="46392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01" name="pl4001"/>
            <p:cNvSpPr/>
            <p:nvPr/>
          </p:nvSpPr>
          <p:spPr>
            <a:xfrm>
              <a:off x="5489423" y="5467563"/>
              <a:ext cx="0" cy="46392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02" name="pl4002"/>
            <p:cNvSpPr/>
            <p:nvPr/>
          </p:nvSpPr>
          <p:spPr>
            <a:xfrm>
              <a:off x="6058387" y="5467563"/>
              <a:ext cx="0" cy="46392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03" name="pl4003"/>
            <p:cNvSpPr/>
            <p:nvPr/>
          </p:nvSpPr>
          <p:spPr>
            <a:xfrm>
              <a:off x="6627352" y="5467563"/>
              <a:ext cx="0" cy="46392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04" name="pl4004"/>
            <p:cNvSpPr/>
            <p:nvPr/>
          </p:nvSpPr>
          <p:spPr>
            <a:xfrm>
              <a:off x="7196316" y="5467563"/>
              <a:ext cx="0" cy="46392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05" name="pl4005"/>
            <p:cNvSpPr/>
            <p:nvPr/>
          </p:nvSpPr>
          <p:spPr>
            <a:xfrm>
              <a:off x="7765281" y="5467563"/>
              <a:ext cx="0" cy="46392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06" name="tx4006"/>
            <p:cNvSpPr/>
            <p:nvPr/>
          </p:nvSpPr>
          <p:spPr>
            <a:xfrm>
              <a:off x="3558073" y="5551558"/>
              <a:ext cx="248716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100</a:t>
              </a:r>
            </a:p>
          </p:txBody>
        </p:sp>
        <p:sp>
          <p:nvSpPr>
            <p:cNvPr id="4007" name="tx4007"/>
            <p:cNvSpPr/>
            <p:nvPr/>
          </p:nvSpPr>
          <p:spPr>
            <a:xfrm>
              <a:off x="3806791" y="5526930"/>
              <a:ext cx="59619" cy="13130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08" name="tx4008"/>
            <p:cNvSpPr/>
            <p:nvPr/>
          </p:nvSpPr>
          <p:spPr>
            <a:xfrm>
              <a:off x="3866409" y="5551558"/>
              <a:ext cx="140573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W</a:t>
              </a:r>
            </a:p>
          </p:txBody>
        </p:sp>
        <p:sp>
          <p:nvSpPr>
            <p:cNvPr id="4009" name="tx4009"/>
            <p:cNvSpPr/>
            <p:nvPr/>
          </p:nvSpPr>
          <p:spPr>
            <a:xfrm>
              <a:off x="4147764" y="5551558"/>
              <a:ext cx="207264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 95</a:t>
              </a:r>
            </a:p>
          </p:txBody>
        </p:sp>
        <p:sp>
          <p:nvSpPr>
            <p:cNvPr id="4010" name="tx4010"/>
            <p:cNvSpPr/>
            <p:nvPr/>
          </p:nvSpPr>
          <p:spPr>
            <a:xfrm>
              <a:off x="4355028" y="5526930"/>
              <a:ext cx="59619" cy="13130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1" name="tx4011"/>
            <p:cNvSpPr/>
            <p:nvPr/>
          </p:nvSpPr>
          <p:spPr>
            <a:xfrm>
              <a:off x="4414648" y="5551558"/>
              <a:ext cx="140573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W</a:t>
              </a:r>
            </a:p>
          </p:txBody>
        </p:sp>
        <p:sp>
          <p:nvSpPr>
            <p:cNvPr id="4012" name="tx4012"/>
            <p:cNvSpPr/>
            <p:nvPr/>
          </p:nvSpPr>
          <p:spPr>
            <a:xfrm>
              <a:off x="4716729" y="5551558"/>
              <a:ext cx="207264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 90</a:t>
              </a:r>
            </a:p>
          </p:txBody>
        </p:sp>
        <p:sp>
          <p:nvSpPr>
            <p:cNvPr id="4013" name="tx4013"/>
            <p:cNvSpPr/>
            <p:nvPr/>
          </p:nvSpPr>
          <p:spPr>
            <a:xfrm>
              <a:off x="4923993" y="5526930"/>
              <a:ext cx="59619" cy="13130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4" name="tx4014"/>
            <p:cNvSpPr/>
            <p:nvPr/>
          </p:nvSpPr>
          <p:spPr>
            <a:xfrm>
              <a:off x="4983612" y="5551558"/>
              <a:ext cx="140573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W</a:t>
              </a:r>
            </a:p>
          </p:txBody>
        </p:sp>
        <p:sp>
          <p:nvSpPr>
            <p:cNvPr id="4015" name="tx4015"/>
            <p:cNvSpPr/>
            <p:nvPr/>
          </p:nvSpPr>
          <p:spPr>
            <a:xfrm>
              <a:off x="5285695" y="5551558"/>
              <a:ext cx="207264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 85</a:t>
              </a:r>
            </a:p>
          </p:txBody>
        </p:sp>
        <p:sp>
          <p:nvSpPr>
            <p:cNvPr id="4016" name="tx4016"/>
            <p:cNvSpPr/>
            <p:nvPr/>
          </p:nvSpPr>
          <p:spPr>
            <a:xfrm>
              <a:off x="5492959" y="5526930"/>
              <a:ext cx="59619" cy="13130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7" name="tx4017"/>
            <p:cNvSpPr/>
            <p:nvPr/>
          </p:nvSpPr>
          <p:spPr>
            <a:xfrm>
              <a:off x="5552577" y="5551558"/>
              <a:ext cx="140573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W</a:t>
              </a:r>
            </a:p>
          </p:txBody>
        </p:sp>
        <p:sp>
          <p:nvSpPr>
            <p:cNvPr id="4018" name="tx4018"/>
            <p:cNvSpPr/>
            <p:nvPr/>
          </p:nvSpPr>
          <p:spPr>
            <a:xfrm>
              <a:off x="5854659" y="5551558"/>
              <a:ext cx="207264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 80</a:t>
              </a:r>
            </a:p>
          </p:txBody>
        </p:sp>
        <p:sp>
          <p:nvSpPr>
            <p:cNvPr id="4019" name="tx4019"/>
            <p:cNvSpPr/>
            <p:nvPr/>
          </p:nvSpPr>
          <p:spPr>
            <a:xfrm>
              <a:off x="6061923" y="5526930"/>
              <a:ext cx="59619" cy="13130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0" name="tx4020"/>
            <p:cNvSpPr/>
            <p:nvPr/>
          </p:nvSpPr>
          <p:spPr>
            <a:xfrm>
              <a:off x="6121541" y="5551558"/>
              <a:ext cx="140573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W</a:t>
              </a:r>
            </a:p>
          </p:txBody>
        </p:sp>
        <p:sp>
          <p:nvSpPr>
            <p:cNvPr id="4021" name="tx4021"/>
            <p:cNvSpPr/>
            <p:nvPr/>
          </p:nvSpPr>
          <p:spPr>
            <a:xfrm>
              <a:off x="6423624" y="5551070"/>
              <a:ext cx="207264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 75</a:t>
              </a:r>
            </a:p>
          </p:txBody>
        </p:sp>
        <p:sp>
          <p:nvSpPr>
            <p:cNvPr id="4022" name="tx4022"/>
            <p:cNvSpPr/>
            <p:nvPr/>
          </p:nvSpPr>
          <p:spPr>
            <a:xfrm>
              <a:off x="6630888" y="5526443"/>
              <a:ext cx="59619" cy="13130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3" name="tx4023"/>
            <p:cNvSpPr/>
            <p:nvPr/>
          </p:nvSpPr>
          <p:spPr>
            <a:xfrm>
              <a:off x="6690507" y="5551070"/>
              <a:ext cx="140573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W</a:t>
              </a:r>
            </a:p>
          </p:txBody>
        </p:sp>
        <p:sp>
          <p:nvSpPr>
            <p:cNvPr id="4024" name="tx4024"/>
            <p:cNvSpPr/>
            <p:nvPr/>
          </p:nvSpPr>
          <p:spPr>
            <a:xfrm>
              <a:off x="6992588" y="5551558"/>
              <a:ext cx="207264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 70</a:t>
              </a:r>
            </a:p>
          </p:txBody>
        </p:sp>
        <p:sp>
          <p:nvSpPr>
            <p:cNvPr id="4025" name="tx4025"/>
            <p:cNvSpPr/>
            <p:nvPr/>
          </p:nvSpPr>
          <p:spPr>
            <a:xfrm>
              <a:off x="7199852" y="5526930"/>
              <a:ext cx="59619" cy="13130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6" name="tx4026"/>
            <p:cNvSpPr/>
            <p:nvPr/>
          </p:nvSpPr>
          <p:spPr>
            <a:xfrm>
              <a:off x="7259471" y="5551558"/>
              <a:ext cx="140573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W</a:t>
              </a:r>
            </a:p>
          </p:txBody>
        </p:sp>
        <p:sp>
          <p:nvSpPr>
            <p:cNvPr id="4027" name="tx4027"/>
            <p:cNvSpPr/>
            <p:nvPr/>
          </p:nvSpPr>
          <p:spPr>
            <a:xfrm>
              <a:off x="7561553" y="5551558"/>
              <a:ext cx="207264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 65</a:t>
              </a:r>
            </a:p>
          </p:txBody>
        </p:sp>
        <p:sp>
          <p:nvSpPr>
            <p:cNvPr id="4028" name="tx4028"/>
            <p:cNvSpPr/>
            <p:nvPr/>
          </p:nvSpPr>
          <p:spPr>
            <a:xfrm>
              <a:off x="7768817" y="5526930"/>
              <a:ext cx="59619" cy="13130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9" name="tx4029"/>
            <p:cNvSpPr/>
            <p:nvPr/>
          </p:nvSpPr>
          <p:spPr>
            <a:xfrm>
              <a:off x="7828436" y="5551558"/>
              <a:ext cx="140573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W</a:t>
              </a:r>
            </a:p>
          </p:txBody>
        </p:sp>
        <p:sp>
          <p:nvSpPr>
            <p:cNvPr id="4030" name="tx4030"/>
            <p:cNvSpPr/>
            <p:nvPr/>
          </p:nvSpPr>
          <p:spPr>
            <a:xfrm>
              <a:off x="5267816" y="5737792"/>
              <a:ext cx="818571" cy="1333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Longitude</a:t>
              </a:r>
            </a:p>
          </p:txBody>
        </p:sp>
        <p:sp>
          <p:nvSpPr>
            <p:cNvPr id="4031" name="rc4031"/>
            <p:cNvSpPr/>
            <p:nvPr/>
          </p:nvSpPr>
          <p:spPr>
            <a:xfrm>
              <a:off x="8197047" y="2600218"/>
              <a:ext cx="982927" cy="211520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3085"/>
            </a:p>
          </p:txBody>
        </p:sp>
        <p:sp>
          <p:nvSpPr>
            <p:cNvPr id="4032" name="tx4032"/>
            <p:cNvSpPr/>
            <p:nvPr/>
          </p:nvSpPr>
          <p:spPr>
            <a:xfrm>
              <a:off x="8289832" y="2712633"/>
              <a:ext cx="797356" cy="1333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Genomic </a:t>
              </a:r>
            </a:p>
          </p:txBody>
        </p:sp>
        <p:sp>
          <p:nvSpPr>
            <p:cNvPr id="4033" name="tx4033"/>
            <p:cNvSpPr/>
            <p:nvPr/>
          </p:nvSpPr>
          <p:spPr>
            <a:xfrm>
              <a:off x="8289832" y="2913801"/>
              <a:ext cx="493776" cy="1333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Offset</a:t>
              </a:r>
            </a:p>
          </p:txBody>
        </p:sp>
        <p:pic>
          <p:nvPicPr>
            <p:cNvPr id="4034" name="pic403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8289832" y="3159596"/>
              <a:ext cx="292607" cy="1463040"/>
            </a:xfrm>
            <a:prstGeom prst="rect">
              <a:avLst/>
            </a:prstGeom>
          </p:spPr>
        </p:pic>
        <p:sp>
          <p:nvSpPr>
            <p:cNvPr id="4035" name="pl4035"/>
            <p:cNvSpPr/>
            <p:nvPr/>
          </p:nvSpPr>
          <p:spPr>
            <a:xfrm>
              <a:off x="8523919" y="4620199"/>
              <a:ext cx="5852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36" name="pl4036"/>
            <p:cNvSpPr/>
            <p:nvPr/>
          </p:nvSpPr>
          <p:spPr>
            <a:xfrm>
              <a:off x="8523919" y="4255657"/>
              <a:ext cx="5852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37" name="pl4037"/>
            <p:cNvSpPr/>
            <p:nvPr/>
          </p:nvSpPr>
          <p:spPr>
            <a:xfrm>
              <a:off x="8523919" y="3891116"/>
              <a:ext cx="5852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38" name="pl4038"/>
            <p:cNvSpPr/>
            <p:nvPr/>
          </p:nvSpPr>
          <p:spPr>
            <a:xfrm>
              <a:off x="8523919" y="3526576"/>
              <a:ext cx="5852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39" name="pl4039"/>
            <p:cNvSpPr/>
            <p:nvPr/>
          </p:nvSpPr>
          <p:spPr>
            <a:xfrm>
              <a:off x="8523919" y="3162034"/>
              <a:ext cx="5852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40" name="pl4040"/>
            <p:cNvSpPr/>
            <p:nvPr/>
          </p:nvSpPr>
          <p:spPr>
            <a:xfrm>
              <a:off x="8289832" y="4620199"/>
              <a:ext cx="5852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41" name="pl4041"/>
            <p:cNvSpPr/>
            <p:nvPr/>
          </p:nvSpPr>
          <p:spPr>
            <a:xfrm>
              <a:off x="8289832" y="4255657"/>
              <a:ext cx="5852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42" name="pl4042"/>
            <p:cNvSpPr/>
            <p:nvPr/>
          </p:nvSpPr>
          <p:spPr>
            <a:xfrm>
              <a:off x="8289832" y="3891116"/>
              <a:ext cx="5852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43" name="pl4043"/>
            <p:cNvSpPr/>
            <p:nvPr/>
          </p:nvSpPr>
          <p:spPr>
            <a:xfrm>
              <a:off x="8289832" y="3526576"/>
              <a:ext cx="5852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44" name="pl4044"/>
            <p:cNvSpPr/>
            <p:nvPr/>
          </p:nvSpPr>
          <p:spPr>
            <a:xfrm>
              <a:off x="8289832" y="3162034"/>
              <a:ext cx="5852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45" name="tx4045"/>
            <p:cNvSpPr/>
            <p:nvPr/>
          </p:nvSpPr>
          <p:spPr>
            <a:xfrm>
              <a:off x="8675225" y="4566859"/>
              <a:ext cx="82905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4046" name="tx4046"/>
            <p:cNvSpPr/>
            <p:nvPr/>
          </p:nvSpPr>
          <p:spPr>
            <a:xfrm>
              <a:off x="8675225" y="4202317"/>
              <a:ext cx="82905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047" name="tx4047"/>
            <p:cNvSpPr/>
            <p:nvPr/>
          </p:nvSpPr>
          <p:spPr>
            <a:xfrm>
              <a:off x="8675225" y="3837776"/>
              <a:ext cx="82905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048" name="tx4048"/>
            <p:cNvSpPr/>
            <p:nvPr/>
          </p:nvSpPr>
          <p:spPr>
            <a:xfrm>
              <a:off x="8675225" y="3473236"/>
              <a:ext cx="82905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049" name="tx4049"/>
            <p:cNvSpPr/>
            <p:nvPr/>
          </p:nvSpPr>
          <p:spPr>
            <a:xfrm>
              <a:off x="8675225" y="3108694"/>
              <a:ext cx="82905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4061" name="rc4061"/>
            <p:cNvSpPr/>
            <p:nvPr/>
          </p:nvSpPr>
          <p:spPr>
            <a:xfrm>
              <a:off x="3558988" y="2029051"/>
              <a:ext cx="1668412" cy="1628768"/>
            </a:xfrm>
            <a:prstGeom prst="rect">
              <a:avLst/>
            </a:prstGeom>
            <a:noFill/>
          </p:spPr>
          <p:txBody>
            <a:bodyPr/>
            <a:lstStyle/>
            <a:p>
              <a:endParaRPr sz="3085"/>
            </a:p>
          </p:txBody>
        </p:sp>
        <p:sp>
          <p:nvSpPr>
            <p:cNvPr id="4062" name="rc4062"/>
            <p:cNvSpPr/>
            <p:nvPr/>
          </p:nvSpPr>
          <p:spPr>
            <a:xfrm>
              <a:off x="3558988" y="2029051"/>
              <a:ext cx="1668412" cy="1628768"/>
            </a:xfrm>
            <a:prstGeom prst="rect">
              <a:avLst/>
            </a:prstGeom>
            <a:solidFill>
              <a:srgbClr val="F0F8FF">
                <a:alpha val="100000"/>
              </a:srgbClr>
            </a:solidFill>
          </p:spPr>
          <p:txBody>
            <a:bodyPr/>
            <a:lstStyle/>
            <a:p>
              <a:endParaRPr sz="3085"/>
            </a:p>
          </p:txBody>
        </p:sp>
        <p:sp>
          <p:nvSpPr>
            <p:cNvPr id="4063" name="pl4063"/>
            <p:cNvSpPr/>
            <p:nvPr/>
          </p:nvSpPr>
          <p:spPr>
            <a:xfrm>
              <a:off x="3592088" y="2029051"/>
              <a:ext cx="0" cy="1628768"/>
            </a:xfrm>
            <a:custGeom>
              <a:avLst/>
              <a:gdLst/>
              <a:ahLst/>
              <a:cxnLst/>
              <a:rect l="0" t="0" r="0" b="0"/>
              <a:pathLst>
                <a:path h="1221576">
                  <a:moveTo>
                    <a:pt x="0" y="1221576"/>
                  </a:moveTo>
                  <a:lnTo>
                    <a:pt x="0" y="1214519"/>
                  </a:lnTo>
                  <a:lnTo>
                    <a:pt x="0" y="1197347"/>
                  </a:lnTo>
                  <a:lnTo>
                    <a:pt x="0" y="1180176"/>
                  </a:lnTo>
                  <a:lnTo>
                    <a:pt x="0" y="1163005"/>
                  </a:lnTo>
                  <a:lnTo>
                    <a:pt x="0" y="1145834"/>
                  </a:lnTo>
                  <a:lnTo>
                    <a:pt x="0" y="1128662"/>
                  </a:lnTo>
                  <a:lnTo>
                    <a:pt x="0" y="1111491"/>
                  </a:lnTo>
                  <a:lnTo>
                    <a:pt x="0" y="1094320"/>
                  </a:lnTo>
                  <a:lnTo>
                    <a:pt x="0" y="1077149"/>
                  </a:lnTo>
                  <a:lnTo>
                    <a:pt x="0" y="1059977"/>
                  </a:lnTo>
                  <a:lnTo>
                    <a:pt x="0" y="1042806"/>
                  </a:lnTo>
                  <a:lnTo>
                    <a:pt x="0" y="1025635"/>
                  </a:lnTo>
                  <a:lnTo>
                    <a:pt x="0" y="1008464"/>
                  </a:lnTo>
                  <a:lnTo>
                    <a:pt x="0" y="991292"/>
                  </a:lnTo>
                  <a:lnTo>
                    <a:pt x="0" y="974121"/>
                  </a:lnTo>
                  <a:lnTo>
                    <a:pt x="0" y="956950"/>
                  </a:lnTo>
                  <a:lnTo>
                    <a:pt x="0" y="939779"/>
                  </a:lnTo>
                  <a:lnTo>
                    <a:pt x="0" y="922608"/>
                  </a:lnTo>
                  <a:lnTo>
                    <a:pt x="0" y="905436"/>
                  </a:lnTo>
                  <a:lnTo>
                    <a:pt x="0" y="888265"/>
                  </a:lnTo>
                  <a:lnTo>
                    <a:pt x="0" y="871094"/>
                  </a:lnTo>
                  <a:lnTo>
                    <a:pt x="0" y="853923"/>
                  </a:lnTo>
                  <a:lnTo>
                    <a:pt x="0" y="836751"/>
                  </a:lnTo>
                  <a:lnTo>
                    <a:pt x="0" y="819580"/>
                  </a:lnTo>
                  <a:lnTo>
                    <a:pt x="0" y="802409"/>
                  </a:lnTo>
                  <a:lnTo>
                    <a:pt x="0" y="785238"/>
                  </a:lnTo>
                  <a:lnTo>
                    <a:pt x="0" y="768066"/>
                  </a:lnTo>
                  <a:lnTo>
                    <a:pt x="0" y="750895"/>
                  </a:lnTo>
                  <a:lnTo>
                    <a:pt x="0" y="733724"/>
                  </a:lnTo>
                  <a:lnTo>
                    <a:pt x="0" y="716553"/>
                  </a:lnTo>
                  <a:lnTo>
                    <a:pt x="0" y="699382"/>
                  </a:lnTo>
                  <a:lnTo>
                    <a:pt x="0" y="682210"/>
                  </a:lnTo>
                  <a:lnTo>
                    <a:pt x="0" y="665039"/>
                  </a:lnTo>
                  <a:lnTo>
                    <a:pt x="0" y="647868"/>
                  </a:lnTo>
                  <a:lnTo>
                    <a:pt x="0" y="630697"/>
                  </a:lnTo>
                  <a:lnTo>
                    <a:pt x="0" y="613525"/>
                  </a:lnTo>
                  <a:lnTo>
                    <a:pt x="0" y="596354"/>
                  </a:lnTo>
                  <a:lnTo>
                    <a:pt x="0" y="579183"/>
                  </a:lnTo>
                  <a:lnTo>
                    <a:pt x="0" y="562012"/>
                  </a:lnTo>
                  <a:lnTo>
                    <a:pt x="0" y="544840"/>
                  </a:lnTo>
                  <a:lnTo>
                    <a:pt x="0" y="527669"/>
                  </a:lnTo>
                  <a:lnTo>
                    <a:pt x="0" y="510498"/>
                  </a:lnTo>
                  <a:lnTo>
                    <a:pt x="0" y="493327"/>
                  </a:lnTo>
                  <a:lnTo>
                    <a:pt x="0" y="476155"/>
                  </a:lnTo>
                  <a:lnTo>
                    <a:pt x="0" y="458984"/>
                  </a:lnTo>
                  <a:lnTo>
                    <a:pt x="0" y="441813"/>
                  </a:lnTo>
                  <a:lnTo>
                    <a:pt x="0" y="424642"/>
                  </a:lnTo>
                  <a:lnTo>
                    <a:pt x="0" y="407471"/>
                  </a:lnTo>
                  <a:lnTo>
                    <a:pt x="0" y="390299"/>
                  </a:lnTo>
                  <a:lnTo>
                    <a:pt x="0" y="373128"/>
                  </a:lnTo>
                  <a:lnTo>
                    <a:pt x="0" y="355957"/>
                  </a:lnTo>
                  <a:lnTo>
                    <a:pt x="0" y="338786"/>
                  </a:lnTo>
                  <a:lnTo>
                    <a:pt x="0" y="321614"/>
                  </a:lnTo>
                  <a:lnTo>
                    <a:pt x="0" y="304443"/>
                  </a:lnTo>
                  <a:lnTo>
                    <a:pt x="0" y="287272"/>
                  </a:lnTo>
                  <a:lnTo>
                    <a:pt x="0" y="270101"/>
                  </a:lnTo>
                  <a:lnTo>
                    <a:pt x="0" y="252929"/>
                  </a:lnTo>
                  <a:lnTo>
                    <a:pt x="0" y="235758"/>
                  </a:lnTo>
                  <a:lnTo>
                    <a:pt x="0" y="218587"/>
                  </a:lnTo>
                  <a:lnTo>
                    <a:pt x="0" y="201416"/>
                  </a:lnTo>
                  <a:lnTo>
                    <a:pt x="0" y="184245"/>
                  </a:lnTo>
                  <a:lnTo>
                    <a:pt x="0" y="167073"/>
                  </a:lnTo>
                  <a:lnTo>
                    <a:pt x="0" y="149902"/>
                  </a:lnTo>
                  <a:lnTo>
                    <a:pt x="0" y="132731"/>
                  </a:lnTo>
                  <a:lnTo>
                    <a:pt x="0" y="115560"/>
                  </a:lnTo>
                  <a:lnTo>
                    <a:pt x="0" y="98388"/>
                  </a:lnTo>
                  <a:lnTo>
                    <a:pt x="0" y="81217"/>
                  </a:lnTo>
                  <a:lnTo>
                    <a:pt x="0" y="64046"/>
                  </a:lnTo>
                  <a:lnTo>
                    <a:pt x="0" y="46875"/>
                  </a:lnTo>
                  <a:lnTo>
                    <a:pt x="0" y="29703"/>
                  </a:lnTo>
                  <a:lnTo>
                    <a:pt x="0" y="1253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9525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64" name="pl4064"/>
            <p:cNvSpPr/>
            <p:nvPr/>
          </p:nvSpPr>
          <p:spPr>
            <a:xfrm>
              <a:off x="3889857" y="2029051"/>
              <a:ext cx="0" cy="1628768"/>
            </a:xfrm>
            <a:custGeom>
              <a:avLst/>
              <a:gdLst/>
              <a:ahLst/>
              <a:cxnLst/>
              <a:rect l="0" t="0" r="0" b="0"/>
              <a:pathLst>
                <a:path h="1221576">
                  <a:moveTo>
                    <a:pt x="0" y="1221576"/>
                  </a:moveTo>
                  <a:lnTo>
                    <a:pt x="0" y="1214519"/>
                  </a:lnTo>
                  <a:lnTo>
                    <a:pt x="0" y="1197347"/>
                  </a:lnTo>
                  <a:lnTo>
                    <a:pt x="0" y="1180176"/>
                  </a:lnTo>
                  <a:lnTo>
                    <a:pt x="0" y="1163005"/>
                  </a:lnTo>
                  <a:lnTo>
                    <a:pt x="0" y="1145834"/>
                  </a:lnTo>
                  <a:lnTo>
                    <a:pt x="0" y="1128662"/>
                  </a:lnTo>
                  <a:lnTo>
                    <a:pt x="0" y="1111491"/>
                  </a:lnTo>
                  <a:lnTo>
                    <a:pt x="0" y="1094320"/>
                  </a:lnTo>
                  <a:lnTo>
                    <a:pt x="0" y="1077149"/>
                  </a:lnTo>
                  <a:lnTo>
                    <a:pt x="0" y="1059977"/>
                  </a:lnTo>
                  <a:lnTo>
                    <a:pt x="0" y="1042806"/>
                  </a:lnTo>
                  <a:lnTo>
                    <a:pt x="0" y="1025635"/>
                  </a:lnTo>
                  <a:lnTo>
                    <a:pt x="0" y="1008464"/>
                  </a:lnTo>
                  <a:lnTo>
                    <a:pt x="0" y="991292"/>
                  </a:lnTo>
                  <a:lnTo>
                    <a:pt x="0" y="974121"/>
                  </a:lnTo>
                  <a:lnTo>
                    <a:pt x="0" y="956950"/>
                  </a:lnTo>
                  <a:lnTo>
                    <a:pt x="0" y="939779"/>
                  </a:lnTo>
                  <a:lnTo>
                    <a:pt x="0" y="922608"/>
                  </a:lnTo>
                  <a:lnTo>
                    <a:pt x="0" y="905436"/>
                  </a:lnTo>
                  <a:lnTo>
                    <a:pt x="0" y="888265"/>
                  </a:lnTo>
                  <a:lnTo>
                    <a:pt x="0" y="871094"/>
                  </a:lnTo>
                  <a:lnTo>
                    <a:pt x="0" y="853923"/>
                  </a:lnTo>
                  <a:lnTo>
                    <a:pt x="0" y="836751"/>
                  </a:lnTo>
                  <a:lnTo>
                    <a:pt x="0" y="819580"/>
                  </a:lnTo>
                  <a:lnTo>
                    <a:pt x="0" y="802409"/>
                  </a:lnTo>
                  <a:lnTo>
                    <a:pt x="0" y="785238"/>
                  </a:lnTo>
                  <a:lnTo>
                    <a:pt x="0" y="768066"/>
                  </a:lnTo>
                  <a:lnTo>
                    <a:pt x="0" y="750895"/>
                  </a:lnTo>
                  <a:lnTo>
                    <a:pt x="0" y="733724"/>
                  </a:lnTo>
                  <a:lnTo>
                    <a:pt x="0" y="716553"/>
                  </a:lnTo>
                  <a:lnTo>
                    <a:pt x="0" y="699382"/>
                  </a:lnTo>
                  <a:lnTo>
                    <a:pt x="0" y="682210"/>
                  </a:lnTo>
                  <a:lnTo>
                    <a:pt x="0" y="665039"/>
                  </a:lnTo>
                  <a:lnTo>
                    <a:pt x="0" y="647868"/>
                  </a:lnTo>
                  <a:lnTo>
                    <a:pt x="0" y="630697"/>
                  </a:lnTo>
                  <a:lnTo>
                    <a:pt x="0" y="613525"/>
                  </a:lnTo>
                  <a:lnTo>
                    <a:pt x="0" y="596354"/>
                  </a:lnTo>
                  <a:lnTo>
                    <a:pt x="0" y="579183"/>
                  </a:lnTo>
                  <a:lnTo>
                    <a:pt x="0" y="562012"/>
                  </a:lnTo>
                  <a:lnTo>
                    <a:pt x="0" y="544840"/>
                  </a:lnTo>
                  <a:lnTo>
                    <a:pt x="0" y="527669"/>
                  </a:lnTo>
                  <a:lnTo>
                    <a:pt x="0" y="510498"/>
                  </a:lnTo>
                  <a:lnTo>
                    <a:pt x="0" y="493327"/>
                  </a:lnTo>
                  <a:lnTo>
                    <a:pt x="0" y="476155"/>
                  </a:lnTo>
                  <a:lnTo>
                    <a:pt x="0" y="458984"/>
                  </a:lnTo>
                  <a:lnTo>
                    <a:pt x="0" y="441813"/>
                  </a:lnTo>
                  <a:lnTo>
                    <a:pt x="0" y="424642"/>
                  </a:lnTo>
                  <a:lnTo>
                    <a:pt x="0" y="407471"/>
                  </a:lnTo>
                  <a:lnTo>
                    <a:pt x="0" y="390299"/>
                  </a:lnTo>
                  <a:lnTo>
                    <a:pt x="0" y="373128"/>
                  </a:lnTo>
                  <a:lnTo>
                    <a:pt x="0" y="355957"/>
                  </a:lnTo>
                  <a:lnTo>
                    <a:pt x="0" y="338786"/>
                  </a:lnTo>
                  <a:lnTo>
                    <a:pt x="0" y="321614"/>
                  </a:lnTo>
                  <a:lnTo>
                    <a:pt x="0" y="304443"/>
                  </a:lnTo>
                  <a:lnTo>
                    <a:pt x="0" y="287272"/>
                  </a:lnTo>
                  <a:lnTo>
                    <a:pt x="0" y="270101"/>
                  </a:lnTo>
                  <a:lnTo>
                    <a:pt x="0" y="252929"/>
                  </a:lnTo>
                  <a:lnTo>
                    <a:pt x="0" y="235758"/>
                  </a:lnTo>
                  <a:lnTo>
                    <a:pt x="0" y="218587"/>
                  </a:lnTo>
                  <a:lnTo>
                    <a:pt x="0" y="201416"/>
                  </a:lnTo>
                  <a:lnTo>
                    <a:pt x="0" y="184245"/>
                  </a:lnTo>
                  <a:lnTo>
                    <a:pt x="0" y="167073"/>
                  </a:lnTo>
                  <a:lnTo>
                    <a:pt x="0" y="149902"/>
                  </a:lnTo>
                  <a:lnTo>
                    <a:pt x="0" y="132731"/>
                  </a:lnTo>
                  <a:lnTo>
                    <a:pt x="0" y="115560"/>
                  </a:lnTo>
                  <a:lnTo>
                    <a:pt x="0" y="98388"/>
                  </a:lnTo>
                  <a:lnTo>
                    <a:pt x="0" y="81217"/>
                  </a:lnTo>
                  <a:lnTo>
                    <a:pt x="0" y="64046"/>
                  </a:lnTo>
                  <a:lnTo>
                    <a:pt x="0" y="46875"/>
                  </a:lnTo>
                  <a:lnTo>
                    <a:pt x="0" y="29703"/>
                  </a:lnTo>
                  <a:lnTo>
                    <a:pt x="0" y="1253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9525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65" name="pl4065"/>
            <p:cNvSpPr/>
            <p:nvPr/>
          </p:nvSpPr>
          <p:spPr>
            <a:xfrm>
              <a:off x="4187625" y="2029051"/>
              <a:ext cx="0" cy="1628768"/>
            </a:xfrm>
            <a:custGeom>
              <a:avLst/>
              <a:gdLst/>
              <a:ahLst/>
              <a:cxnLst/>
              <a:rect l="0" t="0" r="0" b="0"/>
              <a:pathLst>
                <a:path h="1221576">
                  <a:moveTo>
                    <a:pt x="0" y="1221576"/>
                  </a:moveTo>
                  <a:lnTo>
                    <a:pt x="0" y="1214519"/>
                  </a:lnTo>
                  <a:lnTo>
                    <a:pt x="0" y="1197347"/>
                  </a:lnTo>
                  <a:lnTo>
                    <a:pt x="0" y="1180176"/>
                  </a:lnTo>
                  <a:lnTo>
                    <a:pt x="0" y="1163005"/>
                  </a:lnTo>
                  <a:lnTo>
                    <a:pt x="0" y="1145834"/>
                  </a:lnTo>
                  <a:lnTo>
                    <a:pt x="0" y="1128662"/>
                  </a:lnTo>
                  <a:lnTo>
                    <a:pt x="0" y="1111491"/>
                  </a:lnTo>
                  <a:lnTo>
                    <a:pt x="0" y="1094320"/>
                  </a:lnTo>
                  <a:lnTo>
                    <a:pt x="0" y="1077149"/>
                  </a:lnTo>
                  <a:lnTo>
                    <a:pt x="0" y="1059977"/>
                  </a:lnTo>
                  <a:lnTo>
                    <a:pt x="0" y="1042806"/>
                  </a:lnTo>
                  <a:lnTo>
                    <a:pt x="0" y="1025635"/>
                  </a:lnTo>
                  <a:lnTo>
                    <a:pt x="0" y="1008464"/>
                  </a:lnTo>
                  <a:lnTo>
                    <a:pt x="0" y="991292"/>
                  </a:lnTo>
                  <a:lnTo>
                    <a:pt x="0" y="974121"/>
                  </a:lnTo>
                  <a:lnTo>
                    <a:pt x="0" y="956950"/>
                  </a:lnTo>
                  <a:lnTo>
                    <a:pt x="0" y="939779"/>
                  </a:lnTo>
                  <a:lnTo>
                    <a:pt x="0" y="922608"/>
                  </a:lnTo>
                  <a:lnTo>
                    <a:pt x="0" y="905436"/>
                  </a:lnTo>
                  <a:lnTo>
                    <a:pt x="0" y="888265"/>
                  </a:lnTo>
                  <a:lnTo>
                    <a:pt x="0" y="871094"/>
                  </a:lnTo>
                  <a:lnTo>
                    <a:pt x="0" y="853923"/>
                  </a:lnTo>
                  <a:lnTo>
                    <a:pt x="0" y="836751"/>
                  </a:lnTo>
                  <a:lnTo>
                    <a:pt x="0" y="819580"/>
                  </a:lnTo>
                  <a:lnTo>
                    <a:pt x="0" y="802409"/>
                  </a:lnTo>
                  <a:lnTo>
                    <a:pt x="0" y="785238"/>
                  </a:lnTo>
                  <a:lnTo>
                    <a:pt x="0" y="768066"/>
                  </a:lnTo>
                  <a:lnTo>
                    <a:pt x="0" y="750895"/>
                  </a:lnTo>
                  <a:lnTo>
                    <a:pt x="0" y="733724"/>
                  </a:lnTo>
                  <a:lnTo>
                    <a:pt x="0" y="716553"/>
                  </a:lnTo>
                  <a:lnTo>
                    <a:pt x="0" y="699382"/>
                  </a:lnTo>
                  <a:lnTo>
                    <a:pt x="0" y="682210"/>
                  </a:lnTo>
                  <a:lnTo>
                    <a:pt x="0" y="665039"/>
                  </a:lnTo>
                  <a:lnTo>
                    <a:pt x="0" y="647868"/>
                  </a:lnTo>
                  <a:lnTo>
                    <a:pt x="0" y="630697"/>
                  </a:lnTo>
                  <a:lnTo>
                    <a:pt x="0" y="613525"/>
                  </a:lnTo>
                  <a:lnTo>
                    <a:pt x="0" y="596354"/>
                  </a:lnTo>
                  <a:lnTo>
                    <a:pt x="0" y="579183"/>
                  </a:lnTo>
                  <a:lnTo>
                    <a:pt x="0" y="562012"/>
                  </a:lnTo>
                  <a:lnTo>
                    <a:pt x="0" y="544840"/>
                  </a:lnTo>
                  <a:lnTo>
                    <a:pt x="0" y="527669"/>
                  </a:lnTo>
                  <a:lnTo>
                    <a:pt x="0" y="510498"/>
                  </a:lnTo>
                  <a:lnTo>
                    <a:pt x="0" y="493327"/>
                  </a:lnTo>
                  <a:lnTo>
                    <a:pt x="0" y="476155"/>
                  </a:lnTo>
                  <a:lnTo>
                    <a:pt x="0" y="458984"/>
                  </a:lnTo>
                  <a:lnTo>
                    <a:pt x="0" y="441813"/>
                  </a:lnTo>
                  <a:lnTo>
                    <a:pt x="0" y="424642"/>
                  </a:lnTo>
                  <a:lnTo>
                    <a:pt x="0" y="407471"/>
                  </a:lnTo>
                  <a:lnTo>
                    <a:pt x="0" y="390299"/>
                  </a:lnTo>
                  <a:lnTo>
                    <a:pt x="0" y="373128"/>
                  </a:lnTo>
                  <a:lnTo>
                    <a:pt x="0" y="355957"/>
                  </a:lnTo>
                  <a:lnTo>
                    <a:pt x="0" y="338786"/>
                  </a:lnTo>
                  <a:lnTo>
                    <a:pt x="0" y="321614"/>
                  </a:lnTo>
                  <a:lnTo>
                    <a:pt x="0" y="304443"/>
                  </a:lnTo>
                  <a:lnTo>
                    <a:pt x="0" y="287272"/>
                  </a:lnTo>
                  <a:lnTo>
                    <a:pt x="0" y="270101"/>
                  </a:lnTo>
                  <a:lnTo>
                    <a:pt x="0" y="252929"/>
                  </a:lnTo>
                  <a:lnTo>
                    <a:pt x="0" y="235758"/>
                  </a:lnTo>
                  <a:lnTo>
                    <a:pt x="0" y="218587"/>
                  </a:lnTo>
                  <a:lnTo>
                    <a:pt x="0" y="201416"/>
                  </a:lnTo>
                  <a:lnTo>
                    <a:pt x="0" y="184245"/>
                  </a:lnTo>
                  <a:lnTo>
                    <a:pt x="0" y="167073"/>
                  </a:lnTo>
                  <a:lnTo>
                    <a:pt x="0" y="149902"/>
                  </a:lnTo>
                  <a:lnTo>
                    <a:pt x="0" y="132731"/>
                  </a:lnTo>
                  <a:lnTo>
                    <a:pt x="0" y="115560"/>
                  </a:lnTo>
                  <a:lnTo>
                    <a:pt x="0" y="98388"/>
                  </a:lnTo>
                  <a:lnTo>
                    <a:pt x="0" y="81217"/>
                  </a:lnTo>
                  <a:lnTo>
                    <a:pt x="0" y="64046"/>
                  </a:lnTo>
                  <a:lnTo>
                    <a:pt x="0" y="46875"/>
                  </a:lnTo>
                  <a:lnTo>
                    <a:pt x="0" y="29703"/>
                  </a:lnTo>
                  <a:lnTo>
                    <a:pt x="0" y="1253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9525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66" name="pl4066"/>
            <p:cNvSpPr/>
            <p:nvPr/>
          </p:nvSpPr>
          <p:spPr>
            <a:xfrm>
              <a:off x="4485393" y="2029051"/>
              <a:ext cx="0" cy="1628768"/>
            </a:xfrm>
            <a:custGeom>
              <a:avLst/>
              <a:gdLst/>
              <a:ahLst/>
              <a:cxnLst/>
              <a:rect l="0" t="0" r="0" b="0"/>
              <a:pathLst>
                <a:path h="1221576">
                  <a:moveTo>
                    <a:pt x="0" y="1221576"/>
                  </a:moveTo>
                  <a:lnTo>
                    <a:pt x="0" y="1214519"/>
                  </a:lnTo>
                  <a:lnTo>
                    <a:pt x="0" y="1197347"/>
                  </a:lnTo>
                  <a:lnTo>
                    <a:pt x="0" y="1180176"/>
                  </a:lnTo>
                  <a:lnTo>
                    <a:pt x="0" y="1163005"/>
                  </a:lnTo>
                  <a:lnTo>
                    <a:pt x="0" y="1145834"/>
                  </a:lnTo>
                  <a:lnTo>
                    <a:pt x="0" y="1128662"/>
                  </a:lnTo>
                  <a:lnTo>
                    <a:pt x="0" y="1111491"/>
                  </a:lnTo>
                  <a:lnTo>
                    <a:pt x="0" y="1094320"/>
                  </a:lnTo>
                  <a:lnTo>
                    <a:pt x="0" y="1077149"/>
                  </a:lnTo>
                  <a:lnTo>
                    <a:pt x="0" y="1059977"/>
                  </a:lnTo>
                  <a:lnTo>
                    <a:pt x="0" y="1042806"/>
                  </a:lnTo>
                  <a:lnTo>
                    <a:pt x="0" y="1025635"/>
                  </a:lnTo>
                  <a:lnTo>
                    <a:pt x="0" y="1008464"/>
                  </a:lnTo>
                  <a:lnTo>
                    <a:pt x="0" y="991292"/>
                  </a:lnTo>
                  <a:lnTo>
                    <a:pt x="0" y="974121"/>
                  </a:lnTo>
                  <a:lnTo>
                    <a:pt x="0" y="956950"/>
                  </a:lnTo>
                  <a:lnTo>
                    <a:pt x="0" y="939779"/>
                  </a:lnTo>
                  <a:lnTo>
                    <a:pt x="0" y="922608"/>
                  </a:lnTo>
                  <a:lnTo>
                    <a:pt x="0" y="905436"/>
                  </a:lnTo>
                  <a:lnTo>
                    <a:pt x="0" y="888265"/>
                  </a:lnTo>
                  <a:lnTo>
                    <a:pt x="0" y="871094"/>
                  </a:lnTo>
                  <a:lnTo>
                    <a:pt x="0" y="853923"/>
                  </a:lnTo>
                  <a:lnTo>
                    <a:pt x="0" y="836751"/>
                  </a:lnTo>
                  <a:lnTo>
                    <a:pt x="0" y="819580"/>
                  </a:lnTo>
                  <a:lnTo>
                    <a:pt x="0" y="802409"/>
                  </a:lnTo>
                  <a:lnTo>
                    <a:pt x="0" y="785238"/>
                  </a:lnTo>
                  <a:lnTo>
                    <a:pt x="0" y="768066"/>
                  </a:lnTo>
                  <a:lnTo>
                    <a:pt x="0" y="750895"/>
                  </a:lnTo>
                  <a:lnTo>
                    <a:pt x="0" y="733724"/>
                  </a:lnTo>
                  <a:lnTo>
                    <a:pt x="0" y="716553"/>
                  </a:lnTo>
                  <a:lnTo>
                    <a:pt x="0" y="699382"/>
                  </a:lnTo>
                  <a:lnTo>
                    <a:pt x="0" y="682210"/>
                  </a:lnTo>
                  <a:lnTo>
                    <a:pt x="0" y="665039"/>
                  </a:lnTo>
                  <a:lnTo>
                    <a:pt x="0" y="647868"/>
                  </a:lnTo>
                  <a:lnTo>
                    <a:pt x="0" y="630697"/>
                  </a:lnTo>
                  <a:lnTo>
                    <a:pt x="0" y="613525"/>
                  </a:lnTo>
                  <a:lnTo>
                    <a:pt x="0" y="596354"/>
                  </a:lnTo>
                  <a:lnTo>
                    <a:pt x="0" y="579183"/>
                  </a:lnTo>
                  <a:lnTo>
                    <a:pt x="0" y="562012"/>
                  </a:lnTo>
                  <a:lnTo>
                    <a:pt x="0" y="544840"/>
                  </a:lnTo>
                  <a:lnTo>
                    <a:pt x="0" y="527669"/>
                  </a:lnTo>
                  <a:lnTo>
                    <a:pt x="0" y="510498"/>
                  </a:lnTo>
                  <a:lnTo>
                    <a:pt x="0" y="493327"/>
                  </a:lnTo>
                  <a:lnTo>
                    <a:pt x="0" y="476155"/>
                  </a:lnTo>
                  <a:lnTo>
                    <a:pt x="0" y="458984"/>
                  </a:lnTo>
                  <a:lnTo>
                    <a:pt x="0" y="441813"/>
                  </a:lnTo>
                  <a:lnTo>
                    <a:pt x="0" y="424642"/>
                  </a:lnTo>
                  <a:lnTo>
                    <a:pt x="0" y="407471"/>
                  </a:lnTo>
                  <a:lnTo>
                    <a:pt x="0" y="390299"/>
                  </a:lnTo>
                  <a:lnTo>
                    <a:pt x="0" y="373128"/>
                  </a:lnTo>
                  <a:lnTo>
                    <a:pt x="0" y="355957"/>
                  </a:lnTo>
                  <a:lnTo>
                    <a:pt x="0" y="338786"/>
                  </a:lnTo>
                  <a:lnTo>
                    <a:pt x="0" y="321614"/>
                  </a:lnTo>
                  <a:lnTo>
                    <a:pt x="0" y="304443"/>
                  </a:lnTo>
                  <a:lnTo>
                    <a:pt x="0" y="287272"/>
                  </a:lnTo>
                  <a:lnTo>
                    <a:pt x="0" y="270101"/>
                  </a:lnTo>
                  <a:lnTo>
                    <a:pt x="0" y="252929"/>
                  </a:lnTo>
                  <a:lnTo>
                    <a:pt x="0" y="235758"/>
                  </a:lnTo>
                  <a:lnTo>
                    <a:pt x="0" y="218587"/>
                  </a:lnTo>
                  <a:lnTo>
                    <a:pt x="0" y="201416"/>
                  </a:lnTo>
                  <a:lnTo>
                    <a:pt x="0" y="184245"/>
                  </a:lnTo>
                  <a:lnTo>
                    <a:pt x="0" y="167073"/>
                  </a:lnTo>
                  <a:lnTo>
                    <a:pt x="0" y="149902"/>
                  </a:lnTo>
                  <a:lnTo>
                    <a:pt x="0" y="132731"/>
                  </a:lnTo>
                  <a:lnTo>
                    <a:pt x="0" y="115560"/>
                  </a:lnTo>
                  <a:lnTo>
                    <a:pt x="0" y="98388"/>
                  </a:lnTo>
                  <a:lnTo>
                    <a:pt x="0" y="81217"/>
                  </a:lnTo>
                  <a:lnTo>
                    <a:pt x="0" y="64046"/>
                  </a:lnTo>
                  <a:lnTo>
                    <a:pt x="0" y="46875"/>
                  </a:lnTo>
                  <a:lnTo>
                    <a:pt x="0" y="29703"/>
                  </a:lnTo>
                  <a:lnTo>
                    <a:pt x="0" y="1253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9525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67" name="pl4067"/>
            <p:cNvSpPr/>
            <p:nvPr/>
          </p:nvSpPr>
          <p:spPr>
            <a:xfrm>
              <a:off x="4783161" y="2029051"/>
              <a:ext cx="0" cy="1628768"/>
            </a:xfrm>
            <a:custGeom>
              <a:avLst/>
              <a:gdLst/>
              <a:ahLst/>
              <a:cxnLst/>
              <a:rect l="0" t="0" r="0" b="0"/>
              <a:pathLst>
                <a:path h="1221576">
                  <a:moveTo>
                    <a:pt x="0" y="1221576"/>
                  </a:moveTo>
                  <a:lnTo>
                    <a:pt x="0" y="1214519"/>
                  </a:lnTo>
                  <a:lnTo>
                    <a:pt x="0" y="1197347"/>
                  </a:lnTo>
                  <a:lnTo>
                    <a:pt x="0" y="1180176"/>
                  </a:lnTo>
                  <a:lnTo>
                    <a:pt x="0" y="1163005"/>
                  </a:lnTo>
                  <a:lnTo>
                    <a:pt x="0" y="1145834"/>
                  </a:lnTo>
                  <a:lnTo>
                    <a:pt x="0" y="1128662"/>
                  </a:lnTo>
                  <a:lnTo>
                    <a:pt x="0" y="1111491"/>
                  </a:lnTo>
                  <a:lnTo>
                    <a:pt x="0" y="1094320"/>
                  </a:lnTo>
                  <a:lnTo>
                    <a:pt x="0" y="1077149"/>
                  </a:lnTo>
                  <a:lnTo>
                    <a:pt x="0" y="1059977"/>
                  </a:lnTo>
                  <a:lnTo>
                    <a:pt x="0" y="1042806"/>
                  </a:lnTo>
                  <a:lnTo>
                    <a:pt x="0" y="1025635"/>
                  </a:lnTo>
                  <a:lnTo>
                    <a:pt x="0" y="1008464"/>
                  </a:lnTo>
                  <a:lnTo>
                    <a:pt x="0" y="991292"/>
                  </a:lnTo>
                  <a:lnTo>
                    <a:pt x="0" y="974121"/>
                  </a:lnTo>
                  <a:lnTo>
                    <a:pt x="0" y="956950"/>
                  </a:lnTo>
                  <a:lnTo>
                    <a:pt x="0" y="939779"/>
                  </a:lnTo>
                  <a:lnTo>
                    <a:pt x="0" y="922608"/>
                  </a:lnTo>
                  <a:lnTo>
                    <a:pt x="0" y="905436"/>
                  </a:lnTo>
                  <a:lnTo>
                    <a:pt x="0" y="888265"/>
                  </a:lnTo>
                  <a:lnTo>
                    <a:pt x="0" y="871094"/>
                  </a:lnTo>
                  <a:lnTo>
                    <a:pt x="0" y="853923"/>
                  </a:lnTo>
                  <a:lnTo>
                    <a:pt x="0" y="836751"/>
                  </a:lnTo>
                  <a:lnTo>
                    <a:pt x="0" y="819580"/>
                  </a:lnTo>
                  <a:lnTo>
                    <a:pt x="0" y="802409"/>
                  </a:lnTo>
                  <a:lnTo>
                    <a:pt x="0" y="785238"/>
                  </a:lnTo>
                  <a:lnTo>
                    <a:pt x="0" y="768066"/>
                  </a:lnTo>
                  <a:lnTo>
                    <a:pt x="0" y="750895"/>
                  </a:lnTo>
                  <a:lnTo>
                    <a:pt x="0" y="733724"/>
                  </a:lnTo>
                  <a:lnTo>
                    <a:pt x="0" y="716553"/>
                  </a:lnTo>
                  <a:lnTo>
                    <a:pt x="0" y="699382"/>
                  </a:lnTo>
                  <a:lnTo>
                    <a:pt x="0" y="682210"/>
                  </a:lnTo>
                  <a:lnTo>
                    <a:pt x="0" y="665039"/>
                  </a:lnTo>
                  <a:lnTo>
                    <a:pt x="0" y="647868"/>
                  </a:lnTo>
                  <a:lnTo>
                    <a:pt x="0" y="630697"/>
                  </a:lnTo>
                  <a:lnTo>
                    <a:pt x="0" y="613525"/>
                  </a:lnTo>
                  <a:lnTo>
                    <a:pt x="0" y="596354"/>
                  </a:lnTo>
                  <a:lnTo>
                    <a:pt x="0" y="579183"/>
                  </a:lnTo>
                  <a:lnTo>
                    <a:pt x="0" y="562012"/>
                  </a:lnTo>
                  <a:lnTo>
                    <a:pt x="0" y="544840"/>
                  </a:lnTo>
                  <a:lnTo>
                    <a:pt x="0" y="527669"/>
                  </a:lnTo>
                  <a:lnTo>
                    <a:pt x="0" y="510498"/>
                  </a:lnTo>
                  <a:lnTo>
                    <a:pt x="0" y="493327"/>
                  </a:lnTo>
                  <a:lnTo>
                    <a:pt x="0" y="476155"/>
                  </a:lnTo>
                  <a:lnTo>
                    <a:pt x="0" y="458984"/>
                  </a:lnTo>
                  <a:lnTo>
                    <a:pt x="0" y="441813"/>
                  </a:lnTo>
                  <a:lnTo>
                    <a:pt x="0" y="424642"/>
                  </a:lnTo>
                  <a:lnTo>
                    <a:pt x="0" y="407471"/>
                  </a:lnTo>
                  <a:lnTo>
                    <a:pt x="0" y="390299"/>
                  </a:lnTo>
                  <a:lnTo>
                    <a:pt x="0" y="373128"/>
                  </a:lnTo>
                  <a:lnTo>
                    <a:pt x="0" y="355957"/>
                  </a:lnTo>
                  <a:lnTo>
                    <a:pt x="0" y="338786"/>
                  </a:lnTo>
                  <a:lnTo>
                    <a:pt x="0" y="321614"/>
                  </a:lnTo>
                  <a:lnTo>
                    <a:pt x="0" y="304443"/>
                  </a:lnTo>
                  <a:lnTo>
                    <a:pt x="0" y="287272"/>
                  </a:lnTo>
                  <a:lnTo>
                    <a:pt x="0" y="270101"/>
                  </a:lnTo>
                  <a:lnTo>
                    <a:pt x="0" y="252929"/>
                  </a:lnTo>
                  <a:lnTo>
                    <a:pt x="0" y="235758"/>
                  </a:lnTo>
                  <a:lnTo>
                    <a:pt x="0" y="218587"/>
                  </a:lnTo>
                  <a:lnTo>
                    <a:pt x="0" y="201416"/>
                  </a:lnTo>
                  <a:lnTo>
                    <a:pt x="0" y="184245"/>
                  </a:lnTo>
                  <a:lnTo>
                    <a:pt x="0" y="167073"/>
                  </a:lnTo>
                  <a:lnTo>
                    <a:pt x="0" y="149902"/>
                  </a:lnTo>
                  <a:lnTo>
                    <a:pt x="0" y="132731"/>
                  </a:lnTo>
                  <a:lnTo>
                    <a:pt x="0" y="115560"/>
                  </a:lnTo>
                  <a:lnTo>
                    <a:pt x="0" y="98388"/>
                  </a:lnTo>
                  <a:lnTo>
                    <a:pt x="0" y="81217"/>
                  </a:lnTo>
                  <a:lnTo>
                    <a:pt x="0" y="64046"/>
                  </a:lnTo>
                  <a:lnTo>
                    <a:pt x="0" y="46875"/>
                  </a:lnTo>
                  <a:lnTo>
                    <a:pt x="0" y="29703"/>
                  </a:lnTo>
                  <a:lnTo>
                    <a:pt x="0" y="1253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9525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68" name="pl4068"/>
            <p:cNvSpPr/>
            <p:nvPr/>
          </p:nvSpPr>
          <p:spPr>
            <a:xfrm>
              <a:off x="5080931" y="2029051"/>
              <a:ext cx="0" cy="1628768"/>
            </a:xfrm>
            <a:custGeom>
              <a:avLst/>
              <a:gdLst/>
              <a:ahLst/>
              <a:cxnLst/>
              <a:rect l="0" t="0" r="0" b="0"/>
              <a:pathLst>
                <a:path h="1221576">
                  <a:moveTo>
                    <a:pt x="0" y="1221576"/>
                  </a:moveTo>
                  <a:lnTo>
                    <a:pt x="0" y="1214519"/>
                  </a:lnTo>
                  <a:lnTo>
                    <a:pt x="0" y="1197347"/>
                  </a:lnTo>
                  <a:lnTo>
                    <a:pt x="0" y="1180176"/>
                  </a:lnTo>
                  <a:lnTo>
                    <a:pt x="0" y="1163005"/>
                  </a:lnTo>
                  <a:lnTo>
                    <a:pt x="0" y="1145834"/>
                  </a:lnTo>
                  <a:lnTo>
                    <a:pt x="0" y="1128662"/>
                  </a:lnTo>
                  <a:lnTo>
                    <a:pt x="0" y="1111491"/>
                  </a:lnTo>
                  <a:lnTo>
                    <a:pt x="0" y="1094320"/>
                  </a:lnTo>
                  <a:lnTo>
                    <a:pt x="0" y="1077149"/>
                  </a:lnTo>
                  <a:lnTo>
                    <a:pt x="0" y="1059977"/>
                  </a:lnTo>
                  <a:lnTo>
                    <a:pt x="0" y="1042806"/>
                  </a:lnTo>
                  <a:lnTo>
                    <a:pt x="0" y="1025635"/>
                  </a:lnTo>
                  <a:lnTo>
                    <a:pt x="0" y="1008464"/>
                  </a:lnTo>
                  <a:lnTo>
                    <a:pt x="0" y="991292"/>
                  </a:lnTo>
                  <a:lnTo>
                    <a:pt x="0" y="974121"/>
                  </a:lnTo>
                  <a:lnTo>
                    <a:pt x="0" y="956950"/>
                  </a:lnTo>
                  <a:lnTo>
                    <a:pt x="0" y="939779"/>
                  </a:lnTo>
                  <a:lnTo>
                    <a:pt x="0" y="922608"/>
                  </a:lnTo>
                  <a:lnTo>
                    <a:pt x="0" y="905436"/>
                  </a:lnTo>
                  <a:lnTo>
                    <a:pt x="0" y="888265"/>
                  </a:lnTo>
                  <a:lnTo>
                    <a:pt x="0" y="871094"/>
                  </a:lnTo>
                  <a:lnTo>
                    <a:pt x="0" y="853923"/>
                  </a:lnTo>
                  <a:lnTo>
                    <a:pt x="0" y="836751"/>
                  </a:lnTo>
                  <a:lnTo>
                    <a:pt x="0" y="819580"/>
                  </a:lnTo>
                  <a:lnTo>
                    <a:pt x="0" y="802409"/>
                  </a:lnTo>
                  <a:lnTo>
                    <a:pt x="0" y="785238"/>
                  </a:lnTo>
                  <a:lnTo>
                    <a:pt x="0" y="768066"/>
                  </a:lnTo>
                  <a:lnTo>
                    <a:pt x="0" y="750895"/>
                  </a:lnTo>
                  <a:lnTo>
                    <a:pt x="0" y="733724"/>
                  </a:lnTo>
                  <a:lnTo>
                    <a:pt x="0" y="716553"/>
                  </a:lnTo>
                  <a:lnTo>
                    <a:pt x="0" y="699382"/>
                  </a:lnTo>
                  <a:lnTo>
                    <a:pt x="0" y="682210"/>
                  </a:lnTo>
                  <a:lnTo>
                    <a:pt x="0" y="665039"/>
                  </a:lnTo>
                  <a:lnTo>
                    <a:pt x="0" y="647868"/>
                  </a:lnTo>
                  <a:lnTo>
                    <a:pt x="0" y="630697"/>
                  </a:lnTo>
                  <a:lnTo>
                    <a:pt x="0" y="613525"/>
                  </a:lnTo>
                  <a:lnTo>
                    <a:pt x="0" y="596354"/>
                  </a:lnTo>
                  <a:lnTo>
                    <a:pt x="0" y="579183"/>
                  </a:lnTo>
                  <a:lnTo>
                    <a:pt x="0" y="562012"/>
                  </a:lnTo>
                  <a:lnTo>
                    <a:pt x="0" y="544840"/>
                  </a:lnTo>
                  <a:lnTo>
                    <a:pt x="0" y="527669"/>
                  </a:lnTo>
                  <a:lnTo>
                    <a:pt x="0" y="510498"/>
                  </a:lnTo>
                  <a:lnTo>
                    <a:pt x="0" y="493327"/>
                  </a:lnTo>
                  <a:lnTo>
                    <a:pt x="0" y="476155"/>
                  </a:lnTo>
                  <a:lnTo>
                    <a:pt x="0" y="458984"/>
                  </a:lnTo>
                  <a:lnTo>
                    <a:pt x="0" y="441813"/>
                  </a:lnTo>
                  <a:lnTo>
                    <a:pt x="0" y="424642"/>
                  </a:lnTo>
                  <a:lnTo>
                    <a:pt x="0" y="407471"/>
                  </a:lnTo>
                  <a:lnTo>
                    <a:pt x="0" y="390299"/>
                  </a:lnTo>
                  <a:lnTo>
                    <a:pt x="0" y="373128"/>
                  </a:lnTo>
                  <a:lnTo>
                    <a:pt x="0" y="355957"/>
                  </a:lnTo>
                  <a:lnTo>
                    <a:pt x="0" y="338786"/>
                  </a:lnTo>
                  <a:lnTo>
                    <a:pt x="0" y="321614"/>
                  </a:lnTo>
                  <a:lnTo>
                    <a:pt x="0" y="304443"/>
                  </a:lnTo>
                  <a:lnTo>
                    <a:pt x="0" y="287272"/>
                  </a:lnTo>
                  <a:lnTo>
                    <a:pt x="0" y="270101"/>
                  </a:lnTo>
                  <a:lnTo>
                    <a:pt x="0" y="252929"/>
                  </a:lnTo>
                  <a:lnTo>
                    <a:pt x="0" y="235758"/>
                  </a:lnTo>
                  <a:lnTo>
                    <a:pt x="0" y="218587"/>
                  </a:lnTo>
                  <a:lnTo>
                    <a:pt x="0" y="201416"/>
                  </a:lnTo>
                  <a:lnTo>
                    <a:pt x="0" y="184245"/>
                  </a:lnTo>
                  <a:lnTo>
                    <a:pt x="0" y="167073"/>
                  </a:lnTo>
                  <a:lnTo>
                    <a:pt x="0" y="149902"/>
                  </a:lnTo>
                  <a:lnTo>
                    <a:pt x="0" y="132731"/>
                  </a:lnTo>
                  <a:lnTo>
                    <a:pt x="0" y="115560"/>
                  </a:lnTo>
                  <a:lnTo>
                    <a:pt x="0" y="98388"/>
                  </a:lnTo>
                  <a:lnTo>
                    <a:pt x="0" y="81217"/>
                  </a:lnTo>
                  <a:lnTo>
                    <a:pt x="0" y="64046"/>
                  </a:lnTo>
                  <a:lnTo>
                    <a:pt x="0" y="46875"/>
                  </a:lnTo>
                  <a:lnTo>
                    <a:pt x="0" y="29703"/>
                  </a:lnTo>
                  <a:lnTo>
                    <a:pt x="0" y="1253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9525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69" name="pl4069"/>
            <p:cNvSpPr/>
            <p:nvPr/>
          </p:nvSpPr>
          <p:spPr>
            <a:xfrm>
              <a:off x="3558988" y="3591173"/>
              <a:ext cx="1668412" cy="0"/>
            </a:xfrm>
            <a:custGeom>
              <a:avLst/>
              <a:gdLst/>
              <a:ahLst/>
              <a:cxnLst/>
              <a:rect l="0" t="0" r="0" b="0"/>
              <a:pathLst>
                <a:path w="1251309">
                  <a:moveTo>
                    <a:pt x="0" y="0"/>
                  </a:moveTo>
                  <a:lnTo>
                    <a:pt x="6778" y="0"/>
                  </a:lnTo>
                  <a:lnTo>
                    <a:pt x="22569" y="0"/>
                  </a:lnTo>
                  <a:lnTo>
                    <a:pt x="38359" y="0"/>
                  </a:lnTo>
                  <a:lnTo>
                    <a:pt x="54150" y="0"/>
                  </a:lnTo>
                  <a:lnTo>
                    <a:pt x="69941" y="0"/>
                  </a:lnTo>
                  <a:lnTo>
                    <a:pt x="85732" y="0"/>
                  </a:lnTo>
                  <a:lnTo>
                    <a:pt x="101522" y="0"/>
                  </a:lnTo>
                  <a:lnTo>
                    <a:pt x="117313" y="0"/>
                  </a:lnTo>
                  <a:lnTo>
                    <a:pt x="133104" y="0"/>
                  </a:lnTo>
                  <a:lnTo>
                    <a:pt x="148895" y="0"/>
                  </a:lnTo>
                  <a:lnTo>
                    <a:pt x="164685" y="0"/>
                  </a:lnTo>
                  <a:lnTo>
                    <a:pt x="180476" y="0"/>
                  </a:lnTo>
                  <a:lnTo>
                    <a:pt x="196267" y="0"/>
                  </a:lnTo>
                  <a:lnTo>
                    <a:pt x="212058" y="0"/>
                  </a:lnTo>
                  <a:lnTo>
                    <a:pt x="227848" y="0"/>
                  </a:lnTo>
                  <a:lnTo>
                    <a:pt x="243639" y="0"/>
                  </a:lnTo>
                  <a:lnTo>
                    <a:pt x="259430" y="0"/>
                  </a:lnTo>
                  <a:lnTo>
                    <a:pt x="275221" y="0"/>
                  </a:lnTo>
                  <a:lnTo>
                    <a:pt x="291011" y="0"/>
                  </a:lnTo>
                  <a:lnTo>
                    <a:pt x="306802" y="0"/>
                  </a:lnTo>
                  <a:lnTo>
                    <a:pt x="322593" y="0"/>
                  </a:lnTo>
                  <a:lnTo>
                    <a:pt x="338384" y="0"/>
                  </a:lnTo>
                  <a:lnTo>
                    <a:pt x="354174" y="0"/>
                  </a:lnTo>
                  <a:lnTo>
                    <a:pt x="369965" y="0"/>
                  </a:lnTo>
                  <a:lnTo>
                    <a:pt x="385756" y="0"/>
                  </a:lnTo>
                  <a:lnTo>
                    <a:pt x="401547" y="0"/>
                  </a:lnTo>
                  <a:lnTo>
                    <a:pt x="417337" y="0"/>
                  </a:lnTo>
                  <a:lnTo>
                    <a:pt x="433128" y="0"/>
                  </a:lnTo>
                  <a:lnTo>
                    <a:pt x="448919" y="0"/>
                  </a:lnTo>
                  <a:lnTo>
                    <a:pt x="464710" y="0"/>
                  </a:lnTo>
                  <a:lnTo>
                    <a:pt x="480500" y="0"/>
                  </a:lnTo>
                  <a:lnTo>
                    <a:pt x="496291" y="0"/>
                  </a:lnTo>
                  <a:lnTo>
                    <a:pt x="512082" y="0"/>
                  </a:lnTo>
                  <a:lnTo>
                    <a:pt x="527873" y="0"/>
                  </a:lnTo>
                  <a:lnTo>
                    <a:pt x="543663" y="0"/>
                  </a:lnTo>
                  <a:lnTo>
                    <a:pt x="559454" y="0"/>
                  </a:lnTo>
                  <a:lnTo>
                    <a:pt x="575245" y="0"/>
                  </a:lnTo>
                  <a:lnTo>
                    <a:pt x="591036" y="0"/>
                  </a:lnTo>
                  <a:lnTo>
                    <a:pt x="606826" y="0"/>
                  </a:lnTo>
                  <a:lnTo>
                    <a:pt x="622617" y="0"/>
                  </a:lnTo>
                  <a:lnTo>
                    <a:pt x="638408" y="0"/>
                  </a:lnTo>
                  <a:lnTo>
                    <a:pt x="654199" y="0"/>
                  </a:lnTo>
                  <a:lnTo>
                    <a:pt x="669989" y="0"/>
                  </a:lnTo>
                  <a:lnTo>
                    <a:pt x="685780" y="0"/>
                  </a:lnTo>
                  <a:lnTo>
                    <a:pt x="701571" y="0"/>
                  </a:lnTo>
                  <a:lnTo>
                    <a:pt x="717362" y="0"/>
                  </a:lnTo>
                  <a:lnTo>
                    <a:pt x="733152" y="0"/>
                  </a:lnTo>
                  <a:lnTo>
                    <a:pt x="748943" y="0"/>
                  </a:lnTo>
                  <a:lnTo>
                    <a:pt x="764734" y="0"/>
                  </a:lnTo>
                  <a:lnTo>
                    <a:pt x="780524" y="0"/>
                  </a:lnTo>
                  <a:lnTo>
                    <a:pt x="796315" y="0"/>
                  </a:lnTo>
                  <a:lnTo>
                    <a:pt x="812106" y="0"/>
                  </a:lnTo>
                  <a:lnTo>
                    <a:pt x="827897" y="0"/>
                  </a:lnTo>
                  <a:lnTo>
                    <a:pt x="843687" y="0"/>
                  </a:lnTo>
                  <a:lnTo>
                    <a:pt x="859478" y="0"/>
                  </a:lnTo>
                  <a:lnTo>
                    <a:pt x="875269" y="0"/>
                  </a:lnTo>
                  <a:lnTo>
                    <a:pt x="891060" y="0"/>
                  </a:lnTo>
                  <a:lnTo>
                    <a:pt x="906850" y="0"/>
                  </a:lnTo>
                  <a:lnTo>
                    <a:pt x="922641" y="0"/>
                  </a:lnTo>
                  <a:lnTo>
                    <a:pt x="938432" y="0"/>
                  </a:lnTo>
                  <a:lnTo>
                    <a:pt x="954223" y="0"/>
                  </a:lnTo>
                  <a:lnTo>
                    <a:pt x="970013" y="0"/>
                  </a:lnTo>
                  <a:lnTo>
                    <a:pt x="985804" y="0"/>
                  </a:lnTo>
                  <a:lnTo>
                    <a:pt x="1001595" y="0"/>
                  </a:lnTo>
                  <a:lnTo>
                    <a:pt x="1017386" y="0"/>
                  </a:lnTo>
                  <a:lnTo>
                    <a:pt x="1033176" y="0"/>
                  </a:lnTo>
                  <a:lnTo>
                    <a:pt x="1048967" y="0"/>
                  </a:lnTo>
                  <a:lnTo>
                    <a:pt x="1064758" y="0"/>
                  </a:lnTo>
                  <a:lnTo>
                    <a:pt x="1080549" y="0"/>
                  </a:lnTo>
                  <a:lnTo>
                    <a:pt x="1096339" y="0"/>
                  </a:lnTo>
                  <a:lnTo>
                    <a:pt x="1112130" y="0"/>
                  </a:lnTo>
                  <a:lnTo>
                    <a:pt x="1127921" y="0"/>
                  </a:lnTo>
                  <a:lnTo>
                    <a:pt x="1143712" y="0"/>
                  </a:lnTo>
                  <a:lnTo>
                    <a:pt x="1159502" y="0"/>
                  </a:lnTo>
                  <a:lnTo>
                    <a:pt x="1175293" y="0"/>
                  </a:lnTo>
                  <a:lnTo>
                    <a:pt x="1191084" y="0"/>
                  </a:lnTo>
                  <a:lnTo>
                    <a:pt x="1206875" y="0"/>
                  </a:lnTo>
                  <a:lnTo>
                    <a:pt x="1222665" y="0"/>
                  </a:lnTo>
                  <a:lnTo>
                    <a:pt x="1238456" y="0"/>
                  </a:lnTo>
                  <a:lnTo>
                    <a:pt x="1251309" y="0"/>
                  </a:lnTo>
                  <a:lnTo>
                    <a:pt x="1251309" y="0"/>
                  </a:lnTo>
                </a:path>
              </a:pathLst>
            </a:custGeom>
            <a:ln w="9525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70" name="pl4070"/>
            <p:cNvSpPr/>
            <p:nvPr/>
          </p:nvSpPr>
          <p:spPr>
            <a:xfrm>
              <a:off x="3558988" y="3213406"/>
              <a:ext cx="1668412" cy="0"/>
            </a:xfrm>
            <a:custGeom>
              <a:avLst/>
              <a:gdLst/>
              <a:ahLst/>
              <a:cxnLst/>
              <a:rect l="0" t="0" r="0" b="0"/>
              <a:pathLst>
                <a:path w="1251309">
                  <a:moveTo>
                    <a:pt x="0" y="0"/>
                  </a:moveTo>
                  <a:lnTo>
                    <a:pt x="6778" y="0"/>
                  </a:lnTo>
                  <a:lnTo>
                    <a:pt x="22569" y="0"/>
                  </a:lnTo>
                  <a:lnTo>
                    <a:pt x="38359" y="0"/>
                  </a:lnTo>
                  <a:lnTo>
                    <a:pt x="54150" y="0"/>
                  </a:lnTo>
                  <a:lnTo>
                    <a:pt x="69941" y="0"/>
                  </a:lnTo>
                  <a:lnTo>
                    <a:pt x="85732" y="0"/>
                  </a:lnTo>
                  <a:lnTo>
                    <a:pt x="101522" y="0"/>
                  </a:lnTo>
                  <a:lnTo>
                    <a:pt x="117313" y="0"/>
                  </a:lnTo>
                  <a:lnTo>
                    <a:pt x="133104" y="0"/>
                  </a:lnTo>
                  <a:lnTo>
                    <a:pt x="148895" y="0"/>
                  </a:lnTo>
                  <a:lnTo>
                    <a:pt x="164685" y="0"/>
                  </a:lnTo>
                  <a:lnTo>
                    <a:pt x="180476" y="0"/>
                  </a:lnTo>
                  <a:lnTo>
                    <a:pt x="196267" y="0"/>
                  </a:lnTo>
                  <a:lnTo>
                    <a:pt x="212058" y="0"/>
                  </a:lnTo>
                  <a:lnTo>
                    <a:pt x="227848" y="0"/>
                  </a:lnTo>
                  <a:lnTo>
                    <a:pt x="243639" y="0"/>
                  </a:lnTo>
                  <a:lnTo>
                    <a:pt x="259430" y="0"/>
                  </a:lnTo>
                  <a:lnTo>
                    <a:pt x="275221" y="0"/>
                  </a:lnTo>
                  <a:lnTo>
                    <a:pt x="291011" y="0"/>
                  </a:lnTo>
                  <a:lnTo>
                    <a:pt x="306802" y="0"/>
                  </a:lnTo>
                  <a:lnTo>
                    <a:pt x="322593" y="0"/>
                  </a:lnTo>
                  <a:lnTo>
                    <a:pt x="338384" y="0"/>
                  </a:lnTo>
                  <a:lnTo>
                    <a:pt x="354174" y="0"/>
                  </a:lnTo>
                  <a:lnTo>
                    <a:pt x="369965" y="0"/>
                  </a:lnTo>
                  <a:lnTo>
                    <a:pt x="385756" y="0"/>
                  </a:lnTo>
                  <a:lnTo>
                    <a:pt x="401547" y="0"/>
                  </a:lnTo>
                  <a:lnTo>
                    <a:pt x="417337" y="0"/>
                  </a:lnTo>
                  <a:lnTo>
                    <a:pt x="433128" y="0"/>
                  </a:lnTo>
                  <a:lnTo>
                    <a:pt x="448919" y="0"/>
                  </a:lnTo>
                  <a:lnTo>
                    <a:pt x="464710" y="0"/>
                  </a:lnTo>
                  <a:lnTo>
                    <a:pt x="480500" y="0"/>
                  </a:lnTo>
                  <a:lnTo>
                    <a:pt x="496291" y="0"/>
                  </a:lnTo>
                  <a:lnTo>
                    <a:pt x="512082" y="0"/>
                  </a:lnTo>
                  <a:lnTo>
                    <a:pt x="527873" y="0"/>
                  </a:lnTo>
                  <a:lnTo>
                    <a:pt x="543663" y="0"/>
                  </a:lnTo>
                  <a:lnTo>
                    <a:pt x="559454" y="0"/>
                  </a:lnTo>
                  <a:lnTo>
                    <a:pt x="575245" y="0"/>
                  </a:lnTo>
                  <a:lnTo>
                    <a:pt x="591036" y="0"/>
                  </a:lnTo>
                  <a:lnTo>
                    <a:pt x="606826" y="0"/>
                  </a:lnTo>
                  <a:lnTo>
                    <a:pt x="622617" y="0"/>
                  </a:lnTo>
                  <a:lnTo>
                    <a:pt x="638408" y="0"/>
                  </a:lnTo>
                  <a:lnTo>
                    <a:pt x="654199" y="0"/>
                  </a:lnTo>
                  <a:lnTo>
                    <a:pt x="669989" y="0"/>
                  </a:lnTo>
                  <a:lnTo>
                    <a:pt x="685780" y="0"/>
                  </a:lnTo>
                  <a:lnTo>
                    <a:pt x="701571" y="0"/>
                  </a:lnTo>
                  <a:lnTo>
                    <a:pt x="717362" y="0"/>
                  </a:lnTo>
                  <a:lnTo>
                    <a:pt x="733152" y="0"/>
                  </a:lnTo>
                  <a:lnTo>
                    <a:pt x="748943" y="0"/>
                  </a:lnTo>
                  <a:lnTo>
                    <a:pt x="764734" y="0"/>
                  </a:lnTo>
                  <a:lnTo>
                    <a:pt x="780524" y="0"/>
                  </a:lnTo>
                  <a:lnTo>
                    <a:pt x="796315" y="0"/>
                  </a:lnTo>
                  <a:lnTo>
                    <a:pt x="812106" y="0"/>
                  </a:lnTo>
                  <a:lnTo>
                    <a:pt x="827897" y="0"/>
                  </a:lnTo>
                  <a:lnTo>
                    <a:pt x="843687" y="0"/>
                  </a:lnTo>
                  <a:lnTo>
                    <a:pt x="859478" y="0"/>
                  </a:lnTo>
                  <a:lnTo>
                    <a:pt x="875269" y="0"/>
                  </a:lnTo>
                  <a:lnTo>
                    <a:pt x="891060" y="0"/>
                  </a:lnTo>
                  <a:lnTo>
                    <a:pt x="906850" y="0"/>
                  </a:lnTo>
                  <a:lnTo>
                    <a:pt x="922641" y="0"/>
                  </a:lnTo>
                  <a:lnTo>
                    <a:pt x="938432" y="0"/>
                  </a:lnTo>
                  <a:lnTo>
                    <a:pt x="954223" y="0"/>
                  </a:lnTo>
                  <a:lnTo>
                    <a:pt x="970013" y="0"/>
                  </a:lnTo>
                  <a:lnTo>
                    <a:pt x="985804" y="0"/>
                  </a:lnTo>
                  <a:lnTo>
                    <a:pt x="1001595" y="0"/>
                  </a:lnTo>
                  <a:lnTo>
                    <a:pt x="1017386" y="0"/>
                  </a:lnTo>
                  <a:lnTo>
                    <a:pt x="1033176" y="0"/>
                  </a:lnTo>
                  <a:lnTo>
                    <a:pt x="1048967" y="0"/>
                  </a:lnTo>
                  <a:lnTo>
                    <a:pt x="1064758" y="0"/>
                  </a:lnTo>
                  <a:lnTo>
                    <a:pt x="1080549" y="0"/>
                  </a:lnTo>
                  <a:lnTo>
                    <a:pt x="1096339" y="0"/>
                  </a:lnTo>
                  <a:lnTo>
                    <a:pt x="1112130" y="0"/>
                  </a:lnTo>
                  <a:lnTo>
                    <a:pt x="1127921" y="0"/>
                  </a:lnTo>
                  <a:lnTo>
                    <a:pt x="1143712" y="0"/>
                  </a:lnTo>
                  <a:lnTo>
                    <a:pt x="1159502" y="0"/>
                  </a:lnTo>
                  <a:lnTo>
                    <a:pt x="1175293" y="0"/>
                  </a:lnTo>
                  <a:lnTo>
                    <a:pt x="1191084" y="0"/>
                  </a:lnTo>
                  <a:lnTo>
                    <a:pt x="1206875" y="0"/>
                  </a:lnTo>
                  <a:lnTo>
                    <a:pt x="1222665" y="0"/>
                  </a:lnTo>
                  <a:lnTo>
                    <a:pt x="1238456" y="0"/>
                  </a:lnTo>
                  <a:lnTo>
                    <a:pt x="1251309" y="0"/>
                  </a:lnTo>
                  <a:lnTo>
                    <a:pt x="1251309" y="0"/>
                  </a:lnTo>
                </a:path>
              </a:pathLst>
            </a:custGeom>
            <a:ln w="9525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71" name="pl4071"/>
            <p:cNvSpPr/>
            <p:nvPr/>
          </p:nvSpPr>
          <p:spPr>
            <a:xfrm>
              <a:off x="3558988" y="2835640"/>
              <a:ext cx="1668412" cy="0"/>
            </a:xfrm>
            <a:custGeom>
              <a:avLst/>
              <a:gdLst/>
              <a:ahLst/>
              <a:cxnLst/>
              <a:rect l="0" t="0" r="0" b="0"/>
              <a:pathLst>
                <a:path w="1251309">
                  <a:moveTo>
                    <a:pt x="0" y="0"/>
                  </a:moveTo>
                  <a:lnTo>
                    <a:pt x="6778" y="0"/>
                  </a:lnTo>
                  <a:lnTo>
                    <a:pt x="22569" y="0"/>
                  </a:lnTo>
                  <a:lnTo>
                    <a:pt x="38359" y="0"/>
                  </a:lnTo>
                  <a:lnTo>
                    <a:pt x="54150" y="0"/>
                  </a:lnTo>
                  <a:lnTo>
                    <a:pt x="69941" y="0"/>
                  </a:lnTo>
                  <a:lnTo>
                    <a:pt x="85732" y="0"/>
                  </a:lnTo>
                  <a:lnTo>
                    <a:pt x="101522" y="0"/>
                  </a:lnTo>
                  <a:lnTo>
                    <a:pt x="117313" y="0"/>
                  </a:lnTo>
                  <a:lnTo>
                    <a:pt x="133104" y="0"/>
                  </a:lnTo>
                  <a:lnTo>
                    <a:pt x="148895" y="0"/>
                  </a:lnTo>
                  <a:lnTo>
                    <a:pt x="164685" y="0"/>
                  </a:lnTo>
                  <a:lnTo>
                    <a:pt x="180476" y="0"/>
                  </a:lnTo>
                  <a:lnTo>
                    <a:pt x="196267" y="0"/>
                  </a:lnTo>
                  <a:lnTo>
                    <a:pt x="212058" y="0"/>
                  </a:lnTo>
                  <a:lnTo>
                    <a:pt x="227848" y="0"/>
                  </a:lnTo>
                  <a:lnTo>
                    <a:pt x="243639" y="0"/>
                  </a:lnTo>
                  <a:lnTo>
                    <a:pt x="259430" y="0"/>
                  </a:lnTo>
                  <a:lnTo>
                    <a:pt x="275221" y="0"/>
                  </a:lnTo>
                  <a:lnTo>
                    <a:pt x="291011" y="0"/>
                  </a:lnTo>
                  <a:lnTo>
                    <a:pt x="306802" y="0"/>
                  </a:lnTo>
                  <a:lnTo>
                    <a:pt x="322593" y="0"/>
                  </a:lnTo>
                  <a:lnTo>
                    <a:pt x="338384" y="0"/>
                  </a:lnTo>
                  <a:lnTo>
                    <a:pt x="354174" y="0"/>
                  </a:lnTo>
                  <a:lnTo>
                    <a:pt x="369965" y="0"/>
                  </a:lnTo>
                  <a:lnTo>
                    <a:pt x="385756" y="0"/>
                  </a:lnTo>
                  <a:lnTo>
                    <a:pt x="401547" y="0"/>
                  </a:lnTo>
                  <a:lnTo>
                    <a:pt x="417337" y="0"/>
                  </a:lnTo>
                  <a:lnTo>
                    <a:pt x="433128" y="0"/>
                  </a:lnTo>
                  <a:lnTo>
                    <a:pt x="448919" y="0"/>
                  </a:lnTo>
                  <a:lnTo>
                    <a:pt x="464710" y="0"/>
                  </a:lnTo>
                  <a:lnTo>
                    <a:pt x="480500" y="0"/>
                  </a:lnTo>
                  <a:lnTo>
                    <a:pt x="496291" y="0"/>
                  </a:lnTo>
                  <a:lnTo>
                    <a:pt x="512082" y="0"/>
                  </a:lnTo>
                  <a:lnTo>
                    <a:pt x="527873" y="0"/>
                  </a:lnTo>
                  <a:lnTo>
                    <a:pt x="543663" y="0"/>
                  </a:lnTo>
                  <a:lnTo>
                    <a:pt x="559454" y="0"/>
                  </a:lnTo>
                  <a:lnTo>
                    <a:pt x="575245" y="0"/>
                  </a:lnTo>
                  <a:lnTo>
                    <a:pt x="591036" y="0"/>
                  </a:lnTo>
                  <a:lnTo>
                    <a:pt x="606826" y="0"/>
                  </a:lnTo>
                  <a:lnTo>
                    <a:pt x="622617" y="0"/>
                  </a:lnTo>
                  <a:lnTo>
                    <a:pt x="638408" y="0"/>
                  </a:lnTo>
                  <a:lnTo>
                    <a:pt x="654199" y="0"/>
                  </a:lnTo>
                  <a:lnTo>
                    <a:pt x="669989" y="0"/>
                  </a:lnTo>
                  <a:lnTo>
                    <a:pt x="685780" y="0"/>
                  </a:lnTo>
                  <a:lnTo>
                    <a:pt x="701571" y="0"/>
                  </a:lnTo>
                  <a:lnTo>
                    <a:pt x="717362" y="0"/>
                  </a:lnTo>
                  <a:lnTo>
                    <a:pt x="733152" y="0"/>
                  </a:lnTo>
                  <a:lnTo>
                    <a:pt x="748943" y="0"/>
                  </a:lnTo>
                  <a:lnTo>
                    <a:pt x="764734" y="0"/>
                  </a:lnTo>
                  <a:lnTo>
                    <a:pt x="780524" y="0"/>
                  </a:lnTo>
                  <a:lnTo>
                    <a:pt x="796315" y="0"/>
                  </a:lnTo>
                  <a:lnTo>
                    <a:pt x="812106" y="0"/>
                  </a:lnTo>
                  <a:lnTo>
                    <a:pt x="827897" y="0"/>
                  </a:lnTo>
                  <a:lnTo>
                    <a:pt x="843687" y="0"/>
                  </a:lnTo>
                  <a:lnTo>
                    <a:pt x="859478" y="0"/>
                  </a:lnTo>
                  <a:lnTo>
                    <a:pt x="875269" y="0"/>
                  </a:lnTo>
                  <a:lnTo>
                    <a:pt x="891060" y="0"/>
                  </a:lnTo>
                  <a:lnTo>
                    <a:pt x="906850" y="0"/>
                  </a:lnTo>
                  <a:lnTo>
                    <a:pt x="922641" y="0"/>
                  </a:lnTo>
                  <a:lnTo>
                    <a:pt x="938432" y="0"/>
                  </a:lnTo>
                  <a:lnTo>
                    <a:pt x="954223" y="0"/>
                  </a:lnTo>
                  <a:lnTo>
                    <a:pt x="970013" y="0"/>
                  </a:lnTo>
                  <a:lnTo>
                    <a:pt x="985804" y="0"/>
                  </a:lnTo>
                  <a:lnTo>
                    <a:pt x="1001595" y="0"/>
                  </a:lnTo>
                  <a:lnTo>
                    <a:pt x="1017386" y="0"/>
                  </a:lnTo>
                  <a:lnTo>
                    <a:pt x="1033176" y="0"/>
                  </a:lnTo>
                  <a:lnTo>
                    <a:pt x="1048967" y="0"/>
                  </a:lnTo>
                  <a:lnTo>
                    <a:pt x="1064758" y="0"/>
                  </a:lnTo>
                  <a:lnTo>
                    <a:pt x="1080549" y="0"/>
                  </a:lnTo>
                  <a:lnTo>
                    <a:pt x="1096339" y="0"/>
                  </a:lnTo>
                  <a:lnTo>
                    <a:pt x="1112130" y="0"/>
                  </a:lnTo>
                  <a:lnTo>
                    <a:pt x="1127921" y="0"/>
                  </a:lnTo>
                  <a:lnTo>
                    <a:pt x="1143712" y="0"/>
                  </a:lnTo>
                  <a:lnTo>
                    <a:pt x="1159502" y="0"/>
                  </a:lnTo>
                  <a:lnTo>
                    <a:pt x="1175293" y="0"/>
                  </a:lnTo>
                  <a:lnTo>
                    <a:pt x="1191084" y="0"/>
                  </a:lnTo>
                  <a:lnTo>
                    <a:pt x="1206875" y="0"/>
                  </a:lnTo>
                  <a:lnTo>
                    <a:pt x="1222665" y="0"/>
                  </a:lnTo>
                  <a:lnTo>
                    <a:pt x="1238456" y="0"/>
                  </a:lnTo>
                  <a:lnTo>
                    <a:pt x="1251309" y="0"/>
                  </a:lnTo>
                  <a:lnTo>
                    <a:pt x="1251309" y="0"/>
                  </a:lnTo>
                </a:path>
              </a:pathLst>
            </a:custGeom>
            <a:ln w="9525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72" name="pl4072"/>
            <p:cNvSpPr/>
            <p:nvPr/>
          </p:nvSpPr>
          <p:spPr>
            <a:xfrm>
              <a:off x="3558988" y="2457871"/>
              <a:ext cx="1668412" cy="0"/>
            </a:xfrm>
            <a:custGeom>
              <a:avLst/>
              <a:gdLst/>
              <a:ahLst/>
              <a:cxnLst/>
              <a:rect l="0" t="0" r="0" b="0"/>
              <a:pathLst>
                <a:path w="1251309">
                  <a:moveTo>
                    <a:pt x="0" y="0"/>
                  </a:moveTo>
                  <a:lnTo>
                    <a:pt x="6778" y="0"/>
                  </a:lnTo>
                  <a:lnTo>
                    <a:pt x="22569" y="0"/>
                  </a:lnTo>
                  <a:lnTo>
                    <a:pt x="38359" y="0"/>
                  </a:lnTo>
                  <a:lnTo>
                    <a:pt x="54150" y="0"/>
                  </a:lnTo>
                  <a:lnTo>
                    <a:pt x="69941" y="0"/>
                  </a:lnTo>
                  <a:lnTo>
                    <a:pt x="85732" y="0"/>
                  </a:lnTo>
                  <a:lnTo>
                    <a:pt x="101522" y="0"/>
                  </a:lnTo>
                  <a:lnTo>
                    <a:pt x="117313" y="0"/>
                  </a:lnTo>
                  <a:lnTo>
                    <a:pt x="133104" y="0"/>
                  </a:lnTo>
                  <a:lnTo>
                    <a:pt x="148895" y="0"/>
                  </a:lnTo>
                  <a:lnTo>
                    <a:pt x="164685" y="0"/>
                  </a:lnTo>
                  <a:lnTo>
                    <a:pt x="180476" y="0"/>
                  </a:lnTo>
                  <a:lnTo>
                    <a:pt x="196267" y="0"/>
                  </a:lnTo>
                  <a:lnTo>
                    <a:pt x="212058" y="0"/>
                  </a:lnTo>
                  <a:lnTo>
                    <a:pt x="227848" y="0"/>
                  </a:lnTo>
                  <a:lnTo>
                    <a:pt x="243639" y="0"/>
                  </a:lnTo>
                  <a:lnTo>
                    <a:pt x="259430" y="0"/>
                  </a:lnTo>
                  <a:lnTo>
                    <a:pt x="275221" y="0"/>
                  </a:lnTo>
                  <a:lnTo>
                    <a:pt x="291011" y="0"/>
                  </a:lnTo>
                  <a:lnTo>
                    <a:pt x="306802" y="0"/>
                  </a:lnTo>
                  <a:lnTo>
                    <a:pt x="322593" y="0"/>
                  </a:lnTo>
                  <a:lnTo>
                    <a:pt x="338384" y="0"/>
                  </a:lnTo>
                  <a:lnTo>
                    <a:pt x="354174" y="0"/>
                  </a:lnTo>
                  <a:lnTo>
                    <a:pt x="369965" y="0"/>
                  </a:lnTo>
                  <a:lnTo>
                    <a:pt x="385756" y="0"/>
                  </a:lnTo>
                  <a:lnTo>
                    <a:pt x="401547" y="0"/>
                  </a:lnTo>
                  <a:lnTo>
                    <a:pt x="417337" y="0"/>
                  </a:lnTo>
                  <a:lnTo>
                    <a:pt x="433128" y="0"/>
                  </a:lnTo>
                  <a:lnTo>
                    <a:pt x="448919" y="0"/>
                  </a:lnTo>
                  <a:lnTo>
                    <a:pt x="464710" y="0"/>
                  </a:lnTo>
                  <a:lnTo>
                    <a:pt x="480500" y="0"/>
                  </a:lnTo>
                  <a:lnTo>
                    <a:pt x="496291" y="0"/>
                  </a:lnTo>
                  <a:lnTo>
                    <a:pt x="512082" y="0"/>
                  </a:lnTo>
                  <a:lnTo>
                    <a:pt x="527873" y="0"/>
                  </a:lnTo>
                  <a:lnTo>
                    <a:pt x="543663" y="0"/>
                  </a:lnTo>
                  <a:lnTo>
                    <a:pt x="559454" y="0"/>
                  </a:lnTo>
                  <a:lnTo>
                    <a:pt x="575245" y="0"/>
                  </a:lnTo>
                  <a:lnTo>
                    <a:pt x="591036" y="0"/>
                  </a:lnTo>
                  <a:lnTo>
                    <a:pt x="606826" y="0"/>
                  </a:lnTo>
                  <a:lnTo>
                    <a:pt x="622617" y="0"/>
                  </a:lnTo>
                  <a:lnTo>
                    <a:pt x="638408" y="0"/>
                  </a:lnTo>
                  <a:lnTo>
                    <a:pt x="654199" y="0"/>
                  </a:lnTo>
                  <a:lnTo>
                    <a:pt x="669989" y="0"/>
                  </a:lnTo>
                  <a:lnTo>
                    <a:pt x="685780" y="0"/>
                  </a:lnTo>
                  <a:lnTo>
                    <a:pt x="701571" y="0"/>
                  </a:lnTo>
                  <a:lnTo>
                    <a:pt x="717362" y="0"/>
                  </a:lnTo>
                  <a:lnTo>
                    <a:pt x="733152" y="0"/>
                  </a:lnTo>
                  <a:lnTo>
                    <a:pt x="748943" y="0"/>
                  </a:lnTo>
                  <a:lnTo>
                    <a:pt x="764734" y="0"/>
                  </a:lnTo>
                  <a:lnTo>
                    <a:pt x="780524" y="0"/>
                  </a:lnTo>
                  <a:lnTo>
                    <a:pt x="796315" y="0"/>
                  </a:lnTo>
                  <a:lnTo>
                    <a:pt x="812106" y="0"/>
                  </a:lnTo>
                  <a:lnTo>
                    <a:pt x="827897" y="0"/>
                  </a:lnTo>
                  <a:lnTo>
                    <a:pt x="843687" y="0"/>
                  </a:lnTo>
                  <a:lnTo>
                    <a:pt x="859478" y="0"/>
                  </a:lnTo>
                  <a:lnTo>
                    <a:pt x="875269" y="0"/>
                  </a:lnTo>
                  <a:lnTo>
                    <a:pt x="891060" y="0"/>
                  </a:lnTo>
                  <a:lnTo>
                    <a:pt x="906850" y="0"/>
                  </a:lnTo>
                  <a:lnTo>
                    <a:pt x="922641" y="0"/>
                  </a:lnTo>
                  <a:lnTo>
                    <a:pt x="938432" y="0"/>
                  </a:lnTo>
                  <a:lnTo>
                    <a:pt x="954223" y="0"/>
                  </a:lnTo>
                  <a:lnTo>
                    <a:pt x="970013" y="0"/>
                  </a:lnTo>
                  <a:lnTo>
                    <a:pt x="985804" y="0"/>
                  </a:lnTo>
                  <a:lnTo>
                    <a:pt x="1001595" y="0"/>
                  </a:lnTo>
                  <a:lnTo>
                    <a:pt x="1017386" y="0"/>
                  </a:lnTo>
                  <a:lnTo>
                    <a:pt x="1033176" y="0"/>
                  </a:lnTo>
                  <a:lnTo>
                    <a:pt x="1048967" y="0"/>
                  </a:lnTo>
                  <a:lnTo>
                    <a:pt x="1064758" y="0"/>
                  </a:lnTo>
                  <a:lnTo>
                    <a:pt x="1080549" y="0"/>
                  </a:lnTo>
                  <a:lnTo>
                    <a:pt x="1096339" y="0"/>
                  </a:lnTo>
                  <a:lnTo>
                    <a:pt x="1112130" y="0"/>
                  </a:lnTo>
                  <a:lnTo>
                    <a:pt x="1127921" y="0"/>
                  </a:lnTo>
                  <a:lnTo>
                    <a:pt x="1143712" y="0"/>
                  </a:lnTo>
                  <a:lnTo>
                    <a:pt x="1159502" y="0"/>
                  </a:lnTo>
                  <a:lnTo>
                    <a:pt x="1175293" y="0"/>
                  </a:lnTo>
                  <a:lnTo>
                    <a:pt x="1191084" y="0"/>
                  </a:lnTo>
                  <a:lnTo>
                    <a:pt x="1206875" y="0"/>
                  </a:lnTo>
                  <a:lnTo>
                    <a:pt x="1222665" y="0"/>
                  </a:lnTo>
                  <a:lnTo>
                    <a:pt x="1238456" y="0"/>
                  </a:lnTo>
                  <a:lnTo>
                    <a:pt x="1251309" y="0"/>
                  </a:lnTo>
                  <a:lnTo>
                    <a:pt x="1251309" y="0"/>
                  </a:lnTo>
                </a:path>
              </a:pathLst>
            </a:custGeom>
            <a:ln w="9525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73" name="pl4073"/>
            <p:cNvSpPr/>
            <p:nvPr/>
          </p:nvSpPr>
          <p:spPr>
            <a:xfrm>
              <a:off x="3558988" y="2080105"/>
              <a:ext cx="1668412" cy="0"/>
            </a:xfrm>
            <a:custGeom>
              <a:avLst/>
              <a:gdLst/>
              <a:ahLst/>
              <a:cxnLst/>
              <a:rect l="0" t="0" r="0" b="0"/>
              <a:pathLst>
                <a:path w="1251309">
                  <a:moveTo>
                    <a:pt x="0" y="0"/>
                  </a:moveTo>
                  <a:lnTo>
                    <a:pt x="6778" y="0"/>
                  </a:lnTo>
                  <a:lnTo>
                    <a:pt x="22569" y="0"/>
                  </a:lnTo>
                  <a:lnTo>
                    <a:pt x="38359" y="0"/>
                  </a:lnTo>
                  <a:lnTo>
                    <a:pt x="54150" y="0"/>
                  </a:lnTo>
                  <a:lnTo>
                    <a:pt x="69941" y="0"/>
                  </a:lnTo>
                  <a:lnTo>
                    <a:pt x="85732" y="0"/>
                  </a:lnTo>
                  <a:lnTo>
                    <a:pt x="101522" y="0"/>
                  </a:lnTo>
                  <a:lnTo>
                    <a:pt x="117313" y="0"/>
                  </a:lnTo>
                  <a:lnTo>
                    <a:pt x="133104" y="0"/>
                  </a:lnTo>
                  <a:lnTo>
                    <a:pt x="148895" y="0"/>
                  </a:lnTo>
                  <a:lnTo>
                    <a:pt x="164685" y="0"/>
                  </a:lnTo>
                  <a:lnTo>
                    <a:pt x="180476" y="0"/>
                  </a:lnTo>
                  <a:lnTo>
                    <a:pt x="196267" y="0"/>
                  </a:lnTo>
                  <a:lnTo>
                    <a:pt x="212058" y="0"/>
                  </a:lnTo>
                  <a:lnTo>
                    <a:pt x="227848" y="0"/>
                  </a:lnTo>
                  <a:lnTo>
                    <a:pt x="243639" y="0"/>
                  </a:lnTo>
                  <a:lnTo>
                    <a:pt x="259430" y="0"/>
                  </a:lnTo>
                  <a:lnTo>
                    <a:pt x="275221" y="0"/>
                  </a:lnTo>
                  <a:lnTo>
                    <a:pt x="291011" y="0"/>
                  </a:lnTo>
                  <a:lnTo>
                    <a:pt x="306802" y="0"/>
                  </a:lnTo>
                  <a:lnTo>
                    <a:pt x="322593" y="0"/>
                  </a:lnTo>
                  <a:lnTo>
                    <a:pt x="338384" y="0"/>
                  </a:lnTo>
                  <a:lnTo>
                    <a:pt x="354174" y="0"/>
                  </a:lnTo>
                  <a:lnTo>
                    <a:pt x="369965" y="0"/>
                  </a:lnTo>
                  <a:lnTo>
                    <a:pt x="385756" y="0"/>
                  </a:lnTo>
                  <a:lnTo>
                    <a:pt x="401547" y="0"/>
                  </a:lnTo>
                  <a:lnTo>
                    <a:pt x="417337" y="0"/>
                  </a:lnTo>
                  <a:lnTo>
                    <a:pt x="433128" y="0"/>
                  </a:lnTo>
                  <a:lnTo>
                    <a:pt x="448919" y="0"/>
                  </a:lnTo>
                  <a:lnTo>
                    <a:pt x="464710" y="0"/>
                  </a:lnTo>
                  <a:lnTo>
                    <a:pt x="480500" y="0"/>
                  </a:lnTo>
                  <a:lnTo>
                    <a:pt x="496291" y="0"/>
                  </a:lnTo>
                  <a:lnTo>
                    <a:pt x="512082" y="0"/>
                  </a:lnTo>
                  <a:lnTo>
                    <a:pt x="527873" y="0"/>
                  </a:lnTo>
                  <a:lnTo>
                    <a:pt x="543663" y="0"/>
                  </a:lnTo>
                  <a:lnTo>
                    <a:pt x="559454" y="0"/>
                  </a:lnTo>
                  <a:lnTo>
                    <a:pt x="575245" y="0"/>
                  </a:lnTo>
                  <a:lnTo>
                    <a:pt x="591036" y="0"/>
                  </a:lnTo>
                  <a:lnTo>
                    <a:pt x="606826" y="0"/>
                  </a:lnTo>
                  <a:lnTo>
                    <a:pt x="622617" y="0"/>
                  </a:lnTo>
                  <a:lnTo>
                    <a:pt x="638408" y="0"/>
                  </a:lnTo>
                  <a:lnTo>
                    <a:pt x="654199" y="0"/>
                  </a:lnTo>
                  <a:lnTo>
                    <a:pt x="669989" y="0"/>
                  </a:lnTo>
                  <a:lnTo>
                    <a:pt x="685780" y="0"/>
                  </a:lnTo>
                  <a:lnTo>
                    <a:pt x="701571" y="0"/>
                  </a:lnTo>
                  <a:lnTo>
                    <a:pt x="717362" y="0"/>
                  </a:lnTo>
                  <a:lnTo>
                    <a:pt x="733152" y="0"/>
                  </a:lnTo>
                  <a:lnTo>
                    <a:pt x="748943" y="0"/>
                  </a:lnTo>
                  <a:lnTo>
                    <a:pt x="764734" y="0"/>
                  </a:lnTo>
                  <a:lnTo>
                    <a:pt x="780524" y="0"/>
                  </a:lnTo>
                  <a:lnTo>
                    <a:pt x="796315" y="0"/>
                  </a:lnTo>
                  <a:lnTo>
                    <a:pt x="812106" y="0"/>
                  </a:lnTo>
                  <a:lnTo>
                    <a:pt x="827897" y="0"/>
                  </a:lnTo>
                  <a:lnTo>
                    <a:pt x="843687" y="0"/>
                  </a:lnTo>
                  <a:lnTo>
                    <a:pt x="859478" y="0"/>
                  </a:lnTo>
                  <a:lnTo>
                    <a:pt x="875269" y="0"/>
                  </a:lnTo>
                  <a:lnTo>
                    <a:pt x="891060" y="0"/>
                  </a:lnTo>
                  <a:lnTo>
                    <a:pt x="906850" y="0"/>
                  </a:lnTo>
                  <a:lnTo>
                    <a:pt x="922641" y="0"/>
                  </a:lnTo>
                  <a:lnTo>
                    <a:pt x="938432" y="0"/>
                  </a:lnTo>
                  <a:lnTo>
                    <a:pt x="954223" y="0"/>
                  </a:lnTo>
                  <a:lnTo>
                    <a:pt x="970013" y="0"/>
                  </a:lnTo>
                  <a:lnTo>
                    <a:pt x="985804" y="0"/>
                  </a:lnTo>
                  <a:lnTo>
                    <a:pt x="1001595" y="0"/>
                  </a:lnTo>
                  <a:lnTo>
                    <a:pt x="1017386" y="0"/>
                  </a:lnTo>
                  <a:lnTo>
                    <a:pt x="1033176" y="0"/>
                  </a:lnTo>
                  <a:lnTo>
                    <a:pt x="1048967" y="0"/>
                  </a:lnTo>
                  <a:lnTo>
                    <a:pt x="1064758" y="0"/>
                  </a:lnTo>
                  <a:lnTo>
                    <a:pt x="1080549" y="0"/>
                  </a:lnTo>
                  <a:lnTo>
                    <a:pt x="1096339" y="0"/>
                  </a:lnTo>
                  <a:lnTo>
                    <a:pt x="1112130" y="0"/>
                  </a:lnTo>
                  <a:lnTo>
                    <a:pt x="1127921" y="0"/>
                  </a:lnTo>
                  <a:lnTo>
                    <a:pt x="1143712" y="0"/>
                  </a:lnTo>
                  <a:lnTo>
                    <a:pt x="1159502" y="0"/>
                  </a:lnTo>
                  <a:lnTo>
                    <a:pt x="1175293" y="0"/>
                  </a:lnTo>
                  <a:lnTo>
                    <a:pt x="1191084" y="0"/>
                  </a:lnTo>
                  <a:lnTo>
                    <a:pt x="1206875" y="0"/>
                  </a:lnTo>
                  <a:lnTo>
                    <a:pt x="1222665" y="0"/>
                  </a:lnTo>
                  <a:lnTo>
                    <a:pt x="1238456" y="0"/>
                  </a:lnTo>
                  <a:lnTo>
                    <a:pt x="1251309" y="0"/>
                  </a:lnTo>
                  <a:lnTo>
                    <a:pt x="1251309" y="0"/>
                  </a:lnTo>
                </a:path>
              </a:pathLst>
            </a:custGeom>
            <a:ln w="9525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74" name="ph4074"/>
            <p:cNvSpPr/>
            <p:nvPr/>
          </p:nvSpPr>
          <p:spPr>
            <a:xfrm>
              <a:off x="3091352" y="84473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75" name="ph4075"/>
            <p:cNvSpPr/>
            <p:nvPr/>
          </p:nvSpPr>
          <p:spPr>
            <a:xfrm>
              <a:off x="3124093" y="84473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76" name="ph4076"/>
            <p:cNvSpPr/>
            <p:nvPr/>
          </p:nvSpPr>
          <p:spPr>
            <a:xfrm>
              <a:off x="3156836" y="84473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77" name="ph4077"/>
            <p:cNvSpPr/>
            <p:nvPr/>
          </p:nvSpPr>
          <p:spPr>
            <a:xfrm>
              <a:off x="3189577" y="84473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78" name="ph4078"/>
            <p:cNvSpPr/>
            <p:nvPr/>
          </p:nvSpPr>
          <p:spPr>
            <a:xfrm>
              <a:off x="3222320" y="84473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79" name="ph4079"/>
            <p:cNvSpPr/>
            <p:nvPr/>
          </p:nvSpPr>
          <p:spPr>
            <a:xfrm>
              <a:off x="3255061" y="84473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80" name="ph4080"/>
            <p:cNvSpPr/>
            <p:nvPr/>
          </p:nvSpPr>
          <p:spPr>
            <a:xfrm>
              <a:off x="3287803" y="84473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81" name="ph4081"/>
            <p:cNvSpPr/>
            <p:nvPr/>
          </p:nvSpPr>
          <p:spPr>
            <a:xfrm>
              <a:off x="3451512" y="84473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82" name="ph4082"/>
            <p:cNvSpPr/>
            <p:nvPr/>
          </p:nvSpPr>
          <p:spPr>
            <a:xfrm>
              <a:off x="3484253" y="84473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83" name="ph4083"/>
            <p:cNvSpPr/>
            <p:nvPr/>
          </p:nvSpPr>
          <p:spPr>
            <a:xfrm>
              <a:off x="3516996" y="84473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84" name="ph4084"/>
            <p:cNvSpPr/>
            <p:nvPr/>
          </p:nvSpPr>
          <p:spPr>
            <a:xfrm>
              <a:off x="3549737" y="84473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85" name="ph4085"/>
            <p:cNvSpPr/>
            <p:nvPr/>
          </p:nvSpPr>
          <p:spPr>
            <a:xfrm>
              <a:off x="3582479" y="84473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86" name="ph4086"/>
            <p:cNvSpPr/>
            <p:nvPr/>
          </p:nvSpPr>
          <p:spPr>
            <a:xfrm>
              <a:off x="3058611" y="88626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87" name="ph4087"/>
            <p:cNvSpPr/>
            <p:nvPr/>
          </p:nvSpPr>
          <p:spPr>
            <a:xfrm>
              <a:off x="3091352" y="88626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88" name="ph4088"/>
            <p:cNvSpPr/>
            <p:nvPr/>
          </p:nvSpPr>
          <p:spPr>
            <a:xfrm>
              <a:off x="3124093" y="88626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89" name="ph4089"/>
            <p:cNvSpPr/>
            <p:nvPr/>
          </p:nvSpPr>
          <p:spPr>
            <a:xfrm>
              <a:off x="3156836" y="88626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90" name="ph4090"/>
            <p:cNvSpPr/>
            <p:nvPr/>
          </p:nvSpPr>
          <p:spPr>
            <a:xfrm>
              <a:off x="3189577" y="88626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91" name="ph4091"/>
            <p:cNvSpPr/>
            <p:nvPr/>
          </p:nvSpPr>
          <p:spPr>
            <a:xfrm>
              <a:off x="3222320" y="88626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92" name="ph4092"/>
            <p:cNvSpPr/>
            <p:nvPr/>
          </p:nvSpPr>
          <p:spPr>
            <a:xfrm>
              <a:off x="3255061" y="88626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93" name="ph4093"/>
            <p:cNvSpPr/>
            <p:nvPr/>
          </p:nvSpPr>
          <p:spPr>
            <a:xfrm>
              <a:off x="3287803" y="88626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94" name="ph4094"/>
            <p:cNvSpPr/>
            <p:nvPr/>
          </p:nvSpPr>
          <p:spPr>
            <a:xfrm>
              <a:off x="3451512" y="88626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95" name="ph4095"/>
            <p:cNvSpPr/>
            <p:nvPr/>
          </p:nvSpPr>
          <p:spPr>
            <a:xfrm>
              <a:off x="3484253" y="88626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96" name="ph4096"/>
            <p:cNvSpPr/>
            <p:nvPr/>
          </p:nvSpPr>
          <p:spPr>
            <a:xfrm>
              <a:off x="3516996" y="88626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97" name="ph4097"/>
            <p:cNvSpPr/>
            <p:nvPr/>
          </p:nvSpPr>
          <p:spPr>
            <a:xfrm>
              <a:off x="3549737" y="88626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98" name="ph4098"/>
            <p:cNvSpPr/>
            <p:nvPr/>
          </p:nvSpPr>
          <p:spPr>
            <a:xfrm>
              <a:off x="3582479" y="88626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99" name="ph4099"/>
            <p:cNvSpPr/>
            <p:nvPr/>
          </p:nvSpPr>
          <p:spPr>
            <a:xfrm>
              <a:off x="2894901" y="92780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00" name="ph4100"/>
            <p:cNvSpPr/>
            <p:nvPr/>
          </p:nvSpPr>
          <p:spPr>
            <a:xfrm>
              <a:off x="2927643" y="92780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01" name="ph4101"/>
            <p:cNvSpPr/>
            <p:nvPr/>
          </p:nvSpPr>
          <p:spPr>
            <a:xfrm>
              <a:off x="2960385" y="92780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7BFAB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02" name="ph4102"/>
            <p:cNvSpPr/>
            <p:nvPr/>
          </p:nvSpPr>
          <p:spPr>
            <a:xfrm>
              <a:off x="2993127" y="92780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03" name="ph4103"/>
            <p:cNvSpPr/>
            <p:nvPr/>
          </p:nvSpPr>
          <p:spPr>
            <a:xfrm>
              <a:off x="3025868" y="92780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04" name="ph4104"/>
            <p:cNvSpPr/>
            <p:nvPr/>
          </p:nvSpPr>
          <p:spPr>
            <a:xfrm>
              <a:off x="3058611" y="92780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05" name="ph4105"/>
            <p:cNvSpPr/>
            <p:nvPr/>
          </p:nvSpPr>
          <p:spPr>
            <a:xfrm>
              <a:off x="3091352" y="92780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06" name="ph4106"/>
            <p:cNvSpPr/>
            <p:nvPr/>
          </p:nvSpPr>
          <p:spPr>
            <a:xfrm>
              <a:off x="3124093" y="92780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07" name="ph4107"/>
            <p:cNvSpPr/>
            <p:nvPr/>
          </p:nvSpPr>
          <p:spPr>
            <a:xfrm>
              <a:off x="3156836" y="92780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08" name="ph4108"/>
            <p:cNvSpPr/>
            <p:nvPr/>
          </p:nvSpPr>
          <p:spPr>
            <a:xfrm>
              <a:off x="3189577" y="92780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09" name="ph4109"/>
            <p:cNvSpPr/>
            <p:nvPr/>
          </p:nvSpPr>
          <p:spPr>
            <a:xfrm>
              <a:off x="3222320" y="92780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10" name="ph4110"/>
            <p:cNvSpPr/>
            <p:nvPr/>
          </p:nvSpPr>
          <p:spPr>
            <a:xfrm>
              <a:off x="3255061" y="92780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11" name="ph4111"/>
            <p:cNvSpPr/>
            <p:nvPr/>
          </p:nvSpPr>
          <p:spPr>
            <a:xfrm>
              <a:off x="3418771" y="92780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12" name="ph4112"/>
            <p:cNvSpPr/>
            <p:nvPr/>
          </p:nvSpPr>
          <p:spPr>
            <a:xfrm>
              <a:off x="3451512" y="92780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13" name="ph4113"/>
            <p:cNvSpPr/>
            <p:nvPr/>
          </p:nvSpPr>
          <p:spPr>
            <a:xfrm>
              <a:off x="3484253" y="92780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14" name="ph4114"/>
            <p:cNvSpPr/>
            <p:nvPr/>
          </p:nvSpPr>
          <p:spPr>
            <a:xfrm>
              <a:off x="3516996" y="92780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15" name="ph4115"/>
            <p:cNvSpPr/>
            <p:nvPr/>
          </p:nvSpPr>
          <p:spPr>
            <a:xfrm>
              <a:off x="3549737" y="92780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16" name="ph4116"/>
            <p:cNvSpPr/>
            <p:nvPr/>
          </p:nvSpPr>
          <p:spPr>
            <a:xfrm>
              <a:off x="3582479" y="92780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17" name="ph4117"/>
            <p:cNvSpPr/>
            <p:nvPr/>
          </p:nvSpPr>
          <p:spPr>
            <a:xfrm>
              <a:off x="2862160" y="96934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18" name="ph4118"/>
            <p:cNvSpPr/>
            <p:nvPr/>
          </p:nvSpPr>
          <p:spPr>
            <a:xfrm>
              <a:off x="2894901" y="96934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19" name="ph4119"/>
            <p:cNvSpPr/>
            <p:nvPr/>
          </p:nvSpPr>
          <p:spPr>
            <a:xfrm>
              <a:off x="2927643" y="96934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20" name="ph4120"/>
            <p:cNvSpPr/>
            <p:nvPr/>
          </p:nvSpPr>
          <p:spPr>
            <a:xfrm>
              <a:off x="2960385" y="96934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21" name="ph4121"/>
            <p:cNvSpPr/>
            <p:nvPr/>
          </p:nvSpPr>
          <p:spPr>
            <a:xfrm>
              <a:off x="2993127" y="96934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22" name="ph4122"/>
            <p:cNvSpPr/>
            <p:nvPr/>
          </p:nvSpPr>
          <p:spPr>
            <a:xfrm>
              <a:off x="3025868" y="96934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23" name="ph4123"/>
            <p:cNvSpPr/>
            <p:nvPr/>
          </p:nvSpPr>
          <p:spPr>
            <a:xfrm>
              <a:off x="3058611" y="96934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24" name="ph4124"/>
            <p:cNvSpPr/>
            <p:nvPr/>
          </p:nvSpPr>
          <p:spPr>
            <a:xfrm>
              <a:off x="3091352" y="96934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25" name="ph4125"/>
            <p:cNvSpPr/>
            <p:nvPr/>
          </p:nvSpPr>
          <p:spPr>
            <a:xfrm>
              <a:off x="3124093" y="96934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DC8AC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26" name="ph4126"/>
            <p:cNvSpPr/>
            <p:nvPr/>
          </p:nvSpPr>
          <p:spPr>
            <a:xfrm>
              <a:off x="3156836" y="96934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27" name="ph4127"/>
            <p:cNvSpPr/>
            <p:nvPr/>
          </p:nvSpPr>
          <p:spPr>
            <a:xfrm>
              <a:off x="3189577" y="96934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28" name="ph4128"/>
            <p:cNvSpPr/>
            <p:nvPr/>
          </p:nvSpPr>
          <p:spPr>
            <a:xfrm>
              <a:off x="3222320" y="96934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29" name="ph4129"/>
            <p:cNvSpPr/>
            <p:nvPr/>
          </p:nvSpPr>
          <p:spPr>
            <a:xfrm>
              <a:off x="3386028" y="96934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30" name="ph4130"/>
            <p:cNvSpPr/>
            <p:nvPr/>
          </p:nvSpPr>
          <p:spPr>
            <a:xfrm>
              <a:off x="3418771" y="96934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31" name="ph4131"/>
            <p:cNvSpPr/>
            <p:nvPr/>
          </p:nvSpPr>
          <p:spPr>
            <a:xfrm>
              <a:off x="3451512" y="96934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32" name="ph4132"/>
            <p:cNvSpPr/>
            <p:nvPr/>
          </p:nvSpPr>
          <p:spPr>
            <a:xfrm>
              <a:off x="3484253" y="96934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33" name="ph4133"/>
            <p:cNvSpPr/>
            <p:nvPr/>
          </p:nvSpPr>
          <p:spPr>
            <a:xfrm>
              <a:off x="3516996" y="96934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34" name="ph4134"/>
            <p:cNvSpPr/>
            <p:nvPr/>
          </p:nvSpPr>
          <p:spPr>
            <a:xfrm>
              <a:off x="3549737" y="96934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35" name="ph4135"/>
            <p:cNvSpPr/>
            <p:nvPr/>
          </p:nvSpPr>
          <p:spPr>
            <a:xfrm>
              <a:off x="3582479" y="96934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597A9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36" name="ph4136"/>
            <p:cNvSpPr/>
            <p:nvPr/>
          </p:nvSpPr>
          <p:spPr>
            <a:xfrm>
              <a:off x="2796676" y="101088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37" name="ph4137"/>
            <p:cNvSpPr/>
            <p:nvPr/>
          </p:nvSpPr>
          <p:spPr>
            <a:xfrm>
              <a:off x="2829417" y="101088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38" name="ph4138"/>
            <p:cNvSpPr/>
            <p:nvPr/>
          </p:nvSpPr>
          <p:spPr>
            <a:xfrm>
              <a:off x="2862160" y="101088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39" name="ph4139"/>
            <p:cNvSpPr/>
            <p:nvPr/>
          </p:nvSpPr>
          <p:spPr>
            <a:xfrm>
              <a:off x="2894901" y="101088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40" name="ph4140"/>
            <p:cNvSpPr/>
            <p:nvPr/>
          </p:nvSpPr>
          <p:spPr>
            <a:xfrm>
              <a:off x="2927643" y="101088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41" name="ph4141"/>
            <p:cNvSpPr/>
            <p:nvPr/>
          </p:nvSpPr>
          <p:spPr>
            <a:xfrm>
              <a:off x="2960385" y="101088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42" name="ph4142"/>
            <p:cNvSpPr/>
            <p:nvPr/>
          </p:nvSpPr>
          <p:spPr>
            <a:xfrm>
              <a:off x="2993127" y="101088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43" name="ph4143"/>
            <p:cNvSpPr/>
            <p:nvPr/>
          </p:nvSpPr>
          <p:spPr>
            <a:xfrm>
              <a:off x="3025868" y="101088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44" name="ph4144"/>
            <p:cNvSpPr/>
            <p:nvPr/>
          </p:nvSpPr>
          <p:spPr>
            <a:xfrm>
              <a:off x="3058611" y="101088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45" name="ph4145"/>
            <p:cNvSpPr/>
            <p:nvPr/>
          </p:nvSpPr>
          <p:spPr>
            <a:xfrm>
              <a:off x="3091352" y="101088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46" name="ph4146"/>
            <p:cNvSpPr/>
            <p:nvPr/>
          </p:nvSpPr>
          <p:spPr>
            <a:xfrm>
              <a:off x="3124093" y="101088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47" name="ph4147"/>
            <p:cNvSpPr/>
            <p:nvPr/>
          </p:nvSpPr>
          <p:spPr>
            <a:xfrm>
              <a:off x="3156836" y="101088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48" name="ph4148"/>
            <p:cNvSpPr/>
            <p:nvPr/>
          </p:nvSpPr>
          <p:spPr>
            <a:xfrm>
              <a:off x="3353287" y="101088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49" name="ph4149"/>
            <p:cNvSpPr/>
            <p:nvPr/>
          </p:nvSpPr>
          <p:spPr>
            <a:xfrm>
              <a:off x="3386028" y="101088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50" name="ph4150"/>
            <p:cNvSpPr/>
            <p:nvPr/>
          </p:nvSpPr>
          <p:spPr>
            <a:xfrm>
              <a:off x="3418771" y="101088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51" name="ph4151"/>
            <p:cNvSpPr/>
            <p:nvPr/>
          </p:nvSpPr>
          <p:spPr>
            <a:xfrm>
              <a:off x="3451512" y="101088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52" name="ph4152"/>
            <p:cNvSpPr/>
            <p:nvPr/>
          </p:nvSpPr>
          <p:spPr>
            <a:xfrm>
              <a:off x="3484253" y="101088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53" name="ph4153"/>
            <p:cNvSpPr/>
            <p:nvPr/>
          </p:nvSpPr>
          <p:spPr>
            <a:xfrm>
              <a:off x="3516996" y="101088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54" name="ph4154"/>
            <p:cNvSpPr/>
            <p:nvPr/>
          </p:nvSpPr>
          <p:spPr>
            <a:xfrm>
              <a:off x="2731192" y="105242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55" name="ph4155"/>
            <p:cNvSpPr/>
            <p:nvPr/>
          </p:nvSpPr>
          <p:spPr>
            <a:xfrm>
              <a:off x="2763935" y="105242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56" name="ph4156"/>
            <p:cNvSpPr/>
            <p:nvPr/>
          </p:nvSpPr>
          <p:spPr>
            <a:xfrm>
              <a:off x="2796676" y="105242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57" name="ph4157"/>
            <p:cNvSpPr/>
            <p:nvPr/>
          </p:nvSpPr>
          <p:spPr>
            <a:xfrm>
              <a:off x="2829417" y="105242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58" name="ph4158"/>
            <p:cNvSpPr/>
            <p:nvPr/>
          </p:nvSpPr>
          <p:spPr>
            <a:xfrm>
              <a:off x="2862160" y="105242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59" name="ph4159"/>
            <p:cNvSpPr/>
            <p:nvPr/>
          </p:nvSpPr>
          <p:spPr>
            <a:xfrm>
              <a:off x="2894901" y="105242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60" name="ph4160"/>
            <p:cNvSpPr/>
            <p:nvPr/>
          </p:nvSpPr>
          <p:spPr>
            <a:xfrm>
              <a:off x="2927643" y="105242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61" name="ph4161"/>
            <p:cNvSpPr/>
            <p:nvPr/>
          </p:nvSpPr>
          <p:spPr>
            <a:xfrm>
              <a:off x="2960385" y="105242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62" name="ph4162"/>
            <p:cNvSpPr/>
            <p:nvPr/>
          </p:nvSpPr>
          <p:spPr>
            <a:xfrm>
              <a:off x="2993127" y="105242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63" name="ph4163"/>
            <p:cNvSpPr/>
            <p:nvPr/>
          </p:nvSpPr>
          <p:spPr>
            <a:xfrm>
              <a:off x="3025868" y="105242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64" name="ph4164"/>
            <p:cNvSpPr/>
            <p:nvPr/>
          </p:nvSpPr>
          <p:spPr>
            <a:xfrm>
              <a:off x="3058611" y="105242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65" name="ph4165"/>
            <p:cNvSpPr/>
            <p:nvPr/>
          </p:nvSpPr>
          <p:spPr>
            <a:xfrm>
              <a:off x="3091352" y="105242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66" name="ph4166"/>
            <p:cNvSpPr/>
            <p:nvPr/>
          </p:nvSpPr>
          <p:spPr>
            <a:xfrm>
              <a:off x="3124093" y="105242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67" name="ph4167"/>
            <p:cNvSpPr/>
            <p:nvPr/>
          </p:nvSpPr>
          <p:spPr>
            <a:xfrm>
              <a:off x="3156836" y="105242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68" name="ph4168"/>
            <p:cNvSpPr/>
            <p:nvPr/>
          </p:nvSpPr>
          <p:spPr>
            <a:xfrm>
              <a:off x="3189577" y="105242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69" name="ph4169"/>
            <p:cNvSpPr/>
            <p:nvPr/>
          </p:nvSpPr>
          <p:spPr>
            <a:xfrm>
              <a:off x="3222320" y="105242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70" name="ph4170"/>
            <p:cNvSpPr/>
            <p:nvPr/>
          </p:nvSpPr>
          <p:spPr>
            <a:xfrm>
              <a:off x="3255061" y="105242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71" name="ph4171"/>
            <p:cNvSpPr/>
            <p:nvPr/>
          </p:nvSpPr>
          <p:spPr>
            <a:xfrm>
              <a:off x="3320545" y="105242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72" name="ph4172"/>
            <p:cNvSpPr/>
            <p:nvPr/>
          </p:nvSpPr>
          <p:spPr>
            <a:xfrm>
              <a:off x="3353287" y="105242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73" name="ph4173"/>
            <p:cNvSpPr/>
            <p:nvPr/>
          </p:nvSpPr>
          <p:spPr>
            <a:xfrm>
              <a:off x="3386028" y="105242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74" name="ph4174"/>
            <p:cNvSpPr/>
            <p:nvPr/>
          </p:nvSpPr>
          <p:spPr>
            <a:xfrm>
              <a:off x="3418771" y="105242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75" name="ph4175"/>
            <p:cNvSpPr/>
            <p:nvPr/>
          </p:nvSpPr>
          <p:spPr>
            <a:xfrm>
              <a:off x="3451512" y="105242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76" name="ph4176"/>
            <p:cNvSpPr/>
            <p:nvPr/>
          </p:nvSpPr>
          <p:spPr>
            <a:xfrm>
              <a:off x="3484253" y="105242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77" name="ph4177"/>
            <p:cNvSpPr/>
            <p:nvPr/>
          </p:nvSpPr>
          <p:spPr>
            <a:xfrm>
              <a:off x="3516996" y="105242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78" name="ph4178"/>
            <p:cNvSpPr/>
            <p:nvPr/>
          </p:nvSpPr>
          <p:spPr>
            <a:xfrm>
              <a:off x="2731192" y="109395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79" name="ph4179"/>
            <p:cNvSpPr/>
            <p:nvPr/>
          </p:nvSpPr>
          <p:spPr>
            <a:xfrm>
              <a:off x="2763935" y="109395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80" name="ph4180"/>
            <p:cNvSpPr/>
            <p:nvPr/>
          </p:nvSpPr>
          <p:spPr>
            <a:xfrm>
              <a:off x="2796676" y="109395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81" name="ph4181"/>
            <p:cNvSpPr/>
            <p:nvPr/>
          </p:nvSpPr>
          <p:spPr>
            <a:xfrm>
              <a:off x="2829417" y="109395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82" name="ph4182"/>
            <p:cNvSpPr/>
            <p:nvPr/>
          </p:nvSpPr>
          <p:spPr>
            <a:xfrm>
              <a:off x="2862160" y="109395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83" name="ph4183"/>
            <p:cNvSpPr/>
            <p:nvPr/>
          </p:nvSpPr>
          <p:spPr>
            <a:xfrm>
              <a:off x="2894901" y="109395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84" name="ph4184"/>
            <p:cNvSpPr/>
            <p:nvPr/>
          </p:nvSpPr>
          <p:spPr>
            <a:xfrm>
              <a:off x="2927643" y="109395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85" name="ph4185"/>
            <p:cNvSpPr/>
            <p:nvPr/>
          </p:nvSpPr>
          <p:spPr>
            <a:xfrm>
              <a:off x="2960385" y="109395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86" name="ph4186"/>
            <p:cNvSpPr/>
            <p:nvPr/>
          </p:nvSpPr>
          <p:spPr>
            <a:xfrm>
              <a:off x="2993127" y="109395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61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87" name="ph4187"/>
            <p:cNvSpPr/>
            <p:nvPr/>
          </p:nvSpPr>
          <p:spPr>
            <a:xfrm>
              <a:off x="3025868" y="109395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88" name="ph4188"/>
            <p:cNvSpPr/>
            <p:nvPr/>
          </p:nvSpPr>
          <p:spPr>
            <a:xfrm>
              <a:off x="3058611" y="109395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89" name="ph4189"/>
            <p:cNvSpPr/>
            <p:nvPr/>
          </p:nvSpPr>
          <p:spPr>
            <a:xfrm>
              <a:off x="3091352" y="109395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74D3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90" name="ph4190"/>
            <p:cNvSpPr/>
            <p:nvPr/>
          </p:nvSpPr>
          <p:spPr>
            <a:xfrm>
              <a:off x="3124093" y="109395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91" name="ph4191"/>
            <p:cNvSpPr/>
            <p:nvPr/>
          </p:nvSpPr>
          <p:spPr>
            <a:xfrm>
              <a:off x="3156836" y="109395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92" name="ph4192"/>
            <p:cNvSpPr/>
            <p:nvPr/>
          </p:nvSpPr>
          <p:spPr>
            <a:xfrm>
              <a:off x="3189577" y="109395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8ABAA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93" name="ph4193"/>
            <p:cNvSpPr/>
            <p:nvPr/>
          </p:nvSpPr>
          <p:spPr>
            <a:xfrm>
              <a:off x="3222320" y="109395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94" name="ph4194"/>
            <p:cNvSpPr/>
            <p:nvPr/>
          </p:nvSpPr>
          <p:spPr>
            <a:xfrm>
              <a:off x="3255061" y="109395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95" name="ph4195"/>
            <p:cNvSpPr/>
            <p:nvPr/>
          </p:nvSpPr>
          <p:spPr>
            <a:xfrm>
              <a:off x="3287803" y="109395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96" name="ph4196"/>
            <p:cNvSpPr/>
            <p:nvPr/>
          </p:nvSpPr>
          <p:spPr>
            <a:xfrm>
              <a:off x="3320545" y="109395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97" name="ph4197"/>
            <p:cNvSpPr/>
            <p:nvPr/>
          </p:nvSpPr>
          <p:spPr>
            <a:xfrm>
              <a:off x="3353287" y="109395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98" name="ph4198"/>
            <p:cNvSpPr/>
            <p:nvPr/>
          </p:nvSpPr>
          <p:spPr>
            <a:xfrm>
              <a:off x="3386028" y="109395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99" name="ph4199"/>
            <p:cNvSpPr/>
            <p:nvPr/>
          </p:nvSpPr>
          <p:spPr>
            <a:xfrm>
              <a:off x="3418771" y="109395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00" name="ph4200"/>
            <p:cNvSpPr/>
            <p:nvPr/>
          </p:nvSpPr>
          <p:spPr>
            <a:xfrm>
              <a:off x="3451512" y="109395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01" name="ph4201"/>
            <p:cNvSpPr/>
            <p:nvPr/>
          </p:nvSpPr>
          <p:spPr>
            <a:xfrm>
              <a:off x="3484253" y="109395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02" name="ph4202"/>
            <p:cNvSpPr/>
            <p:nvPr/>
          </p:nvSpPr>
          <p:spPr>
            <a:xfrm>
              <a:off x="2731192" y="113549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03" name="ph4203"/>
            <p:cNvSpPr/>
            <p:nvPr/>
          </p:nvSpPr>
          <p:spPr>
            <a:xfrm>
              <a:off x="2763935" y="113549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04" name="ph4204"/>
            <p:cNvSpPr/>
            <p:nvPr/>
          </p:nvSpPr>
          <p:spPr>
            <a:xfrm>
              <a:off x="2796676" y="113549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05" name="ph4205"/>
            <p:cNvSpPr/>
            <p:nvPr/>
          </p:nvSpPr>
          <p:spPr>
            <a:xfrm>
              <a:off x="2829417" y="113549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06" name="ph4206"/>
            <p:cNvSpPr/>
            <p:nvPr/>
          </p:nvSpPr>
          <p:spPr>
            <a:xfrm>
              <a:off x="2862160" y="113549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07" name="ph4207"/>
            <p:cNvSpPr/>
            <p:nvPr/>
          </p:nvSpPr>
          <p:spPr>
            <a:xfrm>
              <a:off x="2894901" y="113549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08" name="ph4208"/>
            <p:cNvSpPr/>
            <p:nvPr/>
          </p:nvSpPr>
          <p:spPr>
            <a:xfrm>
              <a:off x="2927643" y="113549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09" name="ph4209"/>
            <p:cNvSpPr/>
            <p:nvPr/>
          </p:nvSpPr>
          <p:spPr>
            <a:xfrm>
              <a:off x="2960385" y="113549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10" name="ph4210"/>
            <p:cNvSpPr/>
            <p:nvPr/>
          </p:nvSpPr>
          <p:spPr>
            <a:xfrm>
              <a:off x="2993127" y="113549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11" name="ph4211"/>
            <p:cNvSpPr/>
            <p:nvPr/>
          </p:nvSpPr>
          <p:spPr>
            <a:xfrm>
              <a:off x="3025868" y="113549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12" name="ph4212"/>
            <p:cNvSpPr/>
            <p:nvPr/>
          </p:nvSpPr>
          <p:spPr>
            <a:xfrm>
              <a:off x="3058611" y="113549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13" name="ph4213"/>
            <p:cNvSpPr/>
            <p:nvPr/>
          </p:nvSpPr>
          <p:spPr>
            <a:xfrm>
              <a:off x="3091352" y="113549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14" name="ph4214"/>
            <p:cNvSpPr/>
            <p:nvPr/>
          </p:nvSpPr>
          <p:spPr>
            <a:xfrm>
              <a:off x="3124093" y="113549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15" name="ph4215"/>
            <p:cNvSpPr/>
            <p:nvPr/>
          </p:nvSpPr>
          <p:spPr>
            <a:xfrm>
              <a:off x="3156836" y="113549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16" name="ph4216"/>
            <p:cNvSpPr/>
            <p:nvPr/>
          </p:nvSpPr>
          <p:spPr>
            <a:xfrm>
              <a:off x="3189577" y="113549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17" name="ph4217"/>
            <p:cNvSpPr/>
            <p:nvPr/>
          </p:nvSpPr>
          <p:spPr>
            <a:xfrm>
              <a:off x="3222320" y="113549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18" name="ph4218"/>
            <p:cNvSpPr/>
            <p:nvPr/>
          </p:nvSpPr>
          <p:spPr>
            <a:xfrm>
              <a:off x="3255061" y="113549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19" name="ph4219"/>
            <p:cNvSpPr/>
            <p:nvPr/>
          </p:nvSpPr>
          <p:spPr>
            <a:xfrm>
              <a:off x="3287803" y="113549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20" name="ph4220"/>
            <p:cNvSpPr/>
            <p:nvPr/>
          </p:nvSpPr>
          <p:spPr>
            <a:xfrm>
              <a:off x="3320545" y="113549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21" name="ph4221"/>
            <p:cNvSpPr/>
            <p:nvPr/>
          </p:nvSpPr>
          <p:spPr>
            <a:xfrm>
              <a:off x="3353287" y="113549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22" name="ph4222"/>
            <p:cNvSpPr/>
            <p:nvPr/>
          </p:nvSpPr>
          <p:spPr>
            <a:xfrm>
              <a:off x="3386028" y="113549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23" name="ph4223"/>
            <p:cNvSpPr/>
            <p:nvPr/>
          </p:nvSpPr>
          <p:spPr>
            <a:xfrm>
              <a:off x="3418771" y="113549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24" name="ph4224"/>
            <p:cNvSpPr/>
            <p:nvPr/>
          </p:nvSpPr>
          <p:spPr>
            <a:xfrm>
              <a:off x="3451512" y="113549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25" name="ph4225"/>
            <p:cNvSpPr/>
            <p:nvPr/>
          </p:nvSpPr>
          <p:spPr>
            <a:xfrm>
              <a:off x="2632967" y="117703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26" name="ph4226"/>
            <p:cNvSpPr/>
            <p:nvPr/>
          </p:nvSpPr>
          <p:spPr>
            <a:xfrm>
              <a:off x="2665709" y="117703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27" name="ph4227"/>
            <p:cNvSpPr/>
            <p:nvPr/>
          </p:nvSpPr>
          <p:spPr>
            <a:xfrm>
              <a:off x="2731192" y="117703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28" name="ph4228"/>
            <p:cNvSpPr/>
            <p:nvPr/>
          </p:nvSpPr>
          <p:spPr>
            <a:xfrm>
              <a:off x="2763935" y="117703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29" name="ph4229"/>
            <p:cNvSpPr/>
            <p:nvPr/>
          </p:nvSpPr>
          <p:spPr>
            <a:xfrm>
              <a:off x="2796676" y="117703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30" name="ph4230"/>
            <p:cNvSpPr/>
            <p:nvPr/>
          </p:nvSpPr>
          <p:spPr>
            <a:xfrm>
              <a:off x="2829417" y="117703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31" name="ph4231"/>
            <p:cNvSpPr/>
            <p:nvPr/>
          </p:nvSpPr>
          <p:spPr>
            <a:xfrm>
              <a:off x="2862160" y="117703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32" name="ph4232"/>
            <p:cNvSpPr/>
            <p:nvPr/>
          </p:nvSpPr>
          <p:spPr>
            <a:xfrm>
              <a:off x="2894901" y="117703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33" name="ph4233"/>
            <p:cNvSpPr/>
            <p:nvPr/>
          </p:nvSpPr>
          <p:spPr>
            <a:xfrm>
              <a:off x="2927643" y="117703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34" name="ph4234"/>
            <p:cNvSpPr/>
            <p:nvPr/>
          </p:nvSpPr>
          <p:spPr>
            <a:xfrm>
              <a:off x="2960385" y="117703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35" name="ph4235"/>
            <p:cNvSpPr/>
            <p:nvPr/>
          </p:nvSpPr>
          <p:spPr>
            <a:xfrm>
              <a:off x="3058611" y="117703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36" name="ph4236"/>
            <p:cNvSpPr/>
            <p:nvPr/>
          </p:nvSpPr>
          <p:spPr>
            <a:xfrm>
              <a:off x="3091352" y="117703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37" name="ph4237"/>
            <p:cNvSpPr/>
            <p:nvPr/>
          </p:nvSpPr>
          <p:spPr>
            <a:xfrm>
              <a:off x="3124093" y="117703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38" name="ph4238"/>
            <p:cNvSpPr/>
            <p:nvPr/>
          </p:nvSpPr>
          <p:spPr>
            <a:xfrm>
              <a:off x="3156836" y="117703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39" name="ph4239"/>
            <p:cNvSpPr/>
            <p:nvPr/>
          </p:nvSpPr>
          <p:spPr>
            <a:xfrm>
              <a:off x="3189577" y="117703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40" name="ph4240"/>
            <p:cNvSpPr/>
            <p:nvPr/>
          </p:nvSpPr>
          <p:spPr>
            <a:xfrm>
              <a:off x="3222320" y="117703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41" name="ph4241"/>
            <p:cNvSpPr/>
            <p:nvPr/>
          </p:nvSpPr>
          <p:spPr>
            <a:xfrm>
              <a:off x="3255061" y="117703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42" name="ph4242"/>
            <p:cNvSpPr/>
            <p:nvPr/>
          </p:nvSpPr>
          <p:spPr>
            <a:xfrm>
              <a:off x="3287803" y="117703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43" name="ph4243"/>
            <p:cNvSpPr/>
            <p:nvPr/>
          </p:nvSpPr>
          <p:spPr>
            <a:xfrm>
              <a:off x="3320545" y="117703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44" name="ph4244"/>
            <p:cNvSpPr/>
            <p:nvPr/>
          </p:nvSpPr>
          <p:spPr>
            <a:xfrm>
              <a:off x="3353287" y="117703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45" name="ph4245"/>
            <p:cNvSpPr/>
            <p:nvPr/>
          </p:nvSpPr>
          <p:spPr>
            <a:xfrm>
              <a:off x="3386028" y="117703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46" name="ph4246"/>
            <p:cNvSpPr/>
            <p:nvPr/>
          </p:nvSpPr>
          <p:spPr>
            <a:xfrm>
              <a:off x="3418771" y="117703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47" name="ph4247"/>
            <p:cNvSpPr/>
            <p:nvPr/>
          </p:nvSpPr>
          <p:spPr>
            <a:xfrm>
              <a:off x="2600225" y="121857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48" name="ph4248"/>
            <p:cNvSpPr/>
            <p:nvPr/>
          </p:nvSpPr>
          <p:spPr>
            <a:xfrm>
              <a:off x="2632967" y="121857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49" name="ph4249"/>
            <p:cNvSpPr/>
            <p:nvPr/>
          </p:nvSpPr>
          <p:spPr>
            <a:xfrm>
              <a:off x="2665709" y="121857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50" name="ph4250"/>
            <p:cNvSpPr/>
            <p:nvPr/>
          </p:nvSpPr>
          <p:spPr>
            <a:xfrm>
              <a:off x="2698451" y="121857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51" name="ph4251"/>
            <p:cNvSpPr/>
            <p:nvPr/>
          </p:nvSpPr>
          <p:spPr>
            <a:xfrm>
              <a:off x="2731192" y="121857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52" name="ph4252"/>
            <p:cNvSpPr/>
            <p:nvPr/>
          </p:nvSpPr>
          <p:spPr>
            <a:xfrm>
              <a:off x="2763935" y="121857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53" name="ph4253"/>
            <p:cNvSpPr/>
            <p:nvPr/>
          </p:nvSpPr>
          <p:spPr>
            <a:xfrm>
              <a:off x="2796676" y="121857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54" name="ph4254"/>
            <p:cNvSpPr/>
            <p:nvPr/>
          </p:nvSpPr>
          <p:spPr>
            <a:xfrm>
              <a:off x="2829417" y="121857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55" name="ph4255"/>
            <p:cNvSpPr/>
            <p:nvPr/>
          </p:nvSpPr>
          <p:spPr>
            <a:xfrm>
              <a:off x="2862160" y="121857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56" name="ph4256"/>
            <p:cNvSpPr/>
            <p:nvPr/>
          </p:nvSpPr>
          <p:spPr>
            <a:xfrm>
              <a:off x="2894901" y="121857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57" name="ph4257"/>
            <p:cNvSpPr/>
            <p:nvPr/>
          </p:nvSpPr>
          <p:spPr>
            <a:xfrm>
              <a:off x="2927643" y="121857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58" name="ph4258"/>
            <p:cNvSpPr/>
            <p:nvPr/>
          </p:nvSpPr>
          <p:spPr>
            <a:xfrm>
              <a:off x="2960385" y="121857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59" name="ph4259"/>
            <p:cNvSpPr/>
            <p:nvPr/>
          </p:nvSpPr>
          <p:spPr>
            <a:xfrm>
              <a:off x="3091352" y="121857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60" name="ph4260"/>
            <p:cNvSpPr/>
            <p:nvPr/>
          </p:nvSpPr>
          <p:spPr>
            <a:xfrm>
              <a:off x="3124093" y="121857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61" name="ph4261"/>
            <p:cNvSpPr/>
            <p:nvPr/>
          </p:nvSpPr>
          <p:spPr>
            <a:xfrm>
              <a:off x="3156836" y="121857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62" name="ph4262"/>
            <p:cNvSpPr/>
            <p:nvPr/>
          </p:nvSpPr>
          <p:spPr>
            <a:xfrm>
              <a:off x="3189577" y="121857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63" name="ph4263"/>
            <p:cNvSpPr/>
            <p:nvPr/>
          </p:nvSpPr>
          <p:spPr>
            <a:xfrm>
              <a:off x="3222320" y="121857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64" name="ph4264"/>
            <p:cNvSpPr/>
            <p:nvPr/>
          </p:nvSpPr>
          <p:spPr>
            <a:xfrm>
              <a:off x="3255061" y="121857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65" name="ph4265"/>
            <p:cNvSpPr/>
            <p:nvPr/>
          </p:nvSpPr>
          <p:spPr>
            <a:xfrm>
              <a:off x="3287803" y="121857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66" name="ph4266"/>
            <p:cNvSpPr/>
            <p:nvPr/>
          </p:nvSpPr>
          <p:spPr>
            <a:xfrm>
              <a:off x="3320545" y="121857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67" name="ph4267"/>
            <p:cNvSpPr/>
            <p:nvPr/>
          </p:nvSpPr>
          <p:spPr>
            <a:xfrm>
              <a:off x="3353287" y="121857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68" name="ph4268"/>
            <p:cNvSpPr/>
            <p:nvPr/>
          </p:nvSpPr>
          <p:spPr>
            <a:xfrm>
              <a:off x="3386028" y="121857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69" name="ph4269"/>
            <p:cNvSpPr/>
            <p:nvPr/>
          </p:nvSpPr>
          <p:spPr>
            <a:xfrm>
              <a:off x="2567484" y="126011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70" name="ph4270"/>
            <p:cNvSpPr/>
            <p:nvPr/>
          </p:nvSpPr>
          <p:spPr>
            <a:xfrm>
              <a:off x="2600225" y="126011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71" name="ph4271"/>
            <p:cNvSpPr/>
            <p:nvPr/>
          </p:nvSpPr>
          <p:spPr>
            <a:xfrm>
              <a:off x="2632967" y="126011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72" name="ph4272"/>
            <p:cNvSpPr/>
            <p:nvPr/>
          </p:nvSpPr>
          <p:spPr>
            <a:xfrm>
              <a:off x="2665709" y="126011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83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73" name="ph4273"/>
            <p:cNvSpPr/>
            <p:nvPr/>
          </p:nvSpPr>
          <p:spPr>
            <a:xfrm>
              <a:off x="2698451" y="126011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74" name="ph4274"/>
            <p:cNvSpPr/>
            <p:nvPr/>
          </p:nvSpPr>
          <p:spPr>
            <a:xfrm>
              <a:off x="2731192" y="126011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75" name="ph4275"/>
            <p:cNvSpPr/>
            <p:nvPr/>
          </p:nvSpPr>
          <p:spPr>
            <a:xfrm>
              <a:off x="2763935" y="126011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76" name="ph4276"/>
            <p:cNvSpPr/>
            <p:nvPr/>
          </p:nvSpPr>
          <p:spPr>
            <a:xfrm>
              <a:off x="2796676" y="126011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77" name="ph4277"/>
            <p:cNvSpPr/>
            <p:nvPr/>
          </p:nvSpPr>
          <p:spPr>
            <a:xfrm>
              <a:off x="2829417" y="126011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78" name="ph4278"/>
            <p:cNvSpPr/>
            <p:nvPr/>
          </p:nvSpPr>
          <p:spPr>
            <a:xfrm>
              <a:off x="2862160" y="126011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79" name="ph4279"/>
            <p:cNvSpPr/>
            <p:nvPr/>
          </p:nvSpPr>
          <p:spPr>
            <a:xfrm>
              <a:off x="2894901" y="126011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80" name="ph4280"/>
            <p:cNvSpPr/>
            <p:nvPr/>
          </p:nvSpPr>
          <p:spPr>
            <a:xfrm>
              <a:off x="2927643" y="126011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81" name="ph4281"/>
            <p:cNvSpPr/>
            <p:nvPr/>
          </p:nvSpPr>
          <p:spPr>
            <a:xfrm>
              <a:off x="2960385" y="126011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82" name="ph4282"/>
            <p:cNvSpPr/>
            <p:nvPr/>
          </p:nvSpPr>
          <p:spPr>
            <a:xfrm>
              <a:off x="3091352" y="126011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83" name="ph4283"/>
            <p:cNvSpPr/>
            <p:nvPr/>
          </p:nvSpPr>
          <p:spPr>
            <a:xfrm>
              <a:off x="3124093" y="126011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84" name="ph4284"/>
            <p:cNvSpPr/>
            <p:nvPr/>
          </p:nvSpPr>
          <p:spPr>
            <a:xfrm>
              <a:off x="3156836" y="126011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85" name="ph4285"/>
            <p:cNvSpPr/>
            <p:nvPr/>
          </p:nvSpPr>
          <p:spPr>
            <a:xfrm>
              <a:off x="3189577" y="126011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86" name="ph4286"/>
            <p:cNvSpPr/>
            <p:nvPr/>
          </p:nvSpPr>
          <p:spPr>
            <a:xfrm>
              <a:off x="3222320" y="126011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87" name="ph4287"/>
            <p:cNvSpPr/>
            <p:nvPr/>
          </p:nvSpPr>
          <p:spPr>
            <a:xfrm>
              <a:off x="3255061" y="126011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88" name="ph4288"/>
            <p:cNvSpPr/>
            <p:nvPr/>
          </p:nvSpPr>
          <p:spPr>
            <a:xfrm>
              <a:off x="3287803" y="126011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89" name="ph4289"/>
            <p:cNvSpPr/>
            <p:nvPr/>
          </p:nvSpPr>
          <p:spPr>
            <a:xfrm>
              <a:off x="3320545" y="126011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90" name="ph4290"/>
            <p:cNvSpPr/>
            <p:nvPr/>
          </p:nvSpPr>
          <p:spPr>
            <a:xfrm>
              <a:off x="3353287" y="126011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91" name="ph4291"/>
            <p:cNvSpPr/>
            <p:nvPr/>
          </p:nvSpPr>
          <p:spPr>
            <a:xfrm>
              <a:off x="2534741" y="130165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92" name="ph4292"/>
            <p:cNvSpPr/>
            <p:nvPr/>
          </p:nvSpPr>
          <p:spPr>
            <a:xfrm>
              <a:off x="2567484" y="130165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93" name="ph4293"/>
            <p:cNvSpPr/>
            <p:nvPr/>
          </p:nvSpPr>
          <p:spPr>
            <a:xfrm>
              <a:off x="2600225" y="130165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92DD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94" name="ph4294"/>
            <p:cNvSpPr/>
            <p:nvPr/>
          </p:nvSpPr>
          <p:spPr>
            <a:xfrm>
              <a:off x="2632967" y="130165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93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95" name="ph4295"/>
            <p:cNvSpPr/>
            <p:nvPr/>
          </p:nvSpPr>
          <p:spPr>
            <a:xfrm>
              <a:off x="2665709" y="130165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96" name="ph4296"/>
            <p:cNvSpPr/>
            <p:nvPr/>
          </p:nvSpPr>
          <p:spPr>
            <a:xfrm>
              <a:off x="2698451" y="130165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E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97" name="ph4297"/>
            <p:cNvSpPr/>
            <p:nvPr/>
          </p:nvSpPr>
          <p:spPr>
            <a:xfrm>
              <a:off x="2731192" y="130165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98" name="ph4298"/>
            <p:cNvSpPr/>
            <p:nvPr/>
          </p:nvSpPr>
          <p:spPr>
            <a:xfrm>
              <a:off x="2763935" y="130165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71D2B2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99" name="ph4299"/>
            <p:cNvSpPr/>
            <p:nvPr/>
          </p:nvSpPr>
          <p:spPr>
            <a:xfrm>
              <a:off x="2796676" y="130165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00" name="ph4300"/>
            <p:cNvSpPr/>
            <p:nvPr/>
          </p:nvSpPr>
          <p:spPr>
            <a:xfrm>
              <a:off x="2829417" y="130165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01" name="ph4301"/>
            <p:cNvSpPr/>
            <p:nvPr/>
          </p:nvSpPr>
          <p:spPr>
            <a:xfrm>
              <a:off x="2862160" y="130165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02" name="ph4302"/>
            <p:cNvSpPr/>
            <p:nvPr/>
          </p:nvSpPr>
          <p:spPr>
            <a:xfrm>
              <a:off x="2894901" y="130165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03" name="ph4303"/>
            <p:cNvSpPr/>
            <p:nvPr/>
          </p:nvSpPr>
          <p:spPr>
            <a:xfrm>
              <a:off x="2927643" y="130165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04" name="ph4304"/>
            <p:cNvSpPr/>
            <p:nvPr/>
          </p:nvSpPr>
          <p:spPr>
            <a:xfrm>
              <a:off x="2960385" y="130165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05" name="ph4305"/>
            <p:cNvSpPr/>
            <p:nvPr/>
          </p:nvSpPr>
          <p:spPr>
            <a:xfrm>
              <a:off x="2993127" y="130165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06" name="ph4306"/>
            <p:cNvSpPr/>
            <p:nvPr/>
          </p:nvSpPr>
          <p:spPr>
            <a:xfrm>
              <a:off x="3124093" y="130165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07" name="ph4307"/>
            <p:cNvSpPr/>
            <p:nvPr/>
          </p:nvSpPr>
          <p:spPr>
            <a:xfrm>
              <a:off x="3156836" y="130165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08" name="ph4308"/>
            <p:cNvSpPr/>
            <p:nvPr/>
          </p:nvSpPr>
          <p:spPr>
            <a:xfrm>
              <a:off x="3189577" y="130165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09" name="ph4309"/>
            <p:cNvSpPr/>
            <p:nvPr/>
          </p:nvSpPr>
          <p:spPr>
            <a:xfrm>
              <a:off x="3222320" y="130165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10" name="ph4310"/>
            <p:cNvSpPr/>
            <p:nvPr/>
          </p:nvSpPr>
          <p:spPr>
            <a:xfrm>
              <a:off x="3255061" y="130165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11" name="ph4311"/>
            <p:cNvSpPr/>
            <p:nvPr/>
          </p:nvSpPr>
          <p:spPr>
            <a:xfrm>
              <a:off x="3287803" y="130165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12" name="ph4312"/>
            <p:cNvSpPr/>
            <p:nvPr/>
          </p:nvSpPr>
          <p:spPr>
            <a:xfrm>
              <a:off x="3320545" y="130165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13" name="ph4313"/>
            <p:cNvSpPr/>
            <p:nvPr/>
          </p:nvSpPr>
          <p:spPr>
            <a:xfrm>
              <a:off x="2534741" y="134318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CDBBE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14" name="ph4314"/>
            <p:cNvSpPr/>
            <p:nvPr/>
          </p:nvSpPr>
          <p:spPr>
            <a:xfrm>
              <a:off x="2567484" y="134318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3DDC0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15" name="ph4315"/>
            <p:cNvSpPr/>
            <p:nvPr/>
          </p:nvSpPr>
          <p:spPr>
            <a:xfrm>
              <a:off x="2600225" y="134318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16" name="ph4316"/>
            <p:cNvSpPr/>
            <p:nvPr/>
          </p:nvSpPr>
          <p:spPr>
            <a:xfrm>
              <a:off x="2632967" y="134318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17" name="ph4317"/>
            <p:cNvSpPr/>
            <p:nvPr/>
          </p:nvSpPr>
          <p:spPr>
            <a:xfrm>
              <a:off x="2665709" y="134318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18" name="ph4318"/>
            <p:cNvSpPr/>
            <p:nvPr/>
          </p:nvSpPr>
          <p:spPr>
            <a:xfrm>
              <a:off x="2698451" y="134318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19" name="ph4319"/>
            <p:cNvSpPr/>
            <p:nvPr/>
          </p:nvSpPr>
          <p:spPr>
            <a:xfrm>
              <a:off x="2731192" y="134318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20" name="ph4320"/>
            <p:cNvSpPr/>
            <p:nvPr/>
          </p:nvSpPr>
          <p:spPr>
            <a:xfrm>
              <a:off x="2763935" y="134318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21" name="ph4321"/>
            <p:cNvSpPr/>
            <p:nvPr/>
          </p:nvSpPr>
          <p:spPr>
            <a:xfrm>
              <a:off x="2796676" y="134318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22" name="ph4322"/>
            <p:cNvSpPr/>
            <p:nvPr/>
          </p:nvSpPr>
          <p:spPr>
            <a:xfrm>
              <a:off x="2829417" y="134318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23" name="ph4323"/>
            <p:cNvSpPr/>
            <p:nvPr/>
          </p:nvSpPr>
          <p:spPr>
            <a:xfrm>
              <a:off x="2862160" y="134318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24" name="ph4324"/>
            <p:cNvSpPr/>
            <p:nvPr/>
          </p:nvSpPr>
          <p:spPr>
            <a:xfrm>
              <a:off x="2894901" y="134318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25" name="ph4325"/>
            <p:cNvSpPr/>
            <p:nvPr/>
          </p:nvSpPr>
          <p:spPr>
            <a:xfrm>
              <a:off x="2927643" y="134318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26" name="ph4326"/>
            <p:cNvSpPr/>
            <p:nvPr/>
          </p:nvSpPr>
          <p:spPr>
            <a:xfrm>
              <a:off x="2960385" y="134318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27" name="ph4327"/>
            <p:cNvSpPr/>
            <p:nvPr/>
          </p:nvSpPr>
          <p:spPr>
            <a:xfrm>
              <a:off x="2993127" y="134318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28" name="ph4328"/>
            <p:cNvSpPr/>
            <p:nvPr/>
          </p:nvSpPr>
          <p:spPr>
            <a:xfrm>
              <a:off x="3124093" y="134318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29" name="ph4329"/>
            <p:cNvSpPr/>
            <p:nvPr/>
          </p:nvSpPr>
          <p:spPr>
            <a:xfrm>
              <a:off x="3156836" y="134318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30" name="ph4330"/>
            <p:cNvSpPr/>
            <p:nvPr/>
          </p:nvSpPr>
          <p:spPr>
            <a:xfrm>
              <a:off x="3189577" y="134318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31" name="ph4331"/>
            <p:cNvSpPr/>
            <p:nvPr/>
          </p:nvSpPr>
          <p:spPr>
            <a:xfrm>
              <a:off x="3222320" y="134318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32" name="ph4332"/>
            <p:cNvSpPr/>
            <p:nvPr/>
          </p:nvSpPr>
          <p:spPr>
            <a:xfrm>
              <a:off x="3255061" y="134318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33" name="ph4333"/>
            <p:cNvSpPr/>
            <p:nvPr/>
          </p:nvSpPr>
          <p:spPr>
            <a:xfrm>
              <a:off x="3287803" y="134318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34" name="ph4334"/>
            <p:cNvSpPr/>
            <p:nvPr/>
          </p:nvSpPr>
          <p:spPr>
            <a:xfrm>
              <a:off x="2502000" y="138472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35" name="ph4335"/>
            <p:cNvSpPr/>
            <p:nvPr/>
          </p:nvSpPr>
          <p:spPr>
            <a:xfrm>
              <a:off x="2534741" y="138472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36" name="ph4336"/>
            <p:cNvSpPr/>
            <p:nvPr/>
          </p:nvSpPr>
          <p:spPr>
            <a:xfrm>
              <a:off x="2567484" y="138472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37" name="ph4337"/>
            <p:cNvSpPr/>
            <p:nvPr/>
          </p:nvSpPr>
          <p:spPr>
            <a:xfrm>
              <a:off x="2600225" y="138472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38" name="ph4338"/>
            <p:cNvSpPr/>
            <p:nvPr/>
          </p:nvSpPr>
          <p:spPr>
            <a:xfrm>
              <a:off x="2632967" y="138472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39" name="ph4339"/>
            <p:cNvSpPr/>
            <p:nvPr/>
          </p:nvSpPr>
          <p:spPr>
            <a:xfrm>
              <a:off x="2665709" y="138472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40" name="ph4340"/>
            <p:cNvSpPr/>
            <p:nvPr/>
          </p:nvSpPr>
          <p:spPr>
            <a:xfrm>
              <a:off x="2698451" y="138472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AF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41" name="ph4341"/>
            <p:cNvSpPr/>
            <p:nvPr/>
          </p:nvSpPr>
          <p:spPr>
            <a:xfrm>
              <a:off x="2731192" y="138472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42" name="ph4342"/>
            <p:cNvSpPr/>
            <p:nvPr/>
          </p:nvSpPr>
          <p:spPr>
            <a:xfrm>
              <a:off x="2763935" y="138472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CDF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43" name="ph4343"/>
            <p:cNvSpPr/>
            <p:nvPr/>
          </p:nvSpPr>
          <p:spPr>
            <a:xfrm>
              <a:off x="2796676" y="138472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44" name="ph4344"/>
            <p:cNvSpPr/>
            <p:nvPr/>
          </p:nvSpPr>
          <p:spPr>
            <a:xfrm>
              <a:off x="2829417" y="138472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45" name="ph4345"/>
            <p:cNvSpPr/>
            <p:nvPr/>
          </p:nvSpPr>
          <p:spPr>
            <a:xfrm>
              <a:off x="2862160" y="138472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46" name="ph4346"/>
            <p:cNvSpPr/>
            <p:nvPr/>
          </p:nvSpPr>
          <p:spPr>
            <a:xfrm>
              <a:off x="2894901" y="138472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47" name="ph4347"/>
            <p:cNvSpPr/>
            <p:nvPr/>
          </p:nvSpPr>
          <p:spPr>
            <a:xfrm>
              <a:off x="2927643" y="138472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48" name="ph4348"/>
            <p:cNvSpPr/>
            <p:nvPr/>
          </p:nvSpPr>
          <p:spPr>
            <a:xfrm>
              <a:off x="2960385" y="138472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49" name="ph4349"/>
            <p:cNvSpPr/>
            <p:nvPr/>
          </p:nvSpPr>
          <p:spPr>
            <a:xfrm>
              <a:off x="2993127" y="138472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50" name="ph4350"/>
            <p:cNvSpPr/>
            <p:nvPr/>
          </p:nvSpPr>
          <p:spPr>
            <a:xfrm>
              <a:off x="3025868" y="138472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51" name="ph4351"/>
            <p:cNvSpPr/>
            <p:nvPr/>
          </p:nvSpPr>
          <p:spPr>
            <a:xfrm>
              <a:off x="3124093" y="138472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52" name="ph4352"/>
            <p:cNvSpPr/>
            <p:nvPr/>
          </p:nvSpPr>
          <p:spPr>
            <a:xfrm>
              <a:off x="3156836" y="138472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53" name="ph4353"/>
            <p:cNvSpPr/>
            <p:nvPr/>
          </p:nvSpPr>
          <p:spPr>
            <a:xfrm>
              <a:off x="3189577" y="138472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54" name="ph4354"/>
            <p:cNvSpPr/>
            <p:nvPr/>
          </p:nvSpPr>
          <p:spPr>
            <a:xfrm>
              <a:off x="3222320" y="138472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55" name="ph4355"/>
            <p:cNvSpPr/>
            <p:nvPr/>
          </p:nvSpPr>
          <p:spPr>
            <a:xfrm>
              <a:off x="3255061" y="138472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56" name="ph4356"/>
            <p:cNvSpPr/>
            <p:nvPr/>
          </p:nvSpPr>
          <p:spPr>
            <a:xfrm>
              <a:off x="3287803" y="138472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57" name="ph4357"/>
            <p:cNvSpPr/>
            <p:nvPr/>
          </p:nvSpPr>
          <p:spPr>
            <a:xfrm>
              <a:off x="2502000" y="142626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58" name="ph4358"/>
            <p:cNvSpPr/>
            <p:nvPr/>
          </p:nvSpPr>
          <p:spPr>
            <a:xfrm>
              <a:off x="2534741" y="142626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59" name="ph4359"/>
            <p:cNvSpPr/>
            <p:nvPr/>
          </p:nvSpPr>
          <p:spPr>
            <a:xfrm>
              <a:off x="2567484" y="142626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8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60" name="ph4360"/>
            <p:cNvSpPr/>
            <p:nvPr/>
          </p:nvSpPr>
          <p:spPr>
            <a:xfrm>
              <a:off x="2600225" y="142626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C0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61" name="ph4361"/>
            <p:cNvSpPr/>
            <p:nvPr/>
          </p:nvSpPr>
          <p:spPr>
            <a:xfrm>
              <a:off x="2632967" y="142626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C6ED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62" name="ph4362"/>
            <p:cNvSpPr/>
            <p:nvPr/>
          </p:nvSpPr>
          <p:spPr>
            <a:xfrm>
              <a:off x="2665709" y="142626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C4EDD8">
                <a:alpha val="100000"/>
              </a:srgbClr>
            </a:solidFill>
            <a:ln w="5420" cap="flat">
              <a:solidFill>
                <a:srgbClr val="C8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63" name="ph4363"/>
            <p:cNvSpPr/>
            <p:nvPr/>
          </p:nvSpPr>
          <p:spPr>
            <a:xfrm>
              <a:off x="2698451" y="142626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C1EBD6">
                <a:alpha val="100000"/>
              </a:srgbClr>
            </a:solidFill>
            <a:ln w="5420" cap="flat">
              <a:solidFill>
                <a:srgbClr val="C4ED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64" name="ph4364"/>
            <p:cNvSpPr/>
            <p:nvPr/>
          </p:nvSpPr>
          <p:spPr>
            <a:xfrm>
              <a:off x="2731192" y="142626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65" name="ph4365"/>
            <p:cNvSpPr/>
            <p:nvPr/>
          </p:nvSpPr>
          <p:spPr>
            <a:xfrm>
              <a:off x="2763935" y="142626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66" name="ph4366"/>
            <p:cNvSpPr/>
            <p:nvPr/>
          </p:nvSpPr>
          <p:spPr>
            <a:xfrm>
              <a:off x="2796676" y="142626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CDF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67" name="ph4367"/>
            <p:cNvSpPr/>
            <p:nvPr/>
          </p:nvSpPr>
          <p:spPr>
            <a:xfrm>
              <a:off x="2829417" y="142626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68" name="ph4368"/>
            <p:cNvSpPr/>
            <p:nvPr/>
          </p:nvSpPr>
          <p:spPr>
            <a:xfrm>
              <a:off x="2862160" y="142626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69" name="ph4369"/>
            <p:cNvSpPr/>
            <p:nvPr/>
          </p:nvSpPr>
          <p:spPr>
            <a:xfrm>
              <a:off x="2894901" y="142626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70" name="ph4370"/>
            <p:cNvSpPr/>
            <p:nvPr/>
          </p:nvSpPr>
          <p:spPr>
            <a:xfrm>
              <a:off x="2927643" y="142626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71" name="ph4371"/>
            <p:cNvSpPr/>
            <p:nvPr/>
          </p:nvSpPr>
          <p:spPr>
            <a:xfrm>
              <a:off x="2960385" y="142626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72" name="ph4372"/>
            <p:cNvSpPr/>
            <p:nvPr/>
          </p:nvSpPr>
          <p:spPr>
            <a:xfrm>
              <a:off x="2993127" y="142626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73" name="ph4373"/>
            <p:cNvSpPr/>
            <p:nvPr/>
          </p:nvSpPr>
          <p:spPr>
            <a:xfrm>
              <a:off x="3025868" y="142626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74" name="ph4374"/>
            <p:cNvSpPr/>
            <p:nvPr/>
          </p:nvSpPr>
          <p:spPr>
            <a:xfrm>
              <a:off x="3058611" y="142626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75" name="ph4375"/>
            <p:cNvSpPr/>
            <p:nvPr/>
          </p:nvSpPr>
          <p:spPr>
            <a:xfrm>
              <a:off x="3156836" y="142626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76" name="ph4376"/>
            <p:cNvSpPr/>
            <p:nvPr/>
          </p:nvSpPr>
          <p:spPr>
            <a:xfrm>
              <a:off x="3189577" y="142626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77" name="ph4377"/>
            <p:cNvSpPr/>
            <p:nvPr/>
          </p:nvSpPr>
          <p:spPr>
            <a:xfrm>
              <a:off x="3222320" y="142626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78" name="ph4378"/>
            <p:cNvSpPr/>
            <p:nvPr/>
          </p:nvSpPr>
          <p:spPr>
            <a:xfrm>
              <a:off x="3255061" y="142626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79" name="ph4379"/>
            <p:cNvSpPr/>
            <p:nvPr/>
          </p:nvSpPr>
          <p:spPr>
            <a:xfrm>
              <a:off x="3287803" y="142626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80" name="ph4380"/>
            <p:cNvSpPr/>
            <p:nvPr/>
          </p:nvSpPr>
          <p:spPr>
            <a:xfrm>
              <a:off x="2502000" y="146780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81" name="ph4381"/>
            <p:cNvSpPr/>
            <p:nvPr/>
          </p:nvSpPr>
          <p:spPr>
            <a:xfrm>
              <a:off x="2534741" y="146780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82" name="ph4382"/>
            <p:cNvSpPr/>
            <p:nvPr/>
          </p:nvSpPr>
          <p:spPr>
            <a:xfrm>
              <a:off x="2567484" y="146780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8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83" name="ph4383"/>
            <p:cNvSpPr/>
            <p:nvPr/>
          </p:nvSpPr>
          <p:spPr>
            <a:xfrm>
              <a:off x="2600225" y="146780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C0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84" name="ph4384"/>
            <p:cNvSpPr/>
            <p:nvPr/>
          </p:nvSpPr>
          <p:spPr>
            <a:xfrm>
              <a:off x="2632967" y="146780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C3ECD7">
                <a:alpha val="100000"/>
              </a:srgbClr>
            </a:solidFill>
            <a:ln w="5420" cap="flat">
              <a:solidFill>
                <a:srgbClr val="C7ED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85" name="ph4385"/>
            <p:cNvSpPr/>
            <p:nvPr/>
          </p:nvSpPr>
          <p:spPr>
            <a:xfrm>
              <a:off x="2665709" y="146780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C5EDD9">
                <a:alpha val="100000"/>
              </a:srgbClr>
            </a:solidFill>
            <a:ln w="5420" cap="flat">
              <a:solidFill>
                <a:srgbClr val="C9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86" name="ph4386"/>
            <p:cNvSpPr/>
            <p:nvPr/>
          </p:nvSpPr>
          <p:spPr>
            <a:xfrm>
              <a:off x="2698451" y="146780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C5ED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87" name="ph4387"/>
            <p:cNvSpPr/>
            <p:nvPr/>
          </p:nvSpPr>
          <p:spPr>
            <a:xfrm>
              <a:off x="2731192" y="146780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88" name="ph4388"/>
            <p:cNvSpPr/>
            <p:nvPr/>
          </p:nvSpPr>
          <p:spPr>
            <a:xfrm>
              <a:off x="2763935" y="146780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89" name="ph4389"/>
            <p:cNvSpPr/>
            <p:nvPr/>
          </p:nvSpPr>
          <p:spPr>
            <a:xfrm>
              <a:off x="2796676" y="146780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90" name="ph4390"/>
            <p:cNvSpPr/>
            <p:nvPr/>
          </p:nvSpPr>
          <p:spPr>
            <a:xfrm>
              <a:off x="2829417" y="146780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91" name="ph4391"/>
            <p:cNvSpPr/>
            <p:nvPr/>
          </p:nvSpPr>
          <p:spPr>
            <a:xfrm>
              <a:off x="2862160" y="146780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D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92" name="ph4392"/>
            <p:cNvSpPr/>
            <p:nvPr/>
          </p:nvSpPr>
          <p:spPr>
            <a:xfrm>
              <a:off x="2894901" y="146780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93" name="ph4393"/>
            <p:cNvSpPr/>
            <p:nvPr/>
          </p:nvSpPr>
          <p:spPr>
            <a:xfrm>
              <a:off x="2927643" y="146780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94" name="ph4394"/>
            <p:cNvSpPr/>
            <p:nvPr/>
          </p:nvSpPr>
          <p:spPr>
            <a:xfrm>
              <a:off x="2960385" y="146780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95" name="ph4395"/>
            <p:cNvSpPr/>
            <p:nvPr/>
          </p:nvSpPr>
          <p:spPr>
            <a:xfrm>
              <a:off x="2993127" y="146780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96" name="ph4396"/>
            <p:cNvSpPr/>
            <p:nvPr/>
          </p:nvSpPr>
          <p:spPr>
            <a:xfrm>
              <a:off x="3025868" y="146780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97" name="ph4397"/>
            <p:cNvSpPr/>
            <p:nvPr/>
          </p:nvSpPr>
          <p:spPr>
            <a:xfrm>
              <a:off x="3058611" y="146780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98" name="ph4398"/>
            <p:cNvSpPr/>
            <p:nvPr/>
          </p:nvSpPr>
          <p:spPr>
            <a:xfrm>
              <a:off x="3124093" y="146780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99" name="ph4399"/>
            <p:cNvSpPr/>
            <p:nvPr/>
          </p:nvSpPr>
          <p:spPr>
            <a:xfrm>
              <a:off x="3156836" y="146780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00" name="ph4400"/>
            <p:cNvSpPr/>
            <p:nvPr/>
          </p:nvSpPr>
          <p:spPr>
            <a:xfrm>
              <a:off x="3189577" y="146780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01" name="ph4401"/>
            <p:cNvSpPr/>
            <p:nvPr/>
          </p:nvSpPr>
          <p:spPr>
            <a:xfrm>
              <a:off x="3222320" y="146780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02" name="ph4402"/>
            <p:cNvSpPr/>
            <p:nvPr/>
          </p:nvSpPr>
          <p:spPr>
            <a:xfrm>
              <a:off x="3255061" y="146780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03" name="ph4403"/>
            <p:cNvSpPr/>
            <p:nvPr/>
          </p:nvSpPr>
          <p:spPr>
            <a:xfrm>
              <a:off x="3287803" y="146780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04" name="ph4404"/>
            <p:cNvSpPr/>
            <p:nvPr/>
          </p:nvSpPr>
          <p:spPr>
            <a:xfrm>
              <a:off x="2534741" y="150934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05" name="ph4405"/>
            <p:cNvSpPr/>
            <p:nvPr/>
          </p:nvSpPr>
          <p:spPr>
            <a:xfrm>
              <a:off x="2567484" y="150934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06" name="ph4406"/>
            <p:cNvSpPr/>
            <p:nvPr/>
          </p:nvSpPr>
          <p:spPr>
            <a:xfrm>
              <a:off x="2600225" y="150934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B5E8D0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07" name="ph4407"/>
            <p:cNvSpPr/>
            <p:nvPr/>
          </p:nvSpPr>
          <p:spPr>
            <a:xfrm>
              <a:off x="2632967" y="150934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BBEAD3">
                <a:alpha val="100000"/>
              </a:srgbClr>
            </a:solidFill>
            <a:ln w="5420" cap="flat">
              <a:solidFill>
                <a:srgbClr val="C0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08" name="ph4408"/>
            <p:cNvSpPr/>
            <p:nvPr/>
          </p:nvSpPr>
          <p:spPr>
            <a:xfrm>
              <a:off x="2665709" y="150934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BDEAD4">
                <a:alpha val="100000"/>
              </a:srgbClr>
            </a:solidFill>
            <a:ln w="5420" cap="flat">
              <a:solidFill>
                <a:srgbClr val="C1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09" name="ph4409"/>
            <p:cNvSpPr/>
            <p:nvPr/>
          </p:nvSpPr>
          <p:spPr>
            <a:xfrm>
              <a:off x="2698451" y="150934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B8E9D2">
                <a:alpha val="100000"/>
              </a:srgbClr>
            </a:solidFill>
            <a:ln w="5420" cap="flat">
              <a:solidFill>
                <a:srgbClr val="BD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10" name="ph4410"/>
            <p:cNvSpPr/>
            <p:nvPr/>
          </p:nvSpPr>
          <p:spPr>
            <a:xfrm>
              <a:off x="2731192" y="150934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11" name="ph4411"/>
            <p:cNvSpPr/>
            <p:nvPr/>
          </p:nvSpPr>
          <p:spPr>
            <a:xfrm>
              <a:off x="2763935" y="150934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12" name="ph4412"/>
            <p:cNvSpPr/>
            <p:nvPr/>
          </p:nvSpPr>
          <p:spPr>
            <a:xfrm>
              <a:off x="2796676" y="150934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85D8BB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13" name="ph4413"/>
            <p:cNvSpPr/>
            <p:nvPr/>
          </p:nvSpPr>
          <p:spPr>
            <a:xfrm>
              <a:off x="2829417" y="150934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14" name="ph4414"/>
            <p:cNvSpPr/>
            <p:nvPr/>
          </p:nvSpPr>
          <p:spPr>
            <a:xfrm>
              <a:off x="2862160" y="150934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15" name="ph4415"/>
            <p:cNvSpPr/>
            <p:nvPr/>
          </p:nvSpPr>
          <p:spPr>
            <a:xfrm>
              <a:off x="2894901" y="150934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16" name="ph4416"/>
            <p:cNvSpPr/>
            <p:nvPr/>
          </p:nvSpPr>
          <p:spPr>
            <a:xfrm>
              <a:off x="2927643" y="150934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17" name="ph4417"/>
            <p:cNvSpPr/>
            <p:nvPr/>
          </p:nvSpPr>
          <p:spPr>
            <a:xfrm>
              <a:off x="2960385" y="150934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18" name="ph4418"/>
            <p:cNvSpPr/>
            <p:nvPr/>
          </p:nvSpPr>
          <p:spPr>
            <a:xfrm>
              <a:off x="2993127" y="150934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19" name="ph4419"/>
            <p:cNvSpPr/>
            <p:nvPr/>
          </p:nvSpPr>
          <p:spPr>
            <a:xfrm>
              <a:off x="3025868" y="150934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20" name="ph4420"/>
            <p:cNvSpPr/>
            <p:nvPr/>
          </p:nvSpPr>
          <p:spPr>
            <a:xfrm>
              <a:off x="3058611" y="150934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21" name="ph4421"/>
            <p:cNvSpPr/>
            <p:nvPr/>
          </p:nvSpPr>
          <p:spPr>
            <a:xfrm>
              <a:off x="3091352" y="150934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22" name="ph4422"/>
            <p:cNvSpPr/>
            <p:nvPr/>
          </p:nvSpPr>
          <p:spPr>
            <a:xfrm>
              <a:off x="3124093" y="150934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23" name="ph4423"/>
            <p:cNvSpPr/>
            <p:nvPr/>
          </p:nvSpPr>
          <p:spPr>
            <a:xfrm>
              <a:off x="3156836" y="150934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24" name="ph4424"/>
            <p:cNvSpPr/>
            <p:nvPr/>
          </p:nvSpPr>
          <p:spPr>
            <a:xfrm>
              <a:off x="3189577" y="150934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25" name="ph4425"/>
            <p:cNvSpPr/>
            <p:nvPr/>
          </p:nvSpPr>
          <p:spPr>
            <a:xfrm>
              <a:off x="3222320" y="150934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26" name="ph4426"/>
            <p:cNvSpPr/>
            <p:nvPr/>
          </p:nvSpPr>
          <p:spPr>
            <a:xfrm>
              <a:off x="3255061" y="150934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27" name="ph4427"/>
            <p:cNvSpPr/>
            <p:nvPr/>
          </p:nvSpPr>
          <p:spPr>
            <a:xfrm>
              <a:off x="3287803" y="150934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28" name="ph4428"/>
            <p:cNvSpPr/>
            <p:nvPr/>
          </p:nvSpPr>
          <p:spPr>
            <a:xfrm>
              <a:off x="2567484" y="155087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FE1C6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29" name="ph4429"/>
            <p:cNvSpPr/>
            <p:nvPr/>
          </p:nvSpPr>
          <p:spPr>
            <a:xfrm>
              <a:off x="2600225" y="155087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30" name="ph4430"/>
            <p:cNvSpPr/>
            <p:nvPr/>
          </p:nvSpPr>
          <p:spPr>
            <a:xfrm>
              <a:off x="2632967" y="155087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31" name="ph4431"/>
            <p:cNvSpPr/>
            <p:nvPr/>
          </p:nvSpPr>
          <p:spPr>
            <a:xfrm>
              <a:off x="2665709" y="155087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32" name="ph4432"/>
            <p:cNvSpPr/>
            <p:nvPr/>
          </p:nvSpPr>
          <p:spPr>
            <a:xfrm>
              <a:off x="2698451" y="155087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33" name="ph4433"/>
            <p:cNvSpPr/>
            <p:nvPr/>
          </p:nvSpPr>
          <p:spPr>
            <a:xfrm>
              <a:off x="2731192" y="155087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34" name="ph4434"/>
            <p:cNvSpPr/>
            <p:nvPr/>
          </p:nvSpPr>
          <p:spPr>
            <a:xfrm>
              <a:off x="2763935" y="155087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ADABC">
                <a:alpha val="100000"/>
              </a:srgbClr>
            </a:solidFill>
            <a:ln w="5420" cap="flat">
              <a:solidFill>
                <a:srgbClr val="95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35" name="ph4435"/>
            <p:cNvSpPr/>
            <p:nvPr/>
          </p:nvSpPr>
          <p:spPr>
            <a:xfrm>
              <a:off x="2796676" y="155087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36" name="ph4436"/>
            <p:cNvSpPr/>
            <p:nvPr/>
          </p:nvSpPr>
          <p:spPr>
            <a:xfrm>
              <a:off x="2829417" y="155087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37" name="ph4437"/>
            <p:cNvSpPr/>
            <p:nvPr/>
          </p:nvSpPr>
          <p:spPr>
            <a:xfrm>
              <a:off x="2862160" y="155087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38" name="ph4438"/>
            <p:cNvSpPr/>
            <p:nvPr/>
          </p:nvSpPr>
          <p:spPr>
            <a:xfrm>
              <a:off x="2894901" y="155087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39" name="ph4439"/>
            <p:cNvSpPr/>
            <p:nvPr/>
          </p:nvSpPr>
          <p:spPr>
            <a:xfrm>
              <a:off x="2927643" y="155087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40" name="ph4440"/>
            <p:cNvSpPr/>
            <p:nvPr/>
          </p:nvSpPr>
          <p:spPr>
            <a:xfrm>
              <a:off x="2960385" y="155087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41" name="ph4441"/>
            <p:cNvSpPr/>
            <p:nvPr/>
          </p:nvSpPr>
          <p:spPr>
            <a:xfrm>
              <a:off x="2993127" y="155087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42" name="ph4442"/>
            <p:cNvSpPr/>
            <p:nvPr/>
          </p:nvSpPr>
          <p:spPr>
            <a:xfrm>
              <a:off x="3025868" y="155087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43" name="ph4443"/>
            <p:cNvSpPr/>
            <p:nvPr/>
          </p:nvSpPr>
          <p:spPr>
            <a:xfrm>
              <a:off x="3058611" y="155087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44" name="ph4444"/>
            <p:cNvSpPr/>
            <p:nvPr/>
          </p:nvSpPr>
          <p:spPr>
            <a:xfrm>
              <a:off x="3091352" y="155087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45" name="ph4445"/>
            <p:cNvSpPr/>
            <p:nvPr/>
          </p:nvSpPr>
          <p:spPr>
            <a:xfrm>
              <a:off x="3124093" y="155087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46" name="ph4446"/>
            <p:cNvSpPr/>
            <p:nvPr/>
          </p:nvSpPr>
          <p:spPr>
            <a:xfrm>
              <a:off x="3156836" y="155087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47" name="ph4447"/>
            <p:cNvSpPr/>
            <p:nvPr/>
          </p:nvSpPr>
          <p:spPr>
            <a:xfrm>
              <a:off x="3189577" y="155087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48" name="ph4448"/>
            <p:cNvSpPr/>
            <p:nvPr/>
          </p:nvSpPr>
          <p:spPr>
            <a:xfrm>
              <a:off x="3222320" y="155087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49" name="ph4449"/>
            <p:cNvSpPr/>
            <p:nvPr/>
          </p:nvSpPr>
          <p:spPr>
            <a:xfrm>
              <a:off x="3255061" y="155087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50" name="ph4450"/>
            <p:cNvSpPr/>
            <p:nvPr/>
          </p:nvSpPr>
          <p:spPr>
            <a:xfrm>
              <a:off x="2567484" y="159241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CDF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51" name="ph4451"/>
            <p:cNvSpPr/>
            <p:nvPr/>
          </p:nvSpPr>
          <p:spPr>
            <a:xfrm>
              <a:off x="2600225" y="159241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52" name="ph4452"/>
            <p:cNvSpPr/>
            <p:nvPr/>
          </p:nvSpPr>
          <p:spPr>
            <a:xfrm>
              <a:off x="2632967" y="159241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53" name="ph4453"/>
            <p:cNvSpPr/>
            <p:nvPr/>
          </p:nvSpPr>
          <p:spPr>
            <a:xfrm>
              <a:off x="2665709" y="159241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95DDC1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54" name="ph4454"/>
            <p:cNvSpPr/>
            <p:nvPr/>
          </p:nvSpPr>
          <p:spPr>
            <a:xfrm>
              <a:off x="2698451" y="159241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55" name="ph4455"/>
            <p:cNvSpPr/>
            <p:nvPr/>
          </p:nvSpPr>
          <p:spPr>
            <a:xfrm>
              <a:off x="2731192" y="159241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F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56" name="ph4456"/>
            <p:cNvSpPr/>
            <p:nvPr/>
          </p:nvSpPr>
          <p:spPr>
            <a:xfrm>
              <a:off x="2763935" y="159241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57" name="ph4457"/>
            <p:cNvSpPr/>
            <p:nvPr/>
          </p:nvSpPr>
          <p:spPr>
            <a:xfrm>
              <a:off x="2796676" y="159241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58" name="ph4458"/>
            <p:cNvSpPr/>
            <p:nvPr/>
          </p:nvSpPr>
          <p:spPr>
            <a:xfrm>
              <a:off x="2829417" y="159241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59" name="ph4459"/>
            <p:cNvSpPr/>
            <p:nvPr/>
          </p:nvSpPr>
          <p:spPr>
            <a:xfrm>
              <a:off x="2862160" y="159241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60" name="ph4460"/>
            <p:cNvSpPr/>
            <p:nvPr/>
          </p:nvSpPr>
          <p:spPr>
            <a:xfrm>
              <a:off x="2894901" y="159241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61" name="ph4461"/>
            <p:cNvSpPr/>
            <p:nvPr/>
          </p:nvSpPr>
          <p:spPr>
            <a:xfrm>
              <a:off x="2927643" y="159241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62" name="ph4462"/>
            <p:cNvSpPr/>
            <p:nvPr/>
          </p:nvSpPr>
          <p:spPr>
            <a:xfrm>
              <a:off x="2960385" y="159241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63" name="ph4463"/>
            <p:cNvSpPr/>
            <p:nvPr/>
          </p:nvSpPr>
          <p:spPr>
            <a:xfrm>
              <a:off x="2993127" y="159241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64" name="ph4464"/>
            <p:cNvSpPr/>
            <p:nvPr/>
          </p:nvSpPr>
          <p:spPr>
            <a:xfrm>
              <a:off x="3025868" y="159241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65" name="ph4465"/>
            <p:cNvSpPr/>
            <p:nvPr/>
          </p:nvSpPr>
          <p:spPr>
            <a:xfrm>
              <a:off x="3058611" y="159241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66" name="ph4466"/>
            <p:cNvSpPr/>
            <p:nvPr/>
          </p:nvSpPr>
          <p:spPr>
            <a:xfrm>
              <a:off x="3091352" y="159241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67" name="ph4467"/>
            <p:cNvSpPr/>
            <p:nvPr/>
          </p:nvSpPr>
          <p:spPr>
            <a:xfrm>
              <a:off x="3124093" y="159241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68" name="ph4468"/>
            <p:cNvSpPr/>
            <p:nvPr/>
          </p:nvSpPr>
          <p:spPr>
            <a:xfrm>
              <a:off x="3156836" y="159241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69" name="ph4469"/>
            <p:cNvSpPr/>
            <p:nvPr/>
          </p:nvSpPr>
          <p:spPr>
            <a:xfrm>
              <a:off x="3189577" y="159241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70" name="ph4470"/>
            <p:cNvSpPr/>
            <p:nvPr/>
          </p:nvSpPr>
          <p:spPr>
            <a:xfrm>
              <a:off x="3222320" y="159241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71" name="ph4471"/>
            <p:cNvSpPr/>
            <p:nvPr/>
          </p:nvSpPr>
          <p:spPr>
            <a:xfrm>
              <a:off x="2632967" y="163395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72" name="ph4472"/>
            <p:cNvSpPr/>
            <p:nvPr/>
          </p:nvSpPr>
          <p:spPr>
            <a:xfrm>
              <a:off x="2665709" y="163395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73" name="ph4473"/>
            <p:cNvSpPr/>
            <p:nvPr/>
          </p:nvSpPr>
          <p:spPr>
            <a:xfrm>
              <a:off x="2698451" y="163395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74" name="ph4474"/>
            <p:cNvSpPr/>
            <p:nvPr/>
          </p:nvSpPr>
          <p:spPr>
            <a:xfrm>
              <a:off x="2731192" y="163395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75" name="ph4475"/>
            <p:cNvSpPr/>
            <p:nvPr/>
          </p:nvSpPr>
          <p:spPr>
            <a:xfrm>
              <a:off x="2763935" y="163395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76" name="ph4476"/>
            <p:cNvSpPr/>
            <p:nvPr/>
          </p:nvSpPr>
          <p:spPr>
            <a:xfrm>
              <a:off x="2796676" y="163395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77" name="ph4477"/>
            <p:cNvSpPr/>
            <p:nvPr/>
          </p:nvSpPr>
          <p:spPr>
            <a:xfrm>
              <a:off x="2829417" y="163395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78" name="ph4478"/>
            <p:cNvSpPr/>
            <p:nvPr/>
          </p:nvSpPr>
          <p:spPr>
            <a:xfrm>
              <a:off x="2862160" y="163395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79" name="ph4479"/>
            <p:cNvSpPr/>
            <p:nvPr/>
          </p:nvSpPr>
          <p:spPr>
            <a:xfrm>
              <a:off x="2894901" y="163395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80" name="ph4480"/>
            <p:cNvSpPr/>
            <p:nvPr/>
          </p:nvSpPr>
          <p:spPr>
            <a:xfrm>
              <a:off x="2927643" y="163395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81" name="ph4481"/>
            <p:cNvSpPr/>
            <p:nvPr/>
          </p:nvSpPr>
          <p:spPr>
            <a:xfrm>
              <a:off x="2960385" y="163395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82" name="ph4482"/>
            <p:cNvSpPr/>
            <p:nvPr/>
          </p:nvSpPr>
          <p:spPr>
            <a:xfrm>
              <a:off x="2993127" y="163395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83" name="ph4483"/>
            <p:cNvSpPr/>
            <p:nvPr/>
          </p:nvSpPr>
          <p:spPr>
            <a:xfrm>
              <a:off x="3025868" y="163395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84" name="ph4484"/>
            <p:cNvSpPr/>
            <p:nvPr/>
          </p:nvSpPr>
          <p:spPr>
            <a:xfrm>
              <a:off x="3058611" y="163395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85" name="ph4485"/>
            <p:cNvSpPr/>
            <p:nvPr/>
          </p:nvSpPr>
          <p:spPr>
            <a:xfrm>
              <a:off x="3091352" y="163395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86" name="ph4486"/>
            <p:cNvSpPr/>
            <p:nvPr/>
          </p:nvSpPr>
          <p:spPr>
            <a:xfrm>
              <a:off x="3124093" y="163395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87" name="ph4487"/>
            <p:cNvSpPr/>
            <p:nvPr/>
          </p:nvSpPr>
          <p:spPr>
            <a:xfrm>
              <a:off x="3156836" y="163395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88" name="ph4488"/>
            <p:cNvSpPr/>
            <p:nvPr/>
          </p:nvSpPr>
          <p:spPr>
            <a:xfrm>
              <a:off x="3189577" y="163395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89" name="ph4489"/>
            <p:cNvSpPr/>
            <p:nvPr/>
          </p:nvSpPr>
          <p:spPr>
            <a:xfrm>
              <a:off x="2665709" y="167549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90" name="ph4490"/>
            <p:cNvSpPr/>
            <p:nvPr/>
          </p:nvSpPr>
          <p:spPr>
            <a:xfrm>
              <a:off x="2698451" y="167549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91" name="ph4491"/>
            <p:cNvSpPr/>
            <p:nvPr/>
          </p:nvSpPr>
          <p:spPr>
            <a:xfrm>
              <a:off x="2731192" y="167549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92" name="ph4492"/>
            <p:cNvSpPr/>
            <p:nvPr/>
          </p:nvSpPr>
          <p:spPr>
            <a:xfrm>
              <a:off x="2763935" y="167549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93" name="ph4493"/>
            <p:cNvSpPr/>
            <p:nvPr/>
          </p:nvSpPr>
          <p:spPr>
            <a:xfrm>
              <a:off x="2796676" y="167549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94" name="ph4494"/>
            <p:cNvSpPr/>
            <p:nvPr/>
          </p:nvSpPr>
          <p:spPr>
            <a:xfrm>
              <a:off x="2829417" y="167549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95" name="ph4495"/>
            <p:cNvSpPr/>
            <p:nvPr/>
          </p:nvSpPr>
          <p:spPr>
            <a:xfrm>
              <a:off x="2862160" y="167549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96" name="ph4496"/>
            <p:cNvSpPr/>
            <p:nvPr/>
          </p:nvSpPr>
          <p:spPr>
            <a:xfrm>
              <a:off x="2894901" y="167549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97" name="ph4497"/>
            <p:cNvSpPr/>
            <p:nvPr/>
          </p:nvSpPr>
          <p:spPr>
            <a:xfrm>
              <a:off x="2927643" y="167549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98" name="ph4498"/>
            <p:cNvSpPr/>
            <p:nvPr/>
          </p:nvSpPr>
          <p:spPr>
            <a:xfrm>
              <a:off x="2960385" y="167549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99" name="ph4499"/>
            <p:cNvSpPr/>
            <p:nvPr/>
          </p:nvSpPr>
          <p:spPr>
            <a:xfrm>
              <a:off x="2993127" y="167549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00" name="ph4500"/>
            <p:cNvSpPr/>
            <p:nvPr/>
          </p:nvSpPr>
          <p:spPr>
            <a:xfrm>
              <a:off x="3025868" y="167549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01" name="ph4501"/>
            <p:cNvSpPr/>
            <p:nvPr/>
          </p:nvSpPr>
          <p:spPr>
            <a:xfrm>
              <a:off x="3058611" y="167549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02" name="ph4502"/>
            <p:cNvSpPr/>
            <p:nvPr/>
          </p:nvSpPr>
          <p:spPr>
            <a:xfrm>
              <a:off x="3091352" y="167549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03" name="ph4503"/>
            <p:cNvSpPr/>
            <p:nvPr/>
          </p:nvSpPr>
          <p:spPr>
            <a:xfrm>
              <a:off x="3124093" y="167549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04" name="ph4504"/>
            <p:cNvSpPr/>
            <p:nvPr/>
          </p:nvSpPr>
          <p:spPr>
            <a:xfrm>
              <a:off x="3156836" y="167549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05" name="ph4505"/>
            <p:cNvSpPr/>
            <p:nvPr/>
          </p:nvSpPr>
          <p:spPr>
            <a:xfrm>
              <a:off x="2698451" y="171703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06" name="ph4506"/>
            <p:cNvSpPr/>
            <p:nvPr/>
          </p:nvSpPr>
          <p:spPr>
            <a:xfrm>
              <a:off x="2731192" y="171703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07" name="ph4507"/>
            <p:cNvSpPr/>
            <p:nvPr/>
          </p:nvSpPr>
          <p:spPr>
            <a:xfrm>
              <a:off x="2763935" y="171703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08" name="ph4508"/>
            <p:cNvSpPr/>
            <p:nvPr/>
          </p:nvSpPr>
          <p:spPr>
            <a:xfrm>
              <a:off x="2796676" y="171703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09" name="ph4509"/>
            <p:cNvSpPr/>
            <p:nvPr/>
          </p:nvSpPr>
          <p:spPr>
            <a:xfrm>
              <a:off x="2829417" y="171703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10" name="ph4510"/>
            <p:cNvSpPr/>
            <p:nvPr/>
          </p:nvSpPr>
          <p:spPr>
            <a:xfrm>
              <a:off x="2862160" y="171703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11" name="ph4511"/>
            <p:cNvSpPr/>
            <p:nvPr/>
          </p:nvSpPr>
          <p:spPr>
            <a:xfrm>
              <a:off x="2894901" y="171703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12" name="ph4512"/>
            <p:cNvSpPr/>
            <p:nvPr/>
          </p:nvSpPr>
          <p:spPr>
            <a:xfrm>
              <a:off x="2927643" y="171703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13" name="ph4513"/>
            <p:cNvSpPr/>
            <p:nvPr/>
          </p:nvSpPr>
          <p:spPr>
            <a:xfrm>
              <a:off x="2960385" y="171703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14" name="ph4514"/>
            <p:cNvSpPr/>
            <p:nvPr/>
          </p:nvSpPr>
          <p:spPr>
            <a:xfrm>
              <a:off x="2993127" y="171703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15" name="ph4515"/>
            <p:cNvSpPr/>
            <p:nvPr/>
          </p:nvSpPr>
          <p:spPr>
            <a:xfrm>
              <a:off x="3025868" y="171703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16" name="ph4516"/>
            <p:cNvSpPr/>
            <p:nvPr/>
          </p:nvSpPr>
          <p:spPr>
            <a:xfrm>
              <a:off x="3058611" y="171703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17" name="ph4517"/>
            <p:cNvSpPr/>
            <p:nvPr/>
          </p:nvSpPr>
          <p:spPr>
            <a:xfrm>
              <a:off x="3091352" y="171703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18" name="ph4518"/>
            <p:cNvSpPr/>
            <p:nvPr/>
          </p:nvSpPr>
          <p:spPr>
            <a:xfrm>
              <a:off x="3124093" y="171703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A5B98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19" name="ph4519"/>
            <p:cNvSpPr/>
            <p:nvPr/>
          </p:nvSpPr>
          <p:spPr>
            <a:xfrm>
              <a:off x="3156836" y="171703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20" name="ph4520"/>
            <p:cNvSpPr/>
            <p:nvPr/>
          </p:nvSpPr>
          <p:spPr>
            <a:xfrm>
              <a:off x="2567484" y="1758571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21" name="ph4521"/>
            <p:cNvSpPr/>
            <p:nvPr/>
          </p:nvSpPr>
          <p:spPr>
            <a:xfrm>
              <a:off x="2600225" y="1758571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22" name="ph4522"/>
            <p:cNvSpPr/>
            <p:nvPr/>
          </p:nvSpPr>
          <p:spPr>
            <a:xfrm>
              <a:off x="2632967" y="1758571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23" name="ph4523"/>
            <p:cNvSpPr/>
            <p:nvPr/>
          </p:nvSpPr>
          <p:spPr>
            <a:xfrm>
              <a:off x="2665709" y="1758571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24" name="ph4524"/>
            <p:cNvSpPr/>
            <p:nvPr/>
          </p:nvSpPr>
          <p:spPr>
            <a:xfrm>
              <a:off x="2698451" y="1758571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25" name="ph4525"/>
            <p:cNvSpPr/>
            <p:nvPr/>
          </p:nvSpPr>
          <p:spPr>
            <a:xfrm>
              <a:off x="2731192" y="1758571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64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26" name="ph4526"/>
            <p:cNvSpPr/>
            <p:nvPr/>
          </p:nvSpPr>
          <p:spPr>
            <a:xfrm>
              <a:off x="2763935" y="1758571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27" name="ph4527"/>
            <p:cNvSpPr/>
            <p:nvPr/>
          </p:nvSpPr>
          <p:spPr>
            <a:xfrm>
              <a:off x="2796676" y="1758571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28" name="ph4528"/>
            <p:cNvSpPr/>
            <p:nvPr/>
          </p:nvSpPr>
          <p:spPr>
            <a:xfrm>
              <a:off x="2829417" y="1758571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29" name="ph4529"/>
            <p:cNvSpPr/>
            <p:nvPr/>
          </p:nvSpPr>
          <p:spPr>
            <a:xfrm>
              <a:off x="2862160" y="1758571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30" name="ph4530"/>
            <p:cNvSpPr/>
            <p:nvPr/>
          </p:nvSpPr>
          <p:spPr>
            <a:xfrm>
              <a:off x="2894901" y="1758571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31" name="ph4531"/>
            <p:cNvSpPr/>
            <p:nvPr/>
          </p:nvSpPr>
          <p:spPr>
            <a:xfrm>
              <a:off x="2927643" y="1758571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32" name="ph4532"/>
            <p:cNvSpPr/>
            <p:nvPr/>
          </p:nvSpPr>
          <p:spPr>
            <a:xfrm>
              <a:off x="2960385" y="1758571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33" name="ph4533"/>
            <p:cNvSpPr/>
            <p:nvPr/>
          </p:nvSpPr>
          <p:spPr>
            <a:xfrm>
              <a:off x="2993127" y="1758571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34" name="ph4534"/>
            <p:cNvSpPr/>
            <p:nvPr/>
          </p:nvSpPr>
          <p:spPr>
            <a:xfrm>
              <a:off x="3025868" y="1758571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35" name="ph4535"/>
            <p:cNvSpPr/>
            <p:nvPr/>
          </p:nvSpPr>
          <p:spPr>
            <a:xfrm>
              <a:off x="3058611" y="1758571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36" name="ph4536"/>
            <p:cNvSpPr/>
            <p:nvPr/>
          </p:nvSpPr>
          <p:spPr>
            <a:xfrm>
              <a:off x="3091352" y="1758571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37" name="ph4537"/>
            <p:cNvSpPr/>
            <p:nvPr/>
          </p:nvSpPr>
          <p:spPr>
            <a:xfrm>
              <a:off x="3124093" y="1758571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38" name="ph4538"/>
            <p:cNvSpPr/>
            <p:nvPr/>
          </p:nvSpPr>
          <p:spPr>
            <a:xfrm>
              <a:off x="2534741" y="180011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39" name="ph4539"/>
            <p:cNvSpPr/>
            <p:nvPr/>
          </p:nvSpPr>
          <p:spPr>
            <a:xfrm>
              <a:off x="2567484" y="180011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40" name="ph4540"/>
            <p:cNvSpPr/>
            <p:nvPr/>
          </p:nvSpPr>
          <p:spPr>
            <a:xfrm>
              <a:off x="2600225" y="180011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41" name="ph4541"/>
            <p:cNvSpPr/>
            <p:nvPr/>
          </p:nvSpPr>
          <p:spPr>
            <a:xfrm>
              <a:off x="2632967" y="180011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42" name="ph4542"/>
            <p:cNvSpPr/>
            <p:nvPr/>
          </p:nvSpPr>
          <p:spPr>
            <a:xfrm>
              <a:off x="2665709" y="180011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43" name="ph4543"/>
            <p:cNvSpPr/>
            <p:nvPr/>
          </p:nvSpPr>
          <p:spPr>
            <a:xfrm>
              <a:off x="2698451" y="180011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44" name="ph4544"/>
            <p:cNvSpPr/>
            <p:nvPr/>
          </p:nvSpPr>
          <p:spPr>
            <a:xfrm>
              <a:off x="2731192" y="180011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45" name="ph4545"/>
            <p:cNvSpPr/>
            <p:nvPr/>
          </p:nvSpPr>
          <p:spPr>
            <a:xfrm>
              <a:off x="2763935" y="180011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46" name="ph4546"/>
            <p:cNvSpPr/>
            <p:nvPr/>
          </p:nvSpPr>
          <p:spPr>
            <a:xfrm>
              <a:off x="2796676" y="180011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47" name="ph4547"/>
            <p:cNvSpPr/>
            <p:nvPr/>
          </p:nvSpPr>
          <p:spPr>
            <a:xfrm>
              <a:off x="2829417" y="180011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48" name="ph4548"/>
            <p:cNvSpPr/>
            <p:nvPr/>
          </p:nvSpPr>
          <p:spPr>
            <a:xfrm>
              <a:off x="2862160" y="180011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49" name="ph4549"/>
            <p:cNvSpPr/>
            <p:nvPr/>
          </p:nvSpPr>
          <p:spPr>
            <a:xfrm>
              <a:off x="2894901" y="180011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50" name="ph4550"/>
            <p:cNvSpPr/>
            <p:nvPr/>
          </p:nvSpPr>
          <p:spPr>
            <a:xfrm>
              <a:off x="2927643" y="180011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51" name="ph4551"/>
            <p:cNvSpPr/>
            <p:nvPr/>
          </p:nvSpPr>
          <p:spPr>
            <a:xfrm>
              <a:off x="2960385" y="180011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52" name="ph4552"/>
            <p:cNvSpPr/>
            <p:nvPr/>
          </p:nvSpPr>
          <p:spPr>
            <a:xfrm>
              <a:off x="2993127" y="180011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53" name="ph4553"/>
            <p:cNvSpPr/>
            <p:nvPr/>
          </p:nvSpPr>
          <p:spPr>
            <a:xfrm>
              <a:off x="3025868" y="180011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54" name="ph4554"/>
            <p:cNvSpPr/>
            <p:nvPr/>
          </p:nvSpPr>
          <p:spPr>
            <a:xfrm>
              <a:off x="3058611" y="180011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55" name="ph4555"/>
            <p:cNvSpPr/>
            <p:nvPr/>
          </p:nvSpPr>
          <p:spPr>
            <a:xfrm>
              <a:off x="3091352" y="180011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56" name="ph4556"/>
            <p:cNvSpPr/>
            <p:nvPr/>
          </p:nvSpPr>
          <p:spPr>
            <a:xfrm>
              <a:off x="3124093" y="180011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57" name="ph4557"/>
            <p:cNvSpPr/>
            <p:nvPr/>
          </p:nvSpPr>
          <p:spPr>
            <a:xfrm>
              <a:off x="2534741" y="184164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58" name="ph4558"/>
            <p:cNvSpPr/>
            <p:nvPr/>
          </p:nvSpPr>
          <p:spPr>
            <a:xfrm>
              <a:off x="2567484" y="184164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59" name="ph4559"/>
            <p:cNvSpPr/>
            <p:nvPr/>
          </p:nvSpPr>
          <p:spPr>
            <a:xfrm>
              <a:off x="2600225" y="184164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71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60" name="ph4560"/>
            <p:cNvSpPr/>
            <p:nvPr/>
          </p:nvSpPr>
          <p:spPr>
            <a:xfrm>
              <a:off x="2632967" y="184164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66CFAE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61" name="ph4561"/>
            <p:cNvSpPr/>
            <p:nvPr/>
          </p:nvSpPr>
          <p:spPr>
            <a:xfrm>
              <a:off x="2665709" y="184164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62" name="ph4562"/>
            <p:cNvSpPr/>
            <p:nvPr/>
          </p:nvSpPr>
          <p:spPr>
            <a:xfrm>
              <a:off x="2698451" y="184164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63" name="ph4563"/>
            <p:cNvSpPr/>
            <p:nvPr/>
          </p:nvSpPr>
          <p:spPr>
            <a:xfrm>
              <a:off x="2731192" y="184164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64" name="ph4564"/>
            <p:cNvSpPr/>
            <p:nvPr/>
          </p:nvSpPr>
          <p:spPr>
            <a:xfrm>
              <a:off x="2763935" y="184164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65" name="ph4565"/>
            <p:cNvSpPr/>
            <p:nvPr/>
          </p:nvSpPr>
          <p:spPr>
            <a:xfrm>
              <a:off x="2796676" y="184164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66" name="ph4566"/>
            <p:cNvSpPr/>
            <p:nvPr/>
          </p:nvSpPr>
          <p:spPr>
            <a:xfrm>
              <a:off x="2829417" y="184164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67" name="ph4567"/>
            <p:cNvSpPr/>
            <p:nvPr/>
          </p:nvSpPr>
          <p:spPr>
            <a:xfrm>
              <a:off x="2862160" y="184164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68" name="ph4568"/>
            <p:cNvSpPr/>
            <p:nvPr/>
          </p:nvSpPr>
          <p:spPr>
            <a:xfrm>
              <a:off x="2894901" y="184164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69" name="ph4569"/>
            <p:cNvSpPr/>
            <p:nvPr/>
          </p:nvSpPr>
          <p:spPr>
            <a:xfrm>
              <a:off x="2927643" y="184164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70" name="ph4570"/>
            <p:cNvSpPr/>
            <p:nvPr/>
          </p:nvSpPr>
          <p:spPr>
            <a:xfrm>
              <a:off x="2960385" y="184164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71" name="ph4571"/>
            <p:cNvSpPr/>
            <p:nvPr/>
          </p:nvSpPr>
          <p:spPr>
            <a:xfrm>
              <a:off x="2993127" y="184164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72" name="ph4572"/>
            <p:cNvSpPr/>
            <p:nvPr/>
          </p:nvSpPr>
          <p:spPr>
            <a:xfrm>
              <a:off x="3025868" y="184164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73" name="ph4573"/>
            <p:cNvSpPr/>
            <p:nvPr/>
          </p:nvSpPr>
          <p:spPr>
            <a:xfrm>
              <a:off x="3058611" y="184164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74" name="ph4574"/>
            <p:cNvSpPr/>
            <p:nvPr/>
          </p:nvSpPr>
          <p:spPr>
            <a:xfrm>
              <a:off x="3091352" y="184164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75" name="ph4575"/>
            <p:cNvSpPr/>
            <p:nvPr/>
          </p:nvSpPr>
          <p:spPr>
            <a:xfrm>
              <a:off x="2534741" y="188318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76" name="ph4576"/>
            <p:cNvSpPr/>
            <p:nvPr/>
          </p:nvSpPr>
          <p:spPr>
            <a:xfrm>
              <a:off x="2567484" y="188318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77" name="ph4577"/>
            <p:cNvSpPr/>
            <p:nvPr/>
          </p:nvSpPr>
          <p:spPr>
            <a:xfrm>
              <a:off x="2600225" y="188318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78" name="ph4578"/>
            <p:cNvSpPr/>
            <p:nvPr/>
          </p:nvSpPr>
          <p:spPr>
            <a:xfrm>
              <a:off x="2632967" y="188318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79" name="ph4579"/>
            <p:cNvSpPr/>
            <p:nvPr/>
          </p:nvSpPr>
          <p:spPr>
            <a:xfrm>
              <a:off x="2665709" y="188318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80" name="ph4580"/>
            <p:cNvSpPr/>
            <p:nvPr/>
          </p:nvSpPr>
          <p:spPr>
            <a:xfrm>
              <a:off x="2698451" y="188318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81" name="ph4581"/>
            <p:cNvSpPr/>
            <p:nvPr/>
          </p:nvSpPr>
          <p:spPr>
            <a:xfrm>
              <a:off x="2731192" y="188318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5D9BB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82" name="ph4582"/>
            <p:cNvSpPr/>
            <p:nvPr/>
          </p:nvSpPr>
          <p:spPr>
            <a:xfrm>
              <a:off x="2763935" y="188318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95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83" name="ph4583"/>
            <p:cNvSpPr/>
            <p:nvPr/>
          </p:nvSpPr>
          <p:spPr>
            <a:xfrm>
              <a:off x="2796676" y="188318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84" name="ph4584"/>
            <p:cNvSpPr/>
            <p:nvPr/>
          </p:nvSpPr>
          <p:spPr>
            <a:xfrm>
              <a:off x="2829417" y="188318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85" name="ph4585"/>
            <p:cNvSpPr/>
            <p:nvPr/>
          </p:nvSpPr>
          <p:spPr>
            <a:xfrm>
              <a:off x="2862160" y="188318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86" name="ph4586"/>
            <p:cNvSpPr/>
            <p:nvPr/>
          </p:nvSpPr>
          <p:spPr>
            <a:xfrm>
              <a:off x="2894901" y="188318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87" name="ph4587"/>
            <p:cNvSpPr/>
            <p:nvPr/>
          </p:nvSpPr>
          <p:spPr>
            <a:xfrm>
              <a:off x="2927643" y="188318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88" name="ph4588"/>
            <p:cNvSpPr/>
            <p:nvPr/>
          </p:nvSpPr>
          <p:spPr>
            <a:xfrm>
              <a:off x="2960385" y="188318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89" name="ph4589"/>
            <p:cNvSpPr/>
            <p:nvPr/>
          </p:nvSpPr>
          <p:spPr>
            <a:xfrm>
              <a:off x="2993127" y="188318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90" name="ph4590"/>
            <p:cNvSpPr/>
            <p:nvPr/>
          </p:nvSpPr>
          <p:spPr>
            <a:xfrm>
              <a:off x="3025868" y="188318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91" name="ph4591"/>
            <p:cNvSpPr/>
            <p:nvPr/>
          </p:nvSpPr>
          <p:spPr>
            <a:xfrm>
              <a:off x="3058611" y="188318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92" name="ph4592"/>
            <p:cNvSpPr/>
            <p:nvPr/>
          </p:nvSpPr>
          <p:spPr>
            <a:xfrm>
              <a:off x="2567484" y="192472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93" name="ph4593"/>
            <p:cNvSpPr/>
            <p:nvPr/>
          </p:nvSpPr>
          <p:spPr>
            <a:xfrm>
              <a:off x="2600225" y="192472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94" name="ph4594"/>
            <p:cNvSpPr/>
            <p:nvPr/>
          </p:nvSpPr>
          <p:spPr>
            <a:xfrm>
              <a:off x="2632967" y="192472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95" name="ph4595"/>
            <p:cNvSpPr/>
            <p:nvPr/>
          </p:nvSpPr>
          <p:spPr>
            <a:xfrm>
              <a:off x="2665709" y="192472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96" name="ph4596"/>
            <p:cNvSpPr/>
            <p:nvPr/>
          </p:nvSpPr>
          <p:spPr>
            <a:xfrm>
              <a:off x="2698451" y="192472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97" name="ph4597"/>
            <p:cNvSpPr/>
            <p:nvPr/>
          </p:nvSpPr>
          <p:spPr>
            <a:xfrm>
              <a:off x="2731192" y="192472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98" name="ph4598"/>
            <p:cNvSpPr/>
            <p:nvPr/>
          </p:nvSpPr>
          <p:spPr>
            <a:xfrm>
              <a:off x="2763935" y="192472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95DD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99" name="ph4599"/>
            <p:cNvSpPr/>
            <p:nvPr/>
          </p:nvSpPr>
          <p:spPr>
            <a:xfrm>
              <a:off x="2796676" y="192472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00" name="ph4600"/>
            <p:cNvSpPr/>
            <p:nvPr/>
          </p:nvSpPr>
          <p:spPr>
            <a:xfrm>
              <a:off x="2829417" y="192472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01" name="ph4601"/>
            <p:cNvSpPr/>
            <p:nvPr/>
          </p:nvSpPr>
          <p:spPr>
            <a:xfrm>
              <a:off x="2862160" y="192472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66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02" name="ph4602"/>
            <p:cNvSpPr/>
            <p:nvPr/>
          </p:nvSpPr>
          <p:spPr>
            <a:xfrm>
              <a:off x="2894901" y="192472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03" name="ph4603"/>
            <p:cNvSpPr/>
            <p:nvPr/>
          </p:nvSpPr>
          <p:spPr>
            <a:xfrm>
              <a:off x="2927643" y="192472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04" name="ph4604"/>
            <p:cNvSpPr/>
            <p:nvPr/>
          </p:nvSpPr>
          <p:spPr>
            <a:xfrm>
              <a:off x="2960385" y="192472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05" name="ph4605"/>
            <p:cNvSpPr/>
            <p:nvPr/>
          </p:nvSpPr>
          <p:spPr>
            <a:xfrm>
              <a:off x="2993127" y="192472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06" name="ph4606"/>
            <p:cNvSpPr/>
            <p:nvPr/>
          </p:nvSpPr>
          <p:spPr>
            <a:xfrm>
              <a:off x="3025868" y="192472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07" name="ph4607"/>
            <p:cNvSpPr/>
            <p:nvPr/>
          </p:nvSpPr>
          <p:spPr>
            <a:xfrm>
              <a:off x="2665709" y="196626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08" name="ph4608"/>
            <p:cNvSpPr/>
            <p:nvPr/>
          </p:nvSpPr>
          <p:spPr>
            <a:xfrm>
              <a:off x="2698451" y="196626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09" name="ph4609"/>
            <p:cNvSpPr/>
            <p:nvPr/>
          </p:nvSpPr>
          <p:spPr>
            <a:xfrm>
              <a:off x="2731192" y="196626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7FD6B8">
                <a:alpha val="100000"/>
              </a:srgbClr>
            </a:solidFill>
            <a:ln w="5420" cap="flat">
              <a:solidFill>
                <a:srgbClr val="8C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10" name="ph4610"/>
            <p:cNvSpPr/>
            <p:nvPr/>
          </p:nvSpPr>
          <p:spPr>
            <a:xfrm>
              <a:off x="2763935" y="196626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11" name="ph4611"/>
            <p:cNvSpPr/>
            <p:nvPr/>
          </p:nvSpPr>
          <p:spPr>
            <a:xfrm>
              <a:off x="2796676" y="196626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12" name="ph4612"/>
            <p:cNvSpPr/>
            <p:nvPr/>
          </p:nvSpPr>
          <p:spPr>
            <a:xfrm>
              <a:off x="2829417" y="196626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13" name="ph4613"/>
            <p:cNvSpPr/>
            <p:nvPr/>
          </p:nvSpPr>
          <p:spPr>
            <a:xfrm>
              <a:off x="2862160" y="196626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64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14" name="ph4614"/>
            <p:cNvSpPr/>
            <p:nvPr/>
          </p:nvSpPr>
          <p:spPr>
            <a:xfrm>
              <a:off x="2894901" y="196626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15" name="ph4615"/>
            <p:cNvSpPr/>
            <p:nvPr/>
          </p:nvSpPr>
          <p:spPr>
            <a:xfrm>
              <a:off x="2927643" y="196626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16" name="ph4616"/>
            <p:cNvSpPr/>
            <p:nvPr/>
          </p:nvSpPr>
          <p:spPr>
            <a:xfrm>
              <a:off x="2960385" y="196626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17" name="ph4617"/>
            <p:cNvSpPr/>
            <p:nvPr/>
          </p:nvSpPr>
          <p:spPr>
            <a:xfrm>
              <a:off x="2993127" y="196626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18" name="ph4618"/>
            <p:cNvSpPr/>
            <p:nvPr/>
          </p:nvSpPr>
          <p:spPr>
            <a:xfrm>
              <a:off x="3025868" y="196626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19" name="ph4619"/>
            <p:cNvSpPr/>
            <p:nvPr/>
          </p:nvSpPr>
          <p:spPr>
            <a:xfrm>
              <a:off x="2731192" y="2007801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20" name="ph4620"/>
            <p:cNvSpPr/>
            <p:nvPr/>
          </p:nvSpPr>
          <p:spPr>
            <a:xfrm>
              <a:off x="2763935" y="2007801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83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21" name="ph4621"/>
            <p:cNvSpPr/>
            <p:nvPr/>
          </p:nvSpPr>
          <p:spPr>
            <a:xfrm>
              <a:off x="2796676" y="2007801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80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22" name="ph4622"/>
            <p:cNvSpPr/>
            <p:nvPr/>
          </p:nvSpPr>
          <p:spPr>
            <a:xfrm>
              <a:off x="2829417" y="2007801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23" name="ph4623"/>
            <p:cNvSpPr/>
            <p:nvPr/>
          </p:nvSpPr>
          <p:spPr>
            <a:xfrm>
              <a:off x="2862160" y="2007801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24" name="ph4624"/>
            <p:cNvSpPr/>
            <p:nvPr/>
          </p:nvSpPr>
          <p:spPr>
            <a:xfrm>
              <a:off x="2894901" y="2007801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25" name="ph4625"/>
            <p:cNvSpPr/>
            <p:nvPr/>
          </p:nvSpPr>
          <p:spPr>
            <a:xfrm>
              <a:off x="2927643" y="2007801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26" name="ph4626"/>
            <p:cNvSpPr/>
            <p:nvPr/>
          </p:nvSpPr>
          <p:spPr>
            <a:xfrm>
              <a:off x="2960385" y="2007801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27" name="ph4627"/>
            <p:cNvSpPr/>
            <p:nvPr/>
          </p:nvSpPr>
          <p:spPr>
            <a:xfrm>
              <a:off x="2993127" y="2007801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28" name="ph4628"/>
            <p:cNvSpPr/>
            <p:nvPr/>
          </p:nvSpPr>
          <p:spPr>
            <a:xfrm>
              <a:off x="3025868" y="2007801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29" name="ph4629"/>
            <p:cNvSpPr/>
            <p:nvPr/>
          </p:nvSpPr>
          <p:spPr>
            <a:xfrm>
              <a:off x="2763935" y="204933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30" name="ph4630"/>
            <p:cNvSpPr/>
            <p:nvPr/>
          </p:nvSpPr>
          <p:spPr>
            <a:xfrm>
              <a:off x="2796676" y="204933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31" name="ph4631"/>
            <p:cNvSpPr/>
            <p:nvPr/>
          </p:nvSpPr>
          <p:spPr>
            <a:xfrm>
              <a:off x="2829417" y="204933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32" name="ph4632"/>
            <p:cNvSpPr/>
            <p:nvPr/>
          </p:nvSpPr>
          <p:spPr>
            <a:xfrm>
              <a:off x="2862160" y="204933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33" name="ph4633"/>
            <p:cNvSpPr/>
            <p:nvPr/>
          </p:nvSpPr>
          <p:spPr>
            <a:xfrm>
              <a:off x="2894901" y="204933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34" name="ph4634"/>
            <p:cNvSpPr/>
            <p:nvPr/>
          </p:nvSpPr>
          <p:spPr>
            <a:xfrm>
              <a:off x="2927643" y="204933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35" name="ph4635"/>
            <p:cNvSpPr/>
            <p:nvPr/>
          </p:nvSpPr>
          <p:spPr>
            <a:xfrm>
              <a:off x="2960385" y="204933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36" name="ph4636"/>
            <p:cNvSpPr/>
            <p:nvPr/>
          </p:nvSpPr>
          <p:spPr>
            <a:xfrm>
              <a:off x="2993127" y="204933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37" name="ph4637"/>
            <p:cNvSpPr/>
            <p:nvPr/>
          </p:nvSpPr>
          <p:spPr>
            <a:xfrm>
              <a:off x="3025868" y="204933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38" name="ph4638"/>
            <p:cNvSpPr/>
            <p:nvPr/>
          </p:nvSpPr>
          <p:spPr>
            <a:xfrm>
              <a:off x="2796676" y="209087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39" name="ph4639"/>
            <p:cNvSpPr/>
            <p:nvPr/>
          </p:nvSpPr>
          <p:spPr>
            <a:xfrm>
              <a:off x="2829417" y="209087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40" name="ph4640"/>
            <p:cNvSpPr/>
            <p:nvPr/>
          </p:nvSpPr>
          <p:spPr>
            <a:xfrm>
              <a:off x="2862160" y="209087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41" name="ph4641"/>
            <p:cNvSpPr/>
            <p:nvPr/>
          </p:nvSpPr>
          <p:spPr>
            <a:xfrm>
              <a:off x="2894901" y="209087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42" name="ph4642"/>
            <p:cNvSpPr/>
            <p:nvPr/>
          </p:nvSpPr>
          <p:spPr>
            <a:xfrm>
              <a:off x="2927643" y="209087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43" name="ph4643"/>
            <p:cNvSpPr/>
            <p:nvPr/>
          </p:nvSpPr>
          <p:spPr>
            <a:xfrm>
              <a:off x="2960385" y="209087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44" name="ph4644"/>
            <p:cNvSpPr/>
            <p:nvPr/>
          </p:nvSpPr>
          <p:spPr>
            <a:xfrm>
              <a:off x="2993127" y="209087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45" name="ph4645"/>
            <p:cNvSpPr/>
            <p:nvPr/>
          </p:nvSpPr>
          <p:spPr>
            <a:xfrm>
              <a:off x="3025868" y="209087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46" name="ph4646"/>
            <p:cNvSpPr/>
            <p:nvPr/>
          </p:nvSpPr>
          <p:spPr>
            <a:xfrm>
              <a:off x="3058611" y="209087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47" name="ph4647"/>
            <p:cNvSpPr/>
            <p:nvPr/>
          </p:nvSpPr>
          <p:spPr>
            <a:xfrm>
              <a:off x="2894901" y="213241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48" name="ph4648"/>
            <p:cNvSpPr/>
            <p:nvPr/>
          </p:nvSpPr>
          <p:spPr>
            <a:xfrm>
              <a:off x="2927643" y="213241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49" name="ph4649"/>
            <p:cNvSpPr/>
            <p:nvPr/>
          </p:nvSpPr>
          <p:spPr>
            <a:xfrm>
              <a:off x="2960385" y="213241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50" name="ph4650"/>
            <p:cNvSpPr/>
            <p:nvPr/>
          </p:nvSpPr>
          <p:spPr>
            <a:xfrm>
              <a:off x="2993127" y="213241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51" name="ph4651"/>
            <p:cNvSpPr/>
            <p:nvPr/>
          </p:nvSpPr>
          <p:spPr>
            <a:xfrm>
              <a:off x="3025868" y="213241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52" name="ph4652"/>
            <p:cNvSpPr/>
            <p:nvPr/>
          </p:nvSpPr>
          <p:spPr>
            <a:xfrm>
              <a:off x="3058611" y="213241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53" name="ph4653"/>
            <p:cNvSpPr/>
            <p:nvPr/>
          </p:nvSpPr>
          <p:spPr>
            <a:xfrm>
              <a:off x="2731192" y="217395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54" name="ph4654"/>
            <p:cNvSpPr/>
            <p:nvPr/>
          </p:nvSpPr>
          <p:spPr>
            <a:xfrm>
              <a:off x="2862160" y="217395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55" name="ph4655"/>
            <p:cNvSpPr/>
            <p:nvPr/>
          </p:nvSpPr>
          <p:spPr>
            <a:xfrm>
              <a:off x="2894901" y="217395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54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56" name="ph4656"/>
            <p:cNvSpPr/>
            <p:nvPr/>
          </p:nvSpPr>
          <p:spPr>
            <a:xfrm>
              <a:off x="2927643" y="217395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57" name="ph4657"/>
            <p:cNvSpPr/>
            <p:nvPr/>
          </p:nvSpPr>
          <p:spPr>
            <a:xfrm>
              <a:off x="2960385" y="217395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58" name="ph4658"/>
            <p:cNvSpPr/>
            <p:nvPr/>
          </p:nvSpPr>
          <p:spPr>
            <a:xfrm>
              <a:off x="2993127" y="217395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59" name="ph4659"/>
            <p:cNvSpPr/>
            <p:nvPr/>
          </p:nvSpPr>
          <p:spPr>
            <a:xfrm>
              <a:off x="3025868" y="217395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60" name="ph4660"/>
            <p:cNvSpPr/>
            <p:nvPr/>
          </p:nvSpPr>
          <p:spPr>
            <a:xfrm>
              <a:off x="3058611" y="217395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61" name="ph4661"/>
            <p:cNvSpPr/>
            <p:nvPr/>
          </p:nvSpPr>
          <p:spPr>
            <a:xfrm>
              <a:off x="2698451" y="2215491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62" name="ph4662"/>
            <p:cNvSpPr/>
            <p:nvPr/>
          </p:nvSpPr>
          <p:spPr>
            <a:xfrm>
              <a:off x="2731192" y="2215491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63" name="ph4663"/>
            <p:cNvSpPr/>
            <p:nvPr/>
          </p:nvSpPr>
          <p:spPr>
            <a:xfrm>
              <a:off x="2763935" y="2215491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64" name="ph4664"/>
            <p:cNvSpPr/>
            <p:nvPr/>
          </p:nvSpPr>
          <p:spPr>
            <a:xfrm>
              <a:off x="2796676" y="2215491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65" name="ph4665"/>
            <p:cNvSpPr/>
            <p:nvPr/>
          </p:nvSpPr>
          <p:spPr>
            <a:xfrm>
              <a:off x="2829417" y="2215491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66" name="ph4666"/>
            <p:cNvSpPr/>
            <p:nvPr/>
          </p:nvSpPr>
          <p:spPr>
            <a:xfrm>
              <a:off x="2862160" y="2215491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67" name="ph4667"/>
            <p:cNvSpPr/>
            <p:nvPr/>
          </p:nvSpPr>
          <p:spPr>
            <a:xfrm>
              <a:off x="2894901" y="2215491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68" name="ph4668"/>
            <p:cNvSpPr/>
            <p:nvPr/>
          </p:nvSpPr>
          <p:spPr>
            <a:xfrm>
              <a:off x="2927643" y="2215491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69" name="ph4669"/>
            <p:cNvSpPr/>
            <p:nvPr/>
          </p:nvSpPr>
          <p:spPr>
            <a:xfrm>
              <a:off x="2960385" y="2215491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70" name="ph4670"/>
            <p:cNvSpPr/>
            <p:nvPr/>
          </p:nvSpPr>
          <p:spPr>
            <a:xfrm>
              <a:off x="2993127" y="2215491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71" name="ph4671"/>
            <p:cNvSpPr/>
            <p:nvPr/>
          </p:nvSpPr>
          <p:spPr>
            <a:xfrm>
              <a:off x="3025868" y="2215491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72" name="ph4672"/>
            <p:cNvSpPr/>
            <p:nvPr/>
          </p:nvSpPr>
          <p:spPr>
            <a:xfrm>
              <a:off x="3058611" y="2215491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73" name="ph4673"/>
            <p:cNvSpPr/>
            <p:nvPr/>
          </p:nvSpPr>
          <p:spPr>
            <a:xfrm>
              <a:off x="2665709" y="225703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74" name="ph4674"/>
            <p:cNvSpPr/>
            <p:nvPr/>
          </p:nvSpPr>
          <p:spPr>
            <a:xfrm>
              <a:off x="2698451" y="225703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75" name="ph4675"/>
            <p:cNvSpPr/>
            <p:nvPr/>
          </p:nvSpPr>
          <p:spPr>
            <a:xfrm>
              <a:off x="2731192" y="225703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76" name="ph4676"/>
            <p:cNvSpPr/>
            <p:nvPr/>
          </p:nvSpPr>
          <p:spPr>
            <a:xfrm>
              <a:off x="2763935" y="225703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77" name="ph4677"/>
            <p:cNvSpPr/>
            <p:nvPr/>
          </p:nvSpPr>
          <p:spPr>
            <a:xfrm>
              <a:off x="2796676" y="225703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78" name="ph4678"/>
            <p:cNvSpPr/>
            <p:nvPr/>
          </p:nvSpPr>
          <p:spPr>
            <a:xfrm>
              <a:off x="2829417" y="225703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79" name="ph4679"/>
            <p:cNvSpPr/>
            <p:nvPr/>
          </p:nvSpPr>
          <p:spPr>
            <a:xfrm>
              <a:off x="2862160" y="225703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80" name="ph4680"/>
            <p:cNvSpPr/>
            <p:nvPr/>
          </p:nvSpPr>
          <p:spPr>
            <a:xfrm>
              <a:off x="2894901" y="225703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81" name="ph4681"/>
            <p:cNvSpPr/>
            <p:nvPr/>
          </p:nvSpPr>
          <p:spPr>
            <a:xfrm>
              <a:off x="2927643" y="225703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82" name="ph4682"/>
            <p:cNvSpPr/>
            <p:nvPr/>
          </p:nvSpPr>
          <p:spPr>
            <a:xfrm>
              <a:off x="2960385" y="225703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83" name="ph4683"/>
            <p:cNvSpPr/>
            <p:nvPr/>
          </p:nvSpPr>
          <p:spPr>
            <a:xfrm>
              <a:off x="2993127" y="225703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84" name="ph4684"/>
            <p:cNvSpPr/>
            <p:nvPr/>
          </p:nvSpPr>
          <p:spPr>
            <a:xfrm>
              <a:off x="3025868" y="225703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85" name="ph4685"/>
            <p:cNvSpPr/>
            <p:nvPr/>
          </p:nvSpPr>
          <p:spPr>
            <a:xfrm>
              <a:off x="3058611" y="225703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86" name="ph4686"/>
            <p:cNvSpPr/>
            <p:nvPr/>
          </p:nvSpPr>
          <p:spPr>
            <a:xfrm>
              <a:off x="3091352" y="225703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87" name="ph4687"/>
            <p:cNvSpPr/>
            <p:nvPr/>
          </p:nvSpPr>
          <p:spPr>
            <a:xfrm>
              <a:off x="2665709" y="229856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88" name="ph4688"/>
            <p:cNvSpPr/>
            <p:nvPr/>
          </p:nvSpPr>
          <p:spPr>
            <a:xfrm>
              <a:off x="2698451" y="229856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89" name="ph4689"/>
            <p:cNvSpPr/>
            <p:nvPr/>
          </p:nvSpPr>
          <p:spPr>
            <a:xfrm>
              <a:off x="2731192" y="229856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90" name="ph4690"/>
            <p:cNvSpPr/>
            <p:nvPr/>
          </p:nvSpPr>
          <p:spPr>
            <a:xfrm>
              <a:off x="2763935" y="229856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91" name="ph4691"/>
            <p:cNvSpPr/>
            <p:nvPr/>
          </p:nvSpPr>
          <p:spPr>
            <a:xfrm>
              <a:off x="2796676" y="229856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92" name="ph4692"/>
            <p:cNvSpPr/>
            <p:nvPr/>
          </p:nvSpPr>
          <p:spPr>
            <a:xfrm>
              <a:off x="2829417" y="229856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93" name="ph4693"/>
            <p:cNvSpPr/>
            <p:nvPr/>
          </p:nvSpPr>
          <p:spPr>
            <a:xfrm>
              <a:off x="2862160" y="229856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94" name="ph4694"/>
            <p:cNvSpPr/>
            <p:nvPr/>
          </p:nvSpPr>
          <p:spPr>
            <a:xfrm>
              <a:off x="2894901" y="229856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95" name="ph4695"/>
            <p:cNvSpPr/>
            <p:nvPr/>
          </p:nvSpPr>
          <p:spPr>
            <a:xfrm>
              <a:off x="2927643" y="229856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96" name="ph4696"/>
            <p:cNvSpPr/>
            <p:nvPr/>
          </p:nvSpPr>
          <p:spPr>
            <a:xfrm>
              <a:off x="2960385" y="229856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97" name="ph4697"/>
            <p:cNvSpPr/>
            <p:nvPr/>
          </p:nvSpPr>
          <p:spPr>
            <a:xfrm>
              <a:off x="2993127" y="229856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98" name="ph4698"/>
            <p:cNvSpPr/>
            <p:nvPr/>
          </p:nvSpPr>
          <p:spPr>
            <a:xfrm>
              <a:off x="3025868" y="229856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99" name="ph4699"/>
            <p:cNvSpPr/>
            <p:nvPr/>
          </p:nvSpPr>
          <p:spPr>
            <a:xfrm>
              <a:off x="3058611" y="229856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00" name="ph4700"/>
            <p:cNvSpPr/>
            <p:nvPr/>
          </p:nvSpPr>
          <p:spPr>
            <a:xfrm>
              <a:off x="3091352" y="229856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01" name="ph4701"/>
            <p:cNvSpPr/>
            <p:nvPr/>
          </p:nvSpPr>
          <p:spPr>
            <a:xfrm>
              <a:off x="3124093" y="229856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02" name="ph4702"/>
            <p:cNvSpPr/>
            <p:nvPr/>
          </p:nvSpPr>
          <p:spPr>
            <a:xfrm>
              <a:off x="2665709" y="234010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03" name="ph4703"/>
            <p:cNvSpPr/>
            <p:nvPr/>
          </p:nvSpPr>
          <p:spPr>
            <a:xfrm>
              <a:off x="2698451" y="234010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04" name="ph4704"/>
            <p:cNvSpPr/>
            <p:nvPr/>
          </p:nvSpPr>
          <p:spPr>
            <a:xfrm>
              <a:off x="2731192" y="234010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05" name="ph4705"/>
            <p:cNvSpPr/>
            <p:nvPr/>
          </p:nvSpPr>
          <p:spPr>
            <a:xfrm>
              <a:off x="2763935" y="234010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06" name="ph4706"/>
            <p:cNvSpPr/>
            <p:nvPr/>
          </p:nvSpPr>
          <p:spPr>
            <a:xfrm>
              <a:off x="2796676" y="234010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07" name="ph4707"/>
            <p:cNvSpPr/>
            <p:nvPr/>
          </p:nvSpPr>
          <p:spPr>
            <a:xfrm>
              <a:off x="2829417" y="234010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08" name="ph4708"/>
            <p:cNvSpPr/>
            <p:nvPr/>
          </p:nvSpPr>
          <p:spPr>
            <a:xfrm>
              <a:off x="2862160" y="234010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09" name="ph4709"/>
            <p:cNvSpPr/>
            <p:nvPr/>
          </p:nvSpPr>
          <p:spPr>
            <a:xfrm>
              <a:off x="2894901" y="234010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10" name="ph4710"/>
            <p:cNvSpPr/>
            <p:nvPr/>
          </p:nvSpPr>
          <p:spPr>
            <a:xfrm>
              <a:off x="2927643" y="234010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11" name="ph4711"/>
            <p:cNvSpPr/>
            <p:nvPr/>
          </p:nvSpPr>
          <p:spPr>
            <a:xfrm>
              <a:off x="2960385" y="234010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12" name="ph4712"/>
            <p:cNvSpPr/>
            <p:nvPr/>
          </p:nvSpPr>
          <p:spPr>
            <a:xfrm>
              <a:off x="2993127" y="234010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13" name="ph4713"/>
            <p:cNvSpPr/>
            <p:nvPr/>
          </p:nvSpPr>
          <p:spPr>
            <a:xfrm>
              <a:off x="3025868" y="234010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14" name="ph4714"/>
            <p:cNvSpPr/>
            <p:nvPr/>
          </p:nvSpPr>
          <p:spPr>
            <a:xfrm>
              <a:off x="3058611" y="234010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15" name="ph4715"/>
            <p:cNvSpPr/>
            <p:nvPr/>
          </p:nvSpPr>
          <p:spPr>
            <a:xfrm>
              <a:off x="3091352" y="234010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16" name="ph4716"/>
            <p:cNvSpPr/>
            <p:nvPr/>
          </p:nvSpPr>
          <p:spPr>
            <a:xfrm>
              <a:off x="3124093" y="234010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17" name="ph4717"/>
            <p:cNvSpPr/>
            <p:nvPr/>
          </p:nvSpPr>
          <p:spPr>
            <a:xfrm>
              <a:off x="3549393" y="889975"/>
              <a:ext cx="1219859" cy="1270166"/>
            </a:xfrm>
            <a:custGeom>
              <a:avLst/>
              <a:gdLst/>
              <a:ahLst/>
              <a:cxnLst/>
              <a:rect l="0" t="0" r="0" b="0"/>
              <a:pathLst>
                <a:path w="914894" h="952624">
                  <a:moveTo>
                    <a:pt x="914400" y="914400"/>
                  </a:moveTo>
                  <a:lnTo>
                    <a:pt x="907475" y="952624"/>
                  </a:lnTo>
                  <a:lnTo>
                    <a:pt x="906570" y="941017"/>
                  </a:lnTo>
                  <a:lnTo>
                    <a:pt x="909475" y="909833"/>
                  </a:lnTo>
                  <a:lnTo>
                    <a:pt x="914894" y="90983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000000">
                  <a:alpha val="6509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18" name="ph4718"/>
            <p:cNvSpPr/>
            <p:nvPr/>
          </p:nvSpPr>
          <p:spPr>
            <a:xfrm>
              <a:off x="3528936" y="884275"/>
              <a:ext cx="1219375" cy="1595842"/>
            </a:xfrm>
            <a:custGeom>
              <a:avLst/>
              <a:gdLst/>
              <a:ahLst/>
              <a:cxnLst/>
              <a:rect l="0" t="0" r="0" b="0"/>
              <a:pathLst>
                <a:path w="914531" h="1196881">
                  <a:moveTo>
                    <a:pt x="914400" y="914400"/>
                  </a:moveTo>
                  <a:lnTo>
                    <a:pt x="901336" y="974329"/>
                  </a:lnTo>
                  <a:lnTo>
                    <a:pt x="883376" y="1006273"/>
                  </a:lnTo>
                  <a:lnTo>
                    <a:pt x="866834" y="1028366"/>
                  </a:lnTo>
                  <a:lnTo>
                    <a:pt x="849768" y="1024714"/>
                  </a:lnTo>
                  <a:lnTo>
                    <a:pt x="853606" y="1042269"/>
                  </a:lnTo>
                  <a:lnTo>
                    <a:pt x="848917" y="1051414"/>
                  </a:lnTo>
                  <a:lnTo>
                    <a:pt x="844904" y="1070491"/>
                  </a:lnTo>
                  <a:lnTo>
                    <a:pt x="834730" y="1083136"/>
                  </a:lnTo>
                  <a:lnTo>
                    <a:pt x="825167" y="1081918"/>
                  </a:lnTo>
                  <a:lnTo>
                    <a:pt x="811427" y="1090634"/>
                  </a:lnTo>
                  <a:lnTo>
                    <a:pt x="806008" y="1097302"/>
                  </a:lnTo>
                  <a:lnTo>
                    <a:pt x="805604" y="1110071"/>
                  </a:lnTo>
                  <a:lnTo>
                    <a:pt x="796412" y="1121304"/>
                  </a:lnTo>
                  <a:lnTo>
                    <a:pt x="763240" y="1179657"/>
                  </a:lnTo>
                  <a:lnTo>
                    <a:pt x="734441" y="1196881"/>
                  </a:lnTo>
                  <a:lnTo>
                    <a:pt x="727549" y="1194377"/>
                  </a:lnTo>
                  <a:lnTo>
                    <a:pt x="735139" y="1166833"/>
                  </a:lnTo>
                  <a:lnTo>
                    <a:pt x="740340" y="1138985"/>
                  </a:lnTo>
                  <a:lnTo>
                    <a:pt x="722860" y="1126866"/>
                  </a:lnTo>
                  <a:lnTo>
                    <a:pt x="706133" y="1120461"/>
                  </a:lnTo>
                  <a:lnTo>
                    <a:pt x="686940" y="1121304"/>
                  </a:lnTo>
                  <a:lnTo>
                    <a:pt x="665742" y="1099654"/>
                  </a:lnTo>
                  <a:lnTo>
                    <a:pt x="638415" y="1083911"/>
                  </a:lnTo>
                  <a:lnTo>
                    <a:pt x="600271" y="1041315"/>
                  </a:lnTo>
                  <a:lnTo>
                    <a:pt x="601383" y="1029500"/>
                  </a:lnTo>
                  <a:lnTo>
                    <a:pt x="600423" y="1009676"/>
                  </a:lnTo>
                  <a:lnTo>
                    <a:pt x="612015" y="978355"/>
                  </a:lnTo>
                  <a:lnTo>
                    <a:pt x="623127" y="956456"/>
                  </a:lnTo>
                  <a:lnTo>
                    <a:pt x="638469" y="945112"/>
                  </a:lnTo>
                  <a:lnTo>
                    <a:pt x="682993" y="933560"/>
                  </a:lnTo>
                  <a:lnTo>
                    <a:pt x="694159" y="916184"/>
                  </a:lnTo>
                  <a:lnTo>
                    <a:pt x="695098" y="914108"/>
                  </a:lnTo>
                  <a:lnTo>
                    <a:pt x="914531" y="91410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000000">
                  <a:alpha val="6509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19" name="ph4719"/>
            <p:cNvSpPr/>
            <p:nvPr/>
          </p:nvSpPr>
          <p:spPr>
            <a:xfrm>
              <a:off x="3214695" y="900655"/>
              <a:ext cx="1260012" cy="2683130"/>
            </a:xfrm>
            <a:custGeom>
              <a:avLst/>
              <a:gdLst/>
              <a:ahLst/>
              <a:cxnLst/>
              <a:rect l="0" t="0" r="0" b="0"/>
              <a:pathLst>
                <a:path w="945009" h="2012347">
                  <a:moveTo>
                    <a:pt x="914400" y="914400"/>
                  </a:moveTo>
                  <a:lnTo>
                    <a:pt x="881359" y="922921"/>
                  </a:lnTo>
                  <a:lnTo>
                    <a:pt x="863551" y="932301"/>
                  </a:lnTo>
                  <a:lnTo>
                    <a:pt x="849310" y="946647"/>
                  </a:lnTo>
                  <a:lnTo>
                    <a:pt x="840881" y="964659"/>
                  </a:lnTo>
                  <a:lnTo>
                    <a:pt x="821798" y="986365"/>
                  </a:lnTo>
                  <a:lnTo>
                    <a:pt x="823139" y="1000905"/>
                  </a:lnTo>
                  <a:lnTo>
                    <a:pt x="826334" y="1011239"/>
                  </a:lnTo>
                  <a:lnTo>
                    <a:pt x="824862" y="1032779"/>
                  </a:lnTo>
                  <a:lnTo>
                    <a:pt x="836933" y="1053780"/>
                  </a:lnTo>
                  <a:lnTo>
                    <a:pt x="860869" y="1088185"/>
                  </a:lnTo>
                  <a:lnTo>
                    <a:pt x="865438" y="1141627"/>
                  </a:lnTo>
                  <a:lnTo>
                    <a:pt x="883703" y="1177389"/>
                  </a:lnTo>
                  <a:lnTo>
                    <a:pt x="911695" y="1219085"/>
                  </a:lnTo>
                  <a:lnTo>
                    <a:pt x="933221" y="1230941"/>
                  </a:lnTo>
                  <a:lnTo>
                    <a:pt x="934268" y="1246449"/>
                  </a:lnTo>
                  <a:lnTo>
                    <a:pt x="924334" y="1272056"/>
                  </a:lnTo>
                  <a:lnTo>
                    <a:pt x="911237" y="1283760"/>
                  </a:lnTo>
                  <a:lnTo>
                    <a:pt x="928270" y="1281422"/>
                  </a:lnTo>
                  <a:lnTo>
                    <a:pt x="936754" y="1287274"/>
                  </a:lnTo>
                  <a:lnTo>
                    <a:pt x="945009" y="1308634"/>
                  </a:lnTo>
                  <a:lnTo>
                    <a:pt x="944365" y="1330437"/>
                  </a:lnTo>
                  <a:lnTo>
                    <a:pt x="941574" y="1342722"/>
                  </a:lnTo>
                  <a:lnTo>
                    <a:pt x="936416" y="1347619"/>
                  </a:lnTo>
                  <a:lnTo>
                    <a:pt x="936634" y="1335071"/>
                  </a:lnTo>
                  <a:lnTo>
                    <a:pt x="932981" y="1330713"/>
                  </a:lnTo>
                  <a:lnTo>
                    <a:pt x="926951" y="1336150"/>
                  </a:lnTo>
                  <a:lnTo>
                    <a:pt x="923047" y="1342348"/>
                  </a:lnTo>
                  <a:lnTo>
                    <a:pt x="921422" y="1366766"/>
                  </a:lnTo>
                  <a:lnTo>
                    <a:pt x="917289" y="1378967"/>
                  </a:lnTo>
                  <a:lnTo>
                    <a:pt x="902677" y="1382592"/>
                  </a:lnTo>
                  <a:lnTo>
                    <a:pt x="887858" y="1414632"/>
                  </a:lnTo>
                  <a:lnTo>
                    <a:pt x="874074" y="1432810"/>
                  </a:lnTo>
                  <a:lnTo>
                    <a:pt x="819835" y="1555727"/>
                  </a:lnTo>
                  <a:lnTo>
                    <a:pt x="821907" y="1576271"/>
                  </a:lnTo>
                  <a:lnTo>
                    <a:pt x="811983" y="1582884"/>
                  </a:lnTo>
                  <a:lnTo>
                    <a:pt x="796957" y="1588266"/>
                  </a:lnTo>
                  <a:lnTo>
                    <a:pt x="781756" y="1600550"/>
                  </a:lnTo>
                  <a:lnTo>
                    <a:pt x="771669" y="1614094"/>
                  </a:lnTo>
                  <a:lnTo>
                    <a:pt x="762302" y="1650520"/>
                  </a:lnTo>
                  <a:lnTo>
                    <a:pt x="744353" y="1691524"/>
                  </a:lnTo>
                  <a:lnTo>
                    <a:pt x="733154" y="1674439"/>
                  </a:lnTo>
                  <a:lnTo>
                    <a:pt x="730286" y="1659816"/>
                  </a:lnTo>
                  <a:lnTo>
                    <a:pt x="735270" y="1621675"/>
                  </a:lnTo>
                  <a:lnTo>
                    <a:pt x="754680" y="1559145"/>
                  </a:lnTo>
                  <a:lnTo>
                    <a:pt x="776064" y="1520270"/>
                  </a:lnTo>
                  <a:lnTo>
                    <a:pt x="792377" y="1501843"/>
                  </a:lnTo>
                  <a:lnTo>
                    <a:pt x="805790" y="1464283"/>
                  </a:lnTo>
                  <a:lnTo>
                    <a:pt x="788844" y="1458680"/>
                  </a:lnTo>
                  <a:lnTo>
                    <a:pt x="763011" y="1459289"/>
                  </a:lnTo>
                  <a:lnTo>
                    <a:pt x="767874" y="1441955"/>
                  </a:lnTo>
                  <a:lnTo>
                    <a:pt x="775409" y="1426682"/>
                  </a:lnTo>
                  <a:lnTo>
                    <a:pt x="761942" y="1411464"/>
                  </a:lnTo>
                  <a:lnTo>
                    <a:pt x="753971" y="1409527"/>
                  </a:lnTo>
                  <a:lnTo>
                    <a:pt x="745760" y="1403288"/>
                  </a:lnTo>
                  <a:lnTo>
                    <a:pt x="755389" y="1390616"/>
                  </a:lnTo>
                  <a:lnTo>
                    <a:pt x="760088" y="1377224"/>
                  </a:lnTo>
                  <a:lnTo>
                    <a:pt x="757221" y="1360927"/>
                  </a:lnTo>
                  <a:lnTo>
                    <a:pt x="761255" y="1348656"/>
                  </a:lnTo>
                  <a:lnTo>
                    <a:pt x="754527" y="1350510"/>
                  </a:lnTo>
                  <a:lnTo>
                    <a:pt x="743710" y="1363501"/>
                  </a:lnTo>
                  <a:lnTo>
                    <a:pt x="736982" y="1368688"/>
                  </a:lnTo>
                  <a:lnTo>
                    <a:pt x="732881" y="1357192"/>
                  </a:lnTo>
                  <a:lnTo>
                    <a:pt x="728203" y="1359793"/>
                  </a:lnTo>
                  <a:lnTo>
                    <a:pt x="725161" y="1367692"/>
                  </a:lnTo>
                  <a:lnTo>
                    <a:pt x="718258" y="1372036"/>
                  </a:lnTo>
                  <a:lnTo>
                    <a:pt x="703679" y="1361232"/>
                  </a:lnTo>
                  <a:lnTo>
                    <a:pt x="682426" y="1348864"/>
                  </a:lnTo>
                  <a:lnTo>
                    <a:pt x="670594" y="1327587"/>
                  </a:lnTo>
                  <a:lnTo>
                    <a:pt x="663844" y="1311097"/>
                  </a:lnTo>
                  <a:lnTo>
                    <a:pt x="670703" y="1281256"/>
                  </a:lnTo>
                  <a:lnTo>
                    <a:pt x="685392" y="1275958"/>
                  </a:lnTo>
                  <a:lnTo>
                    <a:pt x="704475" y="1280800"/>
                  </a:lnTo>
                  <a:lnTo>
                    <a:pt x="729490" y="1280758"/>
                  </a:lnTo>
                  <a:lnTo>
                    <a:pt x="725913" y="1274131"/>
                  </a:lnTo>
                  <a:lnTo>
                    <a:pt x="716983" y="1275224"/>
                  </a:lnTo>
                  <a:lnTo>
                    <a:pt x="690615" y="1251014"/>
                  </a:lnTo>
                  <a:lnTo>
                    <a:pt x="682131" y="1236392"/>
                  </a:lnTo>
                  <a:lnTo>
                    <a:pt x="667541" y="1232380"/>
                  </a:lnTo>
                  <a:lnTo>
                    <a:pt x="660889" y="1246435"/>
                  </a:lnTo>
                  <a:lnTo>
                    <a:pt x="653507" y="1250170"/>
                  </a:lnTo>
                  <a:lnTo>
                    <a:pt x="662623" y="1219417"/>
                  </a:lnTo>
                  <a:lnTo>
                    <a:pt x="674542" y="1218158"/>
                  </a:lnTo>
                  <a:lnTo>
                    <a:pt x="692142" y="1209636"/>
                  </a:lnTo>
                  <a:lnTo>
                    <a:pt x="687028" y="1191831"/>
                  </a:lnTo>
                  <a:lnTo>
                    <a:pt x="675916" y="1184043"/>
                  </a:lnTo>
                  <a:lnTo>
                    <a:pt x="655851" y="1193810"/>
                  </a:lnTo>
                  <a:lnTo>
                    <a:pt x="656091" y="1181290"/>
                  </a:lnTo>
                  <a:lnTo>
                    <a:pt x="659853" y="1165256"/>
                  </a:lnTo>
                  <a:lnTo>
                    <a:pt x="674978" y="1165311"/>
                  </a:lnTo>
                  <a:lnTo>
                    <a:pt x="688227" y="1170541"/>
                  </a:lnTo>
                  <a:lnTo>
                    <a:pt x="699503" y="1144643"/>
                  </a:lnTo>
                  <a:lnTo>
                    <a:pt x="700004" y="1133077"/>
                  </a:lnTo>
                  <a:lnTo>
                    <a:pt x="681270" y="1149886"/>
                  </a:lnTo>
                  <a:lnTo>
                    <a:pt x="677061" y="1113626"/>
                  </a:lnTo>
                  <a:lnTo>
                    <a:pt x="695501" y="1078654"/>
                  </a:lnTo>
                  <a:lnTo>
                    <a:pt x="713090" y="1063408"/>
                  </a:lnTo>
                  <a:lnTo>
                    <a:pt x="735062" y="1063851"/>
                  </a:lnTo>
                  <a:lnTo>
                    <a:pt x="757395" y="1061388"/>
                  </a:lnTo>
                  <a:lnTo>
                    <a:pt x="743383" y="1054983"/>
                  </a:lnTo>
                  <a:lnTo>
                    <a:pt x="728999" y="1051511"/>
                  </a:lnTo>
                  <a:lnTo>
                    <a:pt x="739806" y="1037690"/>
                  </a:lnTo>
                  <a:lnTo>
                    <a:pt x="749020" y="1035214"/>
                  </a:lnTo>
                  <a:lnTo>
                    <a:pt x="758071" y="1023164"/>
                  </a:lnTo>
                  <a:lnTo>
                    <a:pt x="736306" y="1024949"/>
                  </a:lnTo>
                  <a:lnTo>
                    <a:pt x="738868" y="1002150"/>
                  </a:lnTo>
                  <a:lnTo>
                    <a:pt x="728291" y="1006785"/>
                  </a:lnTo>
                  <a:lnTo>
                    <a:pt x="715630" y="1008929"/>
                  </a:lnTo>
                  <a:lnTo>
                    <a:pt x="710702" y="1018599"/>
                  </a:lnTo>
                  <a:lnTo>
                    <a:pt x="711672" y="1034661"/>
                  </a:lnTo>
                  <a:lnTo>
                    <a:pt x="707975" y="1045202"/>
                  </a:lnTo>
                  <a:lnTo>
                    <a:pt x="698129" y="1053669"/>
                  </a:lnTo>
                  <a:lnTo>
                    <a:pt x="681499" y="1060268"/>
                  </a:lnTo>
                  <a:lnTo>
                    <a:pt x="679885" y="1048827"/>
                  </a:lnTo>
                  <a:lnTo>
                    <a:pt x="674389" y="1043639"/>
                  </a:lnTo>
                  <a:lnTo>
                    <a:pt x="672339" y="1068139"/>
                  </a:lnTo>
                  <a:lnTo>
                    <a:pt x="667977" y="1076468"/>
                  </a:lnTo>
                  <a:lnTo>
                    <a:pt x="655819" y="1053475"/>
                  </a:lnTo>
                  <a:lnTo>
                    <a:pt x="652166" y="1058110"/>
                  </a:lnTo>
                  <a:lnTo>
                    <a:pt x="652635" y="1064639"/>
                  </a:lnTo>
                  <a:lnTo>
                    <a:pt x="649527" y="1075928"/>
                  </a:lnTo>
                  <a:lnTo>
                    <a:pt x="639102" y="1081808"/>
                  </a:lnTo>
                  <a:lnTo>
                    <a:pt x="639745" y="1096278"/>
                  </a:lnTo>
                  <a:lnTo>
                    <a:pt x="635700" y="1104164"/>
                  </a:lnTo>
                  <a:lnTo>
                    <a:pt x="602310" y="1091602"/>
                  </a:lnTo>
                  <a:lnTo>
                    <a:pt x="601525" y="1095863"/>
                  </a:lnTo>
                  <a:lnTo>
                    <a:pt x="620411" y="1122951"/>
                  </a:lnTo>
                  <a:lnTo>
                    <a:pt x="634206" y="1132206"/>
                  </a:lnTo>
                  <a:lnTo>
                    <a:pt x="635885" y="1146981"/>
                  </a:lnTo>
                  <a:lnTo>
                    <a:pt x="624043" y="1159238"/>
                  </a:lnTo>
                  <a:lnTo>
                    <a:pt x="607708" y="1148655"/>
                  </a:lnTo>
                  <a:lnTo>
                    <a:pt x="604960" y="1149430"/>
                  </a:lnTo>
                  <a:lnTo>
                    <a:pt x="613836" y="1167580"/>
                  </a:lnTo>
                  <a:lnTo>
                    <a:pt x="619430" y="1183434"/>
                  </a:lnTo>
                  <a:lnTo>
                    <a:pt x="613672" y="1196715"/>
                  </a:lnTo>
                  <a:lnTo>
                    <a:pt x="614567" y="1213067"/>
                  </a:lnTo>
                  <a:lnTo>
                    <a:pt x="613323" y="1227897"/>
                  </a:lnTo>
                  <a:lnTo>
                    <a:pt x="609801" y="1240832"/>
                  </a:lnTo>
                  <a:lnTo>
                    <a:pt x="617740" y="1300458"/>
                  </a:lnTo>
                  <a:lnTo>
                    <a:pt x="627303" y="1316672"/>
                  </a:lnTo>
                  <a:lnTo>
                    <a:pt x="636703" y="1332180"/>
                  </a:lnTo>
                  <a:lnTo>
                    <a:pt x="641686" y="1346692"/>
                  </a:lnTo>
                  <a:lnTo>
                    <a:pt x="631709" y="1348809"/>
                  </a:lnTo>
                  <a:lnTo>
                    <a:pt x="615821" y="1336870"/>
                  </a:lnTo>
                  <a:lnTo>
                    <a:pt x="601863" y="1327767"/>
                  </a:lnTo>
                  <a:lnTo>
                    <a:pt x="585233" y="1298660"/>
                  </a:lnTo>
                  <a:lnTo>
                    <a:pt x="582485" y="1287039"/>
                  </a:lnTo>
                  <a:lnTo>
                    <a:pt x="578429" y="1277853"/>
                  </a:lnTo>
                  <a:lnTo>
                    <a:pt x="580392" y="1298950"/>
                  </a:lnTo>
                  <a:lnTo>
                    <a:pt x="586324" y="1322510"/>
                  </a:lnTo>
                  <a:lnTo>
                    <a:pt x="638404" y="1375232"/>
                  </a:lnTo>
                  <a:lnTo>
                    <a:pt x="648022" y="1395458"/>
                  </a:lnTo>
                  <a:lnTo>
                    <a:pt x="655350" y="1411353"/>
                  </a:lnTo>
                  <a:lnTo>
                    <a:pt x="653507" y="1426585"/>
                  </a:lnTo>
                  <a:lnTo>
                    <a:pt x="639931" y="1415808"/>
                  </a:lnTo>
                  <a:lnTo>
                    <a:pt x="628219" y="1402071"/>
                  </a:lnTo>
                  <a:lnTo>
                    <a:pt x="597130" y="1386548"/>
                  </a:lnTo>
                  <a:lnTo>
                    <a:pt x="557928" y="1376740"/>
                  </a:lnTo>
                  <a:lnTo>
                    <a:pt x="535824" y="1340660"/>
                  </a:lnTo>
                  <a:lnTo>
                    <a:pt x="535901" y="1355712"/>
                  </a:lnTo>
                  <a:lnTo>
                    <a:pt x="530994" y="1368481"/>
                  </a:lnTo>
                  <a:lnTo>
                    <a:pt x="517483" y="1352917"/>
                  </a:lnTo>
                  <a:lnTo>
                    <a:pt x="508966" y="1339637"/>
                  </a:lnTo>
                  <a:lnTo>
                    <a:pt x="506109" y="1325083"/>
                  </a:lnTo>
                  <a:lnTo>
                    <a:pt x="489240" y="1326079"/>
                  </a:lnTo>
                  <a:lnTo>
                    <a:pt x="471553" y="1338723"/>
                  </a:lnTo>
                  <a:lnTo>
                    <a:pt x="454443" y="1335721"/>
                  </a:lnTo>
                  <a:lnTo>
                    <a:pt x="452415" y="1311041"/>
                  </a:lnTo>
                  <a:lnTo>
                    <a:pt x="457039" y="1297968"/>
                  </a:lnTo>
                  <a:lnTo>
                    <a:pt x="476242" y="1267048"/>
                  </a:lnTo>
                  <a:lnTo>
                    <a:pt x="494332" y="1251263"/>
                  </a:lnTo>
                  <a:lnTo>
                    <a:pt x="502315" y="1230886"/>
                  </a:lnTo>
                  <a:lnTo>
                    <a:pt x="499588" y="1199288"/>
                  </a:lnTo>
                  <a:lnTo>
                    <a:pt x="496186" y="1231439"/>
                  </a:lnTo>
                  <a:lnTo>
                    <a:pt x="485849" y="1247376"/>
                  </a:lnTo>
                  <a:lnTo>
                    <a:pt x="469601" y="1259550"/>
                  </a:lnTo>
                  <a:lnTo>
                    <a:pt x="448217" y="1281242"/>
                  </a:lnTo>
                  <a:lnTo>
                    <a:pt x="442994" y="1301302"/>
                  </a:lnTo>
                  <a:lnTo>
                    <a:pt x="436320" y="1338862"/>
                  </a:lnTo>
                  <a:lnTo>
                    <a:pt x="445349" y="1351576"/>
                  </a:lnTo>
                  <a:lnTo>
                    <a:pt x="454574" y="1354896"/>
                  </a:lnTo>
                  <a:lnTo>
                    <a:pt x="481825" y="1346374"/>
                  </a:lnTo>
                  <a:lnTo>
                    <a:pt x="495924" y="1350178"/>
                  </a:lnTo>
                  <a:lnTo>
                    <a:pt x="527286" y="1395402"/>
                  </a:lnTo>
                  <a:lnTo>
                    <a:pt x="585680" y="1413290"/>
                  </a:lnTo>
                  <a:lnTo>
                    <a:pt x="606977" y="1424468"/>
                  </a:lnTo>
                  <a:lnTo>
                    <a:pt x="624337" y="1448069"/>
                  </a:lnTo>
                  <a:lnTo>
                    <a:pt x="650432" y="1461655"/>
                  </a:lnTo>
                  <a:lnTo>
                    <a:pt x="670682" y="1481396"/>
                  </a:lnTo>
                  <a:lnTo>
                    <a:pt x="671227" y="1494276"/>
                  </a:lnTo>
                  <a:lnTo>
                    <a:pt x="664215" y="1509507"/>
                  </a:lnTo>
                  <a:lnTo>
                    <a:pt x="661445" y="1530120"/>
                  </a:lnTo>
                  <a:lnTo>
                    <a:pt x="652842" y="1543124"/>
                  </a:lnTo>
                  <a:lnTo>
                    <a:pt x="632188" y="1544619"/>
                  </a:lnTo>
                  <a:lnTo>
                    <a:pt x="619714" y="1541271"/>
                  </a:lnTo>
                  <a:lnTo>
                    <a:pt x="552650" y="1468807"/>
                  </a:lnTo>
                  <a:lnTo>
                    <a:pt x="544646" y="1462139"/>
                  </a:lnTo>
                  <a:lnTo>
                    <a:pt x="519773" y="1424191"/>
                  </a:lnTo>
                  <a:lnTo>
                    <a:pt x="490592" y="1403869"/>
                  </a:lnTo>
                  <a:lnTo>
                    <a:pt x="481563" y="1404298"/>
                  </a:lnTo>
                  <a:lnTo>
                    <a:pt x="523099" y="1441885"/>
                  </a:lnTo>
                  <a:lnTo>
                    <a:pt x="540055" y="1468171"/>
                  </a:lnTo>
                  <a:lnTo>
                    <a:pt x="569923" y="1505025"/>
                  </a:lnTo>
                  <a:lnTo>
                    <a:pt x="591274" y="1520630"/>
                  </a:lnTo>
                  <a:lnTo>
                    <a:pt x="606988" y="1544978"/>
                  </a:lnTo>
                  <a:lnTo>
                    <a:pt x="621589" y="1556392"/>
                  </a:lnTo>
                  <a:lnTo>
                    <a:pt x="661456" y="1572647"/>
                  </a:lnTo>
                  <a:lnTo>
                    <a:pt x="647597" y="1584323"/>
                  </a:lnTo>
                  <a:lnTo>
                    <a:pt x="669722" y="1594270"/>
                  </a:lnTo>
                  <a:lnTo>
                    <a:pt x="672884" y="1612559"/>
                  </a:lnTo>
                  <a:lnTo>
                    <a:pt x="670856" y="1633407"/>
                  </a:lnTo>
                  <a:lnTo>
                    <a:pt x="640149" y="1625162"/>
                  </a:lnTo>
                  <a:lnTo>
                    <a:pt x="639146" y="1640518"/>
                  </a:lnTo>
                  <a:lnTo>
                    <a:pt x="641893" y="1649579"/>
                  </a:lnTo>
                  <a:lnTo>
                    <a:pt x="628328" y="1657063"/>
                  </a:lnTo>
                  <a:lnTo>
                    <a:pt x="609463" y="1646909"/>
                  </a:lnTo>
                  <a:lnTo>
                    <a:pt x="560480" y="1591364"/>
                  </a:lnTo>
                  <a:lnTo>
                    <a:pt x="560894" y="1598793"/>
                  </a:lnTo>
                  <a:lnTo>
                    <a:pt x="564863" y="1607412"/>
                  </a:lnTo>
                  <a:lnTo>
                    <a:pt x="593270" y="1643174"/>
                  </a:lnTo>
                  <a:lnTo>
                    <a:pt x="618623" y="1664617"/>
                  </a:lnTo>
                  <a:lnTo>
                    <a:pt x="640116" y="1674301"/>
                  </a:lnTo>
                  <a:lnTo>
                    <a:pt x="656680" y="1692271"/>
                  </a:lnTo>
                  <a:lnTo>
                    <a:pt x="662525" y="1703145"/>
                  </a:lnTo>
                  <a:lnTo>
                    <a:pt x="666429" y="1719636"/>
                  </a:lnTo>
                  <a:lnTo>
                    <a:pt x="654150" y="1730841"/>
                  </a:lnTo>
                  <a:lnTo>
                    <a:pt x="640171" y="1737025"/>
                  </a:lnTo>
                  <a:lnTo>
                    <a:pt x="626518" y="1725847"/>
                  </a:lnTo>
                  <a:lnTo>
                    <a:pt x="616508" y="1714074"/>
                  </a:lnTo>
                  <a:lnTo>
                    <a:pt x="595189" y="1694084"/>
                  </a:lnTo>
                  <a:lnTo>
                    <a:pt x="588799" y="1671741"/>
                  </a:lnTo>
                  <a:lnTo>
                    <a:pt x="572584" y="1672890"/>
                  </a:lnTo>
                  <a:lnTo>
                    <a:pt x="504812" y="1644557"/>
                  </a:lnTo>
                  <a:lnTo>
                    <a:pt x="450343" y="1641292"/>
                  </a:lnTo>
                  <a:lnTo>
                    <a:pt x="455665" y="1646992"/>
                  </a:lnTo>
                  <a:lnTo>
                    <a:pt x="462556" y="1650783"/>
                  </a:lnTo>
                  <a:lnTo>
                    <a:pt x="505935" y="1657769"/>
                  </a:lnTo>
                  <a:lnTo>
                    <a:pt x="523077" y="1670815"/>
                  </a:lnTo>
                  <a:lnTo>
                    <a:pt x="558757" y="1682394"/>
                  </a:lnTo>
                  <a:lnTo>
                    <a:pt x="579650" y="1685562"/>
                  </a:lnTo>
                  <a:lnTo>
                    <a:pt x="588123" y="1721130"/>
                  </a:lnTo>
                  <a:lnTo>
                    <a:pt x="616998" y="1745602"/>
                  </a:lnTo>
                  <a:lnTo>
                    <a:pt x="620749" y="1763739"/>
                  </a:lnTo>
                  <a:lnTo>
                    <a:pt x="640465" y="1765773"/>
                  </a:lnTo>
                  <a:lnTo>
                    <a:pt x="675153" y="1747982"/>
                  </a:lnTo>
                  <a:lnTo>
                    <a:pt x="697540" y="1754221"/>
                  </a:lnTo>
                  <a:lnTo>
                    <a:pt x="729828" y="1759312"/>
                  </a:lnTo>
                  <a:lnTo>
                    <a:pt x="737211" y="1773672"/>
                  </a:lnTo>
                  <a:lnTo>
                    <a:pt x="742750" y="1800995"/>
                  </a:lnTo>
                  <a:lnTo>
                    <a:pt x="754167" y="1831735"/>
                  </a:lnTo>
                  <a:lnTo>
                    <a:pt x="783773" y="1952936"/>
                  </a:lnTo>
                  <a:lnTo>
                    <a:pt x="810429" y="2012347"/>
                  </a:lnTo>
                  <a:lnTo>
                    <a:pt x="802375" y="2012347"/>
                  </a:lnTo>
                  <a:lnTo>
                    <a:pt x="790392" y="1988504"/>
                  </a:lnTo>
                  <a:lnTo>
                    <a:pt x="772182" y="1941094"/>
                  </a:lnTo>
                  <a:lnTo>
                    <a:pt x="753469" y="1857383"/>
                  </a:lnTo>
                  <a:lnTo>
                    <a:pt x="748039" y="1838638"/>
                  </a:lnTo>
                  <a:lnTo>
                    <a:pt x="741649" y="1831153"/>
                  </a:lnTo>
                  <a:lnTo>
                    <a:pt x="737440" y="1837241"/>
                  </a:lnTo>
                  <a:lnTo>
                    <a:pt x="735629" y="1847907"/>
                  </a:lnTo>
                  <a:lnTo>
                    <a:pt x="738683" y="1856097"/>
                  </a:lnTo>
                  <a:lnTo>
                    <a:pt x="731311" y="1883654"/>
                  </a:lnTo>
                  <a:lnTo>
                    <a:pt x="734506" y="1896299"/>
                  </a:lnTo>
                  <a:lnTo>
                    <a:pt x="746480" y="1909372"/>
                  </a:lnTo>
                  <a:lnTo>
                    <a:pt x="759489" y="1941993"/>
                  </a:lnTo>
                  <a:lnTo>
                    <a:pt x="769881" y="1985917"/>
                  </a:lnTo>
                  <a:lnTo>
                    <a:pt x="755825" y="1968113"/>
                  </a:lnTo>
                  <a:lnTo>
                    <a:pt x="740820" y="1958678"/>
                  </a:lnTo>
                  <a:lnTo>
                    <a:pt x="717473" y="1951442"/>
                  </a:lnTo>
                  <a:lnTo>
                    <a:pt x="696678" y="1938756"/>
                  </a:lnTo>
                  <a:lnTo>
                    <a:pt x="698194" y="1956948"/>
                  </a:lnTo>
                  <a:lnTo>
                    <a:pt x="696198" y="1976593"/>
                  </a:lnTo>
                  <a:lnTo>
                    <a:pt x="680169" y="1970603"/>
                  </a:lnTo>
                  <a:lnTo>
                    <a:pt x="669264" y="1964087"/>
                  </a:lnTo>
                  <a:lnTo>
                    <a:pt x="678915" y="1985018"/>
                  </a:lnTo>
                  <a:lnTo>
                    <a:pt x="657967" y="1978737"/>
                  </a:lnTo>
                  <a:lnTo>
                    <a:pt x="644009" y="1980051"/>
                  </a:lnTo>
                  <a:lnTo>
                    <a:pt x="634936" y="1998631"/>
                  </a:lnTo>
                  <a:lnTo>
                    <a:pt x="622767" y="2009906"/>
                  </a:lnTo>
                  <a:lnTo>
                    <a:pt x="610694" y="2012347"/>
                  </a:lnTo>
                  <a:lnTo>
                    <a:pt x="602893" y="2012347"/>
                  </a:lnTo>
                  <a:lnTo>
                    <a:pt x="578080" y="1996556"/>
                  </a:lnTo>
                  <a:lnTo>
                    <a:pt x="569432" y="1975929"/>
                  </a:lnTo>
                  <a:lnTo>
                    <a:pt x="565856" y="1952964"/>
                  </a:lnTo>
                  <a:lnTo>
                    <a:pt x="564427" y="1980121"/>
                  </a:lnTo>
                  <a:lnTo>
                    <a:pt x="569182" y="2008398"/>
                  </a:lnTo>
                  <a:lnTo>
                    <a:pt x="568875" y="2012347"/>
                  </a:lnTo>
                  <a:lnTo>
                    <a:pt x="315098" y="2012347"/>
                  </a:lnTo>
                  <a:lnTo>
                    <a:pt x="315098" y="901823"/>
                  </a:lnTo>
                  <a:lnTo>
                    <a:pt x="925436" y="90182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000000">
                  <a:alpha val="6509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20" name="ph4720"/>
            <p:cNvSpPr/>
            <p:nvPr/>
          </p:nvSpPr>
          <p:spPr>
            <a:xfrm>
              <a:off x="3489375" y="1038683"/>
              <a:ext cx="1262004" cy="1219200"/>
            </a:xfrm>
            <a:custGeom>
              <a:avLst/>
              <a:gdLst/>
              <a:ahLst/>
              <a:cxnLst/>
              <a:rect l="0" t="0" r="0" b="0"/>
              <a:pathLst>
                <a:path w="946503" h="914400">
                  <a:moveTo>
                    <a:pt x="914400" y="914400"/>
                  </a:moveTo>
                  <a:lnTo>
                    <a:pt x="913800" y="906154"/>
                  </a:lnTo>
                  <a:lnTo>
                    <a:pt x="946503" y="852906"/>
                  </a:lnTo>
                  <a:lnTo>
                    <a:pt x="940592" y="87151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000000">
                  <a:alpha val="6509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21" name="ph4721"/>
            <p:cNvSpPr/>
            <p:nvPr/>
          </p:nvSpPr>
          <p:spPr>
            <a:xfrm>
              <a:off x="3153484" y="1664766"/>
              <a:ext cx="1302757" cy="1219200"/>
            </a:xfrm>
            <a:custGeom>
              <a:avLst/>
              <a:gdLst/>
              <a:ahLst/>
              <a:cxnLst/>
              <a:rect l="0" t="0" r="0" b="0"/>
              <a:pathLst>
                <a:path w="977068" h="914400">
                  <a:moveTo>
                    <a:pt x="914400" y="914400"/>
                  </a:moveTo>
                  <a:lnTo>
                    <a:pt x="948465" y="857665"/>
                  </a:lnTo>
                  <a:lnTo>
                    <a:pt x="968246" y="810131"/>
                  </a:lnTo>
                  <a:lnTo>
                    <a:pt x="977068" y="793696"/>
                  </a:lnTo>
                  <a:lnTo>
                    <a:pt x="968508" y="827009"/>
                  </a:lnTo>
                  <a:lnTo>
                    <a:pt x="953547" y="857638"/>
                  </a:lnTo>
                  <a:lnTo>
                    <a:pt x="924552" y="90980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000000">
                  <a:alpha val="6509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22" name="pt4722"/>
            <p:cNvSpPr/>
            <p:nvPr/>
          </p:nvSpPr>
          <p:spPr>
            <a:xfrm>
              <a:off x="4245560" y="2938333"/>
              <a:ext cx="84269" cy="84269"/>
            </a:xfrm>
            <a:prstGeom prst="ellipse">
              <a:avLst/>
            </a:prstGeom>
            <a:solidFill>
              <a:srgbClr val="3B528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23" name="pt4723"/>
            <p:cNvSpPr/>
            <p:nvPr/>
          </p:nvSpPr>
          <p:spPr>
            <a:xfrm>
              <a:off x="4469159" y="2387935"/>
              <a:ext cx="84269" cy="84269"/>
            </a:xfrm>
            <a:prstGeom prst="ellipse">
              <a:avLst/>
            </a:prstGeom>
            <a:solidFill>
              <a:srgbClr val="3984A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24" name="pt4724"/>
            <p:cNvSpPr/>
            <p:nvPr/>
          </p:nvSpPr>
          <p:spPr>
            <a:xfrm>
              <a:off x="3956247" y="3115029"/>
              <a:ext cx="84269" cy="84269"/>
            </a:xfrm>
            <a:prstGeom prst="ellipse">
              <a:avLst/>
            </a:prstGeom>
            <a:solidFill>
              <a:srgbClr val="8CDBB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25" name="pt4725"/>
            <p:cNvSpPr/>
            <p:nvPr/>
          </p:nvSpPr>
          <p:spPr>
            <a:xfrm>
              <a:off x="4289329" y="2251513"/>
              <a:ext cx="84269" cy="84269"/>
            </a:xfrm>
            <a:prstGeom prst="ellipse">
              <a:avLst/>
            </a:prstGeom>
            <a:solidFill>
              <a:srgbClr val="73D3B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26" name="pt4726"/>
            <p:cNvSpPr/>
            <p:nvPr/>
          </p:nvSpPr>
          <p:spPr>
            <a:xfrm>
              <a:off x="3854663" y="2666211"/>
              <a:ext cx="84269" cy="84269"/>
            </a:xfrm>
            <a:prstGeom prst="ellipse">
              <a:avLst/>
            </a:prstGeom>
            <a:solidFill>
              <a:srgbClr val="C7EDD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27" name="pt4727"/>
            <p:cNvSpPr/>
            <p:nvPr/>
          </p:nvSpPr>
          <p:spPr>
            <a:xfrm>
              <a:off x="3920112" y="3078894"/>
              <a:ext cx="156540" cy="156540"/>
            </a:xfrm>
            <a:prstGeom prst="ellipse">
              <a:avLst/>
            </a:prstGeom>
            <a:solidFill>
              <a:srgbClr val="8CDBB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28" name="pt4728"/>
            <p:cNvSpPr/>
            <p:nvPr/>
          </p:nvSpPr>
          <p:spPr>
            <a:xfrm>
              <a:off x="3971816" y="2764811"/>
              <a:ext cx="156540" cy="156540"/>
            </a:xfrm>
            <a:prstGeom prst="ellipse">
              <a:avLst/>
            </a:prstGeom>
            <a:solidFill>
              <a:srgbClr val="C5EDD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29" name="pt4729"/>
            <p:cNvSpPr/>
            <p:nvPr/>
          </p:nvSpPr>
          <p:spPr>
            <a:xfrm>
              <a:off x="3960659" y="3041722"/>
              <a:ext cx="156540" cy="156540"/>
            </a:xfrm>
            <a:prstGeom prst="ellipse">
              <a:avLst/>
            </a:prstGeom>
            <a:solidFill>
              <a:srgbClr val="43A7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30" name="pg4730"/>
            <p:cNvSpPr/>
            <p:nvPr/>
          </p:nvSpPr>
          <p:spPr>
            <a:xfrm>
              <a:off x="3885120" y="2721362"/>
              <a:ext cx="210823" cy="182579"/>
            </a:xfrm>
            <a:custGeom>
              <a:avLst/>
              <a:gdLst/>
              <a:ahLst/>
              <a:cxnLst/>
              <a:rect l="0" t="0" r="0" b="0"/>
              <a:pathLst>
                <a:path w="158117" h="136934">
                  <a:moveTo>
                    <a:pt x="79058" y="0"/>
                  </a:moveTo>
                  <a:lnTo>
                    <a:pt x="158117" y="136934"/>
                  </a:lnTo>
                  <a:lnTo>
                    <a:pt x="0" y="136934"/>
                  </a:lnTo>
                  <a:close/>
                </a:path>
              </a:pathLst>
            </a:custGeom>
            <a:solidFill>
              <a:srgbClr val="FF149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40" name="rc4740"/>
            <p:cNvSpPr/>
            <p:nvPr/>
          </p:nvSpPr>
          <p:spPr>
            <a:xfrm>
              <a:off x="3558988" y="2029051"/>
              <a:ext cx="1668412" cy="1628768"/>
            </a:xfrm>
            <a:prstGeom prst="rect">
              <a:avLst/>
            </a:prstGeom>
            <a:noFill/>
            <a:ln w="127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grpSp>
          <p:nvGrpSpPr>
            <p:cNvPr id="4741" name="Group 4740">
              <a:extLst>
                <a:ext uri="{FF2B5EF4-FFF2-40B4-BE49-F238E27FC236}">
                  <a16:creationId xmlns:a16="http://schemas.microsoft.com/office/drawing/2014/main" id="{1E823E9B-43DA-AAA6-2947-727242670F7D}"/>
                </a:ext>
              </a:extLst>
            </p:cNvPr>
            <p:cNvGrpSpPr/>
            <p:nvPr/>
          </p:nvGrpSpPr>
          <p:grpSpPr>
            <a:xfrm>
              <a:off x="3404693" y="2472140"/>
              <a:ext cx="1939919" cy="1062905"/>
              <a:chOff x="1982016" y="1854105"/>
              <a:chExt cx="1454939" cy="797178"/>
            </a:xfrm>
          </p:grpSpPr>
          <p:sp>
            <p:nvSpPr>
              <p:cNvPr id="4742" name="pl4739">
                <a:extLst>
                  <a:ext uri="{FF2B5EF4-FFF2-40B4-BE49-F238E27FC236}">
                    <a16:creationId xmlns:a16="http://schemas.microsoft.com/office/drawing/2014/main" id="{F8E117E8-2C77-CE0C-2545-02E8AF8B7F2F}"/>
                  </a:ext>
                </a:extLst>
              </p:cNvPr>
              <p:cNvSpPr/>
              <p:nvPr/>
            </p:nvSpPr>
            <p:spPr>
              <a:xfrm>
                <a:off x="2496271" y="1988846"/>
                <a:ext cx="195845" cy="114820"/>
              </a:xfrm>
              <a:custGeom>
                <a:avLst/>
                <a:gdLst/>
                <a:ahLst/>
                <a:cxnLst/>
                <a:rect l="0" t="0" r="0" b="0"/>
                <a:pathLst>
                  <a:path w="112384" h="193555">
                    <a:moveTo>
                      <a:pt x="112384" y="0"/>
                    </a:moveTo>
                    <a:lnTo>
                      <a:pt x="0" y="193555"/>
                    </a:lnTo>
                  </a:path>
                </a:pathLst>
              </a:custGeom>
              <a:ln w="1355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43" name="pl4739">
                <a:extLst>
                  <a:ext uri="{FF2B5EF4-FFF2-40B4-BE49-F238E27FC236}">
                    <a16:creationId xmlns:a16="http://schemas.microsoft.com/office/drawing/2014/main" id="{34CEEC3E-1645-8AD1-95B5-502ED530D4F9}"/>
                  </a:ext>
                </a:extLst>
              </p:cNvPr>
              <p:cNvSpPr/>
              <p:nvPr/>
            </p:nvSpPr>
            <p:spPr>
              <a:xfrm>
                <a:off x="2470488" y="2204865"/>
                <a:ext cx="294638" cy="146260"/>
              </a:xfrm>
              <a:custGeom>
                <a:avLst/>
                <a:gdLst/>
                <a:ahLst/>
                <a:cxnLst/>
                <a:rect l="0" t="0" r="0" b="0"/>
                <a:pathLst>
                  <a:path w="112384" h="193555">
                    <a:moveTo>
                      <a:pt x="112384" y="0"/>
                    </a:moveTo>
                    <a:lnTo>
                      <a:pt x="0" y="193555"/>
                    </a:lnTo>
                  </a:path>
                </a:pathLst>
              </a:custGeom>
              <a:ln w="1355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44" name="pl4738">
                <a:extLst>
                  <a:ext uri="{FF2B5EF4-FFF2-40B4-BE49-F238E27FC236}">
                    <a16:creationId xmlns:a16="http://schemas.microsoft.com/office/drawing/2014/main" id="{E8B1FC40-FAFB-A61B-66EC-D13CCC6A9467}"/>
                  </a:ext>
                </a:extLst>
              </p:cNvPr>
              <p:cNvSpPr/>
              <p:nvPr/>
            </p:nvSpPr>
            <p:spPr>
              <a:xfrm flipV="1">
                <a:off x="2407999" y="2354044"/>
                <a:ext cx="403609" cy="45719"/>
              </a:xfrm>
              <a:custGeom>
                <a:avLst/>
                <a:gdLst/>
                <a:ahLst/>
                <a:cxnLst/>
                <a:rect l="0" t="0" r="0" b="0"/>
                <a:pathLst>
                  <a:path w="292528" h="91649">
                    <a:moveTo>
                      <a:pt x="292528" y="91649"/>
                    </a:move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45" name="pl4739">
                <a:extLst>
                  <a:ext uri="{FF2B5EF4-FFF2-40B4-BE49-F238E27FC236}">
                    <a16:creationId xmlns:a16="http://schemas.microsoft.com/office/drawing/2014/main" id="{E86F7D51-D0A0-3892-96E1-15C4A9E0B78C}"/>
                  </a:ext>
                </a:extLst>
              </p:cNvPr>
              <p:cNvSpPr/>
              <p:nvPr/>
            </p:nvSpPr>
            <p:spPr>
              <a:xfrm flipH="1" flipV="1">
                <a:off x="2286779" y="2117561"/>
                <a:ext cx="124982" cy="375325"/>
              </a:xfrm>
              <a:custGeom>
                <a:avLst/>
                <a:gdLst/>
                <a:ahLst/>
                <a:cxnLst/>
                <a:rect l="0" t="0" r="0" b="0"/>
                <a:pathLst>
                  <a:path w="112384" h="193555">
                    <a:moveTo>
                      <a:pt x="112384" y="0"/>
                    </a:moveTo>
                    <a:lnTo>
                      <a:pt x="0" y="193555"/>
                    </a:lnTo>
                  </a:path>
                </a:pathLst>
              </a:custGeom>
              <a:ln w="1355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46" name="pg4742">
                <a:extLst>
                  <a:ext uri="{FF2B5EF4-FFF2-40B4-BE49-F238E27FC236}">
                    <a16:creationId xmlns:a16="http://schemas.microsoft.com/office/drawing/2014/main" id="{AB2EE31A-1D45-3B45-A542-A6BFC1E751D4}"/>
                  </a:ext>
                </a:extLst>
              </p:cNvPr>
              <p:cNvSpPr/>
              <p:nvPr/>
            </p:nvSpPr>
            <p:spPr>
              <a:xfrm>
                <a:off x="2699653" y="1854105"/>
                <a:ext cx="672465" cy="194858"/>
              </a:xfrm>
              <a:custGeom>
                <a:avLst/>
                <a:gdLst/>
                <a:ahLst/>
                <a:cxnLst/>
                <a:rect l="0" t="0" r="0" b="0"/>
                <a:pathLst>
                  <a:path w="718078" h="194858">
                    <a:moveTo>
                      <a:pt x="27432" y="194858"/>
                    </a:moveTo>
                    <a:lnTo>
                      <a:pt x="690646" y="194858"/>
                    </a:lnTo>
                    <a:lnTo>
                      <a:pt x="689541" y="194836"/>
                    </a:lnTo>
                    <a:lnTo>
                      <a:pt x="693952" y="194658"/>
                    </a:lnTo>
                    <a:lnTo>
                      <a:pt x="698278" y="193775"/>
                    </a:lnTo>
                    <a:lnTo>
                      <a:pt x="702406" y="192210"/>
                    </a:lnTo>
                    <a:lnTo>
                      <a:pt x="706229" y="190002"/>
                    </a:lnTo>
                    <a:lnTo>
                      <a:pt x="709649" y="187210"/>
                    </a:lnTo>
                    <a:lnTo>
                      <a:pt x="712576" y="183906"/>
                    </a:lnTo>
                    <a:lnTo>
                      <a:pt x="714936" y="180174"/>
                    </a:lnTo>
                    <a:lnTo>
                      <a:pt x="716666" y="176113"/>
                    </a:lnTo>
                    <a:lnTo>
                      <a:pt x="717723" y="171827"/>
                    </a:lnTo>
                    <a:lnTo>
                      <a:pt x="718078" y="167426"/>
                    </a:lnTo>
                    <a:lnTo>
                      <a:pt x="718078" y="27431"/>
                    </a:lnTo>
                    <a:lnTo>
                      <a:pt x="717723" y="23031"/>
                    </a:lnTo>
                    <a:lnTo>
                      <a:pt x="716666" y="18745"/>
                    </a:lnTo>
                    <a:lnTo>
                      <a:pt x="714936" y="14683"/>
                    </a:lnTo>
                    <a:lnTo>
                      <a:pt x="712576" y="10952"/>
                    </a:lnTo>
                    <a:lnTo>
                      <a:pt x="709649" y="7647"/>
                    </a:lnTo>
                    <a:lnTo>
                      <a:pt x="706229" y="4855"/>
                    </a:lnTo>
                    <a:lnTo>
                      <a:pt x="702406" y="2648"/>
                    </a:lnTo>
                    <a:lnTo>
                      <a:pt x="698278" y="1083"/>
                    </a:lnTo>
                    <a:lnTo>
                      <a:pt x="693952" y="200"/>
                    </a:lnTo>
                    <a:lnTo>
                      <a:pt x="690646" y="0"/>
                    </a:lnTo>
                    <a:lnTo>
                      <a:pt x="27432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6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1"/>
                    </a:lnTo>
                    <a:lnTo>
                      <a:pt x="0" y="167426"/>
                    </a:lnTo>
                    <a:lnTo>
                      <a:pt x="88" y="165219"/>
                    </a:lnTo>
                    <a:lnTo>
                      <a:pt x="88" y="169633"/>
                    </a:lnTo>
                    <a:lnTo>
                      <a:pt x="797" y="173991"/>
                    </a:lnTo>
                    <a:lnTo>
                      <a:pt x="2195" y="178179"/>
                    </a:lnTo>
                    <a:lnTo>
                      <a:pt x="4246" y="182088"/>
                    </a:lnTo>
                    <a:lnTo>
                      <a:pt x="6898" y="185617"/>
                    </a:lnTo>
                    <a:lnTo>
                      <a:pt x="10082" y="188675"/>
                    </a:lnTo>
                    <a:lnTo>
                      <a:pt x="13716" y="191183"/>
                    </a:lnTo>
                    <a:lnTo>
                      <a:pt x="17704" y="193076"/>
                    </a:lnTo>
                    <a:lnTo>
                      <a:pt x="21944" y="194304"/>
                    </a:lnTo>
                    <a:lnTo>
                      <a:pt x="26327" y="194836"/>
                    </a:lnTo>
                    <a:close/>
                  </a:path>
                </a:pathLst>
              </a:custGeom>
              <a:solidFill>
                <a:schemeClr val="bg1"/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47" name="tx4743">
                <a:extLst>
                  <a:ext uri="{FF2B5EF4-FFF2-40B4-BE49-F238E27FC236}">
                    <a16:creationId xmlns:a16="http://schemas.microsoft.com/office/drawing/2014/main" id="{DB111731-D299-8C8B-1DAE-0482586E6343}"/>
                  </a:ext>
                </a:extLst>
              </p:cNvPr>
              <p:cNvSpPr/>
              <p:nvPr/>
            </p:nvSpPr>
            <p:spPr>
              <a:xfrm>
                <a:off x="2713559" y="1899825"/>
                <a:ext cx="626638" cy="103418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365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S1</a:t>
                </a:r>
                <a:r>
                  <a:rPr lang="en-US" sz="1365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-</a:t>
                </a:r>
                <a:r>
                  <a:rPr sz="1365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LOLA</a:t>
                </a:r>
              </a:p>
            </p:txBody>
          </p:sp>
          <p:sp>
            <p:nvSpPr>
              <p:cNvPr id="4748" name="pg4744">
                <a:extLst>
                  <a:ext uri="{FF2B5EF4-FFF2-40B4-BE49-F238E27FC236}">
                    <a16:creationId xmlns:a16="http://schemas.microsoft.com/office/drawing/2014/main" id="{41EA9460-A08A-0AFE-6B5E-3D427B6EF849}"/>
                  </a:ext>
                </a:extLst>
              </p:cNvPr>
              <p:cNvSpPr/>
              <p:nvPr/>
            </p:nvSpPr>
            <p:spPr>
              <a:xfrm>
                <a:off x="2761961" y="2088473"/>
                <a:ext cx="674994" cy="194858"/>
              </a:xfrm>
              <a:custGeom>
                <a:avLst/>
                <a:gdLst/>
                <a:ahLst/>
                <a:cxnLst/>
                <a:rect l="0" t="0" r="0" b="0"/>
                <a:pathLst>
                  <a:path w="742035" h="194858">
                    <a:moveTo>
                      <a:pt x="27431" y="194858"/>
                    </a:moveTo>
                    <a:lnTo>
                      <a:pt x="714603" y="194858"/>
                    </a:lnTo>
                    <a:lnTo>
                      <a:pt x="713499" y="194836"/>
                    </a:lnTo>
                    <a:lnTo>
                      <a:pt x="717910" y="194658"/>
                    </a:lnTo>
                    <a:lnTo>
                      <a:pt x="722235" y="193775"/>
                    </a:lnTo>
                    <a:lnTo>
                      <a:pt x="726363" y="192210"/>
                    </a:lnTo>
                    <a:lnTo>
                      <a:pt x="730186" y="190002"/>
                    </a:lnTo>
                    <a:lnTo>
                      <a:pt x="733606" y="187210"/>
                    </a:lnTo>
                    <a:lnTo>
                      <a:pt x="736533" y="183906"/>
                    </a:lnTo>
                    <a:lnTo>
                      <a:pt x="738893" y="180174"/>
                    </a:lnTo>
                    <a:lnTo>
                      <a:pt x="740623" y="176113"/>
                    </a:lnTo>
                    <a:lnTo>
                      <a:pt x="741680" y="171827"/>
                    </a:lnTo>
                    <a:lnTo>
                      <a:pt x="742035" y="167426"/>
                    </a:lnTo>
                    <a:lnTo>
                      <a:pt x="742035" y="27431"/>
                    </a:lnTo>
                    <a:lnTo>
                      <a:pt x="741680" y="23031"/>
                    </a:lnTo>
                    <a:lnTo>
                      <a:pt x="740623" y="18745"/>
                    </a:lnTo>
                    <a:lnTo>
                      <a:pt x="738893" y="14683"/>
                    </a:lnTo>
                    <a:lnTo>
                      <a:pt x="736533" y="10952"/>
                    </a:lnTo>
                    <a:lnTo>
                      <a:pt x="733606" y="7647"/>
                    </a:lnTo>
                    <a:lnTo>
                      <a:pt x="730186" y="4855"/>
                    </a:lnTo>
                    <a:lnTo>
                      <a:pt x="726363" y="2648"/>
                    </a:lnTo>
                    <a:lnTo>
                      <a:pt x="722235" y="1083"/>
                    </a:lnTo>
                    <a:lnTo>
                      <a:pt x="717910" y="200"/>
                    </a:lnTo>
                    <a:lnTo>
                      <a:pt x="714603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5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1"/>
                    </a:lnTo>
                    <a:lnTo>
                      <a:pt x="0" y="167426"/>
                    </a:lnTo>
                    <a:lnTo>
                      <a:pt x="88" y="165219"/>
                    </a:lnTo>
                    <a:lnTo>
                      <a:pt x="88" y="169633"/>
                    </a:lnTo>
                    <a:lnTo>
                      <a:pt x="797" y="173991"/>
                    </a:lnTo>
                    <a:lnTo>
                      <a:pt x="2195" y="178179"/>
                    </a:lnTo>
                    <a:lnTo>
                      <a:pt x="4246" y="182088"/>
                    </a:lnTo>
                    <a:lnTo>
                      <a:pt x="6898" y="185617"/>
                    </a:lnTo>
                    <a:lnTo>
                      <a:pt x="10082" y="188675"/>
                    </a:lnTo>
                    <a:lnTo>
                      <a:pt x="13715" y="191183"/>
                    </a:lnTo>
                    <a:lnTo>
                      <a:pt x="17704" y="193076"/>
                    </a:lnTo>
                    <a:lnTo>
                      <a:pt x="21944" y="194304"/>
                    </a:lnTo>
                    <a:lnTo>
                      <a:pt x="26327" y="194836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49" name="tx4745">
                <a:extLst>
                  <a:ext uri="{FF2B5EF4-FFF2-40B4-BE49-F238E27FC236}">
                    <a16:creationId xmlns:a16="http://schemas.microsoft.com/office/drawing/2014/main" id="{E484AAE4-1886-865B-2AFC-405825C2E350}"/>
                  </a:ext>
                </a:extLst>
              </p:cNvPr>
              <p:cNvSpPr/>
              <p:nvPr/>
            </p:nvSpPr>
            <p:spPr>
              <a:xfrm>
                <a:off x="2767626" y="2136833"/>
                <a:ext cx="650595" cy="103418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365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S2</a:t>
                </a:r>
                <a:r>
                  <a:rPr lang="en-US" sz="1365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-</a:t>
                </a:r>
                <a:r>
                  <a:rPr sz="1365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DEBY</a:t>
                </a:r>
              </a:p>
            </p:txBody>
          </p:sp>
          <p:sp>
            <p:nvSpPr>
              <p:cNvPr id="4750" name="pg4740">
                <a:extLst>
                  <a:ext uri="{FF2B5EF4-FFF2-40B4-BE49-F238E27FC236}">
                    <a16:creationId xmlns:a16="http://schemas.microsoft.com/office/drawing/2014/main" id="{AE552AA1-D04D-5680-94CA-34CE59953826}"/>
                  </a:ext>
                </a:extLst>
              </p:cNvPr>
              <p:cNvSpPr/>
              <p:nvPr/>
            </p:nvSpPr>
            <p:spPr>
              <a:xfrm>
                <a:off x="2821738" y="2314919"/>
                <a:ext cx="570585" cy="194858"/>
              </a:xfrm>
              <a:custGeom>
                <a:avLst/>
                <a:gdLst/>
                <a:ahLst/>
                <a:cxnLst/>
                <a:rect l="0" t="0" r="0" b="0"/>
                <a:pathLst>
                  <a:path w="570585" h="194858">
                    <a:moveTo>
                      <a:pt x="27432" y="194858"/>
                    </a:moveTo>
                    <a:lnTo>
                      <a:pt x="543153" y="194858"/>
                    </a:lnTo>
                    <a:lnTo>
                      <a:pt x="542049" y="194836"/>
                    </a:lnTo>
                    <a:lnTo>
                      <a:pt x="546460" y="194658"/>
                    </a:lnTo>
                    <a:lnTo>
                      <a:pt x="550785" y="193775"/>
                    </a:lnTo>
                    <a:lnTo>
                      <a:pt x="554913" y="192210"/>
                    </a:lnTo>
                    <a:lnTo>
                      <a:pt x="558736" y="190002"/>
                    </a:lnTo>
                    <a:lnTo>
                      <a:pt x="562156" y="187210"/>
                    </a:lnTo>
                    <a:lnTo>
                      <a:pt x="565083" y="183906"/>
                    </a:lnTo>
                    <a:lnTo>
                      <a:pt x="567443" y="180174"/>
                    </a:lnTo>
                    <a:lnTo>
                      <a:pt x="569173" y="176113"/>
                    </a:lnTo>
                    <a:lnTo>
                      <a:pt x="570230" y="171827"/>
                    </a:lnTo>
                    <a:lnTo>
                      <a:pt x="570585" y="167426"/>
                    </a:lnTo>
                    <a:lnTo>
                      <a:pt x="570585" y="27431"/>
                    </a:lnTo>
                    <a:lnTo>
                      <a:pt x="570230" y="23031"/>
                    </a:lnTo>
                    <a:lnTo>
                      <a:pt x="569173" y="18745"/>
                    </a:lnTo>
                    <a:lnTo>
                      <a:pt x="567443" y="14683"/>
                    </a:lnTo>
                    <a:lnTo>
                      <a:pt x="565083" y="10952"/>
                    </a:lnTo>
                    <a:lnTo>
                      <a:pt x="562156" y="7647"/>
                    </a:lnTo>
                    <a:lnTo>
                      <a:pt x="558736" y="4855"/>
                    </a:lnTo>
                    <a:lnTo>
                      <a:pt x="554913" y="2648"/>
                    </a:lnTo>
                    <a:lnTo>
                      <a:pt x="550785" y="1083"/>
                    </a:lnTo>
                    <a:lnTo>
                      <a:pt x="546460" y="200"/>
                    </a:lnTo>
                    <a:lnTo>
                      <a:pt x="543153" y="0"/>
                    </a:lnTo>
                    <a:lnTo>
                      <a:pt x="27432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6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1"/>
                    </a:lnTo>
                    <a:lnTo>
                      <a:pt x="0" y="167426"/>
                    </a:lnTo>
                    <a:lnTo>
                      <a:pt x="88" y="165219"/>
                    </a:lnTo>
                    <a:lnTo>
                      <a:pt x="88" y="169633"/>
                    </a:lnTo>
                    <a:lnTo>
                      <a:pt x="797" y="173991"/>
                    </a:lnTo>
                    <a:lnTo>
                      <a:pt x="2195" y="178179"/>
                    </a:lnTo>
                    <a:lnTo>
                      <a:pt x="4246" y="182088"/>
                    </a:lnTo>
                    <a:lnTo>
                      <a:pt x="6898" y="185617"/>
                    </a:lnTo>
                    <a:lnTo>
                      <a:pt x="10082" y="188675"/>
                    </a:lnTo>
                    <a:lnTo>
                      <a:pt x="13716" y="191183"/>
                    </a:lnTo>
                    <a:lnTo>
                      <a:pt x="17704" y="193076"/>
                    </a:lnTo>
                    <a:lnTo>
                      <a:pt x="21944" y="194304"/>
                    </a:lnTo>
                    <a:lnTo>
                      <a:pt x="26327" y="194836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51" name="tx4741">
                <a:extLst>
                  <a:ext uri="{FF2B5EF4-FFF2-40B4-BE49-F238E27FC236}">
                    <a16:creationId xmlns:a16="http://schemas.microsoft.com/office/drawing/2014/main" id="{D559654A-AD58-794D-00BE-FA8FF4E1C4DD}"/>
                  </a:ext>
                </a:extLst>
              </p:cNvPr>
              <p:cNvSpPr/>
              <p:nvPr/>
            </p:nvSpPr>
            <p:spPr>
              <a:xfrm>
                <a:off x="2877191" y="2371510"/>
                <a:ext cx="479145" cy="103418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365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W4</a:t>
                </a:r>
                <a:r>
                  <a:rPr lang="en-US" sz="1365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-</a:t>
                </a:r>
                <a:r>
                  <a:rPr sz="1365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VA</a:t>
                </a:r>
              </a:p>
            </p:txBody>
          </p:sp>
          <p:sp>
            <p:nvSpPr>
              <p:cNvPr id="4752" name="pg4742">
                <a:extLst>
                  <a:ext uri="{FF2B5EF4-FFF2-40B4-BE49-F238E27FC236}">
                    <a16:creationId xmlns:a16="http://schemas.microsoft.com/office/drawing/2014/main" id="{850AC19D-561E-8A67-E542-423B1D334E46}"/>
                  </a:ext>
                </a:extLst>
              </p:cNvPr>
              <p:cNvSpPr/>
              <p:nvPr/>
            </p:nvSpPr>
            <p:spPr>
              <a:xfrm>
                <a:off x="1982016" y="2456425"/>
                <a:ext cx="672465" cy="194858"/>
              </a:xfrm>
              <a:custGeom>
                <a:avLst/>
                <a:gdLst/>
                <a:ahLst/>
                <a:cxnLst/>
                <a:rect l="0" t="0" r="0" b="0"/>
                <a:pathLst>
                  <a:path w="718078" h="194858">
                    <a:moveTo>
                      <a:pt x="27432" y="194858"/>
                    </a:moveTo>
                    <a:lnTo>
                      <a:pt x="690646" y="194858"/>
                    </a:lnTo>
                    <a:lnTo>
                      <a:pt x="689541" y="194836"/>
                    </a:lnTo>
                    <a:lnTo>
                      <a:pt x="693952" y="194658"/>
                    </a:lnTo>
                    <a:lnTo>
                      <a:pt x="698278" y="193775"/>
                    </a:lnTo>
                    <a:lnTo>
                      <a:pt x="702406" y="192210"/>
                    </a:lnTo>
                    <a:lnTo>
                      <a:pt x="706229" y="190002"/>
                    </a:lnTo>
                    <a:lnTo>
                      <a:pt x="709649" y="187210"/>
                    </a:lnTo>
                    <a:lnTo>
                      <a:pt x="712576" y="183906"/>
                    </a:lnTo>
                    <a:lnTo>
                      <a:pt x="714936" y="180174"/>
                    </a:lnTo>
                    <a:lnTo>
                      <a:pt x="716666" y="176113"/>
                    </a:lnTo>
                    <a:lnTo>
                      <a:pt x="717723" y="171827"/>
                    </a:lnTo>
                    <a:lnTo>
                      <a:pt x="718078" y="167426"/>
                    </a:lnTo>
                    <a:lnTo>
                      <a:pt x="718078" y="27431"/>
                    </a:lnTo>
                    <a:lnTo>
                      <a:pt x="717723" y="23031"/>
                    </a:lnTo>
                    <a:lnTo>
                      <a:pt x="716666" y="18745"/>
                    </a:lnTo>
                    <a:lnTo>
                      <a:pt x="714936" y="14683"/>
                    </a:lnTo>
                    <a:lnTo>
                      <a:pt x="712576" y="10952"/>
                    </a:lnTo>
                    <a:lnTo>
                      <a:pt x="709649" y="7647"/>
                    </a:lnTo>
                    <a:lnTo>
                      <a:pt x="706229" y="4855"/>
                    </a:lnTo>
                    <a:lnTo>
                      <a:pt x="702406" y="2648"/>
                    </a:lnTo>
                    <a:lnTo>
                      <a:pt x="698278" y="1083"/>
                    </a:lnTo>
                    <a:lnTo>
                      <a:pt x="693952" y="200"/>
                    </a:lnTo>
                    <a:lnTo>
                      <a:pt x="690646" y="0"/>
                    </a:lnTo>
                    <a:lnTo>
                      <a:pt x="27432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6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1"/>
                    </a:lnTo>
                    <a:lnTo>
                      <a:pt x="0" y="167426"/>
                    </a:lnTo>
                    <a:lnTo>
                      <a:pt x="88" y="165219"/>
                    </a:lnTo>
                    <a:lnTo>
                      <a:pt x="88" y="169633"/>
                    </a:lnTo>
                    <a:lnTo>
                      <a:pt x="797" y="173991"/>
                    </a:lnTo>
                    <a:lnTo>
                      <a:pt x="2195" y="178179"/>
                    </a:lnTo>
                    <a:lnTo>
                      <a:pt x="4246" y="182088"/>
                    </a:lnTo>
                    <a:lnTo>
                      <a:pt x="6898" y="185617"/>
                    </a:lnTo>
                    <a:lnTo>
                      <a:pt x="10082" y="188675"/>
                    </a:lnTo>
                    <a:lnTo>
                      <a:pt x="13716" y="191183"/>
                    </a:lnTo>
                    <a:lnTo>
                      <a:pt x="17704" y="193076"/>
                    </a:lnTo>
                    <a:lnTo>
                      <a:pt x="21944" y="194304"/>
                    </a:lnTo>
                    <a:lnTo>
                      <a:pt x="26327" y="194836"/>
                    </a:lnTo>
                    <a:close/>
                  </a:path>
                </a:pathLst>
              </a:custGeom>
              <a:solidFill>
                <a:schemeClr val="bg1"/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 dirty="0"/>
              </a:p>
            </p:txBody>
          </p:sp>
          <p:sp>
            <p:nvSpPr>
              <p:cNvPr id="4753" name="tx4741">
                <a:extLst>
                  <a:ext uri="{FF2B5EF4-FFF2-40B4-BE49-F238E27FC236}">
                    <a16:creationId xmlns:a16="http://schemas.microsoft.com/office/drawing/2014/main" id="{35755AF7-9379-6F2E-14E8-C78F0C1A7130}"/>
                  </a:ext>
                </a:extLst>
              </p:cNvPr>
              <p:cNvSpPr/>
              <p:nvPr/>
            </p:nvSpPr>
            <p:spPr>
              <a:xfrm>
                <a:off x="2085931" y="2494975"/>
                <a:ext cx="479145" cy="103418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lang="en-US" sz="1365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Lewisetta</a:t>
                </a:r>
                <a:endParaRPr sz="1365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endParaRPr>
              </a:p>
            </p:txBody>
          </p:sp>
        </p:grpSp>
        <p:sp>
          <p:nvSpPr>
            <p:cNvPr id="4731" name="tx4057">
              <a:extLst>
                <a:ext uri="{FF2B5EF4-FFF2-40B4-BE49-F238E27FC236}">
                  <a16:creationId xmlns:a16="http://schemas.microsoft.com/office/drawing/2014/main" id="{78AAC35F-7C94-905C-6CB2-74415D2DD70B}"/>
                </a:ext>
              </a:extLst>
            </p:cNvPr>
            <p:cNvSpPr/>
            <p:nvPr/>
          </p:nvSpPr>
          <p:spPr>
            <a:xfrm>
              <a:off x="3342731" y="1408553"/>
              <a:ext cx="1863303" cy="21823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2520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</a:t>
              </a:r>
              <a:r>
                <a:rPr lang="en-US" sz="2520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</a:t>
              </a:r>
              <a:r>
                <a:rPr sz="2520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) Predicted </a:t>
              </a:r>
            </a:p>
          </p:txBody>
        </p:sp>
        <p:sp>
          <p:nvSpPr>
            <p:cNvPr id="4732" name="tx4067">
              <a:extLst>
                <a:ext uri="{FF2B5EF4-FFF2-40B4-BE49-F238E27FC236}">
                  <a16:creationId xmlns:a16="http://schemas.microsoft.com/office/drawing/2014/main" id="{A0F40AE1-C33B-4D8C-80FA-F3273C5AC183}"/>
                </a:ext>
              </a:extLst>
            </p:cNvPr>
            <p:cNvSpPr/>
            <p:nvPr/>
          </p:nvSpPr>
          <p:spPr>
            <a:xfrm>
              <a:off x="6806049" y="1410686"/>
              <a:ext cx="1711148" cy="21823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2520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to Lewisetta</a:t>
              </a:r>
            </a:p>
          </p:txBody>
        </p:sp>
        <p:grpSp>
          <p:nvGrpSpPr>
            <p:cNvPr id="4733" name="Group 4732">
              <a:extLst>
                <a:ext uri="{FF2B5EF4-FFF2-40B4-BE49-F238E27FC236}">
                  <a16:creationId xmlns:a16="http://schemas.microsoft.com/office/drawing/2014/main" id="{43A4082C-DE33-61DA-0870-7870569FBC64}"/>
                </a:ext>
              </a:extLst>
            </p:cNvPr>
            <p:cNvGrpSpPr/>
            <p:nvPr/>
          </p:nvGrpSpPr>
          <p:grpSpPr>
            <a:xfrm>
              <a:off x="5406962" y="1408553"/>
              <a:ext cx="1299945" cy="274375"/>
              <a:chOff x="5253185" y="1043608"/>
              <a:chExt cx="979528" cy="274375"/>
            </a:xfrm>
          </p:grpSpPr>
          <p:sp>
            <p:nvSpPr>
              <p:cNvPr id="4736" name="tx4060">
                <a:extLst>
                  <a:ext uri="{FF2B5EF4-FFF2-40B4-BE49-F238E27FC236}">
                    <a16:creationId xmlns:a16="http://schemas.microsoft.com/office/drawing/2014/main" id="{466EAF8A-EB6A-358D-1673-262C238D6D9A}"/>
                  </a:ext>
                </a:extLst>
              </p:cNvPr>
              <p:cNvSpPr/>
              <p:nvPr/>
            </p:nvSpPr>
            <p:spPr>
              <a:xfrm>
                <a:off x="5253185" y="1043608"/>
                <a:ext cx="528795" cy="218237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lang="en-US" sz="2520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RDA</a:t>
                </a:r>
                <a:endParaRPr sz="2520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endParaRPr>
              </a:p>
            </p:txBody>
          </p:sp>
          <p:sp>
            <p:nvSpPr>
              <p:cNvPr id="4737" name="tx4061">
                <a:extLst>
                  <a:ext uri="{FF2B5EF4-FFF2-40B4-BE49-F238E27FC236}">
                    <a16:creationId xmlns:a16="http://schemas.microsoft.com/office/drawing/2014/main" id="{459FEEF9-3C9B-3165-1399-B52019AD9291}"/>
                  </a:ext>
                </a:extLst>
              </p:cNvPr>
              <p:cNvSpPr/>
              <p:nvPr/>
            </p:nvSpPr>
            <p:spPr>
              <a:xfrm>
                <a:off x="5781985" y="1164544"/>
                <a:ext cx="118628" cy="152643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512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o</a:t>
                </a:r>
              </a:p>
            </p:txBody>
          </p:sp>
          <p:sp>
            <p:nvSpPr>
              <p:cNvPr id="4738" name="tx4062">
                <a:extLst>
                  <a:ext uri="{FF2B5EF4-FFF2-40B4-BE49-F238E27FC236}">
                    <a16:creationId xmlns:a16="http://schemas.microsoft.com/office/drawing/2014/main" id="{75C51930-ED56-0076-B38E-ED855966970D}"/>
                  </a:ext>
                </a:extLst>
              </p:cNvPr>
              <p:cNvSpPr/>
              <p:nvPr/>
            </p:nvSpPr>
            <p:spPr>
              <a:xfrm>
                <a:off x="5873249" y="1163741"/>
                <a:ext cx="59252" cy="152643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512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f</a:t>
                </a:r>
              </a:p>
            </p:txBody>
          </p:sp>
          <p:sp>
            <p:nvSpPr>
              <p:cNvPr id="4739" name="tx4063">
                <a:extLst>
                  <a:ext uri="{FF2B5EF4-FFF2-40B4-BE49-F238E27FC236}">
                    <a16:creationId xmlns:a16="http://schemas.microsoft.com/office/drawing/2014/main" id="{FCC9925C-BB92-BA66-3FCD-8854E36C2134}"/>
                  </a:ext>
                </a:extLst>
              </p:cNvPr>
              <p:cNvSpPr/>
              <p:nvPr/>
            </p:nvSpPr>
            <p:spPr>
              <a:xfrm>
                <a:off x="5924911" y="1163741"/>
                <a:ext cx="59252" cy="152643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512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f</a:t>
                </a:r>
              </a:p>
            </p:txBody>
          </p:sp>
          <p:sp>
            <p:nvSpPr>
              <p:cNvPr id="4754" name="tx4064">
                <a:extLst>
                  <a:ext uri="{FF2B5EF4-FFF2-40B4-BE49-F238E27FC236}">
                    <a16:creationId xmlns:a16="http://schemas.microsoft.com/office/drawing/2014/main" id="{8F724D32-A631-4D00-4F0D-FC782914E215}"/>
                  </a:ext>
                </a:extLst>
              </p:cNvPr>
              <p:cNvSpPr/>
              <p:nvPr/>
            </p:nvSpPr>
            <p:spPr>
              <a:xfrm>
                <a:off x="5967422" y="1163741"/>
                <a:ext cx="106680" cy="152643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512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s</a:t>
                </a:r>
              </a:p>
            </p:txBody>
          </p:sp>
          <p:sp>
            <p:nvSpPr>
              <p:cNvPr id="4755" name="tx4065">
                <a:extLst>
                  <a:ext uri="{FF2B5EF4-FFF2-40B4-BE49-F238E27FC236}">
                    <a16:creationId xmlns:a16="http://schemas.microsoft.com/office/drawing/2014/main" id="{60C5E2A4-4072-DA8D-4A18-AC52A6B412A7}"/>
                  </a:ext>
                </a:extLst>
              </p:cNvPr>
              <p:cNvSpPr/>
              <p:nvPr/>
            </p:nvSpPr>
            <p:spPr>
              <a:xfrm>
                <a:off x="6023920" y="1165340"/>
                <a:ext cx="169160" cy="152643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512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e</a:t>
                </a:r>
              </a:p>
            </p:txBody>
          </p:sp>
          <p:sp>
            <p:nvSpPr>
              <p:cNvPr id="4756" name="tx4066">
                <a:extLst>
                  <a:ext uri="{FF2B5EF4-FFF2-40B4-BE49-F238E27FC236}">
                    <a16:creationId xmlns:a16="http://schemas.microsoft.com/office/drawing/2014/main" id="{3DE599E3-F529-45B6-ABE3-9CF0F17FEF2F}"/>
                  </a:ext>
                </a:extLst>
              </p:cNvPr>
              <p:cNvSpPr/>
              <p:nvPr/>
            </p:nvSpPr>
            <p:spPr>
              <a:xfrm>
                <a:off x="6112820" y="1163741"/>
                <a:ext cx="119893" cy="152643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512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t</a:t>
                </a:r>
              </a:p>
            </p:txBody>
          </p:sp>
        </p:grp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66" name="Group 4765">
            <a:extLst>
              <a:ext uri="{FF2B5EF4-FFF2-40B4-BE49-F238E27FC236}">
                <a16:creationId xmlns:a16="http://schemas.microsoft.com/office/drawing/2014/main" id="{4B7713E5-F508-F802-E758-195337079A30}"/>
              </a:ext>
            </a:extLst>
          </p:cNvPr>
          <p:cNvGrpSpPr/>
          <p:nvPr/>
        </p:nvGrpSpPr>
        <p:grpSpPr>
          <a:xfrm>
            <a:off x="2103098" y="714059"/>
            <a:ext cx="6325891" cy="4772344"/>
            <a:chOff x="2336776" y="793399"/>
            <a:chExt cx="7028768" cy="5302604"/>
          </a:xfrm>
        </p:grpSpPr>
        <p:grpSp>
          <p:nvGrpSpPr>
            <p:cNvPr id="2" name="Group 1"/>
            <p:cNvGrpSpPr/>
            <p:nvPr/>
          </p:nvGrpSpPr>
          <p:grpSpPr>
            <a:xfrm>
              <a:off x="2336776" y="793399"/>
              <a:ext cx="7028768" cy="5302604"/>
              <a:chOff x="1181082" y="595048"/>
              <a:chExt cx="5271576" cy="3976952"/>
            </a:xfrm>
          </p:grpSpPr>
          <p:sp>
            <p:nvSpPr>
              <p:cNvPr id="4" name="rc4"/>
              <p:cNvSpPr/>
              <p:nvPr/>
            </p:nvSpPr>
            <p:spPr>
              <a:xfrm>
                <a:off x="1319740" y="914400"/>
                <a:ext cx="5132918" cy="3657600"/>
              </a:xfrm>
              <a:prstGeom prst="rect">
                <a:avLst/>
              </a:prstGeom>
              <a:solidFill>
                <a:srgbClr val="FFFFFF">
                  <a:alpha val="100000"/>
                </a:srgbClr>
              </a:solidFill>
              <a:ln w="13550" cap="rnd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" name="rc5"/>
              <p:cNvSpPr/>
              <p:nvPr/>
            </p:nvSpPr>
            <p:spPr>
              <a:xfrm>
                <a:off x="1389329" y="983989"/>
                <a:ext cx="4993740" cy="3518421"/>
              </a:xfrm>
              <a:prstGeom prst="rect">
                <a:avLst/>
              </a:prstGeom>
              <a:solidFill>
                <a:srgbClr val="FFFFFF">
                  <a:alpha val="100000"/>
                </a:srgbClr>
              </a:solidFill>
              <a:ln w="13550" cap="rnd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" name="rc6"/>
              <p:cNvSpPr/>
              <p:nvPr/>
            </p:nvSpPr>
            <p:spPr>
              <a:xfrm>
                <a:off x="1935545" y="1386057"/>
                <a:ext cx="3501561" cy="2714613"/>
              </a:xfrm>
              <a:prstGeom prst="rect">
                <a:avLst/>
              </a:prstGeom>
              <a:solidFill>
                <a:srgbClr val="F0F8FF">
                  <a:alpha val="100000"/>
                </a:srgbClr>
              </a:solidFill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" name="pl7"/>
              <p:cNvSpPr/>
              <p:nvPr/>
            </p:nvSpPr>
            <p:spPr>
              <a:xfrm>
                <a:off x="2265396" y="1386057"/>
                <a:ext cx="0" cy="2714613"/>
              </a:xfrm>
              <a:custGeom>
                <a:avLst/>
                <a:gdLst/>
                <a:ahLst/>
                <a:cxnLst/>
                <a:rect l="0" t="0" r="0" b="0"/>
                <a:pathLst>
                  <a:path h="2714613">
                    <a:moveTo>
                      <a:pt x="0" y="2714613"/>
                    </a:moveTo>
                    <a:lnTo>
                      <a:pt x="0" y="2700489"/>
                    </a:lnTo>
                    <a:lnTo>
                      <a:pt x="0" y="2668708"/>
                    </a:lnTo>
                    <a:lnTo>
                      <a:pt x="0" y="2636927"/>
                    </a:lnTo>
                    <a:lnTo>
                      <a:pt x="0" y="2605147"/>
                    </a:lnTo>
                    <a:lnTo>
                      <a:pt x="0" y="2573366"/>
                    </a:lnTo>
                    <a:lnTo>
                      <a:pt x="0" y="2541585"/>
                    </a:lnTo>
                    <a:lnTo>
                      <a:pt x="0" y="2509805"/>
                    </a:lnTo>
                    <a:lnTo>
                      <a:pt x="0" y="2478024"/>
                    </a:lnTo>
                    <a:lnTo>
                      <a:pt x="0" y="2446243"/>
                    </a:lnTo>
                    <a:lnTo>
                      <a:pt x="0" y="2414462"/>
                    </a:lnTo>
                    <a:lnTo>
                      <a:pt x="0" y="2382682"/>
                    </a:lnTo>
                    <a:lnTo>
                      <a:pt x="0" y="2350901"/>
                    </a:lnTo>
                    <a:lnTo>
                      <a:pt x="0" y="2319120"/>
                    </a:lnTo>
                    <a:lnTo>
                      <a:pt x="0" y="2287340"/>
                    </a:lnTo>
                    <a:lnTo>
                      <a:pt x="0" y="2255559"/>
                    </a:lnTo>
                    <a:lnTo>
                      <a:pt x="0" y="2223778"/>
                    </a:lnTo>
                    <a:lnTo>
                      <a:pt x="0" y="2191997"/>
                    </a:lnTo>
                    <a:lnTo>
                      <a:pt x="0" y="2160217"/>
                    </a:lnTo>
                    <a:lnTo>
                      <a:pt x="0" y="2128436"/>
                    </a:lnTo>
                    <a:lnTo>
                      <a:pt x="0" y="2096655"/>
                    </a:lnTo>
                    <a:lnTo>
                      <a:pt x="0" y="2064875"/>
                    </a:lnTo>
                    <a:lnTo>
                      <a:pt x="0" y="2033094"/>
                    </a:lnTo>
                    <a:lnTo>
                      <a:pt x="0" y="2001313"/>
                    </a:lnTo>
                    <a:lnTo>
                      <a:pt x="0" y="1969532"/>
                    </a:lnTo>
                    <a:lnTo>
                      <a:pt x="0" y="1937752"/>
                    </a:lnTo>
                    <a:lnTo>
                      <a:pt x="0" y="1905971"/>
                    </a:lnTo>
                    <a:lnTo>
                      <a:pt x="0" y="1874190"/>
                    </a:lnTo>
                    <a:lnTo>
                      <a:pt x="0" y="1842410"/>
                    </a:lnTo>
                    <a:lnTo>
                      <a:pt x="0" y="1810629"/>
                    </a:lnTo>
                    <a:lnTo>
                      <a:pt x="0" y="1778848"/>
                    </a:lnTo>
                    <a:lnTo>
                      <a:pt x="0" y="1747067"/>
                    </a:lnTo>
                    <a:lnTo>
                      <a:pt x="0" y="1715287"/>
                    </a:lnTo>
                    <a:lnTo>
                      <a:pt x="0" y="1683506"/>
                    </a:lnTo>
                    <a:lnTo>
                      <a:pt x="0" y="1651725"/>
                    </a:lnTo>
                    <a:lnTo>
                      <a:pt x="0" y="1619945"/>
                    </a:lnTo>
                    <a:lnTo>
                      <a:pt x="0" y="1588164"/>
                    </a:lnTo>
                    <a:lnTo>
                      <a:pt x="0" y="1556383"/>
                    </a:lnTo>
                    <a:lnTo>
                      <a:pt x="0" y="1524602"/>
                    </a:lnTo>
                    <a:lnTo>
                      <a:pt x="0" y="1492822"/>
                    </a:lnTo>
                    <a:lnTo>
                      <a:pt x="0" y="1461041"/>
                    </a:lnTo>
                    <a:lnTo>
                      <a:pt x="0" y="1429260"/>
                    </a:lnTo>
                    <a:lnTo>
                      <a:pt x="0" y="1397480"/>
                    </a:lnTo>
                    <a:lnTo>
                      <a:pt x="0" y="1365699"/>
                    </a:lnTo>
                    <a:lnTo>
                      <a:pt x="0" y="1333918"/>
                    </a:lnTo>
                    <a:lnTo>
                      <a:pt x="0" y="1302137"/>
                    </a:lnTo>
                    <a:lnTo>
                      <a:pt x="0" y="1270357"/>
                    </a:lnTo>
                    <a:lnTo>
                      <a:pt x="0" y="1238576"/>
                    </a:lnTo>
                    <a:lnTo>
                      <a:pt x="0" y="1206795"/>
                    </a:lnTo>
                    <a:lnTo>
                      <a:pt x="0" y="1175015"/>
                    </a:lnTo>
                    <a:lnTo>
                      <a:pt x="0" y="1143234"/>
                    </a:lnTo>
                    <a:lnTo>
                      <a:pt x="0" y="1111453"/>
                    </a:lnTo>
                    <a:lnTo>
                      <a:pt x="0" y="1079672"/>
                    </a:lnTo>
                    <a:lnTo>
                      <a:pt x="0" y="1047892"/>
                    </a:lnTo>
                    <a:lnTo>
                      <a:pt x="0" y="1016111"/>
                    </a:lnTo>
                    <a:lnTo>
                      <a:pt x="0" y="984330"/>
                    </a:lnTo>
                    <a:lnTo>
                      <a:pt x="0" y="952550"/>
                    </a:lnTo>
                    <a:lnTo>
                      <a:pt x="0" y="920769"/>
                    </a:lnTo>
                    <a:lnTo>
                      <a:pt x="0" y="888988"/>
                    </a:lnTo>
                    <a:lnTo>
                      <a:pt x="0" y="857207"/>
                    </a:lnTo>
                    <a:lnTo>
                      <a:pt x="0" y="825427"/>
                    </a:lnTo>
                    <a:lnTo>
                      <a:pt x="0" y="793646"/>
                    </a:lnTo>
                    <a:lnTo>
                      <a:pt x="0" y="761865"/>
                    </a:lnTo>
                    <a:lnTo>
                      <a:pt x="0" y="730085"/>
                    </a:lnTo>
                    <a:lnTo>
                      <a:pt x="0" y="698304"/>
                    </a:lnTo>
                    <a:lnTo>
                      <a:pt x="0" y="666523"/>
                    </a:lnTo>
                    <a:lnTo>
                      <a:pt x="0" y="634742"/>
                    </a:lnTo>
                    <a:lnTo>
                      <a:pt x="0" y="602962"/>
                    </a:lnTo>
                    <a:lnTo>
                      <a:pt x="0" y="571181"/>
                    </a:lnTo>
                    <a:lnTo>
                      <a:pt x="0" y="539400"/>
                    </a:lnTo>
                    <a:lnTo>
                      <a:pt x="0" y="507620"/>
                    </a:lnTo>
                    <a:lnTo>
                      <a:pt x="0" y="475839"/>
                    </a:lnTo>
                    <a:lnTo>
                      <a:pt x="0" y="444058"/>
                    </a:lnTo>
                    <a:lnTo>
                      <a:pt x="0" y="412277"/>
                    </a:lnTo>
                    <a:lnTo>
                      <a:pt x="0" y="380497"/>
                    </a:lnTo>
                    <a:lnTo>
                      <a:pt x="0" y="348716"/>
                    </a:lnTo>
                    <a:lnTo>
                      <a:pt x="0" y="316935"/>
                    </a:lnTo>
                    <a:lnTo>
                      <a:pt x="0" y="285155"/>
                    </a:lnTo>
                    <a:lnTo>
                      <a:pt x="0" y="253374"/>
                    </a:lnTo>
                    <a:lnTo>
                      <a:pt x="0" y="221593"/>
                    </a:lnTo>
                    <a:lnTo>
                      <a:pt x="0" y="189812"/>
                    </a:lnTo>
                    <a:lnTo>
                      <a:pt x="0" y="158032"/>
                    </a:lnTo>
                    <a:lnTo>
                      <a:pt x="0" y="126251"/>
                    </a:lnTo>
                    <a:lnTo>
                      <a:pt x="0" y="94470"/>
                    </a:lnTo>
                    <a:lnTo>
                      <a:pt x="0" y="62690"/>
                    </a:lnTo>
                    <a:lnTo>
                      <a:pt x="0" y="30909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" name="pl8"/>
              <p:cNvSpPr/>
              <p:nvPr/>
            </p:nvSpPr>
            <p:spPr>
              <a:xfrm>
                <a:off x="2692120" y="1386057"/>
                <a:ext cx="0" cy="2714613"/>
              </a:xfrm>
              <a:custGeom>
                <a:avLst/>
                <a:gdLst/>
                <a:ahLst/>
                <a:cxnLst/>
                <a:rect l="0" t="0" r="0" b="0"/>
                <a:pathLst>
                  <a:path h="2714613">
                    <a:moveTo>
                      <a:pt x="0" y="2714613"/>
                    </a:moveTo>
                    <a:lnTo>
                      <a:pt x="0" y="2700489"/>
                    </a:lnTo>
                    <a:lnTo>
                      <a:pt x="0" y="2668708"/>
                    </a:lnTo>
                    <a:lnTo>
                      <a:pt x="0" y="2636927"/>
                    </a:lnTo>
                    <a:lnTo>
                      <a:pt x="0" y="2605147"/>
                    </a:lnTo>
                    <a:lnTo>
                      <a:pt x="0" y="2573366"/>
                    </a:lnTo>
                    <a:lnTo>
                      <a:pt x="0" y="2541585"/>
                    </a:lnTo>
                    <a:lnTo>
                      <a:pt x="0" y="2509805"/>
                    </a:lnTo>
                    <a:lnTo>
                      <a:pt x="0" y="2478024"/>
                    </a:lnTo>
                    <a:lnTo>
                      <a:pt x="0" y="2446243"/>
                    </a:lnTo>
                    <a:lnTo>
                      <a:pt x="0" y="2414462"/>
                    </a:lnTo>
                    <a:lnTo>
                      <a:pt x="0" y="2382682"/>
                    </a:lnTo>
                    <a:lnTo>
                      <a:pt x="0" y="2350901"/>
                    </a:lnTo>
                    <a:lnTo>
                      <a:pt x="0" y="2319120"/>
                    </a:lnTo>
                    <a:lnTo>
                      <a:pt x="0" y="2287340"/>
                    </a:lnTo>
                    <a:lnTo>
                      <a:pt x="0" y="2255559"/>
                    </a:lnTo>
                    <a:lnTo>
                      <a:pt x="0" y="2223778"/>
                    </a:lnTo>
                    <a:lnTo>
                      <a:pt x="0" y="2191997"/>
                    </a:lnTo>
                    <a:lnTo>
                      <a:pt x="0" y="2160217"/>
                    </a:lnTo>
                    <a:lnTo>
                      <a:pt x="0" y="2128436"/>
                    </a:lnTo>
                    <a:lnTo>
                      <a:pt x="0" y="2096655"/>
                    </a:lnTo>
                    <a:lnTo>
                      <a:pt x="0" y="2064875"/>
                    </a:lnTo>
                    <a:lnTo>
                      <a:pt x="0" y="2033094"/>
                    </a:lnTo>
                    <a:lnTo>
                      <a:pt x="0" y="2001313"/>
                    </a:lnTo>
                    <a:lnTo>
                      <a:pt x="0" y="1969532"/>
                    </a:lnTo>
                    <a:lnTo>
                      <a:pt x="0" y="1937752"/>
                    </a:lnTo>
                    <a:lnTo>
                      <a:pt x="0" y="1905971"/>
                    </a:lnTo>
                    <a:lnTo>
                      <a:pt x="0" y="1874190"/>
                    </a:lnTo>
                    <a:lnTo>
                      <a:pt x="0" y="1842410"/>
                    </a:lnTo>
                    <a:lnTo>
                      <a:pt x="0" y="1810629"/>
                    </a:lnTo>
                    <a:lnTo>
                      <a:pt x="0" y="1778848"/>
                    </a:lnTo>
                    <a:lnTo>
                      <a:pt x="0" y="1747067"/>
                    </a:lnTo>
                    <a:lnTo>
                      <a:pt x="0" y="1715287"/>
                    </a:lnTo>
                    <a:lnTo>
                      <a:pt x="0" y="1683506"/>
                    </a:lnTo>
                    <a:lnTo>
                      <a:pt x="0" y="1651725"/>
                    </a:lnTo>
                    <a:lnTo>
                      <a:pt x="0" y="1619945"/>
                    </a:lnTo>
                    <a:lnTo>
                      <a:pt x="0" y="1588164"/>
                    </a:lnTo>
                    <a:lnTo>
                      <a:pt x="0" y="1556383"/>
                    </a:lnTo>
                    <a:lnTo>
                      <a:pt x="0" y="1524602"/>
                    </a:lnTo>
                    <a:lnTo>
                      <a:pt x="0" y="1492822"/>
                    </a:lnTo>
                    <a:lnTo>
                      <a:pt x="0" y="1461041"/>
                    </a:lnTo>
                    <a:lnTo>
                      <a:pt x="0" y="1429260"/>
                    </a:lnTo>
                    <a:lnTo>
                      <a:pt x="0" y="1397480"/>
                    </a:lnTo>
                    <a:lnTo>
                      <a:pt x="0" y="1365699"/>
                    </a:lnTo>
                    <a:lnTo>
                      <a:pt x="0" y="1333918"/>
                    </a:lnTo>
                    <a:lnTo>
                      <a:pt x="0" y="1302137"/>
                    </a:lnTo>
                    <a:lnTo>
                      <a:pt x="0" y="1270357"/>
                    </a:lnTo>
                    <a:lnTo>
                      <a:pt x="0" y="1238576"/>
                    </a:lnTo>
                    <a:lnTo>
                      <a:pt x="0" y="1206795"/>
                    </a:lnTo>
                    <a:lnTo>
                      <a:pt x="0" y="1175015"/>
                    </a:lnTo>
                    <a:lnTo>
                      <a:pt x="0" y="1143234"/>
                    </a:lnTo>
                    <a:lnTo>
                      <a:pt x="0" y="1111453"/>
                    </a:lnTo>
                    <a:lnTo>
                      <a:pt x="0" y="1079672"/>
                    </a:lnTo>
                    <a:lnTo>
                      <a:pt x="0" y="1047892"/>
                    </a:lnTo>
                    <a:lnTo>
                      <a:pt x="0" y="1016111"/>
                    </a:lnTo>
                    <a:lnTo>
                      <a:pt x="0" y="984330"/>
                    </a:lnTo>
                    <a:lnTo>
                      <a:pt x="0" y="952550"/>
                    </a:lnTo>
                    <a:lnTo>
                      <a:pt x="0" y="920769"/>
                    </a:lnTo>
                    <a:lnTo>
                      <a:pt x="0" y="888988"/>
                    </a:lnTo>
                    <a:lnTo>
                      <a:pt x="0" y="857207"/>
                    </a:lnTo>
                    <a:lnTo>
                      <a:pt x="0" y="825427"/>
                    </a:lnTo>
                    <a:lnTo>
                      <a:pt x="0" y="793646"/>
                    </a:lnTo>
                    <a:lnTo>
                      <a:pt x="0" y="761865"/>
                    </a:lnTo>
                    <a:lnTo>
                      <a:pt x="0" y="730085"/>
                    </a:lnTo>
                    <a:lnTo>
                      <a:pt x="0" y="698304"/>
                    </a:lnTo>
                    <a:lnTo>
                      <a:pt x="0" y="666523"/>
                    </a:lnTo>
                    <a:lnTo>
                      <a:pt x="0" y="634742"/>
                    </a:lnTo>
                    <a:lnTo>
                      <a:pt x="0" y="602962"/>
                    </a:lnTo>
                    <a:lnTo>
                      <a:pt x="0" y="571181"/>
                    </a:lnTo>
                    <a:lnTo>
                      <a:pt x="0" y="539400"/>
                    </a:lnTo>
                    <a:lnTo>
                      <a:pt x="0" y="507620"/>
                    </a:lnTo>
                    <a:lnTo>
                      <a:pt x="0" y="475839"/>
                    </a:lnTo>
                    <a:lnTo>
                      <a:pt x="0" y="444058"/>
                    </a:lnTo>
                    <a:lnTo>
                      <a:pt x="0" y="412277"/>
                    </a:lnTo>
                    <a:lnTo>
                      <a:pt x="0" y="380497"/>
                    </a:lnTo>
                    <a:lnTo>
                      <a:pt x="0" y="348716"/>
                    </a:lnTo>
                    <a:lnTo>
                      <a:pt x="0" y="316935"/>
                    </a:lnTo>
                    <a:lnTo>
                      <a:pt x="0" y="285155"/>
                    </a:lnTo>
                    <a:lnTo>
                      <a:pt x="0" y="253374"/>
                    </a:lnTo>
                    <a:lnTo>
                      <a:pt x="0" y="221593"/>
                    </a:lnTo>
                    <a:lnTo>
                      <a:pt x="0" y="189812"/>
                    </a:lnTo>
                    <a:lnTo>
                      <a:pt x="0" y="158032"/>
                    </a:lnTo>
                    <a:lnTo>
                      <a:pt x="0" y="126251"/>
                    </a:lnTo>
                    <a:lnTo>
                      <a:pt x="0" y="94470"/>
                    </a:lnTo>
                    <a:lnTo>
                      <a:pt x="0" y="62690"/>
                    </a:lnTo>
                    <a:lnTo>
                      <a:pt x="0" y="30909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" name="pl9"/>
              <p:cNvSpPr/>
              <p:nvPr/>
            </p:nvSpPr>
            <p:spPr>
              <a:xfrm>
                <a:off x="3118843" y="1386057"/>
                <a:ext cx="0" cy="2714613"/>
              </a:xfrm>
              <a:custGeom>
                <a:avLst/>
                <a:gdLst/>
                <a:ahLst/>
                <a:cxnLst/>
                <a:rect l="0" t="0" r="0" b="0"/>
                <a:pathLst>
                  <a:path h="2714613">
                    <a:moveTo>
                      <a:pt x="0" y="2714613"/>
                    </a:moveTo>
                    <a:lnTo>
                      <a:pt x="0" y="2700489"/>
                    </a:lnTo>
                    <a:lnTo>
                      <a:pt x="0" y="2668708"/>
                    </a:lnTo>
                    <a:lnTo>
                      <a:pt x="0" y="2636927"/>
                    </a:lnTo>
                    <a:lnTo>
                      <a:pt x="0" y="2605147"/>
                    </a:lnTo>
                    <a:lnTo>
                      <a:pt x="0" y="2573366"/>
                    </a:lnTo>
                    <a:lnTo>
                      <a:pt x="0" y="2541585"/>
                    </a:lnTo>
                    <a:lnTo>
                      <a:pt x="0" y="2509805"/>
                    </a:lnTo>
                    <a:lnTo>
                      <a:pt x="0" y="2478024"/>
                    </a:lnTo>
                    <a:lnTo>
                      <a:pt x="0" y="2446243"/>
                    </a:lnTo>
                    <a:lnTo>
                      <a:pt x="0" y="2414462"/>
                    </a:lnTo>
                    <a:lnTo>
                      <a:pt x="0" y="2382682"/>
                    </a:lnTo>
                    <a:lnTo>
                      <a:pt x="0" y="2350901"/>
                    </a:lnTo>
                    <a:lnTo>
                      <a:pt x="0" y="2319120"/>
                    </a:lnTo>
                    <a:lnTo>
                      <a:pt x="0" y="2287340"/>
                    </a:lnTo>
                    <a:lnTo>
                      <a:pt x="0" y="2255559"/>
                    </a:lnTo>
                    <a:lnTo>
                      <a:pt x="0" y="2223778"/>
                    </a:lnTo>
                    <a:lnTo>
                      <a:pt x="0" y="2191997"/>
                    </a:lnTo>
                    <a:lnTo>
                      <a:pt x="0" y="2160217"/>
                    </a:lnTo>
                    <a:lnTo>
                      <a:pt x="0" y="2128436"/>
                    </a:lnTo>
                    <a:lnTo>
                      <a:pt x="0" y="2096655"/>
                    </a:lnTo>
                    <a:lnTo>
                      <a:pt x="0" y="2064875"/>
                    </a:lnTo>
                    <a:lnTo>
                      <a:pt x="0" y="2033094"/>
                    </a:lnTo>
                    <a:lnTo>
                      <a:pt x="0" y="2001313"/>
                    </a:lnTo>
                    <a:lnTo>
                      <a:pt x="0" y="1969532"/>
                    </a:lnTo>
                    <a:lnTo>
                      <a:pt x="0" y="1937752"/>
                    </a:lnTo>
                    <a:lnTo>
                      <a:pt x="0" y="1905971"/>
                    </a:lnTo>
                    <a:lnTo>
                      <a:pt x="0" y="1874190"/>
                    </a:lnTo>
                    <a:lnTo>
                      <a:pt x="0" y="1842410"/>
                    </a:lnTo>
                    <a:lnTo>
                      <a:pt x="0" y="1810629"/>
                    </a:lnTo>
                    <a:lnTo>
                      <a:pt x="0" y="1778848"/>
                    </a:lnTo>
                    <a:lnTo>
                      <a:pt x="0" y="1747067"/>
                    </a:lnTo>
                    <a:lnTo>
                      <a:pt x="0" y="1715287"/>
                    </a:lnTo>
                    <a:lnTo>
                      <a:pt x="0" y="1683506"/>
                    </a:lnTo>
                    <a:lnTo>
                      <a:pt x="0" y="1651725"/>
                    </a:lnTo>
                    <a:lnTo>
                      <a:pt x="0" y="1619945"/>
                    </a:lnTo>
                    <a:lnTo>
                      <a:pt x="0" y="1588164"/>
                    </a:lnTo>
                    <a:lnTo>
                      <a:pt x="0" y="1556383"/>
                    </a:lnTo>
                    <a:lnTo>
                      <a:pt x="0" y="1524602"/>
                    </a:lnTo>
                    <a:lnTo>
                      <a:pt x="0" y="1492822"/>
                    </a:lnTo>
                    <a:lnTo>
                      <a:pt x="0" y="1461041"/>
                    </a:lnTo>
                    <a:lnTo>
                      <a:pt x="0" y="1429260"/>
                    </a:lnTo>
                    <a:lnTo>
                      <a:pt x="0" y="1397480"/>
                    </a:lnTo>
                    <a:lnTo>
                      <a:pt x="0" y="1365699"/>
                    </a:lnTo>
                    <a:lnTo>
                      <a:pt x="0" y="1333918"/>
                    </a:lnTo>
                    <a:lnTo>
                      <a:pt x="0" y="1302137"/>
                    </a:lnTo>
                    <a:lnTo>
                      <a:pt x="0" y="1270357"/>
                    </a:lnTo>
                    <a:lnTo>
                      <a:pt x="0" y="1238576"/>
                    </a:lnTo>
                    <a:lnTo>
                      <a:pt x="0" y="1206795"/>
                    </a:lnTo>
                    <a:lnTo>
                      <a:pt x="0" y="1175015"/>
                    </a:lnTo>
                    <a:lnTo>
                      <a:pt x="0" y="1143234"/>
                    </a:lnTo>
                    <a:lnTo>
                      <a:pt x="0" y="1111453"/>
                    </a:lnTo>
                    <a:lnTo>
                      <a:pt x="0" y="1079672"/>
                    </a:lnTo>
                    <a:lnTo>
                      <a:pt x="0" y="1047892"/>
                    </a:lnTo>
                    <a:lnTo>
                      <a:pt x="0" y="1016111"/>
                    </a:lnTo>
                    <a:lnTo>
                      <a:pt x="0" y="984330"/>
                    </a:lnTo>
                    <a:lnTo>
                      <a:pt x="0" y="952550"/>
                    </a:lnTo>
                    <a:lnTo>
                      <a:pt x="0" y="920769"/>
                    </a:lnTo>
                    <a:lnTo>
                      <a:pt x="0" y="888988"/>
                    </a:lnTo>
                    <a:lnTo>
                      <a:pt x="0" y="857207"/>
                    </a:lnTo>
                    <a:lnTo>
                      <a:pt x="0" y="825427"/>
                    </a:lnTo>
                    <a:lnTo>
                      <a:pt x="0" y="793646"/>
                    </a:lnTo>
                    <a:lnTo>
                      <a:pt x="0" y="761865"/>
                    </a:lnTo>
                    <a:lnTo>
                      <a:pt x="0" y="730085"/>
                    </a:lnTo>
                    <a:lnTo>
                      <a:pt x="0" y="698304"/>
                    </a:lnTo>
                    <a:lnTo>
                      <a:pt x="0" y="666523"/>
                    </a:lnTo>
                    <a:lnTo>
                      <a:pt x="0" y="634742"/>
                    </a:lnTo>
                    <a:lnTo>
                      <a:pt x="0" y="602962"/>
                    </a:lnTo>
                    <a:lnTo>
                      <a:pt x="0" y="571181"/>
                    </a:lnTo>
                    <a:lnTo>
                      <a:pt x="0" y="539400"/>
                    </a:lnTo>
                    <a:lnTo>
                      <a:pt x="0" y="507620"/>
                    </a:lnTo>
                    <a:lnTo>
                      <a:pt x="0" y="475839"/>
                    </a:lnTo>
                    <a:lnTo>
                      <a:pt x="0" y="444058"/>
                    </a:lnTo>
                    <a:lnTo>
                      <a:pt x="0" y="412277"/>
                    </a:lnTo>
                    <a:lnTo>
                      <a:pt x="0" y="380497"/>
                    </a:lnTo>
                    <a:lnTo>
                      <a:pt x="0" y="348716"/>
                    </a:lnTo>
                    <a:lnTo>
                      <a:pt x="0" y="316935"/>
                    </a:lnTo>
                    <a:lnTo>
                      <a:pt x="0" y="285155"/>
                    </a:lnTo>
                    <a:lnTo>
                      <a:pt x="0" y="253374"/>
                    </a:lnTo>
                    <a:lnTo>
                      <a:pt x="0" y="221593"/>
                    </a:lnTo>
                    <a:lnTo>
                      <a:pt x="0" y="189812"/>
                    </a:lnTo>
                    <a:lnTo>
                      <a:pt x="0" y="158032"/>
                    </a:lnTo>
                    <a:lnTo>
                      <a:pt x="0" y="126251"/>
                    </a:lnTo>
                    <a:lnTo>
                      <a:pt x="0" y="94470"/>
                    </a:lnTo>
                    <a:lnTo>
                      <a:pt x="0" y="62690"/>
                    </a:lnTo>
                    <a:lnTo>
                      <a:pt x="0" y="30909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" name="pl10"/>
              <p:cNvSpPr/>
              <p:nvPr/>
            </p:nvSpPr>
            <p:spPr>
              <a:xfrm>
                <a:off x="3545567" y="1386057"/>
                <a:ext cx="0" cy="2714613"/>
              </a:xfrm>
              <a:custGeom>
                <a:avLst/>
                <a:gdLst/>
                <a:ahLst/>
                <a:cxnLst/>
                <a:rect l="0" t="0" r="0" b="0"/>
                <a:pathLst>
                  <a:path h="2714613">
                    <a:moveTo>
                      <a:pt x="0" y="2714613"/>
                    </a:moveTo>
                    <a:lnTo>
                      <a:pt x="0" y="2700489"/>
                    </a:lnTo>
                    <a:lnTo>
                      <a:pt x="0" y="2668708"/>
                    </a:lnTo>
                    <a:lnTo>
                      <a:pt x="0" y="2636927"/>
                    </a:lnTo>
                    <a:lnTo>
                      <a:pt x="0" y="2605147"/>
                    </a:lnTo>
                    <a:lnTo>
                      <a:pt x="0" y="2573366"/>
                    </a:lnTo>
                    <a:lnTo>
                      <a:pt x="0" y="2541585"/>
                    </a:lnTo>
                    <a:lnTo>
                      <a:pt x="0" y="2509805"/>
                    </a:lnTo>
                    <a:lnTo>
                      <a:pt x="0" y="2478024"/>
                    </a:lnTo>
                    <a:lnTo>
                      <a:pt x="0" y="2446243"/>
                    </a:lnTo>
                    <a:lnTo>
                      <a:pt x="0" y="2414462"/>
                    </a:lnTo>
                    <a:lnTo>
                      <a:pt x="0" y="2382682"/>
                    </a:lnTo>
                    <a:lnTo>
                      <a:pt x="0" y="2350901"/>
                    </a:lnTo>
                    <a:lnTo>
                      <a:pt x="0" y="2319120"/>
                    </a:lnTo>
                    <a:lnTo>
                      <a:pt x="0" y="2287340"/>
                    </a:lnTo>
                    <a:lnTo>
                      <a:pt x="0" y="2255559"/>
                    </a:lnTo>
                    <a:lnTo>
                      <a:pt x="0" y="2223778"/>
                    </a:lnTo>
                    <a:lnTo>
                      <a:pt x="0" y="2191997"/>
                    </a:lnTo>
                    <a:lnTo>
                      <a:pt x="0" y="2160217"/>
                    </a:lnTo>
                    <a:lnTo>
                      <a:pt x="0" y="2128436"/>
                    </a:lnTo>
                    <a:lnTo>
                      <a:pt x="0" y="2096655"/>
                    </a:lnTo>
                    <a:lnTo>
                      <a:pt x="0" y="2064875"/>
                    </a:lnTo>
                    <a:lnTo>
                      <a:pt x="0" y="2033094"/>
                    </a:lnTo>
                    <a:lnTo>
                      <a:pt x="0" y="2001313"/>
                    </a:lnTo>
                    <a:lnTo>
                      <a:pt x="0" y="1969532"/>
                    </a:lnTo>
                    <a:lnTo>
                      <a:pt x="0" y="1937752"/>
                    </a:lnTo>
                    <a:lnTo>
                      <a:pt x="0" y="1905971"/>
                    </a:lnTo>
                    <a:lnTo>
                      <a:pt x="0" y="1874190"/>
                    </a:lnTo>
                    <a:lnTo>
                      <a:pt x="0" y="1842410"/>
                    </a:lnTo>
                    <a:lnTo>
                      <a:pt x="0" y="1810629"/>
                    </a:lnTo>
                    <a:lnTo>
                      <a:pt x="0" y="1778848"/>
                    </a:lnTo>
                    <a:lnTo>
                      <a:pt x="0" y="1747067"/>
                    </a:lnTo>
                    <a:lnTo>
                      <a:pt x="0" y="1715287"/>
                    </a:lnTo>
                    <a:lnTo>
                      <a:pt x="0" y="1683506"/>
                    </a:lnTo>
                    <a:lnTo>
                      <a:pt x="0" y="1651725"/>
                    </a:lnTo>
                    <a:lnTo>
                      <a:pt x="0" y="1619945"/>
                    </a:lnTo>
                    <a:lnTo>
                      <a:pt x="0" y="1588164"/>
                    </a:lnTo>
                    <a:lnTo>
                      <a:pt x="0" y="1556383"/>
                    </a:lnTo>
                    <a:lnTo>
                      <a:pt x="0" y="1524602"/>
                    </a:lnTo>
                    <a:lnTo>
                      <a:pt x="0" y="1492822"/>
                    </a:lnTo>
                    <a:lnTo>
                      <a:pt x="0" y="1461041"/>
                    </a:lnTo>
                    <a:lnTo>
                      <a:pt x="0" y="1429260"/>
                    </a:lnTo>
                    <a:lnTo>
                      <a:pt x="0" y="1397480"/>
                    </a:lnTo>
                    <a:lnTo>
                      <a:pt x="0" y="1365699"/>
                    </a:lnTo>
                    <a:lnTo>
                      <a:pt x="0" y="1333918"/>
                    </a:lnTo>
                    <a:lnTo>
                      <a:pt x="0" y="1302137"/>
                    </a:lnTo>
                    <a:lnTo>
                      <a:pt x="0" y="1270357"/>
                    </a:lnTo>
                    <a:lnTo>
                      <a:pt x="0" y="1238576"/>
                    </a:lnTo>
                    <a:lnTo>
                      <a:pt x="0" y="1206795"/>
                    </a:lnTo>
                    <a:lnTo>
                      <a:pt x="0" y="1175015"/>
                    </a:lnTo>
                    <a:lnTo>
                      <a:pt x="0" y="1143234"/>
                    </a:lnTo>
                    <a:lnTo>
                      <a:pt x="0" y="1111453"/>
                    </a:lnTo>
                    <a:lnTo>
                      <a:pt x="0" y="1079672"/>
                    </a:lnTo>
                    <a:lnTo>
                      <a:pt x="0" y="1047892"/>
                    </a:lnTo>
                    <a:lnTo>
                      <a:pt x="0" y="1016111"/>
                    </a:lnTo>
                    <a:lnTo>
                      <a:pt x="0" y="984330"/>
                    </a:lnTo>
                    <a:lnTo>
                      <a:pt x="0" y="952550"/>
                    </a:lnTo>
                    <a:lnTo>
                      <a:pt x="0" y="920769"/>
                    </a:lnTo>
                    <a:lnTo>
                      <a:pt x="0" y="888988"/>
                    </a:lnTo>
                    <a:lnTo>
                      <a:pt x="0" y="857207"/>
                    </a:lnTo>
                    <a:lnTo>
                      <a:pt x="0" y="825427"/>
                    </a:lnTo>
                    <a:lnTo>
                      <a:pt x="0" y="793646"/>
                    </a:lnTo>
                    <a:lnTo>
                      <a:pt x="0" y="761865"/>
                    </a:lnTo>
                    <a:lnTo>
                      <a:pt x="0" y="730085"/>
                    </a:lnTo>
                    <a:lnTo>
                      <a:pt x="0" y="698304"/>
                    </a:lnTo>
                    <a:lnTo>
                      <a:pt x="0" y="666523"/>
                    </a:lnTo>
                    <a:lnTo>
                      <a:pt x="0" y="634742"/>
                    </a:lnTo>
                    <a:lnTo>
                      <a:pt x="0" y="602962"/>
                    </a:lnTo>
                    <a:lnTo>
                      <a:pt x="0" y="571181"/>
                    </a:lnTo>
                    <a:lnTo>
                      <a:pt x="0" y="539400"/>
                    </a:lnTo>
                    <a:lnTo>
                      <a:pt x="0" y="507620"/>
                    </a:lnTo>
                    <a:lnTo>
                      <a:pt x="0" y="475839"/>
                    </a:lnTo>
                    <a:lnTo>
                      <a:pt x="0" y="444058"/>
                    </a:lnTo>
                    <a:lnTo>
                      <a:pt x="0" y="412277"/>
                    </a:lnTo>
                    <a:lnTo>
                      <a:pt x="0" y="380497"/>
                    </a:lnTo>
                    <a:lnTo>
                      <a:pt x="0" y="348716"/>
                    </a:lnTo>
                    <a:lnTo>
                      <a:pt x="0" y="316935"/>
                    </a:lnTo>
                    <a:lnTo>
                      <a:pt x="0" y="285155"/>
                    </a:lnTo>
                    <a:lnTo>
                      <a:pt x="0" y="253374"/>
                    </a:lnTo>
                    <a:lnTo>
                      <a:pt x="0" y="221593"/>
                    </a:lnTo>
                    <a:lnTo>
                      <a:pt x="0" y="189812"/>
                    </a:lnTo>
                    <a:lnTo>
                      <a:pt x="0" y="158032"/>
                    </a:lnTo>
                    <a:lnTo>
                      <a:pt x="0" y="126251"/>
                    </a:lnTo>
                    <a:lnTo>
                      <a:pt x="0" y="94470"/>
                    </a:lnTo>
                    <a:lnTo>
                      <a:pt x="0" y="62690"/>
                    </a:lnTo>
                    <a:lnTo>
                      <a:pt x="0" y="30909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" name="pl11"/>
              <p:cNvSpPr/>
              <p:nvPr/>
            </p:nvSpPr>
            <p:spPr>
              <a:xfrm>
                <a:off x="3972290" y="1386057"/>
                <a:ext cx="0" cy="2714613"/>
              </a:xfrm>
              <a:custGeom>
                <a:avLst/>
                <a:gdLst/>
                <a:ahLst/>
                <a:cxnLst/>
                <a:rect l="0" t="0" r="0" b="0"/>
                <a:pathLst>
                  <a:path h="2714613">
                    <a:moveTo>
                      <a:pt x="0" y="2714613"/>
                    </a:moveTo>
                    <a:lnTo>
                      <a:pt x="0" y="2700489"/>
                    </a:lnTo>
                    <a:lnTo>
                      <a:pt x="0" y="2668708"/>
                    </a:lnTo>
                    <a:lnTo>
                      <a:pt x="0" y="2636927"/>
                    </a:lnTo>
                    <a:lnTo>
                      <a:pt x="0" y="2605147"/>
                    </a:lnTo>
                    <a:lnTo>
                      <a:pt x="0" y="2573366"/>
                    </a:lnTo>
                    <a:lnTo>
                      <a:pt x="0" y="2541585"/>
                    </a:lnTo>
                    <a:lnTo>
                      <a:pt x="0" y="2509805"/>
                    </a:lnTo>
                    <a:lnTo>
                      <a:pt x="0" y="2478024"/>
                    </a:lnTo>
                    <a:lnTo>
                      <a:pt x="0" y="2446243"/>
                    </a:lnTo>
                    <a:lnTo>
                      <a:pt x="0" y="2414462"/>
                    </a:lnTo>
                    <a:lnTo>
                      <a:pt x="0" y="2382682"/>
                    </a:lnTo>
                    <a:lnTo>
                      <a:pt x="0" y="2350901"/>
                    </a:lnTo>
                    <a:lnTo>
                      <a:pt x="0" y="2319120"/>
                    </a:lnTo>
                    <a:lnTo>
                      <a:pt x="0" y="2287340"/>
                    </a:lnTo>
                    <a:lnTo>
                      <a:pt x="0" y="2255559"/>
                    </a:lnTo>
                    <a:lnTo>
                      <a:pt x="0" y="2223778"/>
                    </a:lnTo>
                    <a:lnTo>
                      <a:pt x="0" y="2191997"/>
                    </a:lnTo>
                    <a:lnTo>
                      <a:pt x="0" y="2160217"/>
                    </a:lnTo>
                    <a:lnTo>
                      <a:pt x="0" y="2128436"/>
                    </a:lnTo>
                    <a:lnTo>
                      <a:pt x="0" y="2096655"/>
                    </a:lnTo>
                    <a:lnTo>
                      <a:pt x="0" y="2064875"/>
                    </a:lnTo>
                    <a:lnTo>
                      <a:pt x="0" y="2033094"/>
                    </a:lnTo>
                    <a:lnTo>
                      <a:pt x="0" y="2001313"/>
                    </a:lnTo>
                    <a:lnTo>
                      <a:pt x="0" y="1969532"/>
                    </a:lnTo>
                    <a:lnTo>
                      <a:pt x="0" y="1937752"/>
                    </a:lnTo>
                    <a:lnTo>
                      <a:pt x="0" y="1905971"/>
                    </a:lnTo>
                    <a:lnTo>
                      <a:pt x="0" y="1874190"/>
                    </a:lnTo>
                    <a:lnTo>
                      <a:pt x="0" y="1842410"/>
                    </a:lnTo>
                    <a:lnTo>
                      <a:pt x="0" y="1810629"/>
                    </a:lnTo>
                    <a:lnTo>
                      <a:pt x="0" y="1778848"/>
                    </a:lnTo>
                    <a:lnTo>
                      <a:pt x="0" y="1747067"/>
                    </a:lnTo>
                    <a:lnTo>
                      <a:pt x="0" y="1715287"/>
                    </a:lnTo>
                    <a:lnTo>
                      <a:pt x="0" y="1683506"/>
                    </a:lnTo>
                    <a:lnTo>
                      <a:pt x="0" y="1651725"/>
                    </a:lnTo>
                    <a:lnTo>
                      <a:pt x="0" y="1619945"/>
                    </a:lnTo>
                    <a:lnTo>
                      <a:pt x="0" y="1588164"/>
                    </a:lnTo>
                    <a:lnTo>
                      <a:pt x="0" y="1556383"/>
                    </a:lnTo>
                    <a:lnTo>
                      <a:pt x="0" y="1524602"/>
                    </a:lnTo>
                    <a:lnTo>
                      <a:pt x="0" y="1492822"/>
                    </a:lnTo>
                    <a:lnTo>
                      <a:pt x="0" y="1461041"/>
                    </a:lnTo>
                    <a:lnTo>
                      <a:pt x="0" y="1429260"/>
                    </a:lnTo>
                    <a:lnTo>
                      <a:pt x="0" y="1397480"/>
                    </a:lnTo>
                    <a:lnTo>
                      <a:pt x="0" y="1365699"/>
                    </a:lnTo>
                    <a:lnTo>
                      <a:pt x="0" y="1333918"/>
                    </a:lnTo>
                    <a:lnTo>
                      <a:pt x="0" y="1302137"/>
                    </a:lnTo>
                    <a:lnTo>
                      <a:pt x="0" y="1270357"/>
                    </a:lnTo>
                    <a:lnTo>
                      <a:pt x="0" y="1238576"/>
                    </a:lnTo>
                    <a:lnTo>
                      <a:pt x="0" y="1206795"/>
                    </a:lnTo>
                    <a:lnTo>
                      <a:pt x="0" y="1175015"/>
                    </a:lnTo>
                    <a:lnTo>
                      <a:pt x="0" y="1143234"/>
                    </a:lnTo>
                    <a:lnTo>
                      <a:pt x="0" y="1111453"/>
                    </a:lnTo>
                    <a:lnTo>
                      <a:pt x="0" y="1079672"/>
                    </a:lnTo>
                    <a:lnTo>
                      <a:pt x="0" y="1047892"/>
                    </a:lnTo>
                    <a:lnTo>
                      <a:pt x="0" y="1016111"/>
                    </a:lnTo>
                    <a:lnTo>
                      <a:pt x="0" y="984330"/>
                    </a:lnTo>
                    <a:lnTo>
                      <a:pt x="0" y="952550"/>
                    </a:lnTo>
                    <a:lnTo>
                      <a:pt x="0" y="920769"/>
                    </a:lnTo>
                    <a:lnTo>
                      <a:pt x="0" y="888988"/>
                    </a:lnTo>
                    <a:lnTo>
                      <a:pt x="0" y="857207"/>
                    </a:lnTo>
                    <a:lnTo>
                      <a:pt x="0" y="825427"/>
                    </a:lnTo>
                    <a:lnTo>
                      <a:pt x="0" y="793646"/>
                    </a:lnTo>
                    <a:lnTo>
                      <a:pt x="0" y="761865"/>
                    </a:lnTo>
                    <a:lnTo>
                      <a:pt x="0" y="730085"/>
                    </a:lnTo>
                    <a:lnTo>
                      <a:pt x="0" y="698304"/>
                    </a:lnTo>
                    <a:lnTo>
                      <a:pt x="0" y="666523"/>
                    </a:lnTo>
                    <a:lnTo>
                      <a:pt x="0" y="634742"/>
                    </a:lnTo>
                    <a:lnTo>
                      <a:pt x="0" y="602962"/>
                    </a:lnTo>
                    <a:lnTo>
                      <a:pt x="0" y="571181"/>
                    </a:lnTo>
                    <a:lnTo>
                      <a:pt x="0" y="539400"/>
                    </a:lnTo>
                    <a:lnTo>
                      <a:pt x="0" y="507620"/>
                    </a:lnTo>
                    <a:lnTo>
                      <a:pt x="0" y="475839"/>
                    </a:lnTo>
                    <a:lnTo>
                      <a:pt x="0" y="444058"/>
                    </a:lnTo>
                    <a:lnTo>
                      <a:pt x="0" y="412277"/>
                    </a:lnTo>
                    <a:lnTo>
                      <a:pt x="0" y="380497"/>
                    </a:lnTo>
                    <a:lnTo>
                      <a:pt x="0" y="348716"/>
                    </a:lnTo>
                    <a:lnTo>
                      <a:pt x="0" y="316935"/>
                    </a:lnTo>
                    <a:lnTo>
                      <a:pt x="0" y="285155"/>
                    </a:lnTo>
                    <a:lnTo>
                      <a:pt x="0" y="253374"/>
                    </a:lnTo>
                    <a:lnTo>
                      <a:pt x="0" y="221593"/>
                    </a:lnTo>
                    <a:lnTo>
                      <a:pt x="0" y="189812"/>
                    </a:lnTo>
                    <a:lnTo>
                      <a:pt x="0" y="158032"/>
                    </a:lnTo>
                    <a:lnTo>
                      <a:pt x="0" y="126251"/>
                    </a:lnTo>
                    <a:lnTo>
                      <a:pt x="0" y="94470"/>
                    </a:lnTo>
                    <a:lnTo>
                      <a:pt x="0" y="62690"/>
                    </a:lnTo>
                    <a:lnTo>
                      <a:pt x="0" y="30909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" name="pl12"/>
              <p:cNvSpPr/>
              <p:nvPr/>
            </p:nvSpPr>
            <p:spPr>
              <a:xfrm>
                <a:off x="4399014" y="1386057"/>
                <a:ext cx="0" cy="2714613"/>
              </a:xfrm>
              <a:custGeom>
                <a:avLst/>
                <a:gdLst/>
                <a:ahLst/>
                <a:cxnLst/>
                <a:rect l="0" t="0" r="0" b="0"/>
                <a:pathLst>
                  <a:path h="2714613">
                    <a:moveTo>
                      <a:pt x="0" y="2714613"/>
                    </a:moveTo>
                    <a:lnTo>
                      <a:pt x="0" y="2700489"/>
                    </a:lnTo>
                    <a:lnTo>
                      <a:pt x="0" y="2668708"/>
                    </a:lnTo>
                    <a:lnTo>
                      <a:pt x="0" y="2636927"/>
                    </a:lnTo>
                    <a:lnTo>
                      <a:pt x="0" y="2605147"/>
                    </a:lnTo>
                    <a:lnTo>
                      <a:pt x="0" y="2573366"/>
                    </a:lnTo>
                    <a:lnTo>
                      <a:pt x="0" y="2541585"/>
                    </a:lnTo>
                    <a:lnTo>
                      <a:pt x="0" y="2509805"/>
                    </a:lnTo>
                    <a:lnTo>
                      <a:pt x="0" y="2478024"/>
                    </a:lnTo>
                    <a:lnTo>
                      <a:pt x="0" y="2446243"/>
                    </a:lnTo>
                    <a:lnTo>
                      <a:pt x="0" y="2414462"/>
                    </a:lnTo>
                    <a:lnTo>
                      <a:pt x="0" y="2382682"/>
                    </a:lnTo>
                    <a:lnTo>
                      <a:pt x="0" y="2350901"/>
                    </a:lnTo>
                    <a:lnTo>
                      <a:pt x="0" y="2319120"/>
                    </a:lnTo>
                    <a:lnTo>
                      <a:pt x="0" y="2287340"/>
                    </a:lnTo>
                    <a:lnTo>
                      <a:pt x="0" y="2255559"/>
                    </a:lnTo>
                    <a:lnTo>
                      <a:pt x="0" y="2223778"/>
                    </a:lnTo>
                    <a:lnTo>
                      <a:pt x="0" y="2191997"/>
                    </a:lnTo>
                    <a:lnTo>
                      <a:pt x="0" y="2160217"/>
                    </a:lnTo>
                    <a:lnTo>
                      <a:pt x="0" y="2128436"/>
                    </a:lnTo>
                    <a:lnTo>
                      <a:pt x="0" y="2096655"/>
                    </a:lnTo>
                    <a:lnTo>
                      <a:pt x="0" y="2064875"/>
                    </a:lnTo>
                    <a:lnTo>
                      <a:pt x="0" y="2033094"/>
                    </a:lnTo>
                    <a:lnTo>
                      <a:pt x="0" y="2001313"/>
                    </a:lnTo>
                    <a:lnTo>
                      <a:pt x="0" y="1969532"/>
                    </a:lnTo>
                    <a:lnTo>
                      <a:pt x="0" y="1937752"/>
                    </a:lnTo>
                    <a:lnTo>
                      <a:pt x="0" y="1905971"/>
                    </a:lnTo>
                    <a:lnTo>
                      <a:pt x="0" y="1874190"/>
                    </a:lnTo>
                    <a:lnTo>
                      <a:pt x="0" y="1842410"/>
                    </a:lnTo>
                    <a:lnTo>
                      <a:pt x="0" y="1810629"/>
                    </a:lnTo>
                    <a:lnTo>
                      <a:pt x="0" y="1778848"/>
                    </a:lnTo>
                    <a:lnTo>
                      <a:pt x="0" y="1747067"/>
                    </a:lnTo>
                    <a:lnTo>
                      <a:pt x="0" y="1715287"/>
                    </a:lnTo>
                    <a:lnTo>
                      <a:pt x="0" y="1683506"/>
                    </a:lnTo>
                    <a:lnTo>
                      <a:pt x="0" y="1651725"/>
                    </a:lnTo>
                    <a:lnTo>
                      <a:pt x="0" y="1619945"/>
                    </a:lnTo>
                    <a:lnTo>
                      <a:pt x="0" y="1588164"/>
                    </a:lnTo>
                    <a:lnTo>
                      <a:pt x="0" y="1556383"/>
                    </a:lnTo>
                    <a:lnTo>
                      <a:pt x="0" y="1524602"/>
                    </a:lnTo>
                    <a:lnTo>
                      <a:pt x="0" y="1492822"/>
                    </a:lnTo>
                    <a:lnTo>
                      <a:pt x="0" y="1461041"/>
                    </a:lnTo>
                    <a:lnTo>
                      <a:pt x="0" y="1429260"/>
                    </a:lnTo>
                    <a:lnTo>
                      <a:pt x="0" y="1397480"/>
                    </a:lnTo>
                    <a:lnTo>
                      <a:pt x="0" y="1365699"/>
                    </a:lnTo>
                    <a:lnTo>
                      <a:pt x="0" y="1333918"/>
                    </a:lnTo>
                    <a:lnTo>
                      <a:pt x="0" y="1302137"/>
                    </a:lnTo>
                    <a:lnTo>
                      <a:pt x="0" y="1270357"/>
                    </a:lnTo>
                    <a:lnTo>
                      <a:pt x="0" y="1238576"/>
                    </a:lnTo>
                    <a:lnTo>
                      <a:pt x="0" y="1206795"/>
                    </a:lnTo>
                    <a:lnTo>
                      <a:pt x="0" y="1175015"/>
                    </a:lnTo>
                    <a:lnTo>
                      <a:pt x="0" y="1143234"/>
                    </a:lnTo>
                    <a:lnTo>
                      <a:pt x="0" y="1111453"/>
                    </a:lnTo>
                    <a:lnTo>
                      <a:pt x="0" y="1079672"/>
                    </a:lnTo>
                    <a:lnTo>
                      <a:pt x="0" y="1047892"/>
                    </a:lnTo>
                    <a:lnTo>
                      <a:pt x="0" y="1016111"/>
                    </a:lnTo>
                    <a:lnTo>
                      <a:pt x="0" y="984330"/>
                    </a:lnTo>
                    <a:lnTo>
                      <a:pt x="0" y="952550"/>
                    </a:lnTo>
                    <a:lnTo>
                      <a:pt x="0" y="920769"/>
                    </a:lnTo>
                    <a:lnTo>
                      <a:pt x="0" y="888988"/>
                    </a:lnTo>
                    <a:lnTo>
                      <a:pt x="0" y="857207"/>
                    </a:lnTo>
                    <a:lnTo>
                      <a:pt x="0" y="825427"/>
                    </a:lnTo>
                    <a:lnTo>
                      <a:pt x="0" y="793646"/>
                    </a:lnTo>
                    <a:lnTo>
                      <a:pt x="0" y="761865"/>
                    </a:lnTo>
                    <a:lnTo>
                      <a:pt x="0" y="730085"/>
                    </a:lnTo>
                    <a:lnTo>
                      <a:pt x="0" y="698304"/>
                    </a:lnTo>
                    <a:lnTo>
                      <a:pt x="0" y="666523"/>
                    </a:lnTo>
                    <a:lnTo>
                      <a:pt x="0" y="634742"/>
                    </a:lnTo>
                    <a:lnTo>
                      <a:pt x="0" y="602962"/>
                    </a:lnTo>
                    <a:lnTo>
                      <a:pt x="0" y="571181"/>
                    </a:lnTo>
                    <a:lnTo>
                      <a:pt x="0" y="539400"/>
                    </a:lnTo>
                    <a:lnTo>
                      <a:pt x="0" y="507620"/>
                    </a:lnTo>
                    <a:lnTo>
                      <a:pt x="0" y="475839"/>
                    </a:lnTo>
                    <a:lnTo>
                      <a:pt x="0" y="444058"/>
                    </a:lnTo>
                    <a:lnTo>
                      <a:pt x="0" y="412277"/>
                    </a:lnTo>
                    <a:lnTo>
                      <a:pt x="0" y="380497"/>
                    </a:lnTo>
                    <a:lnTo>
                      <a:pt x="0" y="348716"/>
                    </a:lnTo>
                    <a:lnTo>
                      <a:pt x="0" y="316935"/>
                    </a:lnTo>
                    <a:lnTo>
                      <a:pt x="0" y="285155"/>
                    </a:lnTo>
                    <a:lnTo>
                      <a:pt x="0" y="253374"/>
                    </a:lnTo>
                    <a:lnTo>
                      <a:pt x="0" y="221593"/>
                    </a:lnTo>
                    <a:lnTo>
                      <a:pt x="0" y="189812"/>
                    </a:lnTo>
                    <a:lnTo>
                      <a:pt x="0" y="158032"/>
                    </a:lnTo>
                    <a:lnTo>
                      <a:pt x="0" y="126251"/>
                    </a:lnTo>
                    <a:lnTo>
                      <a:pt x="0" y="94470"/>
                    </a:lnTo>
                    <a:lnTo>
                      <a:pt x="0" y="62690"/>
                    </a:lnTo>
                    <a:lnTo>
                      <a:pt x="0" y="30909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" name="pl13"/>
              <p:cNvSpPr/>
              <p:nvPr/>
            </p:nvSpPr>
            <p:spPr>
              <a:xfrm>
                <a:off x="4825737" y="1386057"/>
                <a:ext cx="0" cy="2714613"/>
              </a:xfrm>
              <a:custGeom>
                <a:avLst/>
                <a:gdLst/>
                <a:ahLst/>
                <a:cxnLst/>
                <a:rect l="0" t="0" r="0" b="0"/>
                <a:pathLst>
                  <a:path h="2714613">
                    <a:moveTo>
                      <a:pt x="0" y="2714613"/>
                    </a:moveTo>
                    <a:lnTo>
                      <a:pt x="0" y="2700489"/>
                    </a:lnTo>
                    <a:lnTo>
                      <a:pt x="0" y="2668708"/>
                    </a:lnTo>
                    <a:lnTo>
                      <a:pt x="0" y="2636927"/>
                    </a:lnTo>
                    <a:lnTo>
                      <a:pt x="0" y="2605147"/>
                    </a:lnTo>
                    <a:lnTo>
                      <a:pt x="0" y="2573366"/>
                    </a:lnTo>
                    <a:lnTo>
                      <a:pt x="0" y="2541585"/>
                    </a:lnTo>
                    <a:lnTo>
                      <a:pt x="0" y="2509805"/>
                    </a:lnTo>
                    <a:lnTo>
                      <a:pt x="0" y="2478024"/>
                    </a:lnTo>
                    <a:lnTo>
                      <a:pt x="0" y="2446243"/>
                    </a:lnTo>
                    <a:lnTo>
                      <a:pt x="0" y="2414462"/>
                    </a:lnTo>
                    <a:lnTo>
                      <a:pt x="0" y="2382682"/>
                    </a:lnTo>
                    <a:lnTo>
                      <a:pt x="0" y="2350901"/>
                    </a:lnTo>
                    <a:lnTo>
                      <a:pt x="0" y="2319120"/>
                    </a:lnTo>
                    <a:lnTo>
                      <a:pt x="0" y="2287340"/>
                    </a:lnTo>
                    <a:lnTo>
                      <a:pt x="0" y="2255559"/>
                    </a:lnTo>
                    <a:lnTo>
                      <a:pt x="0" y="2223778"/>
                    </a:lnTo>
                    <a:lnTo>
                      <a:pt x="0" y="2191997"/>
                    </a:lnTo>
                    <a:lnTo>
                      <a:pt x="0" y="2160217"/>
                    </a:lnTo>
                    <a:lnTo>
                      <a:pt x="0" y="2128436"/>
                    </a:lnTo>
                    <a:lnTo>
                      <a:pt x="0" y="2096655"/>
                    </a:lnTo>
                    <a:lnTo>
                      <a:pt x="0" y="2064875"/>
                    </a:lnTo>
                    <a:lnTo>
                      <a:pt x="0" y="2033094"/>
                    </a:lnTo>
                    <a:lnTo>
                      <a:pt x="0" y="2001313"/>
                    </a:lnTo>
                    <a:lnTo>
                      <a:pt x="0" y="1969532"/>
                    </a:lnTo>
                    <a:lnTo>
                      <a:pt x="0" y="1937752"/>
                    </a:lnTo>
                    <a:lnTo>
                      <a:pt x="0" y="1905971"/>
                    </a:lnTo>
                    <a:lnTo>
                      <a:pt x="0" y="1874190"/>
                    </a:lnTo>
                    <a:lnTo>
                      <a:pt x="0" y="1842410"/>
                    </a:lnTo>
                    <a:lnTo>
                      <a:pt x="0" y="1810629"/>
                    </a:lnTo>
                    <a:lnTo>
                      <a:pt x="0" y="1778848"/>
                    </a:lnTo>
                    <a:lnTo>
                      <a:pt x="0" y="1747067"/>
                    </a:lnTo>
                    <a:lnTo>
                      <a:pt x="0" y="1715287"/>
                    </a:lnTo>
                    <a:lnTo>
                      <a:pt x="0" y="1683506"/>
                    </a:lnTo>
                    <a:lnTo>
                      <a:pt x="0" y="1651725"/>
                    </a:lnTo>
                    <a:lnTo>
                      <a:pt x="0" y="1619945"/>
                    </a:lnTo>
                    <a:lnTo>
                      <a:pt x="0" y="1588164"/>
                    </a:lnTo>
                    <a:lnTo>
                      <a:pt x="0" y="1556383"/>
                    </a:lnTo>
                    <a:lnTo>
                      <a:pt x="0" y="1524602"/>
                    </a:lnTo>
                    <a:lnTo>
                      <a:pt x="0" y="1492822"/>
                    </a:lnTo>
                    <a:lnTo>
                      <a:pt x="0" y="1461041"/>
                    </a:lnTo>
                    <a:lnTo>
                      <a:pt x="0" y="1429260"/>
                    </a:lnTo>
                    <a:lnTo>
                      <a:pt x="0" y="1397480"/>
                    </a:lnTo>
                    <a:lnTo>
                      <a:pt x="0" y="1365699"/>
                    </a:lnTo>
                    <a:lnTo>
                      <a:pt x="0" y="1333918"/>
                    </a:lnTo>
                    <a:lnTo>
                      <a:pt x="0" y="1302137"/>
                    </a:lnTo>
                    <a:lnTo>
                      <a:pt x="0" y="1270357"/>
                    </a:lnTo>
                    <a:lnTo>
                      <a:pt x="0" y="1238576"/>
                    </a:lnTo>
                    <a:lnTo>
                      <a:pt x="0" y="1206795"/>
                    </a:lnTo>
                    <a:lnTo>
                      <a:pt x="0" y="1175015"/>
                    </a:lnTo>
                    <a:lnTo>
                      <a:pt x="0" y="1143234"/>
                    </a:lnTo>
                    <a:lnTo>
                      <a:pt x="0" y="1111453"/>
                    </a:lnTo>
                    <a:lnTo>
                      <a:pt x="0" y="1079672"/>
                    </a:lnTo>
                    <a:lnTo>
                      <a:pt x="0" y="1047892"/>
                    </a:lnTo>
                    <a:lnTo>
                      <a:pt x="0" y="1016111"/>
                    </a:lnTo>
                    <a:lnTo>
                      <a:pt x="0" y="984330"/>
                    </a:lnTo>
                    <a:lnTo>
                      <a:pt x="0" y="952550"/>
                    </a:lnTo>
                    <a:lnTo>
                      <a:pt x="0" y="920769"/>
                    </a:lnTo>
                    <a:lnTo>
                      <a:pt x="0" y="888988"/>
                    </a:lnTo>
                    <a:lnTo>
                      <a:pt x="0" y="857207"/>
                    </a:lnTo>
                    <a:lnTo>
                      <a:pt x="0" y="825427"/>
                    </a:lnTo>
                    <a:lnTo>
                      <a:pt x="0" y="793646"/>
                    </a:lnTo>
                    <a:lnTo>
                      <a:pt x="0" y="761865"/>
                    </a:lnTo>
                    <a:lnTo>
                      <a:pt x="0" y="730085"/>
                    </a:lnTo>
                    <a:lnTo>
                      <a:pt x="0" y="698304"/>
                    </a:lnTo>
                    <a:lnTo>
                      <a:pt x="0" y="666523"/>
                    </a:lnTo>
                    <a:lnTo>
                      <a:pt x="0" y="634742"/>
                    </a:lnTo>
                    <a:lnTo>
                      <a:pt x="0" y="602962"/>
                    </a:lnTo>
                    <a:lnTo>
                      <a:pt x="0" y="571181"/>
                    </a:lnTo>
                    <a:lnTo>
                      <a:pt x="0" y="539400"/>
                    </a:lnTo>
                    <a:lnTo>
                      <a:pt x="0" y="507620"/>
                    </a:lnTo>
                    <a:lnTo>
                      <a:pt x="0" y="475839"/>
                    </a:lnTo>
                    <a:lnTo>
                      <a:pt x="0" y="444058"/>
                    </a:lnTo>
                    <a:lnTo>
                      <a:pt x="0" y="412277"/>
                    </a:lnTo>
                    <a:lnTo>
                      <a:pt x="0" y="380497"/>
                    </a:lnTo>
                    <a:lnTo>
                      <a:pt x="0" y="348716"/>
                    </a:lnTo>
                    <a:lnTo>
                      <a:pt x="0" y="316935"/>
                    </a:lnTo>
                    <a:lnTo>
                      <a:pt x="0" y="285155"/>
                    </a:lnTo>
                    <a:lnTo>
                      <a:pt x="0" y="253374"/>
                    </a:lnTo>
                    <a:lnTo>
                      <a:pt x="0" y="221593"/>
                    </a:lnTo>
                    <a:lnTo>
                      <a:pt x="0" y="189812"/>
                    </a:lnTo>
                    <a:lnTo>
                      <a:pt x="0" y="158032"/>
                    </a:lnTo>
                    <a:lnTo>
                      <a:pt x="0" y="126251"/>
                    </a:lnTo>
                    <a:lnTo>
                      <a:pt x="0" y="94470"/>
                    </a:lnTo>
                    <a:lnTo>
                      <a:pt x="0" y="62690"/>
                    </a:lnTo>
                    <a:lnTo>
                      <a:pt x="0" y="30909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" name="pl14"/>
              <p:cNvSpPr/>
              <p:nvPr/>
            </p:nvSpPr>
            <p:spPr>
              <a:xfrm>
                <a:off x="5252461" y="1386057"/>
                <a:ext cx="0" cy="2714613"/>
              </a:xfrm>
              <a:custGeom>
                <a:avLst/>
                <a:gdLst/>
                <a:ahLst/>
                <a:cxnLst/>
                <a:rect l="0" t="0" r="0" b="0"/>
                <a:pathLst>
                  <a:path h="2714613">
                    <a:moveTo>
                      <a:pt x="0" y="2714613"/>
                    </a:moveTo>
                    <a:lnTo>
                      <a:pt x="0" y="2700489"/>
                    </a:lnTo>
                    <a:lnTo>
                      <a:pt x="0" y="2668708"/>
                    </a:lnTo>
                    <a:lnTo>
                      <a:pt x="0" y="2636927"/>
                    </a:lnTo>
                    <a:lnTo>
                      <a:pt x="0" y="2605147"/>
                    </a:lnTo>
                    <a:lnTo>
                      <a:pt x="0" y="2573366"/>
                    </a:lnTo>
                    <a:lnTo>
                      <a:pt x="0" y="2541585"/>
                    </a:lnTo>
                    <a:lnTo>
                      <a:pt x="0" y="2509805"/>
                    </a:lnTo>
                    <a:lnTo>
                      <a:pt x="0" y="2478024"/>
                    </a:lnTo>
                    <a:lnTo>
                      <a:pt x="0" y="2446243"/>
                    </a:lnTo>
                    <a:lnTo>
                      <a:pt x="0" y="2414462"/>
                    </a:lnTo>
                    <a:lnTo>
                      <a:pt x="0" y="2382682"/>
                    </a:lnTo>
                    <a:lnTo>
                      <a:pt x="0" y="2350901"/>
                    </a:lnTo>
                    <a:lnTo>
                      <a:pt x="0" y="2319120"/>
                    </a:lnTo>
                    <a:lnTo>
                      <a:pt x="0" y="2287340"/>
                    </a:lnTo>
                    <a:lnTo>
                      <a:pt x="0" y="2255559"/>
                    </a:lnTo>
                    <a:lnTo>
                      <a:pt x="0" y="2223778"/>
                    </a:lnTo>
                    <a:lnTo>
                      <a:pt x="0" y="2191997"/>
                    </a:lnTo>
                    <a:lnTo>
                      <a:pt x="0" y="2160217"/>
                    </a:lnTo>
                    <a:lnTo>
                      <a:pt x="0" y="2128436"/>
                    </a:lnTo>
                    <a:lnTo>
                      <a:pt x="0" y="2096655"/>
                    </a:lnTo>
                    <a:lnTo>
                      <a:pt x="0" y="2064875"/>
                    </a:lnTo>
                    <a:lnTo>
                      <a:pt x="0" y="2033094"/>
                    </a:lnTo>
                    <a:lnTo>
                      <a:pt x="0" y="2001313"/>
                    </a:lnTo>
                    <a:lnTo>
                      <a:pt x="0" y="1969532"/>
                    </a:lnTo>
                    <a:lnTo>
                      <a:pt x="0" y="1937752"/>
                    </a:lnTo>
                    <a:lnTo>
                      <a:pt x="0" y="1905971"/>
                    </a:lnTo>
                    <a:lnTo>
                      <a:pt x="0" y="1874190"/>
                    </a:lnTo>
                    <a:lnTo>
                      <a:pt x="0" y="1842410"/>
                    </a:lnTo>
                    <a:lnTo>
                      <a:pt x="0" y="1810629"/>
                    </a:lnTo>
                    <a:lnTo>
                      <a:pt x="0" y="1778848"/>
                    </a:lnTo>
                    <a:lnTo>
                      <a:pt x="0" y="1747067"/>
                    </a:lnTo>
                    <a:lnTo>
                      <a:pt x="0" y="1715287"/>
                    </a:lnTo>
                    <a:lnTo>
                      <a:pt x="0" y="1683506"/>
                    </a:lnTo>
                    <a:lnTo>
                      <a:pt x="0" y="1651725"/>
                    </a:lnTo>
                    <a:lnTo>
                      <a:pt x="0" y="1619945"/>
                    </a:lnTo>
                    <a:lnTo>
                      <a:pt x="0" y="1588164"/>
                    </a:lnTo>
                    <a:lnTo>
                      <a:pt x="0" y="1556383"/>
                    </a:lnTo>
                    <a:lnTo>
                      <a:pt x="0" y="1524602"/>
                    </a:lnTo>
                    <a:lnTo>
                      <a:pt x="0" y="1492822"/>
                    </a:lnTo>
                    <a:lnTo>
                      <a:pt x="0" y="1461041"/>
                    </a:lnTo>
                    <a:lnTo>
                      <a:pt x="0" y="1429260"/>
                    </a:lnTo>
                    <a:lnTo>
                      <a:pt x="0" y="1397480"/>
                    </a:lnTo>
                    <a:lnTo>
                      <a:pt x="0" y="1365699"/>
                    </a:lnTo>
                    <a:lnTo>
                      <a:pt x="0" y="1333918"/>
                    </a:lnTo>
                    <a:lnTo>
                      <a:pt x="0" y="1302137"/>
                    </a:lnTo>
                    <a:lnTo>
                      <a:pt x="0" y="1270357"/>
                    </a:lnTo>
                    <a:lnTo>
                      <a:pt x="0" y="1238576"/>
                    </a:lnTo>
                    <a:lnTo>
                      <a:pt x="0" y="1206795"/>
                    </a:lnTo>
                    <a:lnTo>
                      <a:pt x="0" y="1175015"/>
                    </a:lnTo>
                    <a:lnTo>
                      <a:pt x="0" y="1143234"/>
                    </a:lnTo>
                    <a:lnTo>
                      <a:pt x="0" y="1111453"/>
                    </a:lnTo>
                    <a:lnTo>
                      <a:pt x="0" y="1079672"/>
                    </a:lnTo>
                    <a:lnTo>
                      <a:pt x="0" y="1047892"/>
                    </a:lnTo>
                    <a:lnTo>
                      <a:pt x="0" y="1016111"/>
                    </a:lnTo>
                    <a:lnTo>
                      <a:pt x="0" y="984330"/>
                    </a:lnTo>
                    <a:lnTo>
                      <a:pt x="0" y="952550"/>
                    </a:lnTo>
                    <a:lnTo>
                      <a:pt x="0" y="920769"/>
                    </a:lnTo>
                    <a:lnTo>
                      <a:pt x="0" y="888988"/>
                    </a:lnTo>
                    <a:lnTo>
                      <a:pt x="0" y="857207"/>
                    </a:lnTo>
                    <a:lnTo>
                      <a:pt x="0" y="825427"/>
                    </a:lnTo>
                    <a:lnTo>
                      <a:pt x="0" y="793646"/>
                    </a:lnTo>
                    <a:lnTo>
                      <a:pt x="0" y="761865"/>
                    </a:lnTo>
                    <a:lnTo>
                      <a:pt x="0" y="730085"/>
                    </a:lnTo>
                    <a:lnTo>
                      <a:pt x="0" y="698304"/>
                    </a:lnTo>
                    <a:lnTo>
                      <a:pt x="0" y="666523"/>
                    </a:lnTo>
                    <a:lnTo>
                      <a:pt x="0" y="634742"/>
                    </a:lnTo>
                    <a:lnTo>
                      <a:pt x="0" y="602962"/>
                    </a:lnTo>
                    <a:lnTo>
                      <a:pt x="0" y="571181"/>
                    </a:lnTo>
                    <a:lnTo>
                      <a:pt x="0" y="539400"/>
                    </a:lnTo>
                    <a:lnTo>
                      <a:pt x="0" y="507620"/>
                    </a:lnTo>
                    <a:lnTo>
                      <a:pt x="0" y="475839"/>
                    </a:lnTo>
                    <a:lnTo>
                      <a:pt x="0" y="444058"/>
                    </a:lnTo>
                    <a:lnTo>
                      <a:pt x="0" y="412277"/>
                    </a:lnTo>
                    <a:lnTo>
                      <a:pt x="0" y="380497"/>
                    </a:lnTo>
                    <a:lnTo>
                      <a:pt x="0" y="348716"/>
                    </a:lnTo>
                    <a:lnTo>
                      <a:pt x="0" y="316935"/>
                    </a:lnTo>
                    <a:lnTo>
                      <a:pt x="0" y="285155"/>
                    </a:lnTo>
                    <a:lnTo>
                      <a:pt x="0" y="253374"/>
                    </a:lnTo>
                    <a:lnTo>
                      <a:pt x="0" y="221593"/>
                    </a:lnTo>
                    <a:lnTo>
                      <a:pt x="0" y="189812"/>
                    </a:lnTo>
                    <a:lnTo>
                      <a:pt x="0" y="158032"/>
                    </a:lnTo>
                    <a:lnTo>
                      <a:pt x="0" y="126251"/>
                    </a:lnTo>
                    <a:lnTo>
                      <a:pt x="0" y="94470"/>
                    </a:lnTo>
                    <a:lnTo>
                      <a:pt x="0" y="62690"/>
                    </a:lnTo>
                    <a:lnTo>
                      <a:pt x="0" y="30909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" name="pl15"/>
              <p:cNvSpPr/>
              <p:nvPr/>
            </p:nvSpPr>
            <p:spPr>
              <a:xfrm>
                <a:off x="1935545" y="3848191"/>
                <a:ext cx="3501561" cy="0"/>
              </a:xfrm>
              <a:custGeom>
                <a:avLst/>
                <a:gdLst/>
                <a:ahLst/>
                <a:cxnLst/>
                <a:rect l="0" t="0" r="0" b="0"/>
                <a:pathLst>
                  <a:path w="3501561">
                    <a:moveTo>
                      <a:pt x="0" y="0"/>
                    </a:moveTo>
                    <a:lnTo>
                      <a:pt x="19506" y="0"/>
                    </a:lnTo>
                    <a:lnTo>
                      <a:pt x="58299" y="0"/>
                    </a:lnTo>
                    <a:lnTo>
                      <a:pt x="97093" y="0"/>
                    </a:lnTo>
                    <a:lnTo>
                      <a:pt x="135886" y="0"/>
                    </a:lnTo>
                    <a:lnTo>
                      <a:pt x="174679" y="0"/>
                    </a:lnTo>
                    <a:lnTo>
                      <a:pt x="213472" y="0"/>
                    </a:lnTo>
                    <a:lnTo>
                      <a:pt x="252265" y="0"/>
                    </a:lnTo>
                    <a:lnTo>
                      <a:pt x="291058" y="0"/>
                    </a:lnTo>
                    <a:lnTo>
                      <a:pt x="329851" y="0"/>
                    </a:lnTo>
                    <a:lnTo>
                      <a:pt x="368644" y="0"/>
                    </a:lnTo>
                    <a:lnTo>
                      <a:pt x="407437" y="0"/>
                    </a:lnTo>
                    <a:lnTo>
                      <a:pt x="446230" y="0"/>
                    </a:lnTo>
                    <a:lnTo>
                      <a:pt x="485023" y="0"/>
                    </a:lnTo>
                    <a:lnTo>
                      <a:pt x="523816" y="0"/>
                    </a:lnTo>
                    <a:lnTo>
                      <a:pt x="562609" y="0"/>
                    </a:lnTo>
                    <a:lnTo>
                      <a:pt x="601402" y="0"/>
                    </a:lnTo>
                    <a:lnTo>
                      <a:pt x="640195" y="0"/>
                    </a:lnTo>
                    <a:lnTo>
                      <a:pt x="678988" y="0"/>
                    </a:lnTo>
                    <a:lnTo>
                      <a:pt x="717781" y="0"/>
                    </a:lnTo>
                    <a:lnTo>
                      <a:pt x="756574" y="0"/>
                    </a:lnTo>
                    <a:lnTo>
                      <a:pt x="795367" y="0"/>
                    </a:lnTo>
                    <a:lnTo>
                      <a:pt x="834160" y="0"/>
                    </a:lnTo>
                    <a:lnTo>
                      <a:pt x="872954" y="0"/>
                    </a:lnTo>
                    <a:lnTo>
                      <a:pt x="911747" y="0"/>
                    </a:lnTo>
                    <a:lnTo>
                      <a:pt x="950540" y="0"/>
                    </a:lnTo>
                    <a:lnTo>
                      <a:pt x="989333" y="0"/>
                    </a:lnTo>
                    <a:lnTo>
                      <a:pt x="1028126" y="0"/>
                    </a:lnTo>
                    <a:lnTo>
                      <a:pt x="1066919" y="0"/>
                    </a:lnTo>
                    <a:lnTo>
                      <a:pt x="1105712" y="0"/>
                    </a:lnTo>
                    <a:lnTo>
                      <a:pt x="1144505" y="0"/>
                    </a:lnTo>
                    <a:lnTo>
                      <a:pt x="1183298" y="0"/>
                    </a:lnTo>
                    <a:lnTo>
                      <a:pt x="1222091" y="0"/>
                    </a:lnTo>
                    <a:lnTo>
                      <a:pt x="1260884" y="0"/>
                    </a:lnTo>
                    <a:lnTo>
                      <a:pt x="1299677" y="0"/>
                    </a:lnTo>
                    <a:lnTo>
                      <a:pt x="1338470" y="0"/>
                    </a:lnTo>
                    <a:lnTo>
                      <a:pt x="1377263" y="0"/>
                    </a:lnTo>
                    <a:lnTo>
                      <a:pt x="1416056" y="0"/>
                    </a:lnTo>
                    <a:lnTo>
                      <a:pt x="1454849" y="0"/>
                    </a:lnTo>
                    <a:lnTo>
                      <a:pt x="1493642" y="0"/>
                    </a:lnTo>
                    <a:lnTo>
                      <a:pt x="1532435" y="0"/>
                    </a:lnTo>
                    <a:lnTo>
                      <a:pt x="1571228" y="0"/>
                    </a:lnTo>
                    <a:lnTo>
                      <a:pt x="1610021" y="0"/>
                    </a:lnTo>
                    <a:lnTo>
                      <a:pt x="1648815" y="0"/>
                    </a:lnTo>
                    <a:lnTo>
                      <a:pt x="1687608" y="0"/>
                    </a:lnTo>
                    <a:lnTo>
                      <a:pt x="1726401" y="0"/>
                    </a:lnTo>
                    <a:lnTo>
                      <a:pt x="1765194" y="0"/>
                    </a:lnTo>
                    <a:lnTo>
                      <a:pt x="1803987" y="0"/>
                    </a:lnTo>
                    <a:lnTo>
                      <a:pt x="1842780" y="0"/>
                    </a:lnTo>
                    <a:lnTo>
                      <a:pt x="1881573" y="0"/>
                    </a:lnTo>
                    <a:lnTo>
                      <a:pt x="1920366" y="0"/>
                    </a:lnTo>
                    <a:lnTo>
                      <a:pt x="1959159" y="0"/>
                    </a:lnTo>
                    <a:lnTo>
                      <a:pt x="1997952" y="0"/>
                    </a:lnTo>
                    <a:lnTo>
                      <a:pt x="2036745" y="0"/>
                    </a:lnTo>
                    <a:lnTo>
                      <a:pt x="2075538" y="0"/>
                    </a:lnTo>
                    <a:lnTo>
                      <a:pt x="2114331" y="0"/>
                    </a:lnTo>
                    <a:lnTo>
                      <a:pt x="2153124" y="0"/>
                    </a:lnTo>
                    <a:lnTo>
                      <a:pt x="2191917" y="0"/>
                    </a:lnTo>
                    <a:lnTo>
                      <a:pt x="2230710" y="0"/>
                    </a:lnTo>
                    <a:lnTo>
                      <a:pt x="2269503" y="0"/>
                    </a:lnTo>
                    <a:lnTo>
                      <a:pt x="2308296" y="0"/>
                    </a:lnTo>
                    <a:lnTo>
                      <a:pt x="2347089" y="0"/>
                    </a:lnTo>
                    <a:lnTo>
                      <a:pt x="2385882" y="0"/>
                    </a:lnTo>
                    <a:lnTo>
                      <a:pt x="2424676" y="0"/>
                    </a:lnTo>
                    <a:lnTo>
                      <a:pt x="2463469" y="0"/>
                    </a:lnTo>
                    <a:lnTo>
                      <a:pt x="2502262" y="0"/>
                    </a:lnTo>
                    <a:lnTo>
                      <a:pt x="2541055" y="0"/>
                    </a:lnTo>
                    <a:lnTo>
                      <a:pt x="2579848" y="0"/>
                    </a:lnTo>
                    <a:lnTo>
                      <a:pt x="2618641" y="0"/>
                    </a:lnTo>
                    <a:lnTo>
                      <a:pt x="2657434" y="0"/>
                    </a:lnTo>
                    <a:lnTo>
                      <a:pt x="2696227" y="0"/>
                    </a:lnTo>
                    <a:lnTo>
                      <a:pt x="2735020" y="0"/>
                    </a:lnTo>
                    <a:lnTo>
                      <a:pt x="2773813" y="0"/>
                    </a:lnTo>
                    <a:lnTo>
                      <a:pt x="2812606" y="0"/>
                    </a:lnTo>
                    <a:lnTo>
                      <a:pt x="2851399" y="0"/>
                    </a:lnTo>
                    <a:lnTo>
                      <a:pt x="2890192" y="0"/>
                    </a:lnTo>
                    <a:lnTo>
                      <a:pt x="2928985" y="0"/>
                    </a:lnTo>
                    <a:lnTo>
                      <a:pt x="2967778" y="0"/>
                    </a:lnTo>
                    <a:lnTo>
                      <a:pt x="3006571" y="0"/>
                    </a:lnTo>
                    <a:lnTo>
                      <a:pt x="3045364" y="0"/>
                    </a:lnTo>
                    <a:lnTo>
                      <a:pt x="3084157" y="0"/>
                    </a:lnTo>
                    <a:lnTo>
                      <a:pt x="3122950" y="0"/>
                    </a:lnTo>
                    <a:lnTo>
                      <a:pt x="3161743" y="0"/>
                    </a:lnTo>
                    <a:lnTo>
                      <a:pt x="3200537" y="0"/>
                    </a:lnTo>
                    <a:lnTo>
                      <a:pt x="3239330" y="0"/>
                    </a:lnTo>
                    <a:lnTo>
                      <a:pt x="3278123" y="0"/>
                    </a:lnTo>
                    <a:lnTo>
                      <a:pt x="3316916" y="0"/>
                    </a:lnTo>
                    <a:lnTo>
                      <a:pt x="3355709" y="0"/>
                    </a:lnTo>
                    <a:lnTo>
                      <a:pt x="3394502" y="0"/>
                    </a:lnTo>
                    <a:lnTo>
                      <a:pt x="3433295" y="0"/>
                    </a:lnTo>
                    <a:lnTo>
                      <a:pt x="3472088" y="0"/>
                    </a:lnTo>
                    <a:lnTo>
                      <a:pt x="3501561" y="0"/>
                    </a:lnTo>
                    <a:lnTo>
                      <a:pt x="3501561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" name="pl16"/>
              <p:cNvSpPr/>
              <p:nvPr/>
            </p:nvSpPr>
            <p:spPr>
              <a:xfrm>
                <a:off x="1935545" y="3323809"/>
                <a:ext cx="3501561" cy="0"/>
              </a:xfrm>
              <a:custGeom>
                <a:avLst/>
                <a:gdLst/>
                <a:ahLst/>
                <a:cxnLst/>
                <a:rect l="0" t="0" r="0" b="0"/>
                <a:pathLst>
                  <a:path w="3501561">
                    <a:moveTo>
                      <a:pt x="0" y="0"/>
                    </a:moveTo>
                    <a:lnTo>
                      <a:pt x="19506" y="0"/>
                    </a:lnTo>
                    <a:lnTo>
                      <a:pt x="58299" y="0"/>
                    </a:lnTo>
                    <a:lnTo>
                      <a:pt x="97093" y="0"/>
                    </a:lnTo>
                    <a:lnTo>
                      <a:pt x="135886" y="0"/>
                    </a:lnTo>
                    <a:lnTo>
                      <a:pt x="174679" y="0"/>
                    </a:lnTo>
                    <a:lnTo>
                      <a:pt x="213472" y="0"/>
                    </a:lnTo>
                    <a:lnTo>
                      <a:pt x="252265" y="0"/>
                    </a:lnTo>
                    <a:lnTo>
                      <a:pt x="291058" y="0"/>
                    </a:lnTo>
                    <a:lnTo>
                      <a:pt x="329851" y="0"/>
                    </a:lnTo>
                    <a:lnTo>
                      <a:pt x="368644" y="0"/>
                    </a:lnTo>
                    <a:lnTo>
                      <a:pt x="407437" y="0"/>
                    </a:lnTo>
                    <a:lnTo>
                      <a:pt x="446230" y="0"/>
                    </a:lnTo>
                    <a:lnTo>
                      <a:pt x="485023" y="0"/>
                    </a:lnTo>
                    <a:lnTo>
                      <a:pt x="523816" y="0"/>
                    </a:lnTo>
                    <a:lnTo>
                      <a:pt x="562609" y="0"/>
                    </a:lnTo>
                    <a:lnTo>
                      <a:pt x="601402" y="0"/>
                    </a:lnTo>
                    <a:lnTo>
                      <a:pt x="640195" y="0"/>
                    </a:lnTo>
                    <a:lnTo>
                      <a:pt x="678988" y="0"/>
                    </a:lnTo>
                    <a:lnTo>
                      <a:pt x="717781" y="0"/>
                    </a:lnTo>
                    <a:lnTo>
                      <a:pt x="756574" y="0"/>
                    </a:lnTo>
                    <a:lnTo>
                      <a:pt x="795367" y="0"/>
                    </a:lnTo>
                    <a:lnTo>
                      <a:pt x="834160" y="0"/>
                    </a:lnTo>
                    <a:lnTo>
                      <a:pt x="872954" y="0"/>
                    </a:lnTo>
                    <a:lnTo>
                      <a:pt x="911747" y="0"/>
                    </a:lnTo>
                    <a:lnTo>
                      <a:pt x="950540" y="0"/>
                    </a:lnTo>
                    <a:lnTo>
                      <a:pt x="989333" y="0"/>
                    </a:lnTo>
                    <a:lnTo>
                      <a:pt x="1028126" y="0"/>
                    </a:lnTo>
                    <a:lnTo>
                      <a:pt x="1066919" y="0"/>
                    </a:lnTo>
                    <a:lnTo>
                      <a:pt x="1105712" y="0"/>
                    </a:lnTo>
                    <a:lnTo>
                      <a:pt x="1144505" y="0"/>
                    </a:lnTo>
                    <a:lnTo>
                      <a:pt x="1183298" y="0"/>
                    </a:lnTo>
                    <a:lnTo>
                      <a:pt x="1222091" y="0"/>
                    </a:lnTo>
                    <a:lnTo>
                      <a:pt x="1260884" y="0"/>
                    </a:lnTo>
                    <a:lnTo>
                      <a:pt x="1299677" y="0"/>
                    </a:lnTo>
                    <a:lnTo>
                      <a:pt x="1338470" y="0"/>
                    </a:lnTo>
                    <a:lnTo>
                      <a:pt x="1377263" y="0"/>
                    </a:lnTo>
                    <a:lnTo>
                      <a:pt x="1416056" y="0"/>
                    </a:lnTo>
                    <a:lnTo>
                      <a:pt x="1454849" y="0"/>
                    </a:lnTo>
                    <a:lnTo>
                      <a:pt x="1493642" y="0"/>
                    </a:lnTo>
                    <a:lnTo>
                      <a:pt x="1532435" y="0"/>
                    </a:lnTo>
                    <a:lnTo>
                      <a:pt x="1571228" y="0"/>
                    </a:lnTo>
                    <a:lnTo>
                      <a:pt x="1610021" y="0"/>
                    </a:lnTo>
                    <a:lnTo>
                      <a:pt x="1648815" y="0"/>
                    </a:lnTo>
                    <a:lnTo>
                      <a:pt x="1687608" y="0"/>
                    </a:lnTo>
                    <a:lnTo>
                      <a:pt x="1726401" y="0"/>
                    </a:lnTo>
                    <a:lnTo>
                      <a:pt x="1765194" y="0"/>
                    </a:lnTo>
                    <a:lnTo>
                      <a:pt x="1803987" y="0"/>
                    </a:lnTo>
                    <a:lnTo>
                      <a:pt x="1842780" y="0"/>
                    </a:lnTo>
                    <a:lnTo>
                      <a:pt x="1881573" y="0"/>
                    </a:lnTo>
                    <a:lnTo>
                      <a:pt x="1920366" y="0"/>
                    </a:lnTo>
                    <a:lnTo>
                      <a:pt x="1959159" y="0"/>
                    </a:lnTo>
                    <a:lnTo>
                      <a:pt x="1997952" y="0"/>
                    </a:lnTo>
                    <a:lnTo>
                      <a:pt x="2036745" y="0"/>
                    </a:lnTo>
                    <a:lnTo>
                      <a:pt x="2075538" y="0"/>
                    </a:lnTo>
                    <a:lnTo>
                      <a:pt x="2114331" y="0"/>
                    </a:lnTo>
                    <a:lnTo>
                      <a:pt x="2153124" y="0"/>
                    </a:lnTo>
                    <a:lnTo>
                      <a:pt x="2191917" y="0"/>
                    </a:lnTo>
                    <a:lnTo>
                      <a:pt x="2230710" y="0"/>
                    </a:lnTo>
                    <a:lnTo>
                      <a:pt x="2269503" y="0"/>
                    </a:lnTo>
                    <a:lnTo>
                      <a:pt x="2308296" y="0"/>
                    </a:lnTo>
                    <a:lnTo>
                      <a:pt x="2347089" y="0"/>
                    </a:lnTo>
                    <a:lnTo>
                      <a:pt x="2385882" y="0"/>
                    </a:lnTo>
                    <a:lnTo>
                      <a:pt x="2424676" y="0"/>
                    </a:lnTo>
                    <a:lnTo>
                      <a:pt x="2463469" y="0"/>
                    </a:lnTo>
                    <a:lnTo>
                      <a:pt x="2502262" y="0"/>
                    </a:lnTo>
                    <a:lnTo>
                      <a:pt x="2541055" y="0"/>
                    </a:lnTo>
                    <a:lnTo>
                      <a:pt x="2579848" y="0"/>
                    </a:lnTo>
                    <a:lnTo>
                      <a:pt x="2618641" y="0"/>
                    </a:lnTo>
                    <a:lnTo>
                      <a:pt x="2657434" y="0"/>
                    </a:lnTo>
                    <a:lnTo>
                      <a:pt x="2696227" y="0"/>
                    </a:lnTo>
                    <a:lnTo>
                      <a:pt x="2735020" y="0"/>
                    </a:lnTo>
                    <a:lnTo>
                      <a:pt x="2773813" y="0"/>
                    </a:lnTo>
                    <a:lnTo>
                      <a:pt x="2812606" y="0"/>
                    </a:lnTo>
                    <a:lnTo>
                      <a:pt x="2851399" y="0"/>
                    </a:lnTo>
                    <a:lnTo>
                      <a:pt x="2890192" y="0"/>
                    </a:lnTo>
                    <a:lnTo>
                      <a:pt x="2928985" y="0"/>
                    </a:lnTo>
                    <a:lnTo>
                      <a:pt x="2967778" y="0"/>
                    </a:lnTo>
                    <a:lnTo>
                      <a:pt x="3006571" y="0"/>
                    </a:lnTo>
                    <a:lnTo>
                      <a:pt x="3045364" y="0"/>
                    </a:lnTo>
                    <a:lnTo>
                      <a:pt x="3084157" y="0"/>
                    </a:lnTo>
                    <a:lnTo>
                      <a:pt x="3122950" y="0"/>
                    </a:lnTo>
                    <a:lnTo>
                      <a:pt x="3161743" y="0"/>
                    </a:lnTo>
                    <a:lnTo>
                      <a:pt x="3200537" y="0"/>
                    </a:lnTo>
                    <a:lnTo>
                      <a:pt x="3239330" y="0"/>
                    </a:lnTo>
                    <a:lnTo>
                      <a:pt x="3278123" y="0"/>
                    </a:lnTo>
                    <a:lnTo>
                      <a:pt x="3316916" y="0"/>
                    </a:lnTo>
                    <a:lnTo>
                      <a:pt x="3355709" y="0"/>
                    </a:lnTo>
                    <a:lnTo>
                      <a:pt x="3394502" y="0"/>
                    </a:lnTo>
                    <a:lnTo>
                      <a:pt x="3433295" y="0"/>
                    </a:lnTo>
                    <a:lnTo>
                      <a:pt x="3472088" y="0"/>
                    </a:lnTo>
                    <a:lnTo>
                      <a:pt x="3501561" y="0"/>
                    </a:lnTo>
                    <a:lnTo>
                      <a:pt x="3501561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" name="pl17"/>
              <p:cNvSpPr/>
              <p:nvPr/>
            </p:nvSpPr>
            <p:spPr>
              <a:xfrm>
                <a:off x="1935545" y="2799427"/>
                <a:ext cx="3501561" cy="0"/>
              </a:xfrm>
              <a:custGeom>
                <a:avLst/>
                <a:gdLst/>
                <a:ahLst/>
                <a:cxnLst/>
                <a:rect l="0" t="0" r="0" b="0"/>
                <a:pathLst>
                  <a:path w="3501561">
                    <a:moveTo>
                      <a:pt x="0" y="0"/>
                    </a:moveTo>
                    <a:lnTo>
                      <a:pt x="19506" y="0"/>
                    </a:lnTo>
                    <a:lnTo>
                      <a:pt x="58299" y="0"/>
                    </a:lnTo>
                    <a:lnTo>
                      <a:pt x="97093" y="0"/>
                    </a:lnTo>
                    <a:lnTo>
                      <a:pt x="135886" y="0"/>
                    </a:lnTo>
                    <a:lnTo>
                      <a:pt x="174679" y="0"/>
                    </a:lnTo>
                    <a:lnTo>
                      <a:pt x="213472" y="0"/>
                    </a:lnTo>
                    <a:lnTo>
                      <a:pt x="252265" y="0"/>
                    </a:lnTo>
                    <a:lnTo>
                      <a:pt x="291058" y="0"/>
                    </a:lnTo>
                    <a:lnTo>
                      <a:pt x="329851" y="0"/>
                    </a:lnTo>
                    <a:lnTo>
                      <a:pt x="368644" y="0"/>
                    </a:lnTo>
                    <a:lnTo>
                      <a:pt x="407437" y="0"/>
                    </a:lnTo>
                    <a:lnTo>
                      <a:pt x="446230" y="0"/>
                    </a:lnTo>
                    <a:lnTo>
                      <a:pt x="485023" y="0"/>
                    </a:lnTo>
                    <a:lnTo>
                      <a:pt x="523816" y="0"/>
                    </a:lnTo>
                    <a:lnTo>
                      <a:pt x="562609" y="0"/>
                    </a:lnTo>
                    <a:lnTo>
                      <a:pt x="601402" y="0"/>
                    </a:lnTo>
                    <a:lnTo>
                      <a:pt x="640195" y="0"/>
                    </a:lnTo>
                    <a:lnTo>
                      <a:pt x="678988" y="0"/>
                    </a:lnTo>
                    <a:lnTo>
                      <a:pt x="717781" y="0"/>
                    </a:lnTo>
                    <a:lnTo>
                      <a:pt x="756574" y="0"/>
                    </a:lnTo>
                    <a:lnTo>
                      <a:pt x="795367" y="0"/>
                    </a:lnTo>
                    <a:lnTo>
                      <a:pt x="834160" y="0"/>
                    </a:lnTo>
                    <a:lnTo>
                      <a:pt x="872954" y="0"/>
                    </a:lnTo>
                    <a:lnTo>
                      <a:pt x="911747" y="0"/>
                    </a:lnTo>
                    <a:lnTo>
                      <a:pt x="950540" y="0"/>
                    </a:lnTo>
                    <a:lnTo>
                      <a:pt x="989333" y="0"/>
                    </a:lnTo>
                    <a:lnTo>
                      <a:pt x="1028126" y="0"/>
                    </a:lnTo>
                    <a:lnTo>
                      <a:pt x="1066919" y="0"/>
                    </a:lnTo>
                    <a:lnTo>
                      <a:pt x="1105712" y="0"/>
                    </a:lnTo>
                    <a:lnTo>
                      <a:pt x="1144505" y="0"/>
                    </a:lnTo>
                    <a:lnTo>
                      <a:pt x="1183298" y="0"/>
                    </a:lnTo>
                    <a:lnTo>
                      <a:pt x="1222091" y="0"/>
                    </a:lnTo>
                    <a:lnTo>
                      <a:pt x="1260884" y="0"/>
                    </a:lnTo>
                    <a:lnTo>
                      <a:pt x="1299677" y="0"/>
                    </a:lnTo>
                    <a:lnTo>
                      <a:pt x="1338470" y="0"/>
                    </a:lnTo>
                    <a:lnTo>
                      <a:pt x="1377263" y="0"/>
                    </a:lnTo>
                    <a:lnTo>
                      <a:pt x="1416056" y="0"/>
                    </a:lnTo>
                    <a:lnTo>
                      <a:pt x="1454849" y="0"/>
                    </a:lnTo>
                    <a:lnTo>
                      <a:pt x="1493642" y="0"/>
                    </a:lnTo>
                    <a:lnTo>
                      <a:pt x="1532435" y="0"/>
                    </a:lnTo>
                    <a:lnTo>
                      <a:pt x="1571228" y="0"/>
                    </a:lnTo>
                    <a:lnTo>
                      <a:pt x="1610021" y="0"/>
                    </a:lnTo>
                    <a:lnTo>
                      <a:pt x="1648815" y="0"/>
                    </a:lnTo>
                    <a:lnTo>
                      <a:pt x="1687608" y="0"/>
                    </a:lnTo>
                    <a:lnTo>
                      <a:pt x="1726401" y="0"/>
                    </a:lnTo>
                    <a:lnTo>
                      <a:pt x="1765194" y="0"/>
                    </a:lnTo>
                    <a:lnTo>
                      <a:pt x="1803987" y="0"/>
                    </a:lnTo>
                    <a:lnTo>
                      <a:pt x="1842780" y="0"/>
                    </a:lnTo>
                    <a:lnTo>
                      <a:pt x="1881573" y="0"/>
                    </a:lnTo>
                    <a:lnTo>
                      <a:pt x="1920366" y="0"/>
                    </a:lnTo>
                    <a:lnTo>
                      <a:pt x="1959159" y="0"/>
                    </a:lnTo>
                    <a:lnTo>
                      <a:pt x="1997952" y="0"/>
                    </a:lnTo>
                    <a:lnTo>
                      <a:pt x="2036745" y="0"/>
                    </a:lnTo>
                    <a:lnTo>
                      <a:pt x="2075538" y="0"/>
                    </a:lnTo>
                    <a:lnTo>
                      <a:pt x="2114331" y="0"/>
                    </a:lnTo>
                    <a:lnTo>
                      <a:pt x="2153124" y="0"/>
                    </a:lnTo>
                    <a:lnTo>
                      <a:pt x="2191917" y="0"/>
                    </a:lnTo>
                    <a:lnTo>
                      <a:pt x="2230710" y="0"/>
                    </a:lnTo>
                    <a:lnTo>
                      <a:pt x="2269503" y="0"/>
                    </a:lnTo>
                    <a:lnTo>
                      <a:pt x="2308296" y="0"/>
                    </a:lnTo>
                    <a:lnTo>
                      <a:pt x="2347089" y="0"/>
                    </a:lnTo>
                    <a:lnTo>
                      <a:pt x="2385882" y="0"/>
                    </a:lnTo>
                    <a:lnTo>
                      <a:pt x="2424676" y="0"/>
                    </a:lnTo>
                    <a:lnTo>
                      <a:pt x="2463469" y="0"/>
                    </a:lnTo>
                    <a:lnTo>
                      <a:pt x="2502262" y="0"/>
                    </a:lnTo>
                    <a:lnTo>
                      <a:pt x="2541055" y="0"/>
                    </a:lnTo>
                    <a:lnTo>
                      <a:pt x="2579848" y="0"/>
                    </a:lnTo>
                    <a:lnTo>
                      <a:pt x="2618641" y="0"/>
                    </a:lnTo>
                    <a:lnTo>
                      <a:pt x="2657434" y="0"/>
                    </a:lnTo>
                    <a:lnTo>
                      <a:pt x="2696227" y="0"/>
                    </a:lnTo>
                    <a:lnTo>
                      <a:pt x="2735020" y="0"/>
                    </a:lnTo>
                    <a:lnTo>
                      <a:pt x="2773813" y="0"/>
                    </a:lnTo>
                    <a:lnTo>
                      <a:pt x="2812606" y="0"/>
                    </a:lnTo>
                    <a:lnTo>
                      <a:pt x="2851399" y="0"/>
                    </a:lnTo>
                    <a:lnTo>
                      <a:pt x="2890192" y="0"/>
                    </a:lnTo>
                    <a:lnTo>
                      <a:pt x="2928985" y="0"/>
                    </a:lnTo>
                    <a:lnTo>
                      <a:pt x="2967778" y="0"/>
                    </a:lnTo>
                    <a:lnTo>
                      <a:pt x="3006571" y="0"/>
                    </a:lnTo>
                    <a:lnTo>
                      <a:pt x="3045364" y="0"/>
                    </a:lnTo>
                    <a:lnTo>
                      <a:pt x="3084157" y="0"/>
                    </a:lnTo>
                    <a:lnTo>
                      <a:pt x="3122950" y="0"/>
                    </a:lnTo>
                    <a:lnTo>
                      <a:pt x="3161743" y="0"/>
                    </a:lnTo>
                    <a:lnTo>
                      <a:pt x="3200537" y="0"/>
                    </a:lnTo>
                    <a:lnTo>
                      <a:pt x="3239330" y="0"/>
                    </a:lnTo>
                    <a:lnTo>
                      <a:pt x="3278123" y="0"/>
                    </a:lnTo>
                    <a:lnTo>
                      <a:pt x="3316916" y="0"/>
                    </a:lnTo>
                    <a:lnTo>
                      <a:pt x="3355709" y="0"/>
                    </a:lnTo>
                    <a:lnTo>
                      <a:pt x="3394502" y="0"/>
                    </a:lnTo>
                    <a:lnTo>
                      <a:pt x="3433295" y="0"/>
                    </a:lnTo>
                    <a:lnTo>
                      <a:pt x="3472088" y="0"/>
                    </a:lnTo>
                    <a:lnTo>
                      <a:pt x="3501561" y="0"/>
                    </a:lnTo>
                    <a:lnTo>
                      <a:pt x="3501561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" name="pl18"/>
              <p:cNvSpPr/>
              <p:nvPr/>
            </p:nvSpPr>
            <p:spPr>
              <a:xfrm>
                <a:off x="1935545" y="2275045"/>
                <a:ext cx="3501561" cy="0"/>
              </a:xfrm>
              <a:custGeom>
                <a:avLst/>
                <a:gdLst/>
                <a:ahLst/>
                <a:cxnLst/>
                <a:rect l="0" t="0" r="0" b="0"/>
                <a:pathLst>
                  <a:path w="3501561">
                    <a:moveTo>
                      <a:pt x="0" y="0"/>
                    </a:moveTo>
                    <a:lnTo>
                      <a:pt x="19506" y="0"/>
                    </a:lnTo>
                    <a:lnTo>
                      <a:pt x="58299" y="0"/>
                    </a:lnTo>
                    <a:lnTo>
                      <a:pt x="97093" y="0"/>
                    </a:lnTo>
                    <a:lnTo>
                      <a:pt x="135886" y="0"/>
                    </a:lnTo>
                    <a:lnTo>
                      <a:pt x="174679" y="0"/>
                    </a:lnTo>
                    <a:lnTo>
                      <a:pt x="213472" y="0"/>
                    </a:lnTo>
                    <a:lnTo>
                      <a:pt x="252265" y="0"/>
                    </a:lnTo>
                    <a:lnTo>
                      <a:pt x="291058" y="0"/>
                    </a:lnTo>
                    <a:lnTo>
                      <a:pt x="329851" y="0"/>
                    </a:lnTo>
                    <a:lnTo>
                      <a:pt x="368644" y="0"/>
                    </a:lnTo>
                    <a:lnTo>
                      <a:pt x="407437" y="0"/>
                    </a:lnTo>
                    <a:lnTo>
                      <a:pt x="446230" y="0"/>
                    </a:lnTo>
                    <a:lnTo>
                      <a:pt x="485023" y="0"/>
                    </a:lnTo>
                    <a:lnTo>
                      <a:pt x="523816" y="0"/>
                    </a:lnTo>
                    <a:lnTo>
                      <a:pt x="562609" y="0"/>
                    </a:lnTo>
                    <a:lnTo>
                      <a:pt x="601402" y="0"/>
                    </a:lnTo>
                    <a:lnTo>
                      <a:pt x="640195" y="0"/>
                    </a:lnTo>
                    <a:lnTo>
                      <a:pt x="678988" y="0"/>
                    </a:lnTo>
                    <a:lnTo>
                      <a:pt x="717781" y="0"/>
                    </a:lnTo>
                    <a:lnTo>
                      <a:pt x="756574" y="0"/>
                    </a:lnTo>
                    <a:lnTo>
                      <a:pt x="795367" y="0"/>
                    </a:lnTo>
                    <a:lnTo>
                      <a:pt x="834160" y="0"/>
                    </a:lnTo>
                    <a:lnTo>
                      <a:pt x="872954" y="0"/>
                    </a:lnTo>
                    <a:lnTo>
                      <a:pt x="911747" y="0"/>
                    </a:lnTo>
                    <a:lnTo>
                      <a:pt x="950540" y="0"/>
                    </a:lnTo>
                    <a:lnTo>
                      <a:pt x="989333" y="0"/>
                    </a:lnTo>
                    <a:lnTo>
                      <a:pt x="1028126" y="0"/>
                    </a:lnTo>
                    <a:lnTo>
                      <a:pt x="1066919" y="0"/>
                    </a:lnTo>
                    <a:lnTo>
                      <a:pt x="1105712" y="0"/>
                    </a:lnTo>
                    <a:lnTo>
                      <a:pt x="1144505" y="0"/>
                    </a:lnTo>
                    <a:lnTo>
                      <a:pt x="1183298" y="0"/>
                    </a:lnTo>
                    <a:lnTo>
                      <a:pt x="1222091" y="0"/>
                    </a:lnTo>
                    <a:lnTo>
                      <a:pt x="1260884" y="0"/>
                    </a:lnTo>
                    <a:lnTo>
                      <a:pt x="1299677" y="0"/>
                    </a:lnTo>
                    <a:lnTo>
                      <a:pt x="1338470" y="0"/>
                    </a:lnTo>
                    <a:lnTo>
                      <a:pt x="1377263" y="0"/>
                    </a:lnTo>
                    <a:lnTo>
                      <a:pt x="1416056" y="0"/>
                    </a:lnTo>
                    <a:lnTo>
                      <a:pt x="1454849" y="0"/>
                    </a:lnTo>
                    <a:lnTo>
                      <a:pt x="1493642" y="0"/>
                    </a:lnTo>
                    <a:lnTo>
                      <a:pt x="1532435" y="0"/>
                    </a:lnTo>
                    <a:lnTo>
                      <a:pt x="1571228" y="0"/>
                    </a:lnTo>
                    <a:lnTo>
                      <a:pt x="1610021" y="0"/>
                    </a:lnTo>
                    <a:lnTo>
                      <a:pt x="1648815" y="0"/>
                    </a:lnTo>
                    <a:lnTo>
                      <a:pt x="1687608" y="0"/>
                    </a:lnTo>
                    <a:lnTo>
                      <a:pt x="1726401" y="0"/>
                    </a:lnTo>
                    <a:lnTo>
                      <a:pt x="1765194" y="0"/>
                    </a:lnTo>
                    <a:lnTo>
                      <a:pt x="1803987" y="0"/>
                    </a:lnTo>
                    <a:lnTo>
                      <a:pt x="1842780" y="0"/>
                    </a:lnTo>
                    <a:lnTo>
                      <a:pt x="1881573" y="0"/>
                    </a:lnTo>
                    <a:lnTo>
                      <a:pt x="1920366" y="0"/>
                    </a:lnTo>
                    <a:lnTo>
                      <a:pt x="1959159" y="0"/>
                    </a:lnTo>
                    <a:lnTo>
                      <a:pt x="1997952" y="0"/>
                    </a:lnTo>
                    <a:lnTo>
                      <a:pt x="2036745" y="0"/>
                    </a:lnTo>
                    <a:lnTo>
                      <a:pt x="2075538" y="0"/>
                    </a:lnTo>
                    <a:lnTo>
                      <a:pt x="2114331" y="0"/>
                    </a:lnTo>
                    <a:lnTo>
                      <a:pt x="2153124" y="0"/>
                    </a:lnTo>
                    <a:lnTo>
                      <a:pt x="2191917" y="0"/>
                    </a:lnTo>
                    <a:lnTo>
                      <a:pt x="2230710" y="0"/>
                    </a:lnTo>
                    <a:lnTo>
                      <a:pt x="2269503" y="0"/>
                    </a:lnTo>
                    <a:lnTo>
                      <a:pt x="2308296" y="0"/>
                    </a:lnTo>
                    <a:lnTo>
                      <a:pt x="2347089" y="0"/>
                    </a:lnTo>
                    <a:lnTo>
                      <a:pt x="2385882" y="0"/>
                    </a:lnTo>
                    <a:lnTo>
                      <a:pt x="2424676" y="0"/>
                    </a:lnTo>
                    <a:lnTo>
                      <a:pt x="2463469" y="0"/>
                    </a:lnTo>
                    <a:lnTo>
                      <a:pt x="2502262" y="0"/>
                    </a:lnTo>
                    <a:lnTo>
                      <a:pt x="2541055" y="0"/>
                    </a:lnTo>
                    <a:lnTo>
                      <a:pt x="2579848" y="0"/>
                    </a:lnTo>
                    <a:lnTo>
                      <a:pt x="2618641" y="0"/>
                    </a:lnTo>
                    <a:lnTo>
                      <a:pt x="2657434" y="0"/>
                    </a:lnTo>
                    <a:lnTo>
                      <a:pt x="2696227" y="0"/>
                    </a:lnTo>
                    <a:lnTo>
                      <a:pt x="2735020" y="0"/>
                    </a:lnTo>
                    <a:lnTo>
                      <a:pt x="2773813" y="0"/>
                    </a:lnTo>
                    <a:lnTo>
                      <a:pt x="2812606" y="0"/>
                    </a:lnTo>
                    <a:lnTo>
                      <a:pt x="2851399" y="0"/>
                    </a:lnTo>
                    <a:lnTo>
                      <a:pt x="2890192" y="0"/>
                    </a:lnTo>
                    <a:lnTo>
                      <a:pt x="2928985" y="0"/>
                    </a:lnTo>
                    <a:lnTo>
                      <a:pt x="2967778" y="0"/>
                    </a:lnTo>
                    <a:lnTo>
                      <a:pt x="3006571" y="0"/>
                    </a:lnTo>
                    <a:lnTo>
                      <a:pt x="3045364" y="0"/>
                    </a:lnTo>
                    <a:lnTo>
                      <a:pt x="3084157" y="0"/>
                    </a:lnTo>
                    <a:lnTo>
                      <a:pt x="3122950" y="0"/>
                    </a:lnTo>
                    <a:lnTo>
                      <a:pt x="3161743" y="0"/>
                    </a:lnTo>
                    <a:lnTo>
                      <a:pt x="3200537" y="0"/>
                    </a:lnTo>
                    <a:lnTo>
                      <a:pt x="3239330" y="0"/>
                    </a:lnTo>
                    <a:lnTo>
                      <a:pt x="3278123" y="0"/>
                    </a:lnTo>
                    <a:lnTo>
                      <a:pt x="3316916" y="0"/>
                    </a:lnTo>
                    <a:lnTo>
                      <a:pt x="3355709" y="0"/>
                    </a:lnTo>
                    <a:lnTo>
                      <a:pt x="3394502" y="0"/>
                    </a:lnTo>
                    <a:lnTo>
                      <a:pt x="3433295" y="0"/>
                    </a:lnTo>
                    <a:lnTo>
                      <a:pt x="3472088" y="0"/>
                    </a:lnTo>
                    <a:lnTo>
                      <a:pt x="3501561" y="0"/>
                    </a:lnTo>
                    <a:lnTo>
                      <a:pt x="3501561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" name="pl19"/>
              <p:cNvSpPr/>
              <p:nvPr/>
            </p:nvSpPr>
            <p:spPr>
              <a:xfrm>
                <a:off x="1935545" y="1750663"/>
                <a:ext cx="3501561" cy="0"/>
              </a:xfrm>
              <a:custGeom>
                <a:avLst/>
                <a:gdLst/>
                <a:ahLst/>
                <a:cxnLst/>
                <a:rect l="0" t="0" r="0" b="0"/>
                <a:pathLst>
                  <a:path w="3501561">
                    <a:moveTo>
                      <a:pt x="0" y="0"/>
                    </a:moveTo>
                    <a:lnTo>
                      <a:pt x="19506" y="0"/>
                    </a:lnTo>
                    <a:lnTo>
                      <a:pt x="58299" y="0"/>
                    </a:lnTo>
                    <a:lnTo>
                      <a:pt x="97093" y="0"/>
                    </a:lnTo>
                    <a:lnTo>
                      <a:pt x="135886" y="0"/>
                    </a:lnTo>
                    <a:lnTo>
                      <a:pt x="174679" y="0"/>
                    </a:lnTo>
                    <a:lnTo>
                      <a:pt x="213472" y="0"/>
                    </a:lnTo>
                    <a:lnTo>
                      <a:pt x="252265" y="0"/>
                    </a:lnTo>
                    <a:lnTo>
                      <a:pt x="291058" y="0"/>
                    </a:lnTo>
                    <a:lnTo>
                      <a:pt x="329851" y="0"/>
                    </a:lnTo>
                    <a:lnTo>
                      <a:pt x="368644" y="0"/>
                    </a:lnTo>
                    <a:lnTo>
                      <a:pt x="407437" y="0"/>
                    </a:lnTo>
                    <a:lnTo>
                      <a:pt x="446230" y="0"/>
                    </a:lnTo>
                    <a:lnTo>
                      <a:pt x="485023" y="0"/>
                    </a:lnTo>
                    <a:lnTo>
                      <a:pt x="523816" y="0"/>
                    </a:lnTo>
                    <a:lnTo>
                      <a:pt x="562609" y="0"/>
                    </a:lnTo>
                    <a:lnTo>
                      <a:pt x="601402" y="0"/>
                    </a:lnTo>
                    <a:lnTo>
                      <a:pt x="640195" y="0"/>
                    </a:lnTo>
                    <a:lnTo>
                      <a:pt x="678988" y="0"/>
                    </a:lnTo>
                    <a:lnTo>
                      <a:pt x="717781" y="0"/>
                    </a:lnTo>
                    <a:lnTo>
                      <a:pt x="756574" y="0"/>
                    </a:lnTo>
                    <a:lnTo>
                      <a:pt x="795367" y="0"/>
                    </a:lnTo>
                    <a:lnTo>
                      <a:pt x="834160" y="0"/>
                    </a:lnTo>
                    <a:lnTo>
                      <a:pt x="872954" y="0"/>
                    </a:lnTo>
                    <a:lnTo>
                      <a:pt x="911747" y="0"/>
                    </a:lnTo>
                    <a:lnTo>
                      <a:pt x="950540" y="0"/>
                    </a:lnTo>
                    <a:lnTo>
                      <a:pt x="989333" y="0"/>
                    </a:lnTo>
                    <a:lnTo>
                      <a:pt x="1028126" y="0"/>
                    </a:lnTo>
                    <a:lnTo>
                      <a:pt x="1066919" y="0"/>
                    </a:lnTo>
                    <a:lnTo>
                      <a:pt x="1105712" y="0"/>
                    </a:lnTo>
                    <a:lnTo>
                      <a:pt x="1144505" y="0"/>
                    </a:lnTo>
                    <a:lnTo>
                      <a:pt x="1183298" y="0"/>
                    </a:lnTo>
                    <a:lnTo>
                      <a:pt x="1222091" y="0"/>
                    </a:lnTo>
                    <a:lnTo>
                      <a:pt x="1260884" y="0"/>
                    </a:lnTo>
                    <a:lnTo>
                      <a:pt x="1299677" y="0"/>
                    </a:lnTo>
                    <a:lnTo>
                      <a:pt x="1338470" y="0"/>
                    </a:lnTo>
                    <a:lnTo>
                      <a:pt x="1377263" y="0"/>
                    </a:lnTo>
                    <a:lnTo>
                      <a:pt x="1416056" y="0"/>
                    </a:lnTo>
                    <a:lnTo>
                      <a:pt x="1454849" y="0"/>
                    </a:lnTo>
                    <a:lnTo>
                      <a:pt x="1493642" y="0"/>
                    </a:lnTo>
                    <a:lnTo>
                      <a:pt x="1532435" y="0"/>
                    </a:lnTo>
                    <a:lnTo>
                      <a:pt x="1571228" y="0"/>
                    </a:lnTo>
                    <a:lnTo>
                      <a:pt x="1610021" y="0"/>
                    </a:lnTo>
                    <a:lnTo>
                      <a:pt x="1648815" y="0"/>
                    </a:lnTo>
                    <a:lnTo>
                      <a:pt x="1687608" y="0"/>
                    </a:lnTo>
                    <a:lnTo>
                      <a:pt x="1726401" y="0"/>
                    </a:lnTo>
                    <a:lnTo>
                      <a:pt x="1765194" y="0"/>
                    </a:lnTo>
                    <a:lnTo>
                      <a:pt x="1803987" y="0"/>
                    </a:lnTo>
                    <a:lnTo>
                      <a:pt x="1842780" y="0"/>
                    </a:lnTo>
                    <a:lnTo>
                      <a:pt x="1881573" y="0"/>
                    </a:lnTo>
                    <a:lnTo>
                      <a:pt x="1920366" y="0"/>
                    </a:lnTo>
                    <a:lnTo>
                      <a:pt x="1959159" y="0"/>
                    </a:lnTo>
                    <a:lnTo>
                      <a:pt x="1997952" y="0"/>
                    </a:lnTo>
                    <a:lnTo>
                      <a:pt x="2036745" y="0"/>
                    </a:lnTo>
                    <a:lnTo>
                      <a:pt x="2075538" y="0"/>
                    </a:lnTo>
                    <a:lnTo>
                      <a:pt x="2114331" y="0"/>
                    </a:lnTo>
                    <a:lnTo>
                      <a:pt x="2153124" y="0"/>
                    </a:lnTo>
                    <a:lnTo>
                      <a:pt x="2191917" y="0"/>
                    </a:lnTo>
                    <a:lnTo>
                      <a:pt x="2230710" y="0"/>
                    </a:lnTo>
                    <a:lnTo>
                      <a:pt x="2269503" y="0"/>
                    </a:lnTo>
                    <a:lnTo>
                      <a:pt x="2308296" y="0"/>
                    </a:lnTo>
                    <a:lnTo>
                      <a:pt x="2347089" y="0"/>
                    </a:lnTo>
                    <a:lnTo>
                      <a:pt x="2385882" y="0"/>
                    </a:lnTo>
                    <a:lnTo>
                      <a:pt x="2424676" y="0"/>
                    </a:lnTo>
                    <a:lnTo>
                      <a:pt x="2463469" y="0"/>
                    </a:lnTo>
                    <a:lnTo>
                      <a:pt x="2502262" y="0"/>
                    </a:lnTo>
                    <a:lnTo>
                      <a:pt x="2541055" y="0"/>
                    </a:lnTo>
                    <a:lnTo>
                      <a:pt x="2579848" y="0"/>
                    </a:lnTo>
                    <a:lnTo>
                      <a:pt x="2618641" y="0"/>
                    </a:lnTo>
                    <a:lnTo>
                      <a:pt x="2657434" y="0"/>
                    </a:lnTo>
                    <a:lnTo>
                      <a:pt x="2696227" y="0"/>
                    </a:lnTo>
                    <a:lnTo>
                      <a:pt x="2735020" y="0"/>
                    </a:lnTo>
                    <a:lnTo>
                      <a:pt x="2773813" y="0"/>
                    </a:lnTo>
                    <a:lnTo>
                      <a:pt x="2812606" y="0"/>
                    </a:lnTo>
                    <a:lnTo>
                      <a:pt x="2851399" y="0"/>
                    </a:lnTo>
                    <a:lnTo>
                      <a:pt x="2890192" y="0"/>
                    </a:lnTo>
                    <a:lnTo>
                      <a:pt x="2928985" y="0"/>
                    </a:lnTo>
                    <a:lnTo>
                      <a:pt x="2967778" y="0"/>
                    </a:lnTo>
                    <a:lnTo>
                      <a:pt x="3006571" y="0"/>
                    </a:lnTo>
                    <a:lnTo>
                      <a:pt x="3045364" y="0"/>
                    </a:lnTo>
                    <a:lnTo>
                      <a:pt x="3084157" y="0"/>
                    </a:lnTo>
                    <a:lnTo>
                      <a:pt x="3122950" y="0"/>
                    </a:lnTo>
                    <a:lnTo>
                      <a:pt x="3161743" y="0"/>
                    </a:lnTo>
                    <a:lnTo>
                      <a:pt x="3200537" y="0"/>
                    </a:lnTo>
                    <a:lnTo>
                      <a:pt x="3239330" y="0"/>
                    </a:lnTo>
                    <a:lnTo>
                      <a:pt x="3278123" y="0"/>
                    </a:lnTo>
                    <a:lnTo>
                      <a:pt x="3316916" y="0"/>
                    </a:lnTo>
                    <a:lnTo>
                      <a:pt x="3355709" y="0"/>
                    </a:lnTo>
                    <a:lnTo>
                      <a:pt x="3394502" y="0"/>
                    </a:lnTo>
                    <a:lnTo>
                      <a:pt x="3433295" y="0"/>
                    </a:lnTo>
                    <a:lnTo>
                      <a:pt x="3472088" y="0"/>
                    </a:lnTo>
                    <a:lnTo>
                      <a:pt x="3501561" y="0"/>
                    </a:lnTo>
                    <a:lnTo>
                      <a:pt x="3501561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" name="ph20"/>
              <p:cNvSpPr/>
              <p:nvPr/>
            </p:nvSpPr>
            <p:spPr>
              <a:xfrm>
                <a:off x="3819257" y="59504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" name="ph21"/>
              <p:cNvSpPr/>
              <p:nvPr/>
            </p:nvSpPr>
            <p:spPr>
              <a:xfrm>
                <a:off x="3828641" y="59504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" name="ph22"/>
              <p:cNvSpPr/>
              <p:nvPr/>
            </p:nvSpPr>
            <p:spPr>
              <a:xfrm>
                <a:off x="3838026" y="59504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" name="ph23"/>
              <p:cNvSpPr/>
              <p:nvPr/>
            </p:nvSpPr>
            <p:spPr>
              <a:xfrm>
                <a:off x="3856794" y="59504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" name="ph24"/>
              <p:cNvSpPr/>
              <p:nvPr/>
            </p:nvSpPr>
            <p:spPr>
              <a:xfrm>
                <a:off x="3866178" y="59504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" name="ph25"/>
              <p:cNvSpPr/>
              <p:nvPr/>
            </p:nvSpPr>
            <p:spPr>
              <a:xfrm>
                <a:off x="3875563" y="59504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" name="ph26"/>
              <p:cNvSpPr/>
              <p:nvPr/>
            </p:nvSpPr>
            <p:spPr>
              <a:xfrm>
                <a:off x="4307239" y="59504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" name="ph27"/>
              <p:cNvSpPr/>
              <p:nvPr/>
            </p:nvSpPr>
            <p:spPr>
              <a:xfrm>
                <a:off x="4316623" y="59504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" name="ph28"/>
              <p:cNvSpPr/>
              <p:nvPr/>
            </p:nvSpPr>
            <p:spPr>
              <a:xfrm>
                <a:off x="4326008" y="59504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" name="ph29"/>
              <p:cNvSpPr/>
              <p:nvPr/>
            </p:nvSpPr>
            <p:spPr>
              <a:xfrm>
                <a:off x="3800488" y="60658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" name="ph30"/>
              <p:cNvSpPr/>
              <p:nvPr/>
            </p:nvSpPr>
            <p:spPr>
              <a:xfrm>
                <a:off x="3809873" y="60658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" name="ph31"/>
              <p:cNvSpPr/>
              <p:nvPr/>
            </p:nvSpPr>
            <p:spPr>
              <a:xfrm>
                <a:off x="3819257" y="60658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" name="ph32"/>
              <p:cNvSpPr/>
              <p:nvPr/>
            </p:nvSpPr>
            <p:spPr>
              <a:xfrm>
                <a:off x="3828641" y="60658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" name="ph33"/>
              <p:cNvSpPr/>
              <p:nvPr/>
            </p:nvSpPr>
            <p:spPr>
              <a:xfrm>
                <a:off x="3838026" y="60658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" name="ph34"/>
              <p:cNvSpPr/>
              <p:nvPr/>
            </p:nvSpPr>
            <p:spPr>
              <a:xfrm>
                <a:off x="3847410" y="60658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" name="ph35"/>
              <p:cNvSpPr/>
              <p:nvPr/>
            </p:nvSpPr>
            <p:spPr>
              <a:xfrm>
                <a:off x="3856794" y="60658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" name="ph36"/>
              <p:cNvSpPr/>
              <p:nvPr/>
            </p:nvSpPr>
            <p:spPr>
              <a:xfrm>
                <a:off x="3866178" y="60658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" name="ph37"/>
              <p:cNvSpPr/>
              <p:nvPr/>
            </p:nvSpPr>
            <p:spPr>
              <a:xfrm>
                <a:off x="3875563" y="60658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" name="ph38"/>
              <p:cNvSpPr/>
              <p:nvPr/>
            </p:nvSpPr>
            <p:spPr>
              <a:xfrm>
                <a:off x="4297855" y="60658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" name="ph39"/>
              <p:cNvSpPr/>
              <p:nvPr/>
            </p:nvSpPr>
            <p:spPr>
              <a:xfrm>
                <a:off x="4307239" y="60658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" name="ph40"/>
              <p:cNvSpPr/>
              <p:nvPr/>
            </p:nvSpPr>
            <p:spPr>
              <a:xfrm>
                <a:off x="4316623" y="60658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" name="ph41"/>
              <p:cNvSpPr/>
              <p:nvPr/>
            </p:nvSpPr>
            <p:spPr>
              <a:xfrm>
                <a:off x="4326008" y="60658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" name="ph42"/>
              <p:cNvSpPr/>
              <p:nvPr/>
            </p:nvSpPr>
            <p:spPr>
              <a:xfrm>
                <a:off x="4335392" y="60658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" name="ph43"/>
              <p:cNvSpPr/>
              <p:nvPr/>
            </p:nvSpPr>
            <p:spPr>
              <a:xfrm>
                <a:off x="3791104" y="61811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" name="ph44"/>
              <p:cNvSpPr/>
              <p:nvPr/>
            </p:nvSpPr>
            <p:spPr>
              <a:xfrm>
                <a:off x="3800488" y="61811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" name="ph45"/>
              <p:cNvSpPr/>
              <p:nvPr/>
            </p:nvSpPr>
            <p:spPr>
              <a:xfrm>
                <a:off x="3809873" y="61811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" name="ph46"/>
              <p:cNvSpPr/>
              <p:nvPr/>
            </p:nvSpPr>
            <p:spPr>
              <a:xfrm>
                <a:off x="3819257" y="61811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" name="ph47"/>
              <p:cNvSpPr/>
              <p:nvPr/>
            </p:nvSpPr>
            <p:spPr>
              <a:xfrm>
                <a:off x="3828641" y="61811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8" name="ph48"/>
              <p:cNvSpPr/>
              <p:nvPr/>
            </p:nvSpPr>
            <p:spPr>
              <a:xfrm>
                <a:off x="3838026" y="61811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9" name="ph49"/>
              <p:cNvSpPr/>
              <p:nvPr/>
            </p:nvSpPr>
            <p:spPr>
              <a:xfrm>
                <a:off x="3847410" y="61811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0" name="ph50"/>
              <p:cNvSpPr/>
              <p:nvPr/>
            </p:nvSpPr>
            <p:spPr>
              <a:xfrm>
                <a:off x="3856794" y="61811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1" name="ph51"/>
              <p:cNvSpPr/>
              <p:nvPr/>
            </p:nvSpPr>
            <p:spPr>
              <a:xfrm>
                <a:off x="3866178" y="61811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2" name="ph52"/>
              <p:cNvSpPr/>
              <p:nvPr/>
            </p:nvSpPr>
            <p:spPr>
              <a:xfrm>
                <a:off x="3875563" y="61811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3" name="ph53"/>
              <p:cNvSpPr/>
              <p:nvPr/>
            </p:nvSpPr>
            <p:spPr>
              <a:xfrm>
                <a:off x="3884947" y="61811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4" name="ph54"/>
              <p:cNvSpPr/>
              <p:nvPr/>
            </p:nvSpPr>
            <p:spPr>
              <a:xfrm>
                <a:off x="4297855" y="61811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5" name="ph55"/>
              <p:cNvSpPr/>
              <p:nvPr/>
            </p:nvSpPr>
            <p:spPr>
              <a:xfrm>
                <a:off x="4307239" y="61811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6" name="ph56"/>
              <p:cNvSpPr/>
              <p:nvPr/>
            </p:nvSpPr>
            <p:spPr>
              <a:xfrm>
                <a:off x="4316623" y="61811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7" name="ph57"/>
              <p:cNvSpPr/>
              <p:nvPr/>
            </p:nvSpPr>
            <p:spPr>
              <a:xfrm>
                <a:off x="4326008" y="61811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8" name="ph58"/>
              <p:cNvSpPr/>
              <p:nvPr/>
            </p:nvSpPr>
            <p:spPr>
              <a:xfrm>
                <a:off x="4335392" y="61811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9" name="ph59"/>
              <p:cNvSpPr/>
              <p:nvPr/>
            </p:nvSpPr>
            <p:spPr>
              <a:xfrm>
                <a:off x="3744183" y="62964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0" name="ph60"/>
              <p:cNvSpPr/>
              <p:nvPr/>
            </p:nvSpPr>
            <p:spPr>
              <a:xfrm>
                <a:off x="3753567" y="62964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1" name="ph61"/>
              <p:cNvSpPr/>
              <p:nvPr/>
            </p:nvSpPr>
            <p:spPr>
              <a:xfrm>
                <a:off x="3762951" y="62964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2" name="ph62"/>
              <p:cNvSpPr/>
              <p:nvPr/>
            </p:nvSpPr>
            <p:spPr>
              <a:xfrm>
                <a:off x="3772336" y="62964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3" name="ph63"/>
              <p:cNvSpPr/>
              <p:nvPr/>
            </p:nvSpPr>
            <p:spPr>
              <a:xfrm>
                <a:off x="3781720" y="62964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4" name="ph64"/>
              <p:cNvSpPr/>
              <p:nvPr/>
            </p:nvSpPr>
            <p:spPr>
              <a:xfrm>
                <a:off x="3791104" y="62964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5" name="ph65"/>
              <p:cNvSpPr/>
              <p:nvPr/>
            </p:nvSpPr>
            <p:spPr>
              <a:xfrm>
                <a:off x="3800488" y="62964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6" name="ph66"/>
              <p:cNvSpPr/>
              <p:nvPr/>
            </p:nvSpPr>
            <p:spPr>
              <a:xfrm>
                <a:off x="3809873" y="62964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7" name="ph67"/>
              <p:cNvSpPr/>
              <p:nvPr/>
            </p:nvSpPr>
            <p:spPr>
              <a:xfrm>
                <a:off x="3819257" y="62964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8" name="ph68"/>
              <p:cNvSpPr/>
              <p:nvPr/>
            </p:nvSpPr>
            <p:spPr>
              <a:xfrm>
                <a:off x="3828641" y="62964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9" name="ph69"/>
              <p:cNvSpPr/>
              <p:nvPr/>
            </p:nvSpPr>
            <p:spPr>
              <a:xfrm>
                <a:off x="3838026" y="62964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0" name="ph70"/>
              <p:cNvSpPr/>
              <p:nvPr/>
            </p:nvSpPr>
            <p:spPr>
              <a:xfrm>
                <a:off x="3847410" y="62964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1" name="ph71"/>
              <p:cNvSpPr/>
              <p:nvPr/>
            </p:nvSpPr>
            <p:spPr>
              <a:xfrm>
                <a:off x="3856794" y="62964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2" name="ph72"/>
              <p:cNvSpPr/>
              <p:nvPr/>
            </p:nvSpPr>
            <p:spPr>
              <a:xfrm>
                <a:off x="3866178" y="62964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3" name="ph73"/>
              <p:cNvSpPr/>
              <p:nvPr/>
            </p:nvSpPr>
            <p:spPr>
              <a:xfrm>
                <a:off x="3875563" y="62964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4" name="ph74"/>
              <p:cNvSpPr/>
              <p:nvPr/>
            </p:nvSpPr>
            <p:spPr>
              <a:xfrm>
                <a:off x="4307239" y="62964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5" name="ph75"/>
              <p:cNvSpPr/>
              <p:nvPr/>
            </p:nvSpPr>
            <p:spPr>
              <a:xfrm>
                <a:off x="4316623" y="62964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6" name="ph76"/>
              <p:cNvSpPr/>
              <p:nvPr/>
            </p:nvSpPr>
            <p:spPr>
              <a:xfrm>
                <a:off x="4326008" y="62964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7" name="ph77"/>
              <p:cNvSpPr/>
              <p:nvPr/>
            </p:nvSpPr>
            <p:spPr>
              <a:xfrm>
                <a:off x="3716030" y="64117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8" name="ph78"/>
              <p:cNvSpPr/>
              <p:nvPr/>
            </p:nvSpPr>
            <p:spPr>
              <a:xfrm>
                <a:off x="3725414" y="64117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9" name="ph79"/>
              <p:cNvSpPr/>
              <p:nvPr/>
            </p:nvSpPr>
            <p:spPr>
              <a:xfrm>
                <a:off x="3734799" y="64117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0" name="ph80"/>
              <p:cNvSpPr/>
              <p:nvPr/>
            </p:nvSpPr>
            <p:spPr>
              <a:xfrm>
                <a:off x="3744183" y="64117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1" name="ph81"/>
              <p:cNvSpPr/>
              <p:nvPr/>
            </p:nvSpPr>
            <p:spPr>
              <a:xfrm>
                <a:off x="3753567" y="64117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2" name="ph82"/>
              <p:cNvSpPr/>
              <p:nvPr/>
            </p:nvSpPr>
            <p:spPr>
              <a:xfrm>
                <a:off x="3762951" y="64117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3" name="ph83"/>
              <p:cNvSpPr/>
              <p:nvPr/>
            </p:nvSpPr>
            <p:spPr>
              <a:xfrm>
                <a:off x="3772336" y="64117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4" name="ph84"/>
              <p:cNvSpPr/>
              <p:nvPr/>
            </p:nvSpPr>
            <p:spPr>
              <a:xfrm>
                <a:off x="3781720" y="64117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5" name="ph85"/>
              <p:cNvSpPr/>
              <p:nvPr/>
            </p:nvSpPr>
            <p:spPr>
              <a:xfrm>
                <a:off x="3791104" y="64117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6" name="ph86"/>
              <p:cNvSpPr/>
              <p:nvPr/>
            </p:nvSpPr>
            <p:spPr>
              <a:xfrm>
                <a:off x="3800488" y="64117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7" name="ph87"/>
              <p:cNvSpPr/>
              <p:nvPr/>
            </p:nvSpPr>
            <p:spPr>
              <a:xfrm>
                <a:off x="3809873" y="64117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8" name="ph88"/>
              <p:cNvSpPr/>
              <p:nvPr/>
            </p:nvSpPr>
            <p:spPr>
              <a:xfrm>
                <a:off x="3819257" y="64117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9" name="ph89"/>
              <p:cNvSpPr/>
              <p:nvPr/>
            </p:nvSpPr>
            <p:spPr>
              <a:xfrm>
                <a:off x="3828641" y="64117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0" name="ph90"/>
              <p:cNvSpPr/>
              <p:nvPr/>
            </p:nvSpPr>
            <p:spPr>
              <a:xfrm>
                <a:off x="3838026" y="64117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1" name="ph91"/>
              <p:cNvSpPr/>
              <p:nvPr/>
            </p:nvSpPr>
            <p:spPr>
              <a:xfrm>
                <a:off x="3847410" y="64117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2" name="ph92"/>
              <p:cNvSpPr/>
              <p:nvPr/>
            </p:nvSpPr>
            <p:spPr>
              <a:xfrm>
                <a:off x="3856794" y="64117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3" name="ph93"/>
              <p:cNvSpPr/>
              <p:nvPr/>
            </p:nvSpPr>
            <p:spPr>
              <a:xfrm>
                <a:off x="3866178" y="64117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4" name="ph94"/>
              <p:cNvSpPr/>
              <p:nvPr/>
            </p:nvSpPr>
            <p:spPr>
              <a:xfrm>
                <a:off x="4316623" y="64117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5" name="ph95"/>
              <p:cNvSpPr/>
              <p:nvPr/>
            </p:nvSpPr>
            <p:spPr>
              <a:xfrm>
                <a:off x="3706646" y="652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CB0AB">
                  <a:alpha val="100000"/>
                </a:srgbClr>
              </a:solidFill>
              <a:ln w="5420" cap="flat">
                <a:solidFill>
                  <a:srgbClr val="4C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6" name="ph96"/>
              <p:cNvSpPr/>
              <p:nvPr/>
            </p:nvSpPr>
            <p:spPr>
              <a:xfrm>
                <a:off x="3716030" y="652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7" name="ph97"/>
              <p:cNvSpPr/>
              <p:nvPr/>
            </p:nvSpPr>
            <p:spPr>
              <a:xfrm>
                <a:off x="3725414" y="652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8" name="ph98"/>
              <p:cNvSpPr/>
              <p:nvPr/>
            </p:nvSpPr>
            <p:spPr>
              <a:xfrm>
                <a:off x="3734799" y="652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9" name="ph99"/>
              <p:cNvSpPr/>
              <p:nvPr/>
            </p:nvSpPr>
            <p:spPr>
              <a:xfrm>
                <a:off x="3744183" y="652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0" name="ph100"/>
              <p:cNvSpPr/>
              <p:nvPr/>
            </p:nvSpPr>
            <p:spPr>
              <a:xfrm>
                <a:off x="3753567" y="652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1" name="ph101"/>
              <p:cNvSpPr/>
              <p:nvPr/>
            </p:nvSpPr>
            <p:spPr>
              <a:xfrm>
                <a:off x="3762951" y="652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2" name="ph102"/>
              <p:cNvSpPr/>
              <p:nvPr/>
            </p:nvSpPr>
            <p:spPr>
              <a:xfrm>
                <a:off x="3772336" y="652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3" name="ph103"/>
              <p:cNvSpPr/>
              <p:nvPr/>
            </p:nvSpPr>
            <p:spPr>
              <a:xfrm>
                <a:off x="3781720" y="652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4" name="ph104"/>
              <p:cNvSpPr/>
              <p:nvPr/>
            </p:nvSpPr>
            <p:spPr>
              <a:xfrm>
                <a:off x="3791104" y="652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5" name="ph105"/>
              <p:cNvSpPr/>
              <p:nvPr/>
            </p:nvSpPr>
            <p:spPr>
              <a:xfrm>
                <a:off x="3800488" y="652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6" name="ph106"/>
              <p:cNvSpPr/>
              <p:nvPr/>
            </p:nvSpPr>
            <p:spPr>
              <a:xfrm>
                <a:off x="3809873" y="652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7" name="ph107"/>
              <p:cNvSpPr/>
              <p:nvPr/>
            </p:nvSpPr>
            <p:spPr>
              <a:xfrm>
                <a:off x="3819257" y="652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8" name="ph108"/>
              <p:cNvSpPr/>
              <p:nvPr/>
            </p:nvSpPr>
            <p:spPr>
              <a:xfrm>
                <a:off x="3828641" y="652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9" name="ph109"/>
              <p:cNvSpPr/>
              <p:nvPr/>
            </p:nvSpPr>
            <p:spPr>
              <a:xfrm>
                <a:off x="3838026" y="652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0" name="ph110"/>
              <p:cNvSpPr/>
              <p:nvPr/>
            </p:nvSpPr>
            <p:spPr>
              <a:xfrm>
                <a:off x="3687877" y="664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1" name="ph111"/>
              <p:cNvSpPr/>
              <p:nvPr/>
            </p:nvSpPr>
            <p:spPr>
              <a:xfrm>
                <a:off x="3697262" y="664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2" name="ph112"/>
              <p:cNvSpPr/>
              <p:nvPr/>
            </p:nvSpPr>
            <p:spPr>
              <a:xfrm>
                <a:off x="3706646" y="664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3" name="ph113"/>
              <p:cNvSpPr/>
              <p:nvPr/>
            </p:nvSpPr>
            <p:spPr>
              <a:xfrm>
                <a:off x="3716030" y="664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CB0AB">
                  <a:alpha val="100000"/>
                </a:srgbClr>
              </a:solidFill>
              <a:ln w="5420" cap="flat">
                <a:solidFill>
                  <a:srgbClr val="4C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4" name="ph114"/>
              <p:cNvSpPr/>
              <p:nvPr/>
            </p:nvSpPr>
            <p:spPr>
              <a:xfrm>
                <a:off x="3725414" y="664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5" name="ph115"/>
              <p:cNvSpPr/>
              <p:nvPr/>
            </p:nvSpPr>
            <p:spPr>
              <a:xfrm>
                <a:off x="3734799" y="664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6" name="ph116"/>
              <p:cNvSpPr/>
              <p:nvPr/>
            </p:nvSpPr>
            <p:spPr>
              <a:xfrm>
                <a:off x="3744183" y="664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7" name="ph117"/>
              <p:cNvSpPr/>
              <p:nvPr/>
            </p:nvSpPr>
            <p:spPr>
              <a:xfrm>
                <a:off x="3753567" y="664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8" name="ph118"/>
              <p:cNvSpPr/>
              <p:nvPr/>
            </p:nvSpPr>
            <p:spPr>
              <a:xfrm>
                <a:off x="3762951" y="664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9" name="ph119"/>
              <p:cNvSpPr/>
              <p:nvPr/>
            </p:nvSpPr>
            <p:spPr>
              <a:xfrm>
                <a:off x="3772336" y="664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0" name="ph120"/>
              <p:cNvSpPr/>
              <p:nvPr/>
            </p:nvSpPr>
            <p:spPr>
              <a:xfrm>
                <a:off x="3781720" y="664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1" name="ph121"/>
              <p:cNvSpPr/>
              <p:nvPr/>
            </p:nvSpPr>
            <p:spPr>
              <a:xfrm>
                <a:off x="3791104" y="664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2" name="ph122"/>
              <p:cNvSpPr/>
              <p:nvPr/>
            </p:nvSpPr>
            <p:spPr>
              <a:xfrm>
                <a:off x="3800488" y="664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3" name="ph123"/>
              <p:cNvSpPr/>
              <p:nvPr/>
            </p:nvSpPr>
            <p:spPr>
              <a:xfrm>
                <a:off x="3809873" y="664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4" name="ph124"/>
              <p:cNvSpPr/>
              <p:nvPr/>
            </p:nvSpPr>
            <p:spPr>
              <a:xfrm>
                <a:off x="3659724" y="675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CB2AB">
                  <a:alpha val="100000"/>
                </a:srgbClr>
              </a:solidFill>
              <a:ln w="5420" cap="flat">
                <a:solidFill>
                  <a:srgbClr val="4C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5" name="ph125"/>
              <p:cNvSpPr/>
              <p:nvPr/>
            </p:nvSpPr>
            <p:spPr>
              <a:xfrm>
                <a:off x="3669109" y="675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6" name="ph126"/>
              <p:cNvSpPr/>
              <p:nvPr/>
            </p:nvSpPr>
            <p:spPr>
              <a:xfrm>
                <a:off x="3678493" y="675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7" name="ph127"/>
              <p:cNvSpPr/>
              <p:nvPr/>
            </p:nvSpPr>
            <p:spPr>
              <a:xfrm>
                <a:off x="3687877" y="675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8" name="ph128"/>
              <p:cNvSpPr/>
              <p:nvPr/>
            </p:nvSpPr>
            <p:spPr>
              <a:xfrm>
                <a:off x="3697262" y="675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9" name="ph129"/>
              <p:cNvSpPr/>
              <p:nvPr/>
            </p:nvSpPr>
            <p:spPr>
              <a:xfrm>
                <a:off x="3706646" y="675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0" name="ph130"/>
              <p:cNvSpPr/>
              <p:nvPr/>
            </p:nvSpPr>
            <p:spPr>
              <a:xfrm>
                <a:off x="3716030" y="675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1" name="ph131"/>
              <p:cNvSpPr/>
              <p:nvPr/>
            </p:nvSpPr>
            <p:spPr>
              <a:xfrm>
                <a:off x="3725414" y="675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2" name="ph132"/>
              <p:cNvSpPr/>
              <p:nvPr/>
            </p:nvSpPr>
            <p:spPr>
              <a:xfrm>
                <a:off x="3734799" y="675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3" name="ph133"/>
              <p:cNvSpPr/>
              <p:nvPr/>
            </p:nvSpPr>
            <p:spPr>
              <a:xfrm>
                <a:off x="3744183" y="675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4" name="ph134"/>
              <p:cNvSpPr/>
              <p:nvPr/>
            </p:nvSpPr>
            <p:spPr>
              <a:xfrm>
                <a:off x="3753567" y="675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5" name="ph135"/>
              <p:cNvSpPr/>
              <p:nvPr/>
            </p:nvSpPr>
            <p:spPr>
              <a:xfrm>
                <a:off x="3762951" y="675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6" name="ph136"/>
              <p:cNvSpPr/>
              <p:nvPr/>
            </p:nvSpPr>
            <p:spPr>
              <a:xfrm>
                <a:off x="3772336" y="675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7" name="ph137"/>
              <p:cNvSpPr/>
              <p:nvPr/>
            </p:nvSpPr>
            <p:spPr>
              <a:xfrm>
                <a:off x="3781720" y="675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8" name="ph138"/>
              <p:cNvSpPr/>
              <p:nvPr/>
            </p:nvSpPr>
            <p:spPr>
              <a:xfrm>
                <a:off x="3640956" y="687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9" name="ph139"/>
              <p:cNvSpPr/>
              <p:nvPr/>
            </p:nvSpPr>
            <p:spPr>
              <a:xfrm>
                <a:off x="3650340" y="687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0" name="ph140"/>
              <p:cNvSpPr/>
              <p:nvPr/>
            </p:nvSpPr>
            <p:spPr>
              <a:xfrm>
                <a:off x="3659724" y="687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CB2AB">
                  <a:alpha val="100000"/>
                </a:srgbClr>
              </a:solidFill>
              <a:ln w="5420" cap="flat">
                <a:solidFill>
                  <a:srgbClr val="4C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1" name="ph141"/>
              <p:cNvSpPr/>
              <p:nvPr/>
            </p:nvSpPr>
            <p:spPr>
              <a:xfrm>
                <a:off x="3669109" y="687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CB2AB">
                  <a:alpha val="100000"/>
                </a:srgbClr>
              </a:solidFill>
              <a:ln w="5420" cap="flat">
                <a:solidFill>
                  <a:srgbClr val="4C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2" name="ph142"/>
              <p:cNvSpPr/>
              <p:nvPr/>
            </p:nvSpPr>
            <p:spPr>
              <a:xfrm>
                <a:off x="3678493" y="687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3" name="ph143"/>
              <p:cNvSpPr/>
              <p:nvPr/>
            </p:nvSpPr>
            <p:spPr>
              <a:xfrm>
                <a:off x="3687877" y="687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4" name="ph144"/>
              <p:cNvSpPr/>
              <p:nvPr/>
            </p:nvSpPr>
            <p:spPr>
              <a:xfrm>
                <a:off x="3697262" y="687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5" name="ph145"/>
              <p:cNvSpPr/>
              <p:nvPr/>
            </p:nvSpPr>
            <p:spPr>
              <a:xfrm>
                <a:off x="3706646" y="687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6" name="ph146"/>
              <p:cNvSpPr/>
              <p:nvPr/>
            </p:nvSpPr>
            <p:spPr>
              <a:xfrm>
                <a:off x="3716030" y="687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7" name="ph147"/>
              <p:cNvSpPr/>
              <p:nvPr/>
            </p:nvSpPr>
            <p:spPr>
              <a:xfrm>
                <a:off x="3725414" y="687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CB0AB">
                  <a:alpha val="100000"/>
                </a:srgbClr>
              </a:solidFill>
              <a:ln w="5420" cap="flat">
                <a:solidFill>
                  <a:srgbClr val="4C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8" name="ph148"/>
              <p:cNvSpPr/>
              <p:nvPr/>
            </p:nvSpPr>
            <p:spPr>
              <a:xfrm>
                <a:off x="3734799" y="687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9" name="ph149"/>
              <p:cNvSpPr/>
              <p:nvPr/>
            </p:nvSpPr>
            <p:spPr>
              <a:xfrm>
                <a:off x="3744183" y="687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0" name="ph150"/>
              <p:cNvSpPr/>
              <p:nvPr/>
            </p:nvSpPr>
            <p:spPr>
              <a:xfrm>
                <a:off x="3631572" y="69883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1" name="ph151"/>
              <p:cNvSpPr/>
              <p:nvPr/>
            </p:nvSpPr>
            <p:spPr>
              <a:xfrm>
                <a:off x="3640956" y="69883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2" name="ph152"/>
              <p:cNvSpPr/>
              <p:nvPr/>
            </p:nvSpPr>
            <p:spPr>
              <a:xfrm>
                <a:off x="3650340" y="69883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3" name="ph153"/>
              <p:cNvSpPr/>
              <p:nvPr/>
            </p:nvSpPr>
            <p:spPr>
              <a:xfrm>
                <a:off x="3659724" y="69883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4" name="ph154"/>
              <p:cNvSpPr/>
              <p:nvPr/>
            </p:nvSpPr>
            <p:spPr>
              <a:xfrm>
                <a:off x="3669109" y="69883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CB2AB">
                  <a:alpha val="100000"/>
                </a:srgbClr>
              </a:solidFill>
              <a:ln w="5420" cap="flat">
                <a:solidFill>
                  <a:srgbClr val="4C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5" name="ph155"/>
              <p:cNvSpPr/>
              <p:nvPr/>
            </p:nvSpPr>
            <p:spPr>
              <a:xfrm>
                <a:off x="3678493" y="69883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CB2AB">
                  <a:alpha val="100000"/>
                </a:srgbClr>
              </a:solidFill>
              <a:ln w="5420" cap="flat">
                <a:solidFill>
                  <a:srgbClr val="4C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6" name="ph156"/>
              <p:cNvSpPr/>
              <p:nvPr/>
            </p:nvSpPr>
            <p:spPr>
              <a:xfrm>
                <a:off x="3687877" y="69883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7" name="ph157"/>
              <p:cNvSpPr/>
              <p:nvPr/>
            </p:nvSpPr>
            <p:spPr>
              <a:xfrm>
                <a:off x="3697262" y="69883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8" name="ph158"/>
              <p:cNvSpPr/>
              <p:nvPr/>
            </p:nvSpPr>
            <p:spPr>
              <a:xfrm>
                <a:off x="3706646" y="69883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9" name="ph159"/>
              <p:cNvSpPr/>
              <p:nvPr/>
            </p:nvSpPr>
            <p:spPr>
              <a:xfrm>
                <a:off x="3716030" y="69883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0" name="ph160"/>
              <p:cNvSpPr/>
              <p:nvPr/>
            </p:nvSpPr>
            <p:spPr>
              <a:xfrm>
                <a:off x="3725414" y="69883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1" name="ph161"/>
              <p:cNvSpPr/>
              <p:nvPr/>
            </p:nvSpPr>
            <p:spPr>
              <a:xfrm>
                <a:off x="3622187" y="71036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2" name="ph162"/>
              <p:cNvSpPr/>
              <p:nvPr/>
            </p:nvSpPr>
            <p:spPr>
              <a:xfrm>
                <a:off x="3631572" y="71036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3" name="ph163"/>
              <p:cNvSpPr/>
              <p:nvPr/>
            </p:nvSpPr>
            <p:spPr>
              <a:xfrm>
                <a:off x="3640956" y="71036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4" name="ph164"/>
              <p:cNvSpPr/>
              <p:nvPr/>
            </p:nvSpPr>
            <p:spPr>
              <a:xfrm>
                <a:off x="3650340" y="71036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5" name="ph165"/>
              <p:cNvSpPr/>
              <p:nvPr/>
            </p:nvSpPr>
            <p:spPr>
              <a:xfrm>
                <a:off x="3659724" y="71036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6" name="ph166"/>
              <p:cNvSpPr/>
              <p:nvPr/>
            </p:nvSpPr>
            <p:spPr>
              <a:xfrm>
                <a:off x="3669109" y="71036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7" name="ph167"/>
              <p:cNvSpPr/>
              <p:nvPr/>
            </p:nvSpPr>
            <p:spPr>
              <a:xfrm>
                <a:off x="3678493" y="71036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8" name="ph168"/>
              <p:cNvSpPr/>
              <p:nvPr/>
            </p:nvSpPr>
            <p:spPr>
              <a:xfrm>
                <a:off x="3687877" y="71036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CB2AB">
                  <a:alpha val="100000"/>
                </a:srgbClr>
              </a:solidFill>
              <a:ln w="5420" cap="flat">
                <a:solidFill>
                  <a:srgbClr val="4C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9" name="ph169"/>
              <p:cNvSpPr/>
              <p:nvPr/>
            </p:nvSpPr>
            <p:spPr>
              <a:xfrm>
                <a:off x="3697262" y="71036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0" name="ph170"/>
              <p:cNvSpPr/>
              <p:nvPr/>
            </p:nvSpPr>
            <p:spPr>
              <a:xfrm>
                <a:off x="3706646" y="71036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1" name="ph171"/>
              <p:cNvSpPr/>
              <p:nvPr/>
            </p:nvSpPr>
            <p:spPr>
              <a:xfrm>
                <a:off x="3612803" y="72189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2" name="ph172"/>
              <p:cNvSpPr/>
              <p:nvPr/>
            </p:nvSpPr>
            <p:spPr>
              <a:xfrm>
                <a:off x="3622187" y="72189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3" name="ph173"/>
              <p:cNvSpPr/>
              <p:nvPr/>
            </p:nvSpPr>
            <p:spPr>
              <a:xfrm>
                <a:off x="3631572" y="72189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4" name="ph174"/>
              <p:cNvSpPr/>
              <p:nvPr/>
            </p:nvSpPr>
            <p:spPr>
              <a:xfrm>
                <a:off x="3640956" y="72189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5" name="ph175"/>
              <p:cNvSpPr/>
              <p:nvPr/>
            </p:nvSpPr>
            <p:spPr>
              <a:xfrm>
                <a:off x="3650340" y="72189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6" name="ph176"/>
              <p:cNvSpPr/>
              <p:nvPr/>
            </p:nvSpPr>
            <p:spPr>
              <a:xfrm>
                <a:off x="3659724" y="72189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7" name="ph177"/>
              <p:cNvSpPr/>
              <p:nvPr/>
            </p:nvSpPr>
            <p:spPr>
              <a:xfrm>
                <a:off x="3669109" y="72189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8" name="ph178"/>
              <p:cNvSpPr/>
              <p:nvPr/>
            </p:nvSpPr>
            <p:spPr>
              <a:xfrm>
                <a:off x="3678493" y="72189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9" name="ph179"/>
              <p:cNvSpPr/>
              <p:nvPr/>
            </p:nvSpPr>
            <p:spPr>
              <a:xfrm>
                <a:off x="3687877" y="72189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0" name="ph180"/>
              <p:cNvSpPr/>
              <p:nvPr/>
            </p:nvSpPr>
            <p:spPr>
              <a:xfrm>
                <a:off x="3584650" y="73343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1" name="ph181"/>
              <p:cNvSpPr/>
              <p:nvPr/>
            </p:nvSpPr>
            <p:spPr>
              <a:xfrm>
                <a:off x="3594035" y="73343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2" name="ph182"/>
              <p:cNvSpPr/>
              <p:nvPr/>
            </p:nvSpPr>
            <p:spPr>
              <a:xfrm>
                <a:off x="3603419" y="73343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3" name="ph183"/>
              <p:cNvSpPr/>
              <p:nvPr/>
            </p:nvSpPr>
            <p:spPr>
              <a:xfrm>
                <a:off x="3612803" y="73343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4" name="ph184"/>
              <p:cNvSpPr/>
              <p:nvPr/>
            </p:nvSpPr>
            <p:spPr>
              <a:xfrm>
                <a:off x="3622187" y="73343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5" name="ph185"/>
              <p:cNvSpPr/>
              <p:nvPr/>
            </p:nvSpPr>
            <p:spPr>
              <a:xfrm>
                <a:off x="3631572" y="73343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6" name="ph186"/>
              <p:cNvSpPr/>
              <p:nvPr/>
            </p:nvSpPr>
            <p:spPr>
              <a:xfrm>
                <a:off x="3640956" y="73343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7" name="ph187"/>
              <p:cNvSpPr/>
              <p:nvPr/>
            </p:nvSpPr>
            <p:spPr>
              <a:xfrm>
                <a:off x="3650340" y="73343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8" name="ph188"/>
              <p:cNvSpPr/>
              <p:nvPr/>
            </p:nvSpPr>
            <p:spPr>
              <a:xfrm>
                <a:off x="3659724" y="73343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9" name="ph189"/>
              <p:cNvSpPr/>
              <p:nvPr/>
            </p:nvSpPr>
            <p:spPr>
              <a:xfrm>
                <a:off x="3669109" y="73343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0" name="ph190"/>
              <p:cNvSpPr/>
              <p:nvPr/>
            </p:nvSpPr>
            <p:spPr>
              <a:xfrm>
                <a:off x="3575266" y="74496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1" name="ph191"/>
              <p:cNvSpPr/>
              <p:nvPr/>
            </p:nvSpPr>
            <p:spPr>
              <a:xfrm>
                <a:off x="3584650" y="74496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2" name="ph192"/>
              <p:cNvSpPr/>
              <p:nvPr/>
            </p:nvSpPr>
            <p:spPr>
              <a:xfrm>
                <a:off x="3594035" y="74496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3" name="ph193"/>
              <p:cNvSpPr/>
              <p:nvPr/>
            </p:nvSpPr>
            <p:spPr>
              <a:xfrm>
                <a:off x="3603419" y="74496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4" name="ph194"/>
              <p:cNvSpPr/>
              <p:nvPr/>
            </p:nvSpPr>
            <p:spPr>
              <a:xfrm>
                <a:off x="3612803" y="74496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5" name="ph195"/>
              <p:cNvSpPr/>
              <p:nvPr/>
            </p:nvSpPr>
            <p:spPr>
              <a:xfrm>
                <a:off x="3622187" y="74496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6" name="ph196"/>
              <p:cNvSpPr/>
              <p:nvPr/>
            </p:nvSpPr>
            <p:spPr>
              <a:xfrm>
                <a:off x="3631572" y="74496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7" name="ph197"/>
              <p:cNvSpPr/>
              <p:nvPr/>
            </p:nvSpPr>
            <p:spPr>
              <a:xfrm>
                <a:off x="3640956" y="74496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8" name="ph198"/>
              <p:cNvSpPr/>
              <p:nvPr/>
            </p:nvSpPr>
            <p:spPr>
              <a:xfrm>
                <a:off x="3650340" y="74496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9" name="ph199"/>
              <p:cNvSpPr/>
              <p:nvPr/>
            </p:nvSpPr>
            <p:spPr>
              <a:xfrm>
                <a:off x="4335392" y="74496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0" name="ph200"/>
              <p:cNvSpPr/>
              <p:nvPr/>
            </p:nvSpPr>
            <p:spPr>
              <a:xfrm>
                <a:off x="3528345" y="75649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1" name="ph201"/>
              <p:cNvSpPr/>
              <p:nvPr/>
            </p:nvSpPr>
            <p:spPr>
              <a:xfrm>
                <a:off x="3537729" y="75649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2" name="ph202"/>
              <p:cNvSpPr/>
              <p:nvPr/>
            </p:nvSpPr>
            <p:spPr>
              <a:xfrm>
                <a:off x="3547113" y="75649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4AB">
                  <a:alpha val="100000"/>
                </a:srgbClr>
              </a:solidFill>
              <a:ln w="5420" cap="flat">
                <a:solidFill>
                  <a:srgbClr val="4F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3" name="ph203"/>
              <p:cNvSpPr/>
              <p:nvPr/>
            </p:nvSpPr>
            <p:spPr>
              <a:xfrm>
                <a:off x="3556497" y="75649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4AB">
                  <a:alpha val="100000"/>
                </a:srgbClr>
              </a:solidFill>
              <a:ln w="5420" cap="flat">
                <a:solidFill>
                  <a:srgbClr val="4F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4" name="ph204"/>
              <p:cNvSpPr/>
              <p:nvPr/>
            </p:nvSpPr>
            <p:spPr>
              <a:xfrm>
                <a:off x="3565882" y="75649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4AB">
                  <a:alpha val="100000"/>
                </a:srgbClr>
              </a:solidFill>
              <a:ln w="5420" cap="flat">
                <a:solidFill>
                  <a:srgbClr val="4F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5" name="ph205"/>
              <p:cNvSpPr/>
              <p:nvPr/>
            </p:nvSpPr>
            <p:spPr>
              <a:xfrm>
                <a:off x="3575266" y="75649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6" name="ph206"/>
              <p:cNvSpPr/>
              <p:nvPr/>
            </p:nvSpPr>
            <p:spPr>
              <a:xfrm>
                <a:off x="3584650" y="75649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7" name="ph207"/>
              <p:cNvSpPr/>
              <p:nvPr/>
            </p:nvSpPr>
            <p:spPr>
              <a:xfrm>
                <a:off x="3594035" y="75649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8" name="ph208"/>
              <p:cNvSpPr/>
              <p:nvPr/>
            </p:nvSpPr>
            <p:spPr>
              <a:xfrm>
                <a:off x="3603419" y="75649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9" name="ph209"/>
              <p:cNvSpPr/>
              <p:nvPr/>
            </p:nvSpPr>
            <p:spPr>
              <a:xfrm>
                <a:off x="3612803" y="75649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0" name="ph210"/>
              <p:cNvSpPr/>
              <p:nvPr/>
            </p:nvSpPr>
            <p:spPr>
              <a:xfrm>
                <a:off x="3622187" y="75649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1" name="ph211"/>
              <p:cNvSpPr/>
              <p:nvPr/>
            </p:nvSpPr>
            <p:spPr>
              <a:xfrm>
                <a:off x="3631572" y="75649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2" name="ph212"/>
              <p:cNvSpPr/>
              <p:nvPr/>
            </p:nvSpPr>
            <p:spPr>
              <a:xfrm>
                <a:off x="3640956" y="75649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3" name="ph213"/>
              <p:cNvSpPr/>
              <p:nvPr/>
            </p:nvSpPr>
            <p:spPr>
              <a:xfrm>
                <a:off x="4307239" y="75649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4" name="ph214"/>
              <p:cNvSpPr/>
              <p:nvPr/>
            </p:nvSpPr>
            <p:spPr>
              <a:xfrm>
                <a:off x="4316623" y="75649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5" name="ph215"/>
              <p:cNvSpPr/>
              <p:nvPr/>
            </p:nvSpPr>
            <p:spPr>
              <a:xfrm>
                <a:off x="4326008" y="75649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6" name="ph216"/>
              <p:cNvSpPr/>
              <p:nvPr/>
            </p:nvSpPr>
            <p:spPr>
              <a:xfrm>
                <a:off x="4335392" y="75649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7" name="ph217"/>
              <p:cNvSpPr/>
              <p:nvPr/>
            </p:nvSpPr>
            <p:spPr>
              <a:xfrm>
                <a:off x="4344776" y="75649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1A3AA">
                  <a:alpha val="100000"/>
                </a:srgbClr>
              </a:solidFill>
              <a:ln w="5420" cap="flat">
                <a:solidFill>
                  <a:srgbClr val="41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8" name="ph218"/>
              <p:cNvSpPr/>
              <p:nvPr/>
            </p:nvSpPr>
            <p:spPr>
              <a:xfrm>
                <a:off x="3518960" y="768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9" name="ph219"/>
              <p:cNvSpPr/>
              <p:nvPr/>
            </p:nvSpPr>
            <p:spPr>
              <a:xfrm>
                <a:off x="3528345" y="768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0" name="ph220"/>
              <p:cNvSpPr/>
              <p:nvPr/>
            </p:nvSpPr>
            <p:spPr>
              <a:xfrm>
                <a:off x="3537729" y="768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1" name="ph221"/>
              <p:cNvSpPr/>
              <p:nvPr/>
            </p:nvSpPr>
            <p:spPr>
              <a:xfrm>
                <a:off x="3547113" y="768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2" name="ph222"/>
              <p:cNvSpPr/>
              <p:nvPr/>
            </p:nvSpPr>
            <p:spPr>
              <a:xfrm>
                <a:off x="3556497" y="768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3" name="ph223"/>
              <p:cNvSpPr/>
              <p:nvPr/>
            </p:nvSpPr>
            <p:spPr>
              <a:xfrm>
                <a:off x="3565882" y="768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4" name="ph224"/>
              <p:cNvSpPr/>
              <p:nvPr/>
            </p:nvSpPr>
            <p:spPr>
              <a:xfrm>
                <a:off x="3575266" y="768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5" name="ph225"/>
              <p:cNvSpPr/>
              <p:nvPr/>
            </p:nvSpPr>
            <p:spPr>
              <a:xfrm>
                <a:off x="3584650" y="768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4AB">
                  <a:alpha val="100000"/>
                </a:srgbClr>
              </a:solidFill>
              <a:ln w="5420" cap="flat">
                <a:solidFill>
                  <a:srgbClr val="4F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6" name="ph226"/>
              <p:cNvSpPr/>
              <p:nvPr/>
            </p:nvSpPr>
            <p:spPr>
              <a:xfrm>
                <a:off x="3594035" y="768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4AB">
                  <a:alpha val="100000"/>
                </a:srgbClr>
              </a:solidFill>
              <a:ln w="5420" cap="flat">
                <a:solidFill>
                  <a:srgbClr val="4F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7" name="ph227"/>
              <p:cNvSpPr/>
              <p:nvPr/>
            </p:nvSpPr>
            <p:spPr>
              <a:xfrm>
                <a:off x="3603419" y="768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4AB">
                  <a:alpha val="100000"/>
                </a:srgbClr>
              </a:solidFill>
              <a:ln w="5420" cap="flat">
                <a:solidFill>
                  <a:srgbClr val="4F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8" name="ph228"/>
              <p:cNvSpPr/>
              <p:nvPr/>
            </p:nvSpPr>
            <p:spPr>
              <a:xfrm>
                <a:off x="3612803" y="768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9" name="ph229"/>
              <p:cNvSpPr/>
              <p:nvPr/>
            </p:nvSpPr>
            <p:spPr>
              <a:xfrm>
                <a:off x="3622187" y="768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0" name="ph230"/>
              <p:cNvSpPr/>
              <p:nvPr/>
            </p:nvSpPr>
            <p:spPr>
              <a:xfrm>
                <a:off x="3631572" y="768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1" name="ph231"/>
              <p:cNvSpPr/>
              <p:nvPr/>
            </p:nvSpPr>
            <p:spPr>
              <a:xfrm>
                <a:off x="4232165" y="768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2" name="ph232"/>
              <p:cNvSpPr/>
              <p:nvPr/>
            </p:nvSpPr>
            <p:spPr>
              <a:xfrm>
                <a:off x="4241549" y="768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3" name="ph233"/>
              <p:cNvSpPr/>
              <p:nvPr/>
            </p:nvSpPr>
            <p:spPr>
              <a:xfrm>
                <a:off x="4250934" y="768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4" name="ph234"/>
              <p:cNvSpPr/>
              <p:nvPr/>
            </p:nvSpPr>
            <p:spPr>
              <a:xfrm>
                <a:off x="4260318" y="768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5" name="ph235"/>
              <p:cNvSpPr/>
              <p:nvPr/>
            </p:nvSpPr>
            <p:spPr>
              <a:xfrm>
                <a:off x="4288471" y="768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6" name="ph236"/>
              <p:cNvSpPr/>
              <p:nvPr/>
            </p:nvSpPr>
            <p:spPr>
              <a:xfrm>
                <a:off x="4297855" y="768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7" name="ph237"/>
              <p:cNvSpPr/>
              <p:nvPr/>
            </p:nvSpPr>
            <p:spPr>
              <a:xfrm>
                <a:off x="4307239" y="768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8" name="ph238"/>
              <p:cNvSpPr/>
              <p:nvPr/>
            </p:nvSpPr>
            <p:spPr>
              <a:xfrm>
                <a:off x="4316623" y="768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9" name="ph239"/>
              <p:cNvSpPr/>
              <p:nvPr/>
            </p:nvSpPr>
            <p:spPr>
              <a:xfrm>
                <a:off x="4326008" y="768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0" name="ph240"/>
              <p:cNvSpPr/>
              <p:nvPr/>
            </p:nvSpPr>
            <p:spPr>
              <a:xfrm>
                <a:off x="4335392" y="768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1" name="ph241"/>
              <p:cNvSpPr/>
              <p:nvPr/>
            </p:nvSpPr>
            <p:spPr>
              <a:xfrm>
                <a:off x="4344776" y="768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2" name="ph242"/>
              <p:cNvSpPr/>
              <p:nvPr/>
            </p:nvSpPr>
            <p:spPr>
              <a:xfrm>
                <a:off x="4354161" y="768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3" name="ph243"/>
              <p:cNvSpPr/>
              <p:nvPr/>
            </p:nvSpPr>
            <p:spPr>
              <a:xfrm>
                <a:off x="3518960" y="779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4" name="ph244"/>
              <p:cNvSpPr/>
              <p:nvPr/>
            </p:nvSpPr>
            <p:spPr>
              <a:xfrm>
                <a:off x="3528345" y="779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5" name="ph245"/>
              <p:cNvSpPr/>
              <p:nvPr/>
            </p:nvSpPr>
            <p:spPr>
              <a:xfrm>
                <a:off x="3537729" y="779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6" name="ph246"/>
              <p:cNvSpPr/>
              <p:nvPr/>
            </p:nvSpPr>
            <p:spPr>
              <a:xfrm>
                <a:off x="3547113" y="779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7" name="ph247"/>
              <p:cNvSpPr/>
              <p:nvPr/>
            </p:nvSpPr>
            <p:spPr>
              <a:xfrm>
                <a:off x="3556497" y="779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8" name="ph248"/>
              <p:cNvSpPr/>
              <p:nvPr/>
            </p:nvSpPr>
            <p:spPr>
              <a:xfrm>
                <a:off x="3565882" y="779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9" name="ph249"/>
              <p:cNvSpPr/>
              <p:nvPr/>
            </p:nvSpPr>
            <p:spPr>
              <a:xfrm>
                <a:off x="3575266" y="779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0" name="ph250"/>
              <p:cNvSpPr/>
              <p:nvPr/>
            </p:nvSpPr>
            <p:spPr>
              <a:xfrm>
                <a:off x="3584650" y="779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1" name="ph251"/>
              <p:cNvSpPr/>
              <p:nvPr/>
            </p:nvSpPr>
            <p:spPr>
              <a:xfrm>
                <a:off x="3594035" y="779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2" name="ph252"/>
              <p:cNvSpPr/>
              <p:nvPr/>
            </p:nvSpPr>
            <p:spPr>
              <a:xfrm>
                <a:off x="3603419" y="779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3" name="ph253"/>
              <p:cNvSpPr/>
              <p:nvPr/>
            </p:nvSpPr>
            <p:spPr>
              <a:xfrm>
                <a:off x="3612803" y="779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4" name="ph254"/>
              <p:cNvSpPr/>
              <p:nvPr/>
            </p:nvSpPr>
            <p:spPr>
              <a:xfrm>
                <a:off x="3622187" y="779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4AB">
                  <a:alpha val="100000"/>
                </a:srgbClr>
              </a:solidFill>
              <a:ln w="5420" cap="flat">
                <a:solidFill>
                  <a:srgbClr val="4F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5" name="ph255"/>
              <p:cNvSpPr/>
              <p:nvPr/>
            </p:nvSpPr>
            <p:spPr>
              <a:xfrm>
                <a:off x="4222781" y="779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6" name="ph256"/>
              <p:cNvSpPr/>
              <p:nvPr/>
            </p:nvSpPr>
            <p:spPr>
              <a:xfrm>
                <a:off x="4232165" y="779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7" name="ph257"/>
              <p:cNvSpPr/>
              <p:nvPr/>
            </p:nvSpPr>
            <p:spPr>
              <a:xfrm>
                <a:off x="4241549" y="779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8" name="ph258"/>
              <p:cNvSpPr/>
              <p:nvPr/>
            </p:nvSpPr>
            <p:spPr>
              <a:xfrm>
                <a:off x="4250934" y="779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9" name="ph259"/>
              <p:cNvSpPr/>
              <p:nvPr/>
            </p:nvSpPr>
            <p:spPr>
              <a:xfrm>
                <a:off x="4260318" y="779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0" name="ph260"/>
              <p:cNvSpPr/>
              <p:nvPr/>
            </p:nvSpPr>
            <p:spPr>
              <a:xfrm>
                <a:off x="4269702" y="779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1" name="ph261"/>
              <p:cNvSpPr/>
              <p:nvPr/>
            </p:nvSpPr>
            <p:spPr>
              <a:xfrm>
                <a:off x="4279086" y="779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2" name="ph262"/>
              <p:cNvSpPr/>
              <p:nvPr/>
            </p:nvSpPr>
            <p:spPr>
              <a:xfrm>
                <a:off x="4288471" y="779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3" name="ph263"/>
              <p:cNvSpPr/>
              <p:nvPr/>
            </p:nvSpPr>
            <p:spPr>
              <a:xfrm>
                <a:off x="4297855" y="779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4" name="ph264"/>
              <p:cNvSpPr/>
              <p:nvPr/>
            </p:nvSpPr>
            <p:spPr>
              <a:xfrm>
                <a:off x="4307239" y="779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5" name="ph265"/>
              <p:cNvSpPr/>
              <p:nvPr/>
            </p:nvSpPr>
            <p:spPr>
              <a:xfrm>
                <a:off x="4316623" y="779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6" name="ph266"/>
              <p:cNvSpPr/>
              <p:nvPr/>
            </p:nvSpPr>
            <p:spPr>
              <a:xfrm>
                <a:off x="4326008" y="779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7" name="ph267"/>
              <p:cNvSpPr/>
              <p:nvPr/>
            </p:nvSpPr>
            <p:spPr>
              <a:xfrm>
                <a:off x="4335392" y="779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8" name="ph268"/>
              <p:cNvSpPr/>
              <p:nvPr/>
            </p:nvSpPr>
            <p:spPr>
              <a:xfrm>
                <a:off x="4344776" y="779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9" name="ph269"/>
              <p:cNvSpPr/>
              <p:nvPr/>
            </p:nvSpPr>
            <p:spPr>
              <a:xfrm>
                <a:off x="3518960" y="791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0" name="ph270"/>
              <p:cNvSpPr/>
              <p:nvPr/>
            </p:nvSpPr>
            <p:spPr>
              <a:xfrm>
                <a:off x="3528345" y="791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1" name="ph271"/>
              <p:cNvSpPr/>
              <p:nvPr/>
            </p:nvSpPr>
            <p:spPr>
              <a:xfrm>
                <a:off x="3537729" y="791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2" name="ph272"/>
              <p:cNvSpPr/>
              <p:nvPr/>
            </p:nvSpPr>
            <p:spPr>
              <a:xfrm>
                <a:off x="3547113" y="791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3" name="ph273"/>
              <p:cNvSpPr/>
              <p:nvPr/>
            </p:nvSpPr>
            <p:spPr>
              <a:xfrm>
                <a:off x="3556497" y="791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4" name="ph274"/>
              <p:cNvSpPr/>
              <p:nvPr/>
            </p:nvSpPr>
            <p:spPr>
              <a:xfrm>
                <a:off x="3565882" y="791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5" name="ph275"/>
              <p:cNvSpPr/>
              <p:nvPr/>
            </p:nvSpPr>
            <p:spPr>
              <a:xfrm>
                <a:off x="3575266" y="791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6" name="ph276"/>
              <p:cNvSpPr/>
              <p:nvPr/>
            </p:nvSpPr>
            <p:spPr>
              <a:xfrm>
                <a:off x="3584650" y="791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7" name="ph277"/>
              <p:cNvSpPr/>
              <p:nvPr/>
            </p:nvSpPr>
            <p:spPr>
              <a:xfrm>
                <a:off x="3594035" y="791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8" name="ph278"/>
              <p:cNvSpPr/>
              <p:nvPr/>
            </p:nvSpPr>
            <p:spPr>
              <a:xfrm>
                <a:off x="3603419" y="791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9" name="ph279"/>
              <p:cNvSpPr/>
              <p:nvPr/>
            </p:nvSpPr>
            <p:spPr>
              <a:xfrm>
                <a:off x="3612803" y="791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0" name="ph280"/>
              <p:cNvSpPr/>
              <p:nvPr/>
            </p:nvSpPr>
            <p:spPr>
              <a:xfrm>
                <a:off x="3622187" y="791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1" name="ph281"/>
              <p:cNvSpPr/>
              <p:nvPr/>
            </p:nvSpPr>
            <p:spPr>
              <a:xfrm>
                <a:off x="4147707" y="791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2" name="ph282"/>
              <p:cNvSpPr/>
              <p:nvPr/>
            </p:nvSpPr>
            <p:spPr>
              <a:xfrm>
                <a:off x="4157091" y="791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3" name="ph283"/>
              <p:cNvSpPr/>
              <p:nvPr/>
            </p:nvSpPr>
            <p:spPr>
              <a:xfrm>
                <a:off x="4166475" y="791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1A3AA">
                  <a:alpha val="100000"/>
                </a:srgbClr>
              </a:solidFill>
              <a:ln w="5420" cap="flat">
                <a:solidFill>
                  <a:srgbClr val="41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4" name="ph284"/>
              <p:cNvSpPr/>
              <p:nvPr/>
            </p:nvSpPr>
            <p:spPr>
              <a:xfrm>
                <a:off x="4175859" y="791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5" name="ph285"/>
              <p:cNvSpPr/>
              <p:nvPr/>
            </p:nvSpPr>
            <p:spPr>
              <a:xfrm>
                <a:off x="4204012" y="791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6" name="ph286"/>
              <p:cNvSpPr/>
              <p:nvPr/>
            </p:nvSpPr>
            <p:spPr>
              <a:xfrm>
                <a:off x="4213396" y="791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7" name="ph287"/>
              <p:cNvSpPr/>
              <p:nvPr/>
            </p:nvSpPr>
            <p:spPr>
              <a:xfrm>
                <a:off x="4222781" y="791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8" name="ph288"/>
              <p:cNvSpPr/>
              <p:nvPr/>
            </p:nvSpPr>
            <p:spPr>
              <a:xfrm>
                <a:off x="4232165" y="791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9" name="ph289"/>
              <p:cNvSpPr/>
              <p:nvPr/>
            </p:nvSpPr>
            <p:spPr>
              <a:xfrm>
                <a:off x="4241549" y="791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0" name="ph290"/>
              <p:cNvSpPr/>
              <p:nvPr/>
            </p:nvSpPr>
            <p:spPr>
              <a:xfrm>
                <a:off x="4250934" y="791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1" name="ph291"/>
              <p:cNvSpPr/>
              <p:nvPr/>
            </p:nvSpPr>
            <p:spPr>
              <a:xfrm>
                <a:off x="4260318" y="791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2" name="ph292"/>
              <p:cNvSpPr/>
              <p:nvPr/>
            </p:nvSpPr>
            <p:spPr>
              <a:xfrm>
                <a:off x="4269702" y="791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3" name="ph293"/>
              <p:cNvSpPr/>
              <p:nvPr/>
            </p:nvSpPr>
            <p:spPr>
              <a:xfrm>
                <a:off x="4279086" y="791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4" name="ph294"/>
              <p:cNvSpPr/>
              <p:nvPr/>
            </p:nvSpPr>
            <p:spPr>
              <a:xfrm>
                <a:off x="4288471" y="791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5" name="ph295"/>
              <p:cNvSpPr/>
              <p:nvPr/>
            </p:nvSpPr>
            <p:spPr>
              <a:xfrm>
                <a:off x="4297855" y="791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6" name="ph296"/>
              <p:cNvSpPr/>
              <p:nvPr/>
            </p:nvSpPr>
            <p:spPr>
              <a:xfrm>
                <a:off x="4307239" y="791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7" name="ph297"/>
              <p:cNvSpPr/>
              <p:nvPr/>
            </p:nvSpPr>
            <p:spPr>
              <a:xfrm>
                <a:off x="4316623" y="791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8" name="ph298"/>
              <p:cNvSpPr/>
              <p:nvPr/>
            </p:nvSpPr>
            <p:spPr>
              <a:xfrm>
                <a:off x="4326008" y="791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9" name="ph299"/>
              <p:cNvSpPr/>
              <p:nvPr/>
            </p:nvSpPr>
            <p:spPr>
              <a:xfrm>
                <a:off x="4335392" y="791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0" name="ph300"/>
              <p:cNvSpPr/>
              <p:nvPr/>
            </p:nvSpPr>
            <p:spPr>
              <a:xfrm>
                <a:off x="4344776" y="791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1" name="ph301"/>
              <p:cNvSpPr/>
              <p:nvPr/>
            </p:nvSpPr>
            <p:spPr>
              <a:xfrm>
                <a:off x="3509576" y="802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6AB">
                  <a:alpha val="100000"/>
                </a:srgbClr>
              </a:solidFill>
              <a:ln w="5420" cap="flat">
                <a:solidFill>
                  <a:srgbClr val="4F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2" name="ph302"/>
              <p:cNvSpPr/>
              <p:nvPr/>
            </p:nvSpPr>
            <p:spPr>
              <a:xfrm>
                <a:off x="3518960" y="802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6AB">
                  <a:alpha val="100000"/>
                </a:srgbClr>
              </a:solidFill>
              <a:ln w="5420" cap="flat">
                <a:solidFill>
                  <a:srgbClr val="4F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3" name="ph303"/>
              <p:cNvSpPr/>
              <p:nvPr/>
            </p:nvSpPr>
            <p:spPr>
              <a:xfrm>
                <a:off x="3528345" y="802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6AB">
                  <a:alpha val="100000"/>
                </a:srgbClr>
              </a:solidFill>
              <a:ln w="5420" cap="flat">
                <a:solidFill>
                  <a:srgbClr val="4F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4" name="ph304"/>
              <p:cNvSpPr/>
              <p:nvPr/>
            </p:nvSpPr>
            <p:spPr>
              <a:xfrm>
                <a:off x="3537729" y="802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6AB">
                  <a:alpha val="100000"/>
                </a:srgbClr>
              </a:solidFill>
              <a:ln w="5420" cap="flat">
                <a:solidFill>
                  <a:srgbClr val="4F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5" name="ph305"/>
              <p:cNvSpPr/>
              <p:nvPr/>
            </p:nvSpPr>
            <p:spPr>
              <a:xfrm>
                <a:off x="3547113" y="802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6AB">
                  <a:alpha val="100000"/>
                </a:srgbClr>
              </a:solidFill>
              <a:ln w="5420" cap="flat">
                <a:solidFill>
                  <a:srgbClr val="4F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6" name="ph306"/>
              <p:cNvSpPr/>
              <p:nvPr/>
            </p:nvSpPr>
            <p:spPr>
              <a:xfrm>
                <a:off x="3556497" y="802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6AB">
                  <a:alpha val="100000"/>
                </a:srgbClr>
              </a:solidFill>
              <a:ln w="5420" cap="flat">
                <a:solidFill>
                  <a:srgbClr val="4F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7" name="ph307"/>
              <p:cNvSpPr/>
              <p:nvPr/>
            </p:nvSpPr>
            <p:spPr>
              <a:xfrm>
                <a:off x="3565882" y="802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8" name="ph308"/>
              <p:cNvSpPr/>
              <p:nvPr/>
            </p:nvSpPr>
            <p:spPr>
              <a:xfrm>
                <a:off x="3575266" y="802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9" name="ph309"/>
              <p:cNvSpPr/>
              <p:nvPr/>
            </p:nvSpPr>
            <p:spPr>
              <a:xfrm>
                <a:off x="3584650" y="802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0" name="ph310"/>
              <p:cNvSpPr/>
              <p:nvPr/>
            </p:nvSpPr>
            <p:spPr>
              <a:xfrm>
                <a:off x="3594035" y="802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1" name="ph311"/>
              <p:cNvSpPr/>
              <p:nvPr/>
            </p:nvSpPr>
            <p:spPr>
              <a:xfrm>
                <a:off x="3603419" y="802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2" name="ph312"/>
              <p:cNvSpPr/>
              <p:nvPr/>
            </p:nvSpPr>
            <p:spPr>
              <a:xfrm>
                <a:off x="3612803" y="802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3" name="ph313"/>
              <p:cNvSpPr/>
              <p:nvPr/>
            </p:nvSpPr>
            <p:spPr>
              <a:xfrm>
                <a:off x="4138322" y="802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4" name="ph314"/>
              <p:cNvSpPr/>
              <p:nvPr/>
            </p:nvSpPr>
            <p:spPr>
              <a:xfrm>
                <a:off x="4147707" y="802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1A3AA">
                  <a:alpha val="100000"/>
                </a:srgbClr>
              </a:solidFill>
              <a:ln w="5420" cap="flat">
                <a:solidFill>
                  <a:srgbClr val="41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5" name="ph315"/>
              <p:cNvSpPr/>
              <p:nvPr/>
            </p:nvSpPr>
            <p:spPr>
              <a:xfrm>
                <a:off x="4157091" y="802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6" name="ph316"/>
              <p:cNvSpPr/>
              <p:nvPr/>
            </p:nvSpPr>
            <p:spPr>
              <a:xfrm>
                <a:off x="4166475" y="802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7" name="ph317"/>
              <p:cNvSpPr/>
              <p:nvPr/>
            </p:nvSpPr>
            <p:spPr>
              <a:xfrm>
                <a:off x="4175859" y="802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8" name="ph318"/>
              <p:cNvSpPr/>
              <p:nvPr/>
            </p:nvSpPr>
            <p:spPr>
              <a:xfrm>
                <a:off x="4185244" y="802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9" name="ph319"/>
              <p:cNvSpPr/>
              <p:nvPr/>
            </p:nvSpPr>
            <p:spPr>
              <a:xfrm>
                <a:off x="4194628" y="802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0" name="ph320"/>
              <p:cNvSpPr/>
              <p:nvPr/>
            </p:nvSpPr>
            <p:spPr>
              <a:xfrm>
                <a:off x="4204012" y="802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1" name="ph321"/>
              <p:cNvSpPr/>
              <p:nvPr/>
            </p:nvSpPr>
            <p:spPr>
              <a:xfrm>
                <a:off x="4213396" y="802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2" name="ph322"/>
              <p:cNvSpPr/>
              <p:nvPr/>
            </p:nvSpPr>
            <p:spPr>
              <a:xfrm>
                <a:off x="4222781" y="802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3" name="ph323"/>
              <p:cNvSpPr/>
              <p:nvPr/>
            </p:nvSpPr>
            <p:spPr>
              <a:xfrm>
                <a:off x="4232165" y="802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4" name="ph324"/>
              <p:cNvSpPr/>
              <p:nvPr/>
            </p:nvSpPr>
            <p:spPr>
              <a:xfrm>
                <a:off x="4241549" y="802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5" name="ph325"/>
              <p:cNvSpPr/>
              <p:nvPr/>
            </p:nvSpPr>
            <p:spPr>
              <a:xfrm>
                <a:off x="4250934" y="802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6" name="ph326"/>
              <p:cNvSpPr/>
              <p:nvPr/>
            </p:nvSpPr>
            <p:spPr>
              <a:xfrm>
                <a:off x="4260318" y="802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7" name="ph327"/>
              <p:cNvSpPr/>
              <p:nvPr/>
            </p:nvSpPr>
            <p:spPr>
              <a:xfrm>
                <a:off x="4269702" y="802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8" name="ph328"/>
              <p:cNvSpPr/>
              <p:nvPr/>
            </p:nvSpPr>
            <p:spPr>
              <a:xfrm>
                <a:off x="4279086" y="802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9" name="ph329"/>
              <p:cNvSpPr/>
              <p:nvPr/>
            </p:nvSpPr>
            <p:spPr>
              <a:xfrm>
                <a:off x="4288471" y="802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0" name="ph330"/>
              <p:cNvSpPr/>
              <p:nvPr/>
            </p:nvSpPr>
            <p:spPr>
              <a:xfrm>
                <a:off x="4297855" y="802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1" name="ph331"/>
              <p:cNvSpPr/>
              <p:nvPr/>
            </p:nvSpPr>
            <p:spPr>
              <a:xfrm>
                <a:off x="4307239" y="802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2" name="ph332"/>
              <p:cNvSpPr/>
              <p:nvPr/>
            </p:nvSpPr>
            <p:spPr>
              <a:xfrm>
                <a:off x="4316623" y="802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3" name="ph333"/>
              <p:cNvSpPr/>
              <p:nvPr/>
            </p:nvSpPr>
            <p:spPr>
              <a:xfrm>
                <a:off x="4326008" y="802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4" name="ph334"/>
              <p:cNvSpPr/>
              <p:nvPr/>
            </p:nvSpPr>
            <p:spPr>
              <a:xfrm>
                <a:off x="4335392" y="802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5" name="ph335"/>
              <p:cNvSpPr/>
              <p:nvPr/>
            </p:nvSpPr>
            <p:spPr>
              <a:xfrm>
                <a:off x="4344776" y="802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6" name="ph336"/>
              <p:cNvSpPr/>
              <p:nvPr/>
            </p:nvSpPr>
            <p:spPr>
              <a:xfrm>
                <a:off x="3490808" y="814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7" name="ph337"/>
              <p:cNvSpPr/>
              <p:nvPr/>
            </p:nvSpPr>
            <p:spPr>
              <a:xfrm>
                <a:off x="3500192" y="814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8" name="ph338"/>
              <p:cNvSpPr/>
              <p:nvPr/>
            </p:nvSpPr>
            <p:spPr>
              <a:xfrm>
                <a:off x="3509576" y="814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9" name="ph339"/>
              <p:cNvSpPr/>
              <p:nvPr/>
            </p:nvSpPr>
            <p:spPr>
              <a:xfrm>
                <a:off x="3518960" y="814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0" name="ph340"/>
              <p:cNvSpPr/>
              <p:nvPr/>
            </p:nvSpPr>
            <p:spPr>
              <a:xfrm>
                <a:off x="3528345" y="814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1" name="ph341"/>
              <p:cNvSpPr/>
              <p:nvPr/>
            </p:nvSpPr>
            <p:spPr>
              <a:xfrm>
                <a:off x="3537729" y="814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2" name="ph342"/>
              <p:cNvSpPr/>
              <p:nvPr/>
            </p:nvSpPr>
            <p:spPr>
              <a:xfrm>
                <a:off x="3547113" y="814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3" name="ph343"/>
              <p:cNvSpPr/>
              <p:nvPr/>
            </p:nvSpPr>
            <p:spPr>
              <a:xfrm>
                <a:off x="3556497" y="814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4" name="ph344"/>
              <p:cNvSpPr/>
              <p:nvPr/>
            </p:nvSpPr>
            <p:spPr>
              <a:xfrm>
                <a:off x="3565882" y="814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5" name="ph345"/>
              <p:cNvSpPr/>
              <p:nvPr/>
            </p:nvSpPr>
            <p:spPr>
              <a:xfrm>
                <a:off x="3575266" y="814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6" name="ph346"/>
              <p:cNvSpPr/>
              <p:nvPr/>
            </p:nvSpPr>
            <p:spPr>
              <a:xfrm>
                <a:off x="3584650" y="814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7" name="ph347"/>
              <p:cNvSpPr/>
              <p:nvPr/>
            </p:nvSpPr>
            <p:spPr>
              <a:xfrm>
                <a:off x="4138322" y="814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8" name="ph348"/>
              <p:cNvSpPr/>
              <p:nvPr/>
            </p:nvSpPr>
            <p:spPr>
              <a:xfrm>
                <a:off x="4147707" y="814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9" name="ph349"/>
              <p:cNvSpPr/>
              <p:nvPr/>
            </p:nvSpPr>
            <p:spPr>
              <a:xfrm>
                <a:off x="4157091" y="814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0" name="ph350"/>
              <p:cNvSpPr/>
              <p:nvPr/>
            </p:nvSpPr>
            <p:spPr>
              <a:xfrm>
                <a:off x="4166475" y="814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1" name="ph351"/>
              <p:cNvSpPr/>
              <p:nvPr/>
            </p:nvSpPr>
            <p:spPr>
              <a:xfrm>
                <a:off x="4175859" y="814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2" name="ph352"/>
              <p:cNvSpPr/>
              <p:nvPr/>
            </p:nvSpPr>
            <p:spPr>
              <a:xfrm>
                <a:off x="4185244" y="814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3" name="ph353"/>
              <p:cNvSpPr/>
              <p:nvPr/>
            </p:nvSpPr>
            <p:spPr>
              <a:xfrm>
                <a:off x="4194628" y="814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4" name="ph354"/>
              <p:cNvSpPr/>
              <p:nvPr/>
            </p:nvSpPr>
            <p:spPr>
              <a:xfrm>
                <a:off x="4204012" y="814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5" name="ph355"/>
              <p:cNvSpPr/>
              <p:nvPr/>
            </p:nvSpPr>
            <p:spPr>
              <a:xfrm>
                <a:off x="4213396" y="814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6" name="ph356"/>
              <p:cNvSpPr/>
              <p:nvPr/>
            </p:nvSpPr>
            <p:spPr>
              <a:xfrm>
                <a:off x="4222781" y="814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7" name="ph357"/>
              <p:cNvSpPr/>
              <p:nvPr/>
            </p:nvSpPr>
            <p:spPr>
              <a:xfrm>
                <a:off x="4232165" y="814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8" name="ph358"/>
              <p:cNvSpPr/>
              <p:nvPr/>
            </p:nvSpPr>
            <p:spPr>
              <a:xfrm>
                <a:off x="4241549" y="814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9" name="ph359"/>
              <p:cNvSpPr/>
              <p:nvPr/>
            </p:nvSpPr>
            <p:spPr>
              <a:xfrm>
                <a:off x="4250934" y="814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0" name="ph360"/>
              <p:cNvSpPr/>
              <p:nvPr/>
            </p:nvSpPr>
            <p:spPr>
              <a:xfrm>
                <a:off x="4260318" y="814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1" name="ph361"/>
              <p:cNvSpPr/>
              <p:nvPr/>
            </p:nvSpPr>
            <p:spPr>
              <a:xfrm>
                <a:off x="4269702" y="814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2" name="ph362"/>
              <p:cNvSpPr/>
              <p:nvPr/>
            </p:nvSpPr>
            <p:spPr>
              <a:xfrm>
                <a:off x="4279086" y="814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3" name="ph363"/>
              <p:cNvSpPr/>
              <p:nvPr/>
            </p:nvSpPr>
            <p:spPr>
              <a:xfrm>
                <a:off x="4288471" y="814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4" name="ph364"/>
              <p:cNvSpPr/>
              <p:nvPr/>
            </p:nvSpPr>
            <p:spPr>
              <a:xfrm>
                <a:off x="4297855" y="814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5" name="ph365"/>
              <p:cNvSpPr/>
              <p:nvPr/>
            </p:nvSpPr>
            <p:spPr>
              <a:xfrm>
                <a:off x="4307239" y="814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6" name="ph366"/>
              <p:cNvSpPr/>
              <p:nvPr/>
            </p:nvSpPr>
            <p:spPr>
              <a:xfrm>
                <a:off x="4316623" y="814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7" name="ph367"/>
              <p:cNvSpPr/>
              <p:nvPr/>
            </p:nvSpPr>
            <p:spPr>
              <a:xfrm>
                <a:off x="4326008" y="814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8" name="ph368"/>
              <p:cNvSpPr/>
              <p:nvPr/>
            </p:nvSpPr>
            <p:spPr>
              <a:xfrm>
                <a:off x="4335392" y="814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9" name="ph369"/>
              <p:cNvSpPr/>
              <p:nvPr/>
            </p:nvSpPr>
            <p:spPr>
              <a:xfrm>
                <a:off x="4344776" y="814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0" name="ph370"/>
              <p:cNvSpPr/>
              <p:nvPr/>
            </p:nvSpPr>
            <p:spPr>
              <a:xfrm>
                <a:off x="3490808" y="825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1" name="ph371"/>
              <p:cNvSpPr/>
              <p:nvPr/>
            </p:nvSpPr>
            <p:spPr>
              <a:xfrm>
                <a:off x="3500192" y="825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2" name="ph372"/>
              <p:cNvSpPr/>
              <p:nvPr/>
            </p:nvSpPr>
            <p:spPr>
              <a:xfrm>
                <a:off x="3509576" y="825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3" name="ph373"/>
              <p:cNvSpPr/>
              <p:nvPr/>
            </p:nvSpPr>
            <p:spPr>
              <a:xfrm>
                <a:off x="3518960" y="825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4" name="ph374"/>
              <p:cNvSpPr/>
              <p:nvPr/>
            </p:nvSpPr>
            <p:spPr>
              <a:xfrm>
                <a:off x="3528345" y="825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5" name="ph375"/>
              <p:cNvSpPr/>
              <p:nvPr/>
            </p:nvSpPr>
            <p:spPr>
              <a:xfrm>
                <a:off x="3537729" y="825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6" name="ph376"/>
              <p:cNvSpPr/>
              <p:nvPr/>
            </p:nvSpPr>
            <p:spPr>
              <a:xfrm>
                <a:off x="3547113" y="825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7" name="ph377"/>
              <p:cNvSpPr/>
              <p:nvPr/>
            </p:nvSpPr>
            <p:spPr>
              <a:xfrm>
                <a:off x="3556497" y="825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8" name="ph378"/>
              <p:cNvSpPr/>
              <p:nvPr/>
            </p:nvSpPr>
            <p:spPr>
              <a:xfrm>
                <a:off x="3565882" y="825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9" name="ph379"/>
              <p:cNvSpPr/>
              <p:nvPr/>
            </p:nvSpPr>
            <p:spPr>
              <a:xfrm>
                <a:off x="4138322" y="825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0" name="ph380"/>
              <p:cNvSpPr/>
              <p:nvPr/>
            </p:nvSpPr>
            <p:spPr>
              <a:xfrm>
                <a:off x="4147707" y="825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1" name="ph381"/>
              <p:cNvSpPr/>
              <p:nvPr/>
            </p:nvSpPr>
            <p:spPr>
              <a:xfrm>
                <a:off x="4157091" y="825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2" name="ph382"/>
              <p:cNvSpPr/>
              <p:nvPr/>
            </p:nvSpPr>
            <p:spPr>
              <a:xfrm>
                <a:off x="4166475" y="825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3" name="ph383"/>
              <p:cNvSpPr/>
              <p:nvPr/>
            </p:nvSpPr>
            <p:spPr>
              <a:xfrm>
                <a:off x="4175859" y="825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4" name="ph384"/>
              <p:cNvSpPr/>
              <p:nvPr/>
            </p:nvSpPr>
            <p:spPr>
              <a:xfrm>
                <a:off x="4185244" y="825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5" name="ph385"/>
              <p:cNvSpPr/>
              <p:nvPr/>
            </p:nvSpPr>
            <p:spPr>
              <a:xfrm>
                <a:off x="4194628" y="825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6" name="ph386"/>
              <p:cNvSpPr/>
              <p:nvPr/>
            </p:nvSpPr>
            <p:spPr>
              <a:xfrm>
                <a:off x="4204012" y="825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7" name="ph387"/>
              <p:cNvSpPr/>
              <p:nvPr/>
            </p:nvSpPr>
            <p:spPr>
              <a:xfrm>
                <a:off x="4213396" y="825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8" name="ph388"/>
              <p:cNvSpPr/>
              <p:nvPr/>
            </p:nvSpPr>
            <p:spPr>
              <a:xfrm>
                <a:off x="4222781" y="825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9" name="ph389"/>
              <p:cNvSpPr/>
              <p:nvPr/>
            </p:nvSpPr>
            <p:spPr>
              <a:xfrm>
                <a:off x="4232165" y="825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0" name="ph390"/>
              <p:cNvSpPr/>
              <p:nvPr/>
            </p:nvSpPr>
            <p:spPr>
              <a:xfrm>
                <a:off x="4241549" y="825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1" name="ph391"/>
              <p:cNvSpPr/>
              <p:nvPr/>
            </p:nvSpPr>
            <p:spPr>
              <a:xfrm>
                <a:off x="4250934" y="825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2" name="ph392"/>
              <p:cNvSpPr/>
              <p:nvPr/>
            </p:nvSpPr>
            <p:spPr>
              <a:xfrm>
                <a:off x="4260318" y="825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3" name="ph393"/>
              <p:cNvSpPr/>
              <p:nvPr/>
            </p:nvSpPr>
            <p:spPr>
              <a:xfrm>
                <a:off x="4269702" y="825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4" name="ph394"/>
              <p:cNvSpPr/>
              <p:nvPr/>
            </p:nvSpPr>
            <p:spPr>
              <a:xfrm>
                <a:off x="4279086" y="825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5" name="ph395"/>
              <p:cNvSpPr/>
              <p:nvPr/>
            </p:nvSpPr>
            <p:spPr>
              <a:xfrm>
                <a:off x="4288471" y="825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6" name="ph396"/>
              <p:cNvSpPr/>
              <p:nvPr/>
            </p:nvSpPr>
            <p:spPr>
              <a:xfrm>
                <a:off x="4297855" y="825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7" name="ph397"/>
              <p:cNvSpPr/>
              <p:nvPr/>
            </p:nvSpPr>
            <p:spPr>
              <a:xfrm>
                <a:off x="4307239" y="825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8" name="ph398"/>
              <p:cNvSpPr/>
              <p:nvPr/>
            </p:nvSpPr>
            <p:spPr>
              <a:xfrm>
                <a:off x="4316623" y="825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9" name="ph399"/>
              <p:cNvSpPr/>
              <p:nvPr/>
            </p:nvSpPr>
            <p:spPr>
              <a:xfrm>
                <a:off x="4326008" y="825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0" name="ph400"/>
              <p:cNvSpPr/>
              <p:nvPr/>
            </p:nvSpPr>
            <p:spPr>
              <a:xfrm>
                <a:off x="4335392" y="825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1" name="ph401"/>
              <p:cNvSpPr/>
              <p:nvPr/>
            </p:nvSpPr>
            <p:spPr>
              <a:xfrm>
                <a:off x="4344776" y="825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2" name="ph402"/>
              <p:cNvSpPr/>
              <p:nvPr/>
            </p:nvSpPr>
            <p:spPr>
              <a:xfrm>
                <a:off x="4354161" y="825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3" name="ph403"/>
              <p:cNvSpPr/>
              <p:nvPr/>
            </p:nvSpPr>
            <p:spPr>
              <a:xfrm>
                <a:off x="3490808" y="83721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4" name="ph404"/>
              <p:cNvSpPr/>
              <p:nvPr/>
            </p:nvSpPr>
            <p:spPr>
              <a:xfrm>
                <a:off x="3500192" y="83721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5" name="ph405"/>
              <p:cNvSpPr/>
              <p:nvPr/>
            </p:nvSpPr>
            <p:spPr>
              <a:xfrm>
                <a:off x="3509576" y="83721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6" name="ph406"/>
              <p:cNvSpPr/>
              <p:nvPr/>
            </p:nvSpPr>
            <p:spPr>
              <a:xfrm>
                <a:off x="3518960" y="83721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7" name="ph407"/>
              <p:cNvSpPr/>
              <p:nvPr/>
            </p:nvSpPr>
            <p:spPr>
              <a:xfrm>
                <a:off x="3528345" y="83721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8" name="ph408"/>
              <p:cNvSpPr/>
              <p:nvPr/>
            </p:nvSpPr>
            <p:spPr>
              <a:xfrm>
                <a:off x="3537729" y="83721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9" name="ph409"/>
              <p:cNvSpPr/>
              <p:nvPr/>
            </p:nvSpPr>
            <p:spPr>
              <a:xfrm>
                <a:off x="4128938" y="83721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0" name="ph410"/>
              <p:cNvSpPr/>
              <p:nvPr/>
            </p:nvSpPr>
            <p:spPr>
              <a:xfrm>
                <a:off x="4138322" y="83721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1" name="ph411"/>
              <p:cNvSpPr/>
              <p:nvPr/>
            </p:nvSpPr>
            <p:spPr>
              <a:xfrm>
                <a:off x="4147707" y="83721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2" name="ph412"/>
              <p:cNvSpPr/>
              <p:nvPr/>
            </p:nvSpPr>
            <p:spPr>
              <a:xfrm>
                <a:off x="4157091" y="83721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3" name="ph413"/>
              <p:cNvSpPr/>
              <p:nvPr/>
            </p:nvSpPr>
            <p:spPr>
              <a:xfrm>
                <a:off x="4166475" y="83721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4" name="ph414"/>
              <p:cNvSpPr/>
              <p:nvPr/>
            </p:nvSpPr>
            <p:spPr>
              <a:xfrm>
                <a:off x="4175859" y="83721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5" name="ph415"/>
              <p:cNvSpPr/>
              <p:nvPr/>
            </p:nvSpPr>
            <p:spPr>
              <a:xfrm>
                <a:off x="4185244" y="83721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6" name="ph416"/>
              <p:cNvSpPr/>
              <p:nvPr/>
            </p:nvSpPr>
            <p:spPr>
              <a:xfrm>
                <a:off x="4194628" y="83721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7" name="ph417"/>
              <p:cNvSpPr/>
              <p:nvPr/>
            </p:nvSpPr>
            <p:spPr>
              <a:xfrm>
                <a:off x="4204012" y="83721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8" name="ph418"/>
              <p:cNvSpPr/>
              <p:nvPr/>
            </p:nvSpPr>
            <p:spPr>
              <a:xfrm>
                <a:off x="4213396" y="83721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9" name="ph419"/>
              <p:cNvSpPr/>
              <p:nvPr/>
            </p:nvSpPr>
            <p:spPr>
              <a:xfrm>
                <a:off x="4222781" y="83721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0" name="ph420"/>
              <p:cNvSpPr/>
              <p:nvPr/>
            </p:nvSpPr>
            <p:spPr>
              <a:xfrm>
                <a:off x="4269702" y="83721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9DA9">
                  <a:alpha val="100000"/>
                </a:srgbClr>
              </a:solidFill>
              <a:ln w="5420" cap="flat">
                <a:solidFill>
                  <a:srgbClr val="3B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1" name="ph421"/>
              <p:cNvSpPr/>
              <p:nvPr/>
            </p:nvSpPr>
            <p:spPr>
              <a:xfrm>
                <a:off x="4279086" y="83721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9DA9">
                  <a:alpha val="100000"/>
                </a:srgbClr>
              </a:solidFill>
              <a:ln w="5420" cap="flat">
                <a:solidFill>
                  <a:srgbClr val="3B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2" name="ph422"/>
              <p:cNvSpPr/>
              <p:nvPr/>
            </p:nvSpPr>
            <p:spPr>
              <a:xfrm>
                <a:off x="4288471" y="83721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9DA9">
                  <a:alpha val="100000"/>
                </a:srgbClr>
              </a:solidFill>
              <a:ln w="5420" cap="flat">
                <a:solidFill>
                  <a:srgbClr val="3B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3" name="ph423"/>
              <p:cNvSpPr/>
              <p:nvPr/>
            </p:nvSpPr>
            <p:spPr>
              <a:xfrm>
                <a:off x="4297855" y="83721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9DA9">
                  <a:alpha val="100000"/>
                </a:srgbClr>
              </a:solidFill>
              <a:ln w="5420" cap="flat">
                <a:solidFill>
                  <a:srgbClr val="3B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4" name="ph424"/>
              <p:cNvSpPr/>
              <p:nvPr/>
            </p:nvSpPr>
            <p:spPr>
              <a:xfrm>
                <a:off x="4307239" y="83721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5" name="ph425"/>
              <p:cNvSpPr/>
              <p:nvPr/>
            </p:nvSpPr>
            <p:spPr>
              <a:xfrm>
                <a:off x="4316623" y="83721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6" name="ph426"/>
              <p:cNvSpPr/>
              <p:nvPr/>
            </p:nvSpPr>
            <p:spPr>
              <a:xfrm>
                <a:off x="4326008" y="83721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7" name="ph427"/>
              <p:cNvSpPr/>
              <p:nvPr/>
            </p:nvSpPr>
            <p:spPr>
              <a:xfrm>
                <a:off x="4335392" y="83721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8" name="ph428"/>
              <p:cNvSpPr/>
              <p:nvPr/>
            </p:nvSpPr>
            <p:spPr>
              <a:xfrm>
                <a:off x="4344776" y="83721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9" name="ph429"/>
              <p:cNvSpPr/>
              <p:nvPr/>
            </p:nvSpPr>
            <p:spPr>
              <a:xfrm>
                <a:off x="3490808" y="84875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0" name="ph430"/>
              <p:cNvSpPr/>
              <p:nvPr/>
            </p:nvSpPr>
            <p:spPr>
              <a:xfrm>
                <a:off x="3500192" y="84875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1" name="ph431"/>
              <p:cNvSpPr/>
              <p:nvPr/>
            </p:nvSpPr>
            <p:spPr>
              <a:xfrm>
                <a:off x="3509576" y="84875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2" name="ph432"/>
              <p:cNvSpPr/>
              <p:nvPr/>
            </p:nvSpPr>
            <p:spPr>
              <a:xfrm>
                <a:off x="3518960" y="84875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3" name="ph433"/>
              <p:cNvSpPr/>
              <p:nvPr/>
            </p:nvSpPr>
            <p:spPr>
              <a:xfrm>
                <a:off x="4091401" y="84875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4" name="ph434"/>
              <p:cNvSpPr/>
              <p:nvPr/>
            </p:nvSpPr>
            <p:spPr>
              <a:xfrm>
                <a:off x="4100785" y="84875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5" name="ph435"/>
              <p:cNvSpPr/>
              <p:nvPr/>
            </p:nvSpPr>
            <p:spPr>
              <a:xfrm>
                <a:off x="4110169" y="84875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6" name="ph436"/>
              <p:cNvSpPr/>
              <p:nvPr/>
            </p:nvSpPr>
            <p:spPr>
              <a:xfrm>
                <a:off x="4119554" y="84875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7" name="ph437"/>
              <p:cNvSpPr/>
              <p:nvPr/>
            </p:nvSpPr>
            <p:spPr>
              <a:xfrm>
                <a:off x="4128938" y="84875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8" name="ph438"/>
              <p:cNvSpPr/>
              <p:nvPr/>
            </p:nvSpPr>
            <p:spPr>
              <a:xfrm>
                <a:off x="4138322" y="84875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9" name="ph439"/>
              <p:cNvSpPr/>
              <p:nvPr/>
            </p:nvSpPr>
            <p:spPr>
              <a:xfrm>
                <a:off x="4147707" y="84875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0" name="ph440"/>
              <p:cNvSpPr/>
              <p:nvPr/>
            </p:nvSpPr>
            <p:spPr>
              <a:xfrm>
                <a:off x="4157091" y="84875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1" name="ph441"/>
              <p:cNvSpPr/>
              <p:nvPr/>
            </p:nvSpPr>
            <p:spPr>
              <a:xfrm>
                <a:off x="4166475" y="84875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2" name="ph442"/>
              <p:cNvSpPr/>
              <p:nvPr/>
            </p:nvSpPr>
            <p:spPr>
              <a:xfrm>
                <a:off x="4175859" y="84875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3" name="ph443"/>
              <p:cNvSpPr/>
              <p:nvPr/>
            </p:nvSpPr>
            <p:spPr>
              <a:xfrm>
                <a:off x="4250934" y="84875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4" name="ph444"/>
              <p:cNvSpPr/>
              <p:nvPr/>
            </p:nvSpPr>
            <p:spPr>
              <a:xfrm>
                <a:off x="4260318" y="84875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5" name="ph445"/>
              <p:cNvSpPr/>
              <p:nvPr/>
            </p:nvSpPr>
            <p:spPr>
              <a:xfrm>
                <a:off x="4269702" y="84875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6" name="ph446"/>
              <p:cNvSpPr/>
              <p:nvPr/>
            </p:nvSpPr>
            <p:spPr>
              <a:xfrm>
                <a:off x="4279086" y="84875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7" name="ph447"/>
              <p:cNvSpPr/>
              <p:nvPr/>
            </p:nvSpPr>
            <p:spPr>
              <a:xfrm>
                <a:off x="4288471" y="84875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8" name="ph448"/>
              <p:cNvSpPr/>
              <p:nvPr/>
            </p:nvSpPr>
            <p:spPr>
              <a:xfrm>
                <a:off x="4297855" y="84875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9" name="ph449"/>
              <p:cNvSpPr/>
              <p:nvPr/>
            </p:nvSpPr>
            <p:spPr>
              <a:xfrm>
                <a:off x="4307239" y="84875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0" name="ph450"/>
              <p:cNvSpPr/>
              <p:nvPr/>
            </p:nvSpPr>
            <p:spPr>
              <a:xfrm>
                <a:off x="4316623" y="84875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1" name="ph451"/>
              <p:cNvSpPr/>
              <p:nvPr/>
            </p:nvSpPr>
            <p:spPr>
              <a:xfrm>
                <a:off x="4326008" y="84875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9DA9">
                  <a:alpha val="100000"/>
                </a:srgbClr>
              </a:solidFill>
              <a:ln w="5420" cap="flat">
                <a:solidFill>
                  <a:srgbClr val="3B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2" name="ph452"/>
              <p:cNvSpPr/>
              <p:nvPr/>
            </p:nvSpPr>
            <p:spPr>
              <a:xfrm>
                <a:off x="4335392" y="84875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3" name="ph453"/>
              <p:cNvSpPr/>
              <p:nvPr/>
            </p:nvSpPr>
            <p:spPr>
              <a:xfrm>
                <a:off x="3997558" y="86028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4" name="ph454"/>
              <p:cNvSpPr/>
              <p:nvPr/>
            </p:nvSpPr>
            <p:spPr>
              <a:xfrm>
                <a:off x="4006942" y="86028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5" name="ph455"/>
              <p:cNvSpPr/>
              <p:nvPr/>
            </p:nvSpPr>
            <p:spPr>
              <a:xfrm>
                <a:off x="4016327" y="86028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6" name="ph456"/>
              <p:cNvSpPr/>
              <p:nvPr/>
            </p:nvSpPr>
            <p:spPr>
              <a:xfrm>
                <a:off x="4025711" y="86028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7" name="ph457"/>
              <p:cNvSpPr/>
              <p:nvPr/>
            </p:nvSpPr>
            <p:spPr>
              <a:xfrm>
                <a:off x="4035095" y="86028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8" name="ph458"/>
              <p:cNvSpPr/>
              <p:nvPr/>
            </p:nvSpPr>
            <p:spPr>
              <a:xfrm>
                <a:off x="4044480" y="86028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9" name="ph459"/>
              <p:cNvSpPr/>
              <p:nvPr/>
            </p:nvSpPr>
            <p:spPr>
              <a:xfrm>
                <a:off x="4053864" y="86028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0" name="ph460"/>
              <p:cNvSpPr/>
              <p:nvPr/>
            </p:nvSpPr>
            <p:spPr>
              <a:xfrm>
                <a:off x="4063248" y="86028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1" name="ph461"/>
              <p:cNvSpPr/>
              <p:nvPr/>
            </p:nvSpPr>
            <p:spPr>
              <a:xfrm>
                <a:off x="4072632" y="86028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2" name="ph462"/>
              <p:cNvSpPr/>
              <p:nvPr/>
            </p:nvSpPr>
            <p:spPr>
              <a:xfrm>
                <a:off x="4082017" y="86028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3" name="ph463"/>
              <p:cNvSpPr/>
              <p:nvPr/>
            </p:nvSpPr>
            <p:spPr>
              <a:xfrm>
                <a:off x="4091401" y="86028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4" name="ph464"/>
              <p:cNvSpPr/>
              <p:nvPr/>
            </p:nvSpPr>
            <p:spPr>
              <a:xfrm>
                <a:off x="4100785" y="86028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5" name="ph465"/>
              <p:cNvSpPr/>
              <p:nvPr/>
            </p:nvSpPr>
            <p:spPr>
              <a:xfrm>
                <a:off x="4110169" y="86028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6" name="ph466"/>
              <p:cNvSpPr/>
              <p:nvPr/>
            </p:nvSpPr>
            <p:spPr>
              <a:xfrm>
                <a:off x="4119554" y="86028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7" name="ph467"/>
              <p:cNvSpPr/>
              <p:nvPr/>
            </p:nvSpPr>
            <p:spPr>
              <a:xfrm>
                <a:off x="4128938" y="86028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8" name="ph468"/>
              <p:cNvSpPr/>
              <p:nvPr/>
            </p:nvSpPr>
            <p:spPr>
              <a:xfrm>
                <a:off x="4138322" y="86028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9" name="ph469"/>
              <p:cNvSpPr/>
              <p:nvPr/>
            </p:nvSpPr>
            <p:spPr>
              <a:xfrm>
                <a:off x="4147707" y="86028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0" name="ph470"/>
              <p:cNvSpPr/>
              <p:nvPr/>
            </p:nvSpPr>
            <p:spPr>
              <a:xfrm>
                <a:off x="4157091" y="86028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1" name="ph471"/>
              <p:cNvSpPr/>
              <p:nvPr/>
            </p:nvSpPr>
            <p:spPr>
              <a:xfrm>
                <a:off x="4166475" y="86028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2" name="ph472"/>
              <p:cNvSpPr/>
              <p:nvPr/>
            </p:nvSpPr>
            <p:spPr>
              <a:xfrm>
                <a:off x="4175859" y="86028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3" name="ph473"/>
              <p:cNvSpPr/>
              <p:nvPr/>
            </p:nvSpPr>
            <p:spPr>
              <a:xfrm>
                <a:off x="4232165" y="86028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4" name="ph474"/>
              <p:cNvSpPr/>
              <p:nvPr/>
            </p:nvSpPr>
            <p:spPr>
              <a:xfrm>
                <a:off x="4241549" y="86028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5" name="ph475"/>
              <p:cNvSpPr/>
              <p:nvPr/>
            </p:nvSpPr>
            <p:spPr>
              <a:xfrm>
                <a:off x="4250934" y="86028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6" name="ph476"/>
              <p:cNvSpPr/>
              <p:nvPr/>
            </p:nvSpPr>
            <p:spPr>
              <a:xfrm>
                <a:off x="4260318" y="86028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7" name="ph477"/>
              <p:cNvSpPr/>
              <p:nvPr/>
            </p:nvSpPr>
            <p:spPr>
              <a:xfrm>
                <a:off x="4269702" y="86028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8" name="ph478"/>
              <p:cNvSpPr/>
              <p:nvPr/>
            </p:nvSpPr>
            <p:spPr>
              <a:xfrm>
                <a:off x="4279086" y="86028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9" name="ph479"/>
              <p:cNvSpPr/>
              <p:nvPr/>
            </p:nvSpPr>
            <p:spPr>
              <a:xfrm>
                <a:off x="4288471" y="86028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80" name="ph480"/>
              <p:cNvSpPr/>
              <p:nvPr/>
            </p:nvSpPr>
            <p:spPr>
              <a:xfrm>
                <a:off x="4297855" y="86028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81" name="ph481"/>
              <p:cNvSpPr/>
              <p:nvPr/>
            </p:nvSpPr>
            <p:spPr>
              <a:xfrm>
                <a:off x="4307239" y="86028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82" name="ph482"/>
              <p:cNvSpPr/>
              <p:nvPr/>
            </p:nvSpPr>
            <p:spPr>
              <a:xfrm>
                <a:off x="4316623" y="86028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83" name="ph483"/>
              <p:cNvSpPr/>
              <p:nvPr/>
            </p:nvSpPr>
            <p:spPr>
              <a:xfrm>
                <a:off x="3988174" y="87181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84" name="ph484"/>
              <p:cNvSpPr/>
              <p:nvPr/>
            </p:nvSpPr>
            <p:spPr>
              <a:xfrm>
                <a:off x="3997558" y="87181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9DA9">
                  <a:alpha val="100000"/>
                </a:srgbClr>
              </a:solidFill>
              <a:ln w="5420" cap="flat">
                <a:solidFill>
                  <a:srgbClr val="3B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85" name="ph485"/>
              <p:cNvSpPr/>
              <p:nvPr/>
            </p:nvSpPr>
            <p:spPr>
              <a:xfrm>
                <a:off x="4006942" y="87181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86" name="ph486"/>
              <p:cNvSpPr/>
              <p:nvPr/>
            </p:nvSpPr>
            <p:spPr>
              <a:xfrm>
                <a:off x="4016327" y="87181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87" name="ph487"/>
              <p:cNvSpPr/>
              <p:nvPr/>
            </p:nvSpPr>
            <p:spPr>
              <a:xfrm>
                <a:off x="4025711" y="87181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88" name="ph488"/>
              <p:cNvSpPr/>
              <p:nvPr/>
            </p:nvSpPr>
            <p:spPr>
              <a:xfrm>
                <a:off x="4035095" y="87181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89" name="ph489"/>
              <p:cNvSpPr/>
              <p:nvPr/>
            </p:nvSpPr>
            <p:spPr>
              <a:xfrm>
                <a:off x="4044480" y="87181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90" name="ph490"/>
              <p:cNvSpPr/>
              <p:nvPr/>
            </p:nvSpPr>
            <p:spPr>
              <a:xfrm>
                <a:off x="4053864" y="87181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91" name="ph491"/>
              <p:cNvSpPr/>
              <p:nvPr/>
            </p:nvSpPr>
            <p:spPr>
              <a:xfrm>
                <a:off x="4063248" y="87181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92" name="ph492"/>
              <p:cNvSpPr/>
              <p:nvPr/>
            </p:nvSpPr>
            <p:spPr>
              <a:xfrm>
                <a:off x="4072632" y="87181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93" name="ph493"/>
              <p:cNvSpPr/>
              <p:nvPr/>
            </p:nvSpPr>
            <p:spPr>
              <a:xfrm>
                <a:off x="4082017" y="87181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94" name="ph494"/>
              <p:cNvSpPr/>
              <p:nvPr/>
            </p:nvSpPr>
            <p:spPr>
              <a:xfrm>
                <a:off x="4091401" y="87181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95" name="ph495"/>
              <p:cNvSpPr/>
              <p:nvPr/>
            </p:nvSpPr>
            <p:spPr>
              <a:xfrm>
                <a:off x="4100785" y="87181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96" name="ph496"/>
              <p:cNvSpPr/>
              <p:nvPr/>
            </p:nvSpPr>
            <p:spPr>
              <a:xfrm>
                <a:off x="4110169" y="87181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97" name="ph497"/>
              <p:cNvSpPr/>
              <p:nvPr/>
            </p:nvSpPr>
            <p:spPr>
              <a:xfrm>
                <a:off x="4119554" y="87181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98" name="ph498"/>
              <p:cNvSpPr/>
              <p:nvPr/>
            </p:nvSpPr>
            <p:spPr>
              <a:xfrm>
                <a:off x="4128938" y="87181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99" name="ph499"/>
              <p:cNvSpPr/>
              <p:nvPr/>
            </p:nvSpPr>
            <p:spPr>
              <a:xfrm>
                <a:off x="4138322" y="87181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00" name="ph500"/>
              <p:cNvSpPr/>
              <p:nvPr/>
            </p:nvSpPr>
            <p:spPr>
              <a:xfrm>
                <a:off x="4147707" y="87181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01" name="ph501"/>
              <p:cNvSpPr/>
              <p:nvPr/>
            </p:nvSpPr>
            <p:spPr>
              <a:xfrm>
                <a:off x="4157091" y="87181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02" name="ph502"/>
              <p:cNvSpPr/>
              <p:nvPr/>
            </p:nvSpPr>
            <p:spPr>
              <a:xfrm>
                <a:off x="4166475" y="87181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03" name="ph503"/>
              <p:cNvSpPr/>
              <p:nvPr/>
            </p:nvSpPr>
            <p:spPr>
              <a:xfrm>
                <a:off x="4222781" y="87181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04" name="ph504"/>
              <p:cNvSpPr/>
              <p:nvPr/>
            </p:nvSpPr>
            <p:spPr>
              <a:xfrm>
                <a:off x="4232165" y="87181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05" name="ph505"/>
              <p:cNvSpPr/>
              <p:nvPr/>
            </p:nvSpPr>
            <p:spPr>
              <a:xfrm>
                <a:off x="4241549" y="87181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06" name="ph506"/>
              <p:cNvSpPr/>
              <p:nvPr/>
            </p:nvSpPr>
            <p:spPr>
              <a:xfrm>
                <a:off x="4250934" y="87181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07" name="ph507"/>
              <p:cNvSpPr/>
              <p:nvPr/>
            </p:nvSpPr>
            <p:spPr>
              <a:xfrm>
                <a:off x="4260318" y="87181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08" name="ph508"/>
              <p:cNvSpPr/>
              <p:nvPr/>
            </p:nvSpPr>
            <p:spPr>
              <a:xfrm>
                <a:off x="4269702" y="87181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09" name="ph509"/>
              <p:cNvSpPr/>
              <p:nvPr/>
            </p:nvSpPr>
            <p:spPr>
              <a:xfrm>
                <a:off x="4279086" y="87181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10" name="ph510"/>
              <p:cNvSpPr/>
              <p:nvPr/>
            </p:nvSpPr>
            <p:spPr>
              <a:xfrm>
                <a:off x="4288471" y="87181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11" name="ph511"/>
              <p:cNvSpPr/>
              <p:nvPr/>
            </p:nvSpPr>
            <p:spPr>
              <a:xfrm>
                <a:off x="4297855" y="87181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12" name="ph512"/>
              <p:cNvSpPr/>
              <p:nvPr/>
            </p:nvSpPr>
            <p:spPr>
              <a:xfrm>
                <a:off x="4307239" y="87181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13" name="ph513"/>
              <p:cNvSpPr/>
              <p:nvPr/>
            </p:nvSpPr>
            <p:spPr>
              <a:xfrm>
                <a:off x="3978790" y="88334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14" name="ph514"/>
              <p:cNvSpPr/>
              <p:nvPr/>
            </p:nvSpPr>
            <p:spPr>
              <a:xfrm>
                <a:off x="3988174" y="88334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15" name="ph515"/>
              <p:cNvSpPr/>
              <p:nvPr/>
            </p:nvSpPr>
            <p:spPr>
              <a:xfrm>
                <a:off x="3997558" y="88334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16" name="ph516"/>
              <p:cNvSpPr/>
              <p:nvPr/>
            </p:nvSpPr>
            <p:spPr>
              <a:xfrm>
                <a:off x="4006942" y="88334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17" name="ph517"/>
              <p:cNvSpPr/>
              <p:nvPr/>
            </p:nvSpPr>
            <p:spPr>
              <a:xfrm>
                <a:off x="4016327" y="88334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18" name="ph518"/>
              <p:cNvSpPr/>
              <p:nvPr/>
            </p:nvSpPr>
            <p:spPr>
              <a:xfrm>
                <a:off x="4025711" y="88334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19" name="ph519"/>
              <p:cNvSpPr/>
              <p:nvPr/>
            </p:nvSpPr>
            <p:spPr>
              <a:xfrm>
                <a:off x="4035095" y="88334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20" name="ph520"/>
              <p:cNvSpPr/>
              <p:nvPr/>
            </p:nvSpPr>
            <p:spPr>
              <a:xfrm>
                <a:off x="4044480" y="88334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21" name="ph521"/>
              <p:cNvSpPr/>
              <p:nvPr/>
            </p:nvSpPr>
            <p:spPr>
              <a:xfrm>
                <a:off x="4053864" y="88334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22" name="ph522"/>
              <p:cNvSpPr/>
              <p:nvPr/>
            </p:nvSpPr>
            <p:spPr>
              <a:xfrm>
                <a:off x="4063248" y="88334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23" name="ph523"/>
              <p:cNvSpPr/>
              <p:nvPr/>
            </p:nvSpPr>
            <p:spPr>
              <a:xfrm>
                <a:off x="4072632" y="88334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24" name="ph524"/>
              <p:cNvSpPr/>
              <p:nvPr/>
            </p:nvSpPr>
            <p:spPr>
              <a:xfrm>
                <a:off x="4082017" y="88334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25" name="ph525"/>
              <p:cNvSpPr/>
              <p:nvPr/>
            </p:nvSpPr>
            <p:spPr>
              <a:xfrm>
                <a:off x="4091401" y="88334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26" name="ph526"/>
              <p:cNvSpPr/>
              <p:nvPr/>
            </p:nvSpPr>
            <p:spPr>
              <a:xfrm>
                <a:off x="4100785" y="88334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27" name="ph527"/>
              <p:cNvSpPr/>
              <p:nvPr/>
            </p:nvSpPr>
            <p:spPr>
              <a:xfrm>
                <a:off x="4110169" y="88334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28" name="ph528"/>
              <p:cNvSpPr/>
              <p:nvPr/>
            </p:nvSpPr>
            <p:spPr>
              <a:xfrm>
                <a:off x="4119554" y="88334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29" name="ph529"/>
              <p:cNvSpPr/>
              <p:nvPr/>
            </p:nvSpPr>
            <p:spPr>
              <a:xfrm>
                <a:off x="4128938" y="88334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30" name="ph530"/>
              <p:cNvSpPr/>
              <p:nvPr/>
            </p:nvSpPr>
            <p:spPr>
              <a:xfrm>
                <a:off x="4138322" y="88334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31" name="ph531"/>
              <p:cNvSpPr/>
              <p:nvPr/>
            </p:nvSpPr>
            <p:spPr>
              <a:xfrm>
                <a:off x="4147707" y="88334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32" name="ph532"/>
              <p:cNvSpPr/>
              <p:nvPr/>
            </p:nvSpPr>
            <p:spPr>
              <a:xfrm>
                <a:off x="4157091" y="88334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33" name="ph533"/>
              <p:cNvSpPr/>
              <p:nvPr/>
            </p:nvSpPr>
            <p:spPr>
              <a:xfrm>
                <a:off x="4222781" y="88334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34" name="ph534"/>
              <p:cNvSpPr/>
              <p:nvPr/>
            </p:nvSpPr>
            <p:spPr>
              <a:xfrm>
                <a:off x="4232165" y="88334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35" name="ph535"/>
              <p:cNvSpPr/>
              <p:nvPr/>
            </p:nvSpPr>
            <p:spPr>
              <a:xfrm>
                <a:off x="4241549" y="88334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799A9">
                  <a:alpha val="100000"/>
                </a:srgbClr>
              </a:solidFill>
              <a:ln w="5420" cap="flat">
                <a:solidFill>
                  <a:srgbClr val="37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36" name="ph536"/>
              <p:cNvSpPr/>
              <p:nvPr/>
            </p:nvSpPr>
            <p:spPr>
              <a:xfrm>
                <a:off x="4250934" y="88334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37" name="ph537"/>
              <p:cNvSpPr/>
              <p:nvPr/>
            </p:nvSpPr>
            <p:spPr>
              <a:xfrm>
                <a:off x="4260318" y="88334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38" name="ph538"/>
              <p:cNvSpPr/>
              <p:nvPr/>
            </p:nvSpPr>
            <p:spPr>
              <a:xfrm>
                <a:off x="4269702" y="88334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39" name="ph539"/>
              <p:cNvSpPr/>
              <p:nvPr/>
            </p:nvSpPr>
            <p:spPr>
              <a:xfrm>
                <a:off x="4279086" y="88334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40" name="ph540"/>
              <p:cNvSpPr/>
              <p:nvPr/>
            </p:nvSpPr>
            <p:spPr>
              <a:xfrm>
                <a:off x="4288471" y="88334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41" name="ph541"/>
              <p:cNvSpPr/>
              <p:nvPr/>
            </p:nvSpPr>
            <p:spPr>
              <a:xfrm>
                <a:off x="3978790" y="89487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42" name="ph542"/>
              <p:cNvSpPr/>
              <p:nvPr/>
            </p:nvSpPr>
            <p:spPr>
              <a:xfrm>
                <a:off x="3988174" y="89487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43" name="ph543"/>
              <p:cNvSpPr/>
              <p:nvPr/>
            </p:nvSpPr>
            <p:spPr>
              <a:xfrm>
                <a:off x="3997558" y="89487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44" name="ph544"/>
              <p:cNvSpPr/>
              <p:nvPr/>
            </p:nvSpPr>
            <p:spPr>
              <a:xfrm>
                <a:off x="4006942" y="89487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45" name="ph545"/>
              <p:cNvSpPr/>
              <p:nvPr/>
            </p:nvSpPr>
            <p:spPr>
              <a:xfrm>
                <a:off x="4016327" y="89487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46" name="ph546"/>
              <p:cNvSpPr/>
              <p:nvPr/>
            </p:nvSpPr>
            <p:spPr>
              <a:xfrm>
                <a:off x="4025711" y="89487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47" name="ph547"/>
              <p:cNvSpPr/>
              <p:nvPr/>
            </p:nvSpPr>
            <p:spPr>
              <a:xfrm>
                <a:off x="4035095" y="89487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48" name="ph548"/>
              <p:cNvSpPr/>
              <p:nvPr/>
            </p:nvSpPr>
            <p:spPr>
              <a:xfrm>
                <a:off x="4044480" y="89487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49" name="ph549"/>
              <p:cNvSpPr/>
              <p:nvPr/>
            </p:nvSpPr>
            <p:spPr>
              <a:xfrm>
                <a:off x="4053864" y="89487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50" name="ph550"/>
              <p:cNvSpPr/>
              <p:nvPr/>
            </p:nvSpPr>
            <p:spPr>
              <a:xfrm>
                <a:off x="4063248" y="89487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51" name="ph551"/>
              <p:cNvSpPr/>
              <p:nvPr/>
            </p:nvSpPr>
            <p:spPr>
              <a:xfrm>
                <a:off x="4072632" y="89487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52" name="ph552"/>
              <p:cNvSpPr/>
              <p:nvPr/>
            </p:nvSpPr>
            <p:spPr>
              <a:xfrm>
                <a:off x="4082017" y="89487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53" name="ph553"/>
              <p:cNvSpPr/>
              <p:nvPr/>
            </p:nvSpPr>
            <p:spPr>
              <a:xfrm>
                <a:off x="4091401" y="89487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54" name="ph554"/>
              <p:cNvSpPr/>
              <p:nvPr/>
            </p:nvSpPr>
            <p:spPr>
              <a:xfrm>
                <a:off x="4100785" y="89487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55" name="ph555"/>
              <p:cNvSpPr/>
              <p:nvPr/>
            </p:nvSpPr>
            <p:spPr>
              <a:xfrm>
                <a:off x="4110169" y="89487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56" name="ph556"/>
              <p:cNvSpPr/>
              <p:nvPr/>
            </p:nvSpPr>
            <p:spPr>
              <a:xfrm>
                <a:off x="4119554" y="89487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57" name="ph557"/>
              <p:cNvSpPr/>
              <p:nvPr/>
            </p:nvSpPr>
            <p:spPr>
              <a:xfrm>
                <a:off x="4222781" y="89487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58" name="ph558"/>
              <p:cNvSpPr/>
              <p:nvPr/>
            </p:nvSpPr>
            <p:spPr>
              <a:xfrm>
                <a:off x="4232165" y="89487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698A9">
                  <a:alpha val="100000"/>
                </a:srgbClr>
              </a:solidFill>
              <a:ln w="5420" cap="flat">
                <a:solidFill>
                  <a:srgbClr val="36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59" name="ph559"/>
              <p:cNvSpPr/>
              <p:nvPr/>
            </p:nvSpPr>
            <p:spPr>
              <a:xfrm>
                <a:off x="4241549" y="89487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60" name="ph560"/>
              <p:cNvSpPr/>
              <p:nvPr/>
            </p:nvSpPr>
            <p:spPr>
              <a:xfrm>
                <a:off x="4250934" y="89487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61" name="ph561"/>
              <p:cNvSpPr/>
              <p:nvPr/>
            </p:nvSpPr>
            <p:spPr>
              <a:xfrm>
                <a:off x="4260318" y="89487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62" name="ph562"/>
              <p:cNvSpPr/>
              <p:nvPr/>
            </p:nvSpPr>
            <p:spPr>
              <a:xfrm>
                <a:off x="4269702" y="89487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63" name="ph563"/>
              <p:cNvSpPr/>
              <p:nvPr/>
            </p:nvSpPr>
            <p:spPr>
              <a:xfrm>
                <a:off x="3969405" y="906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64" name="ph564"/>
              <p:cNvSpPr/>
              <p:nvPr/>
            </p:nvSpPr>
            <p:spPr>
              <a:xfrm>
                <a:off x="3978790" y="906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65" name="ph565"/>
              <p:cNvSpPr/>
              <p:nvPr/>
            </p:nvSpPr>
            <p:spPr>
              <a:xfrm>
                <a:off x="3988174" y="906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698A9">
                  <a:alpha val="100000"/>
                </a:srgbClr>
              </a:solidFill>
              <a:ln w="5420" cap="flat">
                <a:solidFill>
                  <a:srgbClr val="36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66" name="ph566"/>
              <p:cNvSpPr/>
              <p:nvPr/>
            </p:nvSpPr>
            <p:spPr>
              <a:xfrm>
                <a:off x="3997558" y="906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67" name="ph567"/>
              <p:cNvSpPr/>
              <p:nvPr/>
            </p:nvSpPr>
            <p:spPr>
              <a:xfrm>
                <a:off x="4006942" y="906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68" name="ph568"/>
              <p:cNvSpPr/>
              <p:nvPr/>
            </p:nvSpPr>
            <p:spPr>
              <a:xfrm>
                <a:off x="4016327" y="906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9DA9">
                  <a:alpha val="100000"/>
                </a:srgbClr>
              </a:solidFill>
              <a:ln w="5420" cap="flat">
                <a:solidFill>
                  <a:srgbClr val="3B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69" name="ph569"/>
              <p:cNvSpPr/>
              <p:nvPr/>
            </p:nvSpPr>
            <p:spPr>
              <a:xfrm>
                <a:off x="4025711" y="906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70" name="ph570"/>
              <p:cNvSpPr/>
              <p:nvPr/>
            </p:nvSpPr>
            <p:spPr>
              <a:xfrm>
                <a:off x="4035095" y="906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71" name="ph571"/>
              <p:cNvSpPr/>
              <p:nvPr/>
            </p:nvSpPr>
            <p:spPr>
              <a:xfrm>
                <a:off x="4044480" y="906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72" name="ph572"/>
              <p:cNvSpPr/>
              <p:nvPr/>
            </p:nvSpPr>
            <p:spPr>
              <a:xfrm>
                <a:off x="4053864" y="906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73" name="ph573"/>
              <p:cNvSpPr/>
              <p:nvPr/>
            </p:nvSpPr>
            <p:spPr>
              <a:xfrm>
                <a:off x="4063248" y="906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74" name="ph574"/>
              <p:cNvSpPr/>
              <p:nvPr/>
            </p:nvSpPr>
            <p:spPr>
              <a:xfrm>
                <a:off x="4072632" y="906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75" name="ph575"/>
              <p:cNvSpPr/>
              <p:nvPr/>
            </p:nvSpPr>
            <p:spPr>
              <a:xfrm>
                <a:off x="4082017" y="906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76" name="ph576"/>
              <p:cNvSpPr/>
              <p:nvPr/>
            </p:nvSpPr>
            <p:spPr>
              <a:xfrm>
                <a:off x="4091401" y="906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77" name="ph577"/>
              <p:cNvSpPr/>
              <p:nvPr/>
            </p:nvSpPr>
            <p:spPr>
              <a:xfrm>
                <a:off x="4213396" y="906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78" name="ph578"/>
              <p:cNvSpPr/>
              <p:nvPr/>
            </p:nvSpPr>
            <p:spPr>
              <a:xfrm>
                <a:off x="4222781" y="906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79" name="ph579"/>
              <p:cNvSpPr/>
              <p:nvPr/>
            </p:nvSpPr>
            <p:spPr>
              <a:xfrm>
                <a:off x="4232165" y="906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80" name="ph580"/>
              <p:cNvSpPr/>
              <p:nvPr/>
            </p:nvSpPr>
            <p:spPr>
              <a:xfrm>
                <a:off x="4241549" y="906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81" name="ph581"/>
              <p:cNvSpPr/>
              <p:nvPr/>
            </p:nvSpPr>
            <p:spPr>
              <a:xfrm>
                <a:off x="4250934" y="906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82" name="ph582"/>
              <p:cNvSpPr/>
              <p:nvPr/>
            </p:nvSpPr>
            <p:spPr>
              <a:xfrm>
                <a:off x="4260318" y="906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83" name="ph583"/>
              <p:cNvSpPr/>
              <p:nvPr/>
            </p:nvSpPr>
            <p:spPr>
              <a:xfrm>
                <a:off x="3922484" y="917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84" name="ph584"/>
              <p:cNvSpPr/>
              <p:nvPr/>
            </p:nvSpPr>
            <p:spPr>
              <a:xfrm>
                <a:off x="3931868" y="917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85" name="ph585"/>
              <p:cNvSpPr/>
              <p:nvPr/>
            </p:nvSpPr>
            <p:spPr>
              <a:xfrm>
                <a:off x="3941253" y="917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86" name="ph586"/>
              <p:cNvSpPr/>
              <p:nvPr/>
            </p:nvSpPr>
            <p:spPr>
              <a:xfrm>
                <a:off x="3950637" y="917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87" name="ph587"/>
              <p:cNvSpPr/>
              <p:nvPr/>
            </p:nvSpPr>
            <p:spPr>
              <a:xfrm>
                <a:off x="3960021" y="917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693A8">
                  <a:alpha val="100000"/>
                </a:srgbClr>
              </a:solidFill>
              <a:ln w="5420" cap="flat">
                <a:solidFill>
                  <a:srgbClr val="36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88" name="ph588"/>
              <p:cNvSpPr/>
              <p:nvPr/>
            </p:nvSpPr>
            <p:spPr>
              <a:xfrm>
                <a:off x="3969405" y="917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89" name="ph589"/>
              <p:cNvSpPr/>
              <p:nvPr/>
            </p:nvSpPr>
            <p:spPr>
              <a:xfrm>
                <a:off x="3978790" y="917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6A9">
                  <a:alpha val="100000"/>
                </a:srgbClr>
              </a:solidFill>
              <a:ln w="5420" cap="flat">
                <a:solidFill>
                  <a:srgbClr val="35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90" name="ph590"/>
              <p:cNvSpPr/>
              <p:nvPr/>
            </p:nvSpPr>
            <p:spPr>
              <a:xfrm>
                <a:off x="3988174" y="917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91" name="ph591"/>
              <p:cNvSpPr/>
              <p:nvPr/>
            </p:nvSpPr>
            <p:spPr>
              <a:xfrm>
                <a:off x="3997558" y="917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92" name="ph592"/>
              <p:cNvSpPr/>
              <p:nvPr/>
            </p:nvSpPr>
            <p:spPr>
              <a:xfrm>
                <a:off x="4006942" y="917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93" name="ph593"/>
              <p:cNvSpPr/>
              <p:nvPr/>
            </p:nvSpPr>
            <p:spPr>
              <a:xfrm>
                <a:off x="4016327" y="917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94" name="ph594"/>
              <p:cNvSpPr/>
              <p:nvPr/>
            </p:nvSpPr>
            <p:spPr>
              <a:xfrm>
                <a:off x="4025711" y="917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95" name="ph595"/>
              <p:cNvSpPr/>
              <p:nvPr/>
            </p:nvSpPr>
            <p:spPr>
              <a:xfrm>
                <a:off x="4035095" y="917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96" name="ph596"/>
              <p:cNvSpPr/>
              <p:nvPr/>
            </p:nvSpPr>
            <p:spPr>
              <a:xfrm>
                <a:off x="4044480" y="917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97" name="ph597"/>
              <p:cNvSpPr/>
              <p:nvPr/>
            </p:nvSpPr>
            <p:spPr>
              <a:xfrm>
                <a:off x="4063248" y="917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98" name="ph598"/>
              <p:cNvSpPr/>
              <p:nvPr/>
            </p:nvSpPr>
            <p:spPr>
              <a:xfrm>
                <a:off x="4072632" y="917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99" name="ph599"/>
              <p:cNvSpPr/>
              <p:nvPr/>
            </p:nvSpPr>
            <p:spPr>
              <a:xfrm>
                <a:off x="4082017" y="917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00" name="ph600"/>
              <p:cNvSpPr/>
              <p:nvPr/>
            </p:nvSpPr>
            <p:spPr>
              <a:xfrm>
                <a:off x="4213396" y="917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7A9">
                  <a:alpha val="100000"/>
                </a:srgbClr>
              </a:solidFill>
              <a:ln w="5420" cap="flat">
                <a:solidFill>
                  <a:srgbClr val="35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01" name="ph601"/>
              <p:cNvSpPr/>
              <p:nvPr/>
            </p:nvSpPr>
            <p:spPr>
              <a:xfrm>
                <a:off x="4222781" y="917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02" name="ph602"/>
              <p:cNvSpPr/>
              <p:nvPr/>
            </p:nvSpPr>
            <p:spPr>
              <a:xfrm>
                <a:off x="4232165" y="917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03" name="ph603"/>
              <p:cNvSpPr/>
              <p:nvPr/>
            </p:nvSpPr>
            <p:spPr>
              <a:xfrm>
                <a:off x="4241549" y="917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04" name="ph604"/>
              <p:cNvSpPr/>
              <p:nvPr/>
            </p:nvSpPr>
            <p:spPr>
              <a:xfrm>
                <a:off x="4250934" y="917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05" name="ph605"/>
              <p:cNvSpPr/>
              <p:nvPr/>
            </p:nvSpPr>
            <p:spPr>
              <a:xfrm>
                <a:off x="3894331" y="929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06" name="ph606"/>
              <p:cNvSpPr/>
              <p:nvPr/>
            </p:nvSpPr>
            <p:spPr>
              <a:xfrm>
                <a:off x="3903715" y="929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07" name="ph607"/>
              <p:cNvSpPr/>
              <p:nvPr/>
            </p:nvSpPr>
            <p:spPr>
              <a:xfrm>
                <a:off x="3913100" y="929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08" name="ph608"/>
              <p:cNvSpPr/>
              <p:nvPr/>
            </p:nvSpPr>
            <p:spPr>
              <a:xfrm>
                <a:off x="3922484" y="929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09" name="ph609"/>
              <p:cNvSpPr/>
              <p:nvPr/>
            </p:nvSpPr>
            <p:spPr>
              <a:xfrm>
                <a:off x="3931868" y="929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10" name="ph610"/>
              <p:cNvSpPr/>
              <p:nvPr/>
            </p:nvSpPr>
            <p:spPr>
              <a:xfrm>
                <a:off x="3941253" y="929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11" name="ph611"/>
              <p:cNvSpPr/>
              <p:nvPr/>
            </p:nvSpPr>
            <p:spPr>
              <a:xfrm>
                <a:off x="3950637" y="929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12" name="ph612"/>
              <p:cNvSpPr/>
              <p:nvPr/>
            </p:nvSpPr>
            <p:spPr>
              <a:xfrm>
                <a:off x="3960021" y="929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13" name="ph613"/>
              <p:cNvSpPr/>
              <p:nvPr/>
            </p:nvSpPr>
            <p:spPr>
              <a:xfrm>
                <a:off x="3969405" y="929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14" name="ph614"/>
              <p:cNvSpPr/>
              <p:nvPr/>
            </p:nvSpPr>
            <p:spPr>
              <a:xfrm>
                <a:off x="3978790" y="929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15" name="ph615"/>
              <p:cNvSpPr/>
              <p:nvPr/>
            </p:nvSpPr>
            <p:spPr>
              <a:xfrm>
                <a:off x="3988174" y="929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16" name="ph616"/>
              <p:cNvSpPr/>
              <p:nvPr/>
            </p:nvSpPr>
            <p:spPr>
              <a:xfrm>
                <a:off x="3997558" y="929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698A9">
                  <a:alpha val="100000"/>
                </a:srgbClr>
              </a:solidFill>
              <a:ln w="5420" cap="flat">
                <a:solidFill>
                  <a:srgbClr val="36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17" name="ph617"/>
              <p:cNvSpPr/>
              <p:nvPr/>
            </p:nvSpPr>
            <p:spPr>
              <a:xfrm>
                <a:off x="4006942" y="929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18" name="ph618"/>
              <p:cNvSpPr/>
              <p:nvPr/>
            </p:nvSpPr>
            <p:spPr>
              <a:xfrm>
                <a:off x="4025711" y="929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19" name="ph619"/>
              <p:cNvSpPr/>
              <p:nvPr/>
            </p:nvSpPr>
            <p:spPr>
              <a:xfrm>
                <a:off x="4035095" y="929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20" name="ph620"/>
              <p:cNvSpPr/>
              <p:nvPr/>
            </p:nvSpPr>
            <p:spPr>
              <a:xfrm>
                <a:off x="4213396" y="929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21" name="ph621"/>
              <p:cNvSpPr/>
              <p:nvPr/>
            </p:nvSpPr>
            <p:spPr>
              <a:xfrm>
                <a:off x="4222781" y="929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22" name="ph622"/>
              <p:cNvSpPr/>
              <p:nvPr/>
            </p:nvSpPr>
            <p:spPr>
              <a:xfrm>
                <a:off x="4232165" y="929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23" name="ph623"/>
              <p:cNvSpPr/>
              <p:nvPr/>
            </p:nvSpPr>
            <p:spPr>
              <a:xfrm>
                <a:off x="4241549" y="929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24" name="ph624"/>
              <p:cNvSpPr/>
              <p:nvPr/>
            </p:nvSpPr>
            <p:spPr>
              <a:xfrm>
                <a:off x="4250934" y="929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25" name="ph625"/>
              <p:cNvSpPr/>
              <p:nvPr/>
            </p:nvSpPr>
            <p:spPr>
              <a:xfrm>
                <a:off x="3884947" y="941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26" name="ph626"/>
              <p:cNvSpPr/>
              <p:nvPr/>
            </p:nvSpPr>
            <p:spPr>
              <a:xfrm>
                <a:off x="3894331" y="941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27" name="ph627"/>
              <p:cNvSpPr/>
              <p:nvPr/>
            </p:nvSpPr>
            <p:spPr>
              <a:xfrm>
                <a:off x="3903715" y="941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28" name="ph628"/>
              <p:cNvSpPr/>
              <p:nvPr/>
            </p:nvSpPr>
            <p:spPr>
              <a:xfrm>
                <a:off x="3913100" y="941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29" name="ph629"/>
              <p:cNvSpPr/>
              <p:nvPr/>
            </p:nvSpPr>
            <p:spPr>
              <a:xfrm>
                <a:off x="3922484" y="941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30" name="ph630"/>
              <p:cNvSpPr/>
              <p:nvPr/>
            </p:nvSpPr>
            <p:spPr>
              <a:xfrm>
                <a:off x="3931868" y="941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31" name="ph631"/>
              <p:cNvSpPr/>
              <p:nvPr/>
            </p:nvSpPr>
            <p:spPr>
              <a:xfrm>
                <a:off x="3941253" y="941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693A8">
                  <a:alpha val="100000"/>
                </a:srgbClr>
              </a:solidFill>
              <a:ln w="5420" cap="flat">
                <a:solidFill>
                  <a:srgbClr val="36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32" name="ph632"/>
              <p:cNvSpPr/>
              <p:nvPr/>
            </p:nvSpPr>
            <p:spPr>
              <a:xfrm>
                <a:off x="3950637" y="941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33" name="ph633"/>
              <p:cNvSpPr/>
              <p:nvPr/>
            </p:nvSpPr>
            <p:spPr>
              <a:xfrm>
                <a:off x="3960021" y="941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693A8">
                  <a:alpha val="100000"/>
                </a:srgbClr>
              </a:solidFill>
              <a:ln w="5420" cap="flat">
                <a:solidFill>
                  <a:srgbClr val="36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34" name="ph634"/>
              <p:cNvSpPr/>
              <p:nvPr/>
            </p:nvSpPr>
            <p:spPr>
              <a:xfrm>
                <a:off x="3969405" y="941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35" name="ph635"/>
              <p:cNvSpPr/>
              <p:nvPr/>
            </p:nvSpPr>
            <p:spPr>
              <a:xfrm>
                <a:off x="3978790" y="941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36" name="ph636"/>
              <p:cNvSpPr/>
              <p:nvPr/>
            </p:nvSpPr>
            <p:spPr>
              <a:xfrm>
                <a:off x="3988174" y="941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37" name="ph637"/>
              <p:cNvSpPr/>
              <p:nvPr/>
            </p:nvSpPr>
            <p:spPr>
              <a:xfrm>
                <a:off x="3997558" y="941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38" name="ph638"/>
              <p:cNvSpPr/>
              <p:nvPr/>
            </p:nvSpPr>
            <p:spPr>
              <a:xfrm>
                <a:off x="4213396" y="941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39" name="ph639"/>
              <p:cNvSpPr/>
              <p:nvPr/>
            </p:nvSpPr>
            <p:spPr>
              <a:xfrm>
                <a:off x="4222781" y="941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40" name="ph640"/>
              <p:cNvSpPr/>
              <p:nvPr/>
            </p:nvSpPr>
            <p:spPr>
              <a:xfrm>
                <a:off x="4232165" y="941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41" name="ph641"/>
              <p:cNvSpPr/>
              <p:nvPr/>
            </p:nvSpPr>
            <p:spPr>
              <a:xfrm>
                <a:off x="4241549" y="941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42" name="ph642"/>
              <p:cNvSpPr/>
              <p:nvPr/>
            </p:nvSpPr>
            <p:spPr>
              <a:xfrm>
                <a:off x="4250934" y="941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43" name="ph643"/>
              <p:cNvSpPr/>
              <p:nvPr/>
            </p:nvSpPr>
            <p:spPr>
              <a:xfrm>
                <a:off x="4260318" y="941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44" name="ph644"/>
              <p:cNvSpPr/>
              <p:nvPr/>
            </p:nvSpPr>
            <p:spPr>
              <a:xfrm>
                <a:off x="4269702" y="941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45" name="ph645"/>
              <p:cNvSpPr/>
              <p:nvPr/>
            </p:nvSpPr>
            <p:spPr>
              <a:xfrm>
                <a:off x="4307239" y="941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46" name="ph646"/>
              <p:cNvSpPr/>
              <p:nvPr/>
            </p:nvSpPr>
            <p:spPr>
              <a:xfrm>
                <a:off x="4316623" y="941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47" name="ph647"/>
              <p:cNvSpPr/>
              <p:nvPr/>
            </p:nvSpPr>
            <p:spPr>
              <a:xfrm>
                <a:off x="4326008" y="941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48" name="ph648"/>
              <p:cNvSpPr/>
              <p:nvPr/>
            </p:nvSpPr>
            <p:spPr>
              <a:xfrm>
                <a:off x="4335392" y="941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49" name="ph649"/>
              <p:cNvSpPr/>
              <p:nvPr/>
            </p:nvSpPr>
            <p:spPr>
              <a:xfrm>
                <a:off x="4344776" y="941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50" name="ph650"/>
              <p:cNvSpPr/>
              <p:nvPr/>
            </p:nvSpPr>
            <p:spPr>
              <a:xfrm>
                <a:off x="3875563" y="952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3A7AA">
                  <a:alpha val="100000"/>
                </a:srgbClr>
              </a:solidFill>
              <a:ln w="5420" cap="flat">
                <a:solidFill>
                  <a:srgbClr val="43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51" name="ph651"/>
              <p:cNvSpPr/>
              <p:nvPr/>
            </p:nvSpPr>
            <p:spPr>
              <a:xfrm>
                <a:off x="3884947" y="952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52" name="ph652"/>
              <p:cNvSpPr/>
              <p:nvPr/>
            </p:nvSpPr>
            <p:spPr>
              <a:xfrm>
                <a:off x="3894331" y="952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53" name="ph653"/>
              <p:cNvSpPr/>
              <p:nvPr/>
            </p:nvSpPr>
            <p:spPr>
              <a:xfrm>
                <a:off x="3903715" y="952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54" name="ph654"/>
              <p:cNvSpPr/>
              <p:nvPr/>
            </p:nvSpPr>
            <p:spPr>
              <a:xfrm>
                <a:off x="3913100" y="952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55" name="ph655"/>
              <p:cNvSpPr/>
              <p:nvPr/>
            </p:nvSpPr>
            <p:spPr>
              <a:xfrm>
                <a:off x="3922484" y="952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56" name="ph656"/>
              <p:cNvSpPr/>
              <p:nvPr/>
            </p:nvSpPr>
            <p:spPr>
              <a:xfrm>
                <a:off x="3931868" y="952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57" name="ph657"/>
              <p:cNvSpPr/>
              <p:nvPr/>
            </p:nvSpPr>
            <p:spPr>
              <a:xfrm>
                <a:off x="3941253" y="952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698A9">
                  <a:alpha val="100000"/>
                </a:srgbClr>
              </a:solidFill>
              <a:ln w="5420" cap="flat">
                <a:solidFill>
                  <a:srgbClr val="36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58" name="ph658"/>
              <p:cNvSpPr/>
              <p:nvPr/>
            </p:nvSpPr>
            <p:spPr>
              <a:xfrm>
                <a:off x="3950637" y="952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59" name="ph659"/>
              <p:cNvSpPr/>
              <p:nvPr/>
            </p:nvSpPr>
            <p:spPr>
              <a:xfrm>
                <a:off x="3960021" y="952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60" name="ph660"/>
              <p:cNvSpPr/>
              <p:nvPr/>
            </p:nvSpPr>
            <p:spPr>
              <a:xfrm>
                <a:off x="3969405" y="952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61" name="ph661"/>
              <p:cNvSpPr/>
              <p:nvPr/>
            </p:nvSpPr>
            <p:spPr>
              <a:xfrm>
                <a:off x="3978790" y="952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62" name="ph662"/>
              <p:cNvSpPr/>
              <p:nvPr/>
            </p:nvSpPr>
            <p:spPr>
              <a:xfrm>
                <a:off x="3988174" y="952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63" name="ph663"/>
              <p:cNvSpPr/>
              <p:nvPr/>
            </p:nvSpPr>
            <p:spPr>
              <a:xfrm>
                <a:off x="4222781" y="952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64" name="ph664"/>
              <p:cNvSpPr/>
              <p:nvPr/>
            </p:nvSpPr>
            <p:spPr>
              <a:xfrm>
                <a:off x="4232165" y="952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65" name="ph665"/>
              <p:cNvSpPr/>
              <p:nvPr/>
            </p:nvSpPr>
            <p:spPr>
              <a:xfrm>
                <a:off x="4241549" y="952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66" name="ph666"/>
              <p:cNvSpPr/>
              <p:nvPr/>
            </p:nvSpPr>
            <p:spPr>
              <a:xfrm>
                <a:off x="4250934" y="952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67" name="ph667"/>
              <p:cNvSpPr/>
              <p:nvPr/>
            </p:nvSpPr>
            <p:spPr>
              <a:xfrm>
                <a:off x="4260318" y="952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68" name="ph668"/>
              <p:cNvSpPr/>
              <p:nvPr/>
            </p:nvSpPr>
            <p:spPr>
              <a:xfrm>
                <a:off x="4269702" y="952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69" name="ph669"/>
              <p:cNvSpPr/>
              <p:nvPr/>
            </p:nvSpPr>
            <p:spPr>
              <a:xfrm>
                <a:off x="4279086" y="952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70" name="ph670"/>
              <p:cNvSpPr/>
              <p:nvPr/>
            </p:nvSpPr>
            <p:spPr>
              <a:xfrm>
                <a:off x="4297855" y="952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71" name="ph671"/>
              <p:cNvSpPr/>
              <p:nvPr/>
            </p:nvSpPr>
            <p:spPr>
              <a:xfrm>
                <a:off x="4307239" y="952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72" name="ph672"/>
              <p:cNvSpPr/>
              <p:nvPr/>
            </p:nvSpPr>
            <p:spPr>
              <a:xfrm>
                <a:off x="4316623" y="952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73" name="ph673"/>
              <p:cNvSpPr/>
              <p:nvPr/>
            </p:nvSpPr>
            <p:spPr>
              <a:xfrm>
                <a:off x="4326008" y="952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74" name="ph674"/>
              <p:cNvSpPr/>
              <p:nvPr/>
            </p:nvSpPr>
            <p:spPr>
              <a:xfrm>
                <a:off x="4335392" y="952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75" name="ph675"/>
              <p:cNvSpPr/>
              <p:nvPr/>
            </p:nvSpPr>
            <p:spPr>
              <a:xfrm>
                <a:off x="4344776" y="952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76" name="ph676"/>
              <p:cNvSpPr/>
              <p:nvPr/>
            </p:nvSpPr>
            <p:spPr>
              <a:xfrm>
                <a:off x="4354161" y="952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77" name="ph677"/>
              <p:cNvSpPr/>
              <p:nvPr/>
            </p:nvSpPr>
            <p:spPr>
              <a:xfrm>
                <a:off x="3866178" y="964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78" name="ph678"/>
              <p:cNvSpPr/>
              <p:nvPr/>
            </p:nvSpPr>
            <p:spPr>
              <a:xfrm>
                <a:off x="3875563" y="964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79" name="ph679"/>
              <p:cNvSpPr/>
              <p:nvPr/>
            </p:nvSpPr>
            <p:spPr>
              <a:xfrm>
                <a:off x="3884947" y="964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80" name="ph680"/>
              <p:cNvSpPr/>
              <p:nvPr/>
            </p:nvSpPr>
            <p:spPr>
              <a:xfrm>
                <a:off x="3894331" y="964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81" name="ph681"/>
              <p:cNvSpPr/>
              <p:nvPr/>
            </p:nvSpPr>
            <p:spPr>
              <a:xfrm>
                <a:off x="3903715" y="964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82" name="ph682"/>
              <p:cNvSpPr/>
              <p:nvPr/>
            </p:nvSpPr>
            <p:spPr>
              <a:xfrm>
                <a:off x="3913100" y="964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83" name="ph683"/>
              <p:cNvSpPr/>
              <p:nvPr/>
            </p:nvSpPr>
            <p:spPr>
              <a:xfrm>
                <a:off x="3922484" y="964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84" name="ph684"/>
              <p:cNvSpPr/>
              <p:nvPr/>
            </p:nvSpPr>
            <p:spPr>
              <a:xfrm>
                <a:off x="3931868" y="964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85" name="ph685"/>
              <p:cNvSpPr/>
              <p:nvPr/>
            </p:nvSpPr>
            <p:spPr>
              <a:xfrm>
                <a:off x="3941253" y="964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86" name="ph686"/>
              <p:cNvSpPr/>
              <p:nvPr/>
            </p:nvSpPr>
            <p:spPr>
              <a:xfrm>
                <a:off x="3950637" y="964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87" name="ph687"/>
              <p:cNvSpPr/>
              <p:nvPr/>
            </p:nvSpPr>
            <p:spPr>
              <a:xfrm>
                <a:off x="3960021" y="964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88" name="ph688"/>
              <p:cNvSpPr/>
              <p:nvPr/>
            </p:nvSpPr>
            <p:spPr>
              <a:xfrm>
                <a:off x="4222781" y="964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89" name="ph689"/>
              <p:cNvSpPr/>
              <p:nvPr/>
            </p:nvSpPr>
            <p:spPr>
              <a:xfrm>
                <a:off x="4232165" y="964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90" name="ph690"/>
              <p:cNvSpPr/>
              <p:nvPr/>
            </p:nvSpPr>
            <p:spPr>
              <a:xfrm>
                <a:off x="4241549" y="964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91" name="ph691"/>
              <p:cNvSpPr/>
              <p:nvPr/>
            </p:nvSpPr>
            <p:spPr>
              <a:xfrm>
                <a:off x="4250934" y="964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92" name="ph692"/>
              <p:cNvSpPr/>
              <p:nvPr/>
            </p:nvSpPr>
            <p:spPr>
              <a:xfrm>
                <a:off x="4260318" y="964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93" name="ph693"/>
              <p:cNvSpPr/>
              <p:nvPr/>
            </p:nvSpPr>
            <p:spPr>
              <a:xfrm>
                <a:off x="4269702" y="964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94" name="ph694"/>
              <p:cNvSpPr/>
              <p:nvPr/>
            </p:nvSpPr>
            <p:spPr>
              <a:xfrm>
                <a:off x="4279086" y="964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95" name="ph695"/>
              <p:cNvSpPr/>
              <p:nvPr/>
            </p:nvSpPr>
            <p:spPr>
              <a:xfrm>
                <a:off x="4288471" y="964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96" name="ph696"/>
              <p:cNvSpPr/>
              <p:nvPr/>
            </p:nvSpPr>
            <p:spPr>
              <a:xfrm>
                <a:off x="4297855" y="964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6A9">
                  <a:alpha val="100000"/>
                </a:srgbClr>
              </a:solidFill>
              <a:ln w="5420" cap="flat">
                <a:solidFill>
                  <a:srgbClr val="35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97" name="ph697"/>
              <p:cNvSpPr/>
              <p:nvPr/>
            </p:nvSpPr>
            <p:spPr>
              <a:xfrm>
                <a:off x="4307239" y="964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98" name="ph698"/>
              <p:cNvSpPr/>
              <p:nvPr/>
            </p:nvSpPr>
            <p:spPr>
              <a:xfrm>
                <a:off x="4316623" y="964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99" name="ph699"/>
              <p:cNvSpPr/>
              <p:nvPr/>
            </p:nvSpPr>
            <p:spPr>
              <a:xfrm>
                <a:off x="4326008" y="964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00" name="ph700"/>
              <p:cNvSpPr/>
              <p:nvPr/>
            </p:nvSpPr>
            <p:spPr>
              <a:xfrm>
                <a:off x="4335392" y="964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698A9">
                  <a:alpha val="100000"/>
                </a:srgbClr>
              </a:solidFill>
              <a:ln w="5420" cap="flat">
                <a:solidFill>
                  <a:srgbClr val="36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01" name="ph701"/>
              <p:cNvSpPr/>
              <p:nvPr/>
            </p:nvSpPr>
            <p:spPr>
              <a:xfrm>
                <a:off x="4344776" y="964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02" name="ph702"/>
              <p:cNvSpPr/>
              <p:nvPr/>
            </p:nvSpPr>
            <p:spPr>
              <a:xfrm>
                <a:off x="4354161" y="964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03" name="ph703"/>
              <p:cNvSpPr/>
              <p:nvPr/>
            </p:nvSpPr>
            <p:spPr>
              <a:xfrm>
                <a:off x="3856794" y="97560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04" name="ph704"/>
              <p:cNvSpPr/>
              <p:nvPr/>
            </p:nvSpPr>
            <p:spPr>
              <a:xfrm>
                <a:off x="3866178" y="97560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05" name="ph705"/>
              <p:cNvSpPr/>
              <p:nvPr/>
            </p:nvSpPr>
            <p:spPr>
              <a:xfrm>
                <a:off x="3875563" y="97560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06" name="ph706"/>
              <p:cNvSpPr/>
              <p:nvPr/>
            </p:nvSpPr>
            <p:spPr>
              <a:xfrm>
                <a:off x="3884947" y="97560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07" name="ph707"/>
              <p:cNvSpPr/>
              <p:nvPr/>
            </p:nvSpPr>
            <p:spPr>
              <a:xfrm>
                <a:off x="3894331" y="97560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08" name="ph708"/>
              <p:cNvSpPr/>
              <p:nvPr/>
            </p:nvSpPr>
            <p:spPr>
              <a:xfrm>
                <a:off x="3903715" y="97560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09" name="ph709"/>
              <p:cNvSpPr/>
              <p:nvPr/>
            </p:nvSpPr>
            <p:spPr>
              <a:xfrm>
                <a:off x="3913100" y="97560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10" name="ph710"/>
              <p:cNvSpPr/>
              <p:nvPr/>
            </p:nvSpPr>
            <p:spPr>
              <a:xfrm>
                <a:off x="3922484" y="97560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11" name="ph711"/>
              <p:cNvSpPr/>
              <p:nvPr/>
            </p:nvSpPr>
            <p:spPr>
              <a:xfrm>
                <a:off x="3931868" y="97560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12" name="ph712"/>
              <p:cNvSpPr/>
              <p:nvPr/>
            </p:nvSpPr>
            <p:spPr>
              <a:xfrm>
                <a:off x="4232165" y="97560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13" name="ph713"/>
              <p:cNvSpPr/>
              <p:nvPr/>
            </p:nvSpPr>
            <p:spPr>
              <a:xfrm>
                <a:off x="4241549" y="97560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14" name="ph714"/>
              <p:cNvSpPr/>
              <p:nvPr/>
            </p:nvSpPr>
            <p:spPr>
              <a:xfrm>
                <a:off x="4250934" y="97560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15" name="ph715"/>
              <p:cNvSpPr/>
              <p:nvPr/>
            </p:nvSpPr>
            <p:spPr>
              <a:xfrm>
                <a:off x="4260318" y="97560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16" name="ph716"/>
              <p:cNvSpPr/>
              <p:nvPr/>
            </p:nvSpPr>
            <p:spPr>
              <a:xfrm>
                <a:off x="4269702" y="97560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17" name="ph717"/>
              <p:cNvSpPr/>
              <p:nvPr/>
            </p:nvSpPr>
            <p:spPr>
              <a:xfrm>
                <a:off x="4279086" y="97560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5A8">
                  <a:alpha val="100000"/>
                </a:srgbClr>
              </a:solidFill>
              <a:ln w="5420" cap="flat">
                <a:solidFill>
                  <a:srgbClr val="3595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18" name="ph718"/>
              <p:cNvSpPr/>
              <p:nvPr/>
            </p:nvSpPr>
            <p:spPr>
              <a:xfrm>
                <a:off x="4288471" y="97560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19" name="ph719"/>
              <p:cNvSpPr/>
              <p:nvPr/>
            </p:nvSpPr>
            <p:spPr>
              <a:xfrm>
                <a:off x="4297855" y="97560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20" name="ph720"/>
              <p:cNvSpPr/>
              <p:nvPr/>
            </p:nvSpPr>
            <p:spPr>
              <a:xfrm>
                <a:off x="4307239" y="97560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21" name="ph721"/>
              <p:cNvSpPr/>
              <p:nvPr/>
            </p:nvSpPr>
            <p:spPr>
              <a:xfrm>
                <a:off x="4316623" y="97560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22" name="ph722"/>
              <p:cNvSpPr/>
              <p:nvPr/>
            </p:nvSpPr>
            <p:spPr>
              <a:xfrm>
                <a:off x="4326008" y="97560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23" name="ph723"/>
              <p:cNvSpPr/>
              <p:nvPr/>
            </p:nvSpPr>
            <p:spPr>
              <a:xfrm>
                <a:off x="4335392" y="97560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24" name="ph724"/>
              <p:cNvSpPr/>
              <p:nvPr/>
            </p:nvSpPr>
            <p:spPr>
              <a:xfrm>
                <a:off x="4344776" y="97560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799A9">
                  <a:alpha val="100000"/>
                </a:srgbClr>
              </a:solidFill>
              <a:ln w="5420" cap="flat">
                <a:solidFill>
                  <a:srgbClr val="37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25" name="ph725"/>
              <p:cNvSpPr/>
              <p:nvPr/>
            </p:nvSpPr>
            <p:spPr>
              <a:xfrm>
                <a:off x="3847410" y="98713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26" name="ph726"/>
              <p:cNvSpPr/>
              <p:nvPr/>
            </p:nvSpPr>
            <p:spPr>
              <a:xfrm>
                <a:off x="3856794" y="98713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27" name="ph727"/>
              <p:cNvSpPr/>
              <p:nvPr/>
            </p:nvSpPr>
            <p:spPr>
              <a:xfrm>
                <a:off x="3866178" y="98713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28" name="ph728"/>
              <p:cNvSpPr/>
              <p:nvPr/>
            </p:nvSpPr>
            <p:spPr>
              <a:xfrm>
                <a:off x="3875563" y="98713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29" name="ph729"/>
              <p:cNvSpPr/>
              <p:nvPr/>
            </p:nvSpPr>
            <p:spPr>
              <a:xfrm>
                <a:off x="3884947" y="98713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CB2AB">
                  <a:alpha val="100000"/>
                </a:srgbClr>
              </a:solidFill>
              <a:ln w="5420" cap="flat">
                <a:solidFill>
                  <a:srgbClr val="4C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30" name="ph730"/>
              <p:cNvSpPr/>
              <p:nvPr/>
            </p:nvSpPr>
            <p:spPr>
              <a:xfrm>
                <a:off x="3894331" y="98713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31" name="ph731"/>
              <p:cNvSpPr/>
              <p:nvPr/>
            </p:nvSpPr>
            <p:spPr>
              <a:xfrm>
                <a:off x="3903715" y="98713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32" name="ph732"/>
              <p:cNvSpPr/>
              <p:nvPr/>
            </p:nvSpPr>
            <p:spPr>
              <a:xfrm>
                <a:off x="4241549" y="98713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33" name="ph733"/>
              <p:cNvSpPr/>
              <p:nvPr/>
            </p:nvSpPr>
            <p:spPr>
              <a:xfrm>
                <a:off x="4250934" y="98713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34" name="ph734"/>
              <p:cNvSpPr/>
              <p:nvPr/>
            </p:nvSpPr>
            <p:spPr>
              <a:xfrm>
                <a:off x="4260318" y="98713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35" name="ph735"/>
              <p:cNvSpPr/>
              <p:nvPr/>
            </p:nvSpPr>
            <p:spPr>
              <a:xfrm>
                <a:off x="4269702" y="98713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36" name="ph736"/>
              <p:cNvSpPr/>
              <p:nvPr/>
            </p:nvSpPr>
            <p:spPr>
              <a:xfrm>
                <a:off x="4279086" y="98713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37" name="ph737"/>
              <p:cNvSpPr/>
              <p:nvPr/>
            </p:nvSpPr>
            <p:spPr>
              <a:xfrm>
                <a:off x="4288471" y="98713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38" name="ph738"/>
              <p:cNvSpPr/>
              <p:nvPr/>
            </p:nvSpPr>
            <p:spPr>
              <a:xfrm>
                <a:off x="4297855" y="98713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39" name="ph739"/>
              <p:cNvSpPr/>
              <p:nvPr/>
            </p:nvSpPr>
            <p:spPr>
              <a:xfrm>
                <a:off x="4307239" y="98713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40" name="ph740"/>
              <p:cNvSpPr/>
              <p:nvPr/>
            </p:nvSpPr>
            <p:spPr>
              <a:xfrm>
                <a:off x="4316623" y="98713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41" name="ph741"/>
              <p:cNvSpPr/>
              <p:nvPr/>
            </p:nvSpPr>
            <p:spPr>
              <a:xfrm>
                <a:off x="4326008" y="98713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698A9">
                  <a:alpha val="100000"/>
                </a:srgbClr>
              </a:solidFill>
              <a:ln w="5420" cap="flat">
                <a:solidFill>
                  <a:srgbClr val="36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42" name="ph742"/>
              <p:cNvSpPr/>
              <p:nvPr/>
            </p:nvSpPr>
            <p:spPr>
              <a:xfrm>
                <a:off x="4335392" y="98713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43" name="ph743"/>
              <p:cNvSpPr/>
              <p:nvPr/>
            </p:nvSpPr>
            <p:spPr>
              <a:xfrm>
                <a:off x="3847410" y="99866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44" name="ph744"/>
              <p:cNvSpPr/>
              <p:nvPr/>
            </p:nvSpPr>
            <p:spPr>
              <a:xfrm>
                <a:off x="3856794" y="99866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45" name="ph745"/>
              <p:cNvSpPr/>
              <p:nvPr/>
            </p:nvSpPr>
            <p:spPr>
              <a:xfrm>
                <a:off x="3866178" y="99866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46" name="ph746"/>
              <p:cNvSpPr/>
              <p:nvPr/>
            </p:nvSpPr>
            <p:spPr>
              <a:xfrm>
                <a:off x="3875563" y="99866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47" name="ph747"/>
              <p:cNvSpPr/>
              <p:nvPr/>
            </p:nvSpPr>
            <p:spPr>
              <a:xfrm>
                <a:off x="3884947" y="99866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48" name="ph748"/>
              <p:cNvSpPr/>
              <p:nvPr/>
            </p:nvSpPr>
            <p:spPr>
              <a:xfrm>
                <a:off x="3894331" y="99866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49" name="ph749"/>
              <p:cNvSpPr/>
              <p:nvPr/>
            </p:nvSpPr>
            <p:spPr>
              <a:xfrm>
                <a:off x="4260318" y="99866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50" name="ph750"/>
              <p:cNvSpPr/>
              <p:nvPr/>
            </p:nvSpPr>
            <p:spPr>
              <a:xfrm>
                <a:off x="4269702" y="99866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51" name="ph751"/>
              <p:cNvSpPr/>
              <p:nvPr/>
            </p:nvSpPr>
            <p:spPr>
              <a:xfrm>
                <a:off x="4279086" y="99866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52" name="ph752"/>
              <p:cNvSpPr/>
              <p:nvPr/>
            </p:nvSpPr>
            <p:spPr>
              <a:xfrm>
                <a:off x="4288471" y="99866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53" name="ph753"/>
              <p:cNvSpPr/>
              <p:nvPr/>
            </p:nvSpPr>
            <p:spPr>
              <a:xfrm>
                <a:off x="4297855" y="99866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54" name="ph754"/>
              <p:cNvSpPr/>
              <p:nvPr/>
            </p:nvSpPr>
            <p:spPr>
              <a:xfrm>
                <a:off x="4307239" y="99866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55" name="ph755"/>
              <p:cNvSpPr/>
              <p:nvPr/>
            </p:nvSpPr>
            <p:spPr>
              <a:xfrm>
                <a:off x="4316623" y="99866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698A9">
                  <a:alpha val="100000"/>
                </a:srgbClr>
              </a:solidFill>
              <a:ln w="5420" cap="flat">
                <a:solidFill>
                  <a:srgbClr val="36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56" name="ph756"/>
              <p:cNvSpPr/>
              <p:nvPr/>
            </p:nvSpPr>
            <p:spPr>
              <a:xfrm>
                <a:off x="3838026" y="101019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57" name="ph757"/>
              <p:cNvSpPr/>
              <p:nvPr/>
            </p:nvSpPr>
            <p:spPr>
              <a:xfrm>
                <a:off x="3847410" y="101019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58" name="ph758"/>
              <p:cNvSpPr/>
              <p:nvPr/>
            </p:nvSpPr>
            <p:spPr>
              <a:xfrm>
                <a:off x="3856794" y="101019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7D0AF">
                  <a:alpha val="100000"/>
                </a:srgbClr>
              </a:solidFill>
              <a:ln w="5420" cap="flat">
                <a:solidFill>
                  <a:srgbClr val="67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59" name="ph759"/>
              <p:cNvSpPr/>
              <p:nvPr/>
            </p:nvSpPr>
            <p:spPr>
              <a:xfrm>
                <a:off x="3866178" y="101019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60" name="ph760"/>
              <p:cNvSpPr/>
              <p:nvPr/>
            </p:nvSpPr>
            <p:spPr>
              <a:xfrm>
                <a:off x="3875563" y="101019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61" name="ph761"/>
              <p:cNvSpPr/>
              <p:nvPr/>
            </p:nvSpPr>
            <p:spPr>
              <a:xfrm>
                <a:off x="3884947" y="101019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62" name="ph762"/>
              <p:cNvSpPr/>
              <p:nvPr/>
            </p:nvSpPr>
            <p:spPr>
              <a:xfrm>
                <a:off x="4279086" y="101019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63" name="ph763"/>
              <p:cNvSpPr/>
              <p:nvPr/>
            </p:nvSpPr>
            <p:spPr>
              <a:xfrm>
                <a:off x="4288471" y="101019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64" name="ph764"/>
              <p:cNvSpPr/>
              <p:nvPr/>
            </p:nvSpPr>
            <p:spPr>
              <a:xfrm>
                <a:off x="4297855" y="101019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65" name="ph765"/>
              <p:cNvSpPr/>
              <p:nvPr/>
            </p:nvSpPr>
            <p:spPr>
              <a:xfrm>
                <a:off x="3828641" y="102172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CDBBD">
                  <a:alpha val="100000"/>
                </a:srgbClr>
              </a:solidFill>
              <a:ln w="5420" cap="flat">
                <a:solidFill>
                  <a:srgbClr val="8CDBB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66" name="ph766"/>
              <p:cNvSpPr/>
              <p:nvPr/>
            </p:nvSpPr>
            <p:spPr>
              <a:xfrm>
                <a:off x="3838026" y="102172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8D9BC">
                  <a:alpha val="100000"/>
                </a:srgbClr>
              </a:solidFill>
              <a:ln w="5420" cap="flat">
                <a:solidFill>
                  <a:srgbClr val="88D9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67" name="ph767"/>
              <p:cNvSpPr/>
              <p:nvPr/>
            </p:nvSpPr>
            <p:spPr>
              <a:xfrm>
                <a:off x="3847410" y="102172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0D7B9">
                  <a:alpha val="100000"/>
                </a:srgbClr>
              </a:solidFill>
              <a:ln w="5420" cap="flat">
                <a:solidFill>
                  <a:srgbClr val="80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68" name="ph768"/>
              <p:cNvSpPr/>
              <p:nvPr/>
            </p:nvSpPr>
            <p:spPr>
              <a:xfrm>
                <a:off x="3856794" y="102172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69" name="ph769"/>
              <p:cNvSpPr/>
              <p:nvPr/>
            </p:nvSpPr>
            <p:spPr>
              <a:xfrm>
                <a:off x="3866178" y="102172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AD1B0">
                  <a:alpha val="100000"/>
                </a:srgbClr>
              </a:solidFill>
              <a:ln w="5420" cap="flat">
                <a:solidFill>
                  <a:srgbClr val="6A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70" name="ph770"/>
              <p:cNvSpPr/>
              <p:nvPr/>
            </p:nvSpPr>
            <p:spPr>
              <a:xfrm>
                <a:off x="3875563" y="102172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71" name="ph771"/>
              <p:cNvSpPr/>
              <p:nvPr/>
            </p:nvSpPr>
            <p:spPr>
              <a:xfrm>
                <a:off x="3828641" y="103326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3DDC1">
                  <a:alpha val="100000"/>
                </a:srgbClr>
              </a:solidFill>
              <a:ln w="5420" cap="flat">
                <a:solidFill>
                  <a:srgbClr val="93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72" name="ph772"/>
              <p:cNvSpPr/>
              <p:nvPr/>
            </p:nvSpPr>
            <p:spPr>
              <a:xfrm>
                <a:off x="3838026" y="103326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FDCBF">
                  <a:alpha val="100000"/>
                </a:srgbClr>
              </a:solidFill>
              <a:ln w="5420" cap="flat">
                <a:solidFill>
                  <a:srgbClr val="8FDCB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73" name="ph773"/>
              <p:cNvSpPr/>
              <p:nvPr/>
            </p:nvSpPr>
            <p:spPr>
              <a:xfrm>
                <a:off x="3847410" y="103326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8D9BC">
                  <a:alpha val="100000"/>
                </a:srgbClr>
              </a:solidFill>
              <a:ln w="5420" cap="flat">
                <a:solidFill>
                  <a:srgbClr val="88D9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74" name="ph774"/>
              <p:cNvSpPr/>
              <p:nvPr/>
            </p:nvSpPr>
            <p:spPr>
              <a:xfrm>
                <a:off x="3856794" y="103326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FD7B8">
                  <a:alpha val="100000"/>
                </a:srgbClr>
              </a:solidFill>
              <a:ln w="5420" cap="flat">
                <a:solidFill>
                  <a:srgbClr val="7F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75" name="ph775"/>
              <p:cNvSpPr/>
              <p:nvPr/>
            </p:nvSpPr>
            <p:spPr>
              <a:xfrm>
                <a:off x="3866178" y="103326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4D4B4">
                  <a:alpha val="100000"/>
                </a:srgbClr>
              </a:solidFill>
              <a:ln w="5420" cap="flat">
                <a:solidFill>
                  <a:srgbClr val="74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76" name="ph776"/>
              <p:cNvSpPr/>
              <p:nvPr/>
            </p:nvSpPr>
            <p:spPr>
              <a:xfrm>
                <a:off x="3819257" y="104479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0DCBF">
                  <a:alpha val="100000"/>
                </a:srgbClr>
              </a:solidFill>
              <a:ln w="5420" cap="flat">
                <a:solidFill>
                  <a:srgbClr val="90DCB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77" name="ph777"/>
              <p:cNvSpPr/>
              <p:nvPr/>
            </p:nvSpPr>
            <p:spPr>
              <a:xfrm>
                <a:off x="3828641" y="104479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3DDC0">
                  <a:alpha val="100000"/>
                </a:srgbClr>
              </a:solidFill>
              <a:ln w="5420" cap="flat">
                <a:solidFill>
                  <a:srgbClr val="93DDC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78" name="ph778"/>
              <p:cNvSpPr/>
              <p:nvPr/>
            </p:nvSpPr>
            <p:spPr>
              <a:xfrm>
                <a:off x="3838026" y="104479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FDBBF">
                  <a:alpha val="100000"/>
                </a:srgbClr>
              </a:solidFill>
              <a:ln w="5420" cap="flat">
                <a:solidFill>
                  <a:srgbClr val="8FDBB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79" name="ph779"/>
              <p:cNvSpPr/>
              <p:nvPr/>
            </p:nvSpPr>
            <p:spPr>
              <a:xfrm>
                <a:off x="3847410" y="104479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9DABC">
                  <a:alpha val="100000"/>
                </a:srgbClr>
              </a:solidFill>
              <a:ln w="5420" cap="flat">
                <a:solidFill>
                  <a:srgbClr val="89DA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80" name="ph780"/>
              <p:cNvSpPr/>
              <p:nvPr/>
            </p:nvSpPr>
            <p:spPr>
              <a:xfrm>
                <a:off x="3856794" y="104479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2D7B9">
                  <a:alpha val="100000"/>
                </a:srgbClr>
              </a:solidFill>
              <a:ln w="5420" cap="flat">
                <a:solidFill>
                  <a:srgbClr val="82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81" name="ph781"/>
              <p:cNvSpPr/>
              <p:nvPr/>
            </p:nvSpPr>
            <p:spPr>
              <a:xfrm>
                <a:off x="3866178" y="104479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82" name="ph782"/>
              <p:cNvSpPr/>
              <p:nvPr/>
            </p:nvSpPr>
            <p:spPr>
              <a:xfrm>
                <a:off x="3819257" y="105632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8D9BC">
                  <a:alpha val="100000"/>
                </a:srgbClr>
              </a:solidFill>
              <a:ln w="5420" cap="flat">
                <a:solidFill>
                  <a:srgbClr val="88D9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83" name="ph783"/>
              <p:cNvSpPr/>
              <p:nvPr/>
            </p:nvSpPr>
            <p:spPr>
              <a:xfrm>
                <a:off x="3828641" y="105632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BDABD">
                  <a:alpha val="100000"/>
                </a:srgbClr>
              </a:solidFill>
              <a:ln w="5420" cap="flat">
                <a:solidFill>
                  <a:srgbClr val="8BDAB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84" name="ph784"/>
              <p:cNvSpPr/>
              <p:nvPr/>
            </p:nvSpPr>
            <p:spPr>
              <a:xfrm>
                <a:off x="3838026" y="105632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BDABD">
                  <a:alpha val="100000"/>
                </a:srgbClr>
              </a:solidFill>
              <a:ln w="5420" cap="flat">
                <a:solidFill>
                  <a:srgbClr val="8BDAB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85" name="ph785"/>
              <p:cNvSpPr/>
              <p:nvPr/>
            </p:nvSpPr>
            <p:spPr>
              <a:xfrm>
                <a:off x="3847410" y="105632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8D9BC">
                  <a:alpha val="100000"/>
                </a:srgbClr>
              </a:solidFill>
              <a:ln w="5420" cap="flat">
                <a:solidFill>
                  <a:srgbClr val="88D9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86" name="ph786"/>
              <p:cNvSpPr/>
              <p:nvPr/>
            </p:nvSpPr>
            <p:spPr>
              <a:xfrm>
                <a:off x="3856794" y="105632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3D8BA">
                  <a:alpha val="100000"/>
                </a:srgbClr>
              </a:solidFill>
              <a:ln w="5420" cap="flat">
                <a:solidFill>
                  <a:srgbClr val="83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87" name="ph787"/>
              <p:cNvSpPr/>
              <p:nvPr/>
            </p:nvSpPr>
            <p:spPr>
              <a:xfrm>
                <a:off x="3866178" y="105632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DD6B7">
                  <a:alpha val="100000"/>
                </a:srgbClr>
              </a:solidFill>
              <a:ln w="5420" cap="flat">
                <a:solidFill>
                  <a:srgbClr val="7D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88" name="ph788"/>
              <p:cNvSpPr/>
              <p:nvPr/>
            </p:nvSpPr>
            <p:spPr>
              <a:xfrm>
                <a:off x="3819257" y="106785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6D9BB">
                  <a:alpha val="100000"/>
                </a:srgbClr>
              </a:solidFill>
              <a:ln w="5420" cap="flat">
                <a:solidFill>
                  <a:srgbClr val="86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89" name="ph789"/>
              <p:cNvSpPr/>
              <p:nvPr/>
            </p:nvSpPr>
            <p:spPr>
              <a:xfrm>
                <a:off x="3828641" y="106785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BDABD">
                  <a:alpha val="100000"/>
                </a:srgbClr>
              </a:solidFill>
              <a:ln w="5420" cap="flat">
                <a:solidFill>
                  <a:srgbClr val="8BDAB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90" name="ph790"/>
              <p:cNvSpPr/>
              <p:nvPr/>
            </p:nvSpPr>
            <p:spPr>
              <a:xfrm>
                <a:off x="3838026" y="106785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ADABD">
                  <a:alpha val="100000"/>
                </a:srgbClr>
              </a:solidFill>
              <a:ln w="5420" cap="flat">
                <a:solidFill>
                  <a:srgbClr val="8ADAB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91" name="ph791"/>
              <p:cNvSpPr/>
              <p:nvPr/>
            </p:nvSpPr>
            <p:spPr>
              <a:xfrm>
                <a:off x="3847410" y="106785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7D9BB">
                  <a:alpha val="100000"/>
                </a:srgbClr>
              </a:solidFill>
              <a:ln w="5420" cap="flat">
                <a:solidFill>
                  <a:srgbClr val="87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92" name="ph792"/>
              <p:cNvSpPr/>
              <p:nvPr/>
            </p:nvSpPr>
            <p:spPr>
              <a:xfrm>
                <a:off x="3856794" y="106785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2D7B9">
                  <a:alpha val="100000"/>
                </a:srgbClr>
              </a:solidFill>
              <a:ln w="5420" cap="flat">
                <a:solidFill>
                  <a:srgbClr val="82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93" name="ph793"/>
              <p:cNvSpPr/>
              <p:nvPr/>
            </p:nvSpPr>
            <p:spPr>
              <a:xfrm>
                <a:off x="3866178" y="106785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BD5B6">
                  <a:alpha val="100000"/>
                </a:srgbClr>
              </a:solidFill>
              <a:ln w="5420" cap="flat">
                <a:solidFill>
                  <a:srgbClr val="7B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94" name="ph794"/>
              <p:cNvSpPr/>
              <p:nvPr/>
            </p:nvSpPr>
            <p:spPr>
              <a:xfrm>
                <a:off x="3819257" y="107938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ED6B8">
                  <a:alpha val="100000"/>
                </a:srgbClr>
              </a:solidFill>
              <a:ln w="5420" cap="flat">
                <a:solidFill>
                  <a:srgbClr val="7ED6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95" name="ph795"/>
              <p:cNvSpPr/>
              <p:nvPr/>
            </p:nvSpPr>
            <p:spPr>
              <a:xfrm>
                <a:off x="3828641" y="107938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5D8BA">
                  <a:alpha val="100000"/>
                </a:srgbClr>
              </a:solidFill>
              <a:ln w="5420" cap="flat">
                <a:solidFill>
                  <a:srgbClr val="85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96" name="ph796"/>
              <p:cNvSpPr/>
              <p:nvPr/>
            </p:nvSpPr>
            <p:spPr>
              <a:xfrm>
                <a:off x="3838026" y="107938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4D8BA">
                  <a:alpha val="100000"/>
                </a:srgbClr>
              </a:solidFill>
              <a:ln w="5420" cap="flat">
                <a:solidFill>
                  <a:srgbClr val="84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97" name="ph797"/>
              <p:cNvSpPr/>
              <p:nvPr/>
            </p:nvSpPr>
            <p:spPr>
              <a:xfrm>
                <a:off x="3847410" y="107938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1D7B9">
                  <a:alpha val="100000"/>
                </a:srgbClr>
              </a:solidFill>
              <a:ln w="5420" cap="flat">
                <a:solidFill>
                  <a:srgbClr val="81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98" name="ph798"/>
              <p:cNvSpPr/>
              <p:nvPr/>
            </p:nvSpPr>
            <p:spPr>
              <a:xfrm>
                <a:off x="3856794" y="107938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DD6B7">
                  <a:alpha val="100000"/>
                </a:srgbClr>
              </a:solidFill>
              <a:ln w="5420" cap="flat">
                <a:solidFill>
                  <a:srgbClr val="7D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99" name="ph799"/>
              <p:cNvSpPr/>
              <p:nvPr/>
            </p:nvSpPr>
            <p:spPr>
              <a:xfrm>
                <a:off x="3866178" y="107938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00" name="ph800"/>
              <p:cNvSpPr/>
              <p:nvPr/>
            </p:nvSpPr>
            <p:spPr>
              <a:xfrm>
                <a:off x="3875563" y="107938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1D2B2">
                  <a:alpha val="100000"/>
                </a:srgbClr>
              </a:solidFill>
              <a:ln w="5420" cap="flat">
                <a:solidFill>
                  <a:srgbClr val="71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01" name="ph801"/>
              <p:cNvSpPr/>
              <p:nvPr/>
            </p:nvSpPr>
            <p:spPr>
              <a:xfrm>
                <a:off x="3809873" y="109092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DD1B1">
                  <a:alpha val="100000"/>
                </a:srgbClr>
              </a:solidFill>
              <a:ln w="5420" cap="flat">
                <a:solidFill>
                  <a:srgbClr val="6DD1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02" name="ph802"/>
              <p:cNvSpPr/>
              <p:nvPr/>
            </p:nvSpPr>
            <p:spPr>
              <a:xfrm>
                <a:off x="3819257" y="109092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03" name="ph803"/>
              <p:cNvSpPr/>
              <p:nvPr/>
            </p:nvSpPr>
            <p:spPr>
              <a:xfrm>
                <a:off x="3828641" y="109092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04" name="ph804"/>
              <p:cNvSpPr/>
              <p:nvPr/>
            </p:nvSpPr>
            <p:spPr>
              <a:xfrm>
                <a:off x="3838026" y="109092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05" name="ph805"/>
              <p:cNvSpPr/>
              <p:nvPr/>
            </p:nvSpPr>
            <p:spPr>
              <a:xfrm>
                <a:off x="3847410" y="109092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06" name="ph806"/>
              <p:cNvSpPr/>
              <p:nvPr/>
            </p:nvSpPr>
            <p:spPr>
              <a:xfrm>
                <a:off x="3856794" y="109092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07" name="ph807"/>
              <p:cNvSpPr/>
              <p:nvPr/>
            </p:nvSpPr>
            <p:spPr>
              <a:xfrm>
                <a:off x="3866178" y="109092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08" name="ph808"/>
              <p:cNvSpPr/>
              <p:nvPr/>
            </p:nvSpPr>
            <p:spPr>
              <a:xfrm>
                <a:off x="3800488" y="110245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09" name="ph809"/>
              <p:cNvSpPr/>
              <p:nvPr/>
            </p:nvSpPr>
            <p:spPr>
              <a:xfrm>
                <a:off x="3809873" y="110245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10" name="ph810"/>
              <p:cNvSpPr/>
              <p:nvPr/>
            </p:nvSpPr>
            <p:spPr>
              <a:xfrm>
                <a:off x="3819257" y="110245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2CEAD">
                  <a:alpha val="100000"/>
                </a:srgbClr>
              </a:solidFill>
              <a:ln w="5420" cap="flat">
                <a:solidFill>
                  <a:srgbClr val="62CE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11" name="ph811"/>
              <p:cNvSpPr/>
              <p:nvPr/>
            </p:nvSpPr>
            <p:spPr>
              <a:xfrm>
                <a:off x="3828641" y="110245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AD1AF">
                  <a:alpha val="100000"/>
                </a:srgbClr>
              </a:solidFill>
              <a:ln w="5420" cap="flat">
                <a:solidFill>
                  <a:srgbClr val="6AD1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12" name="ph812"/>
              <p:cNvSpPr/>
              <p:nvPr/>
            </p:nvSpPr>
            <p:spPr>
              <a:xfrm>
                <a:off x="3838026" y="110245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AD1B0">
                  <a:alpha val="100000"/>
                </a:srgbClr>
              </a:solidFill>
              <a:ln w="5420" cap="flat">
                <a:solidFill>
                  <a:srgbClr val="6A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13" name="ph813"/>
              <p:cNvSpPr/>
              <p:nvPr/>
            </p:nvSpPr>
            <p:spPr>
              <a:xfrm>
                <a:off x="3847410" y="110245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9D0AF">
                  <a:alpha val="100000"/>
                </a:srgbClr>
              </a:solidFill>
              <a:ln w="5420" cap="flat">
                <a:solidFill>
                  <a:srgbClr val="69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14" name="ph814"/>
              <p:cNvSpPr/>
              <p:nvPr/>
            </p:nvSpPr>
            <p:spPr>
              <a:xfrm>
                <a:off x="3856794" y="110245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15" name="ph815"/>
              <p:cNvSpPr/>
              <p:nvPr/>
            </p:nvSpPr>
            <p:spPr>
              <a:xfrm>
                <a:off x="3800488" y="111398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16" name="ph816"/>
              <p:cNvSpPr/>
              <p:nvPr/>
            </p:nvSpPr>
            <p:spPr>
              <a:xfrm>
                <a:off x="3809873" y="111398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17" name="ph817"/>
              <p:cNvSpPr/>
              <p:nvPr/>
            </p:nvSpPr>
            <p:spPr>
              <a:xfrm>
                <a:off x="3819257" y="111398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18" name="ph818"/>
              <p:cNvSpPr/>
              <p:nvPr/>
            </p:nvSpPr>
            <p:spPr>
              <a:xfrm>
                <a:off x="3828641" y="111398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19" name="ph819"/>
              <p:cNvSpPr/>
              <p:nvPr/>
            </p:nvSpPr>
            <p:spPr>
              <a:xfrm>
                <a:off x="3838026" y="111398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20" name="ph820"/>
              <p:cNvSpPr/>
              <p:nvPr/>
            </p:nvSpPr>
            <p:spPr>
              <a:xfrm>
                <a:off x="3847410" y="111398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21" name="ph821"/>
              <p:cNvSpPr/>
              <p:nvPr/>
            </p:nvSpPr>
            <p:spPr>
              <a:xfrm>
                <a:off x="3856794" y="111398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22" name="ph822"/>
              <p:cNvSpPr/>
              <p:nvPr/>
            </p:nvSpPr>
            <p:spPr>
              <a:xfrm>
                <a:off x="3875563" y="111398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23" name="ph823"/>
              <p:cNvSpPr/>
              <p:nvPr/>
            </p:nvSpPr>
            <p:spPr>
              <a:xfrm>
                <a:off x="3884947" y="111398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24" name="ph824"/>
              <p:cNvSpPr/>
              <p:nvPr/>
            </p:nvSpPr>
            <p:spPr>
              <a:xfrm>
                <a:off x="3894331" y="111398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25" name="ph825"/>
              <p:cNvSpPr/>
              <p:nvPr/>
            </p:nvSpPr>
            <p:spPr>
              <a:xfrm>
                <a:off x="3903715" y="111398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26" name="ph826"/>
              <p:cNvSpPr/>
              <p:nvPr/>
            </p:nvSpPr>
            <p:spPr>
              <a:xfrm>
                <a:off x="3800488" y="112551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27" name="ph827"/>
              <p:cNvSpPr/>
              <p:nvPr/>
            </p:nvSpPr>
            <p:spPr>
              <a:xfrm>
                <a:off x="3809873" y="112551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28" name="ph828"/>
              <p:cNvSpPr/>
              <p:nvPr/>
            </p:nvSpPr>
            <p:spPr>
              <a:xfrm>
                <a:off x="3819257" y="112551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29" name="ph829"/>
              <p:cNvSpPr/>
              <p:nvPr/>
            </p:nvSpPr>
            <p:spPr>
              <a:xfrm>
                <a:off x="3828641" y="112551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30" name="ph830"/>
              <p:cNvSpPr/>
              <p:nvPr/>
            </p:nvSpPr>
            <p:spPr>
              <a:xfrm>
                <a:off x="3838026" y="112551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31" name="ph831"/>
              <p:cNvSpPr/>
              <p:nvPr/>
            </p:nvSpPr>
            <p:spPr>
              <a:xfrm>
                <a:off x="3847410" y="112551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32" name="ph832"/>
              <p:cNvSpPr/>
              <p:nvPr/>
            </p:nvSpPr>
            <p:spPr>
              <a:xfrm>
                <a:off x="3856794" y="112551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33" name="ph833"/>
              <p:cNvSpPr/>
              <p:nvPr/>
            </p:nvSpPr>
            <p:spPr>
              <a:xfrm>
                <a:off x="3866178" y="112551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34" name="ph834"/>
              <p:cNvSpPr/>
              <p:nvPr/>
            </p:nvSpPr>
            <p:spPr>
              <a:xfrm>
                <a:off x="3875563" y="112551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35" name="ph835"/>
              <p:cNvSpPr/>
              <p:nvPr/>
            </p:nvSpPr>
            <p:spPr>
              <a:xfrm>
                <a:off x="3884947" y="112551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36" name="ph836"/>
              <p:cNvSpPr/>
              <p:nvPr/>
            </p:nvSpPr>
            <p:spPr>
              <a:xfrm>
                <a:off x="3894331" y="112551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37" name="ph837"/>
              <p:cNvSpPr/>
              <p:nvPr/>
            </p:nvSpPr>
            <p:spPr>
              <a:xfrm>
                <a:off x="3903715" y="112551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38" name="ph838"/>
              <p:cNvSpPr/>
              <p:nvPr/>
            </p:nvSpPr>
            <p:spPr>
              <a:xfrm>
                <a:off x="3913100" y="112551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39" name="ph839"/>
              <p:cNvSpPr/>
              <p:nvPr/>
            </p:nvSpPr>
            <p:spPr>
              <a:xfrm>
                <a:off x="3819257" y="113704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40" name="ph840"/>
              <p:cNvSpPr/>
              <p:nvPr/>
            </p:nvSpPr>
            <p:spPr>
              <a:xfrm>
                <a:off x="3828641" y="113704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41" name="ph841"/>
              <p:cNvSpPr/>
              <p:nvPr/>
            </p:nvSpPr>
            <p:spPr>
              <a:xfrm>
                <a:off x="3838026" y="113704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42" name="ph842"/>
              <p:cNvSpPr/>
              <p:nvPr/>
            </p:nvSpPr>
            <p:spPr>
              <a:xfrm>
                <a:off x="3847410" y="113704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43" name="ph843"/>
              <p:cNvSpPr/>
              <p:nvPr/>
            </p:nvSpPr>
            <p:spPr>
              <a:xfrm>
                <a:off x="3856794" y="113704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44" name="ph844"/>
              <p:cNvSpPr/>
              <p:nvPr/>
            </p:nvSpPr>
            <p:spPr>
              <a:xfrm>
                <a:off x="3866178" y="113704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45" name="ph845"/>
              <p:cNvSpPr/>
              <p:nvPr/>
            </p:nvSpPr>
            <p:spPr>
              <a:xfrm>
                <a:off x="3875563" y="113704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46" name="ph846"/>
              <p:cNvSpPr/>
              <p:nvPr/>
            </p:nvSpPr>
            <p:spPr>
              <a:xfrm>
                <a:off x="3884947" y="113704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47" name="ph847"/>
              <p:cNvSpPr/>
              <p:nvPr/>
            </p:nvSpPr>
            <p:spPr>
              <a:xfrm>
                <a:off x="3894331" y="113704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48" name="ph848"/>
              <p:cNvSpPr/>
              <p:nvPr/>
            </p:nvSpPr>
            <p:spPr>
              <a:xfrm>
                <a:off x="3903715" y="113704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49" name="ph849"/>
              <p:cNvSpPr/>
              <p:nvPr/>
            </p:nvSpPr>
            <p:spPr>
              <a:xfrm>
                <a:off x="3913100" y="113704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50" name="ph850"/>
              <p:cNvSpPr/>
              <p:nvPr/>
            </p:nvSpPr>
            <p:spPr>
              <a:xfrm>
                <a:off x="3922484" y="113704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51" name="ph851"/>
              <p:cNvSpPr/>
              <p:nvPr/>
            </p:nvSpPr>
            <p:spPr>
              <a:xfrm>
                <a:off x="3781720" y="114858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52" name="ph852"/>
              <p:cNvSpPr/>
              <p:nvPr/>
            </p:nvSpPr>
            <p:spPr>
              <a:xfrm>
                <a:off x="3791104" y="114858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799A9">
                  <a:alpha val="100000"/>
                </a:srgbClr>
              </a:solidFill>
              <a:ln w="5420" cap="flat">
                <a:solidFill>
                  <a:srgbClr val="37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53" name="ph853"/>
              <p:cNvSpPr/>
              <p:nvPr/>
            </p:nvSpPr>
            <p:spPr>
              <a:xfrm>
                <a:off x="3800488" y="114858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54" name="ph854"/>
              <p:cNvSpPr/>
              <p:nvPr/>
            </p:nvSpPr>
            <p:spPr>
              <a:xfrm>
                <a:off x="3809873" y="114858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55" name="ph855"/>
              <p:cNvSpPr/>
              <p:nvPr/>
            </p:nvSpPr>
            <p:spPr>
              <a:xfrm>
                <a:off x="3838026" y="114858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56" name="ph856"/>
              <p:cNvSpPr/>
              <p:nvPr/>
            </p:nvSpPr>
            <p:spPr>
              <a:xfrm>
                <a:off x="3847410" y="114858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57" name="ph857"/>
              <p:cNvSpPr/>
              <p:nvPr/>
            </p:nvSpPr>
            <p:spPr>
              <a:xfrm>
                <a:off x="3856794" y="114858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58" name="ph858"/>
              <p:cNvSpPr/>
              <p:nvPr/>
            </p:nvSpPr>
            <p:spPr>
              <a:xfrm>
                <a:off x="3866178" y="114858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59" name="ph859"/>
              <p:cNvSpPr/>
              <p:nvPr/>
            </p:nvSpPr>
            <p:spPr>
              <a:xfrm>
                <a:off x="3875563" y="114858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60" name="ph860"/>
              <p:cNvSpPr/>
              <p:nvPr/>
            </p:nvSpPr>
            <p:spPr>
              <a:xfrm>
                <a:off x="3884947" y="114858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61" name="ph861"/>
              <p:cNvSpPr/>
              <p:nvPr/>
            </p:nvSpPr>
            <p:spPr>
              <a:xfrm>
                <a:off x="3894331" y="114858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62" name="ph862"/>
              <p:cNvSpPr/>
              <p:nvPr/>
            </p:nvSpPr>
            <p:spPr>
              <a:xfrm>
                <a:off x="3903715" y="114858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63" name="ph863"/>
              <p:cNvSpPr/>
              <p:nvPr/>
            </p:nvSpPr>
            <p:spPr>
              <a:xfrm>
                <a:off x="3913100" y="114858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64" name="ph864"/>
              <p:cNvSpPr/>
              <p:nvPr/>
            </p:nvSpPr>
            <p:spPr>
              <a:xfrm>
                <a:off x="3922484" y="114858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65" name="ph865"/>
              <p:cNvSpPr/>
              <p:nvPr/>
            </p:nvSpPr>
            <p:spPr>
              <a:xfrm>
                <a:off x="3772336" y="116011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66" name="ph866"/>
              <p:cNvSpPr/>
              <p:nvPr/>
            </p:nvSpPr>
            <p:spPr>
              <a:xfrm>
                <a:off x="3781720" y="116011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67" name="ph867"/>
              <p:cNvSpPr/>
              <p:nvPr/>
            </p:nvSpPr>
            <p:spPr>
              <a:xfrm>
                <a:off x="3791104" y="116011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68" name="ph868"/>
              <p:cNvSpPr/>
              <p:nvPr/>
            </p:nvSpPr>
            <p:spPr>
              <a:xfrm>
                <a:off x="3800488" y="116011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69" name="ph869"/>
              <p:cNvSpPr/>
              <p:nvPr/>
            </p:nvSpPr>
            <p:spPr>
              <a:xfrm>
                <a:off x="3809873" y="116011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693A8">
                  <a:alpha val="100000"/>
                </a:srgbClr>
              </a:solidFill>
              <a:ln w="5420" cap="flat">
                <a:solidFill>
                  <a:srgbClr val="36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70" name="ph870"/>
              <p:cNvSpPr/>
              <p:nvPr/>
            </p:nvSpPr>
            <p:spPr>
              <a:xfrm>
                <a:off x="3819257" y="116011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71" name="ph871"/>
              <p:cNvSpPr/>
              <p:nvPr/>
            </p:nvSpPr>
            <p:spPr>
              <a:xfrm>
                <a:off x="3828641" y="116011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72" name="ph872"/>
              <p:cNvSpPr/>
              <p:nvPr/>
            </p:nvSpPr>
            <p:spPr>
              <a:xfrm>
                <a:off x="3838026" y="116011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73" name="ph873"/>
              <p:cNvSpPr/>
              <p:nvPr/>
            </p:nvSpPr>
            <p:spPr>
              <a:xfrm>
                <a:off x="3847410" y="116011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74" name="ph874"/>
              <p:cNvSpPr/>
              <p:nvPr/>
            </p:nvSpPr>
            <p:spPr>
              <a:xfrm>
                <a:off x="3856794" y="116011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75" name="ph875"/>
              <p:cNvSpPr/>
              <p:nvPr/>
            </p:nvSpPr>
            <p:spPr>
              <a:xfrm>
                <a:off x="3866178" y="116011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76" name="ph876"/>
              <p:cNvSpPr/>
              <p:nvPr/>
            </p:nvSpPr>
            <p:spPr>
              <a:xfrm>
                <a:off x="3875563" y="116011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77" name="ph877"/>
              <p:cNvSpPr/>
              <p:nvPr/>
            </p:nvSpPr>
            <p:spPr>
              <a:xfrm>
                <a:off x="3884947" y="116011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78" name="ph878"/>
              <p:cNvSpPr/>
              <p:nvPr/>
            </p:nvSpPr>
            <p:spPr>
              <a:xfrm>
                <a:off x="3894331" y="116011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79" name="ph879"/>
              <p:cNvSpPr/>
              <p:nvPr/>
            </p:nvSpPr>
            <p:spPr>
              <a:xfrm>
                <a:off x="3903715" y="116011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6AB">
                  <a:alpha val="100000"/>
                </a:srgbClr>
              </a:solidFill>
              <a:ln w="5420" cap="flat">
                <a:solidFill>
                  <a:srgbClr val="4F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80" name="ph880"/>
              <p:cNvSpPr/>
              <p:nvPr/>
            </p:nvSpPr>
            <p:spPr>
              <a:xfrm>
                <a:off x="3913100" y="116011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81" name="ph881"/>
              <p:cNvSpPr/>
              <p:nvPr/>
            </p:nvSpPr>
            <p:spPr>
              <a:xfrm>
                <a:off x="3922484" y="116011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82" name="ph882"/>
              <p:cNvSpPr/>
              <p:nvPr/>
            </p:nvSpPr>
            <p:spPr>
              <a:xfrm>
                <a:off x="3931868" y="116011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83" name="ph883"/>
              <p:cNvSpPr/>
              <p:nvPr/>
            </p:nvSpPr>
            <p:spPr>
              <a:xfrm>
                <a:off x="3772336" y="117164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9A2">
                  <a:alpha val="100000"/>
                </a:srgbClr>
              </a:solidFill>
              <a:ln w="5420" cap="flat">
                <a:solidFill>
                  <a:srgbClr val="3A79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84" name="ph884"/>
              <p:cNvSpPr/>
              <p:nvPr/>
            </p:nvSpPr>
            <p:spPr>
              <a:xfrm>
                <a:off x="3781720" y="117164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85" name="ph885"/>
              <p:cNvSpPr/>
              <p:nvPr/>
            </p:nvSpPr>
            <p:spPr>
              <a:xfrm>
                <a:off x="3791104" y="117164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86" name="ph886"/>
              <p:cNvSpPr/>
              <p:nvPr/>
            </p:nvSpPr>
            <p:spPr>
              <a:xfrm>
                <a:off x="3800488" y="117164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87" name="ph887"/>
              <p:cNvSpPr/>
              <p:nvPr/>
            </p:nvSpPr>
            <p:spPr>
              <a:xfrm>
                <a:off x="3809873" y="117164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88" name="ph888"/>
              <p:cNvSpPr/>
              <p:nvPr/>
            </p:nvSpPr>
            <p:spPr>
              <a:xfrm>
                <a:off x="3819257" y="117164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89" name="ph889"/>
              <p:cNvSpPr/>
              <p:nvPr/>
            </p:nvSpPr>
            <p:spPr>
              <a:xfrm>
                <a:off x="3828641" y="117164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90" name="ph890"/>
              <p:cNvSpPr/>
              <p:nvPr/>
            </p:nvSpPr>
            <p:spPr>
              <a:xfrm>
                <a:off x="3838026" y="117164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698A9">
                  <a:alpha val="100000"/>
                </a:srgbClr>
              </a:solidFill>
              <a:ln w="5420" cap="flat">
                <a:solidFill>
                  <a:srgbClr val="36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91" name="ph891"/>
              <p:cNvSpPr/>
              <p:nvPr/>
            </p:nvSpPr>
            <p:spPr>
              <a:xfrm>
                <a:off x="3847410" y="117164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92" name="ph892"/>
              <p:cNvSpPr/>
              <p:nvPr/>
            </p:nvSpPr>
            <p:spPr>
              <a:xfrm>
                <a:off x="3856794" y="117164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93" name="ph893"/>
              <p:cNvSpPr/>
              <p:nvPr/>
            </p:nvSpPr>
            <p:spPr>
              <a:xfrm>
                <a:off x="3866178" y="117164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94" name="ph894"/>
              <p:cNvSpPr/>
              <p:nvPr/>
            </p:nvSpPr>
            <p:spPr>
              <a:xfrm>
                <a:off x="3875563" y="117164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95" name="ph895"/>
              <p:cNvSpPr/>
              <p:nvPr/>
            </p:nvSpPr>
            <p:spPr>
              <a:xfrm>
                <a:off x="3884947" y="117164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96" name="ph896"/>
              <p:cNvSpPr/>
              <p:nvPr/>
            </p:nvSpPr>
            <p:spPr>
              <a:xfrm>
                <a:off x="3894331" y="117164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97" name="ph897"/>
              <p:cNvSpPr/>
              <p:nvPr/>
            </p:nvSpPr>
            <p:spPr>
              <a:xfrm>
                <a:off x="3903715" y="117164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98" name="ph898"/>
              <p:cNvSpPr/>
              <p:nvPr/>
            </p:nvSpPr>
            <p:spPr>
              <a:xfrm>
                <a:off x="3913100" y="117164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99" name="ph899"/>
              <p:cNvSpPr/>
              <p:nvPr/>
            </p:nvSpPr>
            <p:spPr>
              <a:xfrm>
                <a:off x="3922484" y="117164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00" name="ph900"/>
              <p:cNvSpPr/>
              <p:nvPr/>
            </p:nvSpPr>
            <p:spPr>
              <a:xfrm>
                <a:off x="3931868" y="117164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01" name="ph901"/>
              <p:cNvSpPr/>
              <p:nvPr/>
            </p:nvSpPr>
            <p:spPr>
              <a:xfrm>
                <a:off x="3772336" y="118317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02" name="ph902"/>
              <p:cNvSpPr/>
              <p:nvPr/>
            </p:nvSpPr>
            <p:spPr>
              <a:xfrm>
                <a:off x="3781720" y="118317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73A1">
                  <a:alpha val="100000"/>
                </a:srgbClr>
              </a:solidFill>
              <a:ln w="5420" cap="flat">
                <a:solidFill>
                  <a:srgbClr val="3B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03" name="ph903"/>
              <p:cNvSpPr/>
              <p:nvPr/>
            </p:nvSpPr>
            <p:spPr>
              <a:xfrm>
                <a:off x="3791104" y="118317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04" name="ph904"/>
              <p:cNvSpPr/>
              <p:nvPr/>
            </p:nvSpPr>
            <p:spPr>
              <a:xfrm>
                <a:off x="3800488" y="118317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05" name="ph905"/>
              <p:cNvSpPr/>
              <p:nvPr/>
            </p:nvSpPr>
            <p:spPr>
              <a:xfrm>
                <a:off x="3809873" y="118317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06" name="ph906"/>
              <p:cNvSpPr/>
              <p:nvPr/>
            </p:nvSpPr>
            <p:spPr>
              <a:xfrm>
                <a:off x="3819257" y="118317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07" name="ph907"/>
              <p:cNvSpPr/>
              <p:nvPr/>
            </p:nvSpPr>
            <p:spPr>
              <a:xfrm>
                <a:off x="3828641" y="118317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08" name="ph908"/>
              <p:cNvSpPr/>
              <p:nvPr/>
            </p:nvSpPr>
            <p:spPr>
              <a:xfrm>
                <a:off x="3838026" y="118317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09" name="ph909"/>
              <p:cNvSpPr/>
              <p:nvPr/>
            </p:nvSpPr>
            <p:spPr>
              <a:xfrm>
                <a:off x="3847410" y="118317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10" name="ph910"/>
              <p:cNvSpPr/>
              <p:nvPr/>
            </p:nvSpPr>
            <p:spPr>
              <a:xfrm>
                <a:off x="3856794" y="118317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11" name="ph911"/>
              <p:cNvSpPr/>
              <p:nvPr/>
            </p:nvSpPr>
            <p:spPr>
              <a:xfrm>
                <a:off x="3866178" y="118317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12" name="ph912"/>
              <p:cNvSpPr/>
              <p:nvPr/>
            </p:nvSpPr>
            <p:spPr>
              <a:xfrm>
                <a:off x="3875563" y="118317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13" name="ph913"/>
              <p:cNvSpPr/>
              <p:nvPr/>
            </p:nvSpPr>
            <p:spPr>
              <a:xfrm>
                <a:off x="3884947" y="118317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14" name="ph914"/>
              <p:cNvSpPr/>
              <p:nvPr/>
            </p:nvSpPr>
            <p:spPr>
              <a:xfrm>
                <a:off x="3894331" y="118317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15" name="ph915"/>
              <p:cNvSpPr/>
              <p:nvPr/>
            </p:nvSpPr>
            <p:spPr>
              <a:xfrm>
                <a:off x="3903715" y="118317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16" name="ph916"/>
              <p:cNvSpPr/>
              <p:nvPr/>
            </p:nvSpPr>
            <p:spPr>
              <a:xfrm>
                <a:off x="3913100" y="118317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17" name="ph917"/>
              <p:cNvSpPr/>
              <p:nvPr/>
            </p:nvSpPr>
            <p:spPr>
              <a:xfrm>
                <a:off x="3922484" y="118317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18" name="ph918"/>
              <p:cNvSpPr/>
              <p:nvPr/>
            </p:nvSpPr>
            <p:spPr>
              <a:xfrm>
                <a:off x="3931868" y="118317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CB2AB">
                  <a:alpha val="100000"/>
                </a:srgbClr>
              </a:solidFill>
              <a:ln w="5420" cap="flat">
                <a:solidFill>
                  <a:srgbClr val="4C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19" name="ph919"/>
              <p:cNvSpPr/>
              <p:nvPr/>
            </p:nvSpPr>
            <p:spPr>
              <a:xfrm>
                <a:off x="3659724" y="1194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4D3B3">
                  <a:alpha val="100000"/>
                </a:srgbClr>
              </a:solidFill>
              <a:ln w="5420" cap="flat">
                <a:solidFill>
                  <a:srgbClr val="74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20" name="ph920"/>
              <p:cNvSpPr/>
              <p:nvPr/>
            </p:nvSpPr>
            <p:spPr>
              <a:xfrm>
                <a:off x="3697262" y="1194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21" name="ph921"/>
              <p:cNvSpPr/>
              <p:nvPr/>
            </p:nvSpPr>
            <p:spPr>
              <a:xfrm>
                <a:off x="3706646" y="1194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22" name="ph922"/>
              <p:cNvSpPr/>
              <p:nvPr/>
            </p:nvSpPr>
            <p:spPr>
              <a:xfrm>
                <a:off x="3716030" y="1194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23" name="ph923"/>
              <p:cNvSpPr/>
              <p:nvPr/>
            </p:nvSpPr>
            <p:spPr>
              <a:xfrm>
                <a:off x="3725414" y="1194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24" name="ph924"/>
              <p:cNvSpPr/>
              <p:nvPr/>
            </p:nvSpPr>
            <p:spPr>
              <a:xfrm>
                <a:off x="3734799" y="1194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25" name="ph925"/>
              <p:cNvSpPr/>
              <p:nvPr/>
            </p:nvSpPr>
            <p:spPr>
              <a:xfrm>
                <a:off x="3744183" y="1194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26" name="ph926"/>
              <p:cNvSpPr/>
              <p:nvPr/>
            </p:nvSpPr>
            <p:spPr>
              <a:xfrm>
                <a:off x="3753567" y="1194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27" name="ph927"/>
              <p:cNvSpPr/>
              <p:nvPr/>
            </p:nvSpPr>
            <p:spPr>
              <a:xfrm>
                <a:off x="3762951" y="1194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9A2">
                  <a:alpha val="100000"/>
                </a:srgbClr>
              </a:solidFill>
              <a:ln w="5420" cap="flat">
                <a:solidFill>
                  <a:srgbClr val="3A79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28" name="ph928"/>
              <p:cNvSpPr/>
              <p:nvPr/>
            </p:nvSpPr>
            <p:spPr>
              <a:xfrm>
                <a:off x="3772336" y="1194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29" name="ph929"/>
              <p:cNvSpPr/>
              <p:nvPr/>
            </p:nvSpPr>
            <p:spPr>
              <a:xfrm>
                <a:off x="3781720" y="1194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30" name="ph930"/>
              <p:cNvSpPr/>
              <p:nvPr/>
            </p:nvSpPr>
            <p:spPr>
              <a:xfrm>
                <a:off x="3791104" y="1194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31" name="ph931"/>
              <p:cNvSpPr/>
              <p:nvPr/>
            </p:nvSpPr>
            <p:spPr>
              <a:xfrm>
                <a:off x="3800488" y="1194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32" name="ph932"/>
              <p:cNvSpPr/>
              <p:nvPr/>
            </p:nvSpPr>
            <p:spPr>
              <a:xfrm>
                <a:off x="3809873" y="1194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33" name="ph933"/>
              <p:cNvSpPr/>
              <p:nvPr/>
            </p:nvSpPr>
            <p:spPr>
              <a:xfrm>
                <a:off x="3819257" y="1194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34" name="ph934"/>
              <p:cNvSpPr/>
              <p:nvPr/>
            </p:nvSpPr>
            <p:spPr>
              <a:xfrm>
                <a:off x="3828641" y="1194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35" name="ph935"/>
              <p:cNvSpPr/>
              <p:nvPr/>
            </p:nvSpPr>
            <p:spPr>
              <a:xfrm>
                <a:off x="3838026" y="1194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36" name="ph936"/>
              <p:cNvSpPr/>
              <p:nvPr/>
            </p:nvSpPr>
            <p:spPr>
              <a:xfrm>
                <a:off x="3847410" y="1194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37" name="ph937"/>
              <p:cNvSpPr/>
              <p:nvPr/>
            </p:nvSpPr>
            <p:spPr>
              <a:xfrm>
                <a:off x="3856794" y="1194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38" name="ph938"/>
              <p:cNvSpPr/>
              <p:nvPr/>
            </p:nvSpPr>
            <p:spPr>
              <a:xfrm>
                <a:off x="3866178" y="1194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39" name="ph939"/>
              <p:cNvSpPr/>
              <p:nvPr/>
            </p:nvSpPr>
            <p:spPr>
              <a:xfrm>
                <a:off x="3875563" y="1194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40" name="ph940"/>
              <p:cNvSpPr/>
              <p:nvPr/>
            </p:nvSpPr>
            <p:spPr>
              <a:xfrm>
                <a:off x="3884947" y="1194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41" name="ph941"/>
              <p:cNvSpPr/>
              <p:nvPr/>
            </p:nvSpPr>
            <p:spPr>
              <a:xfrm>
                <a:off x="3894331" y="1194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42" name="ph942"/>
              <p:cNvSpPr/>
              <p:nvPr/>
            </p:nvSpPr>
            <p:spPr>
              <a:xfrm>
                <a:off x="3903715" y="1194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43" name="ph943"/>
              <p:cNvSpPr/>
              <p:nvPr/>
            </p:nvSpPr>
            <p:spPr>
              <a:xfrm>
                <a:off x="3913100" y="1194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44" name="ph944"/>
              <p:cNvSpPr/>
              <p:nvPr/>
            </p:nvSpPr>
            <p:spPr>
              <a:xfrm>
                <a:off x="3922484" y="1194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45" name="ph945"/>
              <p:cNvSpPr/>
              <p:nvPr/>
            </p:nvSpPr>
            <p:spPr>
              <a:xfrm>
                <a:off x="3556497" y="1206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46" name="ph946"/>
              <p:cNvSpPr/>
              <p:nvPr/>
            </p:nvSpPr>
            <p:spPr>
              <a:xfrm>
                <a:off x="3565882" y="1206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5D4B4">
                  <a:alpha val="100000"/>
                </a:srgbClr>
              </a:solidFill>
              <a:ln w="5420" cap="flat">
                <a:solidFill>
                  <a:srgbClr val="75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47" name="ph947"/>
              <p:cNvSpPr/>
              <p:nvPr/>
            </p:nvSpPr>
            <p:spPr>
              <a:xfrm>
                <a:off x="3575266" y="1206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BD6B6">
                  <a:alpha val="100000"/>
                </a:srgbClr>
              </a:solidFill>
              <a:ln w="5420" cap="flat">
                <a:solidFill>
                  <a:srgbClr val="7BD6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48" name="ph948"/>
              <p:cNvSpPr/>
              <p:nvPr/>
            </p:nvSpPr>
            <p:spPr>
              <a:xfrm>
                <a:off x="3631572" y="1206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49" name="ph949"/>
              <p:cNvSpPr/>
              <p:nvPr/>
            </p:nvSpPr>
            <p:spPr>
              <a:xfrm>
                <a:off x="3640956" y="1206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1DCBF">
                  <a:alpha val="100000"/>
                </a:srgbClr>
              </a:solidFill>
              <a:ln w="5420" cap="flat">
                <a:solidFill>
                  <a:srgbClr val="91DCB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50" name="ph950"/>
              <p:cNvSpPr/>
              <p:nvPr/>
            </p:nvSpPr>
            <p:spPr>
              <a:xfrm>
                <a:off x="3650340" y="1206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9DABC">
                  <a:alpha val="100000"/>
                </a:srgbClr>
              </a:solidFill>
              <a:ln w="5420" cap="flat">
                <a:solidFill>
                  <a:srgbClr val="89DA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51" name="ph951"/>
              <p:cNvSpPr/>
              <p:nvPr/>
            </p:nvSpPr>
            <p:spPr>
              <a:xfrm>
                <a:off x="3659724" y="1206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FD7B8">
                  <a:alpha val="100000"/>
                </a:srgbClr>
              </a:solidFill>
              <a:ln w="5420" cap="flat">
                <a:solidFill>
                  <a:srgbClr val="7F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52" name="ph952"/>
              <p:cNvSpPr/>
              <p:nvPr/>
            </p:nvSpPr>
            <p:spPr>
              <a:xfrm>
                <a:off x="3669109" y="1206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53" name="ph953"/>
              <p:cNvSpPr/>
              <p:nvPr/>
            </p:nvSpPr>
            <p:spPr>
              <a:xfrm>
                <a:off x="3678493" y="1206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54" name="ph954"/>
              <p:cNvSpPr/>
              <p:nvPr/>
            </p:nvSpPr>
            <p:spPr>
              <a:xfrm>
                <a:off x="3687877" y="1206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55" name="ph955"/>
              <p:cNvSpPr/>
              <p:nvPr/>
            </p:nvSpPr>
            <p:spPr>
              <a:xfrm>
                <a:off x="3697262" y="1206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56" name="ph956"/>
              <p:cNvSpPr/>
              <p:nvPr/>
            </p:nvSpPr>
            <p:spPr>
              <a:xfrm>
                <a:off x="3706646" y="1206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57" name="ph957"/>
              <p:cNvSpPr/>
              <p:nvPr/>
            </p:nvSpPr>
            <p:spPr>
              <a:xfrm>
                <a:off x="3716030" y="1206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58" name="ph958"/>
              <p:cNvSpPr/>
              <p:nvPr/>
            </p:nvSpPr>
            <p:spPr>
              <a:xfrm>
                <a:off x="3725414" y="1206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59" name="ph959"/>
              <p:cNvSpPr/>
              <p:nvPr/>
            </p:nvSpPr>
            <p:spPr>
              <a:xfrm>
                <a:off x="3734799" y="1206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60" name="ph960"/>
              <p:cNvSpPr/>
              <p:nvPr/>
            </p:nvSpPr>
            <p:spPr>
              <a:xfrm>
                <a:off x="3744183" y="1206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61" name="ph961"/>
              <p:cNvSpPr/>
              <p:nvPr/>
            </p:nvSpPr>
            <p:spPr>
              <a:xfrm>
                <a:off x="3753567" y="1206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62" name="ph962"/>
              <p:cNvSpPr/>
              <p:nvPr/>
            </p:nvSpPr>
            <p:spPr>
              <a:xfrm>
                <a:off x="3762951" y="1206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63" name="ph963"/>
              <p:cNvSpPr/>
              <p:nvPr/>
            </p:nvSpPr>
            <p:spPr>
              <a:xfrm>
                <a:off x="3772336" y="1206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9A2">
                  <a:alpha val="100000"/>
                </a:srgbClr>
              </a:solidFill>
              <a:ln w="5420" cap="flat">
                <a:solidFill>
                  <a:srgbClr val="3A79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64" name="ph964"/>
              <p:cNvSpPr/>
              <p:nvPr/>
            </p:nvSpPr>
            <p:spPr>
              <a:xfrm>
                <a:off x="3781720" y="1206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65" name="ph965"/>
              <p:cNvSpPr/>
              <p:nvPr/>
            </p:nvSpPr>
            <p:spPr>
              <a:xfrm>
                <a:off x="3791104" y="1206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66" name="ph966"/>
              <p:cNvSpPr/>
              <p:nvPr/>
            </p:nvSpPr>
            <p:spPr>
              <a:xfrm>
                <a:off x="3800488" y="1206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67" name="ph967"/>
              <p:cNvSpPr/>
              <p:nvPr/>
            </p:nvSpPr>
            <p:spPr>
              <a:xfrm>
                <a:off x="3809873" y="1206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68" name="ph968"/>
              <p:cNvSpPr/>
              <p:nvPr/>
            </p:nvSpPr>
            <p:spPr>
              <a:xfrm>
                <a:off x="3819257" y="1206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82A4">
                  <a:alpha val="100000"/>
                </a:srgbClr>
              </a:solidFill>
              <a:ln w="5420" cap="flat">
                <a:solidFill>
                  <a:srgbClr val="3982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69" name="ph969"/>
              <p:cNvSpPr/>
              <p:nvPr/>
            </p:nvSpPr>
            <p:spPr>
              <a:xfrm>
                <a:off x="3828641" y="1206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70" name="ph970"/>
              <p:cNvSpPr/>
              <p:nvPr/>
            </p:nvSpPr>
            <p:spPr>
              <a:xfrm>
                <a:off x="3838026" y="1206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71" name="ph971"/>
              <p:cNvSpPr/>
              <p:nvPr/>
            </p:nvSpPr>
            <p:spPr>
              <a:xfrm>
                <a:off x="3847410" y="1206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72" name="ph972"/>
              <p:cNvSpPr/>
              <p:nvPr/>
            </p:nvSpPr>
            <p:spPr>
              <a:xfrm>
                <a:off x="3856794" y="1206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73" name="ph973"/>
              <p:cNvSpPr/>
              <p:nvPr/>
            </p:nvSpPr>
            <p:spPr>
              <a:xfrm>
                <a:off x="3866178" y="1206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74" name="ph974"/>
              <p:cNvSpPr/>
              <p:nvPr/>
            </p:nvSpPr>
            <p:spPr>
              <a:xfrm>
                <a:off x="3875563" y="1206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75" name="ph975"/>
              <p:cNvSpPr/>
              <p:nvPr/>
            </p:nvSpPr>
            <p:spPr>
              <a:xfrm>
                <a:off x="3884947" y="1206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76" name="ph976"/>
              <p:cNvSpPr/>
              <p:nvPr/>
            </p:nvSpPr>
            <p:spPr>
              <a:xfrm>
                <a:off x="3894331" y="1206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77" name="ph977"/>
              <p:cNvSpPr/>
              <p:nvPr/>
            </p:nvSpPr>
            <p:spPr>
              <a:xfrm>
                <a:off x="3547113" y="1217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AD1B0">
                  <a:alpha val="100000"/>
                </a:srgbClr>
              </a:solidFill>
              <a:ln w="5420" cap="flat">
                <a:solidFill>
                  <a:srgbClr val="6A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78" name="ph978"/>
              <p:cNvSpPr/>
              <p:nvPr/>
            </p:nvSpPr>
            <p:spPr>
              <a:xfrm>
                <a:off x="3556497" y="1217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79" name="ph979"/>
              <p:cNvSpPr/>
              <p:nvPr/>
            </p:nvSpPr>
            <p:spPr>
              <a:xfrm>
                <a:off x="3565882" y="1217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8D5B5">
                  <a:alpha val="100000"/>
                </a:srgbClr>
              </a:solidFill>
              <a:ln w="5420" cap="flat">
                <a:solidFill>
                  <a:srgbClr val="78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80" name="ph980"/>
              <p:cNvSpPr/>
              <p:nvPr/>
            </p:nvSpPr>
            <p:spPr>
              <a:xfrm>
                <a:off x="3575266" y="1217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0D7B8">
                  <a:alpha val="100000"/>
                </a:srgbClr>
              </a:solidFill>
              <a:ln w="5420" cap="flat">
                <a:solidFill>
                  <a:srgbClr val="80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81" name="ph981"/>
              <p:cNvSpPr/>
              <p:nvPr/>
            </p:nvSpPr>
            <p:spPr>
              <a:xfrm>
                <a:off x="3584650" y="1217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7D9BB">
                  <a:alpha val="100000"/>
                </a:srgbClr>
              </a:solidFill>
              <a:ln w="5420" cap="flat">
                <a:solidFill>
                  <a:srgbClr val="87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82" name="ph982"/>
              <p:cNvSpPr/>
              <p:nvPr/>
            </p:nvSpPr>
            <p:spPr>
              <a:xfrm>
                <a:off x="3612803" y="1217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83" name="ph983"/>
              <p:cNvSpPr/>
              <p:nvPr/>
            </p:nvSpPr>
            <p:spPr>
              <a:xfrm>
                <a:off x="3622187" y="1217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84" name="ph984"/>
              <p:cNvSpPr/>
              <p:nvPr/>
            </p:nvSpPr>
            <p:spPr>
              <a:xfrm>
                <a:off x="3631572" y="1217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EE0C6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85" name="ph985"/>
              <p:cNvSpPr/>
              <p:nvPr/>
            </p:nvSpPr>
            <p:spPr>
              <a:xfrm>
                <a:off x="3640956" y="1217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86" name="ph986"/>
              <p:cNvSpPr/>
              <p:nvPr/>
            </p:nvSpPr>
            <p:spPr>
              <a:xfrm>
                <a:off x="3650340" y="1217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3DDC1">
                  <a:alpha val="100000"/>
                </a:srgbClr>
              </a:solidFill>
              <a:ln w="5420" cap="flat">
                <a:solidFill>
                  <a:srgbClr val="93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87" name="ph987"/>
              <p:cNvSpPr/>
              <p:nvPr/>
            </p:nvSpPr>
            <p:spPr>
              <a:xfrm>
                <a:off x="3659724" y="1217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9DABC">
                  <a:alpha val="100000"/>
                </a:srgbClr>
              </a:solidFill>
              <a:ln w="5420" cap="flat">
                <a:solidFill>
                  <a:srgbClr val="89DA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88" name="ph988"/>
              <p:cNvSpPr/>
              <p:nvPr/>
            </p:nvSpPr>
            <p:spPr>
              <a:xfrm>
                <a:off x="3669109" y="1217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BD5B6">
                  <a:alpha val="100000"/>
                </a:srgbClr>
              </a:solidFill>
              <a:ln w="5420" cap="flat">
                <a:solidFill>
                  <a:srgbClr val="7B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89" name="ph989"/>
              <p:cNvSpPr/>
              <p:nvPr/>
            </p:nvSpPr>
            <p:spPr>
              <a:xfrm>
                <a:off x="3678493" y="1217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9D0AF">
                  <a:alpha val="100000"/>
                </a:srgbClr>
              </a:solidFill>
              <a:ln w="5420" cap="flat">
                <a:solidFill>
                  <a:srgbClr val="69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90" name="ph990"/>
              <p:cNvSpPr/>
              <p:nvPr/>
            </p:nvSpPr>
            <p:spPr>
              <a:xfrm>
                <a:off x="3687877" y="1217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91" name="ph991"/>
              <p:cNvSpPr/>
              <p:nvPr/>
            </p:nvSpPr>
            <p:spPr>
              <a:xfrm>
                <a:off x="3697262" y="1217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92" name="ph992"/>
              <p:cNvSpPr/>
              <p:nvPr/>
            </p:nvSpPr>
            <p:spPr>
              <a:xfrm>
                <a:off x="3706646" y="1217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93" name="ph993"/>
              <p:cNvSpPr/>
              <p:nvPr/>
            </p:nvSpPr>
            <p:spPr>
              <a:xfrm>
                <a:off x="3716030" y="1217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94" name="ph994"/>
              <p:cNvSpPr/>
              <p:nvPr/>
            </p:nvSpPr>
            <p:spPr>
              <a:xfrm>
                <a:off x="3725414" y="1217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95" name="ph995"/>
              <p:cNvSpPr/>
              <p:nvPr/>
            </p:nvSpPr>
            <p:spPr>
              <a:xfrm>
                <a:off x="3734799" y="1217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96" name="ph996"/>
              <p:cNvSpPr/>
              <p:nvPr/>
            </p:nvSpPr>
            <p:spPr>
              <a:xfrm>
                <a:off x="3744183" y="1217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97" name="ph997"/>
              <p:cNvSpPr/>
              <p:nvPr/>
            </p:nvSpPr>
            <p:spPr>
              <a:xfrm>
                <a:off x="3753567" y="1217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98" name="ph998"/>
              <p:cNvSpPr/>
              <p:nvPr/>
            </p:nvSpPr>
            <p:spPr>
              <a:xfrm>
                <a:off x="3762951" y="1217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99" name="ph999"/>
              <p:cNvSpPr/>
              <p:nvPr/>
            </p:nvSpPr>
            <p:spPr>
              <a:xfrm>
                <a:off x="3772336" y="1217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00" name="ph1000"/>
              <p:cNvSpPr/>
              <p:nvPr/>
            </p:nvSpPr>
            <p:spPr>
              <a:xfrm>
                <a:off x="3781720" y="1217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01" name="ph1001"/>
              <p:cNvSpPr/>
              <p:nvPr/>
            </p:nvSpPr>
            <p:spPr>
              <a:xfrm>
                <a:off x="3791104" y="1217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02" name="ph1002"/>
              <p:cNvSpPr/>
              <p:nvPr/>
            </p:nvSpPr>
            <p:spPr>
              <a:xfrm>
                <a:off x="3800488" y="1217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03" name="ph1003"/>
              <p:cNvSpPr/>
              <p:nvPr/>
            </p:nvSpPr>
            <p:spPr>
              <a:xfrm>
                <a:off x="3809873" y="1217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82A4">
                  <a:alpha val="100000"/>
                </a:srgbClr>
              </a:solidFill>
              <a:ln w="5420" cap="flat">
                <a:solidFill>
                  <a:srgbClr val="3982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04" name="ph1004"/>
              <p:cNvSpPr/>
              <p:nvPr/>
            </p:nvSpPr>
            <p:spPr>
              <a:xfrm>
                <a:off x="3819257" y="1217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05" name="ph1005"/>
              <p:cNvSpPr/>
              <p:nvPr/>
            </p:nvSpPr>
            <p:spPr>
              <a:xfrm>
                <a:off x="3828641" y="1217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06" name="ph1006"/>
              <p:cNvSpPr/>
              <p:nvPr/>
            </p:nvSpPr>
            <p:spPr>
              <a:xfrm>
                <a:off x="3847410" y="1217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07" name="ph1007"/>
              <p:cNvSpPr/>
              <p:nvPr/>
            </p:nvSpPr>
            <p:spPr>
              <a:xfrm>
                <a:off x="3856794" y="1217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08" name="ph1008"/>
              <p:cNvSpPr/>
              <p:nvPr/>
            </p:nvSpPr>
            <p:spPr>
              <a:xfrm>
                <a:off x="3547113" y="1229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BD1B0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09" name="ph1009"/>
              <p:cNvSpPr/>
              <p:nvPr/>
            </p:nvSpPr>
            <p:spPr>
              <a:xfrm>
                <a:off x="3556497" y="1229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10" name="ph1010"/>
              <p:cNvSpPr/>
              <p:nvPr/>
            </p:nvSpPr>
            <p:spPr>
              <a:xfrm>
                <a:off x="3565882" y="1229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11" name="ph1011"/>
              <p:cNvSpPr/>
              <p:nvPr/>
            </p:nvSpPr>
            <p:spPr>
              <a:xfrm>
                <a:off x="3575266" y="1229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2D7B9">
                  <a:alpha val="100000"/>
                </a:srgbClr>
              </a:solidFill>
              <a:ln w="5420" cap="flat">
                <a:solidFill>
                  <a:srgbClr val="82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12" name="ph1012"/>
              <p:cNvSpPr/>
              <p:nvPr/>
            </p:nvSpPr>
            <p:spPr>
              <a:xfrm>
                <a:off x="3584650" y="1229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9DABC">
                  <a:alpha val="100000"/>
                </a:srgbClr>
              </a:solidFill>
              <a:ln w="5420" cap="flat">
                <a:solidFill>
                  <a:srgbClr val="89DA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13" name="ph1013"/>
              <p:cNvSpPr/>
              <p:nvPr/>
            </p:nvSpPr>
            <p:spPr>
              <a:xfrm>
                <a:off x="3594035" y="1229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1DCC0">
                  <a:alpha val="100000"/>
                </a:srgbClr>
              </a:solidFill>
              <a:ln w="5420" cap="flat">
                <a:solidFill>
                  <a:srgbClr val="91DCC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14" name="ph1014"/>
              <p:cNvSpPr/>
              <p:nvPr/>
            </p:nvSpPr>
            <p:spPr>
              <a:xfrm>
                <a:off x="3603419" y="1229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7DEC3">
                  <a:alpha val="100000"/>
                </a:srgbClr>
              </a:solidFill>
              <a:ln w="5420" cap="flat">
                <a:solidFill>
                  <a:srgbClr val="97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15" name="ph1015"/>
              <p:cNvSpPr/>
              <p:nvPr/>
            </p:nvSpPr>
            <p:spPr>
              <a:xfrm>
                <a:off x="3612803" y="1229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16" name="ph1016"/>
              <p:cNvSpPr/>
              <p:nvPr/>
            </p:nvSpPr>
            <p:spPr>
              <a:xfrm>
                <a:off x="3622187" y="1229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1E1C7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17" name="ph1017"/>
              <p:cNvSpPr/>
              <p:nvPr/>
            </p:nvSpPr>
            <p:spPr>
              <a:xfrm>
                <a:off x="3631572" y="1229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18" name="ph1018"/>
              <p:cNvSpPr/>
              <p:nvPr/>
            </p:nvSpPr>
            <p:spPr>
              <a:xfrm>
                <a:off x="3640956" y="1229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FE1C6">
                  <a:alpha val="100000"/>
                </a:srgbClr>
              </a:solidFill>
              <a:ln w="5420" cap="flat">
                <a:solidFill>
                  <a:srgbClr val="9F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19" name="ph1019"/>
              <p:cNvSpPr/>
              <p:nvPr/>
            </p:nvSpPr>
            <p:spPr>
              <a:xfrm>
                <a:off x="3650340" y="1229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20" name="ph1020"/>
              <p:cNvSpPr/>
              <p:nvPr/>
            </p:nvSpPr>
            <p:spPr>
              <a:xfrm>
                <a:off x="3659724" y="1229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EDBBF">
                  <a:alpha val="100000"/>
                </a:srgbClr>
              </a:solidFill>
              <a:ln w="5420" cap="flat">
                <a:solidFill>
                  <a:srgbClr val="8EDBB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21" name="ph1021"/>
              <p:cNvSpPr/>
              <p:nvPr/>
            </p:nvSpPr>
            <p:spPr>
              <a:xfrm>
                <a:off x="3669109" y="1229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1D7B9">
                  <a:alpha val="100000"/>
                </a:srgbClr>
              </a:solidFill>
              <a:ln w="5420" cap="flat">
                <a:solidFill>
                  <a:srgbClr val="81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22" name="ph1022"/>
              <p:cNvSpPr/>
              <p:nvPr/>
            </p:nvSpPr>
            <p:spPr>
              <a:xfrm>
                <a:off x="3678493" y="1229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23" name="ph1023"/>
              <p:cNvSpPr/>
              <p:nvPr/>
            </p:nvSpPr>
            <p:spPr>
              <a:xfrm>
                <a:off x="3687877" y="1229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24" name="ph1024"/>
              <p:cNvSpPr/>
              <p:nvPr/>
            </p:nvSpPr>
            <p:spPr>
              <a:xfrm>
                <a:off x="3697262" y="1229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25" name="ph1025"/>
              <p:cNvSpPr/>
              <p:nvPr/>
            </p:nvSpPr>
            <p:spPr>
              <a:xfrm>
                <a:off x="3706646" y="1229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26" name="ph1026"/>
              <p:cNvSpPr/>
              <p:nvPr/>
            </p:nvSpPr>
            <p:spPr>
              <a:xfrm>
                <a:off x="3716030" y="1229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27" name="ph1027"/>
              <p:cNvSpPr/>
              <p:nvPr/>
            </p:nvSpPr>
            <p:spPr>
              <a:xfrm>
                <a:off x="3725414" y="1229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7AAAA">
                  <a:alpha val="100000"/>
                </a:srgbClr>
              </a:solidFill>
              <a:ln w="5420" cap="flat">
                <a:solidFill>
                  <a:srgbClr val="47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28" name="ph1028"/>
              <p:cNvSpPr/>
              <p:nvPr/>
            </p:nvSpPr>
            <p:spPr>
              <a:xfrm>
                <a:off x="3734799" y="1229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29" name="ph1029"/>
              <p:cNvSpPr/>
              <p:nvPr/>
            </p:nvSpPr>
            <p:spPr>
              <a:xfrm>
                <a:off x="3744183" y="1229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30" name="ph1030"/>
              <p:cNvSpPr/>
              <p:nvPr/>
            </p:nvSpPr>
            <p:spPr>
              <a:xfrm>
                <a:off x="3753567" y="1229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31" name="ph1031"/>
              <p:cNvSpPr/>
              <p:nvPr/>
            </p:nvSpPr>
            <p:spPr>
              <a:xfrm>
                <a:off x="3762951" y="1229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32" name="ph1032"/>
              <p:cNvSpPr/>
              <p:nvPr/>
            </p:nvSpPr>
            <p:spPr>
              <a:xfrm>
                <a:off x="3772336" y="1229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87A6">
                  <a:alpha val="100000"/>
                </a:srgbClr>
              </a:solidFill>
              <a:ln w="5420" cap="flat">
                <a:solidFill>
                  <a:srgbClr val="39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33" name="ph1033"/>
              <p:cNvSpPr/>
              <p:nvPr/>
            </p:nvSpPr>
            <p:spPr>
              <a:xfrm>
                <a:off x="3781720" y="1229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34" name="ph1034"/>
              <p:cNvSpPr/>
              <p:nvPr/>
            </p:nvSpPr>
            <p:spPr>
              <a:xfrm>
                <a:off x="3791104" y="1229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35" name="ph1035"/>
              <p:cNvSpPr/>
              <p:nvPr/>
            </p:nvSpPr>
            <p:spPr>
              <a:xfrm>
                <a:off x="3556497" y="1240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36" name="ph1036"/>
              <p:cNvSpPr/>
              <p:nvPr/>
            </p:nvSpPr>
            <p:spPr>
              <a:xfrm>
                <a:off x="3565882" y="1240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9D5B6">
                  <a:alpha val="100000"/>
                </a:srgbClr>
              </a:solidFill>
              <a:ln w="5420" cap="flat">
                <a:solidFill>
                  <a:srgbClr val="79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37" name="ph1037"/>
              <p:cNvSpPr/>
              <p:nvPr/>
            </p:nvSpPr>
            <p:spPr>
              <a:xfrm>
                <a:off x="3575266" y="1240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1D7B9">
                  <a:alpha val="100000"/>
                </a:srgbClr>
              </a:solidFill>
              <a:ln w="5420" cap="flat">
                <a:solidFill>
                  <a:srgbClr val="81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38" name="ph1038"/>
              <p:cNvSpPr/>
              <p:nvPr/>
            </p:nvSpPr>
            <p:spPr>
              <a:xfrm>
                <a:off x="3584650" y="1240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9DABC">
                  <a:alpha val="100000"/>
                </a:srgbClr>
              </a:solidFill>
              <a:ln w="5420" cap="flat">
                <a:solidFill>
                  <a:srgbClr val="89DA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39" name="ph1039"/>
              <p:cNvSpPr/>
              <p:nvPr/>
            </p:nvSpPr>
            <p:spPr>
              <a:xfrm>
                <a:off x="3594035" y="1240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1DCC0">
                  <a:alpha val="100000"/>
                </a:srgbClr>
              </a:solidFill>
              <a:ln w="5420" cap="flat">
                <a:solidFill>
                  <a:srgbClr val="91DCC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40" name="ph1040"/>
              <p:cNvSpPr/>
              <p:nvPr/>
            </p:nvSpPr>
            <p:spPr>
              <a:xfrm>
                <a:off x="3603419" y="1240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41" name="ph1041"/>
              <p:cNvSpPr/>
              <p:nvPr/>
            </p:nvSpPr>
            <p:spPr>
              <a:xfrm>
                <a:off x="3612803" y="1240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42" name="ph1042"/>
              <p:cNvSpPr/>
              <p:nvPr/>
            </p:nvSpPr>
            <p:spPr>
              <a:xfrm>
                <a:off x="3622187" y="1240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1E1C7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43" name="ph1043"/>
              <p:cNvSpPr/>
              <p:nvPr/>
            </p:nvSpPr>
            <p:spPr>
              <a:xfrm>
                <a:off x="3631572" y="1240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44" name="ph1044"/>
              <p:cNvSpPr/>
              <p:nvPr/>
            </p:nvSpPr>
            <p:spPr>
              <a:xfrm>
                <a:off x="3640956" y="1240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FE1C6">
                  <a:alpha val="100000"/>
                </a:srgbClr>
              </a:solidFill>
              <a:ln w="5420" cap="flat">
                <a:solidFill>
                  <a:srgbClr val="9F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45" name="ph1045"/>
              <p:cNvSpPr/>
              <p:nvPr/>
            </p:nvSpPr>
            <p:spPr>
              <a:xfrm>
                <a:off x="3650340" y="1240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46" name="ph1046"/>
              <p:cNvSpPr/>
              <p:nvPr/>
            </p:nvSpPr>
            <p:spPr>
              <a:xfrm>
                <a:off x="3659724" y="1240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FDCBF">
                  <a:alpha val="100000"/>
                </a:srgbClr>
              </a:solidFill>
              <a:ln w="5420" cap="flat">
                <a:solidFill>
                  <a:srgbClr val="8FDCB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47" name="ph1047"/>
              <p:cNvSpPr/>
              <p:nvPr/>
            </p:nvSpPr>
            <p:spPr>
              <a:xfrm>
                <a:off x="3669109" y="1240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3D8B9">
                  <a:alpha val="100000"/>
                </a:srgbClr>
              </a:solidFill>
              <a:ln w="5420" cap="flat">
                <a:solidFill>
                  <a:srgbClr val="83D8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48" name="ph1048"/>
              <p:cNvSpPr/>
              <p:nvPr/>
            </p:nvSpPr>
            <p:spPr>
              <a:xfrm>
                <a:off x="3678493" y="1240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49" name="ph1049"/>
              <p:cNvSpPr/>
              <p:nvPr/>
            </p:nvSpPr>
            <p:spPr>
              <a:xfrm>
                <a:off x="3687877" y="1240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50" name="ph1050"/>
              <p:cNvSpPr/>
              <p:nvPr/>
            </p:nvSpPr>
            <p:spPr>
              <a:xfrm>
                <a:off x="3697262" y="1240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51" name="ph1051"/>
              <p:cNvSpPr/>
              <p:nvPr/>
            </p:nvSpPr>
            <p:spPr>
              <a:xfrm>
                <a:off x="3706646" y="1240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52" name="ph1052"/>
              <p:cNvSpPr/>
              <p:nvPr/>
            </p:nvSpPr>
            <p:spPr>
              <a:xfrm>
                <a:off x="3716030" y="1240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53" name="ph1053"/>
              <p:cNvSpPr/>
              <p:nvPr/>
            </p:nvSpPr>
            <p:spPr>
              <a:xfrm>
                <a:off x="3725414" y="1240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54" name="ph1054"/>
              <p:cNvSpPr/>
              <p:nvPr/>
            </p:nvSpPr>
            <p:spPr>
              <a:xfrm>
                <a:off x="3734799" y="1240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55" name="ph1055"/>
              <p:cNvSpPr/>
              <p:nvPr/>
            </p:nvSpPr>
            <p:spPr>
              <a:xfrm>
                <a:off x="3753567" y="1240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56" name="ph1056"/>
              <p:cNvSpPr/>
              <p:nvPr/>
            </p:nvSpPr>
            <p:spPr>
              <a:xfrm>
                <a:off x="3556497" y="1252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FD2B2">
                  <a:alpha val="100000"/>
                </a:srgbClr>
              </a:solidFill>
              <a:ln w="5420" cap="flat">
                <a:solidFill>
                  <a:srgbClr val="6F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57" name="ph1057"/>
              <p:cNvSpPr/>
              <p:nvPr/>
            </p:nvSpPr>
            <p:spPr>
              <a:xfrm>
                <a:off x="3565882" y="1252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58" name="ph1058"/>
              <p:cNvSpPr/>
              <p:nvPr/>
            </p:nvSpPr>
            <p:spPr>
              <a:xfrm>
                <a:off x="3575266" y="1252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FD7B8">
                  <a:alpha val="100000"/>
                </a:srgbClr>
              </a:solidFill>
              <a:ln w="5420" cap="flat">
                <a:solidFill>
                  <a:srgbClr val="7F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59" name="ph1059"/>
              <p:cNvSpPr/>
              <p:nvPr/>
            </p:nvSpPr>
            <p:spPr>
              <a:xfrm>
                <a:off x="3584650" y="1252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7D9BB">
                  <a:alpha val="100000"/>
                </a:srgbClr>
              </a:solidFill>
              <a:ln w="5420" cap="flat">
                <a:solidFill>
                  <a:srgbClr val="87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60" name="ph1060"/>
              <p:cNvSpPr/>
              <p:nvPr/>
            </p:nvSpPr>
            <p:spPr>
              <a:xfrm>
                <a:off x="3594035" y="1252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EDBBE">
                  <a:alpha val="100000"/>
                </a:srgbClr>
              </a:solidFill>
              <a:ln w="5420" cap="flat">
                <a:solidFill>
                  <a:srgbClr val="8EDBB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61" name="ph1061"/>
              <p:cNvSpPr/>
              <p:nvPr/>
            </p:nvSpPr>
            <p:spPr>
              <a:xfrm>
                <a:off x="3603419" y="1252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4DDC1">
                  <a:alpha val="100000"/>
                </a:srgbClr>
              </a:solidFill>
              <a:ln w="5420" cap="flat">
                <a:solidFill>
                  <a:srgbClr val="94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62" name="ph1062"/>
              <p:cNvSpPr/>
              <p:nvPr/>
            </p:nvSpPr>
            <p:spPr>
              <a:xfrm>
                <a:off x="3612803" y="1252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63" name="ph1063"/>
              <p:cNvSpPr/>
              <p:nvPr/>
            </p:nvSpPr>
            <p:spPr>
              <a:xfrm>
                <a:off x="3622187" y="1252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64" name="ph1064"/>
              <p:cNvSpPr/>
              <p:nvPr/>
            </p:nvSpPr>
            <p:spPr>
              <a:xfrm>
                <a:off x="3631572" y="1252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FE1C6">
                  <a:alpha val="100000"/>
                </a:srgbClr>
              </a:solidFill>
              <a:ln w="5420" cap="flat">
                <a:solidFill>
                  <a:srgbClr val="9F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65" name="ph1065"/>
              <p:cNvSpPr/>
              <p:nvPr/>
            </p:nvSpPr>
            <p:spPr>
              <a:xfrm>
                <a:off x="3640956" y="1252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66" name="ph1066"/>
              <p:cNvSpPr/>
              <p:nvPr/>
            </p:nvSpPr>
            <p:spPr>
              <a:xfrm>
                <a:off x="3650340" y="1252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6DEC2">
                  <a:alpha val="100000"/>
                </a:srgbClr>
              </a:solidFill>
              <a:ln w="5420" cap="flat">
                <a:solidFill>
                  <a:srgbClr val="96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67" name="ph1067"/>
              <p:cNvSpPr/>
              <p:nvPr/>
            </p:nvSpPr>
            <p:spPr>
              <a:xfrm>
                <a:off x="3547113" y="126389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68" name="ph1068"/>
              <p:cNvSpPr/>
              <p:nvPr/>
            </p:nvSpPr>
            <p:spPr>
              <a:xfrm>
                <a:off x="3556497" y="126389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BD1B0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69" name="ph1069"/>
              <p:cNvSpPr/>
              <p:nvPr/>
            </p:nvSpPr>
            <p:spPr>
              <a:xfrm>
                <a:off x="3565882" y="126389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70" name="ph1070"/>
              <p:cNvSpPr/>
              <p:nvPr/>
            </p:nvSpPr>
            <p:spPr>
              <a:xfrm>
                <a:off x="3575266" y="126389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71" name="ph1071"/>
              <p:cNvSpPr/>
              <p:nvPr/>
            </p:nvSpPr>
            <p:spPr>
              <a:xfrm>
                <a:off x="3584650" y="126389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2D7B9">
                  <a:alpha val="100000"/>
                </a:srgbClr>
              </a:solidFill>
              <a:ln w="5420" cap="flat">
                <a:solidFill>
                  <a:srgbClr val="82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72" name="ph1072"/>
              <p:cNvSpPr/>
              <p:nvPr/>
            </p:nvSpPr>
            <p:spPr>
              <a:xfrm>
                <a:off x="3594035" y="126389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8D9BC">
                  <a:alpha val="100000"/>
                </a:srgbClr>
              </a:solidFill>
              <a:ln w="5420" cap="flat">
                <a:solidFill>
                  <a:srgbClr val="88D9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73" name="ph1073"/>
              <p:cNvSpPr/>
              <p:nvPr/>
            </p:nvSpPr>
            <p:spPr>
              <a:xfrm>
                <a:off x="3603419" y="126389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EDBBE">
                  <a:alpha val="100000"/>
                </a:srgbClr>
              </a:solidFill>
              <a:ln w="5420" cap="flat">
                <a:solidFill>
                  <a:srgbClr val="8EDBB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74" name="ph1074"/>
              <p:cNvSpPr/>
              <p:nvPr/>
            </p:nvSpPr>
            <p:spPr>
              <a:xfrm>
                <a:off x="3612803" y="126389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3DDC1">
                  <a:alpha val="100000"/>
                </a:srgbClr>
              </a:solidFill>
              <a:ln w="5420" cap="flat">
                <a:solidFill>
                  <a:srgbClr val="93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75" name="ph1075"/>
              <p:cNvSpPr/>
              <p:nvPr/>
            </p:nvSpPr>
            <p:spPr>
              <a:xfrm>
                <a:off x="3622187" y="126389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6DEC2">
                  <a:alpha val="100000"/>
                </a:srgbClr>
              </a:solidFill>
              <a:ln w="5420" cap="flat">
                <a:solidFill>
                  <a:srgbClr val="96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76" name="ph1076"/>
              <p:cNvSpPr/>
              <p:nvPr/>
            </p:nvSpPr>
            <p:spPr>
              <a:xfrm>
                <a:off x="3537729" y="127543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77" name="ph1077"/>
              <p:cNvSpPr/>
              <p:nvPr/>
            </p:nvSpPr>
            <p:spPr>
              <a:xfrm>
                <a:off x="3547113" y="127543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78" name="ph1078"/>
              <p:cNvSpPr/>
              <p:nvPr/>
            </p:nvSpPr>
            <p:spPr>
              <a:xfrm>
                <a:off x="3556497" y="127543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6CFAE">
                  <a:alpha val="100000"/>
                </a:srgbClr>
              </a:solidFill>
              <a:ln w="5420" cap="flat">
                <a:solidFill>
                  <a:srgbClr val="66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79" name="ph1079"/>
              <p:cNvSpPr/>
              <p:nvPr/>
            </p:nvSpPr>
            <p:spPr>
              <a:xfrm>
                <a:off x="3565882" y="127543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DD1B1">
                  <a:alpha val="100000"/>
                </a:srgbClr>
              </a:solidFill>
              <a:ln w="5420" cap="flat">
                <a:solidFill>
                  <a:srgbClr val="6DD1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80" name="ph1080"/>
              <p:cNvSpPr/>
              <p:nvPr/>
            </p:nvSpPr>
            <p:spPr>
              <a:xfrm>
                <a:off x="3575266" y="127543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4D3B3">
                  <a:alpha val="100000"/>
                </a:srgbClr>
              </a:solidFill>
              <a:ln w="5420" cap="flat">
                <a:solidFill>
                  <a:srgbClr val="74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81" name="ph1081"/>
              <p:cNvSpPr/>
              <p:nvPr/>
            </p:nvSpPr>
            <p:spPr>
              <a:xfrm>
                <a:off x="3584650" y="127543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BD5B6">
                  <a:alpha val="100000"/>
                </a:srgbClr>
              </a:solidFill>
              <a:ln w="5420" cap="flat">
                <a:solidFill>
                  <a:srgbClr val="7B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82" name="ph1082"/>
              <p:cNvSpPr/>
              <p:nvPr/>
            </p:nvSpPr>
            <p:spPr>
              <a:xfrm>
                <a:off x="3594035" y="127543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1D7B9">
                  <a:alpha val="100000"/>
                </a:srgbClr>
              </a:solidFill>
              <a:ln w="5420" cap="flat">
                <a:solidFill>
                  <a:srgbClr val="81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83" name="ph1083"/>
              <p:cNvSpPr/>
              <p:nvPr/>
            </p:nvSpPr>
            <p:spPr>
              <a:xfrm>
                <a:off x="3603419" y="127543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6D9BB">
                  <a:alpha val="100000"/>
                </a:srgbClr>
              </a:solidFill>
              <a:ln w="5420" cap="flat">
                <a:solidFill>
                  <a:srgbClr val="86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84" name="ph1084"/>
              <p:cNvSpPr/>
              <p:nvPr/>
            </p:nvSpPr>
            <p:spPr>
              <a:xfrm>
                <a:off x="3528345" y="128696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85" name="ph1085"/>
              <p:cNvSpPr/>
              <p:nvPr/>
            </p:nvSpPr>
            <p:spPr>
              <a:xfrm>
                <a:off x="3537729" y="128696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86" name="ph1086"/>
              <p:cNvSpPr/>
              <p:nvPr/>
            </p:nvSpPr>
            <p:spPr>
              <a:xfrm>
                <a:off x="3547113" y="128696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87" name="ph1087"/>
              <p:cNvSpPr/>
              <p:nvPr/>
            </p:nvSpPr>
            <p:spPr>
              <a:xfrm>
                <a:off x="3556497" y="128696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88" name="ph1088"/>
              <p:cNvSpPr/>
              <p:nvPr/>
            </p:nvSpPr>
            <p:spPr>
              <a:xfrm>
                <a:off x="3565882" y="128696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89" name="ph1089"/>
              <p:cNvSpPr/>
              <p:nvPr/>
            </p:nvSpPr>
            <p:spPr>
              <a:xfrm>
                <a:off x="3575266" y="128696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4CFAE">
                  <a:alpha val="100000"/>
                </a:srgbClr>
              </a:solidFill>
              <a:ln w="5420" cap="flat">
                <a:solidFill>
                  <a:srgbClr val="64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90" name="ph1090"/>
              <p:cNvSpPr/>
              <p:nvPr/>
            </p:nvSpPr>
            <p:spPr>
              <a:xfrm>
                <a:off x="3584650" y="128696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AD1B0">
                  <a:alpha val="100000"/>
                </a:srgbClr>
              </a:solidFill>
              <a:ln w="5420" cap="flat">
                <a:solidFill>
                  <a:srgbClr val="6A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91" name="ph1091"/>
              <p:cNvSpPr/>
              <p:nvPr/>
            </p:nvSpPr>
            <p:spPr>
              <a:xfrm>
                <a:off x="3528345" y="129849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92" name="ph1092"/>
              <p:cNvSpPr/>
              <p:nvPr/>
            </p:nvSpPr>
            <p:spPr>
              <a:xfrm>
                <a:off x="3537729" y="129849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93" name="ph1093"/>
              <p:cNvSpPr/>
              <p:nvPr/>
            </p:nvSpPr>
            <p:spPr>
              <a:xfrm>
                <a:off x="3547113" y="129849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94" name="ph1094"/>
              <p:cNvSpPr/>
              <p:nvPr/>
            </p:nvSpPr>
            <p:spPr>
              <a:xfrm>
                <a:off x="3556497" y="129849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95" name="ph1095"/>
              <p:cNvSpPr/>
              <p:nvPr/>
            </p:nvSpPr>
            <p:spPr>
              <a:xfrm>
                <a:off x="3565882" y="129849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96" name="ph1096"/>
              <p:cNvSpPr/>
              <p:nvPr/>
            </p:nvSpPr>
            <p:spPr>
              <a:xfrm>
                <a:off x="3575266" y="129849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97" name="ph1097"/>
              <p:cNvSpPr/>
              <p:nvPr/>
            </p:nvSpPr>
            <p:spPr>
              <a:xfrm>
                <a:off x="3584650" y="129849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98" name="ph1098"/>
              <p:cNvSpPr/>
              <p:nvPr/>
            </p:nvSpPr>
            <p:spPr>
              <a:xfrm>
                <a:off x="3528345" y="1310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99" name="ph1099"/>
              <p:cNvSpPr/>
              <p:nvPr/>
            </p:nvSpPr>
            <p:spPr>
              <a:xfrm>
                <a:off x="3537729" y="1310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00" name="ph1100"/>
              <p:cNvSpPr/>
              <p:nvPr/>
            </p:nvSpPr>
            <p:spPr>
              <a:xfrm>
                <a:off x="3547113" y="1310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01" name="ph1101"/>
              <p:cNvSpPr/>
              <p:nvPr/>
            </p:nvSpPr>
            <p:spPr>
              <a:xfrm>
                <a:off x="3556497" y="1310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02" name="ph1102"/>
              <p:cNvSpPr/>
              <p:nvPr/>
            </p:nvSpPr>
            <p:spPr>
              <a:xfrm>
                <a:off x="3565882" y="1310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03" name="ph1103"/>
              <p:cNvSpPr/>
              <p:nvPr/>
            </p:nvSpPr>
            <p:spPr>
              <a:xfrm>
                <a:off x="3575266" y="1310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04" name="ph1104"/>
              <p:cNvSpPr/>
              <p:nvPr/>
            </p:nvSpPr>
            <p:spPr>
              <a:xfrm>
                <a:off x="3584650" y="1310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05" name="ph1105"/>
              <p:cNvSpPr/>
              <p:nvPr/>
            </p:nvSpPr>
            <p:spPr>
              <a:xfrm>
                <a:off x="3528345" y="1321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06" name="ph1106"/>
              <p:cNvSpPr/>
              <p:nvPr/>
            </p:nvSpPr>
            <p:spPr>
              <a:xfrm>
                <a:off x="3537729" y="1321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07" name="ph1107"/>
              <p:cNvSpPr/>
              <p:nvPr/>
            </p:nvSpPr>
            <p:spPr>
              <a:xfrm>
                <a:off x="3547113" y="1321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08" name="ph1108"/>
              <p:cNvSpPr/>
              <p:nvPr/>
            </p:nvSpPr>
            <p:spPr>
              <a:xfrm>
                <a:off x="3556497" y="1321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09" name="ph1109"/>
              <p:cNvSpPr/>
              <p:nvPr/>
            </p:nvSpPr>
            <p:spPr>
              <a:xfrm>
                <a:off x="3565882" y="1321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10" name="ph1110"/>
              <p:cNvSpPr/>
              <p:nvPr/>
            </p:nvSpPr>
            <p:spPr>
              <a:xfrm>
                <a:off x="3575266" y="1321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11" name="ph1111"/>
              <p:cNvSpPr/>
              <p:nvPr/>
            </p:nvSpPr>
            <p:spPr>
              <a:xfrm>
                <a:off x="3584650" y="1321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12" name="ph1112"/>
              <p:cNvSpPr/>
              <p:nvPr/>
            </p:nvSpPr>
            <p:spPr>
              <a:xfrm>
                <a:off x="3472039" y="1333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13" name="ph1113"/>
              <p:cNvSpPr/>
              <p:nvPr/>
            </p:nvSpPr>
            <p:spPr>
              <a:xfrm>
                <a:off x="3481423" y="1333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14" name="ph1114"/>
              <p:cNvSpPr/>
              <p:nvPr/>
            </p:nvSpPr>
            <p:spPr>
              <a:xfrm>
                <a:off x="3547113" y="1333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15" name="ph1115"/>
              <p:cNvSpPr/>
              <p:nvPr/>
            </p:nvSpPr>
            <p:spPr>
              <a:xfrm>
                <a:off x="3556497" y="1333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16" name="ph1116"/>
              <p:cNvSpPr/>
              <p:nvPr/>
            </p:nvSpPr>
            <p:spPr>
              <a:xfrm>
                <a:off x="3565882" y="1333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17" name="ph1117"/>
              <p:cNvSpPr/>
              <p:nvPr/>
            </p:nvSpPr>
            <p:spPr>
              <a:xfrm>
                <a:off x="3575266" y="1333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18" name="ph1118"/>
              <p:cNvSpPr/>
              <p:nvPr/>
            </p:nvSpPr>
            <p:spPr>
              <a:xfrm>
                <a:off x="3584650" y="1333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19" name="ph1119"/>
              <p:cNvSpPr/>
              <p:nvPr/>
            </p:nvSpPr>
            <p:spPr>
              <a:xfrm>
                <a:off x="3453270" y="1344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20" name="ph1120"/>
              <p:cNvSpPr/>
              <p:nvPr/>
            </p:nvSpPr>
            <p:spPr>
              <a:xfrm>
                <a:off x="3462655" y="1344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21" name="ph1121"/>
              <p:cNvSpPr/>
              <p:nvPr/>
            </p:nvSpPr>
            <p:spPr>
              <a:xfrm>
                <a:off x="3472039" y="1344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22" name="ph1122"/>
              <p:cNvSpPr/>
              <p:nvPr/>
            </p:nvSpPr>
            <p:spPr>
              <a:xfrm>
                <a:off x="3481423" y="1344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23" name="ph1123"/>
              <p:cNvSpPr/>
              <p:nvPr/>
            </p:nvSpPr>
            <p:spPr>
              <a:xfrm>
                <a:off x="3490808" y="1344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24" name="ph1124"/>
              <p:cNvSpPr/>
              <p:nvPr/>
            </p:nvSpPr>
            <p:spPr>
              <a:xfrm>
                <a:off x="3547113" y="1344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25" name="ph1125"/>
              <p:cNvSpPr/>
              <p:nvPr/>
            </p:nvSpPr>
            <p:spPr>
              <a:xfrm>
                <a:off x="3556497" y="1344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26" name="ph1126"/>
              <p:cNvSpPr/>
              <p:nvPr/>
            </p:nvSpPr>
            <p:spPr>
              <a:xfrm>
                <a:off x="3565882" y="1344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27" name="ph1127"/>
              <p:cNvSpPr/>
              <p:nvPr/>
            </p:nvSpPr>
            <p:spPr>
              <a:xfrm>
                <a:off x="3575266" y="1344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28" name="ph1128"/>
              <p:cNvSpPr/>
              <p:nvPr/>
            </p:nvSpPr>
            <p:spPr>
              <a:xfrm>
                <a:off x="3584650" y="1344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BC5AC">
                  <a:alpha val="100000"/>
                </a:srgbClr>
              </a:solidFill>
              <a:ln w="5420" cap="flat">
                <a:solidFill>
                  <a:srgbClr val="5B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29" name="ph1129"/>
              <p:cNvSpPr/>
              <p:nvPr/>
            </p:nvSpPr>
            <p:spPr>
              <a:xfrm>
                <a:off x="3434502" y="1356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30" name="ph1130"/>
              <p:cNvSpPr/>
              <p:nvPr/>
            </p:nvSpPr>
            <p:spPr>
              <a:xfrm>
                <a:off x="3443886" y="1356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9DA9">
                  <a:alpha val="100000"/>
                </a:srgbClr>
              </a:solidFill>
              <a:ln w="5420" cap="flat">
                <a:solidFill>
                  <a:srgbClr val="3B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31" name="ph1131"/>
              <p:cNvSpPr/>
              <p:nvPr/>
            </p:nvSpPr>
            <p:spPr>
              <a:xfrm>
                <a:off x="3453270" y="1356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32" name="ph1132"/>
              <p:cNvSpPr/>
              <p:nvPr/>
            </p:nvSpPr>
            <p:spPr>
              <a:xfrm>
                <a:off x="3462655" y="1356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33" name="ph1133"/>
              <p:cNvSpPr/>
              <p:nvPr/>
            </p:nvSpPr>
            <p:spPr>
              <a:xfrm>
                <a:off x="3472039" y="1356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34" name="ph1134"/>
              <p:cNvSpPr/>
              <p:nvPr/>
            </p:nvSpPr>
            <p:spPr>
              <a:xfrm>
                <a:off x="3481423" y="1356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35" name="ph1135"/>
              <p:cNvSpPr/>
              <p:nvPr/>
            </p:nvSpPr>
            <p:spPr>
              <a:xfrm>
                <a:off x="3490808" y="1356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36" name="ph1136"/>
              <p:cNvSpPr/>
              <p:nvPr/>
            </p:nvSpPr>
            <p:spPr>
              <a:xfrm>
                <a:off x="3537729" y="1356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37" name="ph1137"/>
              <p:cNvSpPr/>
              <p:nvPr/>
            </p:nvSpPr>
            <p:spPr>
              <a:xfrm>
                <a:off x="3547113" y="1356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38" name="ph1138"/>
              <p:cNvSpPr/>
              <p:nvPr/>
            </p:nvSpPr>
            <p:spPr>
              <a:xfrm>
                <a:off x="3556497" y="1356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39" name="ph1139"/>
              <p:cNvSpPr/>
              <p:nvPr/>
            </p:nvSpPr>
            <p:spPr>
              <a:xfrm>
                <a:off x="3565882" y="1356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40" name="ph1140"/>
              <p:cNvSpPr/>
              <p:nvPr/>
            </p:nvSpPr>
            <p:spPr>
              <a:xfrm>
                <a:off x="3575266" y="1356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41" name="ph1141"/>
              <p:cNvSpPr/>
              <p:nvPr/>
            </p:nvSpPr>
            <p:spPr>
              <a:xfrm>
                <a:off x="3425118" y="1367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42" name="ph1142"/>
              <p:cNvSpPr/>
              <p:nvPr/>
            </p:nvSpPr>
            <p:spPr>
              <a:xfrm>
                <a:off x="3434502" y="1367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43" name="ph1143"/>
              <p:cNvSpPr/>
              <p:nvPr/>
            </p:nvSpPr>
            <p:spPr>
              <a:xfrm>
                <a:off x="3443886" y="1367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44" name="ph1144"/>
              <p:cNvSpPr/>
              <p:nvPr/>
            </p:nvSpPr>
            <p:spPr>
              <a:xfrm>
                <a:off x="3453270" y="1367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9DA9">
                  <a:alpha val="100000"/>
                </a:srgbClr>
              </a:solidFill>
              <a:ln w="5420" cap="flat">
                <a:solidFill>
                  <a:srgbClr val="3B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45" name="ph1145"/>
              <p:cNvSpPr/>
              <p:nvPr/>
            </p:nvSpPr>
            <p:spPr>
              <a:xfrm>
                <a:off x="3462655" y="1367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46" name="ph1146"/>
              <p:cNvSpPr/>
              <p:nvPr/>
            </p:nvSpPr>
            <p:spPr>
              <a:xfrm>
                <a:off x="3472039" y="1367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3A7AA">
                  <a:alpha val="100000"/>
                </a:srgbClr>
              </a:solidFill>
              <a:ln w="5420" cap="flat">
                <a:solidFill>
                  <a:srgbClr val="43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47" name="ph1147"/>
              <p:cNvSpPr/>
              <p:nvPr/>
            </p:nvSpPr>
            <p:spPr>
              <a:xfrm>
                <a:off x="3481423" y="1367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8ABAA">
                  <a:alpha val="100000"/>
                </a:srgbClr>
              </a:solidFill>
              <a:ln w="5420" cap="flat">
                <a:solidFill>
                  <a:srgbClr val="48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48" name="ph1148"/>
              <p:cNvSpPr/>
              <p:nvPr/>
            </p:nvSpPr>
            <p:spPr>
              <a:xfrm>
                <a:off x="3490808" y="1367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49" name="ph1149"/>
              <p:cNvSpPr/>
              <p:nvPr/>
            </p:nvSpPr>
            <p:spPr>
              <a:xfrm>
                <a:off x="3537729" y="1367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50" name="ph1150"/>
              <p:cNvSpPr/>
              <p:nvPr/>
            </p:nvSpPr>
            <p:spPr>
              <a:xfrm>
                <a:off x="3547113" y="1367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51" name="ph1151"/>
              <p:cNvSpPr/>
              <p:nvPr/>
            </p:nvSpPr>
            <p:spPr>
              <a:xfrm>
                <a:off x="3556497" y="1367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52" name="ph1152"/>
              <p:cNvSpPr/>
              <p:nvPr/>
            </p:nvSpPr>
            <p:spPr>
              <a:xfrm>
                <a:off x="3565882" y="1367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53" name="ph1153"/>
              <p:cNvSpPr/>
              <p:nvPr/>
            </p:nvSpPr>
            <p:spPr>
              <a:xfrm>
                <a:off x="3575266" y="1367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54" name="ph1154"/>
              <p:cNvSpPr/>
              <p:nvPr/>
            </p:nvSpPr>
            <p:spPr>
              <a:xfrm>
                <a:off x="3378196" y="1379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55" name="ph1155"/>
              <p:cNvSpPr/>
              <p:nvPr/>
            </p:nvSpPr>
            <p:spPr>
              <a:xfrm>
                <a:off x="3387581" y="1379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56" name="ph1156"/>
              <p:cNvSpPr/>
              <p:nvPr/>
            </p:nvSpPr>
            <p:spPr>
              <a:xfrm>
                <a:off x="3396965" y="1379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57" name="ph1157"/>
              <p:cNvSpPr/>
              <p:nvPr/>
            </p:nvSpPr>
            <p:spPr>
              <a:xfrm>
                <a:off x="3406349" y="1379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58" name="ph1158"/>
              <p:cNvSpPr/>
              <p:nvPr/>
            </p:nvSpPr>
            <p:spPr>
              <a:xfrm>
                <a:off x="3415733" y="1379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59" name="ph1159"/>
              <p:cNvSpPr/>
              <p:nvPr/>
            </p:nvSpPr>
            <p:spPr>
              <a:xfrm>
                <a:off x="3425118" y="1379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60" name="ph1160"/>
              <p:cNvSpPr/>
              <p:nvPr/>
            </p:nvSpPr>
            <p:spPr>
              <a:xfrm>
                <a:off x="3434502" y="1379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61" name="ph1161"/>
              <p:cNvSpPr/>
              <p:nvPr/>
            </p:nvSpPr>
            <p:spPr>
              <a:xfrm>
                <a:off x="3443886" y="1379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62" name="ph1162"/>
              <p:cNvSpPr/>
              <p:nvPr/>
            </p:nvSpPr>
            <p:spPr>
              <a:xfrm>
                <a:off x="3453270" y="1379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63" name="ph1163"/>
              <p:cNvSpPr/>
              <p:nvPr/>
            </p:nvSpPr>
            <p:spPr>
              <a:xfrm>
                <a:off x="3462655" y="1379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64" name="ph1164"/>
              <p:cNvSpPr/>
              <p:nvPr/>
            </p:nvSpPr>
            <p:spPr>
              <a:xfrm>
                <a:off x="3472039" y="1379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65" name="ph1165"/>
              <p:cNvSpPr/>
              <p:nvPr/>
            </p:nvSpPr>
            <p:spPr>
              <a:xfrm>
                <a:off x="3481423" y="1379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66" name="ph1166"/>
              <p:cNvSpPr/>
              <p:nvPr/>
            </p:nvSpPr>
            <p:spPr>
              <a:xfrm>
                <a:off x="3528345" y="1379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67" name="ph1167"/>
              <p:cNvSpPr/>
              <p:nvPr/>
            </p:nvSpPr>
            <p:spPr>
              <a:xfrm>
                <a:off x="3537729" y="1379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68" name="ph1168"/>
              <p:cNvSpPr/>
              <p:nvPr/>
            </p:nvSpPr>
            <p:spPr>
              <a:xfrm>
                <a:off x="3547113" y="1379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69" name="ph1169"/>
              <p:cNvSpPr/>
              <p:nvPr/>
            </p:nvSpPr>
            <p:spPr>
              <a:xfrm>
                <a:off x="3556497" y="1379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70" name="ph1170"/>
              <p:cNvSpPr/>
              <p:nvPr/>
            </p:nvSpPr>
            <p:spPr>
              <a:xfrm>
                <a:off x="3565882" y="1379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71" name="ph1171"/>
              <p:cNvSpPr/>
              <p:nvPr/>
            </p:nvSpPr>
            <p:spPr>
              <a:xfrm>
                <a:off x="3575266" y="1379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72" name="ph1172"/>
              <p:cNvSpPr/>
              <p:nvPr/>
            </p:nvSpPr>
            <p:spPr>
              <a:xfrm>
                <a:off x="3368812" y="1390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73" name="ph1173"/>
              <p:cNvSpPr/>
              <p:nvPr/>
            </p:nvSpPr>
            <p:spPr>
              <a:xfrm>
                <a:off x="3378196" y="1390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74" name="ph1174"/>
              <p:cNvSpPr/>
              <p:nvPr/>
            </p:nvSpPr>
            <p:spPr>
              <a:xfrm>
                <a:off x="3387581" y="1390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75" name="ph1175"/>
              <p:cNvSpPr/>
              <p:nvPr/>
            </p:nvSpPr>
            <p:spPr>
              <a:xfrm>
                <a:off x="3396965" y="1390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76" name="ph1176"/>
              <p:cNvSpPr/>
              <p:nvPr/>
            </p:nvSpPr>
            <p:spPr>
              <a:xfrm>
                <a:off x="3406349" y="1390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77" name="ph1177"/>
              <p:cNvSpPr/>
              <p:nvPr/>
            </p:nvSpPr>
            <p:spPr>
              <a:xfrm>
                <a:off x="3415733" y="1390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78" name="ph1178"/>
              <p:cNvSpPr/>
              <p:nvPr/>
            </p:nvSpPr>
            <p:spPr>
              <a:xfrm>
                <a:off x="3425118" y="1390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79" name="ph1179"/>
              <p:cNvSpPr/>
              <p:nvPr/>
            </p:nvSpPr>
            <p:spPr>
              <a:xfrm>
                <a:off x="3434502" y="1390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80" name="ph1180"/>
              <p:cNvSpPr/>
              <p:nvPr/>
            </p:nvSpPr>
            <p:spPr>
              <a:xfrm>
                <a:off x="3443886" y="1390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81" name="ph1181"/>
              <p:cNvSpPr/>
              <p:nvPr/>
            </p:nvSpPr>
            <p:spPr>
              <a:xfrm>
                <a:off x="3453270" y="1390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82" name="ph1182"/>
              <p:cNvSpPr/>
              <p:nvPr/>
            </p:nvSpPr>
            <p:spPr>
              <a:xfrm>
                <a:off x="3462655" y="1390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83" name="ph1183"/>
              <p:cNvSpPr/>
              <p:nvPr/>
            </p:nvSpPr>
            <p:spPr>
              <a:xfrm>
                <a:off x="3472039" y="1390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84" name="ph1184"/>
              <p:cNvSpPr/>
              <p:nvPr/>
            </p:nvSpPr>
            <p:spPr>
              <a:xfrm>
                <a:off x="3518960" y="1390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85" name="ph1185"/>
              <p:cNvSpPr/>
              <p:nvPr/>
            </p:nvSpPr>
            <p:spPr>
              <a:xfrm>
                <a:off x="3528345" y="1390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86" name="ph1186"/>
              <p:cNvSpPr/>
              <p:nvPr/>
            </p:nvSpPr>
            <p:spPr>
              <a:xfrm>
                <a:off x="3537729" y="1390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87" name="ph1187"/>
              <p:cNvSpPr/>
              <p:nvPr/>
            </p:nvSpPr>
            <p:spPr>
              <a:xfrm>
                <a:off x="3547113" y="1390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88" name="ph1188"/>
              <p:cNvSpPr/>
              <p:nvPr/>
            </p:nvSpPr>
            <p:spPr>
              <a:xfrm>
                <a:off x="3556497" y="1390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89" name="ph1189"/>
              <p:cNvSpPr/>
              <p:nvPr/>
            </p:nvSpPr>
            <p:spPr>
              <a:xfrm>
                <a:off x="3565882" y="1390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90" name="ph1190"/>
              <p:cNvSpPr/>
              <p:nvPr/>
            </p:nvSpPr>
            <p:spPr>
              <a:xfrm>
                <a:off x="3575266" y="1390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91" name="ph1191"/>
              <p:cNvSpPr/>
              <p:nvPr/>
            </p:nvSpPr>
            <p:spPr>
              <a:xfrm>
                <a:off x="3350043" y="140228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92" name="ph1192"/>
              <p:cNvSpPr/>
              <p:nvPr/>
            </p:nvSpPr>
            <p:spPr>
              <a:xfrm>
                <a:off x="3359428" y="140228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93" name="ph1193"/>
              <p:cNvSpPr/>
              <p:nvPr/>
            </p:nvSpPr>
            <p:spPr>
              <a:xfrm>
                <a:off x="3368812" y="140228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94" name="ph1194"/>
              <p:cNvSpPr/>
              <p:nvPr/>
            </p:nvSpPr>
            <p:spPr>
              <a:xfrm>
                <a:off x="3378196" y="140228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95" name="ph1195"/>
              <p:cNvSpPr/>
              <p:nvPr/>
            </p:nvSpPr>
            <p:spPr>
              <a:xfrm>
                <a:off x="3387581" y="140228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693A8">
                  <a:alpha val="100000"/>
                </a:srgbClr>
              </a:solidFill>
              <a:ln w="5420" cap="flat">
                <a:solidFill>
                  <a:srgbClr val="36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96" name="ph1196"/>
              <p:cNvSpPr/>
              <p:nvPr/>
            </p:nvSpPr>
            <p:spPr>
              <a:xfrm>
                <a:off x="3396965" y="140228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97" name="ph1197"/>
              <p:cNvSpPr/>
              <p:nvPr/>
            </p:nvSpPr>
            <p:spPr>
              <a:xfrm>
                <a:off x="3406349" y="140228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98" name="ph1198"/>
              <p:cNvSpPr/>
              <p:nvPr/>
            </p:nvSpPr>
            <p:spPr>
              <a:xfrm>
                <a:off x="3415733" y="140228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99" name="ph1199"/>
              <p:cNvSpPr/>
              <p:nvPr/>
            </p:nvSpPr>
            <p:spPr>
              <a:xfrm>
                <a:off x="3425118" y="140228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9A2">
                  <a:alpha val="100000"/>
                </a:srgbClr>
              </a:solidFill>
              <a:ln w="5420" cap="flat">
                <a:solidFill>
                  <a:srgbClr val="3A79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00" name="ph1200"/>
              <p:cNvSpPr/>
              <p:nvPr/>
            </p:nvSpPr>
            <p:spPr>
              <a:xfrm>
                <a:off x="3434502" y="140228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01" name="ph1201"/>
              <p:cNvSpPr/>
              <p:nvPr/>
            </p:nvSpPr>
            <p:spPr>
              <a:xfrm>
                <a:off x="3443886" y="140228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02" name="ph1202"/>
              <p:cNvSpPr/>
              <p:nvPr/>
            </p:nvSpPr>
            <p:spPr>
              <a:xfrm>
                <a:off x="3453270" y="140228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03" name="ph1203"/>
              <p:cNvSpPr/>
              <p:nvPr/>
            </p:nvSpPr>
            <p:spPr>
              <a:xfrm>
                <a:off x="3509576" y="140228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04" name="ph1204"/>
              <p:cNvSpPr/>
              <p:nvPr/>
            </p:nvSpPr>
            <p:spPr>
              <a:xfrm>
                <a:off x="3518960" y="140228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05" name="ph1205"/>
              <p:cNvSpPr/>
              <p:nvPr/>
            </p:nvSpPr>
            <p:spPr>
              <a:xfrm>
                <a:off x="3528345" y="140228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06" name="ph1206"/>
              <p:cNvSpPr/>
              <p:nvPr/>
            </p:nvSpPr>
            <p:spPr>
              <a:xfrm>
                <a:off x="3537729" y="140228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07" name="ph1207"/>
              <p:cNvSpPr/>
              <p:nvPr/>
            </p:nvSpPr>
            <p:spPr>
              <a:xfrm>
                <a:off x="3547113" y="140228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08" name="ph1208"/>
              <p:cNvSpPr/>
              <p:nvPr/>
            </p:nvSpPr>
            <p:spPr>
              <a:xfrm>
                <a:off x="3556497" y="140228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09" name="ph1209"/>
              <p:cNvSpPr/>
              <p:nvPr/>
            </p:nvSpPr>
            <p:spPr>
              <a:xfrm>
                <a:off x="3331275" y="141381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10" name="ph1210"/>
              <p:cNvSpPr/>
              <p:nvPr/>
            </p:nvSpPr>
            <p:spPr>
              <a:xfrm>
                <a:off x="3340659" y="141381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11" name="ph1211"/>
              <p:cNvSpPr/>
              <p:nvPr/>
            </p:nvSpPr>
            <p:spPr>
              <a:xfrm>
                <a:off x="3350043" y="141381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12" name="ph1212"/>
              <p:cNvSpPr/>
              <p:nvPr/>
            </p:nvSpPr>
            <p:spPr>
              <a:xfrm>
                <a:off x="3359428" y="141381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13" name="ph1213"/>
              <p:cNvSpPr/>
              <p:nvPr/>
            </p:nvSpPr>
            <p:spPr>
              <a:xfrm>
                <a:off x="3368812" y="141381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9DA9">
                  <a:alpha val="100000"/>
                </a:srgbClr>
              </a:solidFill>
              <a:ln w="5420" cap="flat">
                <a:solidFill>
                  <a:srgbClr val="3B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14" name="ph1214"/>
              <p:cNvSpPr/>
              <p:nvPr/>
            </p:nvSpPr>
            <p:spPr>
              <a:xfrm>
                <a:off x="3378196" y="141381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15" name="ph1215"/>
              <p:cNvSpPr/>
              <p:nvPr/>
            </p:nvSpPr>
            <p:spPr>
              <a:xfrm>
                <a:off x="3387581" y="141381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16" name="ph1216"/>
              <p:cNvSpPr/>
              <p:nvPr/>
            </p:nvSpPr>
            <p:spPr>
              <a:xfrm>
                <a:off x="3396965" y="141381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17" name="ph1217"/>
              <p:cNvSpPr/>
              <p:nvPr/>
            </p:nvSpPr>
            <p:spPr>
              <a:xfrm>
                <a:off x="3406349" y="141381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87A6">
                  <a:alpha val="100000"/>
                </a:srgbClr>
              </a:solidFill>
              <a:ln w="5420" cap="flat">
                <a:solidFill>
                  <a:srgbClr val="39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18" name="ph1218"/>
              <p:cNvSpPr/>
              <p:nvPr/>
            </p:nvSpPr>
            <p:spPr>
              <a:xfrm>
                <a:off x="3415733" y="141381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19" name="ph1219"/>
              <p:cNvSpPr/>
              <p:nvPr/>
            </p:nvSpPr>
            <p:spPr>
              <a:xfrm>
                <a:off x="3425118" y="141381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20" name="ph1220"/>
              <p:cNvSpPr/>
              <p:nvPr/>
            </p:nvSpPr>
            <p:spPr>
              <a:xfrm>
                <a:off x="3434502" y="141381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21" name="ph1221"/>
              <p:cNvSpPr/>
              <p:nvPr/>
            </p:nvSpPr>
            <p:spPr>
              <a:xfrm>
                <a:off x="3443886" y="141381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22" name="ph1222"/>
              <p:cNvSpPr/>
              <p:nvPr/>
            </p:nvSpPr>
            <p:spPr>
              <a:xfrm>
                <a:off x="3453270" y="141381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23" name="ph1223"/>
              <p:cNvSpPr/>
              <p:nvPr/>
            </p:nvSpPr>
            <p:spPr>
              <a:xfrm>
                <a:off x="3462655" y="141381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24" name="ph1224"/>
              <p:cNvSpPr/>
              <p:nvPr/>
            </p:nvSpPr>
            <p:spPr>
              <a:xfrm>
                <a:off x="3472039" y="141381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25" name="ph1225"/>
              <p:cNvSpPr/>
              <p:nvPr/>
            </p:nvSpPr>
            <p:spPr>
              <a:xfrm>
                <a:off x="3481423" y="141381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26" name="ph1226"/>
              <p:cNvSpPr/>
              <p:nvPr/>
            </p:nvSpPr>
            <p:spPr>
              <a:xfrm>
                <a:off x="3500192" y="141381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27" name="ph1227"/>
              <p:cNvSpPr/>
              <p:nvPr/>
            </p:nvSpPr>
            <p:spPr>
              <a:xfrm>
                <a:off x="3509576" y="141381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5D4B4">
                  <a:alpha val="100000"/>
                </a:srgbClr>
              </a:solidFill>
              <a:ln w="5420" cap="flat">
                <a:solidFill>
                  <a:srgbClr val="75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28" name="ph1228"/>
              <p:cNvSpPr/>
              <p:nvPr/>
            </p:nvSpPr>
            <p:spPr>
              <a:xfrm>
                <a:off x="3518960" y="141381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29" name="ph1229"/>
              <p:cNvSpPr/>
              <p:nvPr/>
            </p:nvSpPr>
            <p:spPr>
              <a:xfrm>
                <a:off x="3528345" y="141381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30" name="ph1230"/>
              <p:cNvSpPr/>
              <p:nvPr/>
            </p:nvSpPr>
            <p:spPr>
              <a:xfrm>
                <a:off x="3537729" y="141381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BD1B0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31" name="ph1231"/>
              <p:cNvSpPr/>
              <p:nvPr/>
            </p:nvSpPr>
            <p:spPr>
              <a:xfrm>
                <a:off x="3547113" y="141381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32" name="ph1232"/>
              <p:cNvSpPr/>
              <p:nvPr/>
            </p:nvSpPr>
            <p:spPr>
              <a:xfrm>
                <a:off x="3556497" y="141381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33" name="ph1233"/>
              <p:cNvSpPr/>
              <p:nvPr/>
            </p:nvSpPr>
            <p:spPr>
              <a:xfrm>
                <a:off x="3331275" y="142534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34" name="ph1234"/>
              <p:cNvSpPr/>
              <p:nvPr/>
            </p:nvSpPr>
            <p:spPr>
              <a:xfrm>
                <a:off x="3340659" y="142534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35" name="ph1235"/>
              <p:cNvSpPr/>
              <p:nvPr/>
            </p:nvSpPr>
            <p:spPr>
              <a:xfrm>
                <a:off x="3350043" y="142534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36" name="ph1236"/>
              <p:cNvSpPr/>
              <p:nvPr/>
            </p:nvSpPr>
            <p:spPr>
              <a:xfrm>
                <a:off x="3359428" y="142534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37" name="ph1237"/>
              <p:cNvSpPr/>
              <p:nvPr/>
            </p:nvSpPr>
            <p:spPr>
              <a:xfrm>
                <a:off x="3368812" y="142534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38" name="ph1238"/>
              <p:cNvSpPr/>
              <p:nvPr/>
            </p:nvSpPr>
            <p:spPr>
              <a:xfrm>
                <a:off x="3378196" y="142534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39" name="ph1239"/>
              <p:cNvSpPr/>
              <p:nvPr/>
            </p:nvSpPr>
            <p:spPr>
              <a:xfrm>
                <a:off x="3387581" y="142534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40" name="ph1240"/>
              <p:cNvSpPr/>
              <p:nvPr/>
            </p:nvSpPr>
            <p:spPr>
              <a:xfrm>
                <a:off x="3396965" y="142534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41" name="ph1241"/>
              <p:cNvSpPr/>
              <p:nvPr/>
            </p:nvSpPr>
            <p:spPr>
              <a:xfrm>
                <a:off x="3406349" y="142534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42" name="ph1242"/>
              <p:cNvSpPr/>
              <p:nvPr/>
            </p:nvSpPr>
            <p:spPr>
              <a:xfrm>
                <a:off x="3415733" y="142534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43" name="ph1243"/>
              <p:cNvSpPr/>
              <p:nvPr/>
            </p:nvSpPr>
            <p:spPr>
              <a:xfrm>
                <a:off x="3425118" y="142534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44" name="ph1244"/>
              <p:cNvSpPr/>
              <p:nvPr/>
            </p:nvSpPr>
            <p:spPr>
              <a:xfrm>
                <a:off x="3434502" y="142534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45" name="ph1245"/>
              <p:cNvSpPr/>
              <p:nvPr/>
            </p:nvSpPr>
            <p:spPr>
              <a:xfrm>
                <a:off x="3443886" y="142534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46" name="ph1246"/>
              <p:cNvSpPr/>
              <p:nvPr/>
            </p:nvSpPr>
            <p:spPr>
              <a:xfrm>
                <a:off x="3453270" y="142534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47" name="ph1247"/>
              <p:cNvSpPr/>
              <p:nvPr/>
            </p:nvSpPr>
            <p:spPr>
              <a:xfrm>
                <a:off x="3462655" y="142534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48" name="ph1248"/>
              <p:cNvSpPr/>
              <p:nvPr/>
            </p:nvSpPr>
            <p:spPr>
              <a:xfrm>
                <a:off x="3472039" y="142534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49" name="ph1249"/>
              <p:cNvSpPr/>
              <p:nvPr/>
            </p:nvSpPr>
            <p:spPr>
              <a:xfrm>
                <a:off x="3481423" y="142534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3D8BA">
                  <a:alpha val="100000"/>
                </a:srgbClr>
              </a:solidFill>
              <a:ln w="5420" cap="flat">
                <a:solidFill>
                  <a:srgbClr val="83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50" name="ph1250"/>
              <p:cNvSpPr/>
              <p:nvPr/>
            </p:nvSpPr>
            <p:spPr>
              <a:xfrm>
                <a:off x="3490808" y="142534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2DCC0">
                  <a:alpha val="100000"/>
                </a:srgbClr>
              </a:solidFill>
              <a:ln w="5420" cap="flat">
                <a:solidFill>
                  <a:srgbClr val="92DCC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51" name="ph1251"/>
              <p:cNvSpPr/>
              <p:nvPr/>
            </p:nvSpPr>
            <p:spPr>
              <a:xfrm>
                <a:off x="3500192" y="142534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4DDC1">
                  <a:alpha val="100000"/>
                </a:srgbClr>
              </a:solidFill>
              <a:ln w="5420" cap="flat">
                <a:solidFill>
                  <a:srgbClr val="94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52" name="ph1252"/>
              <p:cNvSpPr/>
              <p:nvPr/>
            </p:nvSpPr>
            <p:spPr>
              <a:xfrm>
                <a:off x="3509576" y="142534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0DCBF">
                  <a:alpha val="100000"/>
                </a:srgbClr>
              </a:solidFill>
              <a:ln w="5420" cap="flat">
                <a:solidFill>
                  <a:srgbClr val="90DCB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53" name="ph1253"/>
              <p:cNvSpPr/>
              <p:nvPr/>
            </p:nvSpPr>
            <p:spPr>
              <a:xfrm>
                <a:off x="3518960" y="142534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8D9BC">
                  <a:alpha val="100000"/>
                </a:srgbClr>
              </a:solidFill>
              <a:ln w="5420" cap="flat">
                <a:solidFill>
                  <a:srgbClr val="88D9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54" name="ph1254"/>
              <p:cNvSpPr/>
              <p:nvPr/>
            </p:nvSpPr>
            <p:spPr>
              <a:xfrm>
                <a:off x="3528345" y="142534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0D7B8">
                  <a:alpha val="100000"/>
                </a:srgbClr>
              </a:solidFill>
              <a:ln w="5420" cap="flat">
                <a:solidFill>
                  <a:srgbClr val="80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55" name="ph1255"/>
              <p:cNvSpPr/>
              <p:nvPr/>
            </p:nvSpPr>
            <p:spPr>
              <a:xfrm>
                <a:off x="3537729" y="142534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8D5B5">
                  <a:alpha val="100000"/>
                </a:srgbClr>
              </a:solidFill>
              <a:ln w="5420" cap="flat">
                <a:solidFill>
                  <a:srgbClr val="78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56" name="ph1256"/>
              <p:cNvSpPr/>
              <p:nvPr/>
            </p:nvSpPr>
            <p:spPr>
              <a:xfrm>
                <a:off x="3547113" y="142534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AD1B0">
                  <a:alpha val="100000"/>
                </a:srgbClr>
              </a:solidFill>
              <a:ln w="5420" cap="flat">
                <a:solidFill>
                  <a:srgbClr val="6A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57" name="ph1257"/>
              <p:cNvSpPr/>
              <p:nvPr/>
            </p:nvSpPr>
            <p:spPr>
              <a:xfrm>
                <a:off x="3331275" y="143687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58" name="ph1258"/>
              <p:cNvSpPr/>
              <p:nvPr/>
            </p:nvSpPr>
            <p:spPr>
              <a:xfrm>
                <a:off x="3340659" y="143687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7AAAA">
                  <a:alpha val="100000"/>
                </a:srgbClr>
              </a:solidFill>
              <a:ln w="5420" cap="flat">
                <a:solidFill>
                  <a:srgbClr val="47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59" name="ph1259"/>
              <p:cNvSpPr/>
              <p:nvPr/>
            </p:nvSpPr>
            <p:spPr>
              <a:xfrm>
                <a:off x="3350043" y="143687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60" name="ph1260"/>
              <p:cNvSpPr/>
              <p:nvPr/>
            </p:nvSpPr>
            <p:spPr>
              <a:xfrm>
                <a:off x="3359428" y="143687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61" name="ph1261"/>
              <p:cNvSpPr/>
              <p:nvPr/>
            </p:nvSpPr>
            <p:spPr>
              <a:xfrm>
                <a:off x="3368812" y="143687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62" name="ph1262"/>
              <p:cNvSpPr/>
              <p:nvPr/>
            </p:nvSpPr>
            <p:spPr>
              <a:xfrm>
                <a:off x="3378196" y="143687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63" name="ph1263"/>
              <p:cNvSpPr/>
              <p:nvPr/>
            </p:nvSpPr>
            <p:spPr>
              <a:xfrm>
                <a:off x="3387581" y="143687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64" name="ph1264"/>
              <p:cNvSpPr/>
              <p:nvPr/>
            </p:nvSpPr>
            <p:spPr>
              <a:xfrm>
                <a:off x="3396965" y="143687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698A9">
                  <a:alpha val="100000"/>
                </a:srgbClr>
              </a:solidFill>
              <a:ln w="5420" cap="flat">
                <a:solidFill>
                  <a:srgbClr val="36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65" name="ph1265"/>
              <p:cNvSpPr/>
              <p:nvPr/>
            </p:nvSpPr>
            <p:spPr>
              <a:xfrm>
                <a:off x="3406349" y="143687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66" name="ph1266"/>
              <p:cNvSpPr/>
              <p:nvPr/>
            </p:nvSpPr>
            <p:spPr>
              <a:xfrm>
                <a:off x="3415733" y="143687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67" name="ph1267"/>
              <p:cNvSpPr/>
              <p:nvPr/>
            </p:nvSpPr>
            <p:spPr>
              <a:xfrm>
                <a:off x="3425118" y="143687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68" name="ph1268"/>
              <p:cNvSpPr/>
              <p:nvPr/>
            </p:nvSpPr>
            <p:spPr>
              <a:xfrm>
                <a:off x="3434502" y="143687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69" name="ph1269"/>
              <p:cNvSpPr/>
              <p:nvPr/>
            </p:nvSpPr>
            <p:spPr>
              <a:xfrm>
                <a:off x="3443886" y="143687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70" name="ph1270"/>
              <p:cNvSpPr/>
              <p:nvPr/>
            </p:nvSpPr>
            <p:spPr>
              <a:xfrm>
                <a:off x="3453270" y="143687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71" name="ph1271"/>
              <p:cNvSpPr/>
              <p:nvPr/>
            </p:nvSpPr>
            <p:spPr>
              <a:xfrm>
                <a:off x="3462655" y="143687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72" name="ph1272"/>
              <p:cNvSpPr/>
              <p:nvPr/>
            </p:nvSpPr>
            <p:spPr>
              <a:xfrm>
                <a:off x="3472039" y="143687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6DEC2">
                  <a:alpha val="100000"/>
                </a:srgbClr>
              </a:solidFill>
              <a:ln w="5420" cap="flat">
                <a:solidFill>
                  <a:srgbClr val="96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73" name="ph1273"/>
              <p:cNvSpPr/>
              <p:nvPr/>
            </p:nvSpPr>
            <p:spPr>
              <a:xfrm>
                <a:off x="3481423" y="143687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AE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74" name="ph1274"/>
              <p:cNvSpPr/>
              <p:nvPr/>
            </p:nvSpPr>
            <p:spPr>
              <a:xfrm>
                <a:off x="3490808" y="143687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B4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75" name="ph1275"/>
              <p:cNvSpPr/>
              <p:nvPr/>
            </p:nvSpPr>
            <p:spPr>
              <a:xfrm>
                <a:off x="3500192" y="143687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FE6CD">
                  <a:alpha val="100000"/>
                </a:srgbClr>
              </a:solidFill>
              <a:ln w="5420" cap="flat">
                <a:solidFill>
                  <a:srgbClr val="AFE6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76" name="ph1276"/>
              <p:cNvSpPr/>
              <p:nvPr/>
            </p:nvSpPr>
            <p:spPr>
              <a:xfrm>
                <a:off x="3509576" y="143687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4E2C9">
                  <a:alpha val="100000"/>
                </a:srgbClr>
              </a:solidFill>
              <a:ln w="5420" cap="flat">
                <a:solidFill>
                  <a:srgbClr val="A4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77" name="ph1277"/>
              <p:cNvSpPr/>
              <p:nvPr/>
            </p:nvSpPr>
            <p:spPr>
              <a:xfrm>
                <a:off x="3518960" y="143687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78" name="ph1278"/>
              <p:cNvSpPr/>
              <p:nvPr/>
            </p:nvSpPr>
            <p:spPr>
              <a:xfrm>
                <a:off x="3528345" y="143687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DDBBE">
                  <a:alpha val="100000"/>
                </a:srgbClr>
              </a:solidFill>
              <a:ln w="5420" cap="flat">
                <a:solidFill>
                  <a:srgbClr val="8DDBB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79" name="ph1279"/>
              <p:cNvSpPr/>
              <p:nvPr/>
            </p:nvSpPr>
            <p:spPr>
              <a:xfrm>
                <a:off x="3537729" y="143687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2D8B9">
                  <a:alpha val="100000"/>
                </a:srgbClr>
              </a:solidFill>
              <a:ln w="5420" cap="flat">
                <a:solidFill>
                  <a:srgbClr val="82D8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80" name="ph1280"/>
              <p:cNvSpPr/>
              <p:nvPr/>
            </p:nvSpPr>
            <p:spPr>
              <a:xfrm>
                <a:off x="3303122" y="1448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81" name="ph1281"/>
              <p:cNvSpPr/>
              <p:nvPr/>
            </p:nvSpPr>
            <p:spPr>
              <a:xfrm>
                <a:off x="3312506" y="1448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82" name="ph1282"/>
              <p:cNvSpPr/>
              <p:nvPr/>
            </p:nvSpPr>
            <p:spPr>
              <a:xfrm>
                <a:off x="3331275" y="1448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83" name="ph1283"/>
              <p:cNvSpPr/>
              <p:nvPr/>
            </p:nvSpPr>
            <p:spPr>
              <a:xfrm>
                <a:off x="3340659" y="1448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84" name="ph1284"/>
              <p:cNvSpPr/>
              <p:nvPr/>
            </p:nvSpPr>
            <p:spPr>
              <a:xfrm>
                <a:off x="3350043" y="1448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85" name="ph1285"/>
              <p:cNvSpPr/>
              <p:nvPr/>
            </p:nvSpPr>
            <p:spPr>
              <a:xfrm>
                <a:off x="3359428" y="1448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86" name="ph1286"/>
              <p:cNvSpPr/>
              <p:nvPr/>
            </p:nvSpPr>
            <p:spPr>
              <a:xfrm>
                <a:off x="3368812" y="1448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87" name="ph1287"/>
              <p:cNvSpPr/>
              <p:nvPr/>
            </p:nvSpPr>
            <p:spPr>
              <a:xfrm>
                <a:off x="3378196" y="1448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88" name="ph1288"/>
              <p:cNvSpPr/>
              <p:nvPr/>
            </p:nvSpPr>
            <p:spPr>
              <a:xfrm>
                <a:off x="3387581" y="1448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89" name="ph1289"/>
              <p:cNvSpPr/>
              <p:nvPr/>
            </p:nvSpPr>
            <p:spPr>
              <a:xfrm>
                <a:off x="3396965" y="1448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90" name="ph1290"/>
              <p:cNvSpPr/>
              <p:nvPr/>
            </p:nvSpPr>
            <p:spPr>
              <a:xfrm>
                <a:off x="3425118" y="1448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91" name="ph1291"/>
              <p:cNvSpPr/>
              <p:nvPr/>
            </p:nvSpPr>
            <p:spPr>
              <a:xfrm>
                <a:off x="3434502" y="1448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92" name="ph1292"/>
              <p:cNvSpPr/>
              <p:nvPr/>
            </p:nvSpPr>
            <p:spPr>
              <a:xfrm>
                <a:off x="3443886" y="1448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93" name="ph1293"/>
              <p:cNvSpPr/>
              <p:nvPr/>
            </p:nvSpPr>
            <p:spPr>
              <a:xfrm>
                <a:off x="3453270" y="1448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94" name="ph1294"/>
              <p:cNvSpPr/>
              <p:nvPr/>
            </p:nvSpPr>
            <p:spPr>
              <a:xfrm>
                <a:off x="3462655" y="1448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CDBBE">
                  <a:alpha val="100000"/>
                </a:srgbClr>
              </a:solidFill>
              <a:ln w="5420" cap="flat">
                <a:solidFill>
                  <a:srgbClr val="8CDBB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95" name="ph1295"/>
              <p:cNvSpPr/>
              <p:nvPr/>
            </p:nvSpPr>
            <p:spPr>
              <a:xfrm>
                <a:off x="3472039" y="1448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B0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96" name="ph1296"/>
              <p:cNvSpPr/>
              <p:nvPr/>
            </p:nvSpPr>
            <p:spPr>
              <a:xfrm>
                <a:off x="3481423" y="1448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C2ECD7">
                  <a:alpha val="100000"/>
                </a:srgbClr>
              </a:solidFill>
              <a:ln w="5420" cap="flat">
                <a:solidFill>
                  <a:srgbClr val="C2ECD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97" name="ph1297"/>
              <p:cNvSpPr/>
              <p:nvPr/>
            </p:nvSpPr>
            <p:spPr>
              <a:xfrm>
                <a:off x="3490808" y="1448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C3ECD8">
                  <a:alpha val="100000"/>
                </a:srgbClr>
              </a:solidFill>
              <a:ln w="5420" cap="flat">
                <a:solidFill>
                  <a:srgbClr val="C3ECD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98" name="ph1298"/>
              <p:cNvSpPr/>
              <p:nvPr/>
            </p:nvSpPr>
            <p:spPr>
              <a:xfrm>
                <a:off x="3500192" y="1448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BBEAD4">
                  <a:alpha val="100000"/>
                </a:srgbClr>
              </a:solidFill>
              <a:ln w="5420" cap="flat">
                <a:solidFill>
                  <a:srgbClr val="BBEAD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99" name="ph1299"/>
              <p:cNvSpPr/>
              <p:nvPr/>
            </p:nvSpPr>
            <p:spPr>
              <a:xfrm>
                <a:off x="3509576" y="1448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AF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00" name="ph1300"/>
              <p:cNvSpPr/>
              <p:nvPr/>
            </p:nvSpPr>
            <p:spPr>
              <a:xfrm>
                <a:off x="3518960" y="1448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1E1C7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01" name="ph1301"/>
              <p:cNvSpPr/>
              <p:nvPr/>
            </p:nvSpPr>
            <p:spPr>
              <a:xfrm>
                <a:off x="3528345" y="1448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4DDC1">
                  <a:alpha val="100000"/>
                </a:srgbClr>
              </a:solidFill>
              <a:ln w="5420" cap="flat">
                <a:solidFill>
                  <a:srgbClr val="94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02" name="ph1302"/>
              <p:cNvSpPr/>
              <p:nvPr/>
            </p:nvSpPr>
            <p:spPr>
              <a:xfrm>
                <a:off x="3293738" y="1459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03" name="ph1303"/>
              <p:cNvSpPr/>
              <p:nvPr/>
            </p:nvSpPr>
            <p:spPr>
              <a:xfrm>
                <a:off x="3303122" y="1459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04" name="ph1304"/>
              <p:cNvSpPr/>
              <p:nvPr/>
            </p:nvSpPr>
            <p:spPr>
              <a:xfrm>
                <a:off x="3312506" y="1459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05" name="ph1305"/>
              <p:cNvSpPr/>
              <p:nvPr/>
            </p:nvSpPr>
            <p:spPr>
              <a:xfrm>
                <a:off x="3321891" y="1459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06" name="ph1306"/>
              <p:cNvSpPr/>
              <p:nvPr/>
            </p:nvSpPr>
            <p:spPr>
              <a:xfrm>
                <a:off x="3331275" y="1459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07" name="ph1307"/>
              <p:cNvSpPr/>
              <p:nvPr/>
            </p:nvSpPr>
            <p:spPr>
              <a:xfrm>
                <a:off x="3340659" y="1459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8ADAB">
                  <a:alpha val="100000"/>
                </a:srgbClr>
              </a:solidFill>
              <a:ln w="5420" cap="flat">
                <a:solidFill>
                  <a:srgbClr val="48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08" name="ph1308"/>
              <p:cNvSpPr/>
              <p:nvPr/>
            </p:nvSpPr>
            <p:spPr>
              <a:xfrm>
                <a:off x="3350043" y="1459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09" name="ph1309"/>
              <p:cNvSpPr/>
              <p:nvPr/>
            </p:nvSpPr>
            <p:spPr>
              <a:xfrm>
                <a:off x="3359428" y="1459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10" name="ph1310"/>
              <p:cNvSpPr/>
              <p:nvPr/>
            </p:nvSpPr>
            <p:spPr>
              <a:xfrm>
                <a:off x="3368812" y="1459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11" name="ph1311"/>
              <p:cNvSpPr/>
              <p:nvPr/>
            </p:nvSpPr>
            <p:spPr>
              <a:xfrm>
                <a:off x="3378196" y="1459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12" name="ph1312"/>
              <p:cNvSpPr/>
              <p:nvPr/>
            </p:nvSpPr>
            <p:spPr>
              <a:xfrm>
                <a:off x="3387581" y="1459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13" name="ph1313"/>
              <p:cNvSpPr/>
              <p:nvPr/>
            </p:nvSpPr>
            <p:spPr>
              <a:xfrm>
                <a:off x="3396965" y="1459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3A7AA">
                  <a:alpha val="100000"/>
                </a:srgbClr>
              </a:solidFill>
              <a:ln w="5420" cap="flat">
                <a:solidFill>
                  <a:srgbClr val="43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14" name="ph1314"/>
              <p:cNvSpPr/>
              <p:nvPr/>
            </p:nvSpPr>
            <p:spPr>
              <a:xfrm>
                <a:off x="3434502" y="1459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15" name="ph1315"/>
              <p:cNvSpPr/>
              <p:nvPr/>
            </p:nvSpPr>
            <p:spPr>
              <a:xfrm>
                <a:off x="3443886" y="1459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16" name="ph1316"/>
              <p:cNvSpPr/>
              <p:nvPr/>
            </p:nvSpPr>
            <p:spPr>
              <a:xfrm>
                <a:off x="3453270" y="1459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FD2B1">
                  <a:alpha val="100000"/>
                </a:srgbClr>
              </a:solidFill>
              <a:ln w="5420" cap="flat">
                <a:solidFill>
                  <a:srgbClr val="6F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17" name="ph1317"/>
              <p:cNvSpPr/>
              <p:nvPr/>
            </p:nvSpPr>
            <p:spPr>
              <a:xfrm>
                <a:off x="3462655" y="1459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5DDC2">
                  <a:alpha val="100000"/>
                </a:srgbClr>
              </a:solidFill>
              <a:ln w="5420" cap="flat">
                <a:solidFill>
                  <a:srgbClr val="95DD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18" name="ph1318"/>
              <p:cNvSpPr/>
              <p:nvPr/>
            </p:nvSpPr>
            <p:spPr>
              <a:xfrm>
                <a:off x="3472039" y="1459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B0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19" name="ph1319"/>
              <p:cNvSpPr/>
              <p:nvPr/>
            </p:nvSpPr>
            <p:spPr>
              <a:xfrm>
                <a:off x="3481423" y="1459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BEEBD5">
                  <a:alpha val="100000"/>
                </a:srgbClr>
              </a:solidFill>
              <a:ln w="5420" cap="flat">
                <a:solidFill>
                  <a:srgbClr val="BEEBD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20" name="ph1320"/>
              <p:cNvSpPr/>
              <p:nvPr/>
            </p:nvSpPr>
            <p:spPr>
              <a:xfrm>
                <a:off x="3490808" y="1459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C0EBD6">
                  <a:alpha val="100000"/>
                </a:srgbClr>
              </a:solidFill>
              <a:ln w="5420" cap="flat">
                <a:solidFill>
                  <a:srgbClr val="C0EBD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21" name="ph1321"/>
              <p:cNvSpPr/>
              <p:nvPr/>
            </p:nvSpPr>
            <p:spPr>
              <a:xfrm>
                <a:off x="3500192" y="1459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B9E9D3">
                  <a:alpha val="100000"/>
                </a:srgbClr>
              </a:solidFill>
              <a:ln w="5420" cap="flat">
                <a:solidFill>
                  <a:srgbClr val="B9E9D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22" name="ph1322"/>
              <p:cNvSpPr/>
              <p:nvPr/>
            </p:nvSpPr>
            <p:spPr>
              <a:xfrm>
                <a:off x="3509576" y="1459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AE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23" name="ph1323"/>
              <p:cNvSpPr/>
              <p:nvPr/>
            </p:nvSpPr>
            <p:spPr>
              <a:xfrm>
                <a:off x="3518960" y="1459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2E1C7">
                  <a:alpha val="100000"/>
                </a:srgbClr>
              </a:solidFill>
              <a:ln w="5420" cap="flat">
                <a:solidFill>
                  <a:srgbClr val="A2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24" name="ph1324"/>
              <p:cNvSpPr/>
              <p:nvPr/>
            </p:nvSpPr>
            <p:spPr>
              <a:xfrm>
                <a:off x="3284354" y="1471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25" name="ph1325"/>
              <p:cNvSpPr/>
              <p:nvPr/>
            </p:nvSpPr>
            <p:spPr>
              <a:xfrm>
                <a:off x="3293738" y="1471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26" name="ph1326"/>
              <p:cNvSpPr/>
              <p:nvPr/>
            </p:nvSpPr>
            <p:spPr>
              <a:xfrm>
                <a:off x="3303122" y="1471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27" name="ph1327"/>
              <p:cNvSpPr/>
              <p:nvPr/>
            </p:nvSpPr>
            <p:spPr>
              <a:xfrm>
                <a:off x="3312506" y="1471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28" name="ph1328"/>
              <p:cNvSpPr/>
              <p:nvPr/>
            </p:nvSpPr>
            <p:spPr>
              <a:xfrm>
                <a:off x="3321891" y="1471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29" name="ph1329"/>
              <p:cNvSpPr/>
              <p:nvPr/>
            </p:nvSpPr>
            <p:spPr>
              <a:xfrm>
                <a:off x="3331275" y="1471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30" name="ph1330"/>
              <p:cNvSpPr/>
              <p:nvPr/>
            </p:nvSpPr>
            <p:spPr>
              <a:xfrm>
                <a:off x="3340659" y="1471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31" name="ph1331"/>
              <p:cNvSpPr/>
              <p:nvPr/>
            </p:nvSpPr>
            <p:spPr>
              <a:xfrm>
                <a:off x="3350043" y="1471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32" name="ph1332"/>
              <p:cNvSpPr/>
              <p:nvPr/>
            </p:nvSpPr>
            <p:spPr>
              <a:xfrm>
                <a:off x="3359428" y="1471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33" name="ph1333"/>
              <p:cNvSpPr/>
              <p:nvPr/>
            </p:nvSpPr>
            <p:spPr>
              <a:xfrm>
                <a:off x="3368812" y="1471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34" name="ph1334"/>
              <p:cNvSpPr/>
              <p:nvPr/>
            </p:nvSpPr>
            <p:spPr>
              <a:xfrm>
                <a:off x="3378196" y="1471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8ADAB">
                  <a:alpha val="100000"/>
                </a:srgbClr>
              </a:solidFill>
              <a:ln w="5420" cap="flat">
                <a:solidFill>
                  <a:srgbClr val="48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35" name="ph1335"/>
              <p:cNvSpPr/>
              <p:nvPr/>
            </p:nvSpPr>
            <p:spPr>
              <a:xfrm>
                <a:off x="3387581" y="1471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8ACAB">
                  <a:alpha val="100000"/>
                </a:srgbClr>
              </a:solidFill>
              <a:ln w="5420" cap="flat">
                <a:solidFill>
                  <a:srgbClr val="48A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36" name="ph1336"/>
              <p:cNvSpPr/>
              <p:nvPr/>
            </p:nvSpPr>
            <p:spPr>
              <a:xfrm>
                <a:off x="3396965" y="1471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8ACAB">
                  <a:alpha val="100000"/>
                </a:srgbClr>
              </a:solidFill>
              <a:ln w="5420" cap="flat">
                <a:solidFill>
                  <a:srgbClr val="48A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37" name="ph1337"/>
              <p:cNvSpPr/>
              <p:nvPr/>
            </p:nvSpPr>
            <p:spPr>
              <a:xfrm>
                <a:off x="3434502" y="1471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38" name="ph1338"/>
              <p:cNvSpPr/>
              <p:nvPr/>
            </p:nvSpPr>
            <p:spPr>
              <a:xfrm>
                <a:off x="3443886" y="1471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39" name="ph1339"/>
              <p:cNvSpPr/>
              <p:nvPr/>
            </p:nvSpPr>
            <p:spPr>
              <a:xfrm>
                <a:off x="3453270" y="1471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40" name="ph1340"/>
              <p:cNvSpPr/>
              <p:nvPr/>
            </p:nvSpPr>
            <p:spPr>
              <a:xfrm>
                <a:off x="3462655" y="1471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EDBBE">
                  <a:alpha val="100000"/>
                </a:srgbClr>
              </a:solidFill>
              <a:ln w="5420" cap="flat">
                <a:solidFill>
                  <a:srgbClr val="8EDBB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41" name="ph1341"/>
              <p:cNvSpPr/>
              <p:nvPr/>
            </p:nvSpPr>
            <p:spPr>
              <a:xfrm>
                <a:off x="3472039" y="1471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42" name="ph1342"/>
              <p:cNvSpPr/>
              <p:nvPr/>
            </p:nvSpPr>
            <p:spPr>
              <a:xfrm>
                <a:off x="3481423" y="1471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AE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43" name="ph1343"/>
              <p:cNvSpPr/>
              <p:nvPr/>
            </p:nvSpPr>
            <p:spPr>
              <a:xfrm>
                <a:off x="3490808" y="1471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B1E6CF">
                  <a:alpha val="100000"/>
                </a:srgbClr>
              </a:solidFill>
              <a:ln w="5420" cap="flat">
                <a:solidFill>
                  <a:srgbClr val="B1E6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44" name="ph1344"/>
              <p:cNvSpPr/>
              <p:nvPr/>
            </p:nvSpPr>
            <p:spPr>
              <a:xfrm>
                <a:off x="3500192" y="1471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DE5CD">
                  <a:alpha val="100000"/>
                </a:srgbClr>
              </a:solidFill>
              <a:ln w="5420" cap="flat">
                <a:solidFill>
                  <a:srgbClr val="AD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45" name="ph1345"/>
              <p:cNvSpPr/>
              <p:nvPr/>
            </p:nvSpPr>
            <p:spPr>
              <a:xfrm>
                <a:off x="3509576" y="1471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5E3C9">
                  <a:alpha val="100000"/>
                </a:srgbClr>
              </a:solidFill>
              <a:ln w="5420" cap="flat">
                <a:solidFill>
                  <a:srgbClr val="A5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46" name="ph1346"/>
              <p:cNvSpPr/>
              <p:nvPr/>
            </p:nvSpPr>
            <p:spPr>
              <a:xfrm>
                <a:off x="3274969" y="1483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47" name="ph1347"/>
              <p:cNvSpPr/>
              <p:nvPr/>
            </p:nvSpPr>
            <p:spPr>
              <a:xfrm>
                <a:off x="3284354" y="1483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48" name="ph1348"/>
              <p:cNvSpPr/>
              <p:nvPr/>
            </p:nvSpPr>
            <p:spPr>
              <a:xfrm>
                <a:off x="3293738" y="1483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8ACAB">
                  <a:alpha val="100000"/>
                </a:srgbClr>
              </a:solidFill>
              <a:ln w="5420" cap="flat">
                <a:solidFill>
                  <a:srgbClr val="48A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49" name="ph1349"/>
              <p:cNvSpPr/>
              <p:nvPr/>
            </p:nvSpPr>
            <p:spPr>
              <a:xfrm>
                <a:off x="3303122" y="1483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50" name="ph1350"/>
              <p:cNvSpPr/>
              <p:nvPr/>
            </p:nvSpPr>
            <p:spPr>
              <a:xfrm>
                <a:off x="3312506" y="1483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51" name="ph1351"/>
              <p:cNvSpPr/>
              <p:nvPr/>
            </p:nvSpPr>
            <p:spPr>
              <a:xfrm>
                <a:off x="3321891" y="1483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52" name="ph1352"/>
              <p:cNvSpPr/>
              <p:nvPr/>
            </p:nvSpPr>
            <p:spPr>
              <a:xfrm>
                <a:off x="3331275" y="1483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8ADAB">
                  <a:alpha val="100000"/>
                </a:srgbClr>
              </a:solidFill>
              <a:ln w="5420" cap="flat">
                <a:solidFill>
                  <a:srgbClr val="48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53" name="ph1353"/>
              <p:cNvSpPr/>
              <p:nvPr/>
            </p:nvSpPr>
            <p:spPr>
              <a:xfrm>
                <a:off x="3340659" y="1483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54" name="ph1354"/>
              <p:cNvSpPr/>
              <p:nvPr/>
            </p:nvSpPr>
            <p:spPr>
              <a:xfrm>
                <a:off x="3350043" y="1483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55" name="ph1355"/>
              <p:cNvSpPr/>
              <p:nvPr/>
            </p:nvSpPr>
            <p:spPr>
              <a:xfrm>
                <a:off x="3359428" y="1483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56" name="ph1356"/>
              <p:cNvSpPr/>
              <p:nvPr/>
            </p:nvSpPr>
            <p:spPr>
              <a:xfrm>
                <a:off x="3368812" y="1483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57" name="ph1357"/>
              <p:cNvSpPr/>
              <p:nvPr/>
            </p:nvSpPr>
            <p:spPr>
              <a:xfrm>
                <a:off x="3378196" y="1483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58" name="ph1358"/>
              <p:cNvSpPr/>
              <p:nvPr/>
            </p:nvSpPr>
            <p:spPr>
              <a:xfrm>
                <a:off x="3387581" y="1483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59" name="ph1359"/>
              <p:cNvSpPr/>
              <p:nvPr/>
            </p:nvSpPr>
            <p:spPr>
              <a:xfrm>
                <a:off x="3396965" y="1483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60" name="ph1360"/>
              <p:cNvSpPr/>
              <p:nvPr/>
            </p:nvSpPr>
            <p:spPr>
              <a:xfrm>
                <a:off x="3406349" y="1483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61" name="ph1361"/>
              <p:cNvSpPr/>
              <p:nvPr/>
            </p:nvSpPr>
            <p:spPr>
              <a:xfrm>
                <a:off x="3443886" y="1483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62" name="ph1362"/>
              <p:cNvSpPr/>
              <p:nvPr/>
            </p:nvSpPr>
            <p:spPr>
              <a:xfrm>
                <a:off x="3453270" y="1483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63" name="ph1363"/>
              <p:cNvSpPr/>
              <p:nvPr/>
            </p:nvSpPr>
            <p:spPr>
              <a:xfrm>
                <a:off x="3462655" y="1483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2D7B9">
                  <a:alpha val="100000"/>
                </a:srgbClr>
              </a:solidFill>
              <a:ln w="5420" cap="flat">
                <a:solidFill>
                  <a:srgbClr val="82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64" name="ph1364"/>
              <p:cNvSpPr/>
              <p:nvPr/>
            </p:nvSpPr>
            <p:spPr>
              <a:xfrm>
                <a:off x="3472039" y="1483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1DCC0">
                  <a:alpha val="100000"/>
                </a:srgbClr>
              </a:solidFill>
              <a:ln w="5420" cap="flat">
                <a:solidFill>
                  <a:srgbClr val="91DCC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65" name="ph1365"/>
              <p:cNvSpPr/>
              <p:nvPr/>
            </p:nvSpPr>
            <p:spPr>
              <a:xfrm>
                <a:off x="3481423" y="1483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66" name="ph1366"/>
              <p:cNvSpPr/>
              <p:nvPr/>
            </p:nvSpPr>
            <p:spPr>
              <a:xfrm>
                <a:off x="3490808" y="1483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EE0C6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67" name="ph1367"/>
              <p:cNvSpPr/>
              <p:nvPr/>
            </p:nvSpPr>
            <p:spPr>
              <a:xfrm>
                <a:off x="3500192" y="1483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68" name="ph1368"/>
              <p:cNvSpPr/>
              <p:nvPr/>
            </p:nvSpPr>
            <p:spPr>
              <a:xfrm>
                <a:off x="3274969" y="1494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8ACAB">
                  <a:alpha val="100000"/>
                </a:srgbClr>
              </a:solidFill>
              <a:ln w="5420" cap="flat">
                <a:solidFill>
                  <a:srgbClr val="48A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69" name="ph1369"/>
              <p:cNvSpPr/>
              <p:nvPr/>
            </p:nvSpPr>
            <p:spPr>
              <a:xfrm>
                <a:off x="3284354" y="1494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70" name="ph1370"/>
              <p:cNvSpPr/>
              <p:nvPr/>
            </p:nvSpPr>
            <p:spPr>
              <a:xfrm>
                <a:off x="3293738" y="1494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71" name="ph1371"/>
              <p:cNvSpPr/>
              <p:nvPr/>
            </p:nvSpPr>
            <p:spPr>
              <a:xfrm>
                <a:off x="3303122" y="1494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72" name="ph1372"/>
              <p:cNvSpPr/>
              <p:nvPr/>
            </p:nvSpPr>
            <p:spPr>
              <a:xfrm>
                <a:off x="3312506" y="1494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73" name="ph1373"/>
              <p:cNvSpPr/>
              <p:nvPr/>
            </p:nvSpPr>
            <p:spPr>
              <a:xfrm>
                <a:off x="3321891" y="1494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74" name="ph1374"/>
              <p:cNvSpPr/>
              <p:nvPr/>
            </p:nvSpPr>
            <p:spPr>
              <a:xfrm>
                <a:off x="3331275" y="1494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75" name="ph1375"/>
              <p:cNvSpPr/>
              <p:nvPr/>
            </p:nvSpPr>
            <p:spPr>
              <a:xfrm>
                <a:off x="3340659" y="1494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76" name="ph1376"/>
              <p:cNvSpPr/>
              <p:nvPr/>
            </p:nvSpPr>
            <p:spPr>
              <a:xfrm>
                <a:off x="3350043" y="1494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77" name="ph1377"/>
              <p:cNvSpPr/>
              <p:nvPr/>
            </p:nvSpPr>
            <p:spPr>
              <a:xfrm>
                <a:off x="3359428" y="1494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78" name="ph1378"/>
              <p:cNvSpPr/>
              <p:nvPr/>
            </p:nvSpPr>
            <p:spPr>
              <a:xfrm>
                <a:off x="3368812" y="1494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79" name="ph1379"/>
              <p:cNvSpPr/>
              <p:nvPr/>
            </p:nvSpPr>
            <p:spPr>
              <a:xfrm>
                <a:off x="3378196" y="1494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80" name="ph1380"/>
              <p:cNvSpPr/>
              <p:nvPr/>
            </p:nvSpPr>
            <p:spPr>
              <a:xfrm>
                <a:off x="3387581" y="1494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81" name="ph1381"/>
              <p:cNvSpPr/>
              <p:nvPr/>
            </p:nvSpPr>
            <p:spPr>
              <a:xfrm>
                <a:off x="3396965" y="1494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82" name="ph1382"/>
              <p:cNvSpPr/>
              <p:nvPr/>
            </p:nvSpPr>
            <p:spPr>
              <a:xfrm>
                <a:off x="3406349" y="1494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83" name="ph1383"/>
              <p:cNvSpPr/>
              <p:nvPr/>
            </p:nvSpPr>
            <p:spPr>
              <a:xfrm>
                <a:off x="3443886" y="1494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84" name="ph1384"/>
              <p:cNvSpPr/>
              <p:nvPr/>
            </p:nvSpPr>
            <p:spPr>
              <a:xfrm>
                <a:off x="3453270" y="1494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85" name="ph1385"/>
              <p:cNvSpPr/>
              <p:nvPr/>
            </p:nvSpPr>
            <p:spPr>
              <a:xfrm>
                <a:off x="3462655" y="1494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4D3B4">
                  <a:alpha val="100000"/>
                </a:srgbClr>
              </a:solidFill>
              <a:ln w="5420" cap="flat">
                <a:solidFill>
                  <a:srgbClr val="74D3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86" name="ph1386"/>
              <p:cNvSpPr/>
              <p:nvPr/>
            </p:nvSpPr>
            <p:spPr>
              <a:xfrm>
                <a:off x="3472039" y="1494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0D7B8">
                  <a:alpha val="100000"/>
                </a:srgbClr>
              </a:solidFill>
              <a:ln w="5420" cap="flat">
                <a:solidFill>
                  <a:srgbClr val="80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87" name="ph1387"/>
              <p:cNvSpPr/>
              <p:nvPr/>
            </p:nvSpPr>
            <p:spPr>
              <a:xfrm>
                <a:off x="3481423" y="1494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8D9BC">
                  <a:alpha val="100000"/>
                </a:srgbClr>
              </a:solidFill>
              <a:ln w="5420" cap="flat">
                <a:solidFill>
                  <a:srgbClr val="88D9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88" name="ph1388"/>
              <p:cNvSpPr/>
              <p:nvPr/>
            </p:nvSpPr>
            <p:spPr>
              <a:xfrm>
                <a:off x="3490808" y="1494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CDBBE">
                  <a:alpha val="100000"/>
                </a:srgbClr>
              </a:solidFill>
              <a:ln w="5420" cap="flat">
                <a:solidFill>
                  <a:srgbClr val="8CDBB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89" name="ph1389"/>
              <p:cNvSpPr/>
              <p:nvPr/>
            </p:nvSpPr>
            <p:spPr>
              <a:xfrm>
                <a:off x="3265585" y="1506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8ADAB">
                  <a:alpha val="100000"/>
                </a:srgbClr>
              </a:solidFill>
              <a:ln w="5420" cap="flat">
                <a:solidFill>
                  <a:srgbClr val="48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90" name="ph1390"/>
              <p:cNvSpPr/>
              <p:nvPr/>
            </p:nvSpPr>
            <p:spPr>
              <a:xfrm>
                <a:off x="3274969" y="1506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91" name="ph1391"/>
              <p:cNvSpPr/>
              <p:nvPr/>
            </p:nvSpPr>
            <p:spPr>
              <a:xfrm>
                <a:off x="3284354" y="1506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92" name="ph1392"/>
              <p:cNvSpPr/>
              <p:nvPr/>
            </p:nvSpPr>
            <p:spPr>
              <a:xfrm>
                <a:off x="3293738" y="1506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93" name="ph1393"/>
              <p:cNvSpPr/>
              <p:nvPr/>
            </p:nvSpPr>
            <p:spPr>
              <a:xfrm>
                <a:off x="3303122" y="1506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94" name="ph1394"/>
              <p:cNvSpPr/>
              <p:nvPr/>
            </p:nvSpPr>
            <p:spPr>
              <a:xfrm>
                <a:off x="3312506" y="1506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95" name="ph1395"/>
              <p:cNvSpPr/>
              <p:nvPr/>
            </p:nvSpPr>
            <p:spPr>
              <a:xfrm>
                <a:off x="3321891" y="1506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96" name="ph1396"/>
              <p:cNvSpPr/>
              <p:nvPr/>
            </p:nvSpPr>
            <p:spPr>
              <a:xfrm>
                <a:off x="3331275" y="1506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97" name="ph1397"/>
              <p:cNvSpPr/>
              <p:nvPr/>
            </p:nvSpPr>
            <p:spPr>
              <a:xfrm>
                <a:off x="3340659" y="1506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98" name="ph1398"/>
              <p:cNvSpPr/>
              <p:nvPr/>
            </p:nvSpPr>
            <p:spPr>
              <a:xfrm>
                <a:off x="3350043" y="1506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99" name="ph1399"/>
              <p:cNvSpPr/>
              <p:nvPr/>
            </p:nvSpPr>
            <p:spPr>
              <a:xfrm>
                <a:off x="3359428" y="1506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00" name="ph1400"/>
              <p:cNvSpPr/>
              <p:nvPr/>
            </p:nvSpPr>
            <p:spPr>
              <a:xfrm>
                <a:off x="3368812" y="1506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01" name="ph1401"/>
              <p:cNvSpPr/>
              <p:nvPr/>
            </p:nvSpPr>
            <p:spPr>
              <a:xfrm>
                <a:off x="3378196" y="1506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02" name="ph1402"/>
              <p:cNvSpPr/>
              <p:nvPr/>
            </p:nvSpPr>
            <p:spPr>
              <a:xfrm>
                <a:off x="3387581" y="1506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03" name="ph1403"/>
              <p:cNvSpPr/>
              <p:nvPr/>
            </p:nvSpPr>
            <p:spPr>
              <a:xfrm>
                <a:off x="3396965" y="1506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04" name="ph1404"/>
              <p:cNvSpPr/>
              <p:nvPr/>
            </p:nvSpPr>
            <p:spPr>
              <a:xfrm>
                <a:off x="3406349" y="1506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05" name="ph1405"/>
              <p:cNvSpPr/>
              <p:nvPr/>
            </p:nvSpPr>
            <p:spPr>
              <a:xfrm>
                <a:off x="3415733" y="1506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06" name="ph1406"/>
              <p:cNvSpPr/>
              <p:nvPr/>
            </p:nvSpPr>
            <p:spPr>
              <a:xfrm>
                <a:off x="3443886" y="1506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07" name="ph1407"/>
              <p:cNvSpPr/>
              <p:nvPr/>
            </p:nvSpPr>
            <p:spPr>
              <a:xfrm>
                <a:off x="3453270" y="1506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08" name="ph1408"/>
              <p:cNvSpPr/>
              <p:nvPr/>
            </p:nvSpPr>
            <p:spPr>
              <a:xfrm>
                <a:off x="3462655" y="1506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8D0AF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09" name="ph1409"/>
              <p:cNvSpPr/>
              <p:nvPr/>
            </p:nvSpPr>
            <p:spPr>
              <a:xfrm>
                <a:off x="3472039" y="1506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10" name="ph1410"/>
              <p:cNvSpPr/>
              <p:nvPr/>
            </p:nvSpPr>
            <p:spPr>
              <a:xfrm>
                <a:off x="3481423" y="1506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8D4B5">
                  <a:alpha val="100000"/>
                </a:srgbClr>
              </a:solidFill>
              <a:ln w="5420" cap="flat">
                <a:solidFill>
                  <a:srgbClr val="78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11" name="ph1411"/>
              <p:cNvSpPr/>
              <p:nvPr/>
            </p:nvSpPr>
            <p:spPr>
              <a:xfrm>
                <a:off x="3490808" y="1506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BD6B6">
                  <a:alpha val="100000"/>
                </a:srgbClr>
              </a:solidFill>
              <a:ln w="5420" cap="flat">
                <a:solidFill>
                  <a:srgbClr val="7BD6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12" name="ph1412"/>
              <p:cNvSpPr/>
              <p:nvPr/>
            </p:nvSpPr>
            <p:spPr>
              <a:xfrm>
                <a:off x="3265585" y="151760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13" name="ph1413"/>
              <p:cNvSpPr/>
              <p:nvPr/>
            </p:nvSpPr>
            <p:spPr>
              <a:xfrm>
                <a:off x="3274969" y="151760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7AAAA">
                  <a:alpha val="100000"/>
                </a:srgbClr>
              </a:solidFill>
              <a:ln w="5420" cap="flat">
                <a:solidFill>
                  <a:srgbClr val="47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14" name="ph1414"/>
              <p:cNvSpPr/>
              <p:nvPr/>
            </p:nvSpPr>
            <p:spPr>
              <a:xfrm>
                <a:off x="3284354" y="151760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15" name="ph1415"/>
              <p:cNvSpPr/>
              <p:nvPr/>
            </p:nvSpPr>
            <p:spPr>
              <a:xfrm>
                <a:off x="3293738" y="151760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16" name="ph1416"/>
              <p:cNvSpPr/>
              <p:nvPr/>
            </p:nvSpPr>
            <p:spPr>
              <a:xfrm>
                <a:off x="3303122" y="151760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17" name="ph1417"/>
              <p:cNvSpPr/>
              <p:nvPr/>
            </p:nvSpPr>
            <p:spPr>
              <a:xfrm>
                <a:off x="3312506" y="151760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18" name="ph1418"/>
              <p:cNvSpPr/>
              <p:nvPr/>
            </p:nvSpPr>
            <p:spPr>
              <a:xfrm>
                <a:off x="3321891" y="151760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19" name="ph1419"/>
              <p:cNvSpPr/>
              <p:nvPr/>
            </p:nvSpPr>
            <p:spPr>
              <a:xfrm>
                <a:off x="3331275" y="151760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20" name="ph1420"/>
              <p:cNvSpPr/>
              <p:nvPr/>
            </p:nvSpPr>
            <p:spPr>
              <a:xfrm>
                <a:off x="3340659" y="151760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7AAAA">
                  <a:alpha val="100000"/>
                </a:srgbClr>
              </a:solidFill>
              <a:ln w="5420" cap="flat">
                <a:solidFill>
                  <a:srgbClr val="47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21" name="ph1421"/>
              <p:cNvSpPr/>
              <p:nvPr/>
            </p:nvSpPr>
            <p:spPr>
              <a:xfrm>
                <a:off x="3350043" y="151760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22" name="ph1422"/>
              <p:cNvSpPr/>
              <p:nvPr/>
            </p:nvSpPr>
            <p:spPr>
              <a:xfrm>
                <a:off x="3359428" y="151760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23" name="ph1423"/>
              <p:cNvSpPr/>
              <p:nvPr/>
            </p:nvSpPr>
            <p:spPr>
              <a:xfrm>
                <a:off x="3368812" y="151760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4AB">
                  <a:alpha val="100000"/>
                </a:srgbClr>
              </a:solidFill>
              <a:ln w="5420" cap="flat">
                <a:solidFill>
                  <a:srgbClr val="4F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24" name="ph1424"/>
              <p:cNvSpPr/>
              <p:nvPr/>
            </p:nvSpPr>
            <p:spPr>
              <a:xfrm>
                <a:off x="3378196" y="151760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25" name="ph1425"/>
              <p:cNvSpPr/>
              <p:nvPr/>
            </p:nvSpPr>
            <p:spPr>
              <a:xfrm>
                <a:off x="3387581" y="151760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26" name="ph1426"/>
              <p:cNvSpPr/>
              <p:nvPr/>
            </p:nvSpPr>
            <p:spPr>
              <a:xfrm>
                <a:off x="3396965" y="151760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27" name="ph1427"/>
              <p:cNvSpPr/>
              <p:nvPr/>
            </p:nvSpPr>
            <p:spPr>
              <a:xfrm>
                <a:off x="3406349" y="151760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28" name="ph1428"/>
              <p:cNvSpPr/>
              <p:nvPr/>
            </p:nvSpPr>
            <p:spPr>
              <a:xfrm>
                <a:off x="3415733" y="151760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29" name="ph1429"/>
              <p:cNvSpPr/>
              <p:nvPr/>
            </p:nvSpPr>
            <p:spPr>
              <a:xfrm>
                <a:off x="3425118" y="151760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30" name="ph1430"/>
              <p:cNvSpPr/>
              <p:nvPr/>
            </p:nvSpPr>
            <p:spPr>
              <a:xfrm>
                <a:off x="3453270" y="151760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31" name="ph1431"/>
              <p:cNvSpPr/>
              <p:nvPr/>
            </p:nvSpPr>
            <p:spPr>
              <a:xfrm>
                <a:off x="3462655" y="151760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32" name="ph1432"/>
              <p:cNvSpPr/>
              <p:nvPr/>
            </p:nvSpPr>
            <p:spPr>
              <a:xfrm>
                <a:off x="3472039" y="151760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33" name="ph1433"/>
              <p:cNvSpPr/>
              <p:nvPr/>
            </p:nvSpPr>
            <p:spPr>
              <a:xfrm>
                <a:off x="3481423" y="151760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34" name="ph1434"/>
              <p:cNvSpPr/>
              <p:nvPr/>
            </p:nvSpPr>
            <p:spPr>
              <a:xfrm>
                <a:off x="3490808" y="151760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35" name="ph1435"/>
              <p:cNvSpPr/>
              <p:nvPr/>
            </p:nvSpPr>
            <p:spPr>
              <a:xfrm>
                <a:off x="3265585" y="152913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36" name="ph1436"/>
              <p:cNvSpPr/>
              <p:nvPr/>
            </p:nvSpPr>
            <p:spPr>
              <a:xfrm>
                <a:off x="3274969" y="152913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37" name="ph1437"/>
              <p:cNvSpPr/>
              <p:nvPr/>
            </p:nvSpPr>
            <p:spPr>
              <a:xfrm>
                <a:off x="3284354" y="152913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38" name="ph1438"/>
              <p:cNvSpPr/>
              <p:nvPr/>
            </p:nvSpPr>
            <p:spPr>
              <a:xfrm>
                <a:off x="3293738" y="152913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39" name="ph1439"/>
              <p:cNvSpPr/>
              <p:nvPr/>
            </p:nvSpPr>
            <p:spPr>
              <a:xfrm>
                <a:off x="3303122" y="152913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40" name="ph1440"/>
              <p:cNvSpPr/>
              <p:nvPr/>
            </p:nvSpPr>
            <p:spPr>
              <a:xfrm>
                <a:off x="3312506" y="152913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41" name="ph1441"/>
              <p:cNvSpPr/>
              <p:nvPr/>
            </p:nvSpPr>
            <p:spPr>
              <a:xfrm>
                <a:off x="3321891" y="152913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42" name="ph1442"/>
              <p:cNvSpPr/>
              <p:nvPr/>
            </p:nvSpPr>
            <p:spPr>
              <a:xfrm>
                <a:off x="3331275" y="152913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43" name="ph1443"/>
              <p:cNvSpPr/>
              <p:nvPr/>
            </p:nvSpPr>
            <p:spPr>
              <a:xfrm>
                <a:off x="3340659" y="152913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44" name="ph1444"/>
              <p:cNvSpPr/>
              <p:nvPr/>
            </p:nvSpPr>
            <p:spPr>
              <a:xfrm>
                <a:off x="3350043" y="152913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45" name="ph1445"/>
              <p:cNvSpPr/>
              <p:nvPr/>
            </p:nvSpPr>
            <p:spPr>
              <a:xfrm>
                <a:off x="3359428" y="152913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46" name="ph1446"/>
              <p:cNvSpPr/>
              <p:nvPr/>
            </p:nvSpPr>
            <p:spPr>
              <a:xfrm>
                <a:off x="3368812" y="152913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47" name="ph1447"/>
              <p:cNvSpPr/>
              <p:nvPr/>
            </p:nvSpPr>
            <p:spPr>
              <a:xfrm>
                <a:off x="3378196" y="152913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48" name="ph1448"/>
              <p:cNvSpPr/>
              <p:nvPr/>
            </p:nvSpPr>
            <p:spPr>
              <a:xfrm>
                <a:off x="3387581" y="152913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49" name="ph1449"/>
              <p:cNvSpPr/>
              <p:nvPr/>
            </p:nvSpPr>
            <p:spPr>
              <a:xfrm>
                <a:off x="3396965" y="152913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50" name="ph1450"/>
              <p:cNvSpPr/>
              <p:nvPr/>
            </p:nvSpPr>
            <p:spPr>
              <a:xfrm>
                <a:off x="3406349" y="152913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51" name="ph1451"/>
              <p:cNvSpPr/>
              <p:nvPr/>
            </p:nvSpPr>
            <p:spPr>
              <a:xfrm>
                <a:off x="3415733" y="152913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52" name="ph1452"/>
              <p:cNvSpPr/>
              <p:nvPr/>
            </p:nvSpPr>
            <p:spPr>
              <a:xfrm>
                <a:off x="3425118" y="152913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2AC">
                  <a:alpha val="100000"/>
                </a:srgbClr>
              </a:solidFill>
              <a:ln w="5420" cap="flat">
                <a:solidFill>
                  <a:srgbClr val="59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53" name="ph1453"/>
              <p:cNvSpPr/>
              <p:nvPr/>
            </p:nvSpPr>
            <p:spPr>
              <a:xfrm>
                <a:off x="3443886" y="152913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54" name="ph1454"/>
              <p:cNvSpPr/>
              <p:nvPr/>
            </p:nvSpPr>
            <p:spPr>
              <a:xfrm>
                <a:off x="3453270" y="152913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55" name="ph1455"/>
              <p:cNvSpPr/>
              <p:nvPr/>
            </p:nvSpPr>
            <p:spPr>
              <a:xfrm>
                <a:off x="3462655" y="152913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56" name="ph1456"/>
              <p:cNvSpPr/>
              <p:nvPr/>
            </p:nvSpPr>
            <p:spPr>
              <a:xfrm>
                <a:off x="3472039" y="152913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57" name="ph1457"/>
              <p:cNvSpPr/>
              <p:nvPr/>
            </p:nvSpPr>
            <p:spPr>
              <a:xfrm>
                <a:off x="3481423" y="152913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ECCAC">
                  <a:alpha val="100000"/>
                </a:srgbClr>
              </a:solidFill>
              <a:ln w="5420" cap="flat">
                <a:solidFill>
                  <a:srgbClr val="5E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58" name="ph1458"/>
              <p:cNvSpPr/>
              <p:nvPr/>
            </p:nvSpPr>
            <p:spPr>
              <a:xfrm>
                <a:off x="3490808" y="152913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59" name="ph1459"/>
              <p:cNvSpPr/>
              <p:nvPr/>
            </p:nvSpPr>
            <p:spPr>
              <a:xfrm>
                <a:off x="3274969" y="154066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60" name="ph1460"/>
              <p:cNvSpPr/>
              <p:nvPr/>
            </p:nvSpPr>
            <p:spPr>
              <a:xfrm>
                <a:off x="3284354" y="154066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61" name="ph1461"/>
              <p:cNvSpPr/>
              <p:nvPr/>
            </p:nvSpPr>
            <p:spPr>
              <a:xfrm>
                <a:off x="3293738" y="154066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62" name="ph1462"/>
              <p:cNvSpPr/>
              <p:nvPr/>
            </p:nvSpPr>
            <p:spPr>
              <a:xfrm>
                <a:off x="3303122" y="154066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63" name="ph1463"/>
              <p:cNvSpPr/>
              <p:nvPr/>
            </p:nvSpPr>
            <p:spPr>
              <a:xfrm>
                <a:off x="3312506" y="154066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64" name="ph1464"/>
              <p:cNvSpPr/>
              <p:nvPr/>
            </p:nvSpPr>
            <p:spPr>
              <a:xfrm>
                <a:off x="3321891" y="154066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65" name="ph1465"/>
              <p:cNvSpPr/>
              <p:nvPr/>
            </p:nvSpPr>
            <p:spPr>
              <a:xfrm>
                <a:off x="3331275" y="154066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66" name="ph1466"/>
              <p:cNvSpPr/>
              <p:nvPr/>
            </p:nvSpPr>
            <p:spPr>
              <a:xfrm>
                <a:off x="3340659" y="154066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67" name="ph1467"/>
              <p:cNvSpPr/>
              <p:nvPr/>
            </p:nvSpPr>
            <p:spPr>
              <a:xfrm>
                <a:off x="3350043" y="154066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68" name="ph1468"/>
              <p:cNvSpPr/>
              <p:nvPr/>
            </p:nvSpPr>
            <p:spPr>
              <a:xfrm>
                <a:off x="3359428" y="154066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69" name="ph1469"/>
              <p:cNvSpPr/>
              <p:nvPr/>
            </p:nvSpPr>
            <p:spPr>
              <a:xfrm>
                <a:off x="3368812" y="154066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70" name="ph1470"/>
              <p:cNvSpPr/>
              <p:nvPr/>
            </p:nvSpPr>
            <p:spPr>
              <a:xfrm>
                <a:off x="3378196" y="154066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71" name="ph1471"/>
              <p:cNvSpPr/>
              <p:nvPr/>
            </p:nvSpPr>
            <p:spPr>
              <a:xfrm>
                <a:off x="3387581" y="154066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72" name="ph1472"/>
              <p:cNvSpPr/>
              <p:nvPr/>
            </p:nvSpPr>
            <p:spPr>
              <a:xfrm>
                <a:off x="3396965" y="154066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73" name="ph1473"/>
              <p:cNvSpPr/>
              <p:nvPr/>
            </p:nvSpPr>
            <p:spPr>
              <a:xfrm>
                <a:off x="3406349" y="154066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74" name="ph1474"/>
              <p:cNvSpPr/>
              <p:nvPr/>
            </p:nvSpPr>
            <p:spPr>
              <a:xfrm>
                <a:off x="3415733" y="154066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75" name="ph1475"/>
              <p:cNvSpPr/>
              <p:nvPr/>
            </p:nvSpPr>
            <p:spPr>
              <a:xfrm>
                <a:off x="3425118" y="154066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76" name="ph1476"/>
              <p:cNvSpPr/>
              <p:nvPr/>
            </p:nvSpPr>
            <p:spPr>
              <a:xfrm>
                <a:off x="3434502" y="154066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77" name="ph1477"/>
              <p:cNvSpPr/>
              <p:nvPr/>
            </p:nvSpPr>
            <p:spPr>
              <a:xfrm>
                <a:off x="3443886" y="154066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78" name="ph1478"/>
              <p:cNvSpPr/>
              <p:nvPr/>
            </p:nvSpPr>
            <p:spPr>
              <a:xfrm>
                <a:off x="3453270" y="154066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79" name="ph1479"/>
              <p:cNvSpPr/>
              <p:nvPr/>
            </p:nvSpPr>
            <p:spPr>
              <a:xfrm>
                <a:off x="3462655" y="154066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80" name="ph1480"/>
              <p:cNvSpPr/>
              <p:nvPr/>
            </p:nvSpPr>
            <p:spPr>
              <a:xfrm>
                <a:off x="3472039" y="154066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81" name="ph1481"/>
              <p:cNvSpPr/>
              <p:nvPr/>
            </p:nvSpPr>
            <p:spPr>
              <a:xfrm>
                <a:off x="3481423" y="154066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82" name="ph1482"/>
              <p:cNvSpPr/>
              <p:nvPr/>
            </p:nvSpPr>
            <p:spPr>
              <a:xfrm>
                <a:off x="3490808" y="154066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83" name="ph1483"/>
              <p:cNvSpPr/>
              <p:nvPr/>
            </p:nvSpPr>
            <p:spPr>
              <a:xfrm>
                <a:off x="3284354" y="155219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84" name="ph1484"/>
              <p:cNvSpPr/>
              <p:nvPr/>
            </p:nvSpPr>
            <p:spPr>
              <a:xfrm>
                <a:off x="3293738" y="155219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85" name="ph1485"/>
              <p:cNvSpPr/>
              <p:nvPr/>
            </p:nvSpPr>
            <p:spPr>
              <a:xfrm>
                <a:off x="3303122" y="155219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7AAAA">
                  <a:alpha val="100000"/>
                </a:srgbClr>
              </a:solidFill>
              <a:ln w="5420" cap="flat">
                <a:solidFill>
                  <a:srgbClr val="47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86" name="ph1486"/>
              <p:cNvSpPr/>
              <p:nvPr/>
            </p:nvSpPr>
            <p:spPr>
              <a:xfrm>
                <a:off x="3312506" y="155219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7AAAA">
                  <a:alpha val="100000"/>
                </a:srgbClr>
              </a:solidFill>
              <a:ln w="5420" cap="flat">
                <a:solidFill>
                  <a:srgbClr val="47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87" name="ph1487"/>
              <p:cNvSpPr/>
              <p:nvPr/>
            </p:nvSpPr>
            <p:spPr>
              <a:xfrm>
                <a:off x="3321891" y="155219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88" name="ph1488"/>
              <p:cNvSpPr/>
              <p:nvPr/>
            </p:nvSpPr>
            <p:spPr>
              <a:xfrm>
                <a:off x="3331275" y="155219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8ADAB">
                  <a:alpha val="100000"/>
                </a:srgbClr>
              </a:solidFill>
              <a:ln w="5420" cap="flat">
                <a:solidFill>
                  <a:srgbClr val="48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89" name="ph1489"/>
              <p:cNvSpPr/>
              <p:nvPr/>
            </p:nvSpPr>
            <p:spPr>
              <a:xfrm>
                <a:off x="3340659" y="155219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90" name="ph1490"/>
              <p:cNvSpPr/>
              <p:nvPr/>
            </p:nvSpPr>
            <p:spPr>
              <a:xfrm>
                <a:off x="3350043" y="155219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91" name="ph1491"/>
              <p:cNvSpPr/>
              <p:nvPr/>
            </p:nvSpPr>
            <p:spPr>
              <a:xfrm>
                <a:off x="3359428" y="155219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92" name="ph1492"/>
              <p:cNvSpPr/>
              <p:nvPr/>
            </p:nvSpPr>
            <p:spPr>
              <a:xfrm>
                <a:off x="3368812" y="155219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93" name="ph1493"/>
              <p:cNvSpPr/>
              <p:nvPr/>
            </p:nvSpPr>
            <p:spPr>
              <a:xfrm>
                <a:off x="3378196" y="155219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94" name="ph1494"/>
              <p:cNvSpPr/>
              <p:nvPr/>
            </p:nvSpPr>
            <p:spPr>
              <a:xfrm>
                <a:off x="3387581" y="155219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95" name="ph1495"/>
              <p:cNvSpPr/>
              <p:nvPr/>
            </p:nvSpPr>
            <p:spPr>
              <a:xfrm>
                <a:off x="3396965" y="155219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96" name="ph1496"/>
              <p:cNvSpPr/>
              <p:nvPr/>
            </p:nvSpPr>
            <p:spPr>
              <a:xfrm>
                <a:off x="3406349" y="155219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97" name="ph1497"/>
              <p:cNvSpPr/>
              <p:nvPr/>
            </p:nvSpPr>
            <p:spPr>
              <a:xfrm>
                <a:off x="3415733" y="155219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98" name="ph1498"/>
              <p:cNvSpPr/>
              <p:nvPr/>
            </p:nvSpPr>
            <p:spPr>
              <a:xfrm>
                <a:off x="3425118" y="155219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99" name="ph1499"/>
              <p:cNvSpPr/>
              <p:nvPr/>
            </p:nvSpPr>
            <p:spPr>
              <a:xfrm>
                <a:off x="3434502" y="155219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00" name="ph1500"/>
              <p:cNvSpPr/>
              <p:nvPr/>
            </p:nvSpPr>
            <p:spPr>
              <a:xfrm>
                <a:off x="3443886" y="155219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01" name="ph1501"/>
              <p:cNvSpPr/>
              <p:nvPr/>
            </p:nvSpPr>
            <p:spPr>
              <a:xfrm>
                <a:off x="3453270" y="155219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02" name="ph1502"/>
              <p:cNvSpPr/>
              <p:nvPr/>
            </p:nvSpPr>
            <p:spPr>
              <a:xfrm>
                <a:off x="3462655" y="155219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03" name="ph1503"/>
              <p:cNvSpPr/>
              <p:nvPr/>
            </p:nvSpPr>
            <p:spPr>
              <a:xfrm>
                <a:off x="3472039" y="155219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04" name="ph1504"/>
              <p:cNvSpPr/>
              <p:nvPr/>
            </p:nvSpPr>
            <p:spPr>
              <a:xfrm>
                <a:off x="3481423" y="155219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05" name="ph1505"/>
              <p:cNvSpPr/>
              <p:nvPr/>
            </p:nvSpPr>
            <p:spPr>
              <a:xfrm>
                <a:off x="3284354" y="156372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06" name="ph1506"/>
              <p:cNvSpPr/>
              <p:nvPr/>
            </p:nvSpPr>
            <p:spPr>
              <a:xfrm>
                <a:off x="3293738" y="156372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07" name="ph1507"/>
              <p:cNvSpPr/>
              <p:nvPr/>
            </p:nvSpPr>
            <p:spPr>
              <a:xfrm>
                <a:off x="3303122" y="156372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08" name="ph1508"/>
              <p:cNvSpPr/>
              <p:nvPr/>
            </p:nvSpPr>
            <p:spPr>
              <a:xfrm>
                <a:off x="3312506" y="156372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09" name="ph1509"/>
              <p:cNvSpPr/>
              <p:nvPr/>
            </p:nvSpPr>
            <p:spPr>
              <a:xfrm>
                <a:off x="3321891" y="156372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10" name="ph1510"/>
              <p:cNvSpPr/>
              <p:nvPr/>
            </p:nvSpPr>
            <p:spPr>
              <a:xfrm>
                <a:off x="3331275" y="156372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11" name="ph1511"/>
              <p:cNvSpPr/>
              <p:nvPr/>
            </p:nvSpPr>
            <p:spPr>
              <a:xfrm>
                <a:off x="3340659" y="156372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12" name="ph1512"/>
              <p:cNvSpPr/>
              <p:nvPr/>
            </p:nvSpPr>
            <p:spPr>
              <a:xfrm>
                <a:off x="3350043" y="156372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13" name="ph1513"/>
              <p:cNvSpPr/>
              <p:nvPr/>
            </p:nvSpPr>
            <p:spPr>
              <a:xfrm>
                <a:off x="3359428" y="156372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14" name="ph1514"/>
              <p:cNvSpPr/>
              <p:nvPr/>
            </p:nvSpPr>
            <p:spPr>
              <a:xfrm>
                <a:off x="3368812" y="156372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15" name="ph1515"/>
              <p:cNvSpPr/>
              <p:nvPr/>
            </p:nvSpPr>
            <p:spPr>
              <a:xfrm>
                <a:off x="3378196" y="156372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16" name="ph1516"/>
              <p:cNvSpPr/>
              <p:nvPr/>
            </p:nvSpPr>
            <p:spPr>
              <a:xfrm>
                <a:off x="3387581" y="156372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17" name="ph1517"/>
              <p:cNvSpPr/>
              <p:nvPr/>
            </p:nvSpPr>
            <p:spPr>
              <a:xfrm>
                <a:off x="3396965" y="156372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BC5AC">
                  <a:alpha val="100000"/>
                </a:srgbClr>
              </a:solidFill>
              <a:ln w="5420" cap="flat">
                <a:solidFill>
                  <a:srgbClr val="5B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18" name="ph1518"/>
              <p:cNvSpPr/>
              <p:nvPr/>
            </p:nvSpPr>
            <p:spPr>
              <a:xfrm>
                <a:off x="3406349" y="156372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19" name="ph1519"/>
              <p:cNvSpPr/>
              <p:nvPr/>
            </p:nvSpPr>
            <p:spPr>
              <a:xfrm>
                <a:off x="3415733" y="156372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20" name="ph1520"/>
              <p:cNvSpPr/>
              <p:nvPr/>
            </p:nvSpPr>
            <p:spPr>
              <a:xfrm>
                <a:off x="3425118" y="156372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21" name="ph1521"/>
              <p:cNvSpPr/>
              <p:nvPr/>
            </p:nvSpPr>
            <p:spPr>
              <a:xfrm>
                <a:off x="3434502" y="156372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22" name="ph1522"/>
              <p:cNvSpPr/>
              <p:nvPr/>
            </p:nvSpPr>
            <p:spPr>
              <a:xfrm>
                <a:off x="3443886" y="156372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23" name="ph1523"/>
              <p:cNvSpPr/>
              <p:nvPr/>
            </p:nvSpPr>
            <p:spPr>
              <a:xfrm>
                <a:off x="3453270" y="156372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24" name="ph1524"/>
              <p:cNvSpPr/>
              <p:nvPr/>
            </p:nvSpPr>
            <p:spPr>
              <a:xfrm>
                <a:off x="3462655" y="156372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25" name="ph1525"/>
              <p:cNvSpPr/>
              <p:nvPr/>
            </p:nvSpPr>
            <p:spPr>
              <a:xfrm>
                <a:off x="3472039" y="156372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26" name="ph1526"/>
              <p:cNvSpPr/>
              <p:nvPr/>
            </p:nvSpPr>
            <p:spPr>
              <a:xfrm>
                <a:off x="3303122" y="157526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27" name="ph1527"/>
              <p:cNvSpPr/>
              <p:nvPr/>
            </p:nvSpPr>
            <p:spPr>
              <a:xfrm>
                <a:off x="3312506" y="157526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CB2AB">
                  <a:alpha val="100000"/>
                </a:srgbClr>
              </a:solidFill>
              <a:ln w="5420" cap="flat">
                <a:solidFill>
                  <a:srgbClr val="4C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28" name="ph1528"/>
              <p:cNvSpPr/>
              <p:nvPr/>
            </p:nvSpPr>
            <p:spPr>
              <a:xfrm>
                <a:off x="3321891" y="157526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29" name="ph1529"/>
              <p:cNvSpPr/>
              <p:nvPr/>
            </p:nvSpPr>
            <p:spPr>
              <a:xfrm>
                <a:off x="3331275" y="157526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30" name="ph1530"/>
              <p:cNvSpPr/>
              <p:nvPr/>
            </p:nvSpPr>
            <p:spPr>
              <a:xfrm>
                <a:off x="3340659" y="157526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6AB">
                  <a:alpha val="100000"/>
                </a:srgbClr>
              </a:solidFill>
              <a:ln w="5420" cap="flat">
                <a:solidFill>
                  <a:srgbClr val="4F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31" name="ph1531"/>
              <p:cNvSpPr/>
              <p:nvPr/>
            </p:nvSpPr>
            <p:spPr>
              <a:xfrm>
                <a:off x="3350043" y="157526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32" name="ph1532"/>
              <p:cNvSpPr/>
              <p:nvPr/>
            </p:nvSpPr>
            <p:spPr>
              <a:xfrm>
                <a:off x="3359428" y="157526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33" name="ph1533"/>
              <p:cNvSpPr/>
              <p:nvPr/>
            </p:nvSpPr>
            <p:spPr>
              <a:xfrm>
                <a:off x="3368812" y="157526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34" name="ph1534"/>
              <p:cNvSpPr/>
              <p:nvPr/>
            </p:nvSpPr>
            <p:spPr>
              <a:xfrm>
                <a:off x="3378196" y="157526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35" name="ph1535"/>
              <p:cNvSpPr/>
              <p:nvPr/>
            </p:nvSpPr>
            <p:spPr>
              <a:xfrm>
                <a:off x="3387581" y="157526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36" name="ph1536"/>
              <p:cNvSpPr/>
              <p:nvPr/>
            </p:nvSpPr>
            <p:spPr>
              <a:xfrm>
                <a:off x="3396965" y="157526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37" name="ph1537"/>
              <p:cNvSpPr/>
              <p:nvPr/>
            </p:nvSpPr>
            <p:spPr>
              <a:xfrm>
                <a:off x="3406349" y="157526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38" name="ph1538"/>
              <p:cNvSpPr/>
              <p:nvPr/>
            </p:nvSpPr>
            <p:spPr>
              <a:xfrm>
                <a:off x="3415733" y="157526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39" name="ph1539"/>
              <p:cNvSpPr/>
              <p:nvPr/>
            </p:nvSpPr>
            <p:spPr>
              <a:xfrm>
                <a:off x="3425118" y="157526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40" name="ph1540"/>
              <p:cNvSpPr/>
              <p:nvPr/>
            </p:nvSpPr>
            <p:spPr>
              <a:xfrm>
                <a:off x="3434502" y="157526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41" name="ph1541"/>
              <p:cNvSpPr/>
              <p:nvPr/>
            </p:nvSpPr>
            <p:spPr>
              <a:xfrm>
                <a:off x="3443886" y="157526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42" name="ph1542"/>
              <p:cNvSpPr/>
              <p:nvPr/>
            </p:nvSpPr>
            <p:spPr>
              <a:xfrm>
                <a:off x="3453270" y="157526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43" name="ph1543"/>
              <p:cNvSpPr/>
              <p:nvPr/>
            </p:nvSpPr>
            <p:spPr>
              <a:xfrm>
                <a:off x="3462655" y="157526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44" name="ph1544"/>
              <p:cNvSpPr/>
              <p:nvPr/>
            </p:nvSpPr>
            <p:spPr>
              <a:xfrm>
                <a:off x="3312506" y="158679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45" name="ph1545"/>
              <p:cNvSpPr/>
              <p:nvPr/>
            </p:nvSpPr>
            <p:spPr>
              <a:xfrm>
                <a:off x="3321891" y="158679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46" name="ph1546"/>
              <p:cNvSpPr/>
              <p:nvPr/>
            </p:nvSpPr>
            <p:spPr>
              <a:xfrm>
                <a:off x="3331275" y="158679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47" name="ph1547"/>
              <p:cNvSpPr/>
              <p:nvPr/>
            </p:nvSpPr>
            <p:spPr>
              <a:xfrm>
                <a:off x="3340659" y="158679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48" name="ph1548"/>
              <p:cNvSpPr/>
              <p:nvPr/>
            </p:nvSpPr>
            <p:spPr>
              <a:xfrm>
                <a:off x="3350043" y="158679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49" name="ph1549"/>
              <p:cNvSpPr/>
              <p:nvPr/>
            </p:nvSpPr>
            <p:spPr>
              <a:xfrm>
                <a:off x="3359428" y="158679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50" name="ph1550"/>
              <p:cNvSpPr/>
              <p:nvPr/>
            </p:nvSpPr>
            <p:spPr>
              <a:xfrm>
                <a:off x="3368812" y="158679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51" name="ph1551"/>
              <p:cNvSpPr/>
              <p:nvPr/>
            </p:nvSpPr>
            <p:spPr>
              <a:xfrm>
                <a:off x="3378196" y="158679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52" name="ph1552"/>
              <p:cNvSpPr/>
              <p:nvPr/>
            </p:nvSpPr>
            <p:spPr>
              <a:xfrm>
                <a:off x="3387581" y="158679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53" name="ph1553"/>
              <p:cNvSpPr/>
              <p:nvPr/>
            </p:nvSpPr>
            <p:spPr>
              <a:xfrm>
                <a:off x="3396965" y="158679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54" name="ph1554"/>
              <p:cNvSpPr/>
              <p:nvPr/>
            </p:nvSpPr>
            <p:spPr>
              <a:xfrm>
                <a:off x="3406349" y="158679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55" name="ph1555"/>
              <p:cNvSpPr/>
              <p:nvPr/>
            </p:nvSpPr>
            <p:spPr>
              <a:xfrm>
                <a:off x="3415733" y="158679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56" name="ph1556"/>
              <p:cNvSpPr/>
              <p:nvPr/>
            </p:nvSpPr>
            <p:spPr>
              <a:xfrm>
                <a:off x="3425118" y="158679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4CFAE">
                  <a:alpha val="100000"/>
                </a:srgbClr>
              </a:solidFill>
              <a:ln w="5420" cap="flat">
                <a:solidFill>
                  <a:srgbClr val="64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57" name="ph1557"/>
              <p:cNvSpPr/>
              <p:nvPr/>
            </p:nvSpPr>
            <p:spPr>
              <a:xfrm>
                <a:off x="3434502" y="158679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58" name="ph1558"/>
              <p:cNvSpPr/>
              <p:nvPr/>
            </p:nvSpPr>
            <p:spPr>
              <a:xfrm>
                <a:off x="3443886" y="158679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2CFAD">
                  <a:alpha val="100000"/>
                </a:srgbClr>
              </a:solidFill>
              <a:ln w="5420" cap="flat">
                <a:solidFill>
                  <a:srgbClr val="62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59" name="ph1559"/>
              <p:cNvSpPr/>
              <p:nvPr/>
            </p:nvSpPr>
            <p:spPr>
              <a:xfrm>
                <a:off x="3453270" y="158679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60" name="ph1560"/>
              <p:cNvSpPr/>
              <p:nvPr/>
            </p:nvSpPr>
            <p:spPr>
              <a:xfrm>
                <a:off x="3321891" y="159832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61" name="ph1561"/>
              <p:cNvSpPr/>
              <p:nvPr/>
            </p:nvSpPr>
            <p:spPr>
              <a:xfrm>
                <a:off x="3331275" y="159832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62" name="ph1562"/>
              <p:cNvSpPr/>
              <p:nvPr/>
            </p:nvSpPr>
            <p:spPr>
              <a:xfrm>
                <a:off x="3340659" y="159832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63" name="ph1563"/>
              <p:cNvSpPr/>
              <p:nvPr/>
            </p:nvSpPr>
            <p:spPr>
              <a:xfrm>
                <a:off x="3350043" y="159832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64" name="ph1564"/>
              <p:cNvSpPr/>
              <p:nvPr/>
            </p:nvSpPr>
            <p:spPr>
              <a:xfrm>
                <a:off x="3359428" y="159832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65" name="ph1565"/>
              <p:cNvSpPr/>
              <p:nvPr/>
            </p:nvSpPr>
            <p:spPr>
              <a:xfrm>
                <a:off x="3368812" y="159832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66" name="ph1566"/>
              <p:cNvSpPr/>
              <p:nvPr/>
            </p:nvSpPr>
            <p:spPr>
              <a:xfrm>
                <a:off x="3378196" y="159832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67" name="ph1567"/>
              <p:cNvSpPr/>
              <p:nvPr/>
            </p:nvSpPr>
            <p:spPr>
              <a:xfrm>
                <a:off x="3387581" y="159832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68" name="ph1568"/>
              <p:cNvSpPr/>
              <p:nvPr/>
            </p:nvSpPr>
            <p:spPr>
              <a:xfrm>
                <a:off x="3396965" y="159832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69" name="ph1569"/>
              <p:cNvSpPr/>
              <p:nvPr/>
            </p:nvSpPr>
            <p:spPr>
              <a:xfrm>
                <a:off x="3406349" y="159832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70" name="ph1570"/>
              <p:cNvSpPr/>
              <p:nvPr/>
            </p:nvSpPr>
            <p:spPr>
              <a:xfrm>
                <a:off x="3415733" y="159832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8D0AF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71" name="ph1571"/>
              <p:cNvSpPr/>
              <p:nvPr/>
            </p:nvSpPr>
            <p:spPr>
              <a:xfrm>
                <a:off x="3425118" y="159832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9D0AF">
                  <a:alpha val="100000"/>
                </a:srgbClr>
              </a:solidFill>
              <a:ln w="5420" cap="flat">
                <a:solidFill>
                  <a:srgbClr val="69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72" name="ph1572"/>
              <p:cNvSpPr/>
              <p:nvPr/>
            </p:nvSpPr>
            <p:spPr>
              <a:xfrm>
                <a:off x="3434502" y="159832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8D0AF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73" name="ph1573"/>
              <p:cNvSpPr/>
              <p:nvPr/>
            </p:nvSpPr>
            <p:spPr>
              <a:xfrm>
                <a:off x="3443886" y="159832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74" name="ph1574"/>
              <p:cNvSpPr/>
              <p:nvPr/>
            </p:nvSpPr>
            <p:spPr>
              <a:xfrm>
                <a:off x="3453270" y="159832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75" name="ph1575"/>
              <p:cNvSpPr/>
              <p:nvPr/>
            </p:nvSpPr>
            <p:spPr>
              <a:xfrm>
                <a:off x="3284354" y="160985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2BAAB">
                  <a:alpha val="100000"/>
                </a:srgbClr>
              </a:solidFill>
              <a:ln w="5420" cap="flat">
                <a:solidFill>
                  <a:srgbClr val="52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76" name="ph1576"/>
              <p:cNvSpPr/>
              <p:nvPr/>
            </p:nvSpPr>
            <p:spPr>
              <a:xfrm>
                <a:off x="3293738" y="160985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77" name="ph1577"/>
              <p:cNvSpPr/>
              <p:nvPr/>
            </p:nvSpPr>
            <p:spPr>
              <a:xfrm>
                <a:off x="3303122" y="160985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78" name="ph1578"/>
              <p:cNvSpPr/>
              <p:nvPr/>
            </p:nvSpPr>
            <p:spPr>
              <a:xfrm>
                <a:off x="3312506" y="160985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79" name="ph1579"/>
              <p:cNvSpPr/>
              <p:nvPr/>
            </p:nvSpPr>
            <p:spPr>
              <a:xfrm>
                <a:off x="3321891" y="160985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80" name="ph1580"/>
              <p:cNvSpPr/>
              <p:nvPr/>
            </p:nvSpPr>
            <p:spPr>
              <a:xfrm>
                <a:off x="3331275" y="160985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81" name="ph1581"/>
              <p:cNvSpPr/>
              <p:nvPr/>
            </p:nvSpPr>
            <p:spPr>
              <a:xfrm>
                <a:off x="3340659" y="160985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82" name="ph1582"/>
              <p:cNvSpPr/>
              <p:nvPr/>
            </p:nvSpPr>
            <p:spPr>
              <a:xfrm>
                <a:off x="3350043" y="160985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83" name="ph1583"/>
              <p:cNvSpPr/>
              <p:nvPr/>
            </p:nvSpPr>
            <p:spPr>
              <a:xfrm>
                <a:off x="3359428" y="160985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84" name="ph1584"/>
              <p:cNvSpPr/>
              <p:nvPr/>
            </p:nvSpPr>
            <p:spPr>
              <a:xfrm>
                <a:off x="3368812" y="160985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85" name="ph1585"/>
              <p:cNvSpPr/>
              <p:nvPr/>
            </p:nvSpPr>
            <p:spPr>
              <a:xfrm>
                <a:off x="3378196" y="160985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86" name="ph1586"/>
              <p:cNvSpPr/>
              <p:nvPr/>
            </p:nvSpPr>
            <p:spPr>
              <a:xfrm>
                <a:off x="3387581" y="160985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87" name="ph1587"/>
              <p:cNvSpPr/>
              <p:nvPr/>
            </p:nvSpPr>
            <p:spPr>
              <a:xfrm>
                <a:off x="3396965" y="160985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88" name="ph1588"/>
              <p:cNvSpPr/>
              <p:nvPr/>
            </p:nvSpPr>
            <p:spPr>
              <a:xfrm>
                <a:off x="3406349" y="160985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89" name="ph1589"/>
              <p:cNvSpPr/>
              <p:nvPr/>
            </p:nvSpPr>
            <p:spPr>
              <a:xfrm>
                <a:off x="3415733" y="160985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9D0AF">
                  <a:alpha val="100000"/>
                </a:srgbClr>
              </a:solidFill>
              <a:ln w="5420" cap="flat">
                <a:solidFill>
                  <a:srgbClr val="69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90" name="ph1590"/>
              <p:cNvSpPr/>
              <p:nvPr/>
            </p:nvSpPr>
            <p:spPr>
              <a:xfrm>
                <a:off x="3425118" y="160985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AD1B0">
                  <a:alpha val="100000"/>
                </a:srgbClr>
              </a:solidFill>
              <a:ln w="5420" cap="flat">
                <a:solidFill>
                  <a:srgbClr val="6A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91" name="ph1591"/>
              <p:cNvSpPr/>
              <p:nvPr/>
            </p:nvSpPr>
            <p:spPr>
              <a:xfrm>
                <a:off x="3434502" y="160985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9D0AF">
                  <a:alpha val="100000"/>
                </a:srgbClr>
              </a:solidFill>
              <a:ln w="5420" cap="flat">
                <a:solidFill>
                  <a:srgbClr val="69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92" name="ph1592"/>
              <p:cNvSpPr/>
              <p:nvPr/>
            </p:nvSpPr>
            <p:spPr>
              <a:xfrm>
                <a:off x="3443886" y="160985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7D0AE">
                  <a:alpha val="100000"/>
                </a:srgbClr>
              </a:solidFill>
              <a:ln w="5420" cap="flat">
                <a:solidFill>
                  <a:srgbClr val="67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93" name="ph1593"/>
              <p:cNvSpPr/>
              <p:nvPr/>
            </p:nvSpPr>
            <p:spPr>
              <a:xfrm>
                <a:off x="3274969" y="162138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94" name="ph1594"/>
              <p:cNvSpPr/>
              <p:nvPr/>
            </p:nvSpPr>
            <p:spPr>
              <a:xfrm>
                <a:off x="3284354" y="162138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95" name="ph1595"/>
              <p:cNvSpPr/>
              <p:nvPr/>
            </p:nvSpPr>
            <p:spPr>
              <a:xfrm>
                <a:off x="3293738" y="162138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96" name="ph1596"/>
              <p:cNvSpPr/>
              <p:nvPr/>
            </p:nvSpPr>
            <p:spPr>
              <a:xfrm>
                <a:off x="3303122" y="162138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97" name="ph1597"/>
              <p:cNvSpPr/>
              <p:nvPr/>
            </p:nvSpPr>
            <p:spPr>
              <a:xfrm>
                <a:off x="3312506" y="162138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98" name="ph1598"/>
              <p:cNvSpPr/>
              <p:nvPr/>
            </p:nvSpPr>
            <p:spPr>
              <a:xfrm>
                <a:off x="3321891" y="162138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99" name="ph1599"/>
              <p:cNvSpPr/>
              <p:nvPr/>
            </p:nvSpPr>
            <p:spPr>
              <a:xfrm>
                <a:off x="3331275" y="162138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00" name="ph1600"/>
              <p:cNvSpPr/>
              <p:nvPr/>
            </p:nvSpPr>
            <p:spPr>
              <a:xfrm>
                <a:off x="3340659" y="162138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01" name="ph1601"/>
              <p:cNvSpPr/>
              <p:nvPr/>
            </p:nvSpPr>
            <p:spPr>
              <a:xfrm>
                <a:off x="3350043" y="162138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02" name="ph1602"/>
              <p:cNvSpPr/>
              <p:nvPr/>
            </p:nvSpPr>
            <p:spPr>
              <a:xfrm>
                <a:off x="3359428" y="162138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03" name="ph1603"/>
              <p:cNvSpPr/>
              <p:nvPr/>
            </p:nvSpPr>
            <p:spPr>
              <a:xfrm>
                <a:off x="3368812" y="162138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04" name="ph1604"/>
              <p:cNvSpPr/>
              <p:nvPr/>
            </p:nvSpPr>
            <p:spPr>
              <a:xfrm>
                <a:off x="3378196" y="162138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05" name="ph1605"/>
              <p:cNvSpPr/>
              <p:nvPr/>
            </p:nvSpPr>
            <p:spPr>
              <a:xfrm>
                <a:off x="3387581" y="162138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06" name="ph1606"/>
              <p:cNvSpPr/>
              <p:nvPr/>
            </p:nvSpPr>
            <p:spPr>
              <a:xfrm>
                <a:off x="3396965" y="162138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07" name="ph1607"/>
              <p:cNvSpPr/>
              <p:nvPr/>
            </p:nvSpPr>
            <p:spPr>
              <a:xfrm>
                <a:off x="3406349" y="162138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2CFAD">
                  <a:alpha val="100000"/>
                </a:srgbClr>
              </a:solidFill>
              <a:ln w="5420" cap="flat">
                <a:solidFill>
                  <a:srgbClr val="62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08" name="ph1608"/>
              <p:cNvSpPr/>
              <p:nvPr/>
            </p:nvSpPr>
            <p:spPr>
              <a:xfrm>
                <a:off x="3415733" y="162138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09" name="ph1609"/>
              <p:cNvSpPr/>
              <p:nvPr/>
            </p:nvSpPr>
            <p:spPr>
              <a:xfrm>
                <a:off x="3425118" y="162138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8D0AF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10" name="ph1610"/>
              <p:cNvSpPr/>
              <p:nvPr/>
            </p:nvSpPr>
            <p:spPr>
              <a:xfrm>
                <a:off x="3434502" y="162138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7D0AF">
                  <a:alpha val="100000"/>
                </a:srgbClr>
              </a:solidFill>
              <a:ln w="5420" cap="flat">
                <a:solidFill>
                  <a:srgbClr val="67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11" name="ph1611"/>
              <p:cNvSpPr/>
              <p:nvPr/>
            </p:nvSpPr>
            <p:spPr>
              <a:xfrm>
                <a:off x="3443886" y="162138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12" name="ph1612"/>
              <p:cNvSpPr/>
              <p:nvPr/>
            </p:nvSpPr>
            <p:spPr>
              <a:xfrm>
                <a:off x="3274969" y="163292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4BDAB">
                  <a:alpha val="100000"/>
                </a:srgbClr>
              </a:solidFill>
              <a:ln w="5420" cap="flat">
                <a:solidFill>
                  <a:srgbClr val="54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13" name="ph1613"/>
              <p:cNvSpPr/>
              <p:nvPr/>
            </p:nvSpPr>
            <p:spPr>
              <a:xfrm>
                <a:off x="3284354" y="163292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14" name="ph1614"/>
              <p:cNvSpPr/>
              <p:nvPr/>
            </p:nvSpPr>
            <p:spPr>
              <a:xfrm>
                <a:off x="3293738" y="163292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15" name="ph1615"/>
              <p:cNvSpPr/>
              <p:nvPr/>
            </p:nvSpPr>
            <p:spPr>
              <a:xfrm>
                <a:off x="3303122" y="163292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16" name="ph1616"/>
              <p:cNvSpPr/>
              <p:nvPr/>
            </p:nvSpPr>
            <p:spPr>
              <a:xfrm>
                <a:off x="3312506" y="163292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17" name="ph1617"/>
              <p:cNvSpPr/>
              <p:nvPr/>
            </p:nvSpPr>
            <p:spPr>
              <a:xfrm>
                <a:off x="3321891" y="163292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18" name="ph1618"/>
              <p:cNvSpPr/>
              <p:nvPr/>
            </p:nvSpPr>
            <p:spPr>
              <a:xfrm>
                <a:off x="3331275" y="163292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19" name="ph1619"/>
              <p:cNvSpPr/>
              <p:nvPr/>
            </p:nvSpPr>
            <p:spPr>
              <a:xfrm>
                <a:off x="3340659" y="163292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20" name="ph1620"/>
              <p:cNvSpPr/>
              <p:nvPr/>
            </p:nvSpPr>
            <p:spPr>
              <a:xfrm>
                <a:off x="3350043" y="163292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21" name="ph1621"/>
              <p:cNvSpPr/>
              <p:nvPr/>
            </p:nvSpPr>
            <p:spPr>
              <a:xfrm>
                <a:off x="3359428" y="163292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22" name="ph1622"/>
              <p:cNvSpPr/>
              <p:nvPr/>
            </p:nvSpPr>
            <p:spPr>
              <a:xfrm>
                <a:off x="3368812" y="163292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23" name="ph1623"/>
              <p:cNvSpPr/>
              <p:nvPr/>
            </p:nvSpPr>
            <p:spPr>
              <a:xfrm>
                <a:off x="3378196" y="163292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24" name="ph1624"/>
              <p:cNvSpPr/>
              <p:nvPr/>
            </p:nvSpPr>
            <p:spPr>
              <a:xfrm>
                <a:off x="3387581" y="163292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25" name="ph1625"/>
              <p:cNvSpPr/>
              <p:nvPr/>
            </p:nvSpPr>
            <p:spPr>
              <a:xfrm>
                <a:off x="3396965" y="163292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26" name="ph1626"/>
              <p:cNvSpPr/>
              <p:nvPr/>
            </p:nvSpPr>
            <p:spPr>
              <a:xfrm>
                <a:off x="3406349" y="163292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27" name="ph1627"/>
              <p:cNvSpPr/>
              <p:nvPr/>
            </p:nvSpPr>
            <p:spPr>
              <a:xfrm>
                <a:off x="3415733" y="163292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28" name="ph1628"/>
              <p:cNvSpPr/>
              <p:nvPr/>
            </p:nvSpPr>
            <p:spPr>
              <a:xfrm>
                <a:off x="3425118" y="163292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29" name="ph1629"/>
              <p:cNvSpPr/>
              <p:nvPr/>
            </p:nvSpPr>
            <p:spPr>
              <a:xfrm>
                <a:off x="3434502" y="163292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30" name="ph1630"/>
              <p:cNvSpPr/>
              <p:nvPr/>
            </p:nvSpPr>
            <p:spPr>
              <a:xfrm>
                <a:off x="3274969" y="164445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31" name="ph1631"/>
              <p:cNvSpPr/>
              <p:nvPr/>
            </p:nvSpPr>
            <p:spPr>
              <a:xfrm>
                <a:off x="3284354" y="164445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32" name="ph1632"/>
              <p:cNvSpPr/>
              <p:nvPr/>
            </p:nvSpPr>
            <p:spPr>
              <a:xfrm>
                <a:off x="3293738" y="164445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33" name="ph1633"/>
              <p:cNvSpPr/>
              <p:nvPr/>
            </p:nvSpPr>
            <p:spPr>
              <a:xfrm>
                <a:off x="3303122" y="164445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34" name="ph1634"/>
              <p:cNvSpPr/>
              <p:nvPr/>
            </p:nvSpPr>
            <p:spPr>
              <a:xfrm>
                <a:off x="3312506" y="164445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35" name="ph1635"/>
              <p:cNvSpPr/>
              <p:nvPr/>
            </p:nvSpPr>
            <p:spPr>
              <a:xfrm>
                <a:off x="3321891" y="164445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36" name="ph1636"/>
              <p:cNvSpPr/>
              <p:nvPr/>
            </p:nvSpPr>
            <p:spPr>
              <a:xfrm>
                <a:off x="3331275" y="164445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37" name="ph1637"/>
              <p:cNvSpPr/>
              <p:nvPr/>
            </p:nvSpPr>
            <p:spPr>
              <a:xfrm>
                <a:off x="3340659" y="164445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38" name="ph1638"/>
              <p:cNvSpPr/>
              <p:nvPr/>
            </p:nvSpPr>
            <p:spPr>
              <a:xfrm>
                <a:off x="3350043" y="164445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39" name="ph1639"/>
              <p:cNvSpPr/>
              <p:nvPr/>
            </p:nvSpPr>
            <p:spPr>
              <a:xfrm>
                <a:off x="3359428" y="164445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40" name="ph1640"/>
              <p:cNvSpPr/>
              <p:nvPr/>
            </p:nvSpPr>
            <p:spPr>
              <a:xfrm>
                <a:off x="3368812" y="164445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41" name="ph1641"/>
              <p:cNvSpPr/>
              <p:nvPr/>
            </p:nvSpPr>
            <p:spPr>
              <a:xfrm>
                <a:off x="3378196" y="164445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2AC">
                  <a:alpha val="100000"/>
                </a:srgbClr>
              </a:solidFill>
              <a:ln w="5420" cap="flat">
                <a:solidFill>
                  <a:srgbClr val="59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42" name="ph1642"/>
              <p:cNvSpPr/>
              <p:nvPr/>
            </p:nvSpPr>
            <p:spPr>
              <a:xfrm>
                <a:off x="3387581" y="164445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43" name="ph1643"/>
              <p:cNvSpPr/>
              <p:nvPr/>
            </p:nvSpPr>
            <p:spPr>
              <a:xfrm>
                <a:off x="3396965" y="164445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44" name="ph1644"/>
              <p:cNvSpPr/>
              <p:nvPr/>
            </p:nvSpPr>
            <p:spPr>
              <a:xfrm>
                <a:off x="3406349" y="164445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45" name="ph1645"/>
              <p:cNvSpPr/>
              <p:nvPr/>
            </p:nvSpPr>
            <p:spPr>
              <a:xfrm>
                <a:off x="3415733" y="164445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46" name="ph1646"/>
              <p:cNvSpPr/>
              <p:nvPr/>
            </p:nvSpPr>
            <p:spPr>
              <a:xfrm>
                <a:off x="3425118" y="164445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47" name="ph1647"/>
              <p:cNvSpPr/>
              <p:nvPr/>
            </p:nvSpPr>
            <p:spPr>
              <a:xfrm>
                <a:off x="3284354" y="165598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48" name="ph1648"/>
              <p:cNvSpPr/>
              <p:nvPr/>
            </p:nvSpPr>
            <p:spPr>
              <a:xfrm>
                <a:off x="3293738" y="165598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49" name="ph1649"/>
              <p:cNvSpPr/>
              <p:nvPr/>
            </p:nvSpPr>
            <p:spPr>
              <a:xfrm>
                <a:off x="3303122" y="165598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50" name="ph1650"/>
              <p:cNvSpPr/>
              <p:nvPr/>
            </p:nvSpPr>
            <p:spPr>
              <a:xfrm>
                <a:off x="3312506" y="165598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51" name="ph1651"/>
              <p:cNvSpPr/>
              <p:nvPr/>
            </p:nvSpPr>
            <p:spPr>
              <a:xfrm>
                <a:off x="3321891" y="165598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52" name="ph1652"/>
              <p:cNvSpPr/>
              <p:nvPr/>
            </p:nvSpPr>
            <p:spPr>
              <a:xfrm>
                <a:off x="3331275" y="165598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53" name="ph1653"/>
              <p:cNvSpPr/>
              <p:nvPr/>
            </p:nvSpPr>
            <p:spPr>
              <a:xfrm>
                <a:off x="3340659" y="165598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54" name="ph1654"/>
              <p:cNvSpPr/>
              <p:nvPr/>
            </p:nvSpPr>
            <p:spPr>
              <a:xfrm>
                <a:off x="3350043" y="165598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55" name="ph1655"/>
              <p:cNvSpPr/>
              <p:nvPr/>
            </p:nvSpPr>
            <p:spPr>
              <a:xfrm>
                <a:off x="3359428" y="165598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7BFAB">
                  <a:alpha val="100000"/>
                </a:srgbClr>
              </a:solidFill>
              <a:ln w="5420" cap="flat">
                <a:solidFill>
                  <a:srgbClr val="57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56" name="ph1656"/>
              <p:cNvSpPr/>
              <p:nvPr/>
            </p:nvSpPr>
            <p:spPr>
              <a:xfrm>
                <a:off x="3368812" y="165598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57" name="ph1657"/>
              <p:cNvSpPr/>
              <p:nvPr/>
            </p:nvSpPr>
            <p:spPr>
              <a:xfrm>
                <a:off x="3378196" y="165598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58" name="ph1658"/>
              <p:cNvSpPr/>
              <p:nvPr/>
            </p:nvSpPr>
            <p:spPr>
              <a:xfrm>
                <a:off x="3387581" y="165598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59" name="ph1659"/>
              <p:cNvSpPr/>
              <p:nvPr/>
            </p:nvSpPr>
            <p:spPr>
              <a:xfrm>
                <a:off x="3396965" y="165598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60" name="ph1660"/>
              <p:cNvSpPr/>
              <p:nvPr/>
            </p:nvSpPr>
            <p:spPr>
              <a:xfrm>
                <a:off x="3406349" y="165598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61" name="ph1661"/>
              <p:cNvSpPr/>
              <p:nvPr/>
            </p:nvSpPr>
            <p:spPr>
              <a:xfrm>
                <a:off x="3415733" y="165598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62" name="ph1662"/>
              <p:cNvSpPr/>
              <p:nvPr/>
            </p:nvSpPr>
            <p:spPr>
              <a:xfrm>
                <a:off x="3312506" y="166751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63" name="ph1663"/>
              <p:cNvSpPr/>
              <p:nvPr/>
            </p:nvSpPr>
            <p:spPr>
              <a:xfrm>
                <a:off x="3321891" y="166751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64" name="ph1664"/>
              <p:cNvSpPr/>
              <p:nvPr/>
            </p:nvSpPr>
            <p:spPr>
              <a:xfrm>
                <a:off x="3331275" y="166751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65" name="ph1665"/>
              <p:cNvSpPr/>
              <p:nvPr/>
            </p:nvSpPr>
            <p:spPr>
              <a:xfrm>
                <a:off x="3340659" y="166751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66" name="ph1666"/>
              <p:cNvSpPr/>
              <p:nvPr/>
            </p:nvSpPr>
            <p:spPr>
              <a:xfrm>
                <a:off x="3350043" y="166751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67" name="ph1667"/>
              <p:cNvSpPr/>
              <p:nvPr/>
            </p:nvSpPr>
            <p:spPr>
              <a:xfrm>
                <a:off x="3359428" y="166751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68" name="ph1668"/>
              <p:cNvSpPr/>
              <p:nvPr/>
            </p:nvSpPr>
            <p:spPr>
              <a:xfrm>
                <a:off x="3368812" y="166751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69" name="ph1669"/>
              <p:cNvSpPr/>
              <p:nvPr/>
            </p:nvSpPr>
            <p:spPr>
              <a:xfrm>
                <a:off x="3378196" y="166751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70" name="ph1670"/>
              <p:cNvSpPr/>
              <p:nvPr/>
            </p:nvSpPr>
            <p:spPr>
              <a:xfrm>
                <a:off x="3387581" y="166751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71" name="ph1671"/>
              <p:cNvSpPr/>
              <p:nvPr/>
            </p:nvSpPr>
            <p:spPr>
              <a:xfrm>
                <a:off x="3396965" y="166751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72" name="ph1672"/>
              <p:cNvSpPr/>
              <p:nvPr/>
            </p:nvSpPr>
            <p:spPr>
              <a:xfrm>
                <a:off x="3406349" y="166751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73" name="ph1673"/>
              <p:cNvSpPr/>
              <p:nvPr/>
            </p:nvSpPr>
            <p:spPr>
              <a:xfrm>
                <a:off x="3415733" y="166751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74" name="ph1674"/>
              <p:cNvSpPr/>
              <p:nvPr/>
            </p:nvSpPr>
            <p:spPr>
              <a:xfrm>
                <a:off x="3331275" y="167904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75" name="ph1675"/>
              <p:cNvSpPr/>
              <p:nvPr/>
            </p:nvSpPr>
            <p:spPr>
              <a:xfrm>
                <a:off x="3340659" y="167904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76" name="ph1676"/>
              <p:cNvSpPr/>
              <p:nvPr/>
            </p:nvSpPr>
            <p:spPr>
              <a:xfrm>
                <a:off x="3350043" y="167904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77" name="ph1677"/>
              <p:cNvSpPr/>
              <p:nvPr/>
            </p:nvSpPr>
            <p:spPr>
              <a:xfrm>
                <a:off x="3359428" y="167904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78" name="ph1678"/>
              <p:cNvSpPr/>
              <p:nvPr/>
            </p:nvSpPr>
            <p:spPr>
              <a:xfrm>
                <a:off x="3368812" y="167904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79" name="ph1679"/>
              <p:cNvSpPr/>
              <p:nvPr/>
            </p:nvSpPr>
            <p:spPr>
              <a:xfrm>
                <a:off x="3378196" y="167904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80" name="ph1680"/>
              <p:cNvSpPr/>
              <p:nvPr/>
            </p:nvSpPr>
            <p:spPr>
              <a:xfrm>
                <a:off x="3387581" y="167904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81" name="ph1681"/>
              <p:cNvSpPr/>
              <p:nvPr/>
            </p:nvSpPr>
            <p:spPr>
              <a:xfrm>
                <a:off x="3396965" y="167904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82" name="ph1682"/>
              <p:cNvSpPr/>
              <p:nvPr/>
            </p:nvSpPr>
            <p:spPr>
              <a:xfrm>
                <a:off x="3406349" y="167904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83" name="ph1683"/>
              <p:cNvSpPr/>
              <p:nvPr/>
            </p:nvSpPr>
            <p:spPr>
              <a:xfrm>
                <a:off x="3415733" y="167904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84" name="ph1684"/>
              <p:cNvSpPr/>
              <p:nvPr/>
            </p:nvSpPr>
            <p:spPr>
              <a:xfrm>
                <a:off x="3340659" y="169058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85" name="ph1685"/>
              <p:cNvSpPr/>
              <p:nvPr/>
            </p:nvSpPr>
            <p:spPr>
              <a:xfrm>
                <a:off x="3350043" y="169058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86" name="ph1686"/>
              <p:cNvSpPr/>
              <p:nvPr/>
            </p:nvSpPr>
            <p:spPr>
              <a:xfrm>
                <a:off x="3359428" y="169058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87" name="ph1687"/>
              <p:cNvSpPr/>
              <p:nvPr/>
            </p:nvSpPr>
            <p:spPr>
              <a:xfrm>
                <a:off x="3368812" y="169058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88" name="ph1688"/>
              <p:cNvSpPr/>
              <p:nvPr/>
            </p:nvSpPr>
            <p:spPr>
              <a:xfrm>
                <a:off x="3378196" y="169058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89" name="ph1689"/>
              <p:cNvSpPr/>
              <p:nvPr/>
            </p:nvSpPr>
            <p:spPr>
              <a:xfrm>
                <a:off x="3387581" y="169058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90" name="ph1690"/>
              <p:cNvSpPr/>
              <p:nvPr/>
            </p:nvSpPr>
            <p:spPr>
              <a:xfrm>
                <a:off x="3396965" y="169058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91" name="ph1691"/>
              <p:cNvSpPr/>
              <p:nvPr/>
            </p:nvSpPr>
            <p:spPr>
              <a:xfrm>
                <a:off x="3406349" y="169058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92" name="ph1692"/>
              <p:cNvSpPr/>
              <p:nvPr/>
            </p:nvSpPr>
            <p:spPr>
              <a:xfrm>
                <a:off x="3415733" y="169058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93" name="ph1693"/>
              <p:cNvSpPr/>
              <p:nvPr/>
            </p:nvSpPr>
            <p:spPr>
              <a:xfrm>
                <a:off x="3350043" y="170211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94" name="ph1694"/>
              <p:cNvSpPr/>
              <p:nvPr/>
            </p:nvSpPr>
            <p:spPr>
              <a:xfrm>
                <a:off x="3359428" y="170211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95" name="ph1695"/>
              <p:cNvSpPr/>
              <p:nvPr/>
            </p:nvSpPr>
            <p:spPr>
              <a:xfrm>
                <a:off x="3368812" y="170211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96" name="ph1696"/>
              <p:cNvSpPr/>
              <p:nvPr/>
            </p:nvSpPr>
            <p:spPr>
              <a:xfrm>
                <a:off x="3378196" y="170211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97" name="ph1697"/>
              <p:cNvSpPr/>
              <p:nvPr/>
            </p:nvSpPr>
            <p:spPr>
              <a:xfrm>
                <a:off x="3387581" y="170211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98" name="ph1698"/>
              <p:cNvSpPr/>
              <p:nvPr/>
            </p:nvSpPr>
            <p:spPr>
              <a:xfrm>
                <a:off x="3396965" y="170211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99" name="ph1699"/>
              <p:cNvSpPr/>
              <p:nvPr/>
            </p:nvSpPr>
            <p:spPr>
              <a:xfrm>
                <a:off x="3406349" y="170211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00" name="ph1700"/>
              <p:cNvSpPr/>
              <p:nvPr/>
            </p:nvSpPr>
            <p:spPr>
              <a:xfrm>
                <a:off x="3415733" y="170211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01" name="ph1701"/>
              <p:cNvSpPr/>
              <p:nvPr/>
            </p:nvSpPr>
            <p:spPr>
              <a:xfrm>
                <a:off x="3425118" y="170211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02" name="ph1702"/>
              <p:cNvSpPr/>
              <p:nvPr/>
            </p:nvSpPr>
            <p:spPr>
              <a:xfrm>
                <a:off x="3378196" y="171364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03" name="ph1703"/>
              <p:cNvSpPr/>
              <p:nvPr/>
            </p:nvSpPr>
            <p:spPr>
              <a:xfrm>
                <a:off x="3387581" y="171364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04" name="ph1704"/>
              <p:cNvSpPr/>
              <p:nvPr/>
            </p:nvSpPr>
            <p:spPr>
              <a:xfrm>
                <a:off x="3396965" y="171364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05" name="ph1705"/>
              <p:cNvSpPr/>
              <p:nvPr/>
            </p:nvSpPr>
            <p:spPr>
              <a:xfrm>
                <a:off x="3406349" y="171364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06" name="ph1706"/>
              <p:cNvSpPr/>
              <p:nvPr/>
            </p:nvSpPr>
            <p:spPr>
              <a:xfrm>
                <a:off x="3415733" y="171364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07" name="ph1707"/>
              <p:cNvSpPr/>
              <p:nvPr/>
            </p:nvSpPr>
            <p:spPr>
              <a:xfrm>
                <a:off x="3425118" y="171364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08" name="ph1708"/>
              <p:cNvSpPr/>
              <p:nvPr/>
            </p:nvSpPr>
            <p:spPr>
              <a:xfrm>
                <a:off x="3331275" y="172517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09" name="ph1709"/>
              <p:cNvSpPr/>
              <p:nvPr/>
            </p:nvSpPr>
            <p:spPr>
              <a:xfrm>
                <a:off x="3368812" y="172517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10" name="ph1710"/>
              <p:cNvSpPr/>
              <p:nvPr/>
            </p:nvSpPr>
            <p:spPr>
              <a:xfrm>
                <a:off x="3378196" y="172517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11" name="ph1711"/>
              <p:cNvSpPr/>
              <p:nvPr/>
            </p:nvSpPr>
            <p:spPr>
              <a:xfrm>
                <a:off x="3387581" y="172517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12" name="ph1712"/>
              <p:cNvSpPr/>
              <p:nvPr/>
            </p:nvSpPr>
            <p:spPr>
              <a:xfrm>
                <a:off x="3396965" y="172517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13" name="ph1713"/>
              <p:cNvSpPr/>
              <p:nvPr/>
            </p:nvSpPr>
            <p:spPr>
              <a:xfrm>
                <a:off x="3406349" y="172517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14" name="ph1714"/>
              <p:cNvSpPr/>
              <p:nvPr/>
            </p:nvSpPr>
            <p:spPr>
              <a:xfrm>
                <a:off x="3415733" y="172517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15" name="ph1715"/>
              <p:cNvSpPr/>
              <p:nvPr/>
            </p:nvSpPr>
            <p:spPr>
              <a:xfrm>
                <a:off x="3425118" y="172517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16" name="ph1716"/>
              <p:cNvSpPr/>
              <p:nvPr/>
            </p:nvSpPr>
            <p:spPr>
              <a:xfrm>
                <a:off x="3321891" y="1736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17" name="ph1717"/>
              <p:cNvSpPr/>
              <p:nvPr/>
            </p:nvSpPr>
            <p:spPr>
              <a:xfrm>
                <a:off x="3331275" y="1736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18" name="ph1718"/>
              <p:cNvSpPr/>
              <p:nvPr/>
            </p:nvSpPr>
            <p:spPr>
              <a:xfrm>
                <a:off x="3340659" y="1736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19" name="ph1719"/>
              <p:cNvSpPr/>
              <p:nvPr/>
            </p:nvSpPr>
            <p:spPr>
              <a:xfrm>
                <a:off x="3350043" y="1736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20" name="ph1720"/>
              <p:cNvSpPr/>
              <p:nvPr/>
            </p:nvSpPr>
            <p:spPr>
              <a:xfrm>
                <a:off x="3359428" y="1736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21" name="ph1721"/>
              <p:cNvSpPr/>
              <p:nvPr/>
            </p:nvSpPr>
            <p:spPr>
              <a:xfrm>
                <a:off x="3368812" y="1736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22" name="ph1722"/>
              <p:cNvSpPr/>
              <p:nvPr/>
            </p:nvSpPr>
            <p:spPr>
              <a:xfrm>
                <a:off x="3378196" y="1736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23" name="ph1723"/>
              <p:cNvSpPr/>
              <p:nvPr/>
            </p:nvSpPr>
            <p:spPr>
              <a:xfrm>
                <a:off x="3387581" y="1736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2AC">
                  <a:alpha val="100000"/>
                </a:srgbClr>
              </a:solidFill>
              <a:ln w="5420" cap="flat">
                <a:solidFill>
                  <a:srgbClr val="59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24" name="ph1724"/>
              <p:cNvSpPr/>
              <p:nvPr/>
            </p:nvSpPr>
            <p:spPr>
              <a:xfrm>
                <a:off x="3396965" y="1736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25" name="ph1725"/>
              <p:cNvSpPr/>
              <p:nvPr/>
            </p:nvSpPr>
            <p:spPr>
              <a:xfrm>
                <a:off x="3406349" y="1736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26" name="ph1726"/>
              <p:cNvSpPr/>
              <p:nvPr/>
            </p:nvSpPr>
            <p:spPr>
              <a:xfrm>
                <a:off x="3415733" y="1736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27" name="ph1727"/>
              <p:cNvSpPr/>
              <p:nvPr/>
            </p:nvSpPr>
            <p:spPr>
              <a:xfrm>
                <a:off x="3425118" y="1736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28" name="ph1728"/>
              <p:cNvSpPr/>
              <p:nvPr/>
            </p:nvSpPr>
            <p:spPr>
              <a:xfrm>
                <a:off x="3312506" y="1748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29" name="ph1729"/>
              <p:cNvSpPr/>
              <p:nvPr/>
            </p:nvSpPr>
            <p:spPr>
              <a:xfrm>
                <a:off x="3321891" y="1748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30" name="ph1730"/>
              <p:cNvSpPr/>
              <p:nvPr/>
            </p:nvSpPr>
            <p:spPr>
              <a:xfrm>
                <a:off x="3331275" y="1748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31" name="ph1731"/>
              <p:cNvSpPr/>
              <p:nvPr/>
            </p:nvSpPr>
            <p:spPr>
              <a:xfrm>
                <a:off x="3340659" y="1748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32" name="ph1732"/>
              <p:cNvSpPr/>
              <p:nvPr/>
            </p:nvSpPr>
            <p:spPr>
              <a:xfrm>
                <a:off x="3350043" y="1748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33" name="ph1733"/>
              <p:cNvSpPr/>
              <p:nvPr/>
            </p:nvSpPr>
            <p:spPr>
              <a:xfrm>
                <a:off x="3359428" y="1748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34" name="ph1734"/>
              <p:cNvSpPr/>
              <p:nvPr/>
            </p:nvSpPr>
            <p:spPr>
              <a:xfrm>
                <a:off x="3368812" y="1748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35" name="ph1735"/>
              <p:cNvSpPr/>
              <p:nvPr/>
            </p:nvSpPr>
            <p:spPr>
              <a:xfrm>
                <a:off x="3378196" y="1748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36" name="ph1736"/>
              <p:cNvSpPr/>
              <p:nvPr/>
            </p:nvSpPr>
            <p:spPr>
              <a:xfrm>
                <a:off x="3387581" y="1748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37" name="ph1737"/>
              <p:cNvSpPr/>
              <p:nvPr/>
            </p:nvSpPr>
            <p:spPr>
              <a:xfrm>
                <a:off x="3396965" y="1748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38" name="ph1738"/>
              <p:cNvSpPr/>
              <p:nvPr/>
            </p:nvSpPr>
            <p:spPr>
              <a:xfrm>
                <a:off x="3406349" y="1748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39" name="ph1739"/>
              <p:cNvSpPr/>
              <p:nvPr/>
            </p:nvSpPr>
            <p:spPr>
              <a:xfrm>
                <a:off x="3415733" y="1748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40" name="ph1740"/>
              <p:cNvSpPr/>
              <p:nvPr/>
            </p:nvSpPr>
            <p:spPr>
              <a:xfrm>
                <a:off x="3425118" y="1748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41" name="ph1741"/>
              <p:cNvSpPr/>
              <p:nvPr/>
            </p:nvSpPr>
            <p:spPr>
              <a:xfrm>
                <a:off x="3434502" y="1748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42" name="ph1742"/>
              <p:cNvSpPr/>
              <p:nvPr/>
            </p:nvSpPr>
            <p:spPr>
              <a:xfrm>
                <a:off x="3312506" y="1759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43" name="ph1743"/>
              <p:cNvSpPr/>
              <p:nvPr/>
            </p:nvSpPr>
            <p:spPr>
              <a:xfrm>
                <a:off x="3321891" y="1759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44" name="ph1744"/>
              <p:cNvSpPr/>
              <p:nvPr/>
            </p:nvSpPr>
            <p:spPr>
              <a:xfrm>
                <a:off x="3331275" y="1759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45" name="ph1745"/>
              <p:cNvSpPr/>
              <p:nvPr/>
            </p:nvSpPr>
            <p:spPr>
              <a:xfrm>
                <a:off x="3340659" y="1759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46" name="ph1746"/>
              <p:cNvSpPr/>
              <p:nvPr/>
            </p:nvSpPr>
            <p:spPr>
              <a:xfrm>
                <a:off x="3350043" y="1759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47" name="ph1747"/>
              <p:cNvSpPr/>
              <p:nvPr/>
            </p:nvSpPr>
            <p:spPr>
              <a:xfrm>
                <a:off x="3359428" y="1759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48" name="ph1748"/>
              <p:cNvSpPr/>
              <p:nvPr/>
            </p:nvSpPr>
            <p:spPr>
              <a:xfrm>
                <a:off x="3368812" y="1759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49" name="ph1749"/>
              <p:cNvSpPr/>
              <p:nvPr/>
            </p:nvSpPr>
            <p:spPr>
              <a:xfrm>
                <a:off x="3378196" y="1759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50" name="ph1750"/>
              <p:cNvSpPr/>
              <p:nvPr/>
            </p:nvSpPr>
            <p:spPr>
              <a:xfrm>
                <a:off x="3387581" y="1759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51" name="ph1751"/>
              <p:cNvSpPr/>
              <p:nvPr/>
            </p:nvSpPr>
            <p:spPr>
              <a:xfrm>
                <a:off x="3396965" y="1759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52" name="ph1752"/>
              <p:cNvSpPr/>
              <p:nvPr/>
            </p:nvSpPr>
            <p:spPr>
              <a:xfrm>
                <a:off x="3406349" y="1759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53" name="ph1753"/>
              <p:cNvSpPr/>
              <p:nvPr/>
            </p:nvSpPr>
            <p:spPr>
              <a:xfrm>
                <a:off x="3415733" y="1759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54" name="ph1754"/>
              <p:cNvSpPr/>
              <p:nvPr/>
            </p:nvSpPr>
            <p:spPr>
              <a:xfrm>
                <a:off x="3425118" y="1759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55" name="ph1755"/>
              <p:cNvSpPr/>
              <p:nvPr/>
            </p:nvSpPr>
            <p:spPr>
              <a:xfrm>
                <a:off x="3434502" y="1759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56" name="ph1756"/>
              <p:cNvSpPr/>
              <p:nvPr/>
            </p:nvSpPr>
            <p:spPr>
              <a:xfrm>
                <a:off x="3443886" y="1759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57" name="ph1757"/>
              <p:cNvSpPr/>
              <p:nvPr/>
            </p:nvSpPr>
            <p:spPr>
              <a:xfrm>
                <a:off x="3312506" y="1771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58" name="ph1758"/>
              <p:cNvSpPr/>
              <p:nvPr/>
            </p:nvSpPr>
            <p:spPr>
              <a:xfrm>
                <a:off x="3321891" y="1771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59" name="ph1759"/>
              <p:cNvSpPr/>
              <p:nvPr/>
            </p:nvSpPr>
            <p:spPr>
              <a:xfrm>
                <a:off x="3331275" y="1771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60" name="ph1760"/>
              <p:cNvSpPr/>
              <p:nvPr/>
            </p:nvSpPr>
            <p:spPr>
              <a:xfrm>
                <a:off x="3340659" y="1771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61" name="ph1761"/>
              <p:cNvSpPr/>
              <p:nvPr/>
            </p:nvSpPr>
            <p:spPr>
              <a:xfrm>
                <a:off x="3350043" y="1771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62" name="ph1762"/>
              <p:cNvSpPr/>
              <p:nvPr/>
            </p:nvSpPr>
            <p:spPr>
              <a:xfrm>
                <a:off x="3359428" y="1771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63" name="ph1763"/>
              <p:cNvSpPr/>
              <p:nvPr/>
            </p:nvSpPr>
            <p:spPr>
              <a:xfrm>
                <a:off x="3368812" y="1771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64" name="ph1764"/>
              <p:cNvSpPr/>
              <p:nvPr/>
            </p:nvSpPr>
            <p:spPr>
              <a:xfrm>
                <a:off x="3378196" y="1771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65" name="ph1765"/>
              <p:cNvSpPr/>
              <p:nvPr/>
            </p:nvSpPr>
            <p:spPr>
              <a:xfrm>
                <a:off x="3387581" y="1771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66" name="ph1766"/>
              <p:cNvSpPr/>
              <p:nvPr/>
            </p:nvSpPr>
            <p:spPr>
              <a:xfrm>
                <a:off x="3396965" y="1771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67" name="ph1767"/>
              <p:cNvSpPr/>
              <p:nvPr/>
            </p:nvSpPr>
            <p:spPr>
              <a:xfrm>
                <a:off x="3406349" y="1771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68" name="ph1768"/>
              <p:cNvSpPr/>
              <p:nvPr/>
            </p:nvSpPr>
            <p:spPr>
              <a:xfrm>
                <a:off x="3415733" y="1771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69" name="ph1769"/>
              <p:cNvSpPr/>
              <p:nvPr/>
            </p:nvSpPr>
            <p:spPr>
              <a:xfrm>
                <a:off x="3425118" y="1771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70" name="ph1770"/>
              <p:cNvSpPr/>
              <p:nvPr/>
            </p:nvSpPr>
            <p:spPr>
              <a:xfrm>
                <a:off x="3434502" y="1771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71" name="ph1771"/>
              <p:cNvSpPr/>
              <p:nvPr/>
            </p:nvSpPr>
            <p:spPr>
              <a:xfrm>
                <a:off x="3443886" y="1771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72" name="ph1772"/>
              <p:cNvSpPr/>
              <p:nvPr/>
            </p:nvSpPr>
            <p:spPr>
              <a:xfrm>
                <a:off x="3312506" y="1782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73" name="ph1773"/>
              <p:cNvSpPr/>
              <p:nvPr/>
            </p:nvSpPr>
            <p:spPr>
              <a:xfrm>
                <a:off x="3321891" y="1782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74" name="ph1774"/>
              <p:cNvSpPr/>
              <p:nvPr/>
            </p:nvSpPr>
            <p:spPr>
              <a:xfrm>
                <a:off x="3331275" y="1782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75" name="ph1775"/>
              <p:cNvSpPr/>
              <p:nvPr/>
            </p:nvSpPr>
            <p:spPr>
              <a:xfrm>
                <a:off x="3340659" y="1782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76" name="ph1776"/>
              <p:cNvSpPr/>
              <p:nvPr/>
            </p:nvSpPr>
            <p:spPr>
              <a:xfrm>
                <a:off x="3350043" y="1782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77" name="ph1777"/>
              <p:cNvSpPr/>
              <p:nvPr/>
            </p:nvSpPr>
            <p:spPr>
              <a:xfrm>
                <a:off x="3359428" y="1782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78" name="ph1778"/>
              <p:cNvSpPr/>
              <p:nvPr/>
            </p:nvSpPr>
            <p:spPr>
              <a:xfrm>
                <a:off x="3368812" y="1782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79" name="ph1779"/>
              <p:cNvSpPr/>
              <p:nvPr/>
            </p:nvSpPr>
            <p:spPr>
              <a:xfrm>
                <a:off x="3378196" y="1782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80" name="ph1780"/>
              <p:cNvSpPr/>
              <p:nvPr/>
            </p:nvSpPr>
            <p:spPr>
              <a:xfrm>
                <a:off x="3387581" y="1782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81" name="ph1781"/>
              <p:cNvSpPr/>
              <p:nvPr/>
            </p:nvSpPr>
            <p:spPr>
              <a:xfrm>
                <a:off x="3396965" y="1782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82" name="ph1782"/>
              <p:cNvSpPr/>
              <p:nvPr/>
            </p:nvSpPr>
            <p:spPr>
              <a:xfrm>
                <a:off x="3406349" y="1782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83" name="ph1783"/>
              <p:cNvSpPr/>
              <p:nvPr/>
            </p:nvSpPr>
            <p:spPr>
              <a:xfrm>
                <a:off x="3415733" y="1782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84" name="ph1784"/>
              <p:cNvSpPr/>
              <p:nvPr/>
            </p:nvSpPr>
            <p:spPr>
              <a:xfrm>
                <a:off x="3425118" y="1782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85" name="ph1785"/>
              <p:cNvSpPr/>
              <p:nvPr/>
            </p:nvSpPr>
            <p:spPr>
              <a:xfrm>
                <a:off x="3434502" y="1782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86" name="ph1786"/>
              <p:cNvSpPr/>
              <p:nvPr/>
            </p:nvSpPr>
            <p:spPr>
              <a:xfrm>
                <a:off x="3443886" y="1782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87" name="ph1787"/>
              <p:cNvSpPr/>
              <p:nvPr/>
            </p:nvSpPr>
            <p:spPr>
              <a:xfrm>
                <a:off x="3453270" y="1782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88" name="ph1788"/>
              <p:cNvSpPr/>
              <p:nvPr/>
            </p:nvSpPr>
            <p:spPr>
              <a:xfrm>
                <a:off x="3321891" y="1794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89" name="ph1789"/>
              <p:cNvSpPr/>
              <p:nvPr/>
            </p:nvSpPr>
            <p:spPr>
              <a:xfrm>
                <a:off x="3331275" y="1794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90" name="ph1790"/>
              <p:cNvSpPr/>
              <p:nvPr/>
            </p:nvSpPr>
            <p:spPr>
              <a:xfrm>
                <a:off x="3340659" y="1794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91" name="ph1791"/>
              <p:cNvSpPr/>
              <p:nvPr/>
            </p:nvSpPr>
            <p:spPr>
              <a:xfrm>
                <a:off x="3350043" y="1794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BC5AC">
                  <a:alpha val="100000"/>
                </a:srgbClr>
              </a:solidFill>
              <a:ln w="5420" cap="flat">
                <a:solidFill>
                  <a:srgbClr val="5B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92" name="ph1792"/>
              <p:cNvSpPr/>
              <p:nvPr/>
            </p:nvSpPr>
            <p:spPr>
              <a:xfrm>
                <a:off x="3359428" y="1794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93" name="ph1793"/>
              <p:cNvSpPr/>
              <p:nvPr/>
            </p:nvSpPr>
            <p:spPr>
              <a:xfrm>
                <a:off x="3368812" y="1794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94" name="ph1794"/>
              <p:cNvSpPr/>
              <p:nvPr/>
            </p:nvSpPr>
            <p:spPr>
              <a:xfrm>
                <a:off x="3378196" y="1794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95" name="ph1795"/>
              <p:cNvSpPr/>
              <p:nvPr/>
            </p:nvSpPr>
            <p:spPr>
              <a:xfrm>
                <a:off x="3387581" y="1794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96" name="ph1796"/>
              <p:cNvSpPr/>
              <p:nvPr/>
            </p:nvSpPr>
            <p:spPr>
              <a:xfrm>
                <a:off x="3396965" y="1794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97" name="ph1797"/>
              <p:cNvSpPr/>
              <p:nvPr/>
            </p:nvSpPr>
            <p:spPr>
              <a:xfrm>
                <a:off x="3406349" y="1794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98" name="ph1798"/>
              <p:cNvSpPr/>
              <p:nvPr/>
            </p:nvSpPr>
            <p:spPr>
              <a:xfrm>
                <a:off x="3415733" y="1794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99" name="ph1799"/>
              <p:cNvSpPr/>
              <p:nvPr/>
            </p:nvSpPr>
            <p:spPr>
              <a:xfrm>
                <a:off x="3425118" y="1794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00" name="ph1800"/>
              <p:cNvSpPr/>
              <p:nvPr/>
            </p:nvSpPr>
            <p:spPr>
              <a:xfrm>
                <a:off x="3434502" y="1794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01" name="ph1801"/>
              <p:cNvSpPr/>
              <p:nvPr/>
            </p:nvSpPr>
            <p:spPr>
              <a:xfrm>
                <a:off x="3443886" y="1794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02" name="ph1802"/>
              <p:cNvSpPr/>
              <p:nvPr/>
            </p:nvSpPr>
            <p:spPr>
              <a:xfrm>
                <a:off x="3453270" y="1794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03" name="ph1803"/>
              <p:cNvSpPr/>
              <p:nvPr/>
            </p:nvSpPr>
            <p:spPr>
              <a:xfrm>
                <a:off x="3293738" y="1805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04" name="ph1804"/>
              <p:cNvSpPr/>
              <p:nvPr/>
            </p:nvSpPr>
            <p:spPr>
              <a:xfrm>
                <a:off x="3303122" y="1805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05" name="ph1805"/>
              <p:cNvSpPr/>
              <p:nvPr/>
            </p:nvSpPr>
            <p:spPr>
              <a:xfrm>
                <a:off x="3312506" y="1805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06" name="ph1806"/>
              <p:cNvSpPr/>
              <p:nvPr/>
            </p:nvSpPr>
            <p:spPr>
              <a:xfrm>
                <a:off x="3321891" y="1805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07" name="ph1807"/>
              <p:cNvSpPr/>
              <p:nvPr/>
            </p:nvSpPr>
            <p:spPr>
              <a:xfrm>
                <a:off x="3331275" y="1805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08" name="ph1808"/>
              <p:cNvSpPr/>
              <p:nvPr/>
            </p:nvSpPr>
            <p:spPr>
              <a:xfrm>
                <a:off x="3340659" y="1805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09" name="ph1809"/>
              <p:cNvSpPr/>
              <p:nvPr/>
            </p:nvSpPr>
            <p:spPr>
              <a:xfrm>
                <a:off x="3350043" y="1805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10" name="ph1810"/>
              <p:cNvSpPr/>
              <p:nvPr/>
            </p:nvSpPr>
            <p:spPr>
              <a:xfrm>
                <a:off x="3359428" y="1805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11" name="ph1811"/>
              <p:cNvSpPr/>
              <p:nvPr/>
            </p:nvSpPr>
            <p:spPr>
              <a:xfrm>
                <a:off x="3368812" y="1805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12" name="ph1812"/>
              <p:cNvSpPr/>
              <p:nvPr/>
            </p:nvSpPr>
            <p:spPr>
              <a:xfrm>
                <a:off x="3378196" y="1805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BC5AC">
                  <a:alpha val="100000"/>
                </a:srgbClr>
              </a:solidFill>
              <a:ln w="5420" cap="flat">
                <a:solidFill>
                  <a:srgbClr val="5B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13" name="ph1813"/>
              <p:cNvSpPr/>
              <p:nvPr/>
            </p:nvSpPr>
            <p:spPr>
              <a:xfrm>
                <a:off x="3387581" y="1805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14" name="ph1814"/>
              <p:cNvSpPr/>
              <p:nvPr/>
            </p:nvSpPr>
            <p:spPr>
              <a:xfrm>
                <a:off x="3396965" y="1805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15" name="ph1815"/>
              <p:cNvSpPr/>
              <p:nvPr/>
            </p:nvSpPr>
            <p:spPr>
              <a:xfrm>
                <a:off x="3406349" y="1805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16" name="ph1816"/>
              <p:cNvSpPr/>
              <p:nvPr/>
            </p:nvSpPr>
            <p:spPr>
              <a:xfrm>
                <a:off x="3415733" y="1805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17" name="ph1817"/>
              <p:cNvSpPr/>
              <p:nvPr/>
            </p:nvSpPr>
            <p:spPr>
              <a:xfrm>
                <a:off x="3425118" y="1805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18" name="ph1818"/>
              <p:cNvSpPr/>
              <p:nvPr/>
            </p:nvSpPr>
            <p:spPr>
              <a:xfrm>
                <a:off x="3434502" y="1805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19" name="ph1819"/>
              <p:cNvSpPr/>
              <p:nvPr/>
            </p:nvSpPr>
            <p:spPr>
              <a:xfrm>
                <a:off x="3443886" y="1805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20" name="ph1820"/>
              <p:cNvSpPr/>
              <p:nvPr/>
            </p:nvSpPr>
            <p:spPr>
              <a:xfrm>
                <a:off x="3293738" y="1817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21" name="ph1821"/>
              <p:cNvSpPr/>
              <p:nvPr/>
            </p:nvSpPr>
            <p:spPr>
              <a:xfrm>
                <a:off x="3303122" y="1817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22" name="ph1822"/>
              <p:cNvSpPr/>
              <p:nvPr/>
            </p:nvSpPr>
            <p:spPr>
              <a:xfrm>
                <a:off x="3312506" y="1817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23" name="ph1823"/>
              <p:cNvSpPr/>
              <p:nvPr/>
            </p:nvSpPr>
            <p:spPr>
              <a:xfrm>
                <a:off x="3321891" y="1817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24" name="ph1824"/>
              <p:cNvSpPr/>
              <p:nvPr/>
            </p:nvSpPr>
            <p:spPr>
              <a:xfrm>
                <a:off x="3331275" y="1817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25" name="ph1825"/>
              <p:cNvSpPr/>
              <p:nvPr/>
            </p:nvSpPr>
            <p:spPr>
              <a:xfrm>
                <a:off x="3340659" y="1817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26" name="ph1826"/>
              <p:cNvSpPr/>
              <p:nvPr/>
            </p:nvSpPr>
            <p:spPr>
              <a:xfrm>
                <a:off x="3350043" y="1817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27" name="ph1827"/>
              <p:cNvSpPr/>
              <p:nvPr/>
            </p:nvSpPr>
            <p:spPr>
              <a:xfrm>
                <a:off x="3359428" y="1817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28" name="ph1828"/>
              <p:cNvSpPr/>
              <p:nvPr/>
            </p:nvSpPr>
            <p:spPr>
              <a:xfrm>
                <a:off x="3368812" y="1817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29" name="ph1829"/>
              <p:cNvSpPr/>
              <p:nvPr/>
            </p:nvSpPr>
            <p:spPr>
              <a:xfrm>
                <a:off x="3378196" y="1817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30" name="ph1830"/>
              <p:cNvSpPr/>
              <p:nvPr/>
            </p:nvSpPr>
            <p:spPr>
              <a:xfrm>
                <a:off x="3387581" y="1817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31" name="ph1831"/>
              <p:cNvSpPr/>
              <p:nvPr/>
            </p:nvSpPr>
            <p:spPr>
              <a:xfrm>
                <a:off x="3396965" y="1817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32" name="ph1832"/>
              <p:cNvSpPr/>
              <p:nvPr/>
            </p:nvSpPr>
            <p:spPr>
              <a:xfrm>
                <a:off x="3406349" y="1817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33" name="ph1833"/>
              <p:cNvSpPr/>
              <p:nvPr/>
            </p:nvSpPr>
            <p:spPr>
              <a:xfrm>
                <a:off x="3415733" y="1817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34" name="ph1834"/>
              <p:cNvSpPr/>
              <p:nvPr/>
            </p:nvSpPr>
            <p:spPr>
              <a:xfrm>
                <a:off x="3425118" y="1817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35" name="ph1835"/>
              <p:cNvSpPr/>
              <p:nvPr/>
            </p:nvSpPr>
            <p:spPr>
              <a:xfrm>
                <a:off x="3434502" y="1817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36" name="ph1836"/>
              <p:cNvSpPr/>
              <p:nvPr/>
            </p:nvSpPr>
            <p:spPr>
              <a:xfrm>
                <a:off x="3293738" y="182896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37" name="ph1837"/>
              <p:cNvSpPr/>
              <p:nvPr/>
            </p:nvSpPr>
            <p:spPr>
              <a:xfrm>
                <a:off x="3303122" y="182896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38" name="ph1838"/>
              <p:cNvSpPr/>
              <p:nvPr/>
            </p:nvSpPr>
            <p:spPr>
              <a:xfrm>
                <a:off x="3312506" y="182896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39" name="ph1839"/>
              <p:cNvSpPr/>
              <p:nvPr/>
            </p:nvSpPr>
            <p:spPr>
              <a:xfrm>
                <a:off x="3321891" y="182896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40" name="ph1840"/>
              <p:cNvSpPr/>
              <p:nvPr/>
            </p:nvSpPr>
            <p:spPr>
              <a:xfrm>
                <a:off x="3331275" y="182896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41" name="ph1841"/>
              <p:cNvSpPr/>
              <p:nvPr/>
            </p:nvSpPr>
            <p:spPr>
              <a:xfrm>
                <a:off x="3340659" y="182896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42" name="ph1842"/>
              <p:cNvSpPr/>
              <p:nvPr/>
            </p:nvSpPr>
            <p:spPr>
              <a:xfrm>
                <a:off x="3350043" y="182896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43" name="ph1843"/>
              <p:cNvSpPr/>
              <p:nvPr/>
            </p:nvSpPr>
            <p:spPr>
              <a:xfrm>
                <a:off x="3359428" y="182896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44" name="ph1844"/>
              <p:cNvSpPr/>
              <p:nvPr/>
            </p:nvSpPr>
            <p:spPr>
              <a:xfrm>
                <a:off x="3368812" y="182896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45" name="ph1845"/>
              <p:cNvSpPr/>
              <p:nvPr/>
            </p:nvSpPr>
            <p:spPr>
              <a:xfrm>
                <a:off x="3378196" y="182896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46" name="ph1846"/>
              <p:cNvSpPr/>
              <p:nvPr/>
            </p:nvSpPr>
            <p:spPr>
              <a:xfrm>
                <a:off x="3387581" y="182896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47" name="ph1847"/>
              <p:cNvSpPr/>
              <p:nvPr/>
            </p:nvSpPr>
            <p:spPr>
              <a:xfrm>
                <a:off x="3396965" y="182896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48" name="ph1848"/>
              <p:cNvSpPr/>
              <p:nvPr/>
            </p:nvSpPr>
            <p:spPr>
              <a:xfrm>
                <a:off x="3406349" y="182896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49" name="ph1849"/>
              <p:cNvSpPr/>
              <p:nvPr/>
            </p:nvSpPr>
            <p:spPr>
              <a:xfrm>
                <a:off x="3415733" y="182896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50" name="ph1850"/>
              <p:cNvSpPr/>
              <p:nvPr/>
            </p:nvSpPr>
            <p:spPr>
              <a:xfrm>
                <a:off x="3425118" y="182896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51" name="ph1851"/>
              <p:cNvSpPr/>
              <p:nvPr/>
            </p:nvSpPr>
            <p:spPr>
              <a:xfrm>
                <a:off x="3293738" y="184049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52" name="ph1852"/>
              <p:cNvSpPr/>
              <p:nvPr/>
            </p:nvSpPr>
            <p:spPr>
              <a:xfrm>
                <a:off x="3303122" y="184049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53" name="ph1853"/>
              <p:cNvSpPr/>
              <p:nvPr/>
            </p:nvSpPr>
            <p:spPr>
              <a:xfrm>
                <a:off x="3312506" y="184049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54" name="ph1854"/>
              <p:cNvSpPr/>
              <p:nvPr/>
            </p:nvSpPr>
            <p:spPr>
              <a:xfrm>
                <a:off x="3321891" y="184049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55" name="ph1855"/>
              <p:cNvSpPr/>
              <p:nvPr/>
            </p:nvSpPr>
            <p:spPr>
              <a:xfrm>
                <a:off x="3331275" y="184049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56" name="ph1856"/>
              <p:cNvSpPr/>
              <p:nvPr/>
            </p:nvSpPr>
            <p:spPr>
              <a:xfrm>
                <a:off x="3340659" y="184049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57" name="ph1857"/>
              <p:cNvSpPr/>
              <p:nvPr/>
            </p:nvSpPr>
            <p:spPr>
              <a:xfrm>
                <a:off x="3350043" y="184049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58" name="ph1858"/>
              <p:cNvSpPr/>
              <p:nvPr/>
            </p:nvSpPr>
            <p:spPr>
              <a:xfrm>
                <a:off x="3359428" y="184049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59" name="ph1859"/>
              <p:cNvSpPr/>
              <p:nvPr/>
            </p:nvSpPr>
            <p:spPr>
              <a:xfrm>
                <a:off x="3368812" y="184049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60" name="ph1860"/>
              <p:cNvSpPr/>
              <p:nvPr/>
            </p:nvSpPr>
            <p:spPr>
              <a:xfrm>
                <a:off x="3378196" y="184049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61" name="ph1861"/>
              <p:cNvSpPr/>
              <p:nvPr/>
            </p:nvSpPr>
            <p:spPr>
              <a:xfrm>
                <a:off x="3387581" y="184049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62" name="ph1862"/>
              <p:cNvSpPr/>
              <p:nvPr/>
            </p:nvSpPr>
            <p:spPr>
              <a:xfrm>
                <a:off x="3396965" y="184049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63" name="ph1863"/>
              <p:cNvSpPr/>
              <p:nvPr/>
            </p:nvSpPr>
            <p:spPr>
              <a:xfrm>
                <a:off x="3406349" y="184049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64" name="ph1864"/>
              <p:cNvSpPr/>
              <p:nvPr/>
            </p:nvSpPr>
            <p:spPr>
              <a:xfrm>
                <a:off x="3415733" y="184049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65" name="ph1865"/>
              <p:cNvSpPr/>
              <p:nvPr/>
            </p:nvSpPr>
            <p:spPr>
              <a:xfrm>
                <a:off x="3284354" y="1852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66" name="ph1866"/>
              <p:cNvSpPr/>
              <p:nvPr/>
            </p:nvSpPr>
            <p:spPr>
              <a:xfrm>
                <a:off x="3293738" y="1852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67" name="ph1867"/>
              <p:cNvSpPr/>
              <p:nvPr/>
            </p:nvSpPr>
            <p:spPr>
              <a:xfrm>
                <a:off x="3303122" y="1852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68" name="ph1868"/>
              <p:cNvSpPr/>
              <p:nvPr/>
            </p:nvSpPr>
            <p:spPr>
              <a:xfrm>
                <a:off x="3312506" y="1852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ECCAC">
                  <a:alpha val="100000"/>
                </a:srgbClr>
              </a:solidFill>
              <a:ln w="5420" cap="flat">
                <a:solidFill>
                  <a:srgbClr val="5E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69" name="ph1869"/>
              <p:cNvSpPr/>
              <p:nvPr/>
            </p:nvSpPr>
            <p:spPr>
              <a:xfrm>
                <a:off x="3321891" y="1852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70" name="ph1870"/>
              <p:cNvSpPr/>
              <p:nvPr/>
            </p:nvSpPr>
            <p:spPr>
              <a:xfrm>
                <a:off x="3331275" y="1852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71" name="ph1871"/>
              <p:cNvSpPr/>
              <p:nvPr/>
            </p:nvSpPr>
            <p:spPr>
              <a:xfrm>
                <a:off x="3340659" y="1852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72" name="ph1872"/>
              <p:cNvSpPr/>
              <p:nvPr/>
            </p:nvSpPr>
            <p:spPr>
              <a:xfrm>
                <a:off x="3350043" y="1852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73" name="ph1873"/>
              <p:cNvSpPr/>
              <p:nvPr/>
            </p:nvSpPr>
            <p:spPr>
              <a:xfrm>
                <a:off x="3359428" y="1852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74" name="ph1874"/>
              <p:cNvSpPr/>
              <p:nvPr/>
            </p:nvSpPr>
            <p:spPr>
              <a:xfrm>
                <a:off x="3368812" y="1852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75" name="ph1875"/>
              <p:cNvSpPr/>
              <p:nvPr/>
            </p:nvSpPr>
            <p:spPr>
              <a:xfrm>
                <a:off x="3378196" y="1852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76" name="ph1876"/>
              <p:cNvSpPr/>
              <p:nvPr/>
            </p:nvSpPr>
            <p:spPr>
              <a:xfrm>
                <a:off x="3387581" y="1852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77" name="ph1877"/>
              <p:cNvSpPr/>
              <p:nvPr/>
            </p:nvSpPr>
            <p:spPr>
              <a:xfrm>
                <a:off x="3396965" y="1852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78" name="ph1878"/>
              <p:cNvSpPr/>
              <p:nvPr/>
            </p:nvSpPr>
            <p:spPr>
              <a:xfrm>
                <a:off x="3284354" y="1863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79" name="ph1879"/>
              <p:cNvSpPr/>
              <p:nvPr/>
            </p:nvSpPr>
            <p:spPr>
              <a:xfrm>
                <a:off x="3293738" y="1863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2CEAD">
                  <a:alpha val="100000"/>
                </a:srgbClr>
              </a:solidFill>
              <a:ln w="5420" cap="flat">
                <a:solidFill>
                  <a:srgbClr val="62CE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80" name="ph1880"/>
              <p:cNvSpPr/>
              <p:nvPr/>
            </p:nvSpPr>
            <p:spPr>
              <a:xfrm>
                <a:off x="3303122" y="1863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81" name="ph1881"/>
              <p:cNvSpPr/>
              <p:nvPr/>
            </p:nvSpPr>
            <p:spPr>
              <a:xfrm>
                <a:off x="3312506" y="1863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82" name="ph1882"/>
              <p:cNvSpPr/>
              <p:nvPr/>
            </p:nvSpPr>
            <p:spPr>
              <a:xfrm>
                <a:off x="3321891" y="1863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83" name="ph1883"/>
              <p:cNvSpPr/>
              <p:nvPr/>
            </p:nvSpPr>
            <p:spPr>
              <a:xfrm>
                <a:off x="3331275" y="1863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84" name="ph1884"/>
              <p:cNvSpPr/>
              <p:nvPr/>
            </p:nvSpPr>
            <p:spPr>
              <a:xfrm>
                <a:off x="3340659" y="1863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85" name="ph1885"/>
              <p:cNvSpPr/>
              <p:nvPr/>
            </p:nvSpPr>
            <p:spPr>
              <a:xfrm>
                <a:off x="3350043" y="1863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86" name="ph1886"/>
              <p:cNvSpPr/>
              <p:nvPr/>
            </p:nvSpPr>
            <p:spPr>
              <a:xfrm>
                <a:off x="3359428" y="1863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87" name="ph1887"/>
              <p:cNvSpPr/>
              <p:nvPr/>
            </p:nvSpPr>
            <p:spPr>
              <a:xfrm>
                <a:off x="3368812" y="1863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88" name="ph1888"/>
              <p:cNvSpPr/>
              <p:nvPr/>
            </p:nvSpPr>
            <p:spPr>
              <a:xfrm>
                <a:off x="3378196" y="1863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89" name="ph1889"/>
              <p:cNvSpPr/>
              <p:nvPr/>
            </p:nvSpPr>
            <p:spPr>
              <a:xfrm>
                <a:off x="3387581" y="1863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90" name="ph1890"/>
              <p:cNvSpPr/>
              <p:nvPr/>
            </p:nvSpPr>
            <p:spPr>
              <a:xfrm>
                <a:off x="3284354" y="1875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91" name="ph1891"/>
              <p:cNvSpPr/>
              <p:nvPr/>
            </p:nvSpPr>
            <p:spPr>
              <a:xfrm>
                <a:off x="3293738" y="1875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92" name="ph1892"/>
              <p:cNvSpPr/>
              <p:nvPr/>
            </p:nvSpPr>
            <p:spPr>
              <a:xfrm>
                <a:off x="3303122" y="1875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93" name="ph1893"/>
              <p:cNvSpPr/>
              <p:nvPr/>
            </p:nvSpPr>
            <p:spPr>
              <a:xfrm>
                <a:off x="3312506" y="1875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2CFAD">
                  <a:alpha val="100000"/>
                </a:srgbClr>
              </a:solidFill>
              <a:ln w="5420" cap="flat">
                <a:solidFill>
                  <a:srgbClr val="62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94" name="ph1894"/>
              <p:cNvSpPr/>
              <p:nvPr/>
            </p:nvSpPr>
            <p:spPr>
              <a:xfrm>
                <a:off x="3321891" y="1875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95" name="ph1895"/>
              <p:cNvSpPr/>
              <p:nvPr/>
            </p:nvSpPr>
            <p:spPr>
              <a:xfrm>
                <a:off x="3331275" y="1875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96" name="ph1896"/>
              <p:cNvSpPr/>
              <p:nvPr/>
            </p:nvSpPr>
            <p:spPr>
              <a:xfrm>
                <a:off x="3340659" y="1875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97" name="ph1897"/>
              <p:cNvSpPr/>
              <p:nvPr/>
            </p:nvSpPr>
            <p:spPr>
              <a:xfrm>
                <a:off x="3350043" y="1875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98" name="ph1898"/>
              <p:cNvSpPr/>
              <p:nvPr/>
            </p:nvSpPr>
            <p:spPr>
              <a:xfrm>
                <a:off x="3359428" y="1875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99" name="ph1899"/>
              <p:cNvSpPr/>
              <p:nvPr/>
            </p:nvSpPr>
            <p:spPr>
              <a:xfrm>
                <a:off x="3368812" y="1875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00" name="ph1900"/>
              <p:cNvSpPr/>
              <p:nvPr/>
            </p:nvSpPr>
            <p:spPr>
              <a:xfrm>
                <a:off x="3378196" y="1875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01" name="ph1901"/>
              <p:cNvSpPr/>
              <p:nvPr/>
            </p:nvSpPr>
            <p:spPr>
              <a:xfrm>
                <a:off x="3265585" y="1886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BD1B0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02" name="ph1902"/>
              <p:cNvSpPr/>
              <p:nvPr/>
            </p:nvSpPr>
            <p:spPr>
              <a:xfrm>
                <a:off x="3274969" y="1886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AD1AF">
                  <a:alpha val="100000"/>
                </a:srgbClr>
              </a:solidFill>
              <a:ln w="5420" cap="flat">
                <a:solidFill>
                  <a:srgbClr val="6AD1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03" name="ph1903"/>
              <p:cNvSpPr/>
              <p:nvPr/>
            </p:nvSpPr>
            <p:spPr>
              <a:xfrm>
                <a:off x="3284354" y="1886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9D0AF">
                  <a:alpha val="100000"/>
                </a:srgbClr>
              </a:solidFill>
              <a:ln w="5420" cap="flat">
                <a:solidFill>
                  <a:srgbClr val="69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04" name="ph1904"/>
              <p:cNvSpPr/>
              <p:nvPr/>
            </p:nvSpPr>
            <p:spPr>
              <a:xfrm>
                <a:off x="3293738" y="1886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7D0AF">
                  <a:alpha val="100000"/>
                </a:srgbClr>
              </a:solidFill>
              <a:ln w="5420" cap="flat">
                <a:solidFill>
                  <a:srgbClr val="67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05" name="ph1905"/>
              <p:cNvSpPr/>
              <p:nvPr/>
            </p:nvSpPr>
            <p:spPr>
              <a:xfrm>
                <a:off x="3303122" y="1886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06" name="ph1906"/>
              <p:cNvSpPr/>
              <p:nvPr/>
            </p:nvSpPr>
            <p:spPr>
              <a:xfrm>
                <a:off x="3312506" y="1886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07" name="ph1907"/>
              <p:cNvSpPr/>
              <p:nvPr/>
            </p:nvSpPr>
            <p:spPr>
              <a:xfrm>
                <a:off x="3321891" y="1886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08" name="ph1908"/>
              <p:cNvSpPr/>
              <p:nvPr/>
            </p:nvSpPr>
            <p:spPr>
              <a:xfrm>
                <a:off x="3331275" y="1886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2CEAD">
                  <a:alpha val="100000"/>
                </a:srgbClr>
              </a:solidFill>
              <a:ln w="5420" cap="flat">
                <a:solidFill>
                  <a:srgbClr val="62CE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09" name="ph1909"/>
              <p:cNvSpPr/>
              <p:nvPr/>
            </p:nvSpPr>
            <p:spPr>
              <a:xfrm>
                <a:off x="3340659" y="1886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10" name="ph1910"/>
              <p:cNvSpPr/>
              <p:nvPr/>
            </p:nvSpPr>
            <p:spPr>
              <a:xfrm>
                <a:off x="3350043" y="1886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11" name="ph1911"/>
              <p:cNvSpPr/>
              <p:nvPr/>
            </p:nvSpPr>
            <p:spPr>
              <a:xfrm>
                <a:off x="3359428" y="1886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12" name="ph1912"/>
              <p:cNvSpPr/>
              <p:nvPr/>
            </p:nvSpPr>
            <p:spPr>
              <a:xfrm>
                <a:off x="3368812" y="1886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13" name="ph1913"/>
              <p:cNvSpPr/>
              <p:nvPr/>
            </p:nvSpPr>
            <p:spPr>
              <a:xfrm>
                <a:off x="3378196" y="1886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14" name="ph1914"/>
              <p:cNvSpPr/>
              <p:nvPr/>
            </p:nvSpPr>
            <p:spPr>
              <a:xfrm>
                <a:off x="3256201" y="1898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15" name="ph1915"/>
              <p:cNvSpPr/>
              <p:nvPr/>
            </p:nvSpPr>
            <p:spPr>
              <a:xfrm>
                <a:off x="3265585" y="1898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DD1B1">
                  <a:alpha val="100000"/>
                </a:srgbClr>
              </a:solidFill>
              <a:ln w="5420" cap="flat">
                <a:solidFill>
                  <a:srgbClr val="6DD1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16" name="ph1916"/>
              <p:cNvSpPr/>
              <p:nvPr/>
            </p:nvSpPr>
            <p:spPr>
              <a:xfrm>
                <a:off x="3274969" y="1898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CD1B0">
                  <a:alpha val="100000"/>
                </a:srgbClr>
              </a:solidFill>
              <a:ln w="5420" cap="flat">
                <a:solidFill>
                  <a:srgbClr val="6C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17" name="ph1917"/>
              <p:cNvSpPr/>
              <p:nvPr/>
            </p:nvSpPr>
            <p:spPr>
              <a:xfrm>
                <a:off x="3284354" y="1898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BD1B0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18" name="ph1918"/>
              <p:cNvSpPr/>
              <p:nvPr/>
            </p:nvSpPr>
            <p:spPr>
              <a:xfrm>
                <a:off x="3293738" y="1898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AD1B0">
                  <a:alpha val="100000"/>
                </a:srgbClr>
              </a:solidFill>
              <a:ln w="5420" cap="flat">
                <a:solidFill>
                  <a:srgbClr val="6A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19" name="ph1919"/>
              <p:cNvSpPr/>
              <p:nvPr/>
            </p:nvSpPr>
            <p:spPr>
              <a:xfrm>
                <a:off x="3303122" y="1898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9D0AF">
                  <a:alpha val="100000"/>
                </a:srgbClr>
              </a:solidFill>
              <a:ln w="5420" cap="flat">
                <a:solidFill>
                  <a:srgbClr val="69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20" name="ph1920"/>
              <p:cNvSpPr/>
              <p:nvPr/>
            </p:nvSpPr>
            <p:spPr>
              <a:xfrm>
                <a:off x="3312506" y="1898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7D0AF">
                  <a:alpha val="100000"/>
                </a:srgbClr>
              </a:solidFill>
              <a:ln w="5420" cap="flat">
                <a:solidFill>
                  <a:srgbClr val="67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21" name="ph1921"/>
              <p:cNvSpPr/>
              <p:nvPr/>
            </p:nvSpPr>
            <p:spPr>
              <a:xfrm>
                <a:off x="3321891" y="1898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6CFAE">
                  <a:alpha val="100000"/>
                </a:srgbClr>
              </a:solidFill>
              <a:ln w="5420" cap="flat">
                <a:solidFill>
                  <a:srgbClr val="66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22" name="ph1922"/>
              <p:cNvSpPr/>
              <p:nvPr/>
            </p:nvSpPr>
            <p:spPr>
              <a:xfrm>
                <a:off x="3331275" y="1898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23" name="ph1923"/>
              <p:cNvSpPr/>
              <p:nvPr/>
            </p:nvSpPr>
            <p:spPr>
              <a:xfrm>
                <a:off x="3340659" y="1898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2CFAD">
                  <a:alpha val="100000"/>
                </a:srgbClr>
              </a:solidFill>
              <a:ln w="5420" cap="flat">
                <a:solidFill>
                  <a:srgbClr val="62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24" name="ph1924"/>
              <p:cNvSpPr/>
              <p:nvPr/>
            </p:nvSpPr>
            <p:spPr>
              <a:xfrm>
                <a:off x="3350043" y="1898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25" name="ph1925"/>
              <p:cNvSpPr/>
              <p:nvPr/>
            </p:nvSpPr>
            <p:spPr>
              <a:xfrm>
                <a:off x="3359428" y="1898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26" name="ph1926"/>
              <p:cNvSpPr/>
              <p:nvPr/>
            </p:nvSpPr>
            <p:spPr>
              <a:xfrm>
                <a:off x="3368812" y="1898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27" name="ph1927"/>
              <p:cNvSpPr/>
              <p:nvPr/>
            </p:nvSpPr>
            <p:spPr>
              <a:xfrm>
                <a:off x="3378196" y="1898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28" name="ph1928"/>
              <p:cNvSpPr/>
              <p:nvPr/>
            </p:nvSpPr>
            <p:spPr>
              <a:xfrm>
                <a:off x="3256201" y="1909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FD2B2">
                  <a:alpha val="100000"/>
                </a:srgbClr>
              </a:solidFill>
              <a:ln w="5420" cap="flat">
                <a:solidFill>
                  <a:srgbClr val="6F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29" name="ph1929"/>
              <p:cNvSpPr/>
              <p:nvPr/>
            </p:nvSpPr>
            <p:spPr>
              <a:xfrm>
                <a:off x="3265585" y="1909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30" name="ph1930"/>
              <p:cNvSpPr/>
              <p:nvPr/>
            </p:nvSpPr>
            <p:spPr>
              <a:xfrm>
                <a:off x="3274969" y="1909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31" name="ph1931"/>
              <p:cNvSpPr/>
              <p:nvPr/>
            </p:nvSpPr>
            <p:spPr>
              <a:xfrm>
                <a:off x="3284354" y="1909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DD1B1">
                  <a:alpha val="100000"/>
                </a:srgbClr>
              </a:solidFill>
              <a:ln w="5420" cap="flat">
                <a:solidFill>
                  <a:srgbClr val="6DD1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32" name="ph1932"/>
              <p:cNvSpPr/>
              <p:nvPr/>
            </p:nvSpPr>
            <p:spPr>
              <a:xfrm>
                <a:off x="3293738" y="1909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CD1B0">
                  <a:alpha val="100000"/>
                </a:srgbClr>
              </a:solidFill>
              <a:ln w="5420" cap="flat">
                <a:solidFill>
                  <a:srgbClr val="6C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33" name="ph1933"/>
              <p:cNvSpPr/>
              <p:nvPr/>
            </p:nvSpPr>
            <p:spPr>
              <a:xfrm>
                <a:off x="3303122" y="1909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BD1B0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34" name="ph1934"/>
              <p:cNvSpPr/>
              <p:nvPr/>
            </p:nvSpPr>
            <p:spPr>
              <a:xfrm>
                <a:off x="3312506" y="1909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9D0AF">
                  <a:alpha val="100000"/>
                </a:srgbClr>
              </a:solidFill>
              <a:ln w="5420" cap="flat">
                <a:solidFill>
                  <a:srgbClr val="69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35" name="ph1935"/>
              <p:cNvSpPr/>
              <p:nvPr/>
            </p:nvSpPr>
            <p:spPr>
              <a:xfrm>
                <a:off x="3321891" y="1909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8D0AF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36" name="ph1936"/>
              <p:cNvSpPr/>
              <p:nvPr/>
            </p:nvSpPr>
            <p:spPr>
              <a:xfrm>
                <a:off x="3331275" y="1909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37" name="ph1937"/>
              <p:cNvSpPr/>
              <p:nvPr/>
            </p:nvSpPr>
            <p:spPr>
              <a:xfrm>
                <a:off x="3340659" y="1909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38" name="ph1938"/>
              <p:cNvSpPr/>
              <p:nvPr/>
            </p:nvSpPr>
            <p:spPr>
              <a:xfrm>
                <a:off x="3350043" y="1909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39" name="ph1939"/>
              <p:cNvSpPr/>
              <p:nvPr/>
            </p:nvSpPr>
            <p:spPr>
              <a:xfrm>
                <a:off x="3359428" y="1909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40" name="ph1940"/>
              <p:cNvSpPr/>
              <p:nvPr/>
            </p:nvSpPr>
            <p:spPr>
              <a:xfrm>
                <a:off x="3368812" y="1909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41" name="ph1941"/>
              <p:cNvSpPr/>
              <p:nvPr/>
            </p:nvSpPr>
            <p:spPr>
              <a:xfrm>
                <a:off x="3246816" y="1921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42" name="ph1942"/>
              <p:cNvSpPr/>
              <p:nvPr/>
            </p:nvSpPr>
            <p:spPr>
              <a:xfrm>
                <a:off x="3256201" y="1921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43" name="ph1943"/>
              <p:cNvSpPr/>
              <p:nvPr/>
            </p:nvSpPr>
            <p:spPr>
              <a:xfrm>
                <a:off x="3265585" y="1921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44" name="ph1944"/>
              <p:cNvSpPr/>
              <p:nvPr/>
            </p:nvSpPr>
            <p:spPr>
              <a:xfrm>
                <a:off x="3274969" y="1921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FD2B2">
                  <a:alpha val="100000"/>
                </a:srgbClr>
              </a:solidFill>
              <a:ln w="5420" cap="flat">
                <a:solidFill>
                  <a:srgbClr val="6F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45" name="ph1945"/>
              <p:cNvSpPr/>
              <p:nvPr/>
            </p:nvSpPr>
            <p:spPr>
              <a:xfrm>
                <a:off x="3284354" y="1921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FD2B1">
                  <a:alpha val="100000"/>
                </a:srgbClr>
              </a:solidFill>
              <a:ln w="5420" cap="flat">
                <a:solidFill>
                  <a:srgbClr val="6F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46" name="ph1946"/>
              <p:cNvSpPr/>
              <p:nvPr/>
            </p:nvSpPr>
            <p:spPr>
              <a:xfrm>
                <a:off x="3293738" y="1921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47" name="ph1947"/>
              <p:cNvSpPr/>
              <p:nvPr/>
            </p:nvSpPr>
            <p:spPr>
              <a:xfrm>
                <a:off x="3303122" y="1921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DD1B1">
                  <a:alpha val="100000"/>
                </a:srgbClr>
              </a:solidFill>
              <a:ln w="5420" cap="flat">
                <a:solidFill>
                  <a:srgbClr val="6DD1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48" name="ph1948"/>
              <p:cNvSpPr/>
              <p:nvPr/>
            </p:nvSpPr>
            <p:spPr>
              <a:xfrm>
                <a:off x="3312506" y="1921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BD1B0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49" name="ph1949"/>
              <p:cNvSpPr/>
              <p:nvPr/>
            </p:nvSpPr>
            <p:spPr>
              <a:xfrm>
                <a:off x="3321891" y="1921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AD1B0">
                  <a:alpha val="100000"/>
                </a:srgbClr>
              </a:solidFill>
              <a:ln w="5420" cap="flat">
                <a:solidFill>
                  <a:srgbClr val="6A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50" name="ph1950"/>
              <p:cNvSpPr/>
              <p:nvPr/>
            </p:nvSpPr>
            <p:spPr>
              <a:xfrm>
                <a:off x="3331275" y="1921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8D0AF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51" name="ph1951"/>
              <p:cNvSpPr/>
              <p:nvPr/>
            </p:nvSpPr>
            <p:spPr>
              <a:xfrm>
                <a:off x="3340659" y="1921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7D0AE">
                  <a:alpha val="100000"/>
                </a:srgbClr>
              </a:solidFill>
              <a:ln w="5420" cap="flat">
                <a:solidFill>
                  <a:srgbClr val="67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52" name="ph1952"/>
              <p:cNvSpPr/>
              <p:nvPr/>
            </p:nvSpPr>
            <p:spPr>
              <a:xfrm>
                <a:off x="3350043" y="1921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53" name="ph1953"/>
              <p:cNvSpPr/>
              <p:nvPr/>
            </p:nvSpPr>
            <p:spPr>
              <a:xfrm>
                <a:off x="3359428" y="1921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54" name="ph1954"/>
              <p:cNvSpPr/>
              <p:nvPr/>
            </p:nvSpPr>
            <p:spPr>
              <a:xfrm>
                <a:off x="3237432" y="1932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55" name="ph1955"/>
              <p:cNvSpPr/>
              <p:nvPr/>
            </p:nvSpPr>
            <p:spPr>
              <a:xfrm>
                <a:off x="3246816" y="1932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56" name="ph1956"/>
              <p:cNvSpPr/>
              <p:nvPr/>
            </p:nvSpPr>
            <p:spPr>
              <a:xfrm>
                <a:off x="3256201" y="1932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57" name="ph1957"/>
              <p:cNvSpPr/>
              <p:nvPr/>
            </p:nvSpPr>
            <p:spPr>
              <a:xfrm>
                <a:off x="3265585" y="1932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1D2B2">
                  <a:alpha val="100000"/>
                </a:srgbClr>
              </a:solidFill>
              <a:ln w="5420" cap="flat">
                <a:solidFill>
                  <a:srgbClr val="71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58" name="ph1958"/>
              <p:cNvSpPr/>
              <p:nvPr/>
            </p:nvSpPr>
            <p:spPr>
              <a:xfrm>
                <a:off x="3274969" y="1932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1D2B2">
                  <a:alpha val="100000"/>
                </a:srgbClr>
              </a:solidFill>
              <a:ln w="5420" cap="flat">
                <a:solidFill>
                  <a:srgbClr val="71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59" name="ph1959"/>
              <p:cNvSpPr/>
              <p:nvPr/>
            </p:nvSpPr>
            <p:spPr>
              <a:xfrm>
                <a:off x="3284354" y="1932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60" name="ph1960"/>
              <p:cNvSpPr/>
              <p:nvPr/>
            </p:nvSpPr>
            <p:spPr>
              <a:xfrm>
                <a:off x="3293738" y="1932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61" name="ph1961"/>
              <p:cNvSpPr/>
              <p:nvPr/>
            </p:nvSpPr>
            <p:spPr>
              <a:xfrm>
                <a:off x="3303122" y="1932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FD2B1">
                  <a:alpha val="100000"/>
                </a:srgbClr>
              </a:solidFill>
              <a:ln w="5420" cap="flat">
                <a:solidFill>
                  <a:srgbClr val="6F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62" name="ph1962"/>
              <p:cNvSpPr/>
              <p:nvPr/>
            </p:nvSpPr>
            <p:spPr>
              <a:xfrm>
                <a:off x="3312506" y="1932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DD2B1">
                  <a:alpha val="100000"/>
                </a:srgbClr>
              </a:solidFill>
              <a:ln w="5420" cap="flat">
                <a:solidFill>
                  <a:srgbClr val="6D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63" name="ph1963"/>
              <p:cNvSpPr/>
              <p:nvPr/>
            </p:nvSpPr>
            <p:spPr>
              <a:xfrm>
                <a:off x="3321891" y="1932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CD1B0">
                  <a:alpha val="100000"/>
                </a:srgbClr>
              </a:solidFill>
              <a:ln w="5420" cap="flat">
                <a:solidFill>
                  <a:srgbClr val="6C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64" name="ph1964"/>
              <p:cNvSpPr/>
              <p:nvPr/>
            </p:nvSpPr>
            <p:spPr>
              <a:xfrm>
                <a:off x="3331275" y="1932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AD1B0">
                  <a:alpha val="100000"/>
                </a:srgbClr>
              </a:solidFill>
              <a:ln w="5420" cap="flat">
                <a:solidFill>
                  <a:srgbClr val="6A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65" name="ph1965"/>
              <p:cNvSpPr/>
              <p:nvPr/>
            </p:nvSpPr>
            <p:spPr>
              <a:xfrm>
                <a:off x="3340659" y="1932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8D0AF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66" name="ph1966"/>
              <p:cNvSpPr/>
              <p:nvPr/>
            </p:nvSpPr>
            <p:spPr>
              <a:xfrm>
                <a:off x="3218664" y="194428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67" name="ph1967"/>
              <p:cNvSpPr/>
              <p:nvPr/>
            </p:nvSpPr>
            <p:spPr>
              <a:xfrm>
                <a:off x="3228048" y="194428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FD2B1">
                  <a:alpha val="100000"/>
                </a:srgbClr>
              </a:solidFill>
              <a:ln w="5420" cap="flat">
                <a:solidFill>
                  <a:srgbClr val="6F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68" name="ph1968"/>
              <p:cNvSpPr/>
              <p:nvPr/>
            </p:nvSpPr>
            <p:spPr>
              <a:xfrm>
                <a:off x="3237432" y="194428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DD2B1">
                  <a:alpha val="100000"/>
                </a:srgbClr>
              </a:solidFill>
              <a:ln w="5420" cap="flat">
                <a:solidFill>
                  <a:srgbClr val="6D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69" name="ph1969"/>
              <p:cNvSpPr/>
              <p:nvPr/>
            </p:nvSpPr>
            <p:spPr>
              <a:xfrm>
                <a:off x="3246816" y="194428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DD1B1">
                  <a:alpha val="100000"/>
                </a:srgbClr>
              </a:solidFill>
              <a:ln w="5420" cap="flat">
                <a:solidFill>
                  <a:srgbClr val="6DD1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70" name="ph1970"/>
              <p:cNvSpPr/>
              <p:nvPr/>
            </p:nvSpPr>
            <p:spPr>
              <a:xfrm>
                <a:off x="3256201" y="194428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71" name="ph1971"/>
              <p:cNvSpPr/>
              <p:nvPr/>
            </p:nvSpPr>
            <p:spPr>
              <a:xfrm>
                <a:off x="3265585" y="194428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72" name="ph1972"/>
              <p:cNvSpPr/>
              <p:nvPr/>
            </p:nvSpPr>
            <p:spPr>
              <a:xfrm>
                <a:off x="3274969" y="194428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73" name="ph1973"/>
              <p:cNvSpPr/>
              <p:nvPr/>
            </p:nvSpPr>
            <p:spPr>
              <a:xfrm>
                <a:off x="3284354" y="194428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74" name="ph1974"/>
              <p:cNvSpPr/>
              <p:nvPr/>
            </p:nvSpPr>
            <p:spPr>
              <a:xfrm>
                <a:off x="3293738" y="194428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75" name="ph1975"/>
              <p:cNvSpPr/>
              <p:nvPr/>
            </p:nvSpPr>
            <p:spPr>
              <a:xfrm>
                <a:off x="3209279" y="195581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76" name="ph1976"/>
              <p:cNvSpPr/>
              <p:nvPr/>
            </p:nvSpPr>
            <p:spPr>
              <a:xfrm>
                <a:off x="3218664" y="195581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77" name="ph1977"/>
              <p:cNvSpPr/>
              <p:nvPr/>
            </p:nvSpPr>
            <p:spPr>
              <a:xfrm>
                <a:off x="3228048" y="195581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BD1B0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78" name="ph1978"/>
              <p:cNvSpPr/>
              <p:nvPr/>
            </p:nvSpPr>
            <p:spPr>
              <a:xfrm>
                <a:off x="3237432" y="195581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7D0AF">
                  <a:alpha val="100000"/>
                </a:srgbClr>
              </a:solidFill>
              <a:ln w="5420" cap="flat">
                <a:solidFill>
                  <a:srgbClr val="67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79" name="ph1979"/>
              <p:cNvSpPr/>
              <p:nvPr/>
            </p:nvSpPr>
            <p:spPr>
              <a:xfrm>
                <a:off x="3246816" y="195581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8D0AF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80" name="ph1980"/>
              <p:cNvSpPr/>
              <p:nvPr/>
            </p:nvSpPr>
            <p:spPr>
              <a:xfrm>
                <a:off x="3256201" y="195581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CD1B0">
                  <a:alpha val="100000"/>
                </a:srgbClr>
              </a:solidFill>
              <a:ln w="5420" cap="flat">
                <a:solidFill>
                  <a:srgbClr val="6C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81" name="ph1981"/>
              <p:cNvSpPr/>
              <p:nvPr/>
            </p:nvSpPr>
            <p:spPr>
              <a:xfrm>
                <a:off x="3265585" y="195581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82" name="ph1982"/>
              <p:cNvSpPr/>
              <p:nvPr/>
            </p:nvSpPr>
            <p:spPr>
              <a:xfrm>
                <a:off x="3274969" y="195581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83" name="ph1983"/>
              <p:cNvSpPr/>
              <p:nvPr/>
            </p:nvSpPr>
            <p:spPr>
              <a:xfrm>
                <a:off x="3190511" y="196734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3D8B9">
                  <a:alpha val="100000"/>
                </a:srgbClr>
              </a:solidFill>
              <a:ln w="5420" cap="flat">
                <a:solidFill>
                  <a:srgbClr val="83D8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84" name="ph1984"/>
              <p:cNvSpPr/>
              <p:nvPr/>
            </p:nvSpPr>
            <p:spPr>
              <a:xfrm>
                <a:off x="3199895" y="196734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1D7B9">
                  <a:alpha val="100000"/>
                </a:srgbClr>
              </a:solidFill>
              <a:ln w="5420" cap="flat">
                <a:solidFill>
                  <a:srgbClr val="81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85" name="ph1985"/>
              <p:cNvSpPr/>
              <p:nvPr/>
            </p:nvSpPr>
            <p:spPr>
              <a:xfrm>
                <a:off x="3209279" y="196734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BD6B6">
                  <a:alpha val="100000"/>
                </a:srgbClr>
              </a:solidFill>
              <a:ln w="5420" cap="flat">
                <a:solidFill>
                  <a:srgbClr val="7BD6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86" name="ph1986"/>
              <p:cNvSpPr/>
              <p:nvPr/>
            </p:nvSpPr>
            <p:spPr>
              <a:xfrm>
                <a:off x="3218664" y="196734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74D3B3">
                  <a:alpha val="100000"/>
                </a:srgbClr>
              </a:solidFill>
              <a:ln w="5420" cap="flat">
                <a:solidFill>
                  <a:srgbClr val="74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87" name="ph1987"/>
              <p:cNvSpPr/>
              <p:nvPr/>
            </p:nvSpPr>
            <p:spPr>
              <a:xfrm>
                <a:off x="3228048" y="196734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7D0AE">
                  <a:alpha val="100000"/>
                </a:srgbClr>
              </a:solidFill>
              <a:ln w="5420" cap="flat">
                <a:solidFill>
                  <a:srgbClr val="67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88" name="ph1988"/>
              <p:cNvSpPr/>
              <p:nvPr/>
            </p:nvSpPr>
            <p:spPr>
              <a:xfrm>
                <a:off x="3237432" y="196734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89" name="ph1989"/>
              <p:cNvSpPr/>
              <p:nvPr/>
            </p:nvSpPr>
            <p:spPr>
              <a:xfrm>
                <a:off x="3246816" y="196734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2CEAD">
                  <a:alpha val="100000"/>
                </a:srgbClr>
              </a:solidFill>
              <a:ln w="5420" cap="flat">
                <a:solidFill>
                  <a:srgbClr val="62CE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90" name="ph1990"/>
              <p:cNvSpPr/>
              <p:nvPr/>
            </p:nvSpPr>
            <p:spPr>
              <a:xfrm>
                <a:off x="3256201" y="196734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AD1B0">
                  <a:alpha val="100000"/>
                </a:srgbClr>
              </a:solidFill>
              <a:ln w="5420" cap="flat">
                <a:solidFill>
                  <a:srgbClr val="6A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91" name="ph1991"/>
              <p:cNvSpPr/>
              <p:nvPr/>
            </p:nvSpPr>
            <p:spPr>
              <a:xfrm>
                <a:off x="3265585" y="196734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92" name="ph1992"/>
              <p:cNvSpPr/>
              <p:nvPr/>
            </p:nvSpPr>
            <p:spPr>
              <a:xfrm>
                <a:off x="3162358" y="197887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CDBBE">
                  <a:alpha val="100000"/>
                </a:srgbClr>
              </a:solidFill>
              <a:ln w="5420" cap="flat">
                <a:solidFill>
                  <a:srgbClr val="8CDBB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93" name="ph1993"/>
              <p:cNvSpPr/>
              <p:nvPr/>
            </p:nvSpPr>
            <p:spPr>
              <a:xfrm>
                <a:off x="3171742" y="197887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87D9BC">
                  <a:alpha val="100000"/>
                </a:srgbClr>
              </a:solidFill>
              <a:ln w="5420" cap="flat">
                <a:solidFill>
                  <a:srgbClr val="87D9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94" name="ph1994"/>
              <p:cNvSpPr/>
              <p:nvPr/>
            </p:nvSpPr>
            <p:spPr>
              <a:xfrm>
                <a:off x="3181127" y="197887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6D9BB">
                  <a:alpha val="100000"/>
                </a:srgbClr>
              </a:solidFill>
              <a:ln w="5420" cap="flat">
                <a:solidFill>
                  <a:srgbClr val="86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95" name="ph1995"/>
              <p:cNvSpPr/>
              <p:nvPr/>
            </p:nvSpPr>
            <p:spPr>
              <a:xfrm>
                <a:off x="3190511" y="197887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5D9BB">
                  <a:alpha val="100000"/>
                </a:srgbClr>
              </a:solidFill>
              <a:ln w="5420" cap="flat">
                <a:solidFill>
                  <a:srgbClr val="85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96" name="ph1996"/>
              <p:cNvSpPr/>
              <p:nvPr/>
            </p:nvSpPr>
            <p:spPr>
              <a:xfrm>
                <a:off x="3199895" y="197887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5D8BB">
                  <a:alpha val="100000"/>
                </a:srgbClr>
              </a:solidFill>
              <a:ln w="5420" cap="flat">
                <a:solidFill>
                  <a:srgbClr val="85D8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97" name="ph1997"/>
              <p:cNvSpPr/>
              <p:nvPr/>
            </p:nvSpPr>
            <p:spPr>
              <a:xfrm>
                <a:off x="3209279" y="197887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5D8BA">
                  <a:alpha val="100000"/>
                </a:srgbClr>
              </a:solidFill>
              <a:ln w="5420" cap="flat">
                <a:solidFill>
                  <a:srgbClr val="85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98" name="ph1998"/>
              <p:cNvSpPr/>
              <p:nvPr/>
            </p:nvSpPr>
            <p:spPr>
              <a:xfrm>
                <a:off x="3218664" y="197887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82D7B9">
                  <a:alpha val="100000"/>
                </a:srgbClr>
              </a:solidFill>
              <a:ln w="5420" cap="flat">
                <a:solidFill>
                  <a:srgbClr val="82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99" name="ph1999"/>
              <p:cNvSpPr/>
              <p:nvPr/>
            </p:nvSpPr>
            <p:spPr>
              <a:xfrm>
                <a:off x="3228048" y="197887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5D4B4">
                  <a:alpha val="100000"/>
                </a:srgbClr>
              </a:solidFill>
              <a:ln w="5420" cap="flat">
                <a:solidFill>
                  <a:srgbClr val="75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00" name="ph2000"/>
              <p:cNvSpPr/>
              <p:nvPr/>
            </p:nvSpPr>
            <p:spPr>
              <a:xfrm>
                <a:off x="3237432" y="197887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01" name="ph2001"/>
              <p:cNvSpPr/>
              <p:nvPr/>
            </p:nvSpPr>
            <p:spPr>
              <a:xfrm>
                <a:off x="3246816" y="197887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8D0AF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02" name="ph2002"/>
              <p:cNvSpPr/>
              <p:nvPr/>
            </p:nvSpPr>
            <p:spPr>
              <a:xfrm>
                <a:off x="3256201" y="197887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03" name="ph2003"/>
              <p:cNvSpPr/>
              <p:nvPr/>
            </p:nvSpPr>
            <p:spPr>
              <a:xfrm>
                <a:off x="3143589" y="1990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EE0C5">
                  <a:alpha val="100000"/>
                </a:srgbClr>
              </a:solidFill>
              <a:ln w="5420" cap="flat">
                <a:solidFill>
                  <a:srgbClr val="9E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04" name="ph2004"/>
              <p:cNvSpPr/>
              <p:nvPr/>
            </p:nvSpPr>
            <p:spPr>
              <a:xfrm>
                <a:off x="3152974" y="1990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05" name="ph2005"/>
              <p:cNvSpPr/>
              <p:nvPr/>
            </p:nvSpPr>
            <p:spPr>
              <a:xfrm>
                <a:off x="3162358" y="1990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7DEC2">
                  <a:alpha val="100000"/>
                </a:srgbClr>
              </a:solidFill>
              <a:ln w="5420" cap="flat">
                <a:solidFill>
                  <a:srgbClr val="97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06" name="ph2006"/>
              <p:cNvSpPr/>
              <p:nvPr/>
            </p:nvSpPr>
            <p:spPr>
              <a:xfrm>
                <a:off x="3171742" y="1990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8FDBBF">
                  <a:alpha val="100000"/>
                </a:srgbClr>
              </a:solidFill>
              <a:ln w="5420" cap="flat">
                <a:solidFill>
                  <a:srgbClr val="8FDBB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07" name="ph2007"/>
              <p:cNvSpPr/>
              <p:nvPr/>
            </p:nvSpPr>
            <p:spPr>
              <a:xfrm>
                <a:off x="3181127" y="1990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DDBBE">
                  <a:alpha val="100000"/>
                </a:srgbClr>
              </a:solidFill>
              <a:ln w="5420" cap="flat">
                <a:solidFill>
                  <a:srgbClr val="8DDBB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08" name="ph2008"/>
              <p:cNvSpPr/>
              <p:nvPr/>
            </p:nvSpPr>
            <p:spPr>
              <a:xfrm>
                <a:off x="3190511" y="1990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DDBBE">
                  <a:alpha val="100000"/>
                </a:srgbClr>
              </a:solidFill>
              <a:ln w="5420" cap="flat">
                <a:solidFill>
                  <a:srgbClr val="8DDBB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09" name="ph2009"/>
              <p:cNvSpPr/>
              <p:nvPr/>
            </p:nvSpPr>
            <p:spPr>
              <a:xfrm>
                <a:off x="3199895" y="1990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FDCBF">
                  <a:alpha val="100000"/>
                </a:srgbClr>
              </a:solidFill>
              <a:ln w="5420" cap="flat">
                <a:solidFill>
                  <a:srgbClr val="8FDCB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10" name="ph2010"/>
              <p:cNvSpPr/>
              <p:nvPr/>
            </p:nvSpPr>
            <p:spPr>
              <a:xfrm>
                <a:off x="3209279" y="1990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4DDC1">
                  <a:alpha val="100000"/>
                </a:srgbClr>
              </a:solidFill>
              <a:ln w="5420" cap="flat">
                <a:solidFill>
                  <a:srgbClr val="94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11" name="ph2011"/>
              <p:cNvSpPr/>
              <p:nvPr/>
            </p:nvSpPr>
            <p:spPr>
              <a:xfrm>
                <a:off x="3218664" y="1990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12" name="ph2012"/>
              <p:cNvSpPr/>
              <p:nvPr/>
            </p:nvSpPr>
            <p:spPr>
              <a:xfrm>
                <a:off x="3228048" y="1990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2E1C7">
                  <a:alpha val="100000"/>
                </a:srgbClr>
              </a:solidFill>
              <a:ln w="5420" cap="flat">
                <a:solidFill>
                  <a:srgbClr val="A2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13" name="ph2013"/>
              <p:cNvSpPr/>
              <p:nvPr/>
            </p:nvSpPr>
            <p:spPr>
              <a:xfrm>
                <a:off x="3237432" y="1990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EE0C6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14" name="ph2014"/>
              <p:cNvSpPr/>
              <p:nvPr/>
            </p:nvSpPr>
            <p:spPr>
              <a:xfrm>
                <a:off x="3246816" y="1990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2DCC0">
                  <a:alpha val="100000"/>
                </a:srgbClr>
              </a:solidFill>
              <a:ln w="5420" cap="flat">
                <a:solidFill>
                  <a:srgbClr val="92DCC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15" name="ph2015"/>
              <p:cNvSpPr/>
              <p:nvPr/>
            </p:nvSpPr>
            <p:spPr>
              <a:xfrm>
                <a:off x="3134205" y="2001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8E3CA">
                  <a:alpha val="100000"/>
                </a:srgbClr>
              </a:solidFill>
              <a:ln w="5420" cap="flat">
                <a:solidFill>
                  <a:srgbClr val="A8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16" name="ph2016"/>
              <p:cNvSpPr/>
              <p:nvPr/>
            </p:nvSpPr>
            <p:spPr>
              <a:xfrm>
                <a:off x="3143589" y="2001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6E3C9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17" name="ph2017"/>
              <p:cNvSpPr/>
              <p:nvPr/>
            </p:nvSpPr>
            <p:spPr>
              <a:xfrm>
                <a:off x="3152974" y="2001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18" name="ph2018"/>
              <p:cNvSpPr/>
              <p:nvPr/>
            </p:nvSpPr>
            <p:spPr>
              <a:xfrm>
                <a:off x="3162358" y="2001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EE0C5">
                  <a:alpha val="100000"/>
                </a:srgbClr>
              </a:solidFill>
              <a:ln w="5420" cap="flat">
                <a:solidFill>
                  <a:srgbClr val="9E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19" name="ph2019"/>
              <p:cNvSpPr/>
              <p:nvPr/>
            </p:nvSpPr>
            <p:spPr>
              <a:xfrm>
                <a:off x="3171742" y="2001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93DDC1">
                  <a:alpha val="100000"/>
                </a:srgbClr>
              </a:solidFill>
              <a:ln w="5420" cap="flat">
                <a:solidFill>
                  <a:srgbClr val="93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20" name="ph2020"/>
              <p:cNvSpPr/>
              <p:nvPr/>
            </p:nvSpPr>
            <p:spPr>
              <a:xfrm>
                <a:off x="3181127" y="2001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0DCBF">
                  <a:alpha val="100000"/>
                </a:srgbClr>
              </a:solidFill>
              <a:ln w="5420" cap="flat">
                <a:solidFill>
                  <a:srgbClr val="90DCB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21" name="ph2021"/>
              <p:cNvSpPr/>
              <p:nvPr/>
            </p:nvSpPr>
            <p:spPr>
              <a:xfrm>
                <a:off x="3190511" y="2001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FDBBF">
                  <a:alpha val="100000"/>
                </a:srgbClr>
              </a:solidFill>
              <a:ln w="5420" cap="flat">
                <a:solidFill>
                  <a:srgbClr val="8FDBB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22" name="ph2022"/>
              <p:cNvSpPr/>
              <p:nvPr/>
            </p:nvSpPr>
            <p:spPr>
              <a:xfrm>
                <a:off x="3199895" y="2001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0DCBF">
                  <a:alpha val="100000"/>
                </a:srgbClr>
              </a:solidFill>
              <a:ln w="5420" cap="flat">
                <a:solidFill>
                  <a:srgbClr val="90DCB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23" name="ph2023"/>
              <p:cNvSpPr/>
              <p:nvPr/>
            </p:nvSpPr>
            <p:spPr>
              <a:xfrm>
                <a:off x="3209279" y="2001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3DDC1">
                  <a:alpha val="100000"/>
                </a:srgbClr>
              </a:solidFill>
              <a:ln w="5420" cap="flat">
                <a:solidFill>
                  <a:srgbClr val="93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24" name="ph2024"/>
              <p:cNvSpPr/>
              <p:nvPr/>
            </p:nvSpPr>
            <p:spPr>
              <a:xfrm>
                <a:off x="3218664" y="2001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97DEC2">
                  <a:alpha val="100000"/>
                </a:srgbClr>
              </a:solidFill>
              <a:ln w="5420" cap="flat">
                <a:solidFill>
                  <a:srgbClr val="97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25" name="ph2025"/>
              <p:cNvSpPr/>
              <p:nvPr/>
            </p:nvSpPr>
            <p:spPr>
              <a:xfrm>
                <a:off x="3228048" y="2001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26" name="ph2026"/>
              <p:cNvSpPr/>
              <p:nvPr/>
            </p:nvSpPr>
            <p:spPr>
              <a:xfrm>
                <a:off x="3237432" y="2001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7DEC2">
                  <a:alpha val="100000"/>
                </a:srgbClr>
              </a:solidFill>
              <a:ln w="5420" cap="flat">
                <a:solidFill>
                  <a:srgbClr val="97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27" name="ph2027"/>
              <p:cNvSpPr/>
              <p:nvPr/>
            </p:nvSpPr>
            <p:spPr>
              <a:xfrm>
                <a:off x="3246816" y="2001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2DCC0">
                  <a:alpha val="100000"/>
                </a:srgbClr>
              </a:solidFill>
              <a:ln w="5420" cap="flat">
                <a:solidFill>
                  <a:srgbClr val="92DCC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28" name="ph2028"/>
              <p:cNvSpPr/>
              <p:nvPr/>
            </p:nvSpPr>
            <p:spPr>
              <a:xfrm>
                <a:off x="3124821" y="2013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AF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29" name="ph2029"/>
              <p:cNvSpPr/>
              <p:nvPr/>
            </p:nvSpPr>
            <p:spPr>
              <a:xfrm>
                <a:off x="3134205" y="2013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B0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30" name="ph2030"/>
              <p:cNvSpPr/>
              <p:nvPr/>
            </p:nvSpPr>
            <p:spPr>
              <a:xfrm>
                <a:off x="3143589" y="2013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AF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31" name="ph2031"/>
              <p:cNvSpPr/>
              <p:nvPr/>
            </p:nvSpPr>
            <p:spPr>
              <a:xfrm>
                <a:off x="3152974" y="2013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AE4CB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32" name="ph2032"/>
              <p:cNvSpPr/>
              <p:nvPr/>
            </p:nvSpPr>
            <p:spPr>
              <a:xfrm>
                <a:off x="3162358" y="2013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4E2C8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33" name="ph2033"/>
              <p:cNvSpPr/>
              <p:nvPr/>
            </p:nvSpPr>
            <p:spPr>
              <a:xfrm>
                <a:off x="3171742" y="2013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97DEC2">
                  <a:alpha val="100000"/>
                </a:srgbClr>
              </a:solidFill>
              <a:ln w="5420" cap="flat">
                <a:solidFill>
                  <a:srgbClr val="97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34" name="ph2034"/>
              <p:cNvSpPr/>
              <p:nvPr/>
            </p:nvSpPr>
            <p:spPr>
              <a:xfrm>
                <a:off x="3181127" y="2013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2DCC0">
                  <a:alpha val="100000"/>
                </a:srgbClr>
              </a:solidFill>
              <a:ln w="5420" cap="flat">
                <a:solidFill>
                  <a:srgbClr val="92DCC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35" name="ph2035"/>
              <p:cNvSpPr/>
              <p:nvPr/>
            </p:nvSpPr>
            <p:spPr>
              <a:xfrm>
                <a:off x="3190511" y="2013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0DCBF">
                  <a:alpha val="100000"/>
                </a:srgbClr>
              </a:solidFill>
              <a:ln w="5420" cap="flat">
                <a:solidFill>
                  <a:srgbClr val="90DCB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36" name="ph2036"/>
              <p:cNvSpPr/>
              <p:nvPr/>
            </p:nvSpPr>
            <p:spPr>
              <a:xfrm>
                <a:off x="3199895" y="2013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FDCBF">
                  <a:alpha val="100000"/>
                </a:srgbClr>
              </a:solidFill>
              <a:ln w="5420" cap="flat">
                <a:solidFill>
                  <a:srgbClr val="8FDCB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37" name="ph2037"/>
              <p:cNvSpPr/>
              <p:nvPr/>
            </p:nvSpPr>
            <p:spPr>
              <a:xfrm>
                <a:off x="3209279" y="2013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1DCC0">
                  <a:alpha val="100000"/>
                </a:srgbClr>
              </a:solidFill>
              <a:ln w="5420" cap="flat">
                <a:solidFill>
                  <a:srgbClr val="91DCC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38" name="ph2038"/>
              <p:cNvSpPr/>
              <p:nvPr/>
            </p:nvSpPr>
            <p:spPr>
              <a:xfrm>
                <a:off x="3218664" y="2013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92DCC0">
                  <a:alpha val="100000"/>
                </a:srgbClr>
              </a:solidFill>
              <a:ln w="5420" cap="flat">
                <a:solidFill>
                  <a:srgbClr val="92DCC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39" name="ph2039"/>
              <p:cNvSpPr/>
              <p:nvPr/>
            </p:nvSpPr>
            <p:spPr>
              <a:xfrm>
                <a:off x="3228048" y="2013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3DDC1">
                  <a:alpha val="100000"/>
                </a:srgbClr>
              </a:solidFill>
              <a:ln w="5420" cap="flat">
                <a:solidFill>
                  <a:srgbClr val="93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40" name="ph2040"/>
              <p:cNvSpPr/>
              <p:nvPr/>
            </p:nvSpPr>
            <p:spPr>
              <a:xfrm>
                <a:off x="3237432" y="2013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2DCC0">
                  <a:alpha val="100000"/>
                </a:srgbClr>
              </a:solidFill>
              <a:ln w="5420" cap="flat">
                <a:solidFill>
                  <a:srgbClr val="92DCC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41" name="ph2041"/>
              <p:cNvSpPr/>
              <p:nvPr/>
            </p:nvSpPr>
            <p:spPr>
              <a:xfrm>
                <a:off x="3115437" y="2025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AF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42" name="ph2042"/>
              <p:cNvSpPr/>
              <p:nvPr/>
            </p:nvSpPr>
            <p:spPr>
              <a:xfrm>
                <a:off x="3124821" y="2025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B4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43" name="ph2043"/>
              <p:cNvSpPr/>
              <p:nvPr/>
            </p:nvSpPr>
            <p:spPr>
              <a:xfrm>
                <a:off x="3134205" y="2025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B7E8D1">
                  <a:alpha val="100000"/>
                </a:srgbClr>
              </a:solidFill>
              <a:ln w="5420" cap="flat">
                <a:solidFill>
                  <a:srgbClr val="B7E8D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44" name="ph2044"/>
              <p:cNvSpPr/>
              <p:nvPr/>
            </p:nvSpPr>
            <p:spPr>
              <a:xfrm>
                <a:off x="3143589" y="2025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B5E8D0">
                  <a:alpha val="100000"/>
                </a:srgbClr>
              </a:solidFill>
              <a:ln w="5420" cap="flat">
                <a:solidFill>
                  <a:srgbClr val="B5E8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45" name="ph2045"/>
              <p:cNvSpPr/>
              <p:nvPr/>
            </p:nvSpPr>
            <p:spPr>
              <a:xfrm>
                <a:off x="3152974" y="2025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B0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46" name="ph2046"/>
              <p:cNvSpPr/>
              <p:nvPr/>
            </p:nvSpPr>
            <p:spPr>
              <a:xfrm>
                <a:off x="3162358" y="2025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9E4CB">
                  <a:alpha val="100000"/>
                </a:srgbClr>
              </a:solidFill>
              <a:ln w="5420" cap="flat">
                <a:solidFill>
                  <a:srgbClr val="A9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47" name="ph2047"/>
              <p:cNvSpPr/>
              <p:nvPr/>
            </p:nvSpPr>
            <p:spPr>
              <a:xfrm>
                <a:off x="3171742" y="2025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48" name="ph2048"/>
              <p:cNvSpPr/>
              <p:nvPr/>
            </p:nvSpPr>
            <p:spPr>
              <a:xfrm>
                <a:off x="3106052" y="2036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7E3CA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49" name="ph2049"/>
              <p:cNvSpPr/>
              <p:nvPr/>
            </p:nvSpPr>
            <p:spPr>
              <a:xfrm>
                <a:off x="3115437" y="2036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AF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50" name="ph2050"/>
              <p:cNvSpPr/>
              <p:nvPr/>
            </p:nvSpPr>
            <p:spPr>
              <a:xfrm>
                <a:off x="3124821" y="2036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B6E8D1">
                  <a:alpha val="100000"/>
                </a:srgbClr>
              </a:solidFill>
              <a:ln w="5420" cap="flat">
                <a:solidFill>
                  <a:srgbClr val="B6E8D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51" name="ph2051"/>
              <p:cNvSpPr/>
              <p:nvPr/>
            </p:nvSpPr>
            <p:spPr>
              <a:xfrm>
                <a:off x="3134205" y="2036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B8E9D2">
                  <a:alpha val="100000"/>
                </a:srgbClr>
              </a:solidFill>
              <a:ln w="5420" cap="flat">
                <a:solidFill>
                  <a:srgbClr val="B8E9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52" name="ph2052"/>
              <p:cNvSpPr/>
              <p:nvPr/>
            </p:nvSpPr>
            <p:spPr>
              <a:xfrm>
                <a:off x="3143589" y="2036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B6E8D1">
                  <a:alpha val="100000"/>
                </a:srgbClr>
              </a:solidFill>
              <a:ln w="5420" cap="flat">
                <a:solidFill>
                  <a:srgbClr val="B6E8D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53" name="ph2053"/>
              <p:cNvSpPr/>
              <p:nvPr/>
            </p:nvSpPr>
            <p:spPr>
              <a:xfrm>
                <a:off x="3152974" y="2036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B1E6CF">
                  <a:alpha val="100000"/>
                </a:srgbClr>
              </a:solidFill>
              <a:ln w="5420" cap="flat">
                <a:solidFill>
                  <a:srgbClr val="B1E6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54" name="ph2054"/>
              <p:cNvSpPr/>
              <p:nvPr/>
            </p:nvSpPr>
            <p:spPr>
              <a:xfrm>
                <a:off x="3162358" y="2036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AE4CB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55" name="ph2055"/>
              <p:cNvSpPr/>
              <p:nvPr/>
            </p:nvSpPr>
            <p:spPr>
              <a:xfrm>
                <a:off x="3096668" y="2048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7DEC2">
                  <a:alpha val="100000"/>
                </a:srgbClr>
              </a:solidFill>
              <a:ln w="5420" cap="flat">
                <a:solidFill>
                  <a:srgbClr val="97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56" name="ph2056"/>
              <p:cNvSpPr/>
              <p:nvPr/>
            </p:nvSpPr>
            <p:spPr>
              <a:xfrm>
                <a:off x="3106052" y="2048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2E1C7">
                  <a:alpha val="100000"/>
                </a:srgbClr>
              </a:solidFill>
              <a:ln w="5420" cap="flat">
                <a:solidFill>
                  <a:srgbClr val="A2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57" name="ph2057"/>
              <p:cNvSpPr/>
              <p:nvPr/>
            </p:nvSpPr>
            <p:spPr>
              <a:xfrm>
                <a:off x="3115437" y="2048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BE4CC">
                  <a:alpha val="100000"/>
                </a:srgbClr>
              </a:solidFill>
              <a:ln w="5420" cap="flat">
                <a:solidFill>
                  <a:srgbClr val="ABE4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58" name="ph2058"/>
              <p:cNvSpPr/>
              <p:nvPr/>
            </p:nvSpPr>
            <p:spPr>
              <a:xfrm>
                <a:off x="3124821" y="2048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B1E6CF">
                  <a:alpha val="100000"/>
                </a:srgbClr>
              </a:solidFill>
              <a:ln w="5420" cap="flat">
                <a:solidFill>
                  <a:srgbClr val="B1E6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59" name="ph2059"/>
              <p:cNvSpPr/>
              <p:nvPr/>
            </p:nvSpPr>
            <p:spPr>
              <a:xfrm>
                <a:off x="3134205" y="2048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B4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60" name="ph2060"/>
              <p:cNvSpPr/>
              <p:nvPr/>
            </p:nvSpPr>
            <p:spPr>
              <a:xfrm>
                <a:off x="3143589" y="2048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B2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61" name="ph2061"/>
              <p:cNvSpPr/>
              <p:nvPr/>
            </p:nvSpPr>
            <p:spPr>
              <a:xfrm>
                <a:off x="3152974" y="2048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AE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62" name="ph2062"/>
              <p:cNvSpPr/>
              <p:nvPr/>
            </p:nvSpPr>
            <p:spPr>
              <a:xfrm>
                <a:off x="3096668" y="205960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EDBBE">
                  <a:alpha val="100000"/>
                </a:srgbClr>
              </a:solidFill>
              <a:ln w="5420" cap="flat">
                <a:solidFill>
                  <a:srgbClr val="8EDBB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63" name="ph2063"/>
              <p:cNvSpPr/>
              <p:nvPr/>
            </p:nvSpPr>
            <p:spPr>
              <a:xfrm>
                <a:off x="3106052" y="205960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64" name="ph2064"/>
              <p:cNvSpPr/>
              <p:nvPr/>
            </p:nvSpPr>
            <p:spPr>
              <a:xfrm>
                <a:off x="3115437" y="205960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1E1C7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65" name="ph2065"/>
              <p:cNvSpPr/>
              <p:nvPr/>
            </p:nvSpPr>
            <p:spPr>
              <a:xfrm>
                <a:off x="3124821" y="205960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A8E3CA">
                  <a:alpha val="100000"/>
                </a:srgbClr>
              </a:solidFill>
              <a:ln w="5420" cap="flat">
                <a:solidFill>
                  <a:srgbClr val="A8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66" name="ph2066"/>
              <p:cNvSpPr/>
              <p:nvPr/>
            </p:nvSpPr>
            <p:spPr>
              <a:xfrm>
                <a:off x="3134205" y="205960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AE4CB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67" name="ph2067"/>
              <p:cNvSpPr/>
              <p:nvPr/>
            </p:nvSpPr>
            <p:spPr>
              <a:xfrm>
                <a:off x="3143589" y="205960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AAE4CB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68" name="ph2068"/>
              <p:cNvSpPr/>
              <p:nvPr/>
            </p:nvSpPr>
            <p:spPr>
              <a:xfrm>
                <a:off x="3077900" y="207113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6CD1B0">
                  <a:alpha val="100000"/>
                </a:srgbClr>
              </a:solidFill>
              <a:ln w="5420" cap="flat">
                <a:solidFill>
                  <a:srgbClr val="6C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69" name="ph2069"/>
              <p:cNvSpPr/>
              <p:nvPr/>
            </p:nvSpPr>
            <p:spPr>
              <a:xfrm>
                <a:off x="3087284" y="207113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7D4B4">
                  <a:alpha val="100000"/>
                </a:srgbClr>
              </a:solidFill>
              <a:ln w="5420" cap="flat">
                <a:solidFill>
                  <a:srgbClr val="77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70" name="ph2070"/>
              <p:cNvSpPr/>
              <p:nvPr/>
            </p:nvSpPr>
            <p:spPr>
              <a:xfrm>
                <a:off x="3096668" y="207113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1D7B9">
                  <a:alpha val="100000"/>
                </a:srgbClr>
              </a:solidFill>
              <a:ln w="5420" cap="flat">
                <a:solidFill>
                  <a:srgbClr val="81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71" name="ph2071"/>
              <p:cNvSpPr/>
              <p:nvPr/>
            </p:nvSpPr>
            <p:spPr>
              <a:xfrm>
                <a:off x="3106052" y="207113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CDABD">
                  <a:alpha val="100000"/>
                </a:srgbClr>
              </a:solidFill>
              <a:ln w="5420" cap="flat">
                <a:solidFill>
                  <a:srgbClr val="8CDAB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72" name="ph2072"/>
              <p:cNvSpPr/>
              <p:nvPr/>
            </p:nvSpPr>
            <p:spPr>
              <a:xfrm>
                <a:off x="3115437" y="207113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5DDC1">
                  <a:alpha val="100000"/>
                </a:srgbClr>
              </a:solidFill>
              <a:ln w="5420" cap="flat">
                <a:solidFill>
                  <a:srgbClr val="95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73" name="ph2073"/>
              <p:cNvSpPr/>
              <p:nvPr/>
            </p:nvSpPr>
            <p:spPr>
              <a:xfrm>
                <a:off x="3124821" y="207113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74" name="ph2074"/>
              <p:cNvSpPr/>
              <p:nvPr/>
            </p:nvSpPr>
            <p:spPr>
              <a:xfrm>
                <a:off x="3134205" y="207113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EE0C6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75" name="ph2075"/>
              <p:cNvSpPr/>
              <p:nvPr/>
            </p:nvSpPr>
            <p:spPr>
              <a:xfrm>
                <a:off x="3068515" y="208266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76" name="ph2076"/>
              <p:cNvSpPr/>
              <p:nvPr/>
            </p:nvSpPr>
            <p:spPr>
              <a:xfrm>
                <a:off x="3077900" y="208266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77" name="ph2077"/>
              <p:cNvSpPr/>
              <p:nvPr/>
            </p:nvSpPr>
            <p:spPr>
              <a:xfrm>
                <a:off x="3087284" y="208266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9D0AF">
                  <a:alpha val="100000"/>
                </a:srgbClr>
              </a:solidFill>
              <a:ln w="5420" cap="flat">
                <a:solidFill>
                  <a:srgbClr val="69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78" name="ph2078"/>
              <p:cNvSpPr/>
              <p:nvPr/>
            </p:nvSpPr>
            <p:spPr>
              <a:xfrm>
                <a:off x="3096668" y="208266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4D3B3">
                  <a:alpha val="100000"/>
                </a:srgbClr>
              </a:solidFill>
              <a:ln w="5420" cap="flat">
                <a:solidFill>
                  <a:srgbClr val="74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79" name="ph2079"/>
              <p:cNvSpPr/>
              <p:nvPr/>
            </p:nvSpPr>
            <p:spPr>
              <a:xfrm>
                <a:off x="3106052" y="208266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ED6B7">
                  <a:alpha val="100000"/>
                </a:srgbClr>
              </a:solidFill>
              <a:ln w="5420" cap="flat">
                <a:solidFill>
                  <a:srgbClr val="7E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80" name="ph2080"/>
              <p:cNvSpPr/>
              <p:nvPr/>
            </p:nvSpPr>
            <p:spPr>
              <a:xfrm>
                <a:off x="3115437" y="208266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7D9BB">
                  <a:alpha val="100000"/>
                </a:srgbClr>
              </a:solidFill>
              <a:ln w="5420" cap="flat">
                <a:solidFill>
                  <a:srgbClr val="87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81" name="ph2081"/>
              <p:cNvSpPr/>
              <p:nvPr/>
            </p:nvSpPr>
            <p:spPr>
              <a:xfrm>
                <a:off x="3124821" y="208266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8DDBBE">
                  <a:alpha val="100000"/>
                </a:srgbClr>
              </a:solidFill>
              <a:ln w="5420" cap="flat">
                <a:solidFill>
                  <a:srgbClr val="8DDBB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82" name="ph2082"/>
              <p:cNvSpPr/>
              <p:nvPr/>
            </p:nvSpPr>
            <p:spPr>
              <a:xfrm>
                <a:off x="3134205" y="208266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91DCC0">
                  <a:alpha val="100000"/>
                </a:srgbClr>
              </a:solidFill>
              <a:ln w="5420" cap="flat">
                <a:solidFill>
                  <a:srgbClr val="91DCC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83" name="ph2083"/>
              <p:cNvSpPr/>
              <p:nvPr/>
            </p:nvSpPr>
            <p:spPr>
              <a:xfrm>
                <a:off x="3049747" y="209419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BC5AC">
                  <a:alpha val="100000"/>
                </a:srgbClr>
              </a:solidFill>
              <a:ln w="5420" cap="flat">
                <a:solidFill>
                  <a:srgbClr val="5B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84" name="ph2084"/>
              <p:cNvSpPr/>
              <p:nvPr/>
            </p:nvSpPr>
            <p:spPr>
              <a:xfrm>
                <a:off x="3059131" y="209419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85" name="ph2085"/>
              <p:cNvSpPr/>
              <p:nvPr/>
            </p:nvSpPr>
            <p:spPr>
              <a:xfrm>
                <a:off x="3068515" y="209419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86" name="ph2086"/>
              <p:cNvSpPr/>
              <p:nvPr/>
            </p:nvSpPr>
            <p:spPr>
              <a:xfrm>
                <a:off x="3077900" y="209419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87" name="ph2087"/>
              <p:cNvSpPr/>
              <p:nvPr/>
            </p:nvSpPr>
            <p:spPr>
              <a:xfrm>
                <a:off x="3087284" y="209419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88" name="ph2088"/>
              <p:cNvSpPr/>
              <p:nvPr/>
            </p:nvSpPr>
            <p:spPr>
              <a:xfrm>
                <a:off x="3096668" y="209419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89" name="ph2089"/>
              <p:cNvSpPr/>
              <p:nvPr/>
            </p:nvSpPr>
            <p:spPr>
              <a:xfrm>
                <a:off x="3106052" y="209419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90" name="ph2090"/>
              <p:cNvSpPr/>
              <p:nvPr/>
            </p:nvSpPr>
            <p:spPr>
              <a:xfrm>
                <a:off x="3115437" y="209419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91" name="ph2091"/>
              <p:cNvSpPr/>
              <p:nvPr/>
            </p:nvSpPr>
            <p:spPr>
              <a:xfrm>
                <a:off x="3124821" y="209419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80D7B9">
                  <a:alpha val="100000"/>
                </a:srgbClr>
              </a:solidFill>
              <a:ln w="5420" cap="flat">
                <a:solidFill>
                  <a:srgbClr val="80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92" name="ph2092"/>
              <p:cNvSpPr/>
              <p:nvPr/>
            </p:nvSpPr>
            <p:spPr>
              <a:xfrm>
                <a:off x="3040362" y="210573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93" name="ph2093"/>
              <p:cNvSpPr/>
              <p:nvPr/>
            </p:nvSpPr>
            <p:spPr>
              <a:xfrm>
                <a:off x="3049747" y="210573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2AC">
                  <a:alpha val="100000"/>
                </a:srgbClr>
              </a:solidFill>
              <a:ln w="5420" cap="flat">
                <a:solidFill>
                  <a:srgbClr val="59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94" name="ph2094"/>
              <p:cNvSpPr/>
              <p:nvPr/>
            </p:nvSpPr>
            <p:spPr>
              <a:xfrm>
                <a:off x="3059131" y="210573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95" name="ph2095"/>
              <p:cNvSpPr/>
              <p:nvPr/>
            </p:nvSpPr>
            <p:spPr>
              <a:xfrm>
                <a:off x="3068515" y="210573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96" name="ph2096"/>
              <p:cNvSpPr/>
              <p:nvPr/>
            </p:nvSpPr>
            <p:spPr>
              <a:xfrm>
                <a:off x="3077900" y="210573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97" name="ph2097"/>
              <p:cNvSpPr/>
              <p:nvPr/>
            </p:nvSpPr>
            <p:spPr>
              <a:xfrm>
                <a:off x="3087284" y="210573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98" name="ph2098"/>
              <p:cNvSpPr/>
              <p:nvPr/>
            </p:nvSpPr>
            <p:spPr>
              <a:xfrm>
                <a:off x="3096668" y="210573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99" name="ph2099"/>
              <p:cNvSpPr/>
              <p:nvPr/>
            </p:nvSpPr>
            <p:spPr>
              <a:xfrm>
                <a:off x="3106052" y="210573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00" name="ph2100"/>
              <p:cNvSpPr/>
              <p:nvPr/>
            </p:nvSpPr>
            <p:spPr>
              <a:xfrm>
                <a:off x="2993441" y="211726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01" name="ph2101"/>
              <p:cNvSpPr/>
              <p:nvPr/>
            </p:nvSpPr>
            <p:spPr>
              <a:xfrm>
                <a:off x="3002825" y="211726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02" name="ph2102"/>
              <p:cNvSpPr/>
              <p:nvPr/>
            </p:nvSpPr>
            <p:spPr>
              <a:xfrm>
                <a:off x="3012210" y="211726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03" name="ph2103"/>
              <p:cNvSpPr/>
              <p:nvPr/>
            </p:nvSpPr>
            <p:spPr>
              <a:xfrm>
                <a:off x="3021594" y="211726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04" name="ph2104"/>
              <p:cNvSpPr/>
              <p:nvPr/>
            </p:nvSpPr>
            <p:spPr>
              <a:xfrm>
                <a:off x="3030978" y="211726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05" name="ph2105"/>
              <p:cNvSpPr/>
              <p:nvPr/>
            </p:nvSpPr>
            <p:spPr>
              <a:xfrm>
                <a:off x="3040362" y="211726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06" name="ph2106"/>
              <p:cNvSpPr/>
              <p:nvPr/>
            </p:nvSpPr>
            <p:spPr>
              <a:xfrm>
                <a:off x="3049747" y="211726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07" name="ph2107"/>
              <p:cNvSpPr/>
              <p:nvPr/>
            </p:nvSpPr>
            <p:spPr>
              <a:xfrm>
                <a:off x="3059131" y="211726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08" name="ph2108"/>
              <p:cNvSpPr/>
              <p:nvPr/>
            </p:nvSpPr>
            <p:spPr>
              <a:xfrm>
                <a:off x="3068515" y="211726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09" name="ph2109"/>
              <p:cNvSpPr/>
              <p:nvPr/>
            </p:nvSpPr>
            <p:spPr>
              <a:xfrm>
                <a:off x="3077900" y="211726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10" name="ph2110"/>
              <p:cNvSpPr/>
              <p:nvPr/>
            </p:nvSpPr>
            <p:spPr>
              <a:xfrm>
                <a:off x="3087284" y="211726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11" name="ph2111"/>
              <p:cNvSpPr/>
              <p:nvPr/>
            </p:nvSpPr>
            <p:spPr>
              <a:xfrm>
                <a:off x="3096668" y="211726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12" name="ph2112"/>
              <p:cNvSpPr/>
              <p:nvPr/>
            </p:nvSpPr>
            <p:spPr>
              <a:xfrm>
                <a:off x="2974673" y="212879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8D0AF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13" name="ph2113"/>
              <p:cNvSpPr/>
              <p:nvPr/>
            </p:nvSpPr>
            <p:spPr>
              <a:xfrm>
                <a:off x="2984057" y="212879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14" name="ph2114"/>
              <p:cNvSpPr/>
              <p:nvPr/>
            </p:nvSpPr>
            <p:spPr>
              <a:xfrm>
                <a:off x="2993441" y="212879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15" name="ph2115"/>
              <p:cNvSpPr/>
              <p:nvPr/>
            </p:nvSpPr>
            <p:spPr>
              <a:xfrm>
                <a:off x="3002825" y="212879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16" name="ph2116"/>
              <p:cNvSpPr/>
              <p:nvPr/>
            </p:nvSpPr>
            <p:spPr>
              <a:xfrm>
                <a:off x="3012210" y="212879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17" name="ph2117"/>
              <p:cNvSpPr/>
              <p:nvPr/>
            </p:nvSpPr>
            <p:spPr>
              <a:xfrm>
                <a:off x="3021594" y="212879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18" name="ph2118"/>
              <p:cNvSpPr/>
              <p:nvPr/>
            </p:nvSpPr>
            <p:spPr>
              <a:xfrm>
                <a:off x="3030978" y="212879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19" name="ph2119"/>
              <p:cNvSpPr/>
              <p:nvPr/>
            </p:nvSpPr>
            <p:spPr>
              <a:xfrm>
                <a:off x="3040362" y="212879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20" name="ph2120"/>
              <p:cNvSpPr/>
              <p:nvPr/>
            </p:nvSpPr>
            <p:spPr>
              <a:xfrm>
                <a:off x="3049747" y="212879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21" name="ph2121"/>
              <p:cNvSpPr/>
              <p:nvPr/>
            </p:nvSpPr>
            <p:spPr>
              <a:xfrm>
                <a:off x="3059131" y="212879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22" name="ph2122"/>
              <p:cNvSpPr/>
              <p:nvPr/>
            </p:nvSpPr>
            <p:spPr>
              <a:xfrm>
                <a:off x="3068515" y="212879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2AC">
                  <a:alpha val="100000"/>
                </a:srgbClr>
              </a:solidFill>
              <a:ln w="5420" cap="flat">
                <a:solidFill>
                  <a:srgbClr val="59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23" name="ph2123"/>
              <p:cNvSpPr/>
              <p:nvPr/>
            </p:nvSpPr>
            <p:spPr>
              <a:xfrm>
                <a:off x="3077900" y="212879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24" name="ph2124"/>
              <p:cNvSpPr/>
              <p:nvPr/>
            </p:nvSpPr>
            <p:spPr>
              <a:xfrm>
                <a:off x="3087284" y="212879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25" name="ph2125"/>
              <p:cNvSpPr/>
              <p:nvPr/>
            </p:nvSpPr>
            <p:spPr>
              <a:xfrm>
                <a:off x="2965288" y="214032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CD1B0">
                  <a:alpha val="100000"/>
                </a:srgbClr>
              </a:solidFill>
              <a:ln w="5420" cap="flat">
                <a:solidFill>
                  <a:srgbClr val="6C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26" name="ph2126"/>
              <p:cNvSpPr/>
              <p:nvPr/>
            </p:nvSpPr>
            <p:spPr>
              <a:xfrm>
                <a:off x="2974673" y="214032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CD1B1">
                  <a:alpha val="100000"/>
                </a:srgbClr>
              </a:solidFill>
              <a:ln w="5420" cap="flat">
                <a:solidFill>
                  <a:srgbClr val="6CD1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27" name="ph2127"/>
              <p:cNvSpPr/>
              <p:nvPr/>
            </p:nvSpPr>
            <p:spPr>
              <a:xfrm>
                <a:off x="2984057" y="214032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6CD1B0">
                  <a:alpha val="100000"/>
                </a:srgbClr>
              </a:solidFill>
              <a:ln w="5420" cap="flat">
                <a:solidFill>
                  <a:srgbClr val="6C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28" name="ph2128"/>
              <p:cNvSpPr/>
              <p:nvPr/>
            </p:nvSpPr>
            <p:spPr>
              <a:xfrm>
                <a:off x="2993441" y="214032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9D1AF">
                  <a:alpha val="100000"/>
                </a:srgbClr>
              </a:solidFill>
              <a:ln w="5420" cap="flat">
                <a:solidFill>
                  <a:srgbClr val="69D1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29" name="ph2129"/>
              <p:cNvSpPr/>
              <p:nvPr/>
            </p:nvSpPr>
            <p:spPr>
              <a:xfrm>
                <a:off x="3002825" y="214032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6CFAE">
                  <a:alpha val="100000"/>
                </a:srgbClr>
              </a:solidFill>
              <a:ln w="5420" cap="flat">
                <a:solidFill>
                  <a:srgbClr val="66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30" name="ph2130"/>
              <p:cNvSpPr/>
              <p:nvPr/>
            </p:nvSpPr>
            <p:spPr>
              <a:xfrm>
                <a:off x="3012210" y="214032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31" name="ph2131"/>
              <p:cNvSpPr/>
              <p:nvPr/>
            </p:nvSpPr>
            <p:spPr>
              <a:xfrm>
                <a:off x="3021594" y="214032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32" name="ph2132"/>
              <p:cNvSpPr/>
              <p:nvPr/>
            </p:nvSpPr>
            <p:spPr>
              <a:xfrm>
                <a:off x="3030978" y="214032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33" name="ph2133"/>
              <p:cNvSpPr/>
              <p:nvPr/>
            </p:nvSpPr>
            <p:spPr>
              <a:xfrm>
                <a:off x="3040362" y="214032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34" name="ph2134"/>
              <p:cNvSpPr/>
              <p:nvPr/>
            </p:nvSpPr>
            <p:spPr>
              <a:xfrm>
                <a:off x="3049747" y="214032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35" name="ph2135"/>
              <p:cNvSpPr/>
              <p:nvPr/>
            </p:nvSpPr>
            <p:spPr>
              <a:xfrm>
                <a:off x="3059131" y="214032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36" name="ph2136"/>
              <p:cNvSpPr/>
              <p:nvPr/>
            </p:nvSpPr>
            <p:spPr>
              <a:xfrm>
                <a:off x="3068515" y="214032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37" name="ph2137"/>
              <p:cNvSpPr/>
              <p:nvPr/>
            </p:nvSpPr>
            <p:spPr>
              <a:xfrm>
                <a:off x="2965288" y="215185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38" name="ph2138"/>
              <p:cNvSpPr/>
              <p:nvPr/>
            </p:nvSpPr>
            <p:spPr>
              <a:xfrm>
                <a:off x="2974673" y="215185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39" name="ph2139"/>
              <p:cNvSpPr/>
              <p:nvPr/>
            </p:nvSpPr>
            <p:spPr>
              <a:xfrm>
                <a:off x="2984057" y="215185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40" name="ph2140"/>
              <p:cNvSpPr/>
              <p:nvPr/>
            </p:nvSpPr>
            <p:spPr>
              <a:xfrm>
                <a:off x="2993441" y="215185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41" name="ph2141"/>
              <p:cNvSpPr/>
              <p:nvPr/>
            </p:nvSpPr>
            <p:spPr>
              <a:xfrm>
                <a:off x="3002825" y="215185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CD1B0">
                  <a:alpha val="100000"/>
                </a:srgbClr>
              </a:solidFill>
              <a:ln w="5420" cap="flat">
                <a:solidFill>
                  <a:srgbClr val="6C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42" name="ph2142"/>
              <p:cNvSpPr/>
              <p:nvPr/>
            </p:nvSpPr>
            <p:spPr>
              <a:xfrm>
                <a:off x="3012210" y="215185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7D0AE">
                  <a:alpha val="100000"/>
                </a:srgbClr>
              </a:solidFill>
              <a:ln w="5420" cap="flat">
                <a:solidFill>
                  <a:srgbClr val="67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43" name="ph2143"/>
              <p:cNvSpPr/>
              <p:nvPr/>
            </p:nvSpPr>
            <p:spPr>
              <a:xfrm>
                <a:off x="3021594" y="215185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44" name="ph2144"/>
              <p:cNvSpPr/>
              <p:nvPr/>
            </p:nvSpPr>
            <p:spPr>
              <a:xfrm>
                <a:off x="3030978" y="215185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45" name="ph2145"/>
              <p:cNvSpPr/>
              <p:nvPr/>
            </p:nvSpPr>
            <p:spPr>
              <a:xfrm>
                <a:off x="3040362" y="215185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46" name="ph2146"/>
              <p:cNvSpPr/>
              <p:nvPr/>
            </p:nvSpPr>
            <p:spPr>
              <a:xfrm>
                <a:off x="3049747" y="215185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DC8AC">
                  <a:alpha val="100000"/>
                </a:srgbClr>
              </a:solidFill>
              <a:ln w="5420" cap="flat">
                <a:solidFill>
                  <a:srgbClr val="5D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47" name="ph2147"/>
              <p:cNvSpPr/>
              <p:nvPr/>
            </p:nvSpPr>
            <p:spPr>
              <a:xfrm>
                <a:off x="3059131" y="215185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48" name="ph2148"/>
              <p:cNvSpPr/>
              <p:nvPr/>
            </p:nvSpPr>
            <p:spPr>
              <a:xfrm>
                <a:off x="2965288" y="216338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5D4B4">
                  <a:alpha val="100000"/>
                </a:srgbClr>
              </a:solidFill>
              <a:ln w="5420" cap="flat">
                <a:solidFill>
                  <a:srgbClr val="75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49" name="ph2149"/>
              <p:cNvSpPr/>
              <p:nvPr/>
            </p:nvSpPr>
            <p:spPr>
              <a:xfrm>
                <a:off x="2974673" y="216338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8D5B5">
                  <a:alpha val="100000"/>
                </a:srgbClr>
              </a:solidFill>
              <a:ln w="5420" cap="flat">
                <a:solidFill>
                  <a:srgbClr val="78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50" name="ph2150"/>
              <p:cNvSpPr/>
              <p:nvPr/>
            </p:nvSpPr>
            <p:spPr>
              <a:xfrm>
                <a:off x="2984057" y="216338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51" name="ph2151"/>
              <p:cNvSpPr/>
              <p:nvPr/>
            </p:nvSpPr>
            <p:spPr>
              <a:xfrm>
                <a:off x="2993441" y="216338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52" name="ph2152"/>
              <p:cNvSpPr/>
              <p:nvPr/>
            </p:nvSpPr>
            <p:spPr>
              <a:xfrm>
                <a:off x="3002825" y="216338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53" name="ph2153"/>
              <p:cNvSpPr/>
              <p:nvPr/>
            </p:nvSpPr>
            <p:spPr>
              <a:xfrm>
                <a:off x="3012210" y="216338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CD1B0">
                  <a:alpha val="100000"/>
                </a:srgbClr>
              </a:solidFill>
              <a:ln w="5420" cap="flat">
                <a:solidFill>
                  <a:srgbClr val="6C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54" name="ph2154"/>
              <p:cNvSpPr/>
              <p:nvPr/>
            </p:nvSpPr>
            <p:spPr>
              <a:xfrm>
                <a:off x="3021594" y="216338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55" name="ph2155"/>
              <p:cNvSpPr/>
              <p:nvPr/>
            </p:nvSpPr>
            <p:spPr>
              <a:xfrm>
                <a:off x="3030978" y="216338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56" name="ph2156"/>
              <p:cNvSpPr/>
              <p:nvPr/>
            </p:nvSpPr>
            <p:spPr>
              <a:xfrm>
                <a:off x="2965288" y="217492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57" name="ph2157"/>
              <p:cNvSpPr/>
              <p:nvPr/>
            </p:nvSpPr>
            <p:spPr>
              <a:xfrm>
                <a:off x="2974673" y="217492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FD7B8">
                  <a:alpha val="100000"/>
                </a:srgbClr>
              </a:solidFill>
              <a:ln w="5420" cap="flat">
                <a:solidFill>
                  <a:srgbClr val="7F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58" name="ph2158"/>
              <p:cNvSpPr/>
              <p:nvPr/>
            </p:nvSpPr>
            <p:spPr>
              <a:xfrm>
                <a:off x="2984057" y="217492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83D8BA">
                  <a:alpha val="100000"/>
                </a:srgbClr>
              </a:solidFill>
              <a:ln w="5420" cap="flat">
                <a:solidFill>
                  <a:srgbClr val="83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59" name="ph2159"/>
              <p:cNvSpPr/>
              <p:nvPr/>
            </p:nvSpPr>
            <p:spPr>
              <a:xfrm>
                <a:off x="2993441" y="217492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ED6B7">
                  <a:alpha val="100000"/>
                </a:srgbClr>
              </a:solidFill>
              <a:ln w="5420" cap="flat">
                <a:solidFill>
                  <a:srgbClr val="7E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60" name="ph2160"/>
              <p:cNvSpPr/>
              <p:nvPr/>
            </p:nvSpPr>
            <p:spPr>
              <a:xfrm>
                <a:off x="3002825" y="217492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61" name="ph2161"/>
              <p:cNvSpPr/>
              <p:nvPr/>
            </p:nvSpPr>
            <p:spPr>
              <a:xfrm>
                <a:off x="3012210" y="217492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62" name="ph2162"/>
              <p:cNvSpPr/>
              <p:nvPr/>
            </p:nvSpPr>
            <p:spPr>
              <a:xfrm>
                <a:off x="3021594" y="217492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BD1B0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63" name="ph2163"/>
              <p:cNvSpPr/>
              <p:nvPr/>
            </p:nvSpPr>
            <p:spPr>
              <a:xfrm>
                <a:off x="2946520" y="218645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6CFAE">
                  <a:alpha val="100000"/>
                </a:srgbClr>
              </a:solidFill>
              <a:ln w="5420" cap="flat">
                <a:solidFill>
                  <a:srgbClr val="66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64" name="ph2164"/>
              <p:cNvSpPr/>
              <p:nvPr/>
            </p:nvSpPr>
            <p:spPr>
              <a:xfrm>
                <a:off x="2955904" y="218645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68D0AF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65" name="ph2165"/>
              <p:cNvSpPr/>
              <p:nvPr/>
            </p:nvSpPr>
            <p:spPr>
              <a:xfrm>
                <a:off x="2965288" y="218645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DD2B1">
                  <a:alpha val="100000"/>
                </a:srgbClr>
              </a:solidFill>
              <a:ln w="5420" cap="flat">
                <a:solidFill>
                  <a:srgbClr val="6D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66" name="ph2166"/>
              <p:cNvSpPr/>
              <p:nvPr/>
            </p:nvSpPr>
            <p:spPr>
              <a:xfrm>
                <a:off x="2974673" y="218645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8D9BC">
                  <a:alpha val="100000"/>
                </a:srgbClr>
              </a:solidFill>
              <a:ln w="5420" cap="flat">
                <a:solidFill>
                  <a:srgbClr val="88D9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67" name="ph2167"/>
              <p:cNvSpPr/>
              <p:nvPr/>
            </p:nvSpPr>
            <p:spPr>
              <a:xfrm>
                <a:off x="2984057" y="218645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8DDBBE">
                  <a:alpha val="100000"/>
                </a:srgbClr>
              </a:solidFill>
              <a:ln w="5420" cap="flat">
                <a:solidFill>
                  <a:srgbClr val="8DDBB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68" name="ph2168"/>
              <p:cNvSpPr/>
              <p:nvPr/>
            </p:nvSpPr>
            <p:spPr>
              <a:xfrm>
                <a:off x="2993441" y="218645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3D8BA">
                  <a:alpha val="100000"/>
                </a:srgbClr>
              </a:solidFill>
              <a:ln w="5420" cap="flat">
                <a:solidFill>
                  <a:srgbClr val="83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69" name="ph2169"/>
              <p:cNvSpPr/>
              <p:nvPr/>
            </p:nvSpPr>
            <p:spPr>
              <a:xfrm>
                <a:off x="3002825" y="218645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BD5B6">
                  <a:alpha val="100000"/>
                </a:srgbClr>
              </a:solidFill>
              <a:ln w="5420" cap="flat">
                <a:solidFill>
                  <a:srgbClr val="7B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70" name="ph2170"/>
              <p:cNvSpPr/>
              <p:nvPr/>
            </p:nvSpPr>
            <p:spPr>
              <a:xfrm>
                <a:off x="3012210" y="218645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4D3B3">
                  <a:alpha val="100000"/>
                </a:srgbClr>
              </a:solidFill>
              <a:ln w="5420" cap="flat">
                <a:solidFill>
                  <a:srgbClr val="74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71" name="ph2171"/>
              <p:cNvSpPr/>
              <p:nvPr/>
            </p:nvSpPr>
            <p:spPr>
              <a:xfrm>
                <a:off x="2946520" y="219798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2CFAD">
                  <a:alpha val="100000"/>
                </a:srgbClr>
              </a:solidFill>
              <a:ln w="5420" cap="flat">
                <a:solidFill>
                  <a:srgbClr val="62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72" name="ph2172"/>
              <p:cNvSpPr/>
              <p:nvPr/>
            </p:nvSpPr>
            <p:spPr>
              <a:xfrm>
                <a:off x="2955904" y="219798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73" name="ph2173"/>
              <p:cNvSpPr/>
              <p:nvPr/>
            </p:nvSpPr>
            <p:spPr>
              <a:xfrm>
                <a:off x="2965288" y="219798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74" name="ph2174"/>
              <p:cNvSpPr/>
              <p:nvPr/>
            </p:nvSpPr>
            <p:spPr>
              <a:xfrm>
                <a:off x="2974673" y="219798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ED6B8">
                  <a:alpha val="100000"/>
                </a:srgbClr>
              </a:solidFill>
              <a:ln w="5420" cap="flat">
                <a:solidFill>
                  <a:srgbClr val="7ED6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75" name="ph2175"/>
              <p:cNvSpPr/>
              <p:nvPr/>
            </p:nvSpPr>
            <p:spPr>
              <a:xfrm>
                <a:off x="2984057" y="219798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90DCBF">
                  <a:alpha val="100000"/>
                </a:srgbClr>
              </a:solidFill>
              <a:ln w="5420" cap="flat">
                <a:solidFill>
                  <a:srgbClr val="90DCB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76" name="ph2176"/>
              <p:cNvSpPr/>
              <p:nvPr/>
            </p:nvSpPr>
            <p:spPr>
              <a:xfrm>
                <a:off x="2993441" y="219798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4D8BA">
                  <a:alpha val="100000"/>
                </a:srgbClr>
              </a:solidFill>
              <a:ln w="5420" cap="flat">
                <a:solidFill>
                  <a:srgbClr val="84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77" name="ph2177"/>
              <p:cNvSpPr/>
              <p:nvPr/>
            </p:nvSpPr>
            <p:spPr>
              <a:xfrm>
                <a:off x="3002825" y="219798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CD6B7">
                  <a:alpha val="100000"/>
                </a:srgbClr>
              </a:solidFill>
              <a:ln w="5420" cap="flat">
                <a:solidFill>
                  <a:srgbClr val="7C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78" name="ph2178"/>
              <p:cNvSpPr/>
              <p:nvPr/>
            </p:nvSpPr>
            <p:spPr>
              <a:xfrm>
                <a:off x="2937135" y="220951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79" name="ph2179"/>
              <p:cNvSpPr/>
              <p:nvPr/>
            </p:nvSpPr>
            <p:spPr>
              <a:xfrm>
                <a:off x="2946520" y="220951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80" name="ph2180"/>
              <p:cNvSpPr/>
              <p:nvPr/>
            </p:nvSpPr>
            <p:spPr>
              <a:xfrm>
                <a:off x="2955904" y="220951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81" name="ph2181"/>
              <p:cNvSpPr/>
              <p:nvPr/>
            </p:nvSpPr>
            <p:spPr>
              <a:xfrm>
                <a:off x="2965288" y="220951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82" name="ph2182"/>
              <p:cNvSpPr/>
              <p:nvPr/>
            </p:nvSpPr>
            <p:spPr>
              <a:xfrm>
                <a:off x="2974673" y="220951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83" name="ph2183"/>
              <p:cNvSpPr/>
              <p:nvPr/>
            </p:nvSpPr>
            <p:spPr>
              <a:xfrm>
                <a:off x="2984057" y="220951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84D8BA">
                  <a:alpha val="100000"/>
                </a:srgbClr>
              </a:solidFill>
              <a:ln w="5420" cap="flat">
                <a:solidFill>
                  <a:srgbClr val="84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84" name="ph2184"/>
              <p:cNvSpPr/>
              <p:nvPr/>
            </p:nvSpPr>
            <p:spPr>
              <a:xfrm>
                <a:off x="2993441" y="220951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80D7B8">
                  <a:alpha val="100000"/>
                </a:srgbClr>
              </a:solidFill>
              <a:ln w="5420" cap="flat">
                <a:solidFill>
                  <a:srgbClr val="80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85" name="ph2185"/>
              <p:cNvSpPr/>
              <p:nvPr/>
            </p:nvSpPr>
            <p:spPr>
              <a:xfrm>
                <a:off x="2937135" y="222104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86" name="ph2186"/>
              <p:cNvSpPr/>
              <p:nvPr/>
            </p:nvSpPr>
            <p:spPr>
              <a:xfrm>
                <a:off x="2946520" y="222104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87" name="ph2187"/>
              <p:cNvSpPr/>
              <p:nvPr/>
            </p:nvSpPr>
            <p:spPr>
              <a:xfrm>
                <a:off x="2955904" y="222104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88" name="ph2188"/>
              <p:cNvSpPr/>
              <p:nvPr/>
            </p:nvSpPr>
            <p:spPr>
              <a:xfrm>
                <a:off x="2965288" y="222104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89" name="ph2189"/>
              <p:cNvSpPr/>
              <p:nvPr/>
            </p:nvSpPr>
            <p:spPr>
              <a:xfrm>
                <a:off x="2974673" y="222104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2CFAD">
                  <a:alpha val="100000"/>
                </a:srgbClr>
              </a:solidFill>
              <a:ln w="5420" cap="flat">
                <a:solidFill>
                  <a:srgbClr val="62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90" name="ph2190"/>
              <p:cNvSpPr/>
              <p:nvPr/>
            </p:nvSpPr>
            <p:spPr>
              <a:xfrm>
                <a:off x="2984057" y="222104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6FD2B1">
                  <a:alpha val="100000"/>
                </a:srgbClr>
              </a:solidFill>
              <a:ln w="5420" cap="flat">
                <a:solidFill>
                  <a:srgbClr val="6F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91" name="ph2191"/>
              <p:cNvSpPr/>
              <p:nvPr/>
            </p:nvSpPr>
            <p:spPr>
              <a:xfrm>
                <a:off x="2927751" y="223258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92" name="ph2192"/>
              <p:cNvSpPr/>
              <p:nvPr/>
            </p:nvSpPr>
            <p:spPr>
              <a:xfrm>
                <a:off x="2937135" y="223258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93" name="ph2193"/>
              <p:cNvSpPr/>
              <p:nvPr/>
            </p:nvSpPr>
            <p:spPr>
              <a:xfrm>
                <a:off x="2946520" y="223258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94" name="ph2194"/>
              <p:cNvSpPr/>
              <p:nvPr/>
            </p:nvSpPr>
            <p:spPr>
              <a:xfrm>
                <a:off x="2955904" y="223258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BC5AC">
                  <a:alpha val="100000"/>
                </a:srgbClr>
              </a:solidFill>
              <a:ln w="5420" cap="flat">
                <a:solidFill>
                  <a:srgbClr val="5B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95" name="ph2195"/>
              <p:cNvSpPr/>
              <p:nvPr/>
            </p:nvSpPr>
            <p:spPr>
              <a:xfrm>
                <a:off x="2965288" y="223258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96" name="ph2196"/>
              <p:cNvSpPr/>
              <p:nvPr/>
            </p:nvSpPr>
            <p:spPr>
              <a:xfrm>
                <a:off x="2974673" y="223258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97" name="ph2197"/>
              <p:cNvSpPr/>
              <p:nvPr/>
            </p:nvSpPr>
            <p:spPr>
              <a:xfrm>
                <a:off x="2927751" y="224411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98" name="ph2198"/>
              <p:cNvSpPr/>
              <p:nvPr/>
            </p:nvSpPr>
            <p:spPr>
              <a:xfrm>
                <a:off x="2937135" y="224411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99" name="ph2199"/>
              <p:cNvSpPr/>
              <p:nvPr/>
            </p:nvSpPr>
            <p:spPr>
              <a:xfrm>
                <a:off x="2946520" y="224411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2AC">
                  <a:alpha val="100000"/>
                </a:srgbClr>
              </a:solidFill>
              <a:ln w="5420" cap="flat">
                <a:solidFill>
                  <a:srgbClr val="59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00" name="ph2200"/>
              <p:cNvSpPr/>
              <p:nvPr/>
            </p:nvSpPr>
            <p:spPr>
              <a:xfrm>
                <a:off x="2955904" y="224411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01" name="ph2201"/>
              <p:cNvSpPr/>
              <p:nvPr/>
            </p:nvSpPr>
            <p:spPr>
              <a:xfrm>
                <a:off x="2965288" y="224411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02" name="ph2202"/>
              <p:cNvSpPr/>
              <p:nvPr/>
            </p:nvSpPr>
            <p:spPr>
              <a:xfrm>
                <a:off x="2918367" y="225564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03" name="ph2203"/>
              <p:cNvSpPr/>
              <p:nvPr/>
            </p:nvSpPr>
            <p:spPr>
              <a:xfrm>
                <a:off x="2927751" y="225564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04" name="ph2204"/>
              <p:cNvSpPr/>
              <p:nvPr/>
            </p:nvSpPr>
            <p:spPr>
              <a:xfrm>
                <a:off x="2937135" y="225564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05" name="ph2205"/>
              <p:cNvSpPr/>
              <p:nvPr/>
            </p:nvSpPr>
            <p:spPr>
              <a:xfrm>
                <a:off x="2946520" y="225564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06" name="ph2206"/>
              <p:cNvSpPr/>
              <p:nvPr/>
            </p:nvSpPr>
            <p:spPr>
              <a:xfrm>
                <a:off x="2955904" y="225564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07" name="ph2207"/>
              <p:cNvSpPr/>
              <p:nvPr/>
            </p:nvSpPr>
            <p:spPr>
              <a:xfrm>
                <a:off x="2965288" y="225564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08" name="ph2208"/>
              <p:cNvSpPr/>
              <p:nvPr/>
            </p:nvSpPr>
            <p:spPr>
              <a:xfrm>
                <a:off x="2918367" y="226717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09" name="ph2209"/>
              <p:cNvSpPr/>
              <p:nvPr/>
            </p:nvSpPr>
            <p:spPr>
              <a:xfrm>
                <a:off x="2927751" y="226717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10" name="ph2210"/>
              <p:cNvSpPr/>
              <p:nvPr/>
            </p:nvSpPr>
            <p:spPr>
              <a:xfrm>
                <a:off x="2937135" y="226717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11" name="ph2211"/>
              <p:cNvSpPr/>
              <p:nvPr/>
            </p:nvSpPr>
            <p:spPr>
              <a:xfrm>
                <a:off x="2946520" y="226717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12" name="ph2212"/>
              <p:cNvSpPr/>
              <p:nvPr/>
            </p:nvSpPr>
            <p:spPr>
              <a:xfrm>
                <a:off x="2955904" y="226717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13" name="ph2213"/>
              <p:cNvSpPr/>
              <p:nvPr/>
            </p:nvSpPr>
            <p:spPr>
              <a:xfrm>
                <a:off x="2908983" y="2278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14" name="ph2214"/>
              <p:cNvSpPr/>
              <p:nvPr/>
            </p:nvSpPr>
            <p:spPr>
              <a:xfrm>
                <a:off x="2918367" y="2278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15" name="ph2215"/>
              <p:cNvSpPr/>
              <p:nvPr/>
            </p:nvSpPr>
            <p:spPr>
              <a:xfrm>
                <a:off x="2927751" y="2278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16" name="ph2216"/>
              <p:cNvSpPr/>
              <p:nvPr/>
            </p:nvSpPr>
            <p:spPr>
              <a:xfrm>
                <a:off x="2937135" y="2278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17" name="ph2217"/>
              <p:cNvSpPr/>
              <p:nvPr/>
            </p:nvSpPr>
            <p:spPr>
              <a:xfrm>
                <a:off x="2946520" y="2278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18" name="ph2218"/>
              <p:cNvSpPr/>
              <p:nvPr/>
            </p:nvSpPr>
            <p:spPr>
              <a:xfrm>
                <a:off x="2955904" y="2278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19" name="ph2219"/>
              <p:cNvSpPr/>
              <p:nvPr/>
            </p:nvSpPr>
            <p:spPr>
              <a:xfrm>
                <a:off x="2908983" y="2290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20" name="ph2220"/>
              <p:cNvSpPr/>
              <p:nvPr/>
            </p:nvSpPr>
            <p:spPr>
              <a:xfrm>
                <a:off x="2918367" y="2290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21" name="ph2221"/>
              <p:cNvSpPr/>
              <p:nvPr/>
            </p:nvSpPr>
            <p:spPr>
              <a:xfrm>
                <a:off x="2927751" y="2290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22" name="ph2222"/>
              <p:cNvSpPr/>
              <p:nvPr/>
            </p:nvSpPr>
            <p:spPr>
              <a:xfrm>
                <a:off x="2937135" y="2290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23" name="ph2223"/>
              <p:cNvSpPr/>
              <p:nvPr/>
            </p:nvSpPr>
            <p:spPr>
              <a:xfrm>
                <a:off x="2946520" y="2290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24" name="ph2224"/>
              <p:cNvSpPr/>
              <p:nvPr/>
            </p:nvSpPr>
            <p:spPr>
              <a:xfrm>
                <a:off x="2955904" y="2290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25" name="ph2225"/>
              <p:cNvSpPr/>
              <p:nvPr/>
            </p:nvSpPr>
            <p:spPr>
              <a:xfrm>
                <a:off x="2908983" y="2301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26" name="ph2226"/>
              <p:cNvSpPr/>
              <p:nvPr/>
            </p:nvSpPr>
            <p:spPr>
              <a:xfrm>
                <a:off x="2918367" y="2301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27" name="ph2227"/>
              <p:cNvSpPr/>
              <p:nvPr/>
            </p:nvSpPr>
            <p:spPr>
              <a:xfrm>
                <a:off x="2927751" y="2301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28" name="ph2228"/>
              <p:cNvSpPr/>
              <p:nvPr/>
            </p:nvSpPr>
            <p:spPr>
              <a:xfrm>
                <a:off x="2937135" y="2301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29" name="ph2229"/>
              <p:cNvSpPr/>
              <p:nvPr/>
            </p:nvSpPr>
            <p:spPr>
              <a:xfrm>
                <a:off x="2946520" y="2301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30" name="ph2230"/>
              <p:cNvSpPr/>
              <p:nvPr/>
            </p:nvSpPr>
            <p:spPr>
              <a:xfrm>
                <a:off x="2355311" y="2313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31" name="ph2231"/>
              <p:cNvSpPr/>
              <p:nvPr/>
            </p:nvSpPr>
            <p:spPr>
              <a:xfrm>
                <a:off x="2364695" y="2313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32" name="ph2232"/>
              <p:cNvSpPr/>
              <p:nvPr/>
            </p:nvSpPr>
            <p:spPr>
              <a:xfrm>
                <a:off x="2374079" y="2313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4A2">
                  <a:alpha val="100000"/>
                </a:srgbClr>
              </a:solidFill>
              <a:ln w="5420" cap="flat">
                <a:solidFill>
                  <a:srgbClr val="3A74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33" name="ph2233"/>
              <p:cNvSpPr/>
              <p:nvPr/>
            </p:nvSpPr>
            <p:spPr>
              <a:xfrm>
                <a:off x="2383463" y="2313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34" name="ph2234"/>
              <p:cNvSpPr/>
              <p:nvPr/>
            </p:nvSpPr>
            <p:spPr>
              <a:xfrm>
                <a:off x="2908983" y="2313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35" name="ph2235"/>
              <p:cNvSpPr/>
              <p:nvPr/>
            </p:nvSpPr>
            <p:spPr>
              <a:xfrm>
                <a:off x="2918367" y="2313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36" name="ph2236"/>
              <p:cNvSpPr/>
              <p:nvPr/>
            </p:nvSpPr>
            <p:spPr>
              <a:xfrm>
                <a:off x="2927751" y="2313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37" name="ph2237"/>
              <p:cNvSpPr/>
              <p:nvPr/>
            </p:nvSpPr>
            <p:spPr>
              <a:xfrm>
                <a:off x="2937135" y="2313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38" name="ph2238"/>
              <p:cNvSpPr/>
              <p:nvPr/>
            </p:nvSpPr>
            <p:spPr>
              <a:xfrm>
                <a:off x="2355311" y="2324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39" name="ph2239"/>
              <p:cNvSpPr/>
              <p:nvPr/>
            </p:nvSpPr>
            <p:spPr>
              <a:xfrm>
                <a:off x="2364695" y="2324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40" name="ph2240"/>
              <p:cNvSpPr/>
              <p:nvPr/>
            </p:nvSpPr>
            <p:spPr>
              <a:xfrm>
                <a:off x="2374079" y="2324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41" name="ph2241"/>
              <p:cNvSpPr/>
              <p:nvPr/>
            </p:nvSpPr>
            <p:spPr>
              <a:xfrm>
                <a:off x="2383463" y="2324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42" name="ph2242"/>
              <p:cNvSpPr/>
              <p:nvPr/>
            </p:nvSpPr>
            <p:spPr>
              <a:xfrm>
                <a:off x="2392848" y="2324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43" name="ph2243"/>
              <p:cNvSpPr/>
              <p:nvPr/>
            </p:nvSpPr>
            <p:spPr>
              <a:xfrm>
                <a:off x="2430385" y="2324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44" name="ph2244"/>
              <p:cNvSpPr/>
              <p:nvPr/>
            </p:nvSpPr>
            <p:spPr>
              <a:xfrm>
                <a:off x="2439769" y="2324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45" name="ph2245"/>
              <p:cNvSpPr/>
              <p:nvPr/>
            </p:nvSpPr>
            <p:spPr>
              <a:xfrm>
                <a:off x="2449153" y="2324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46" name="ph2246"/>
              <p:cNvSpPr/>
              <p:nvPr/>
            </p:nvSpPr>
            <p:spPr>
              <a:xfrm>
                <a:off x="2458538" y="2324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47" name="ph2247"/>
              <p:cNvSpPr/>
              <p:nvPr/>
            </p:nvSpPr>
            <p:spPr>
              <a:xfrm>
                <a:off x="2467922" y="2324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48" name="ph2248"/>
              <p:cNvSpPr/>
              <p:nvPr/>
            </p:nvSpPr>
            <p:spPr>
              <a:xfrm>
                <a:off x="2908983" y="2324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49" name="ph2249"/>
              <p:cNvSpPr/>
              <p:nvPr/>
            </p:nvSpPr>
            <p:spPr>
              <a:xfrm>
                <a:off x="2918367" y="2324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50" name="ph2250"/>
              <p:cNvSpPr/>
              <p:nvPr/>
            </p:nvSpPr>
            <p:spPr>
              <a:xfrm>
                <a:off x="2927751" y="2324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DC8AC">
                  <a:alpha val="100000"/>
                </a:srgbClr>
              </a:solidFill>
              <a:ln w="5420" cap="flat">
                <a:solidFill>
                  <a:srgbClr val="5D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51" name="ph2251"/>
              <p:cNvSpPr/>
              <p:nvPr/>
            </p:nvSpPr>
            <p:spPr>
              <a:xfrm>
                <a:off x="2937135" y="2324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52" name="ph2252"/>
              <p:cNvSpPr/>
              <p:nvPr/>
            </p:nvSpPr>
            <p:spPr>
              <a:xfrm>
                <a:off x="2946520" y="2324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DC8AC">
                  <a:alpha val="100000"/>
                </a:srgbClr>
              </a:solidFill>
              <a:ln w="5420" cap="flat">
                <a:solidFill>
                  <a:srgbClr val="5D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53" name="ph2253"/>
              <p:cNvSpPr/>
              <p:nvPr/>
            </p:nvSpPr>
            <p:spPr>
              <a:xfrm>
                <a:off x="2289621" y="2336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54" name="ph2254"/>
              <p:cNvSpPr/>
              <p:nvPr/>
            </p:nvSpPr>
            <p:spPr>
              <a:xfrm>
                <a:off x="2299005" y="2336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55" name="ph2255"/>
              <p:cNvSpPr/>
              <p:nvPr/>
            </p:nvSpPr>
            <p:spPr>
              <a:xfrm>
                <a:off x="2345926" y="2336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56" name="ph2256"/>
              <p:cNvSpPr/>
              <p:nvPr/>
            </p:nvSpPr>
            <p:spPr>
              <a:xfrm>
                <a:off x="2355311" y="2336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57" name="ph2257"/>
              <p:cNvSpPr/>
              <p:nvPr/>
            </p:nvSpPr>
            <p:spPr>
              <a:xfrm>
                <a:off x="2364695" y="2336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58" name="ph2258"/>
              <p:cNvSpPr/>
              <p:nvPr/>
            </p:nvSpPr>
            <p:spPr>
              <a:xfrm>
                <a:off x="2374079" y="2336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59" name="ph2259"/>
              <p:cNvSpPr/>
              <p:nvPr/>
            </p:nvSpPr>
            <p:spPr>
              <a:xfrm>
                <a:off x="2383463" y="2336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60" name="ph2260"/>
              <p:cNvSpPr/>
              <p:nvPr/>
            </p:nvSpPr>
            <p:spPr>
              <a:xfrm>
                <a:off x="2392848" y="2336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61" name="ph2261"/>
              <p:cNvSpPr/>
              <p:nvPr/>
            </p:nvSpPr>
            <p:spPr>
              <a:xfrm>
                <a:off x="2430385" y="2336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62" name="ph2262"/>
              <p:cNvSpPr/>
              <p:nvPr/>
            </p:nvSpPr>
            <p:spPr>
              <a:xfrm>
                <a:off x="2439769" y="2336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63" name="ph2263"/>
              <p:cNvSpPr/>
              <p:nvPr/>
            </p:nvSpPr>
            <p:spPr>
              <a:xfrm>
                <a:off x="2449153" y="2336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64" name="ph2264"/>
              <p:cNvSpPr/>
              <p:nvPr/>
            </p:nvSpPr>
            <p:spPr>
              <a:xfrm>
                <a:off x="2458538" y="2336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65" name="ph2265"/>
              <p:cNvSpPr/>
              <p:nvPr/>
            </p:nvSpPr>
            <p:spPr>
              <a:xfrm>
                <a:off x="2467922" y="2336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66" name="ph2266"/>
              <p:cNvSpPr/>
              <p:nvPr/>
            </p:nvSpPr>
            <p:spPr>
              <a:xfrm>
                <a:off x="2477306" y="2336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67" name="ph2267"/>
              <p:cNvSpPr/>
              <p:nvPr/>
            </p:nvSpPr>
            <p:spPr>
              <a:xfrm>
                <a:off x="2486690" y="2336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68" name="ph2268"/>
              <p:cNvSpPr/>
              <p:nvPr/>
            </p:nvSpPr>
            <p:spPr>
              <a:xfrm>
                <a:off x="2496075" y="2336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69" name="ph2269"/>
              <p:cNvSpPr/>
              <p:nvPr/>
            </p:nvSpPr>
            <p:spPr>
              <a:xfrm>
                <a:off x="2505459" y="2336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70" name="ph2270"/>
              <p:cNvSpPr/>
              <p:nvPr/>
            </p:nvSpPr>
            <p:spPr>
              <a:xfrm>
                <a:off x="2514843" y="2336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DA4">
                  <a:alpha val="100000"/>
                </a:srgbClr>
              </a:solidFill>
              <a:ln w="5420" cap="flat">
                <a:solidFill>
                  <a:srgbClr val="3A7D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71" name="ph2271"/>
              <p:cNvSpPr/>
              <p:nvPr/>
            </p:nvSpPr>
            <p:spPr>
              <a:xfrm>
                <a:off x="2524228" y="2336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72" name="ph2272"/>
              <p:cNvSpPr/>
              <p:nvPr/>
            </p:nvSpPr>
            <p:spPr>
              <a:xfrm>
                <a:off x="2533612" y="2336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73" name="ph2273"/>
              <p:cNvSpPr/>
              <p:nvPr/>
            </p:nvSpPr>
            <p:spPr>
              <a:xfrm>
                <a:off x="2908983" y="2336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74" name="ph2274"/>
              <p:cNvSpPr/>
              <p:nvPr/>
            </p:nvSpPr>
            <p:spPr>
              <a:xfrm>
                <a:off x="2918367" y="2336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75" name="ph2275"/>
              <p:cNvSpPr/>
              <p:nvPr/>
            </p:nvSpPr>
            <p:spPr>
              <a:xfrm>
                <a:off x="2927751" y="2336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76" name="ph2276"/>
              <p:cNvSpPr/>
              <p:nvPr/>
            </p:nvSpPr>
            <p:spPr>
              <a:xfrm>
                <a:off x="2937135" y="2336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77" name="ph2277"/>
              <p:cNvSpPr/>
              <p:nvPr/>
            </p:nvSpPr>
            <p:spPr>
              <a:xfrm>
                <a:off x="2946520" y="2336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78" name="ph2278"/>
              <p:cNvSpPr/>
              <p:nvPr/>
            </p:nvSpPr>
            <p:spPr>
              <a:xfrm>
                <a:off x="2167625" y="2347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3C6D">
                  <a:alpha val="100000"/>
                </a:srgbClr>
              </a:solidFill>
              <a:ln w="5420" cap="flat">
                <a:solidFill>
                  <a:srgbClr val="3B3C6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79" name="ph2279"/>
              <p:cNvSpPr/>
              <p:nvPr/>
            </p:nvSpPr>
            <p:spPr>
              <a:xfrm>
                <a:off x="2177009" y="2347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3D6E">
                  <a:alpha val="100000"/>
                </a:srgbClr>
              </a:solidFill>
              <a:ln w="5420" cap="flat">
                <a:solidFill>
                  <a:srgbClr val="3B3D6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80" name="ph2280"/>
              <p:cNvSpPr/>
              <p:nvPr/>
            </p:nvSpPr>
            <p:spPr>
              <a:xfrm>
                <a:off x="2186394" y="2347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3D6F">
                  <a:alpha val="100000"/>
                </a:srgbClr>
              </a:solidFill>
              <a:ln w="5420" cap="flat">
                <a:solidFill>
                  <a:srgbClr val="3B3D6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81" name="ph2281"/>
              <p:cNvSpPr/>
              <p:nvPr/>
            </p:nvSpPr>
            <p:spPr>
              <a:xfrm>
                <a:off x="2195778" y="2347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3E70">
                  <a:alpha val="100000"/>
                </a:srgbClr>
              </a:solidFill>
              <a:ln w="5420" cap="flat">
                <a:solidFill>
                  <a:srgbClr val="3B3E7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82" name="ph2282"/>
              <p:cNvSpPr/>
              <p:nvPr/>
            </p:nvSpPr>
            <p:spPr>
              <a:xfrm>
                <a:off x="2205162" y="2347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3F71">
                  <a:alpha val="100000"/>
                </a:srgbClr>
              </a:solidFill>
              <a:ln w="5420" cap="flat">
                <a:solidFill>
                  <a:srgbClr val="3B3F7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83" name="ph2283"/>
              <p:cNvSpPr/>
              <p:nvPr/>
            </p:nvSpPr>
            <p:spPr>
              <a:xfrm>
                <a:off x="2252084" y="2347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C4B83">
                  <a:alpha val="100000"/>
                </a:srgbClr>
              </a:solidFill>
              <a:ln w="5420" cap="flat">
                <a:solidFill>
                  <a:srgbClr val="3C4B8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84" name="ph2284"/>
              <p:cNvSpPr/>
              <p:nvPr/>
            </p:nvSpPr>
            <p:spPr>
              <a:xfrm>
                <a:off x="2261468" y="2347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5089">
                  <a:alpha val="100000"/>
                </a:srgbClr>
              </a:solidFill>
              <a:ln w="5420" cap="flat">
                <a:solidFill>
                  <a:srgbClr val="3B508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85" name="ph2285"/>
              <p:cNvSpPr/>
              <p:nvPr/>
            </p:nvSpPr>
            <p:spPr>
              <a:xfrm>
                <a:off x="2270852" y="2347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5490">
                  <a:alpha val="100000"/>
                </a:srgbClr>
              </a:solidFill>
              <a:ln w="5420" cap="flat">
                <a:solidFill>
                  <a:srgbClr val="3B549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86" name="ph2286"/>
              <p:cNvSpPr/>
              <p:nvPr/>
            </p:nvSpPr>
            <p:spPr>
              <a:xfrm>
                <a:off x="2280236" y="2347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5A98">
                  <a:alpha val="100000"/>
                </a:srgbClr>
              </a:solidFill>
              <a:ln w="5420" cap="flat">
                <a:solidFill>
                  <a:srgbClr val="3A5A9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87" name="ph2287"/>
              <p:cNvSpPr/>
              <p:nvPr/>
            </p:nvSpPr>
            <p:spPr>
              <a:xfrm>
                <a:off x="2289621" y="2347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88" name="ph2288"/>
              <p:cNvSpPr/>
              <p:nvPr/>
            </p:nvSpPr>
            <p:spPr>
              <a:xfrm>
                <a:off x="2299005" y="2347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89" name="ph2289"/>
              <p:cNvSpPr/>
              <p:nvPr/>
            </p:nvSpPr>
            <p:spPr>
              <a:xfrm>
                <a:off x="2308389" y="2347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90" name="ph2290"/>
              <p:cNvSpPr/>
              <p:nvPr/>
            </p:nvSpPr>
            <p:spPr>
              <a:xfrm>
                <a:off x="2317774" y="2347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91" name="ph2291"/>
              <p:cNvSpPr/>
              <p:nvPr/>
            </p:nvSpPr>
            <p:spPr>
              <a:xfrm>
                <a:off x="2327158" y="2347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92" name="ph2292"/>
              <p:cNvSpPr/>
              <p:nvPr/>
            </p:nvSpPr>
            <p:spPr>
              <a:xfrm>
                <a:off x="2336542" y="2347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93" name="ph2293"/>
              <p:cNvSpPr/>
              <p:nvPr/>
            </p:nvSpPr>
            <p:spPr>
              <a:xfrm>
                <a:off x="2345926" y="2347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94" name="ph2294"/>
              <p:cNvSpPr/>
              <p:nvPr/>
            </p:nvSpPr>
            <p:spPr>
              <a:xfrm>
                <a:off x="2355311" y="2347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95" name="ph2295"/>
              <p:cNvSpPr/>
              <p:nvPr/>
            </p:nvSpPr>
            <p:spPr>
              <a:xfrm>
                <a:off x="2364695" y="2347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96" name="ph2296"/>
              <p:cNvSpPr/>
              <p:nvPr/>
            </p:nvSpPr>
            <p:spPr>
              <a:xfrm>
                <a:off x="2374079" y="2347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97" name="ph2297"/>
              <p:cNvSpPr/>
              <p:nvPr/>
            </p:nvSpPr>
            <p:spPr>
              <a:xfrm>
                <a:off x="2383463" y="2347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98" name="ph2298"/>
              <p:cNvSpPr/>
              <p:nvPr/>
            </p:nvSpPr>
            <p:spPr>
              <a:xfrm>
                <a:off x="2392848" y="2347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99" name="ph2299"/>
              <p:cNvSpPr/>
              <p:nvPr/>
            </p:nvSpPr>
            <p:spPr>
              <a:xfrm>
                <a:off x="2402232" y="2347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00" name="ph2300"/>
              <p:cNvSpPr/>
              <p:nvPr/>
            </p:nvSpPr>
            <p:spPr>
              <a:xfrm>
                <a:off x="2411616" y="2347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01" name="ph2301"/>
              <p:cNvSpPr/>
              <p:nvPr/>
            </p:nvSpPr>
            <p:spPr>
              <a:xfrm>
                <a:off x="2421001" y="2347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02" name="ph2302"/>
              <p:cNvSpPr/>
              <p:nvPr/>
            </p:nvSpPr>
            <p:spPr>
              <a:xfrm>
                <a:off x="2430385" y="2347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03" name="ph2303"/>
              <p:cNvSpPr/>
              <p:nvPr/>
            </p:nvSpPr>
            <p:spPr>
              <a:xfrm>
                <a:off x="2439769" y="2347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04" name="ph2304"/>
              <p:cNvSpPr/>
              <p:nvPr/>
            </p:nvSpPr>
            <p:spPr>
              <a:xfrm>
                <a:off x="2449153" y="2347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05" name="ph2305"/>
              <p:cNvSpPr/>
              <p:nvPr/>
            </p:nvSpPr>
            <p:spPr>
              <a:xfrm>
                <a:off x="2458538" y="2347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06" name="ph2306"/>
              <p:cNvSpPr/>
              <p:nvPr/>
            </p:nvSpPr>
            <p:spPr>
              <a:xfrm>
                <a:off x="2467922" y="2347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07" name="ph2307"/>
              <p:cNvSpPr/>
              <p:nvPr/>
            </p:nvSpPr>
            <p:spPr>
              <a:xfrm>
                <a:off x="2477306" y="2347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08" name="ph2308"/>
              <p:cNvSpPr/>
              <p:nvPr/>
            </p:nvSpPr>
            <p:spPr>
              <a:xfrm>
                <a:off x="2486690" y="2347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A79A2">
                  <a:alpha val="100000"/>
                </a:srgbClr>
              </a:solidFill>
              <a:ln w="5420" cap="flat">
                <a:solidFill>
                  <a:srgbClr val="3A79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09" name="ph2309"/>
              <p:cNvSpPr/>
              <p:nvPr/>
            </p:nvSpPr>
            <p:spPr>
              <a:xfrm>
                <a:off x="2496075" y="2347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10" name="ph2310"/>
              <p:cNvSpPr/>
              <p:nvPr/>
            </p:nvSpPr>
            <p:spPr>
              <a:xfrm>
                <a:off x="2505459" y="2347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11" name="ph2311"/>
              <p:cNvSpPr/>
              <p:nvPr/>
            </p:nvSpPr>
            <p:spPr>
              <a:xfrm>
                <a:off x="2514843" y="2347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12" name="ph2312"/>
              <p:cNvSpPr/>
              <p:nvPr/>
            </p:nvSpPr>
            <p:spPr>
              <a:xfrm>
                <a:off x="2524228" y="2347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13" name="ph2313"/>
              <p:cNvSpPr/>
              <p:nvPr/>
            </p:nvSpPr>
            <p:spPr>
              <a:xfrm>
                <a:off x="2533612" y="2347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14" name="ph2314"/>
              <p:cNvSpPr/>
              <p:nvPr/>
            </p:nvSpPr>
            <p:spPr>
              <a:xfrm>
                <a:off x="2542996" y="2347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15" name="ph2315"/>
              <p:cNvSpPr/>
              <p:nvPr/>
            </p:nvSpPr>
            <p:spPr>
              <a:xfrm>
                <a:off x="2571149" y="2347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16" name="ph2316"/>
              <p:cNvSpPr/>
              <p:nvPr/>
            </p:nvSpPr>
            <p:spPr>
              <a:xfrm>
                <a:off x="2908983" y="2347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17" name="ph2317"/>
              <p:cNvSpPr/>
              <p:nvPr/>
            </p:nvSpPr>
            <p:spPr>
              <a:xfrm>
                <a:off x="2918367" y="2347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18" name="ph2318"/>
              <p:cNvSpPr/>
              <p:nvPr/>
            </p:nvSpPr>
            <p:spPr>
              <a:xfrm>
                <a:off x="2927751" y="2347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19" name="ph2319"/>
              <p:cNvSpPr/>
              <p:nvPr/>
            </p:nvSpPr>
            <p:spPr>
              <a:xfrm>
                <a:off x="2937135" y="2347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20" name="ph2320"/>
              <p:cNvSpPr/>
              <p:nvPr/>
            </p:nvSpPr>
            <p:spPr>
              <a:xfrm>
                <a:off x="2946520" y="2347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21" name="ph2321"/>
              <p:cNvSpPr/>
              <p:nvPr/>
            </p:nvSpPr>
            <p:spPr>
              <a:xfrm>
                <a:off x="2158241" y="2359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3A6A">
                  <a:alpha val="100000"/>
                </a:srgbClr>
              </a:solidFill>
              <a:ln w="5420" cap="flat">
                <a:solidFill>
                  <a:srgbClr val="3B3A6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22" name="ph2322"/>
              <p:cNvSpPr/>
              <p:nvPr/>
            </p:nvSpPr>
            <p:spPr>
              <a:xfrm>
                <a:off x="2167625" y="2359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3A6A">
                  <a:alpha val="100000"/>
                </a:srgbClr>
              </a:solidFill>
              <a:ln w="5420" cap="flat">
                <a:solidFill>
                  <a:srgbClr val="3B3A6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23" name="ph2323"/>
              <p:cNvSpPr/>
              <p:nvPr/>
            </p:nvSpPr>
            <p:spPr>
              <a:xfrm>
                <a:off x="2177009" y="2359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3A6B">
                  <a:alpha val="100000"/>
                </a:srgbClr>
              </a:solidFill>
              <a:ln w="5420" cap="flat">
                <a:solidFill>
                  <a:srgbClr val="3B3A6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24" name="ph2324"/>
              <p:cNvSpPr/>
              <p:nvPr/>
            </p:nvSpPr>
            <p:spPr>
              <a:xfrm>
                <a:off x="2186394" y="2359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3B6C">
                  <a:alpha val="100000"/>
                </a:srgbClr>
              </a:solidFill>
              <a:ln w="5420" cap="flat">
                <a:solidFill>
                  <a:srgbClr val="3B3B6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25" name="ph2325"/>
              <p:cNvSpPr/>
              <p:nvPr/>
            </p:nvSpPr>
            <p:spPr>
              <a:xfrm>
                <a:off x="2195778" y="2359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3C6C">
                  <a:alpha val="100000"/>
                </a:srgbClr>
              </a:solidFill>
              <a:ln w="5420" cap="flat">
                <a:solidFill>
                  <a:srgbClr val="3B3C6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26" name="ph2326"/>
              <p:cNvSpPr/>
              <p:nvPr/>
            </p:nvSpPr>
            <p:spPr>
              <a:xfrm>
                <a:off x="2205162" y="2359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3C6D">
                  <a:alpha val="100000"/>
                </a:srgbClr>
              </a:solidFill>
              <a:ln w="5420" cap="flat">
                <a:solidFill>
                  <a:srgbClr val="3B3C6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27" name="ph2327"/>
              <p:cNvSpPr/>
              <p:nvPr/>
            </p:nvSpPr>
            <p:spPr>
              <a:xfrm>
                <a:off x="2214547" y="2359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3D6F">
                  <a:alpha val="100000"/>
                </a:srgbClr>
              </a:solidFill>
              <a:ln w="5420" cap="flat">
                <a:solidFill>
                  <a:srgbClr val="3B3D6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28" name="ph2328"/>
              <p:cNvSpPr/>
              <p:nvPr/>
            </p:nvSpPr>
            <p:spPr>
              <a:xfrm>
                <a:off x="2223931" y="2359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4073">
                  <a:alpha val="100000"/>
                </a:srgbClr>
              </a:solidFill>
              <a:ln w="5420" cap="flat">
                <a:solidFill>
                  <a:srgbClr val="3B407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29" name="ph2329"/>
              <p:cNvSpPr/>
              <p:nvPr/>
            </p:nvSpPr>
            <p:spPr>
              <a:xfrm>
                <a:off x="2233315" y="2359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C4275">
                  <a:alpha val="100000"/>
                </a:srgbClr>
              </a:solidFill>
              <a:ln w="5420" cap="flat">
                <a:solidFill>
                  <a:srgbClr val="3C427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30" name="ph2330"/>
              <p:cNvSpPr/>
              <p:nvPr/>
            </p:nvSpPr>
            <p:spPr>
              <a:xfrm>
                <a:off x="2242699" y="2359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C4579">
                  <a:alpha val="100000"/>
                </a:srgbClr>
              </a:solidFill>
              <a:ln w="5420" cap="flat">
                <a:solidFill>
                  <a:srgbClr val="3C457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31" name="ph2331"/>
              <p:cNvSpPr/>
              <p:nvPr/>
            </p:nvSpPr>
            <p:spPr>
              <a:xfrm>
                <a:off x="2252084" y="2359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C487E">
                  <a:alpha val="100000"/>
                </a:srgbClr>
              </a:solidFill>
              <a:ln w="5420" cap="flat">
                <a:solidFill>
                  <a:srgbClr val="3C487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32" name="ph2332"/>
              <p:cNvSpPr/>
              <p:nvPr/>
            </p:nvSpPr>
            <p:spPr>
              <a:xfrm>
                <a:off x="2261468" y="2359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C4C84">
                  <a:alpha val="100000"/>
                </a:srgbClr>
              </a:solidFill>
              <a:ln w="5420" cap="flat">
                <a:solidFill>
                  <a:srgbClr val="3C4C8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33" name="ph2333"/>
              <p:cNvSpPr/>
              <p:nvPr/>
            </p:nvSpPr>
            <p:spPr>
              <a:xfrm>
                <a:off x="2270852" y="2359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518B">
                  <a:alpha val="100000"/>
                </a:srgbClr>
              </a:solidFill>
              <a:ln w="5420" cap="flat">
                <a:solidFill>
                  <a:srgbClr val="3B518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34" name="ph2334"/>
              <p:cNvSpPr/>
              <p:nvPr/>
            </p:nvSpPr>
            <p:spPr>
              <a:xfrm>
                <a:off x="2280236" y="2359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5794">
                  <a:alpha val="100000"/>
                </a:srgbClr>
              </a:solidFill>
              <a:ln w="5420" cap="flat">
                <a:solidFill>
                  <a:srgbClr val="3A579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35" name="ph2335"/>
              <p:cNvSpPr/>
              <p:nvPr/>
            </p:nvSpPr>
            <p:spPr>
              <a:xfrm>
                <a:off x="2289621" y="2359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36" name="ph2336"/>
              <p:cNvSpPr/>
              <p:nvPr/>
            </p:nvSpPr>
            <p:spPr>
              <a:xfrm>
                <a:off x="2299005" y="2359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37" name="ph2337"/>
              <p:cNvSpPr/>
              <p:nvPr/>
            </p:nvSpPr>
            <p:spPr>
              <a:xfrm>
                <a:off x="2308389" y="2359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38" name="ph2338"/>
              <p:cNvSpPr/>
              <p:nvPr/>
            </p:nvSpPr>
            <p:spPr>
              <a:xfrm>
                <a:off x="2317774" y="2359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39" name="ph2339"/>
              <p:cNvSpPr/>
              <p:nvPr/>
            </p:nvSpPr>
            <p:spPr>
              <a:xfrm>
                <a:off x="2327158" y="2359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40" name="ph2340"/>
              <p:cNvSpPr/>
              <p:nvPr/>
            </p:nvSpPr>
            <p:spPr>
              <a:xfrm>
                <a:off x="2336542" y="2359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41" name="ph2341"/>
              <p:cNvSpPr/>
              <p:nvPr/>
            </p:nvSpPr>
            <p:spPr>
              <a:xfrm>
                <a:off x="2345926" y="2359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42" name="ph2342"/>
              <p:cNvSpPr/>
              <p:nvPr/>
            </p:nvSpPr>
            <p:spPr>
              <a:xfrm>
                <a:off x="2355311" y="2359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43" name="ph2343"/>
              <p:cNvSpPr/>
              <p:nvPr/>
            </p:nvSpPr>
            <p:spPr>
              <a:xfrm>
                <a:off x="2364695" y="2359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44" name="ph2344"/>
              <p:cNvSpPr/>
              <p:nvPr/>
            </p:nvSpPr>
            <p:spPr>
              <a:xfrm>
                <a:off x="2374079" y="2359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45" name="ph2345"/>
              <p:cNvSpPr/>
              <p:nvPr/>
            </p:nvSpPr>
            <p:spPr>
              <a:xfrm>
                <a:off x="2383463" y="2359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46" name="ph2346"/>
              <p:cNvSpPr/>
              <p:nvPr/>
            </p:nvSpPr>
            <p:spPr>
              <a:xfrm>
                <a:off x="2392848" y="2359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47" name="ph2347"/>
              <p:cNvSpPr/>
              <p:nvPr/>
            </p:nvSpPr>
            <p:spPr>
              <a:xfrm>
                <a:off x="2402232" y="2359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48" name="ph2348"/>
              <p:cNvSpPr/>
              <p:nvPr/>
            </p:nvSpPr>
            <p:spPr>
              <a:xfrm>
                <a:off x="2411616" y="2359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49" name="ph2349"/>
              <p:cNvSpPr/>
              <p:nvPr/>
            </p:nvSpPr>
            <p:spPr>
              <a:xfrm>
                <a:off x="2421001" y="2359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50" name="ph2350"/>
              <p:cNvSpPr/>
              <p:nvPr/>
            </p:nvSpPr>
            <p:spPr>
              <a:xfrm>
                <a:off x="2430385" y="2359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51" name="ph2351"/>
              <p:cNvSpPr/>
              <p:nvPr/>
            </p:nvSpPr>
            <p:spPr>
              <a:xfrm>
                <a:off x="2439769" y="2359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52" name="ph2352"/>
              <p:cNvSpPr/>
              <p:nvPr/>
            </p:nvSpPr>
            <p:spPr>
              <a:xfrm>
                <a:off x="2449153" y="2359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53" name="ph2353"/>
              <p:cNvSpPr/>
              <p:nvPr/>
            </p:nvSpPr>
            <p:spPr>
              <a:xfrm>
                <a:off x="2458538" y="2359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54" name="ph2354"/>
              <p:cNvSpPr/>
              <p:nvPr/>
            </p:nvSpPr>
            <p:spPr>
              <a:xfrm>
                <a:off x="2467922" y="2359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55" name="ph2355"/>
              <p:cNvSpPr/>
              <p:nvPr/>
            </p:nvSpPr>
            <p:spPr>
              <a:xfrm>
                <a:off x="2477306" y="2359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56" name="ph2356"/>
              <p:cNvSpPr/>
              <p:nvPr/>
            </p:nvSpPr>
            <p:spPr>
              <a:xfrm>
                <a:off x="2486690" y="2359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57" name="ph2357"/>
              <p:cNvSpPr/>
              <p:nvPr/>
            </p:nvSpPr>
            <p:spPr>
              <a:xfrm>
                <a:off x="2496075" y="2359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58" name="ph2358"/>
              <p:cNvSpPr/>
              <p:nvPr/>
            </p:nvSpPr>
            <p:spPr>
              <a:xfrm>
                <a:off x="2505459" y="2359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59" name="ph2359"/>
              <p:cNvSpPr/>
              <p:nvPr/>
            </p:nvSpPr>
            <p:spPr>
              <a:xfrm>
                <a:off x="2514843" y="2359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60" name="ph2360"/>
              <p:cNvSpPr/>
              <p:nvPr/>
            </p:nvSpPr>
            <p:spPr>
              <a:xfrm>
                <a:off x="2524228" y="2359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61" name="ph2361"/>
              <p:cNvSpPr/>
              <p:nvPr/>
            </p:nvSpPr>
            <p:spPr>
              <a:xfrm>
                <a:off x="2533612" y="2359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62" name="ph2362"/>
              <p:cNvSpPr/>
              <p:nvPr/>
            </p:nvSpPr>
            <p:spPr>
              <a:xfrm>
                <a:off x="2542996" y="2359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63" name="ph2363"/>
              <p:cNvSpPr/>
              <p:nvPr/>
            </p:nvSpPr>
            <p:spPr>
              <a:xfrm>
                <a:off x="2552380" y="2359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64" name="ph2364"/>
              <p:cNvSpPr/>
              <p:nvPr/>
            </p:nvSpPr>
            <p:spPr>
              <a:xfrm>
                <a:off x="2561765" y="2359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65" name="ph2365"/>
              <p:cNvSpPr/>
              <p:nvPr/>
            </p:nvSpPr>
            <p:spPr>
              <a:xfrm>
                <a:off x="2571149" y="2359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66" name="ph2366"/>
              <p:cNvSpPr/>
              <p:nvPr/>
            </p:nvSpPr>
            <p:spPr>
              <a:xfrm>
                <a:off x="2580533" y="2359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67" name="ph2367"/>
              <p:cNvSpPr/>
              <p:nvPr/>
            </p:nvSpPr>
            <p:spPr>
              <a:xfrm>
                <a:off x="2589917" y="2359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68" name="ph2368"/>
              <p:cNvSpPr/>
              <p:nvPr/>
            </p:nvSpPr>
            <p:spPr>
              <a:xfrm>
                <a:off x="2918367" y="2359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69" name="ph2369"/>
              <p:cNvSpPr/>
              <p:nvPr/>
            </p:nvSpPr>
            <p:spPr>
              <a:xfrm>
                <a:off x="2927751" y="2359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70" name="ph2370"/>
              <p:cNvSpPr/>
              <p:nvPr/>
            </p:nvSpPr>
            <p:spPr>
              <a:xfrm>
                <a:off x="2937135" y="2359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71" name="ph2371"/>
              <p:cNvSpPr/>
              <p:nvPr/>
            </p:nvSpPr>
            <p:spPr>
              <a:xfrm>
                <a:off x="2946520" y="2359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72" name="ph2372"/>
              <p:cNvSpPr/>
              <p:nvPr/>
            </p:nvSpPr>
            <p:spPr>
              <a:xfrm>
                <a:off x="2148857" y="2370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3767">
                  <a:alpha val="100000"/>
                </a:srgbClr>
              </a:solidFill>
              <a:ln w="5420" cap="flat">
                <a:solidFill>
                  <a:srgbClr val="3B376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73" name="ph2373"/>
              <p:cNvSpPr/>
              <p:nvPr/>
            </p:nvSpPr>
            <p:spPr>
              <a:xfrm>
                <a:off x="2158241" y="2370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3867">
                  <a:alpha val="100000"/>
                </a:srgbClr>
              </a:solidFill>
              <a:ln w="5420" cap="flat">
                <a:solidFill>
                  <a:srgbClr val="3B386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74" name="ph2374"/>
              <p:cNvSpPr/>
              <p:nvPr/>
            </p:nvSpPr>
            <p:spPr>
              <a:xfrm>
                <a:off x="2167625" y="2370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3867">
                  <a:alpha val="100000"/>
                </a:srgbClr>
              </a:solidFill>
              <a:ln w="5420" cap="flat">
                <a:solidFill>
                  <a:srgbClr val="3B386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75" name="ph2375"/>
              <p:cNvSpPr/>
              <p:nvPr/>
            </p:nvSpPr>
            <p:spPr>
              <a:xfrm>
                <a:off x="2177009" y="2370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3868">
                  <a:alpha val="100000"/>
                </a:srgbClr>
              </a:solidFill>
              <a:ln w="5420" cap="flat">
                <a:solidFill>
                  <a:srgbClr val="3B386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76" name="ph2376"/>
              <p:cNvSpPr/>
              <p:nvPr/>
            </p:nvSpPr>
            <p:spPr>
              <a:xfrm>
                <a:off x="2186394" y="2370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3968">
                  <a:alpha val="100000"/>
                </a:srgbClr>
              </a:solidFill>
              <a:ln w="5420" cap="flat">
                <a:solidFill>
                  <a:srgbClr val="3B396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77" name="ph2377"/>
              <p:cNvSpPr/>
              <p:nvPr/>
            </p:nvSpPr>
            <p:spPr>
              <a:xfrm>
                <a:off x="2195778" y="2370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3969">
                  <a:alpha val="100000"/>
                </a:srgbClr>
              </a:solidFill>
              <a:ln w="5420" cap="flat">
                <a:solidFill>
                  <a:srgbClr val="3B396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78" name="ph2378"/>
              <p:cNvSpPr/>
              <p:nvPr/>
            </p:nvSpPr>
            <p:spPr>
              <a:xfrm>
                <a:off x="2205162" y="2370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3A6A">
                  <a:alpha val="100000"/>
                </a:srgbClr>
              </a:solidFill>
              <a:ln w="5420" cap="flat">
                <a:solidFill>
                  <a:srgbClr val="3B3A6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79" name="ph2379"/>
              <p:cNvSpPr/>
              <p:nvPr/>
            </p:nvSpPr>
            <p:spPr>
              <a:xfrm>
                <a:off x="2214547" y="2370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3A6B">
                  <a:alpha val="100000"/>
                </a:srgbClr>
              </a:solidFill>
              <a:ln w="5420" cap="flat">
                <a:solidFill>
                  <a:srgbClr val="3B3A6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80" name="ph2380"/>
              <p:cNvSpPr/>
              <p:nvPr/>
            </p:nvSpPr>
            <p:spPr>
              <a:xfrm>
                <a:off x="2223931" y="2370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3D6E">
                  <a:alpha val="100000"/>
                </a:srgbClr>
              </a:solidFill>
              <a:ln w="5420" cap="flat">
                <a:solidFill>
                  <a:srgbClr val="3B3D6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81" name="ph2381"/>
              <p:cNvSpPr/>
              <p:nvPr/>
            </p:nvSpPr>
            <p:spPr>
              <a:xfrm>
                <a:off x="2233315" y="2370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3E70">
                  <a:alpha val="100000"/>
                </a:srgbClr>
              </a:solidFill>
              <a:ln w="5420" cap="flat">
                <a:solidFill>
                  <a:srgbClr val="3B3E7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82" name="ph2382"/>
              <p:cNvSpPr/>
              <p:nvPr/>
            </p:nvSpPr>
            <p:spPr>
              <a:xfrm>
                <a:off x="2242699" y="2370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C4174">
                  <a:alpha val="100000"/>
                </a:srgbClr>
              </a:solidFill>
              <a:ln w="5420" cap="flat">
                <a:solidFill>
                  <a:srgbClr val="3C417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83" name="ph2383"/>
              <p:cNvSpPr/>
              <p:nvPr/>
            </p:nvSpPr>
            <p:spPr>
              <a:xfrm>
                <a:off x="2252084" y="2370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C4478">
                  <a:alpha val="100000"/>
                </a:srgbClr>
              </a:solidFill>
              <a:ln w="5420" cap="flat">
                <a:solidFill>
                  <a:srgbClr val="3C447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84" name="ph2384"/>
              <p:cNvSpPr/>
              <p:nvPr/>
            </p:nvSpPr>
            <p:spPr>
              <a:xfrm>
                <a:off x="2261468" y="2370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C487E">
                  <a:alpha val="100000"/>
                </a:srgbClr>
              </a:solidFill>
              <a:ln w="5420" cap="flat">
                <a:solidFill>
                  <a:srgbClr val="3C487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85" name="ph2385"/>
              <p:cNvSpPr/>
              <p:nvPr/>
            </p:nvSpPr>
            <p:spPr>
              <a:xfrm>
                <a:off x="2270852" y="2370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4D85">
                  <a:alpha val="100000"/>
                </a:srgbClr>
              </a:solidFill>
              <a:ln w="5420" cap="flat">
                <a:solidFill>
                  <a:srgbClr val="3B4D8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86" name="ph2386"/>
              <p:cNvSpPr/>
              <p:nvPr/>
            </p:nvSpPr>
            <p:spPr>
              <a:xfrm>
                <a:off x="2280236" y="2370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548E">
                  <a:alpha val="100000"/>
                </a:srgbClr>
              </a:solidFill>
              <a:ln w="5420" cap="flat">
                <a:solidFill>
                  <a:srgbClr val="3B548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87" name="ph2387"/>
              <p:cNvSpPr/>
              <p:nvPr/>
            </p:nvSpPr>
            <p:spPr>
              <a:xfrm>
                <a:off x="2289621" y="2370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5B99">
                  <a:alpha val="100000"/>
                </a:srgbClr>
              </a:solidFill>
              <a:ln w="5420" cap="flat">
                <a:solidFill>
                  <a:srgbClr val="3A5B9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88" name="ph2388"/>
              <p:cNvSpPr/>
              <p:nvPr/>
            </p:nvSpPr>
            <p:spPr>
              <a:xfrm>
                <a:off x="2299005" y="2370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39E">
                  <a:alpha val="100000"/>
                </a:srgbClr>
              </a:solidFill>
              <a:ln w="5420" cap="flat">
                <a:solidFill>
                  <a:srgbClr val="3A63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89" name="ph2389"/>
              <p:cNvSpPr/>
              <p:nvPr/>
            </p:nvSpPr>
            <p:spPr>
              <a:xfrm>
                <a:off x="2308389" y="2370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90" name="ph2390"/>
              <p:cNvSpPr/>
              <p:nvPr/>
            </p:nvSpPr>
            <p:spPr>
              <a:xfrm>
                <a:off x="2317774" y="2370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91" name="ph2391"/>
              <p:cNvSpPr/>
              <p:nvPr/>
            </p:nvSpPr>
            <p:spPr>
              <a:xfrm>
                <a:off x="2327158" y="2370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92" name="ph2392"/>
              <p:cNvSpPr/>
              <p:nvPr/>
            </p:nvSpPr>
            <p:spPr>
              <a:xfrm>
                <a:off x="2336542" y="2370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93" name="ph2393"/>
              <p:cNvSpPr/>
              <p:nvPr/>
            </p:nvSpPr>
            <p:spPr>
              <a:xfrm>
                <a:off x="2345926" y="2370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94" name="ph2394"/>
              <p:cNvSpPr/>
              <p:nvPr/>
            </p:nvSpPr>
            <p:spPr>
              <a:xfrm>
                <a:off x="2355311" y="2370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95" name="ph2395"/>
              <p:cNvSpPr/>
              <p:nvPr/>
            </p:nvSpPr>
            <p:spPr>
              <a:xfrm>
                <a:off x="2364695" y="2370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96" name="ph2396"/>
              <p:cNvSpPr/>
              <p:nvPr/>
            </p:nvSpPr>
            <p:spPr>
              <a:xfrm>
                <a:off x="2374079" y="2370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97" name="ph2397"/>
              <p:cNvSpPr/>
              <p:nvPr/>
            </p:nvSpPr>
            <p:spPr>
              <a:xfrm>
                <a:off x="2383463" y="2370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98" name="ph2398"/>
              <p:cNvSpPr/>
              <p:nvPr/>
            </p:nvSpPr>
            <p:spPr>
              <a:xfrm>
                <a:off x="2392848" y="2370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99" name="ph2399"/>
              <p:cNvSpPr/>
              <p:nvPr/>
            </p:nvSpPr>
            <p:spPr>
              <a:xfrm>
                <a:off x="2402232" y="2370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00" name="ph2400"/>
              <p:cNvSpPr/>
              <p:nvPr/>
            </p:nvSpPr>
            <p:spPr>
              <a:xfrm>
                <a:off x="2411616" y="2370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01" name="ph2401"/>
              <p:cNvSpPr/>
              <p:nvPr/>
            </p:nvSpPr>
            <p:spPr>
              <a:xfrm>
                <a:off x="2421001" y="2370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73A1">
                  <a:alpha val="100000"/>
                </a:srgbClr>
              </a:solidFill>
              <a:ln w="5420" cap="flat">
                <a:solidFill>
                  <a:srgbClr val="3B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02" name="ph2402"/>
              <p:cNvSpPr/>
              <p:nvPr/>
            </p:nvSpPr>
            <p:spPr>
              <a:xfrm>
                <a:off x="2430385" y="2370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03" name="ph2403"/>
              <p:cNvSpPr/>
              <p:nvPr/>
            </p:nvSpPr>
            <p:spPr>
              <a:xfrm>
                <a:off x="2439769" y="2370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04" name="ph2404"/>
              <p:cNvSpPr/>
              <p:nvPr/>
            </p:nvSpPr>
            <p:spPr>
              <a:xfrm>
                <a:off x="2449153" y="2370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05" name="ph2405"/>
              <p:cNvSpPr/>
              <p:nvPr/>
            </p:nvSpPr>
            <p:spPr>
              <a:xfrm>
                <a:off x="2458538" y="2370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06" name="ph2406"/>
              <p:cNvSpPr/>
              <p:nvPr/>
            </p:nvSpPr>
            <p:spPr>
              <a:xfrm>
                <a:off x="2467922" y="2370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07" name="ph2407"/>
              <p:cNvSpPr/>
              <p:nvPr/>
            </p:nvSpPr>
            <p:spPr>
              <a:xfrm>
                <a:off x="2477306" y="2370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08" name="ph2408"/>
              <p:cNvSpPr/>
              <p:nvPr/>
            </p:nvSpPr>
            <p:spPr>
              <a:xfrm>
                <a:off x="2486690" y="2370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09" name="ph2409"/>
              <p:cNvSpPr/>
              <p:nvPr/>
            </p:nvSpPr>
            <p:spPr>
              <a:xfrm>
                <a:off x="2496075" y="2370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10" name="ph2410"/>
              <p:cNvSpPr/>
              <p:nvPr/>
            </p:nvSpPr>
            <p:spPr>
              <a:xfrm>
                <a:off x="2505459" y="2370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11" name="ph2411"/>
              <p:cNvSpPr/>
              <p:nvPr/>
            </p:nvSpPr>
            <p:spPr>
              <a:xfrm>
                <a:off x="2514843" y="2370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12" name="ph2412"/>
              <p:cNvSpPr/>
              <p:nvPr/>
            </p:nvSpPr>
            <p:spPr>
              <a:xfrm>
                <a:off x="2524228" y="2370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13" name="ph2413"/>
              <p:cNvSpPr/>
              <p:nvPr/>
            </p:nvSpPr>
            <p:spPr>
              <a:xfrm>
                <a:off x="2533612" y="2370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14" name="ph2414"/>
              <p:cNvSpPr/>
              <p:nvPr/>
            </p:nvSpPr>
            <p:spPr>
              <a:xfrm>
                <a:off x="2542996" y="2370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15" name="ph2415"/>
              <p:cNvSpPr/>
              <p:nvPr/>
            </p:nvSpPr>
            <p:spPr>
              <a:xfrm>
                <a:off x="2552380" y="2370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16" name="ph2416"/>
              <p:cNvSpPr/>
              <p:nvPr/>
            </p:nvSpPr>
            <p:spPr>
              <a:xfrm>
                <a:off x="2561765" y="2370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17" name="ph2417"/>
              <p:cNvSpPr/>
              <p:nvPr/>
            </p:nvSpPr>
            <p:spPr>
              <a:xfrm>
                <a:off x="2571149" y="2370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18" name="ph2418"/>
              <p:cNvSpPr/>
              <p:nvPr/>
            </p:nvSpPr>
            <p:spPr>
              <a:xfrm>
                <a:off x="2580533" y="2370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19" name="ph2419"/>
              <p:cNvSpPr/>
              <p:nvPr/>
            </p:nvSpPr>
            <p:spPr>
              <a:xfrm>
                <a:off x="2589917" y="2370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20" name="ph2420"/>
              <p:cNvSpPr/>
              <p:nvPr/>
            </p:nvSpPr>
            <p:spPr>
              <a:xfrm>
                <a:off x="2683760" y="2370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21" name="ph2421"/>
              <p:cNvSpPr/>
              <p:nvPr/>
            </p:nvSpPr>
            <p:spPr>
              <a:xfrm>
                <a:off x="2693144" y="2370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22" name="ph2422"/>
              <p:cNvSpPr/>
              <p:nvPr/>
            </p:nvSpPr>
            <p:spPr>
              <a:xfrm>
                <a:off x="2702529" y="2370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23" name="ph2423"/>
              <p:cNvSpPr/>
              <p:nvPr/>
            </p:nvSpPr>
            <p:spPr>
              <a:xfrm>
                <a:off x="2711913" y="2370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24" name="ph2424"/>
              <p:cNvSpPr/>
              <p:nvPr/>
            </p:nvSpPr>
            <p:spPr>
              <a:xfrm>
                <a:off x="2918367" y="2370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25" name="ph2425"/>
              <p:cNvSpPr/>
              <p:nvPr/>
            </p:nvSpPr>
            <p:spPr>
              <a:xfrm>
                <a:off x="2927751" y="2370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26" name="ph2426"/>
              <p:cNvSpPr/>
              <p:nvPr/>
            </p:nvSpPr>
            <p:spPr>
              <a:xfrm>
                <a:off x="2937135" y="2370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27" name="ph2427"/>
              <p:cNvSpPr/>
              <p:nvPr/>
            </p:nvSpPr>
            <p:spPr>
              <a:xfrm>
                <a:off x="2946520" y="2370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28" name="ph2428"/>
              <p:cNvSpPr/>
              <p:nvPr/>
            </p:nvSpPr>
            <p:spPr>
              <a:xfrm>
                <a:off x="2955904" y="2370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29" name="ph2429"/>
              <p:cNvSpPr/>
              <p:nvPr/>
            </p:nvSpPr>
            <p:spPr>
              <a:xfrm>
                <a:off x="1867328" y="2382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5691">
                  <a:alpha val="100000"/>
                </a:srgbClr>
              </a:solidFill>
              <a:ln w="5420" cap="flat">
                <a:solidFill>
                  <a:srgbClr val="3B569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30" name="ph2430"/>
              <p:cNvSpPr/>
              <p:nvPr/>
            </p:nvSpPr>
            <p:spPr>
              <a:xfrm>
                <a:off x="1876713" y="2382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5693">
                  <a:alpha val="100000"/>
                </a:srgbClr>
              </a:solidFill>
              <a:ln w="5420" cap="flat">
                <a:solidFill>
                  <a:srgbClr val="3A569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31" name="ph2431"/>
              <p:cNvSpPr/>
              <p:nvPr/>
            </p:nvSpPr>
            <p:spPr>
              <a:xfrm>
                <a:off x="2148857" y="2382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32" name="ph2432"/>
              <p:cNvSpPr/>
              <p:nvPr/>
            </p:nvSpPr>
            <p:spPr>
              <a:xfrm>
                <a:off x="2158241" y="2382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33" name="ph2433"/>
              <p:cNvSpPr/>
              <p:nvPr/>
            </p:nvSpPr>
            <p:spPr>
              <a:xfrm>
                <a:off x="2167625" y="2382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3665">
                  <a:alpha val="100000"/>
                </a:srgbClr>
              </a:solidFill>
              <a:ln w="5420" cap="flat">
                <a:solidFill>
                  <a:srgbClr val="3A366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34" name="ph2434"/>
              <p:cNvSpPr/>
              <p:nvPr/>
            </p:nvSpPr>
            <p:spPr>
              <a:xfrm>
                <a:off x="2177009" y="2382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3665">
                  <a:alpha val="100000"/>
                </a:srgbClr>
              </a:solidFill>
              <a:ln w="5420" cap="flat">
                <a:solidFill>
                  <a:srgbClr val="3A366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35" name="ph2435"/>
              <p:cNvSpPr/>
              <p:nvPr/>
            </p:nvSpPr>
            <p:spPr>
              <a:xfrm>
                <a:off x="2186394" y="2382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3665">
                  <a:alpha val="100000"/>
                </a:srgbClr>
              </a:solidFill>
              <a:ln w="5420" cap="flat">
                <a:solidFill>
                  <a:srgbClr val="3A366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36" name="ph2436"/>
              <p:cNvSpPr/>
              <p:nvPr/>
            </p:nvSpPr>
            <p:spPr>
              <a:xfrm>
                <a:off x="2195778" y="2382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3766">
                  <a:alpha val="100000"/>
                </a:srgbClr>
              </a:solidFill>
              <a:ln w="5420" cap="flat">
                <a:solidFill>
                  <a:srgbClr val="3B376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37" name="ph2437"/>
              <p:cNvSpPr/>
              <p:nvPr/>
            </p:nvSpPr>
            <p:spPr>
              <a:xfrm>
                <a:off x="2205162" y="2382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3766">
                  <a:alpha val="100000"/>
                </a:srgbClr>
              </a:solidFill>
              <a:ln w="5420" cap="flat">
                <a:solidFill>
                  <a:srgbClr val="3B376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38" name="ph2438"/>
              <p:cNvSpPr/>
              <p:nvPr/>
            </p:nvSpPr>
            <p:spPr>
              <a:xfrm>
                <a:off x="2214547" y="2382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3767">
                  <a:alpha val="100000"/>
                </a:srgbClr>
              </a:solidFill>
              <a:ln w="5420" cap="flat">
                <a:solidFill>
                  <a:srgbClr val="3B376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39" name="ph2439"/>
              <p:cNvSpPr/>
              <p:nvPr/>
            </p:nvSpPr>
            <p:spPr>
              <a:xfrm>
                <a:off x="2223931" y="2382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3969">
                  <a:alpha val="100000"/>
                </a:srgbClr>
              </a:solidFill>
              <a:ln w="5420" cap="flat">
                <a:solidFill>
                  <a:srgbClr val="3B396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40" name="ph2440"/>
              <p:cNvSpPr/>
              <p:nvPr/>
            </p:nvSpPr>
            <p:spPr>
              <a:xfrm>
                <a:off x="2233315" y="2382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3A6B">
                  <a:alpha val="100000"/>
                </a:srgbClr>
              </a:solidFill>
              <a:ln w="5420" cap="flat">
                <a:solidFill>
                  <a:srgbClr val="3B3A6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41" name="ph2441"/>
              <p:cNvSpPr/>
              <p:nvPr/>
            </p:nvSpPr>
            <p:spPr>
              <a:xfrm>
                <a:off x="2242699" y="2382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3C6E">
                  <a:alpha val="100000"/>
                </a:srgbClr>
              </a:solidFill>
              <a:ln w="5420" cap="flat">
                <a:solidFill>
                  <a:srgbClr val="3B3C6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42" name="ph2442"/>
              <p:cNvSpPr/>
              <p:nvPr/>
            </p:nvSpPr>
            <p:spPr>
              <a:xfrm>
                <a:off x="2252084" y="2382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3F72">
                  <a:alpha val="100000"/>
                </a:srgbClr>
              </a:solidFill>
              <a:ln w="5420" cap="flat">
                <a:solidFill>
                  <a:srgbClr val="3B3F7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43" name="ph2443"/>
              <p:cNvSpPr/>
              <p:nvPr/>
            </p:nvSpPr>
            <p:spPr>
              <a:xfrm>
                <a:off x="2261468" y="2382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C4377">
                  <a:alpha val="100000"/>
                </a:srgbClr>
              </a:solidFill>
              <a:ln w="5420" cap="flat">
                <a:solidFill>
                  <a:srgbClr val="3C437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44" name="ph2444"/>
              <p:cNvSpPr/>
              <p:nvPr/>
            </p:nvSpPr>
            <p:spPr>
              <a:xfrm>
                <a:off x="2270852" y="2382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C487E">
                  <a:alpha val="100000"/>
                </a:srgbClr>
              </a:solidFill>
              <a:ln w="5420" cap="flat">
                <a:solidFill>
                  <a:srgbClr val="3C487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45" name="ph2445"/>
              <p:cNvSpPr/>
              <p:nvPr/>
            </p:nvSpPr>
            <p:spPr>
              <a:xfrm>
                <a:off x="2280236" y="2382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4F88">
                  <a:alpha val="100000"/>
                </a:srgbClr>
              </a:solidFill>
              <a:ln w="5420" cap="flat">
                <a:solidFill>
                  <a:srgbClr val="3B4F8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46" name="ph2446"/>
              <p:cNvSpPr/>
              <p:nvPr/>
            </p:nvSpPr>
            <p:spPr>
              <a:xfrm>
                <a:off x="2289621" y="2382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5692">
                  <a:alpha val="100000"/>
                </a:srgbClr>
              </a:solidFill>
              <a:ln w="5420" cap="flat">
                <a:solidFill>
                  <a:srgbClr val="3A569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47" name="ph2447"/>
              <p:cNvSpPr/>
              <p:nvPr/>
            </p:nvSpPr>
            <p:spPr>
              <a:xfrm>
                <a:off x="2299005" y="2382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48" name="ph2448"/>
              <p:cNvSpPr/>
              <p:nvPr/>
            </p:nvSpPr>
            <p:spPr>
              <a:xfrm>
                <a:off x="2308389" y="2382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49" name="ph2449"/>
              <p:cNvSpPr/>
              <p:nvPr/>
            </p:nvSpPr>
            <p:spPr>
              <a:xfrm>
                <a:off x="2317774" y="2382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50" name="ph2450"/>
              <p:cNvSpPr/>
              <p:nvPr/>
            </p:nvSpPr>
            <p:spPr>
              <a:xfrm>
                <a:off x="2327158" y="2382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51" name="ph2451"/>
              <p:cNvSpPr/>
              <p:nvPr/>
            </p:nvSpPr>
            <p:spPr>
              <a:xfrm>
                <a:off x="2336542" y="2382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52" name="ph2452"/>
              <p:cNvSpPr/>
              <p:nvPr/>
            </p:nvSpPr>
            <p:spPr>
              <a:xfrm>
                <a:off x="2345926" y="2382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53" name="ph2453"/>
              <p:cNvSpPr/>
              <p:nvPr/>
            </p:nvSpPr>
            <p:spPr>
              <a:xfrm>
                <a:off x="2355311" y="2382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54" name="ph2454"/>
              <p:cNvSpPr/>
              <p:nvPr/>
            </p:nvSpPr>
            <p:spPr>
              <a:xfrm>
                <a:off x="2364695" y="2382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55" name="ph2455"/>
              <p:cNvSpPr/>
              <p:nvPr/>
            </p:nvSpPr>
            <p:spPr>
              <a:xfrm>
                <a:off x="2374079" y="2382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56" name="ph2456"/>
              <p:cNvSpPr/>
              <p:nvPr/>
            </p:nvSpPr>
            <p:spPr>
              <a:xfrm>
                <a:off x="2383463" y="2382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57" name="ph2457"/>
              <p:cNvSpPr/>
              <p:nvPr/>
            </p:nvSpPr>
            <p:spPr>
              <a:xfrm>
                <a:off x="2392848" y="2382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58" name="ph2458"/>
              <p:cNvSpPr/>
              <p:nvPr/>
            </p:nvSpPr>
            <p:spPr>
              <a:xfrm>
                <a:off x="2402232" y="2382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59" name="ph2459"/>
              <p:cNvSpPr/>
              <p:nvPr/>
            </p:nvSpPr>
            <p:spPr>
              <a:xfrm>
                <a:off x="2411616" y="2382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60" name="ph2460"/>
              <p:cNvSpPr/>
              <p:nvPr/>
            </p:nvSpPr>
            <p:spPr>
              <a:xfrm>
                <a:off x="2421001" y="2382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61" name="ph2461"/>
              <p:cNvSpPr/>
              <p:nvPr/>
            </p:nvSpPr>
            <p:spPr>
              <a:xfrm>
                <a:off x="2430385" y="2382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62" name="ph2462"/>
              <p:cNvSpPr/>
              <p:nvPr/>
            </p:nvSpPr>
            <p:spPr>
              <a:xfrm>
                <a:off x="2439769" y="2382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73A1">
                  <a:alpha val="100000"/>
                </a:srgbClr>
              </a:solidFill>
              <a:ln w="5420" cap="flat">
                <a:solidFill>
                  <a:srgbClr val="3B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63" name="ph2463"/>
              <p:cNvSpPr/>
              <p:nvPr/>
            </p:nvSpPr>
            <p:spPr>
              <a:xfrm>
                <a:off x="2449153" y="2382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64" name="ph2464"/>
              <p:cNvSpPr/>
              <p:nvPr/>
            </p:nvSpPr>
            <p:spPr>
              <a:xfrm>
                <a:off x="2458538" y="2382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65" name="ph2465"/>
              <p:cNvSpPr/>
              <p:nvPr/>
            </p:nvSpPr>
            <p:spPr>
              <a:xfrm>
                <a:off x="2467922" y="2382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66" name="ph2466"/>
              <p:cNvSpPr/>
              <p:nvPr/>
            </p:nvSpPr>
            <p:spPr>
              <a:xfrm>
                <a:off x="2477306" y="2382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67" name="ph2467"/>
              <p:cNvSpPr/>
              <p:nvPr/>
            </p:nvSpPr>
            <p:spPr>
              <a:xfrm>
                <a:off x="2486690" y="2382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68" name="ph2468"/>
              <p:cNvSpPr/>
              <p:nvPr/>
            </p:nvSpPr>
            <p:spPr>
              <a:xfrm>
                <a:off x="2496075" y="2382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69" name="ph2469"/>
              <p:cNvSpPr/>
              <p:nvPr/>
            </p:nvSpPr>
            <p:spPr>
              <a:xfrm>
                <a:off x="2505459" y="2382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70" name="ph2470"/>
              <p:cNvSpPr/>
              <p:nvPr/>
            </p:nvSpPr>
            <p:spPr>
              <a:xfrm>
                <a:off x="2514843" y="2382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71" name="ph2471"/>
              <p:cNvSpPr/>
              <p:nvPr/>
            </p:nvSpPr>
            <p:spPr>
              <a:xfrm>
                <a:off x="2524228" y="2382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72" name="ph2472"/>
              <p:cNvSpPr/>
              <p:nvPr/>
            </p:nvSpPr>
            <p:spPr>
              <a:xfrm>
                <a:off x="2533612" y="2382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73" name="ph2473"/>
              <p:cNvSpPr/>
              <p:nvPr/>
            </p:nvSpPr>
            <p:spPr>
              <a:xfrm>
                <a:off x="2542996" y="2382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74" name="ph2474"/>
              <p:cNvSpPr/>
              <p:nvPr/>
            </p:nvSpPr>
            <p:spPr>
              <a:xfrm>
                <a:off x="2552380" y="2382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75" name="ph2475"/>
              <p:cNvSpPr/>
              <p:nvPr/>
            </p:nvSpPr>
            <p:spPr>
              <a:xfrm>
                <a:off x="2561765" y="2382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76" name="ph2476"/>
              <p:cNvSpPr/>
              <p:nvPr/>
            </p:nvSpPr>
            <p:spPr>
              <a:xfrm>
                <a:off x="2571149" y="2382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77" name="ph2477"/>
              <p:cNvSpPr/>
              <p:nvPr/>
            </p:nvSpPr>
            <p:spPr>
              <a:xfrm>
                <a:off x="2580533" y="2382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78" name="ph2478"/>
              <p:cNvSpPr/>
              <p:nvPr/>
            </p:nvSpPr>
            <p:spPr>
              <a:xfrm>
                <a:off x="2589917" y="2382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79" name="ph2479"/>
              <p:cNvSpPr/>
              <p:nvPr/>
            </p:nvSpPr>
            <p:spPr>
              <a:xfrm>
                <a:off x="2674376" y="2382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80" name="ph2480"/>
              <p:cNvSpPr/>
              <p:nvPr/>
            </p:nvSpPr>
            <p:spPr>
              <a:xfrm>
                <a:off x="2683760" y="2382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81" name="ph2481"/>
              <p:cNvSpPr/>
              <p:nvPr/>
            </p:nvSpPr>
            <p:spPr>
              <a:xfrm>
                <a:off x="2693144" y="2382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82" name="ph2482"/>
              <p:cNvSpPr/>
              <p:nvPr/>
            </p:nvSpPr>
            <p:spPr>
              <a:xfrm>
                <a:off x="2702529" y="2382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83" name="ph2483"/>
              <p:cNvSpPr/>
              <p:nvPr/>
            </p:nvSpPr>
            <p:spPr>
              <a:xfrm>
                <a:off x="2711913" y="2382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84" name="ph2484"/>
              <p:cNvSpPr/>
              <p:nvPr/>
            </p:nvSpPr>
            <p:spPr>
              <a:xfrm>
                <a:off x="2721297" y="2382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85" name="ph2485"/>
              <p:cNvSpPr/>
              <p:nvPr/>
            </p:nvSpPr>
            <p:spPr>
              <a:xfrm>
                <a:off x="2730681" y="2382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86" name="ph2486"/>
              <p:cNvSpPr/>
              <p:nvPr/>
            </p:nvSpPr>
            <p:spPr>
              <a:xfrm>
                <a:off x="2918367" y="2382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87" name="ph2487"/>
              <p:cNvSpPr/>
              <p:nvPr/>
            </p:nvSpPr>
            <p:spPr>
              <a:xfrm>
                <a:off x="2927751" y="2382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88" name="ph2488"/>
              <p:cNvSpPr/>
              <p:nvPr/>
            </p:nvSpPr>
            <p:spPr>
              <a:xfrm>
                <a:off x="2937135" y="2382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89" name="ph2489"/>
              <p:cNvSpPr/>
              <p:nvPr/>
            </p:nvSpPr>
            <p:spPr>
              <a:xfrm>
                <a:off x="2946520" y="2382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90" name="ph2490"/>
              <p:cNvSpPr/>
              <p:nvPr/>
            </p:nvSpPr>
            <p:spPr>
              <a:xfrm>
                <a:off x="2955904" y="2382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91" name="ph2491"/>
              <p:cNvSpPr/>
              <p:nvPr/>
            </p:nvSpPr>
            <p:spPr>
              <a:xfrm>
                <a:off x="1857944" y="2394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5590">
                  <a:alpha val="100000"/>
                </a:srgbClr>
              </a:solidFill>
              <a:ln w="5420" cap="flat">
                <a:solidFill>
                  <a:srgbClr val="3B559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92" name="ph2492"/>
              <p:cNvSpPr/>
              <p:nvPr/>
            </p:nvSpPr>
            <p:spPr>
              <a:xfrm>
                <a:off x="1867328" y="2394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5591">
                  <a:alpha val="100000"/>
                </a:srgbClr>
              </a:solidFill>
              <a:ln w="5420" cap="flat">
                <a:solidFill>
                  <a:srgbClr val="3B559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93" name="ph2493"/>
              <p:cNvSpPr/>
              <p:nvPr/>
            </p:nvSpPr>
            <p:spPr>
              <a:xfrm>
                <a:off x="1876713" y="2394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5692">
                  <a:alpha val="100000"/>
                </a:srgbClr>
              </a:solidFill>
              <a:ln w="5420" cap="flat">
                <a:solidFill>
                  <a:srgbClr val="3A569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94" name="ph2494"/>
              <p:cNvSpPr/>
              <p:nvPr/>
            </p:nvSpPr>
            <p:spPr>
              <a:xfrm>
                <a:off x="1886097" y="2394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5894">
                  <a:alpha val="100000"/>
                </a:srgbClr>
              </a:solidFill>
              <a:ln w="5420" cap="flat">
                <a:solidFill>
                  <a:srgbClr val="3A589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95" name="ph2495"/>
              <p:cNvSpPr/>
              <p:nvPr/>
            </p:nvSpPr>
            <p:spPr>
              <a:xfrm>
                <a:off x="1895481" y="2394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5997">
                  <a:alpha val="100000"/>
                </a:srgbClr>
              </a:solidFill>
              <a:ln w="5420" cap="flat">
                <a:solidFill>
                  <a:srgbClr val="3A599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96" name="ph2496"/>
              <p:cNvSpPr/>
              <p:nvPr/>
            </p:nvSpPr>
            <p:spPr>
              <a:xfrm>
                <a:off x="2148857" y="2394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97" name="ph2497"/>
              <p:cNvSpPr/>
              <p:nvPr/>
            </p:nvSpPr>
            <p:spPr>
              <a:xfrm>
                <a:off x="2158241" y="2394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98" name="ph2498"/>
              <p:cNvSpPr/>
              <p:nvPr/>
            </p:nvSpPr>
            <p:spPr>
              <a:xfrm>
                <a:off x="2167625" y="2394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99" name="ph2499"/>
              <p:cNvSpPr/>
              <p:nvPr/>
            </p:nvSpPr>
            <p:spPr>
              <a:xfrm>
                <a:off x="2177009" y="2394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00" name="ph2500"/>
              <p:cNvSpPr/>
              <p:nvPr/>
            </p:nvSpPr>
            <p:spPr>
              <a:xfrm>
                <a:off x="2186394" y="2394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01" name="ph2501"/>
              <p:cNvSpPr/>
              <p:nvPr/>
            </p:nvSpPr>
            <p:spPr>
              <a:xfrm>
                <a:off x="2195778" y="2394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02" name="ph2502"/>
              <p:cNvSpPr/>
              <p:nvPr/>
            </p:nvSpPr>
            <p:spPr>
              <a:xfrm>
                <a:off x="2205162" y="2394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03" name="ph2503"/>
              <p:cNvSpPr/>
              <p:nvPr/>
            </p:nvSpPr>
            <p:spPr>
              <a:xfrm>
                <a:off x="2214547" y="2394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3563">
                  <a:alpha val="100000"/>
                </a:srgbClr>
              </a:solidFill>
              <a:ln w="5420" cap="flat">
                <a:solidFill>
                  <a:srgbClr val="3A356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04" name="ph2504"/>
              <p:cNvSpPr/>
              <p:nvPr/>
            </p:nvSpPr>
            <p:spPr>
              <a:xfrm>
                <a:off x="2223931" y="2394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05" name="ph2505"/>
              <p:cNvSpPr/>
              <p:nvPr/>
            </p:nvSpPr>
            <p:spPr>
              <a:xfrm>
                <a:off x="2233315" y="2394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3665">
                  <a:alpha val="100000"/>
                </a:srgbClr>
              </a:solidFill>
              <a:ln w="5420" cap="flat">
                <a:solidFill>
                  <a:srgbClr val="3A366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06" name="ph2506"/>
              <p:cNvSpPr/>
              <p:nvPr/>
            </p:nvSpPr>
            <p:spPr>
              <a:xfrm>
                <a:off x="2242699" y="2394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3867">
                  <a:alpha val="100000"/>
                </a:srgbClr>
              </a:solidFill>
              <a:ln w="5420" cap="flat">
                <a:solidFill>
                  <a:srgbClr val="3B386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07" name="ph2507"/>
              <p:cNvSpPr/>
              <p:nvPr/>
            </p:nvSpPr>
            <p:spPr>
              <a:xfrm>
                <a:off x="2252084" y="2394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3A6B">
                  <a:alpha val="100000"/>
                </a:srgbClr>
              </a:solidFill>
              <a:ln w="5420" cap="flat">
                <a:solidFill>
                  <a:srgbClr val="3B3A6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08" name="ph2508"/>
              <p:cNvSpPr/>
              <p:nvPr/>
            </p:nvSpPr>
            <p:spPr>
              <a:xfrm>
                <a:off x="2261468" y="2394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3E70">
                  <a:alpha val="100000"/>
                </a:srgbClr>
              </a:solidFill>
              <a:ln w="5420" cap="flat">
                <a:solidFill>
                  <a:srgbClr val="3B3E7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09" name="ph2509"/>
              <p:cNvSpPr/>
              <p:nvPr/>
            </p:nvSpPr>
            <p:spPr>
              <a:xfrm>
                <a:off x="2270852" y="2394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C4377">
                  <a:alpha val="100000"/>
                </a:srgbClr>
              </a:solidFill>
              <a:ln w="5420" cap="flat">
                <a:solidFill>
                  <a:srgbClr val="3C437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10" name="ph2510"/>
              <p:cNvSpPr/>
              <p:nvPr/>
            </p:nvSpPr>
            <p:spPr>
              <a:xfrm>
                <a:off x="2355311" y="2394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11" name="ph2511"/>
              <p:cNvSpPr/>
              <p:nvPr/>
            </p:nvSpPr>
            <p:spPr>
              <a:xfrm>
                <a:off x="2364695" y="2394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12" name="ph2512"/>
              <p:cNvSpPr/>
              <p:nvPr/>
            </p:nvSpPr>
            <p:spPr>
              <a:xfrm>
                <a:off x="2374079" y="2394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13" name="ph2513"/>
              <p:cNvSpPr/>
              <p:nvPr/>
            </p:nvSpPr>
            <p:spPr>
              <a:xfrm>
                <a:off x="2383463" y="2394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14" name="ph2514"/>
              <p:cNvSpPr/>
              <p:nvPr/>
            </p:nvSpPr>
            <p:spPr>
              <a:xfrm>
                <a:off x="2392848" y="2394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15" name="ph2515"/>
              <p:cNvSpPr/>
              <p:nvPr/>
            </p:nvSpPr>
            <p:spPr>
              <a:xfrm>
                <a:off x="2402232" y="2394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16" name="ph2516"/>
              <p:cNvSpPr/>
              <p:nvPr/>
            </p:nvSpPr>
            <p:spPr>
              <a:xfrm>
                <a:off x="2411616" y="2394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17" name="ph2517"/>
              <p:cNvSpPr/>
              <p:nvPr/>
            </p:nvSpPr>
            <p:spPr>
              <a:xfrm>
                <a:off x="2421001" y="2394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18" name="ph2518"/>
              <p:cNvSpPr/>
              <p:nvPr/>
            </p:nvSpPr>
            <p:spPr>
              <a:xfrm>
                <a:off x="2430385" y="2394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19" name="ph2519"/>
              <p:cNvSpPr/>
              <p:nvPr/>
            </p:nvSpPr>
            <p:spPr>
              <a:xfrm>
                <a:off x="2439769" y="2394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20" name="ph2520"/>
              <p:cNvSpPr/>
              <p:nvPr/>
            </p:nvSpPr>
            <p:spPr>
              <a:xfrm>
                <a:off x="2524228" y="2394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21" name="ph2521"/>
              <p:cNvSpPr/>
              <p:nvPr/>
            </p:nvSpPr>
            <p:spPr>
              <a:xfrm>
                <a:off x="2533612" y="2394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22" name="ph2522"/>
              <p:cNvSpPr/>
              <p:nvPr/>
            </p:nvSpPr>
            <p:spPr>
              <a:xfrm>
                <a:off x="2542996" y="2394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23" name="ph2523"/>
              <p:cNvSpPr/>
              <p:nvPr/>
            </p:nvSpPr>
            <p:spPr>
              <a:xfrm>
                <a:off x="2552380" y="2394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24" name="ph2524"/>
              <p:cNvSpPr/>
              <p:nvPr/>
            </p:nvSpPr>
            <p:spPr>
              <a:xfrm>
                <a:off x="2561765" y="2394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DA4">
                  <a:alpha val="100000"/>
                </a:srgbClr>
              </a:solidFill>
              <a:ln w="5420" cap="flat">
                <a:solidFill>
                  <a:srgbClr val="3A7D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25" name="ph2525"/>
              <p:cNvSpPr/>
              <p:nvPr/>
            </p:nvSpPr>
            <p:spPr>
              <a:xfrm>
                <a:off x="2571149" y="2394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DA4">
                  <a:alpha val="100000"/>
                </a:srgbClr>
              </a:solidFill>
              <a:ln w="5420" cap="flat">
                <a:solidFill>
                  <a:srgbClr val="3A7D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26" name="ph2526"/>
              <p:cNvSpPr/>
              <p:nvPr/>
            </p:nvSpPr>
            <p:spPr>
              <a:xfrm>
                <a:off x="2580533" y="2394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27" name="ph2527"/>
              <p:cNvSpPr/>
              <p:nvPr/>
            </p:nvSpPr>
            <p:spPr>
              <a:xfrm>
                <a:off x="2589917" y="2394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28" name="ph2528"/>
              <p:cNvSpPr/>
              <p:nvPr/>
            </p:nvSpPr>
            <p:spPr>
              <a:xfrm>
                <a:off x="2599302" y="2394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29" name="ph2529"/>
              <p:cNvSpPr/>
              <p:nvPr/>
            </p:nvSpPr>
            <p:spPr>
              <a:xfrm>
                <a:off x="2655607" y="2394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30" name="ph2530"/>
              <p:cNvSpPr/>
              <p:nvPr/>
            </p:nvSpPr>
            <p:spPr>
              <a:xfrm>
                <a:off x="2664992" y="2394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31" name="ph2531"/>
              <p:cNvSpPr/>
              <p:nvPr/>
            </p:nvSpPr>
            <p:spPr>
              <a:xfrm>
                <a:off x="2674376" y="2394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32" name="ph2532"/>
              <p:cNvSpPr/>
              <p:nvPr/>
            </p:nvSpPr>
            <p:spPr>
              <a:xfrm>
                <a:off x="2683760" y="2394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33" name="ph2533"/>
              <p:cNvSpPr/>
              <p:nvPr/>
            </p:nvSpPr>
            <p:spPr>
              <a:xfrm>
                <a:off x="2693144" y="2394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34" name="ph2534"/>
              <p:cNvSpPr/>
              <p:nvPr/>
            </p:nvSpPr>
            <p:spPr>
              <a:xfrm>
                <a:off x="2702529" y="2394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35" name="ph2535"/>
              <p:cNvSpPr/>
              <p:nvPr/>
            </p:nvSpPr>
            <p:spPr>
              <a:xfrm>
                <a:off x="2711913" y="2394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36" name="ph2536"/>
              <p:cNvSpPr/>
              <p:nvPr/>
            </p:nvSpPr>
            <p:spPr>
              <a:xfrm>
                <a:off x="2721297" y="2394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690A7">
                  <a:alpha val="100000"/>
                </a:srgbClr>
              </a:solidFill>
              <a:ln w="5420" cap="flat">
                <a:solidFill>
                  <a:srgbClr val="3690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37" name="ph2537"/>
              <p:cNvSpPr/>
              <p:nvPr/>
            </p:nvSpPr>
            <p:spPr>
              <a:xfrm>
                <a:off x="2730681" y="2394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38" name="ph2538"/>
              <p:cNvSpPr/>
              <p:nvPr/>
            </p:nvSpPr>
            <p:spPr>
              <a:xfrm>
                <a:off x="2740066" y="2394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39" name="ph2539"/>
              <p:cNvSpPr/>
              <p:nvPr/>
            </p:nvSpPr>
            <p:spPr>
              <a:xfrm>
                <a:off x="2749450" y="2394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40" name="ph2540"/>
              <p:cNvSpPr/>
              <p:nvPr/>
            </p:nvSpPr>
            <p:spPr>
              <a:xfrm>
                <a:off x="2918367" y="2394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41" name="ph2541"/>
              <p:cNvSpPr/>
              <p:nvPr/>
            </p:nvSpPr>
            <p:spPr>
              <a:xfrm>
                <a:off x="2927751" y="2394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42" name="ph2542"/>
              <p:cNvSpPr/>
              <p:nvPr/>
            </p:nvSpPr>
            <p:spPr>
              <a:xfrm>
                <a:off x="2937135" y="2394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43" name="ph2543"/>
              <p:cNvSpPr/>
              <p:nvPr/>
            </p:nvSpPr>
            <p:spPr>
              <a:xfrm>
                <a:off x="2946520" y="2394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44" name="ph2544"/>
              <p:cNvSpPr/>
              <p:nvPr/>
            </p:nvSpPr>
            <p:spPr>
              <a:xfrm>
                <a:off x="2955904" y="239402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45" name="ph2545"/>
              <p:cNvSpPr/>
              <p:nvPr/>
            </p:nvSpPr>
            <p:spPr>
              <a:xfrm>
                <a:off x="1782870" y="2405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5692">
                  <a:alpha val="100000"/>
                </a:srgbClr>
              </a:solidFill>
              <a:ln w="5420" cap="flat">
                <a:solidFill>
                  <a:srgbClr val="3A569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46" name="ph2546"/>
              <p:cNvSpPr/>
              <p:nvPr/>
            </p:nvSpPr>
            <p:spPr>
              <a:xfrm>
                <a:off x="1792254" y="2405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5692">
                  <a:alpha val="100000"/>
                </a:srgbClr>
              </a:solidFill>
              <a:ln w="5420" cap="flat">
                <a:solidFill>
                  <a:srgbClr val="3A569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47" name="ph2547"/>
              <p:cNvSpPr/>
              <p:nvPr/>
            </p:nvSpPr>
            <p:spPr>
              <a:xfrm>
                <a:off x="1801639" y="2405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5591">
                  <a:alpha val="100000"/>
                </a:srgbClr>
              </a:solidFill>
              <a:ln w="5420" cap="flat">
                <a:solidFill>
                  <a:srgbClr val="3B559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48" name="ph2548"/>
              <p:cNvSpPr/>
              <p:nvPr/>
            </p:nvSpPr>
            <p:spPr>
              <a:xfrm>
                <a:off x="1848560" y="2405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548F">
                  <a:alpha val="100000"/>
                </a:srgbClr>
              </a:solidFill>
              <a:ln w="5420" cap="flat">
                <a:solidFill>
                  <a:srgbClr val="3B548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49" name="ph2549"/>
              <p:cNvSpPr/>
              <p:nvPr/>
            </p:nvSpPr>
            <p:spPr>
              <a:xfrm>
                <a:off x="1857944" y="2405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548F">
                  <a:alpha val="100000"/>
                </a:srgbClr>
              </a:solidFill>
              <a:ln w="5420" cap="flat">
                <a:solidFill>
                  <a:srgbClr val="3B548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50" name="ph2550"/>
              <p:cNvSpPr/>
              <p:nvPr/>
            </p:nvSpPr>
            <p:spPr>
              <a:xfrm>
                <a:off x="1867328" y="2405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5490">
                  <a:alpha val="100000"/>
                </a:srgbClr>
              </a:solidFill>
              <a:ln w="5420" cap="flat">
                <a:solidFill>
                  <a:srgbClr val="3B549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51" name="ph2551"/>
              <p:cNvSpPr/>
              <p:nvPr/>
            </p:nvSpPr>
            <p:spPr>
              <a:xfrm>
                <a:off x="1876713" y="2405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5691">
                  <a:alpha val="100000"/>
                </a:srgbClr>
              </a:solidFill>
              <a:ln w="5420" cap="flat">
                <a:solidFill>
                  <a:srgbClr val="3B569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52" name="ph2552"/>
              <p:cNvSpPr/>
              <p:nvPr/>
            </p:nvSpPr>
            <p:spPr>
              <a:xfrm>
                <a:off x="1886097" y="2405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5894">
                  <a:alpha val="100000"/>
                </a:srgbClr>
              </a:solidFill>
              <a:ln w="5420" cap="flat">
                <a:solidFill>
                  <a:srgbClr val="3A589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53" name="ph2553"/>
              <p:cNvSpPr/>
              <p:nvPr/>
            </p:nvSpPr>
            <p:spPr>
              <a:xfrm>
                <a:off x="1895481" y="2405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5A98">
                  <a:alpha val="100000"/>
                </a:srgbClr>
              </a:solidFill>
              <a:ln w="5420" cap="flat">
                <a:solidFill>
                  <a:srgbClr val="3A5A9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54" name="ph2554"/>
              <p:cNvSpPr/>
              <p:nvPr/>
            </p:nvSpPr>
            <p:spPr>
              <a:xfrm>
                <a:off x="1904866" y="2405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5D9C">
                  <a:alpha val="100000"/>
                </a:srgbClr>
              </a:solidFill>
              <a:ln w="5420" cap="flat">
                <a:solidFill>
                  <a:srgbClr val="395D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55" name="ph2555"/>
              <p:cNvSpPr/>
              <p:nvPr/>
            </p:nvSpPr>
            <p:spPr>
              <a:xfrm>
                <a:off x="1914250" y="2405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56" name="ph2556"/>
              <p:cNvSpPr/>
              <p:nvPr/>
            </p:nvSpPr>
            <p:spPr>
              <a:xfrm>
                <a:off x="1923634" y="2405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57" name="ph2557"/>
              <p:cNvSpPr/>
              <p:nvPr/>
            </p:nvSpPr>
            <p:spPr>
              <a:xfrm>
                <a:off x="1933018" y="2405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58" name="ph2558"/>
              <p:cNvSpPr/>
              <p:nvPr/>
            </p:nvSpPr>
            <p:spPr>
              <a:xfrm>
                <a:off x="1942403" y="2405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5A97">
                  <a:alpha val="100000"/>
                </a:srgbClr>
              </a:solidFill>
              <a:ln w="5420" cap="flat">
                <a:solidFill>
                  <a:srgbClr val="3A5A9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59" name="ph2559"/>
              <p:cNvSpPr/>
              <p:nvPr/>
            </p:nvSpPr>
            <p:spPr>
              <a:xfrm>
                <a:off x="2017477" y="2405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3665">
                  <a:alpha val="100000"/>
                </a:srgbClr>
              </a:solidFill>
              <a:ln w="5420" cap="flat">
                <a:solidFill>
                  <a:srgbClr val="3A366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60" name="ph2560"/>
              <p:cNvSpPr/>
              <p:nvPr/>
            </p:nvSpPr>
            <p:spPr>
              <a:xfrm>
                <a:off x="2026861" y="2405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3361">
                  <a:alpha val="100000"/>
                </a:srgbClr>
              </a:solidFill>
              <a:ln w="5420" cap="flat">
                <a:solidFill>
                  <a:srgbClr val="3A336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61" name="ph2561"/>
              <p:cNvSpPr/>
              <p:nvPr/>
            </p:nvSpPr>
            <p:spPr>
              <a:xfrm>
                <a:off x="2036245" y="2405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2E5A">
                  <a:alpha val="100000"/>
                </a:srgbClr>
              </a:solidFill>
              <a:ln w="5420" cap="flat">
                <a:solidFill>
                  <a:srgbClr val="392E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62" name="ph2562"/>
              <p:cNvSpPr/>
              <p:nvPr/>
            </p:nvSpPr>
            <p:spPr>
              <a:xfrm>
                <a:off x="2045630" y="2405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2D58">
                  <a:alpha val="100000"/>
                </a:srgbClr>
              </a:solidFill>
              <a:ln w="5420" cap="flat">
                <a:solidFill>
                  <a:srgbClr val="392D5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63" name="ph2563"/>
              <p:cNvSpPr/>
              <p:nvPr/>
            </p:nvSpPr>
            <p:spPr>
              <a:xfrm>
                <a:off x="2055014" y="2405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82B56">
                  <a:alpha val="100000"/>
                </a:srgbClr>
              </a:solidFill>
              <a:ln w="5420" cap="flat">
                <a:solidFill>
                  <a:srgbClr val="382B5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64" name="ph2564"/>
              <p:cNvSpPr/>
              <p:nvPr/>
            </p:nvSpPr>
            <p:spPr>
              <a:xfrm>
                <a:off x="2148857" y="2405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325F">
                  <a:alpha val="100000"/>
                </a:srgbClr>
              </a:solidFill>
              <a:ln w="5420" cap="flat">
                <a:solidFill>
                  <a:srgbClr val="3A325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65" name="ph2565"/>
              <p:cNvSpPr/>
              <p:nvPr/>
            </p:nvSpPr>
            <p:spPr>
              <a:xfrm>
                <a:off x="2158241" y="2405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325F">
                  <a:alpha val="100000"/>
                </a:srgbClr>
              </a:solidFill>
              <a:ln w="5420" cap="flat">
                <a:solidFill>
                  <a:srgbClr val="3A325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66" name="ph2566"/>
              <p:cNvSpPr/>
              <p:nvPr/>
            </p:nvSpPr>
            <p:spPr>
              <a:xfrm>
                <a:off x="2167625" y="2405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325F">
                  <a:alpha val="100000"/>
                </a:srgbClr>
              </a:solidFill>
              <a:ln w="5420" cap="flat">
                <a:solidFill>
                  <a:srgbClr val="3A325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67" name="ph2567"/>
              <p:cNvSpPr/>
              <p:nvPr/>
            </p:nvSpPr>
            <p:spPr>
              <a:xfrm>
                <a:off x="2177009" y="2405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325F">
                  <a:alpha val="100000"/>
                </a:srgbClr>
              </a:solidFill>
              <a:ln w="5420" cap="flat">
                <a:solidFill>
                  <a:srgbClr val="3A325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68" name="ph2568"/>
              <p:cNvSpPr/>
              <p:nvPr/>
            </p:nvSpPr>
            <p:spPr>
              <a:xfrm>
                <a:off x="2186394" y="2405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325F">
                  <a:alpha val="100000"/>
                </a:srgbClr>
              </a:solidFill>
              <a:ln w="5420" cap="flat">
                <a:solidFill>
                  <a:srgbClr val="3A325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69" name="ph2569"/>
              <p:cNvSpPr/>
              <p:nvPr/>
            </p:nvSpPr>
            <p:spPr>
              <a:xfrm>
                <a:off x="2195778" y="2405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325F">
                  <a:alpha val="100000"/>
                </a:srgbClr>
              </a:solidFill>
              <a:ln w="5420" cap="flat">
                <a:solidFill>
                  <a:srgbClr val="3A325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70" name="ph2570"/>
              <p:cNvSpPr/>
              <p:nvPr/>
            </p:nvSpPr>
            <p:spPr>
              <a:xfrm>
                <a:off x="2205162" y="2405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325F">
                  <a:alpha val="100000"/>
                </a:srgbClr>
              </a:solidFill>
              <a:ln w="5420" cap="flat">
                <a:solidFill>
                  <a:srgbClr val="3A325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71" name="ph2571"/>
              <p:cNvSpPr/>
              <p:nvPr/>
            </p:nvSpPr>
            <p:spPr>
              <a:xfrm>
                <a:off x="2214547" y="2405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325F">
                  <a:alpha val="100000"/>
                </a:srgbClr>
              </a:solidFill>
              <a:ln w="5420" cap="flat">
                <a:solidFill>
                  <a:srgbClr val="3A325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72" name="ph2572"/>
              <p:cNvSpPr/>
              <p:nvPr/>
            </p:nvSpPr>
            <p:spPr>
              <a:xfrm>
                <a:off x="2223931" y="2405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325F">
                  <a:alpha val="100000"/>
                </a:srgbClr>
              </a:solidFill>
              <a:ln w="5420" cap="flat">
                <a:solidFill>
                  <a:srgbClr val="3A325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73" name="ph2573"/>
              <p:cNvSpPr/>
              <p:nvPr/>
            </p:nvSpPr>
            <p:spPr>
              <a:xfrm>
                <a:off x="2233315" y="2405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3360">
                  <a:alpha val="100000"/>
                </a:srgbClr>
              </a:solidFill>
              <a:ln w="5420" cap="flat">
                <a:solidFill>
                  <a:srgbClr val="3A336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74" name="ph2574"/>
              <p:cNvSpPr/>
              <p:nvPr/>
            </p:nvSpPr>
            <p:spPr>
              <a:xfrm>
                <a:off x="2242699" y="2405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3461">
                  <a:alpha val="100000"/>
                </a:srgbClr>
              </a:solidFill>
              <a:ln w="5420" cap="flat">
                <a:solidFill>
                  <a:srgbClr val="3A346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75" name="ph2575"/>
              <p:cNvSpPr/>
              <p:nvPr/>
            </p:nvSpPr>
            <p:spPr>
              <a:xfrm>
                <a:off x="2252084" y="2405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76" name="ph2576"/>
              <p:cNvSpPr/>
              <p:nvPr/>
            </p:nvSpPr>
            <p:spPr>
              <a:xfrm>
                <a:off x="2261468" y="2405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3969">
                  <a:alpha val="100000"/>
                </a:srgbClr>
              </a:solidFill>
              <a:ln w="5420" cap="flat">
                <a:solidFill>
                  <a:srgbClr val="3B396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77" name="ph2577"/>
              <p:cNvSpPr/>
              <p:nvPr/>
            </p:nvSpPr>
            <p:spPr>
              <a:xfrm>
                <a:off x="2270852" y="2405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3D6F">
                  <a:alpha val="100000"/>
                </a:srgbClr>
              </a:solidFill>
              <a:ln w="5420" cap="flat">
                <a:solidFill>
                  <a:srgbClr val="3B3D6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78" name="ph2578"/>
              <p:cNvSpPr/>
              <p:nvPr/>
            </p:nvSpPr>
            <p:spPr>
              <a:xfrm>
                <a:off x="2552380" y="2405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79" name="ph2579"/>
              <p:cNvSpPr/>
              <p:nvPr/>
            </p:nvSpPr>
            <p:spPr>
              <a:xfrm>
                <a:off x="2561765" y="2405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80" name="ph2580"/>
              <p:cNvSpPr/>
              <p:nvPr/>
            </p:nvSpPr>
            <p:spPr>
              <a:xfrm>
                <a:off x="2571149" y="2405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81" name="ph2581"/>
              <p:cNvSpPr/>
              <p:nvPr/>
            </p:nvSpPr>
            <p:spPr>
              <a:xfrm>
                <a:off x="2580533" y="2405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82" name="ph2582"/>
              <p:cNvSpPr/>
              <p:nvPr/>
            </p:nvSpPr>
            <p:spPr>
              <a:xfrm>
                <a:off x="2589917" y="2405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83" name="ph2583"/>
              <p:cNvSpPr/>
              <p:nvPr/>
            </p:nvSpPr>
            <p:spPr>
              <a:xfrm>
                <a:off x="2599302" y="2405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84" name="ph2584"/>
              <p:cNvSpPr/>
              <p:nvPr/>
            </p:nvSpPr>
            <p:spPr>
              <a:xfrm>
                <a:off x="2608686" y="2405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85" name="ph2585"/>
              <p:cNvSpPr/>
              <p:nvPr/>
            </p:nvSpPr>
            <p:spPr>
              <a:xfrm>
                <a:off x="2627454" y="2405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86" name="ph2586"/>
              <p:cNvSpPr/>
              <p:nvPr/>
            </p:nvSpPr>
            <p:spPr>
              <a:xfrm>
                <a:off x="2636839" y="2405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87" name="ph2587"/>
              <p:cNvSpPr/>
              <p:nvPr/>
            </p:nvSpPr>
            <p:spPr>
              <a:xfrm>
                <a:off x="2646223" y="2405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88" name="ph2588"/>
              <p:cNvSpPr/>
              <p:nvPr/>
            </p:nvSpPr>
            <p:spPr>
              <a:xfrm>
                <a:off x="2655607" y="2405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89" name="ph2589"/>
              <p:cNvSpPr/>
              <p:nvPr/>
            </p:nvSpPr>
            <p:spPr>
              <a:xfrm>
                <a:off x="2664992" y="2405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90" name="ph2590"/>
              <p:cNvSpPr/>
              <p:nvPr/>
            </p:nvSpPr>
            <p:spPr>
              <a:xfrm>
                <a:off x="2674376" y="2405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91" name="ph2591"/>
              <p:cNvSpPr/>
              <p:nvPr/>
            </p:nvSpPr>
            <p:spPr>
              <a:xfrm>
                <a:off x="2683760" y="2405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92" name="ph2592"/>
              <p:cNvSpPr/>
              <p:nvPr/>
            </p:nvSpPr>
            <p:spPr>
              <a:xfrm>
                <a:off x="2693144" y="2405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93" name="ph2593"/>
              <p:cNvSpPr/>
              <p:nvPr/>
            </p:nvSpPr>
            <p:spPr>
              <a:xfrm>
                <a:off x="2702529" y="2405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94" name="ph2594"/>
              <p:cNvSpPr/>
              <p:nvPr/>
            </p:nvSpPr>
            <p:spPr>
              <a:xfrm>
                <a:off x="2711913" y="2405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88BA6">
                  <a:alpha val="100000"/>
                </a:srgbClr>
              </a:solidFill>
              <a:ln w="5420" cap="flat">
                <a:solidFill>
                  <a:srgbClr val="388B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95" name="ph2595"/>
              <p:cNvSpPr/>
              <p:nvPr/>
            </p:nvSpPr>
            <p:spPr>
              <a:xfrm>
                <a:off x="2721297" y="2405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96" name="ph2596"/>
              <p:cNvSpPr/>
              <p:nvPr/>
            </p:nvSpPr>
            <p:spPr>
              <a:xfrm>
                <a:off x="2730681" y="2405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97" name="ph2597"/>
              <p:cNvSpPr/>
              <p:nvPr/>
            </p:nvSpPr>
            <p:spPr>
              <a:xfrm>
                <a:off x="2740066" y="2405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98" name="ph2598"/>
              <p:cNvSpPr/>
              <p:nvPr/>
            </p:nvSpPr>
            <p:spPr>
              <a:xfrm>
                <a:off x="2749450" y="2405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99" name="ph2599"/>
              <p:cNvSpPr/>
              <p:nvPr/>
            </p:nvSpPr>
            <p:spPr>
              <a:xfrm>
                <a:off x="2758834" y="2405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00" name="ph2600"/>
              <p:cNvSpPr/>
              <p:nvPr/>
            </p:nvSpPr>
            <p:spPr>
              <a:xfrm>
                <a:off x="2927751" y="2405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01" name="ph2601"/>
              <p:cNvSpPr/>
              <p:nvPr/>
            </p:nvSpPr>
            <p:spPr>
              <a:xfrm>
                <a:off x="2937135" y="2405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02" name="ph2602"/>
              <p:cNvSpPr/>
              <p:nvPr/>
            </p:nvSpPr>
            <p:spPr>
              <a:xfrm>
                <a:off x="2946520" y="2405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03" name="ph2603"/>
              <p:cNvSpPr/>
              <p:nvPr/>
            </p:nvSpPr>
            <p:spPr>
              <a:xfrm>
                <a:off x="2955904" y="240555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04" name="ph2604"/>
              <p:cNvSpPr/>
              <p:nvPr/>
            </p:nvSpPr>
            <p:spPr>
              <a:xfrm>
                <a:off x="1764101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5794">
                  <a:alpha val="100000"/>
                </a:srgbClr>
              </a:solidFill>
              <a:ln w="5420" cap="flat">
                <a:solidFill>
                  <a:srgbClr val="3A579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05" name="ph2605"/>
              <p:cNvSpPr/>
              <p:nvPr/>
            </p:nvSpPr>
            <p:spPr>
              <a:xfrm>
                <a:off x="1773486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5793">
                  <a:alpha val="100000"/>
                </a:srgbClr>
              </a:solidFill>
              <a:ln w="5420" cap="flat">
                <a:solidFill>
                  <a:srgbClr val="3A579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06" name="ph2606"/>
              <p:cNvSpPr/>
              <p:nvPr/>
            </p:nvSpPr>
            <p:spPr>
              <a:xfrm>
                <a:off x="1782870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5692">
                  <a:alpha val="100000"/>
                </a:srgbClr>
              </a:solidFill>
              <a:ln w="5420" cap="flat">
                <a:solidFill>
                  <a:srgbClr val="3A569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07" name="ph2607"/>
              <p:cNvSpPr/>
              <p:nvPr/>
            </p:nvSpPr>
            <p:spPr>
              <a:xfrm>
                <a:off x="1792254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5692">
                  <a:alpha val="100000"/>
                </a:srgbClr>
              </a:solidFill>
              <a:ln w="5420" cap="flat">
                <a:solidFill>
                  <a:srgbClr val="3B569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08" name="ph2608"/>
              <p:cNvSpPr/>
              <p:nvPr/>
            </p:nvSpPr>
            <p:spPr>
              <a:xfrm>
                <a:off x="1801639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5591">
                  <a:alpha val="100000"/>
                </a:srgbClr>
              </a:solidFill>
              <a:ln w="5420" cap="flat">
                <a:solidFill>
                  <a:srgbClr val="3B559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09" name="ph2609"/>
              <p:cNvSpPr/>
              <p:nvPr/>
            </p:nvSpPr>
            <p:spPr>
              <a:xfrm>
                <a:off x="1811023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5591">
                  <a:alpha val="100000"/>
                </a:srgbClr>
              </a:solidFill>
              <a:ln w="5420" cap="flat">
                <a:solidFill>
                  <a:srgbClr val="3B559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10" name="ph2610"/>
              <p:cNvSpPr/>
              <p:nvPr/>
            </p:nvSpPr>
            <p:spPr>
              <a:xfrm>
                <a:off x="1839176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548F">
                  <a:alpha val="100000"/>
                </a:srgbClr>
              </a:solidFill>
              <a:ln w="5420" cap="flat">
                <a:solidFill>
                  <a:srgbClr val="3B548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11" name="ph2611"/>
              <p:cNvSpPr/>
              <p:nvPr/>
            </p:nvSpPr>
            <p:spPr>
              <a:xfrm>
                <a:off x="1848560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538E">
                  <a:alpha val="100000"/>
                </a:srgbClr>
              </a:solidFill>
              <a:ln w="5420" cap="flat">
                <a:solidFill>
                  <a:srgbClr val="3B538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12" name="ph2612"/>
              <p:cNvSpPr/>
              <p:nvPr/>
            </p:nvSpPr>
            <p:spPr>
              <a:xfrm>
                <a:off x="1857944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538E">
                  <a:alpha val="100000"/>
                </a:srgbClr>
              </a:solidFill>
              <a:ln w="5420" cap="flat">
                <a:solidFill>
                  <a:srgbClr val="3B538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13" name="ph2613"/>
              <p:cNvSpPr/>
              <p:nvPr/>
            </p:nvSpPr>
            <p:spPr>
              <a:xfrm>
                <a:off x="1867328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538E">
                  <a:alpha val="100000"/>
                </a:srgbClr>
              </a:solidFill>
              <a:ln w="5420" cap="flat">
                <a:solidFill>
                  <a:srgbClr val="3B538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14" name="ph2614"/>
              <p:cNvSpPr/>
              <p:nvPr/>
            </p:nvSpPr>
            <p:spPr>
              <a:xfrm>
                <a:off x="1876713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5590">
                  <a:alpha val="100000"/>
                </a:srgbClr>
              </a:solidFill>
              <a:ln w="5420" cap="flat">
                <a:solidFill>
                  <a:srgbClr val="3B559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15" name="ph2615"/>
              <p:cNvSpPr/>
              <p:nvPr/>
            </p:nvSpPr>
            <p:spPr>
              <a:xfrm>
                <a:off x="1886097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5794">
                  <a:alpha val="100000"/>
                </a:srgbClr>
              </a:solidFill>
              <a:ln w="5420" cap="flat">
                <a:solidFill>
                  <a:srgbClr val="3A579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16" name="ph2616"/>
              <p:cNvSpPr/>
              <p:nvPr/>
            </p:nvSpPr>
            <p:spPr>
              <a:xfrm>
                <a:off x="1895481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5B99">
                  <a:alpha val="100000"/>
                </a:srgbClr>
              </a:solidFill>
              <a:ln w="5420" cap="flat">
                <a:solidFill>
                  <a:srgbClr val="3A5B9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17" name="ph2617"/>
              <p:cNvSpPr/>
              <p:nvPr/>
            </p:nvSpPr>
            <p:spPr>
              <a:xfrm>
                <a:off x="1904866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18" name="ph2618"/>
              <p:cNvSpPr/>
              <p:nvPr/>
            </p:nvSpPr>
            <p:spPr>
              <a:xfrm>
                <a:off x="1914250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19" name="ph2619"/>
              <p:cNvSpPr/>
              <p:nvPr/>
            </p:nvSpPr>
            <p:spPr>
              <a:xfrm>
                <a:off x="1923634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20" name="ph2620"/>
              <p:cNvSpPr/>
              <p:nvPr/>
            </p:nvSpPr>
            <p:spPr>
              <a:xfrm>
                <a:off x="1933018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21" name="ph2621"/>
              <p:cNvSpPr/>
              <p:nvPr/>
            </p:nvSpPr>
            <p:spPr>
              <a:xfrm>
                <a:off x="1942403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5A97">
                  <a:alpha val="100000"/>
                </a:srgbClr>
              </a:solidFill>
              <a:ln w="5420" cap="flat">
                <a:solidFill>
                  <a:srgbClr val="3A5A9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22" name="ph2622"/>
              <p:cNvSpPr/>
              <p:nvPr/>
            </p:nvSpPr>
            <p:spPr>
              <a:xfrm>
                <a:off x="1951787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5692">
                  <a:alpha val="100000"/>
                </a:srgbClr>
              </a:solidFill>
              <a:ln w="5420" cap="flat">
                <a:solidFill>
                  <a:srgbClr val="3A569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23" name="ph2623"/>
              <p:cNvSpPr/>
              <p:nvPr/>
            </p:nvSpPr>
            <p:spPr>
              <a:xfrm>
                <a:off x="1961171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528C">
                  <a:alpha val="100000"/>
                </a:srgbClr>
              </a:solidFill>
              <a:ln w="5420" cap="flat">
                <a:solidFill>
                  <a:srgbClr val="3B528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24" name="ph2624"/>
              <p:cNvSpPr/>
              <p:nvPr/>
            </p:nvSpPr>
            <p:spPr>
              <a:xfrm>
                <a:off x="2008093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3767">
                  <a:alpha val="100000"/>
                </a:srgbClr>
              </a:solidFill>
              <a:ln w="5420" cap="flat">
                <a:solidFill>
                  <a:srgbClr val="3B376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25" name="ph2625"/>
              <p:cNvSpPr/>
              <p:nvPr/>
            </p:nvSpPr>
            <p:spPr>
              <a:xfrm>
                <a:off x="2017477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3461">
                  <a:alpha val="100000"/>
                </a:srgbClr>
              </a:solidFill>
              <a:ln w="5420" cap="flat">
                <a:solidFill>
                  <a:srgbClr val="3A346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26" name="ph2626"/>
              <p:cNvSpPr/>
              <p:nvPr/>
            </p:nvSpPr>
            <p:spPr>
              <a:xfrm>
                <a:off x="2026861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305C">
                  <a:alpha val="100000"/>
                </a:srgbClr>
              </a:solidFill>
              <a:ln w="5420" cap="flat">
                <a:solidFill>
                  <a:srgbClr val="39305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27" name="ph2627"/>
              <p:cNvSpPr/>
              <p:nvPr/>
            </p:nvSpPr>
            <p:spPr>
              <a:xfrm>
                <a:off x="2036245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82A54">
                  <a:alpha val="100000"/>
                </a:srgbClr>
              </a:solidFill>
              <a:ln w="5420" cap="flat">
                <a:solidFill>
                  <a:srgbClr val="382A5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28" name="ph2628"/>
              <p:cNvSpPr/>
              <p:nvPr/>
            </p:nvSpPr>
            <p:spPr>
              <a:xfrm>
                <a:off x="2045630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72952">
                  <a:alpha val="100000"/>
                </a:srgbClr>
              </a:solidFill>
              <a:ln w="5420" cap="flat">
                <a:solidFill>
                  <a:srgbClr val="37295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29" name="ph2629"/>
              <p:cNvSpPr/>
              <p:nvPr/>
            </p:nvSpPr>
            <p:spPr>
              <a:xfrm>
                <a:off x="2055014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62951">
                  <a:alpha val="100000"/>
                </a:srgbClr>
              </a:solidFill>
              <a:ln w="5420" cap="flat">
                <a:solidFill>
                  <a:srgbClr val="36295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30" name="ph2630"/>
              <p:cNvSpPr/>
              <p:nvPr/>
            </p:nvSpPr>
            <p:spPr>
              <a:xfrm>
                <a:off x="2064398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72951">
                  <a:alpha val="100000"/>
                </a:srgbClr>
              </a:solidFill>
              <a:ln w="5420" cap="flat">
                <a:solidFill>
                  <a:srgbClr val="37295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31" name="ph2631"/>
              <p:cNvSpPr/>
              <p:nvPr/>
            </p:nvSpPr>
            <p:spPr>
              <a:xfrm>
                <a:off x="2073782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72951">
                  <a:alpha val="100000"/>
                </a:srgbClr>
              </a:solidFill>
              <a:ln w="5420" cap="flat">
                <a:solidFill>
                  <a:srgbClr val="37295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32" name="ph2632"/>
              <p:cNvSpPr/>
              <p:nvPr/>
            </p:nvSpPr>
            <p:spPr>
              <a:xfrm>
                <a:off x="2167625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315D">
                  <a:alpha val="100000"/>
                </a:srgbClr>
              </a:solidFill>
              <a:ln w="5420" cap="flat">
                <a:solidFill>
                  <a:srgbClr val="39315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33" name="ph2633"/>
              <p:cNvSpPr/>
              <p:nvPr/>
            </p:nvSpPr>
            <p:spPr>
              <a:xfrm>
                <a:off x="2177009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305D">
                  <a:alpha val="100000"/>
                </a:srgbClr>
              </a:solidFill>
              <a:ln w="5420" cap="flat">
                <a:solidFill>
                  <a:srgbClr val="39305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34" name="ph2634"/>
              <p:cNvSpPr/>
              <p:nvPr/>
            </p:nvSpPr>
            <p:spPr>
              <a:xfrm>
                <a:off x="2186394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305C">
                  <a:alpha val="100000"/>
                </a:srgbClr>
              </a:solidFill>
              <a:ln w="5420" cap="flat">
                <a:solidFill>
                  <a:srgbClr val="39305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35" name="ph2635"/>
              <p:cNvSpPr/>
              <p:nvPr/>
            </p:nvSpPr>
            <p:spPr>
              <a:xfrm>
                <a:off x="2195778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305C">
                  <a:alpha val="100000"/>
                </a:srgbClr>
              </a:solidFill>
              <a:ln w="5420" cap="flat">
                <a:solidFill>
                  <a:srgbClr val="39305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36" name="ph2636"/>
              <p:cNvSpPr/>
              <p:nvPr/>
            </p:nvSpPr>
            <p:spPr>
              <a:xfrm>
                <a:off x="2205162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305C">
                  <a:alpha val="100000"/>
                </a:srgbClr>
              </a:solidFill>
              <a:ln w="5420" cap="flat">
                <a:solidFill>
                  <a:srgbClr val="39305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37" name="ph2637"/>
              <p:cNvSpPr/>
              <p:nvPr/>
            </p:nvSpPr>
            <p:spPr>
              <a:xfrm>
                <a:off x="2214547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305C">
                  <a:alpha val="100000"/>
                </a:srgbClr>
              </a:solidFill>
              <a:ln w="5420" cap="flat">
                <a:solidFill>
                  <a:srgbClr val="39305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38" name="ph2638"/>
              <p:cNvSpPr/>
              <p:nvPr/>
            </p:nvSpPr>
            <p:spPr>
              <a:xfrm>
                <a:off x="2223931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2F5B">
                  <a:alpha val="100000"/>
                </a:srgbClr>
              </a:solidFill>
              <a:ln w="5420" cap="flat">
                <a:solidFill>
                  <a:srgbClr val="392F5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39" name="ph2639"/>
              <p:cNvSpPr/>
              <p:nvPr/>
            </p:nvSpPr>
            <p:spPr>
              <a:xfrm>
                <a:off x="2233315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2F5B">
                  <a:alpha val="100000"/>
                </a:srgbClr>
              </a:solidFill>
              <a:ln w="5420" cap="flat">
                <a:solidFill>
                  <a:srgbClr val="392F5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40" name="ph2640"/>
              <p:cNvSpPr/>
              <p:nvPr/>
            </p:nvSpPr>
            <p:spPr>
              <a:xfrm>
                <a:off x="2242699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305C">
                  <a:alpha val="100000"/>
                </a:srgbClr>
              </a:solidFill>
              <a:ln w="5420" cap="flat">
                <a:solidFill>
                  <a:srgbClr val="39305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41" name="ph2641"/>
              <p:cNvSpPr/>
              <p:nvPr/>
            </p:nvSpPr>
            <p:spPr>
              <a:xfrm>
                <a:off x="2252084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315E">
                  <a:alpha val="100000"/>
                </a:srgbClr>
              </a:solidFill>
              <a:ln w="5420" cap="flat">
                <a:solidFill>
                  <a:srgbClr val="3A315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42" name="ph2642"/>
              <p:cNvSpPr/>
              <p:nvPr/>
            </p:nvSpPr>
            <p:spPr>
              <a:xfrm>
                <a:off x="2261468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43" name="ph2643"/>
              <p:cNvSpPr/>
              <p:nvPr/>
            </p:nvSpPr>
            <p:spPr>
              <a:xfrm>
                <a:off x="2270852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3968">
                  <a:alpha val="100000"/>
                </a:srgbClr>
              </a:solidFill>
              <a:ln w="5420" cap="flat">
                <a:solidFill>
                  <a:srgbClr val="3B396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44" name="ph2644"/>
              <p:cNvSpPr/>
              <p:nvPr/>
            </p:nvSpPr>
            <p:spPr>
              <a:xfrm>
                <a:off x="2561765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45" name="ph2645"/>
              <p:cNvSpPr/>
              <p:nvPr/>
            </p:nvSpPr>
            <p:spPr>
              <a:xfrm>
                <a:off x="2571149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46" name="ph2646"/>
              <p:cNvSpPr/>
              <p:nvPr/>
            </p:nvSpPr>
            <p:spPr>
              <a:xfrm>
                <a:off x="2580533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47" name="ph2647"/>
              <p:cNvSpPr/>
              <p:nvPr/>
            </p:nvSpPr>
            <p:spPr>
              <a:xfrm>
                <a:off x="2589917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48" name="ph2648"/>
              <p:cNvSpPr/>
              <p:nvPr/>
            </p:nvSpPr>
            <p:spPr>
              <a:xfrm>
                <a:off x="2599302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49" name="ph2649"/>
              <p:cNvSpPr/>
              <p:nvPr/>
            </p:nvSpPr>
            <p:spPr>
              <a:xfrm>
                <a:off x="2608686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50" name="ph2650"/>
              <p:cNvSpPr/>
              <p:nvPr/>
            </p:nvSpPr>
            <p:spPr>
              <a:xfrm>
                <a:off x="2618070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51" name="ph2651"/>
              <p:cNvSpPr/>
              <p:nvPr/>
            </p:nvSpPr>
            <p:spPr>
              <a:xfrm>
                <a:off x="2627454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52" name="ph2652"/>
              <p:cNvSpPr/>
              <p:nvPr/>
            </p:nvSpPr>
            <p:spPr>
              <a:xfrm>
                <a:off x="2636839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53" name="ph2653"/>
              <p:cNvSpPr/>
              <p:nvPr/>
            </p:nvSpPr>
            <p:spPr>
              <a:xfrm>
                <a:off x="2646223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54" name="ph2654"/>
              <p:cNvSpPr/>
              <p:nvPr/>
            </p:nvSpPr>
            <p:spPr>
              <a:xfrm>
                <a:off x="2655607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55" name="ph2655"/>
              <p:cNvSpPr/>
              <p:nvPr/>
            </p:nvSpPr>
            <p:spPr>
              <a:xfrm>
                <a:off x="2664992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56" name="ph2656"/>
              <p:cNvSpPr/>
              <p:nvPr/>
            </p:nvSpPr>
            <p:spPr>
              <a:xfrm>
                <a:off x="2674376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57" name="ph2657"/>
              <p:cNvSpPr/>
              <p:nvPr/>
            </p:nvSpPr>
            <p:spPr>
              <a:xfrm>
                <a:off x="2683760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58" name="ph2658"/>
              <p:cNvSpPr/>
              <p:nvPr/>
            </p:nvSpPr>
            <p:spPr>
              <a:xfrm>
                <a:off x="2693144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59" name="ph2659"/>
              <p:cNvSpPr/>
              <p:nvPr/>
            </p:nvSpPr>
            <p:spPr>
              <a:xfrm>
                <a:off x="2702529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60" name="ph2660"/>
              <p:cNvSpPr/>
              <p:nvPr/>
            </p:nvSpPr>
            <p:spPr>
              <a:xfrm>
                <a:off x="2711913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61" name="ph2661"/>
              <p:cNvSpPr/>
              <p:nvPr/>
            </p:nvSpPr>
            <p:spPr>
              <a:xfrm>
                <a:off x="2721297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62" name="ph2662"/>
              <p:cNvSpPr/>
              <p:nvPr/>
            </p:nvSpPr>
            <p:spPr>
              <a:xfrm>
                <a:off x="2730681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63" name="ph2663"/>
              <p:cNvSpPr/>
              <p:nvPr/>
            </p:nvSpPr>
            <p:spPr>
              <a:xfrm>
                <a:off x="2740066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64" name="ph2664"/>
              <p:cNvSpPr/>
              <p:nvPr/>
            </p:nvSpPr>
            <p:spPr>
              <a:xfrm>
                <a:off x="2749450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65" name="ph2665"/>
              <p:cNvSpPr/>
              <p:nvPr/>
            </p:nvSpPr>
            <p:spPr>
              <a:xfrm>
                <a:off x="2758834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66" name="ph2666"/>
              <p:cNvSpPr/>
              <p:nvPr/>
            </p:nvSpPr>
            <p:spPr>
              <a:xfrm>
                <a:off x="2768219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67" name="ph2667"/>
              <p:cNvSpPr/>
              <p:nvPr/>
            </p:nvSpPr>
            <p:spPr>
              <a:xfrm>
                <a:off x="2927751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68" name="ph2668"/>
              <p:cNvSpPr/>
              <p:nvPr/>
            </p:nvSpPr>
            <p:spPr>
              <a:xfrm>
                <a:off x="2937135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69" name="ph2669"/>
              <p:cNvSpPr/>
              <p:nvPr/>
            </p:nvSpPr>
            <p:spPr>
              <a:xfrm>
                <a:off x="2946520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70" name="ph2670"/>
              <p:cNvSpPr/>
              <p:nvPr/>
            </p:nvSpPr>
            <p:spPr>
              <a:xfrm>
                <a:off x="2955904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71" name="ph2671"/>
              <p:cNvSpPr/>
              <p:nvPr/>
            </p:nvSpPr>
            <p:spPr>
              <a:xfrm>
                <a:off x="2965288" y="2417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72" name="ph2672"/>
              <p:cNvSpPr/>
              <p:nvPr/>
            </p:nvSpPr>
            <p:spPr>
              <a:xfrm>
                <a:off x="1754717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5895">
                  <a:alpha val="100000"/>
                </a:srgbClr>
              </a:solidFill>
              <a:ln w="5420" cap="flat">
                <a:solidFill>
                  <a:srgbClr val="3A589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73" name="ph2673"/>
              <p:cNvSpPr/>
              <p:nvPr/>
            </p:nvSpPr>
            <p:spPr>
              <a:xfrm>
                <a:off x="1764101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5794">
                  <a:alpha val="100000"/>
                </a:srgbClr>
              </a:solidFill>
              <a:ln w="5420" cap="flat">
                <a:solidFill>
                  <a:srgbClr val="3A579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74" name="ph2674"/>
              <p:cNvSpPr/>
              <p:nvPr/>
            </p:nvSpPr>
            <p:spPr>
              <a:xfrm>
                <a:off x="1773486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5793">
                  <a:alpha val="100000"/>
                </a:srgbClr>
              </a:solidFill>
              <a:ln w="5420" cap="flat">
                <a:solidFill>
                  <a:srgbClr val="3A579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75" name="ph2675"/>
              <p:cNvSpPr/>
              <p:nvPr/>
            </p:nvSpPr>
            <p:spPr>
              <a:xfrm>
                <a:off x="1782870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5693">
                  <a:alpha val="100000"/>
                </a:srgbClr>
              </a:solidFill>
              <a:ln w="5420" cap="flat">
                <a:solidFill>
                  <a:srgbClr val="3A569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76" name="ph2676"/>
              <p:cNvSpPr/>
              <p:nvPr/>
            </p:nvSpPr>
            <p:spPr>
              <a:xfrm>
                <a:off x="1792254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5692">
                  <a:alpha val="100000"/>
                </a:srgbClr>
              </a:solidFill>
              <a:ln w="5420" cap="flat">
                <a:solidFill>
                  <a:srgbClr val="3A569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77" name="ph2677"/>
              <p:cNvSpPr/>
              <p:nvPr/>
            </p:nvSpPr>
            <p:spPr>
              <a:xfrm>
                <a:off x="1801639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5591">
                  <a:alpha val="100000"/>
                </a:srgbClr>
              </a:solidFill>
              <a:ln w="5420" cap="flat">
                <a:solidFill>
                  <a:srgbClr val="3B559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78" name="ph2678"/>
              <p:cNvSpPr/>
              <p:nvPr/>
            </p:nvSpPr>
            <p:spPr>
              <a:xfrm>
                <a:off x="1811023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5591">
                  <a:alpha val="100000"/>
                </a:srgbClr>
              </a:solidFill>
              <a:ln w="5420" cap="flat">
                <a:solidFill>
                  <a:srgbClr val="3B559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79" name="ph2679"/>
              <p:cNvSpPr/>
              <p:nvPr/>
            </p:nvSpPr>
            <p:spPr>
              <a:xfrm>
                <a:off x="1820407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5590">
                  <a:alpha val="100000"/>
                </a:srgbClr>
              </a:solidFill>
              <a:ln w="5420" cap="flat">
                <a:solidFill>
                  <a:srgbClr val="3B559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80" name="ph2680"/>
              <p:cNvSpPr/>
              <p:nvPr/>
            </p:nvSpPr>
            <p:spPr>
              <a:xfrm>
                <a:off x="1829791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548F">
                  <a:alpha val="100000"/>
                </a:srgbClr>
              </a:solidFill>
              <a:ln w="5420" cap="flat">
                <a:solidFill>
                  <a:srgbClr val="3B548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81" name="ph2681"/>
              <p:cNvSpPr/>
              <p:nvPr/>
            </p:nvSpPr>
            <p:spPr>
              <a:xfrm>
                <a:off x="1839176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548F">
                  <a:alpha val="100000"/>
                </a:srgbClr>
              </a:solidFill>
              <a:ln w="5420" cap="flat">
                <a:solidFill>
                  <a:srgbClr val="3B548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82" name="ph2682"/>
              <p:cNvSpPr/>
              <p:nvPr/>
            </p:nvSpPr>
            <p:spPr>
              <a:xfrm>
                <a:off x="1848560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538E">
                  <a:alpha val="100000"/>
                </a:srgbClr>
              </a:solidFill>
              <a:ln w="5420" cap="flat">
                <a:solidFill>
                  <a:srgbClr val="3B538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83" name="ph2683"/>
              <p:cNvSpPr/>
              <p:nvPr/>
            </p:nvSpPr>
            <p:spPr>
              <a:xfrm>
                <a:off x="1857944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538D">
                  <a:alpha val="100000"/>
                </a:srgbClr>
              </a:solidFill>
              <a:ln w="5420" cap="flat">
                <a:solidFill>
                  <a:srgbClr val="3B538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84" name="ph2684"/>
              <p:cNvSpPr/>
              <p:nvPr/>
            </p:nvSpPr>
            <p:spPr>
              <a:xfrm>
                <a:off x="1867328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538D">
                  <a:alpha val="100000"/>
                </a:srgbClr>
              </a:solidFill>
              <a:ln w="5420" cap="flat">
                <a:solidFill>
                  <a:srgbClr val="3B538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85" name="ph2685"/>
              <p:cNvSpPr/>
              <p:nvPr/>
            </p:nvSpPr>
            <p:spPr>
              <a:xfrm>
                <a:off x="1876713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548F">
                  <a:alpha val="100000"/>
                </a:srgbClr>
              </a:solidFill>
              <a:ln w="5420" cap="flat">
                <a:solidFill>
                  <a:srgbClr val="3B548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86" name="ph2686"/>
              <p:cNvSpPr/>
              <p:nvPr/>
            </p:nvSpPr>
            <p:spPr>
              <a:xfrm>
                <a:off x="1886097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5793">
                  <a:alpha val="100000"/>
                </a:srgbClr>
              </a:solidFill>
              <a:ln w="5420" cap="flat">
                <a:solidFill>
                  <a:srgbClr val="3A579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87" name="ph2687"/>
              <p:cNvSpPr/>
              <p:nvPr/>
            </p:nvSpPr>
            <p:spPr>
              <a:xfrm>
                <a:off x="1895481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5B98">
                  <a:alpha val="100000"/>
                </a:srgbClr>
              </a:solidFill>
              <a:ln w="5420" cap="flat">
                <a:solidFill>
                  <a:srgbClr val="3A5B9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88" name="ph2688"/>
              <p:cNvSpPr/>
              <p:nvPr/>
            </p:nvSpPr>
            <p:spPr>
              <a:xfrm>
                <a:off x="1904866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89" name="ph2689"/>
              <p:cNvSpPr/>
              <p:nvPr/>
            </p:nvSpPr>
            <p:spPr>
              <a:xfrm>
                <a:off x="1914250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90" name="ph2690"/>
              <p:cNvSpPr/>
              <p:nvPr/>
            </p:nvSpPr>
            <p:spPr>
              <a:xfrm>
                <a:off x="1923634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91" name="ph2691"/>
              <p:cNvSpPr/>
              <p:nvPr/>
            </p:nvSpPr>
            <p:spPr>
              <a:xfrm>
                <a:off x="1933018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92" name="ph2692"/>
              <p:cNvSpPr/>
              <p:nvPr/>
            </p:nvSpPr>
            <p:spPr>
              <a:xfrm>
                <a:off x="1942403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5997">
                  <a:alpha val="100000"/>
                </a:srgbClr>
              </a:solidFill>
              <a:ln w="5420" cap="flat">
                <a:solidFill>
                  <a:srgbClr val="3A599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93" name="ph2693"/>
              <p:cNvSpPr/>
              <p:nvPr/>
            </p:nvSpPr>
            <p:spPr>
              <a:xfrm>
                <a:off x="1951787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5691">
                  <a:alpha val="100000"/>
                </a:srgbClr>
              </a:solidFill>
              <a:ln w="5420" cap="flat">
                <a:solidFill>
                  <a:srgbClr val="3B569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94" name="ph2694"/>
              <p:cNvSpPr/>
              <p:nvPr/>
            </p:nvSpPr>
            <p:spPr>
              <a:xfrm>
                <a:off x="1961171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518B">
                  <a:alpha val="100000"/>
                </a:srgbClr>
              </a:solidFill>
              <a:ln w="5420" cap="flat">
                <a:solidFill>
                  <a:srgbClr val="3B518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95" name="ph2695"/>
              <p:cNvSpPr/>
              <p:nvPr/>
            </p:nvSpPr>
            <p:spPr>
              <a:xfrm>
                <a:off x="1970555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C4C84">
                  <a:alpha val="100000"/>
                </a:srgbClr>
              </a:solidFill>
              <a:ln w="5420" cap="flat">
                <a:solidFill>
                  <a:srgbClr val="3C4C8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96" name="ph2696"/>
              <p:cNvSpPr/>
              <p:nvPr/>
            </p:nvSpPr>
            <p:spPr>
              <a:xfrm>
                <a:off x="1979940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C467C">
                  <a:alpha val="100000"/>
                </a:srgbClr>
              </a:solidFill>
              <a:ln w="5420" cap="flat">
                <a:solidFill>
                  <a:srgbClr val="3C467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97" name="ph2697"/>
              <p:cNvSpPr/>
              <p:nvPr/>
            </p:nvSpPr>
            <p:spPr>
              <a:xfrm>
                <a:off x="1989324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C4073">
                  <a:alpha val="100000"/>
                </a:srgbClr>
              </a:solidFill>
              <a:ln w="5420" cap="flat">
                <a:solidFill>
                  <a:srgbClr val="3C407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98" name="ph2698"/>
              <p:cNvSpPr/>
              <p:nvPr/>
            </p:nvSpPr>
            <p:spPr>
              <a:xfrm>
                <a:off x="1998708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3A6B">
                  <a:alpha val="100000"/>
                </a:srgbClr>
              </a:solidFill>
              <a:ln w="5420" cap="flat">
                <a:solidFill>
                  <a:srgbClr val="3B3A6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99" name="ph2699"/>
              <p:cNvSpPr/>
              <p:nvPr/>
            </p:nvSpPr>
            <p:spPr>
              <a:xfrm>
                <a:off x="2008093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3564">
                  <a:alpha val="100000"/>
                </a:srgbClr>
              </a:solidFill>
              <a:ln w="5420" cap="flat">
                <a:solidFill>
                  <a:srgbClr val="3A35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00" name="ph2700"/>
              <p:cNvSpPr/>
              <p:nvPr/>
            </p:nvSpPr>
            <p:spPr>
              <a:xfrm>
                <a:off x="2017477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305D">
                  <a:alpha val="100000"/>
                </a:srgbClr>
              </a:solidFill>
              <a:ln w="5420" cap="flat">
                <a:solidFill>
                  <a:srgbClr val="39305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01" name="ph2701"/>
              <p:cNvSpPr/>
              <p:nvPr/>
            </p:nvSpPr>
            <p:spPr>
              <a:xfrm>
                <a:off x="2026861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82C56">
                  <a:alpha val="100000"/>
                </a:srgbClr>
              </a:solidFill>
              <a:ln w="5420" cap="flat">
                <a:solidFill>
                  <a:srgbClr val="382C5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02" name="ph2702"/>
              <p:cNvSpPr/>
              <p:nvPr/>
            </p:nvSpPr>
            <p:spPr>
              <a:xfrm>
                <a:off x="2036245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4274D">
                  <a:alpha val="100000"/>
                </a:srgbClr>
              </a:solidFill>
              <a:ln w="5420" cap="flat">
                <a:solidFill>
                  <a:srgbClr val="34274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03" name="ph2703"/>
              <p:cNvSpPr/>
              <p:nvPr/>
            </p:nvSpPr>
            <p:spPr>
              <a:xfrm>
                <a:off x="2045630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3264A">
                  <a:alpha val="100000"/>
                </a:srgbClr>
              </a:solidFill>
              <a:ln w="5420" cap="flat">
                <a:solidFill>
                  <a:srgbClr val="33264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04" name="ph2704"/>
              <p:cNvSpPr/>
              <p:nvPr/>
            </p:nvSpPr>
            <p:spPr>
              <a:xfrm>
                <a:off x="2055014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22649">
                  <a:alpha val="100000"/>
                </a:srgbClr>
              </a:solidFill>
              <a:ln w="5420" cap="flat">
                <a:solidFill>
                  <a:srgbClr val="32264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05" name="ph2705"/>
              <p:cNvSpPr/>
              <p:nvPr/>
            </p:nvSpPr>
            <p:spPr>
              <a:xfrm>
                <a:off x="2064398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3264B">
                  <a:alpha val="100000"/>
                </a:srgbClr>
              </a:solidFill>
              <a:ln w="5420" cap="flat">
                <a:solidFill>
                  <a:srgbClr val="33264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06" name="ph2706"/>
              <p:cNvSpPr/>
              <p:nvPr/>
            </p:nvSpPr>
            <p:spPr>
              <a:xfrm>
                <a:off x="2073782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4274D">
                  <a:alpha val="100000"/>
                </a:srgbClr>
              </a:solidFill>
              <a:ln w="5420" cap="flat">
                <a:solidFill>
                  <a:srgbClr val="34274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07" name="ph2707"/>
              <p:cNvSpPr/>
              <p:nvPr/>
            </p:nvSpPr>
            <p:spPr>
              <a:xfrm>
                <a:off x="2083167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284F">
                  <a:alpha val="100000"/>
                </a:srgbClr>
              </a:solidFill>
              <a:ln w="5420" cap="flat">
                <a:solidFill>
                  <a:srgbClr val="35284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08" name="ph2708"/>
              <p:cNvSpPr/>
              <p:nvPr/>
            </p:nvSpPr>
            <p:spPr>
              <a:xfrm>
                <a:off x="2092551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72952">
                  <a:alpha val="100000"/>
                </a:srgbClr>
              </a:solidFill>
              <a:ln w="5420" cap="flat">
                <a:solidFill>
                  <a:srgbClr val="37295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09" name="ph2709"/>
              <p:cNvSpPr/>
              <p:nvPr/>
            </p:nvSpPr>
            <p:spPr>
              <a:xfrm>
                <a:off x="2101935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82B55">
                  <a:alpha val="100000"/>
                </a:srgbClr>
              </a:solidFill>
              <a:ln w="5420" cap="flat">
                <a:solidFill>
                  <a:srgbClr val="382B5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10" name="ph2710"/>
              <p:cNvSpPr/>
              <p:nvPr/>
            </p:nvSpPr>
            <p:spPr>
              <a:xfrm>
                <a:off x="2177009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2F5A">
                  <a:alpha val="100000"/>
                </a:srgbClr>
              </a:solidFill>
              <a:ln w="5420" cap="flat">
                <a:solidFill>
                  <a:srgbClr val="392F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11" name="ph2711"/>
              <p:cNvSpPr/>
              <p:nvPr/>
            </p:nvSpPr>
            <p:spPr>
              <a:xfrm>
                <a:off x="2186394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2E5A">
                  <a:alpha val="100000"/>
                </a:srgbClr>
              </a:solidFill>
              <a:ln w="5420" cap="flat">
                <a:solidFill>
                  <a:srgbClr val="392E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12" name="ph2712"/>
              <p:cNvSpPr/>
              <p:nvPr/>
            </p:nvSpPr>
            <p:spPr>
              <a:xfrm>
                <a:off x="2195778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2E5A">
                  <a:alpha val="100000"/>
                </a:srgbClr>
              </a:solidFill>
              <a:ln w="5420" cap="flat">
                <a:solidFill>
                  <a:srgbClr val="392E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13" name="ph2713"/>
              <p:cNvSpPr/>
              <p:nvPr/>
            </p:nvSpPr>
            <p:spPr>
              <a:xfrm>
                <a:off x="2214547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2E59">
                  <a:alpha val="100000"/>
                </a:srgbClr>
              </a:solidFill>
              <a:ln w="5420" cap="flat">
                <a:solidFill>
                  <a:srgbClr val="392E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14" name="ph2714"/>
              <p:cNvSpPr/>
              <p:nvPr/>
            </p:nvSpPr>
            <p:spPr>
              <a:xfrm>
                <a:off x="2223931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2D58">
                  <a:alpha val="100000"/>
                </a:srgbClr>
              </a:solidFill>
              <a:ln w="5420" cap="flat">
                <a:solidFill>
                  <a:srgbClr val="392D5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15" name="ph2715"/>
              <p:cNvSpPr/>
              <p:nvPr/>
            </p:nvSpPr>
            <p:spPr>
              <a:xfrm>
                <a:off x="2233315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2D58">
                  <a:alpha val="100000"/>
                </a:srgbClr>
              </a:solidFill>
              <a:ln w="5420" cap="flat">
                <a:solidFill>
                  <a:srgbClr val="392D5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16" name="ph2716"/>
              <p:cNvSpPr/>
              <p:nvPr/>
            </p:nvSpPr>
            <p:spPr>
              <a:xfrm>
                <a:off x="2242699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2D58">
                  <a:alpha val="100000"/>
                </a:srgbClr>
              </a:solidFill>
              <a:ln w="5420" cap="flat">
                <a:solidFill>
                  <a:srgbClr val="392D5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17" name="ph2717"/>
              <p:cNvSpPr/>
              <p:nvPr/>
            </p:nvSpPr>
            <p:spPr>
              <a:xfrm>
                <a:off x="2252084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2E5A">
                  <a:alpha val="100000"/>
                </a:srgbClr>
              </a:solidFill>
              <a:ln w="5420" cap="flat">
                <a:solidFill>
                  <a:srgbClr val="392E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18" name="ph2718"/>
              <p:cNvSpPr/>
              <p:nvPr/>
            </p:nvSpPr>
            <p:spPr>
              <a:xfrm>
                <a:off x="2261468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315D">
                  <a:alpha val="100000"/>
                </a:srgbClr>
              </a:solidFill>
              <a:ln w="5420" cap="flat">
                <a:solidFill>
                  <a:srgbClr val="39315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19" name="ph2719"/>
              <p:cNvSpPr/>
              <p:nvPr/>
            </p:nvSpPr>
            <p:spPr>
              <a:xfrm>
                <a:off x="2270852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3563">
                  <a:alpha val="100000"/>
                </a:srgbClr>
              </a:solidFill>
              <a:ln w="5420" cap="flat">
                <a:solidFill>
                  <a:srgbClr val="3A356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20" name="ph2720"/>
              <p:cNvSpPr/>
              <p:nvPr/>
            </p:nvSpPr>
            <p:spPr>
              <a:xfrm>
                <a:off x="2571149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21" name="ph2721"/>
              <p:cNvSpPr/>
              <p:nvPr/>
            </p:nvSpPr>
            <p:spPr>
              <a:xfrm>
                <a:off x="2580533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22" name="ph2722"/>
              <p:cNvSpPr/>
              <p:nvPr/>
            </p:nvSpPr>
            <p:spPr>
              <a:xfrm>
                <a:off x="2589917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23" name="ph2723"/>
              <p:cNvSpPr/>
              <p:nvPr/>
            </p:nvSpPr>
            <p:spPr>
              <a:xfrm>
                <a:off x="2599302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24" name="ph2724"/>
              <p:cNvSpPr/>
              <p:nvPr/>
            </p:nvSpPr>
            <p:spPr>
              <a:xfrm>
                <a:off x="2608686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25" name="ph2725"/>
              <p:cNvSpPr/>
              <p:nvPr/>
            </p:nvSpPr>
            <p:spPr>
              <a:xfrm>
                <a:off x="2618070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26" name="ph2726"/>
              <p:cNvSpPr/>
              <p:nvPr/>
            </p:nvSpPr>
            <p:spPr>
              <a:xfrm>
                <a:off x="2627454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27" name="ph2727"/>
              <p:cNvSpPr/>
              <p:nvPr/>
            </p:nvSpPr>
            <p:spPr>
              <a:xfrm>
                <a:off x="2636839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28" name="ph2728"/>
              <p:cNvSpPr/>
              <p:nvPr/>
            </p:nvSpPr>
            <p:spPr>
              <a:xfrm>
                <a:off x="2646223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29" name="ph2729"/>
              <p:cNvSpPr/>
              <p:nvPr/>
            </p:nvSpPr>
            <p:spPr>
              <a:xfrm>
                <a:off x="2655607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30" name="ph2730"/>
              <p:cNvSpPr/>
              <p:nvPr/>
            </p:nvSpPr>
            <p:spPr>
              <a:xfrm>
                <a:off x="2664992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31" name="ph2731"/>
              <p:cNvSpPr/>
              <p:nvPr/>
            </p:nvSpPr>
            <p:spPr>
              <a:xfrm>
                <a:off x="2674376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32" name="ph2732"/>
              <p:cNvSpPr/>
              <p:nvPr/>
            </p:nvSpPr>
            <p:spPr>
              <a:xfrm>
                <a:off x="2683760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33" name="ph2733"/>
              <p:cNvSpPr/>
              <p:nvPr/>
            </p:nvSpPr>
            <p:spPr>
              <a:xfrm>
                <a:off x="2693144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34" name="ph2734"/>
              <p:cNvSpPr/>
              <p:nvPr/>
            </p:nvSpPr>
            <p:spPr>
              <a:xfrm>
                <a:off x="2721297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35" name="ph2735"/>
              <p:cNvSpPr/>
              <p:nvPr/>
            </p:nvSpPr>
            <p:spPr>
              <a:xfrm>
                <a:off x="2730681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36" name="ph2736"/>
              <p:cNvSpPr/>
              <p:nvPr/>
            </p:nvSpPr>
            <p:spPr>
              <a:xfrm>
                <a:off x="2740066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693A8">
                  <a:alpha val="100000"/>
                </a:srgbClr>
              </a:solidFill>
              <a:ln w="5420" cap="flat">
                <a:solidFill>
                  <a:srgbClr val="36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37" name="ph2737"/>
              <p:cNvSpPr/>
              <p:nvPr/>
            </p:nvSpPr>
            <p:spPr>
              <a:xfrm>
                <a:off x="2749450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38" name="ph2738"/>
              <p:cNvSpPr/>
              <p:nvPr/>
            </p:nvSpPr>
            <p:spPr>
              <a:xfrm>
                <a:off x="2758834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39" name="ph2739"/>
              <p:cNvSpPr/>
              <p:nvPr/>
            </p:nvSpPr>
            <p:spPr>
              <a:xfrm>
                <a:off x="2768219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40" name="ph2740"/>
              <p:cNvSpPr/>
              <p:nvPr/>
            </p:nvSpPr>
            <p:spPr>
              <a:xfrm>
                <a:off x="2777603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41" name="ph2741"/>
              <p:cNvSpPr/>
              <p:nvPr/>
            </p:nvSpPr>
            <p:spPr>
              <a:xfrm>
                <a:off x="2927751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42" name="ph2742"/>
              <p:cNvSpPr/>
              <p:nvPr/>
            </p:nvSpPr>
            <p:spPr>
              <a:xfrm>
                <a:off x="2937135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43" name="ph2743"/>
              <p:cNvSpPr/>
              <p:nvPr/>
            </p:nvSpPr>
            <p:spPr>
              <a:xfrm>
                <a:off x="2946520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44" name="ph2744"/>
              <p:cNvSpPr/>
              <p:nvPr/>
            </p:nvSpPr>
            <p:spPr>
              <a:xfrm>
                <a:off x="2955904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45" name="ph2745"/>
              <p:cNvSpPr/>
              <p:nvPr/>
            </p:nvSpPr>
            <p:spPr>
              <a:xfrm>
                <a:off x="2965288" y="2428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46" name="ph2746"/>
              <p:cNvSpPr/>
              <p:nvPr/>
            </p:nvSpPr>
            <p:spPr>
              <a:xfrm>
                <a:off x="1754717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5895">
                  <a:alpha val="100000"/>
                </a:srgbClr>
              </a:solidFill>
              <a:ln w="5420" cap="flat">
                <a:solidFill>
                  <a:srgbClr val="3A589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47" name="ph2747"/>
              <p:cNvSpPr/>
              <p:nvPr/>
            </p:nvSpPr>
            <p:spPr>
              <a:xfrm>
                <a:off x="1764101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5894">
                  <a:alpha val="100000"/>
                </a:srgbClr>
              </a:solidFill>
              <a:ln w="5420" cap="flat">
                <a:solidFill>
                  <a:srgbClr val="3A589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48" name="ph2748"/>
              <p:cNvSpPr/>
              <p:nvPr/>
            </p:nvSpPr>
            <p:spPr>
              <a:xfrm>
                <a:off x="1773486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5793">
                  <a:alpha val="100000"/>
                </a:srgbClr>
              </a:solidFill>
              <a:ln w="5420" cap="flat">
                <a:solidFill>
                  <a:srgbClr val="3A579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49" name="ph2749"/>
              <p:cNvSpPr/>
              <p:nvPr/>
            </p:nvSpPr>
            <p:spPr>
              <a:xfrm>
                <a:off x="1782870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5693">
                  <a:alpha val="100000"/>
                </a:srgbClr>
              </a:solidFill>
              <a:ln w="5420" cap="flat">
                <a:solidFill>
                  <a:srgbClr val="3A569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50" name="ph2750"/>
              <p:cNvSpPr/>
              <p:nvPr/>
            </p:nvSpPr>
            <p:spPr>
              <a:xfrm>
                <a:off x="1792254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5692">
                  <a:alpha val="100000"/>
                </a:srgbClr>
              </a:solidFill>
              <a:ln w="5420" cap="flat">
                <a:solidFill>
                  <a:srgbClr val="3A569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51" name="ph2751"/>
              <p:cNvSpPr/>
              <p:nvPr/>
            </p:nvSpPr>
            <p:spPr>
              <a:xfrm>
                <a:off x="1801639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5591">
                  <a:alpha val="100000"/>
                </a:srgbClr>
              </a:solidFill>
              <a:ln w="5420" cap="flat">
                <a:solidFill>
                  <a:srgbClr val="3B559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52" name="ph2752"/>
              <p:cNvSpPr/>
              <p:nvPr/>
            </p:nvSpPr>
            <p:spPr>
              <a:xfrm>
                <a:off x="1811023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5591">
                  <a:alpha val="100000"/>
                </a:srgbClr>
              </a:solidFill>
              <a:ln w="5420" cap="flat">
                <a:solidFill>
                  <a:srgbClr val="3B559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53" name="ph2753"/>
              <p:cNvSpPr/>
              <p:nvPr/>
            </p:nvSpPr>
            <p:spPr>
              <a:xfrm>
                <a:off x="1820407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5590">
                  <a:alpha val="100000"/>
                </a:srgbClr>
              </a:solidFill>
              <a:ln w="5420" cap="flat">
                <a:solidFill>
                  <a:srgbClr val="3B559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54" name="ph2754"/>
              <p:cNvSpPr/>
              <p:nvPr/>
            </p:nvSpPr>
            <p:spPr>
              <a:xfrm>
                <a:off x="1829791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548F">
                  <a:alpha val="100000"/>
                </a:srgbClr>
              </a:solidFill>
              <a:ln w="5420" cap="flat">
                <a:solidFill>
                  <a:srgbClr val="3B548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55" name="ph2755"/>
              <p:cNvSpPr/>
              <p:nvPr/>
            </p:nvSpPr>
            <p:spPr>
              <a:xfrm>
                <a:off x="1839176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548F">
                  <a:alpha val="100000"/>
                </a:srgbClr>
              </a:solidFill>
              <a:ln w="5420" cap="flat">
                <a:solidFill>
                  <a:srgbClr val="3B548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56" name="ph2756"/>
              <p:cNvSpPr/>
              <p:nvPr/>
            </p:nvSpPr>
            <p:spPr>
              <a:xfrm>
                <a:off x="1848560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538E">
                  <a:alpha val="100000"/>
                </a:srgbClr>
              </a:solidFill>
              <a:ln w="5420" cap="flat">
                <a:solidFill>
                  <a:srgbClr val="3B538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57" name="ph2757"/>
              <p:cNvSpPr/>
              <p:nvPr/>
            </p:nvSpPr>
            <p:spPr>
              <a:xfrm>
                <a:off x="1857944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538E">
                  <a:alpha val="100000"/>
                </a:srgbClr>
              </a:solidFill>
              <a:ln w="5420" cap="flat">
                <a:solidFill>
                  <a:srgbClr val="3B538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58" name="ph2758"/>
              <p:cNvSpPr/>
              <p:nvPr/>
            </p:nvSpPr>
            <p:spPr>
              <a:xfrm>
                <a:off x="1867328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538E">
                  <a:alpha val="100000"/>
                </a:srgbClr>
              </a:solidFill>
              <a:ln w="5420" cap="flat">
                <a:solidFill>
                  <a:srgbClr val="3B538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59" name="ph2759"/>
              <p:cNvSpPr/>
              <p:nvPr/>
            </p:nvSpPr>
            <p:spPr>
              <a:xfrm>
                <a:off x="1876713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548F">
                  <a:alpha val="100000"/>
                </a:srgbClr>
              </a:solidFill>
              <a:ln w="5420" cap="flat">
                <a:solidFill>
                  <a:srgbClr val="3B548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60" name="ph2760"/>
              <p:cNvSpPr/>
              <p:nvPr/>
            </p:nvSpPr>
            <p:spPr>
              <a:xfrm>
                <a:off x="1886097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5692">
                  <a:alpha val="100000"/>
                </a:srgbClr>
              </a:solidFill>
              <a:ln w="5420" cap="flat">
                <a:solidFill>
                  <a:srgbClr val="3A569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61" name="ph2761"/>
              <p:cNvSpPr/>
              <p:nvPr/>
            </p:nvSpPr>
            <p:spPr>
              <a:xfrm>
                <a:off x="1895481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5A97">
                  <a:alpha val="100000"/>
                </a:srgbClr>
              </a:solidFill>
              <a:ln w="5420" cap="flat">
                <a:solidFill>
                  <a:srgbClr val="3A5A9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62" name="ph2762"/>
              <p:cNvSpPr/>
              <p:nvPr/>
            </p:nvSpPr>
            <p:spPr>
              <a:xfrm>
                <a:off x="1904866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5D9B">
                  <a:alpha val="100000"/>
                </a:srgbClr>
              </a:solidFill>
              <a:ln w="5420" cap="flat">
                <a:solidFill>
                  <a:srgbClr val="395D9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63" name="ph2763"/>
              <p:cNvSpPr/>
              <p:nvPr/>
            </p:nvSpPr>
            <p:spPr>
              <a:xfrm>
                <a:off x="1914250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64" name="ph2764"/>
              <p:cNvSpPr/>
              <p:nvPr/>
            </p:nvSpPr>
            <p:spPr>
              <a:xfrm>
                <a:off x="1923634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65" name="ph2765"/>
              <p:cNvSpPr/>
              <p:nvPr/>
            </p:nvSpPr>
            <p:spPr>
              <a:xfrm>
                <a:off x="1933018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5D9C">
                  <a:alpha val="100000"/>
                </a:srgbClr>
              </a:solidFill>
              <a:ln w="5420" cap="flat">
                <a:solidFill>
                  <a:srgbClr val="395D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66" name="ph2766"/>
              <p:cNvSpPr/>
              <p:nvPr/>
            </p:nvSpPr>
            <p:spPr>
              <a:xfrm>
                <a:off x="1942403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5895">
                  <a:alpha val="100000"/>
                </a:srgbClr>
              </a:solidFill>
              <a:ln w="5420" cap="flat">
                <a:solidFill>
                  <a:srgbClr val="3A589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67" name="ph2767"/>
              <p:cNvSpPr/>
              <p:nvPr/>
            </p:nvSpPr>
            <p:spPr>
              <a:xfrm>
                <a:off x="1951787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5490">
                  <a:alpha val="100000"/>
                </a:srgbClr>
              </a:solidFill>
              <a:ln w="5420" cap="flat">
                <a:solidFill>
                  <a:srgbClr val="3B549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68" name="ph2768"/>
              <p:cNvSpPr/>
              <p:nvPr/>
            </p:nvSpPr>
            <p:spPr>
              <a:xfrm>
                <a:off x="1961171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5089">
                  <a:alpha val="100000"/>
                </a:srgbClr>
              </a:solidFill>
              <a:ln w="5420" cap="flat">
                <a:solidFill>
                  <a:srgbClr val="3B508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69" name="ph2769"/>
              <p:cNvSpPr/>
              <p:nvPr/>
            </p:nvSpPr>
            <p:spPr>
              <a:xfrm>
                <a:off x="1970555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C4A81">
                  <a:alpha val="100000"/>
                </a:srgbClr>
              </a:solidFill>
              <a:ln w="5420" cap="flat">
                <a:solidFill>
                  <a:srgbClr val="3C4A8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70" name="ph2770"/>
              <p:cNvSpPr/>
              <p:nvPr/>
            </p:nvSpPr>
            <p:spPr>
              <a:xfrm>
                <a:off x="1979940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C4579">
                  <a:alpha val="100000"/>
                </a:srgbClr>
              </a:solidFill>
              <a:ln w="5420" cap="flat">
                <a:solidFill>
                  <a:srgbClr val="3C457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71" name="ph2771"/>
              <p:cNvSpPr/>
              <p:nvPr/>
            </p:nvSpPr>
            <p:spPr>
              <a:xfrm>
                <a:off x="1989324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3E71">
                  <a:alpha val="100000"/>
                </a:srgbClr>
              </a:solidFill>
              <a:ln w="5420" cap="flat">
                <a:solidFill>
                  <a:srgbClr val="3B3E7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72" name="ph2772"/>
              <p:cNvSpPr/>
              <p:nvPr/>
            </p:nvSpPr>
            <p:spPr>
              <a:xfrm>
                <a:off x="1998708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3868">
                  <a:alpha val="100000"/>
                </a:srgbClr>
              </a:solidFill>
              <a:ln w="5420" cap="flat">
                <a:solidFill>
                  <a:srgbClr val="3B386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73" name="ph2773"/>
              <p:cNvSpPr/>
              <p:nvPr/>
            </p:nvSpPr>
            <p:spPr>
              <a:xfrm>
                <a:off x="2008093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325F">
                  <a:alpha val="100000"/>
                </a:srgbClr>
              </a:solidFill>
              <a:ln w="5420" cap="flat">
                <a:solidFill>
                  <a:srgbClr val="3A325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74" name="ph2774"/>
              <p:cNvSpPr/>
              <p:nvPr/>
            </p:nvSpPr>
            <p:spPr>
              <a:xfrm>
                <a:off x="2017477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2D58">
                  <a:alpha val="100000"/>
                </a:srgbClr>
              </a:solidFill>
              <a:ln w="5420" cap="flat">
                <a:solidFill>
                  <a:srgbClr val="392D5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75" name="ph2775"/>
              <p:cNvSpPr/>
              <p:nvPr/>
            </p:nvSpPr>
            <p:spPr>
              <a:xfrm>
                <a:off x="2026861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62850">
                  <a:alpha val="100000"/>
                </a:srgbClr>
              </a:solidFill>
              <a:ln w="5420" cap="flat">
                <a:solidFill>
                  <a:srgbClr val="36285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76" name="ph2776"/>
              <p:cNvSpPr/>
              <p:nvPr/>
            </p:nvSpPr>
            <p:spPr>
              <a:xfrm>
                <a:off x="2036245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02445">
                  <a:alpha val="100000"/>
                </a:srgbClr>
              </a:solidFill>
              <a:ln w="5420" cap="flat">
                <a:solidFill>
                  <a:srgbClr val="30244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77" name="ph2777"/>
              <p:cNvSpPr/>
              <p:nvPr/>
            </p:nvSpPr>
            <p:spPr>
              <a:xfrm>
                <a:off x="2045630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2E2342">
                  <a:alpha val="100000"/>
                </a:srgbClr>
              </a:solidFill>
              <a:ln w="5420" cap="flat">
                <a:solidFill>
                  <a:srgbClr val="2E234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78" name="ph2778"/>
              <p:cNvSpPr/>
              <p:nvPr/>
            </p:nvSpPr>
            <p:spPr>
              <a:xfrm>
                <a:off x="2055014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2E2242">
                  <a:alpha val="100000"/>
                </a:srgbClr>
              </a:solidFill>
              <a:ln w="5420" cap="flat">
                <a:solidFill>
                  <a:srgbClr val="2E224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79" name="ph2779"/>
              <p:cNvSpPr/>
              <p:nvPr/>
            </p:nvSpPr>
            <p:spPr>
              <a:xfrm>
                <a:off x="2064398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2F2344">
                  <a:alpha val="100000"/>
                </a:srgbClr>
              </a:solidFill>
              <a:ln w="5420" cap="flat">
                <a:solidFill>
                  <a:srgbClr val="2F234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80" name="ph2780"/>
              <p:cNvSpPr/>
              <p:nvPr/>
            </p:nvSpPr>
            <p:spPr>
              <a:xfrm>
                <a:off x="2073782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12547">
                  <a:alpha val="100000"/>
                </a:srgbClr>
              </a:solidFill>
              <a:ln w="5420" cap="flat">
                <a:solidFill>
                  <a:srgbClr val="31254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81" name="ph2781"/>
              <p:cNvSpPr/>
              <p:nvPr/>
            </p:nvSpPr>
            <p:spPr>
              <a:xfrm>
                <a:off x="2083167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3264C">
                  <a:alpha val="100000"/>
                </a:srgbClr>
              </a:solidFill>
              <a:ln w="5420" cap="flat">
                <a:solidFill>
                  <a:srgbClr val="33264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82" name="ph2782"/>
              <p:cNvSpPr/>
              <p:nvPr/>
            </p:nvSpPr>
            <p:spPr>
              <a:xfrm>
                <a:off x="2092551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62850">
                  <a:alpha val="100000"/>
                </a:srgbClr>
              </a:solidFill>
              <a:ln w="5420" cap="flat">
                <a:solidFill>
                  <a:srgbClr val="36285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83" name="ph2783"/>
              <p:cNvSpPr/>
              <p:nvPr/>
            </p:nvSpPr>
            <p:spPr>
              <a:xfrm>
                <a:off x="2101935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82A53">
                  <a:alpha val="100000"/>
                </a:srgbClr>
              </a:solidFill>
              <a:ln w="5420" cap="flat">
                <a:solidFill>
                  <a:srgbClr val="382A5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84" name="ph2784"/>
              <p:cNvSpPr/>
              <p:nvPr/>
            </p:nvSpPr>
            <p:spPr>
              <a:xfrm>
                <a:off x="2111320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82B55">
                  <a:alpha val="100000"/>
                </a:srgbClr>
              </a:solidFill>
              <a:ln w="5420" cap="flat">
                <a:solidFill>
                  <a:srgbClr val="382B5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85" name="ph2785"/>
              <p:cNvSpPr/>
              <p:nvPr/>
            </p:nvSpPr>
            <p:spPr>
              <a:xfrm>
                <a:off x="2167625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2D58">
                  <a:alpha val="100000"/>
                </a:srgbClr>
              </a:solidFill>
              <a:ln w="5420" cap="flat">
                <a:solidFill>
                  <a:srgbClr val="392D5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86" name="ph2786"/>
              <p:cNvSpPr/>
              <p:nvPr/>
            </p:nvSpPr>
            <p:spPr>
              <a:xfrm>
                <a:off x="2177009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2D58">
                  <a:alpha val="100000"/>
                </a:srgbClr>
              </a:solidFill>
              <a:ln w="5420" cap="flat">
                <a:solidFill>
                  <a:srgbClr val="392D5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87" name="ph2787"/>
              <p:cNvSpPr/>
              <p:nvPr/>
            </p:nvSpPr>
            <p:spPr>
              <a:xfrm>
                <a:off x="2186394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2C57">
                  <a:alpha val="100000"/>
                </a:srgbClr>
              </a:solidFill>
              <a:ln w="5420" cap="flat">
                <a:solidFill>
                  <a:srgbClr val="392C5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88" name="ph2788"/>
              <p:cNvSpPr/>
              <p:nvPr/>
            </p:nvSpPr>
            <p:spPr>
              <a:xfrm>
                <a:off x="2195778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82C57">
                  <a:alpha val="100000"/>
                </a:srgbClr>
              </a:solidFill>
              <a:ln w="5420" cap="flat">
                <a:solidFill>
                  <a:srgbClr val="382C5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89" name="ph2789"/>
              <p:cNvSpPr/>
              <p:nvPr/>
            </p:nvSpPr>
            <p:spPr>
              <a:xfrm>
                <a:off x="2205162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82C57">
                  <a:alpha val="100000"/>
                </a:srgbClr>
              </a:solidFill>
              <a:ln w="5420" cap="flat">
                <a:solidFill>
                  <a:srgbClr val="382C5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90" name="ph2790"/>
              <p:cNvSpPr/>
              <p:nvPr/>
            </p:nvSpPr>
            <p:spPr>
              <a:xfrm>
                <a:off x="2214547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2C57">
                  <a:alpha val="100000"/>
                </a:srgbClr>
              </a:solidFill>
              <a:ln w="5420" cap="flat">
                <a:solidFill>
                  <a:srgbClr val="392C5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91" name="ph2791"/>
              <p:cNvSpPr/>
              <p:nvPr/>
            </p:nvSpPr>
            <p:spPr>
              <a:xfrm>
                <a:off x="2223931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82C57">
                  <a:alpha val="100000"/>
                </a:srgbClr>
              </a:solidFill>
              <a:ln w="5420" cap="flat">
                <a:solidFill>
                  <a:srgbClr val="382C5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92" name="ph2792"/>
              <p:cNvSpPr/>
              <p:nvPr/>
            </p:nvSpPr>
            <p:spPr>
              <a:xfrm>
                <a:off x="2233315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82B56">
                  <a:alpha val="100000"/>
                </a:srgbClr>
              </a:solidFill>
              <a:ln w="5420" cap="flat">
                <a:solidFill>
                  <a:srgbClr val="382B5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93" name="ph2793"/>
              <p:cNvSpPr/>
              <p:nvPr/>
            </p:nvSpPr>
            <p:spPr>
              <a:xfrm>
                <a:off x="2242699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82B55">
                  <a:alpha val="100000"/>
                </a:srgbClr>
              </a:solidFill>
              <a:ln w="5420" cap="flat">
                <a:solidFill>
                  <a:srgbClr val="382B5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94" name="ph2794"/>
              <p:cNvSpPr/>
              <p:nvPr/>
            </p:nvSpPr>
            <p:spPr>
              <a:xfrm>
                <a:off x="2252084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2C57">
                  <a:alpha val="100000"/>
                </a:srgbClr>
              </a:solidFill>
              <a:ln w="5420" cap="flat">
                <a:solidFill>
                  <a:srgbClr val="392C5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95" name="ph2795"/>
              <p:cNvSpPr/>
              <p:nvPr/>
            </p:nvSpPr>
            <p:spPr>
              <a:xfrm>
                <a:off x="2261468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2F5A">
                  <a:alpha val="100000"/>
                </a:srgbClr>
              </a:solidFill>
              <a:ln w="5420" cap="flat">
                <a:solidFill>
                  <a:srgbClr val="392F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96" name="ph2796"/>
              <p:cNvSpPr/>
              <p:nvPr/>
            </p:nvSpPr>
            <p:spPr>
              <a:xfrm>
                <a:off x="2580533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97" name="ph2797"/>
              <p:cNvSpPr/>
              <p:nvPr/>
            </p:nvSpPr>
            <p:spPr>
              <a:xfrm>
                <a:off x="2589917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98" name="ph2798"/>
              <p:cNvSpPr/>
              <p:nvPr/>
            </p:nvSpPr>
            <p:spPr>
              <a:xfrm>
                <a:off x="2599302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99" name="ph2799"/>
              <p:cNvSpPr/>
              <p:nvPr/>
            </p:nvSpPr>
            <p:spPr>
              <a:xfrm>
                <a:off x="2608686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00" name="ph2800"/>
              <p:cNvSpPr/>
              <p:nvPr/>
            </p:nvSpPr>
            <p:spPr>
              <a:xfrm>
                <a:off x="2618070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01" name="ph2801"/>
              <p:cNvSpPr/>
              <p:nvPr/>
            </p:nvSpPr>
            <p:spPr>
              <a:xfrm>
                <a:off x="2627454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02" name="ph2802"/>
              <p:cNvSpPr/>
              <p:nvPr/>
            </p:nvSpPr>
            <p:spPr>
              <a:xfrm>
                <a:off x="2636839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03" name="ph2803"/>
              <p:cNvSpPr/>
              <p:nvPr/>
            </p:nvSpPr>
            <p:spPr>
              <a:xfrm>
                <a:off x="2646223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9A2">
                  <a:alpha val="100000"/>
                </a:srgbClr>
              </a:solidFill>
              <a:ln w="5420" cap="flat">
                <a:solidFill>
                  <a:srgbClr val="3A79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04" name="ph2804"/>
              <p:cNvSpPr/>
              <p:nvPr/>
            </p:nvSpPr>
            <p:spPr>
              <a:xfrm>
                <a:off x="2655607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05" name="ph2805"/>
              <p:cNvSpPr/>
              <p:nvPr/>
            </p:nvSpPr>
            <p:spPr>
              <a:xfrm>
                <a:off x="2664992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06" name="ph2806"/>
              <p:cNvSpPr/>
              <p:nvPr/>
            </p:nvSpPr>
            <p:spPr>
              <a:xfrm>
                <a:off x="2730681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07" name="ph2807"/>
              <p:cNvSpPr/>
              <p:nvPr/>
            </p:nvSpPr>
            <p:spPr>
              <a:xfrm>
                <a:off x="2740066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08" name="ph2808"/>
              <p:cNvSpPr/>
              <p:nvPr/>
            </p:nvSpPr>
            <p:spPr>
              <a:xfrm>
                <a:off x="2749450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09" name="ph2809"/>
              <p:cNvSpPr/>
              <p:nvPr/>
            </p:nvSpPr>
            <p:spPr>
              <a:xfrm>
                <a:off x="2758834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10" name="ph2810"/>
              <p:cNvSpPr/>
              <p:nvPr/>
            </p:nvSpPr>
            <p:spPr>
              <a:xfrm>
                <a:off x="2768219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11" name="ph2811"/>
              <p:cNvSpPr/>
              <p:nvPr/>
            </p:nvSpPr>
            <p:spPr>
              <a:xfrm>
                <a:off x="2777603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12" name="ph2812"/>
              <p:cNvSpPr/>
              <p:nvPr/>
            </p:nvSpPr>
            <p:spPr>
              <a:xfrm>
                <a:off x="2937135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13" name="ph2813"/>
              <p:cNvSpPr/>
              <p:nvPr/>
            </p:nvSpPr>
            <p:spPr>
              <a:xfrm>
                <a:off x="2946520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14" name="ph2814"/>
              <p:cNvSpPr/>
              <p:nvPr/>
            </p:nvSpPr>
            <p:spPr>
              <a:xfrm>
                <a:off x="2955904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15" name="ph2815"/>
              <p:cNvSpPr/>
              <p:nvPr/>
            </p:nvSpPr>
            <p:spPr>
              <a:xfrm>
                <a:off x="2965288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16" name="ph2816"/>
              <p:cNvSpPr/>
              <p:nvPr/>
            </p:nvSpPr>
            <p:spPr>
              <a:xfrm>
                <a:off x="2974673" y="2440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17" name="ph2817"/>
              <p:cNvSpPr/>
              <p:nvPr/>
            </p:nvSpPr>
            <p:spPr>
              <a:xfrm>
                <a:off x="1754717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5996">
                  <a:alpha val="100000"/>
                </a:srgbClr>
              </a:solidFill>
              <a:ln w="5420" cap="flat">
                <a:solidFill>
                  <a:srgbClr val="3A599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18" name="ph2818"/>
              <p:cNvSpPr/>
              <p:nvPr/>
            </p:nvSpPr>
            <p:spPr>
              <a:xfrm>
                <a:off x="1764101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5895">
                  <a:alpha val="100000"/>
                </a:srgbClr>
              </a:solidFill>
              <a:ln w="5420" cap="flat">
                <a:solidFill>
                  <a:srgbClr val="3A589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19" name="ph2819"/>
              <p:cNvSpPr/>
              <p:nvPr/>
            </p:nvSpPr>
            <p:spPr>
              <a:xfrm>
                <a:off x="1773486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5794">
                  <a:alpha val="100000"/>
                </a:srgbClr>
              </a:solidFill>
              <a:ln w="5420" cap="flat">
                <a:solidFill>
                  <a:srgbClr val="3A579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20" name="ph2820"/>
              <p:cNvSpPr/>
              <p:nvPr/>
            </p:nvSpPr>
            <p:spPr>
              <a:xfrm>
                <a:off x="1782870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5793">
                  <a:alpha val="100000"/>
                </a:srgbClr>
              </a:solidFill>
              <a:ln w="5420" cap="flat">
                <a:solidFill>
                  <a:srgbClr val="3A579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21" name="ph2821"/>
              <p:cNvSpPr/>
              <p:nvPr/>
            </p:nvSpPr>
            <p:spPr>
              <a:xfrm>
                <a:off x="1792254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5692">
                  <a:alpha val="100000"/>
                </a:srgbClr>
              </a:solidFill>
              <a:ln w="5420" cap="flat">
                <a:solidFill>
                  <a:srgbClr val="3A569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22" name="ph2822"/>
              <p:cNvSpPr/>
              <p:nvPr/>
            </p:nvSpPr>
            <p:spPr>
              <a:xfrm>
                <a:off x="1801639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5692">
                  <a:alpha val="100000"/>
                </a:srgbClr>
              </a:solidFill>
              <a:ln w="5420" cap="flat">
                <a:solidFill>
                  <a:srgbClr val="3B569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23" name="ph2823"/>
              <p:cNvSpPr/>
              <p:nvPr/>
            </p:nvSpPr>
            <p:spPr>
              <a:xfrm>
                <a:off x="1811023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5591">
                  <a:alpha val="100000"/>
                </a:srgbClr>
              </a:solidFill>
              <a:ln w="5420" cap="flat">
                <a:solidFill>
                  <a:srgbClr val="3B559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24" name="ph2824"/>
              <p:cNvSpPr/>
              <p:nvPr/>
            </p:nvSpPr>
            <p:spPr>
              <a:xfrm>
                <a:off x="1820407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5590">
                  <a:alpha val="100000"/>
                </a:srgbClr>
              </a:solidFill>
              <a:ln w="5420" cap="flat">
                <a:solidFill>
                  <a:srgbClr val="3B559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25" name="ph2825"/>
              <p:cNvSpPr/>
              <p:nvPr/>
            </p:nvSpPr>
            <p:spPr>
              <a:xfrm>
                <a:off x="1829791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5590">
                  <a:alpha val="100000"/>
                </a:srgbClr>
              </a:solidFill>
              <a:ln w="5420" cap="flat">
                <a:solidFill>
                  <a:srgbClr val="3B559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26" name="ph2826"/>
              <p:cNvSpPr/>
              <p:nvPr/>
            </p:nvSpPr>
            <p:spPr>
              <a:xfrm>
                <a:off x="1839176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548F">
                  <a:alpha val="100000"/>
                </a:srgbClr>
              </a:solidFill>
              <a:ln w="5420" cap="flat">
                <a:solidFill>
                  <a:srgbClr val="3B548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27" name="ph2827"/>
              <p:cNvSpPr/>
              <p:nvPr/>
            </p:nvSpPr>
            <p:spPr>
              <a:xfrm>
                <a:off x="1848560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548F">
                  <a:alpha val="100000"/>
                </a:srgbClr>
              </a:solidFill>
              <a:ln w="5420" cap="flat">
                <a:solidFill>
                  <a:srgbClr val="3B548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28" name="ph2828"/>
              <p:cNvSpPr/>
              <p:nvPr/>
            </p:nvSpPr>
            <p:spPr>
              <a:xfrm>
                <a:off x="1857944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548F">
                  <a:alpha val="100000"/>
                </a:srgbClr>
              </a:solidFill>
              <a:ln w="5420" cap="flat">
                <a:solidFill>
                  <a:srgbClr val="3B548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29" name="ph2829"/>
              <p:cNvSpPr/>
              <p:nvPr/>
            </p:nvSpPr>
            <p:spPr>
              <a:xfrm>
                <a:off x="1867328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5490">
                  <a:alpha val="100000"/>
                </a:srgbClr>
              </a:solidFill>
              <a:ln w="5420" cap="flat">
                <a:solidFill>
                  <a:srgbClr val="3B549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30" name="ph2830"/>
              <p:cNvSpPr/>
              <p:nvPr/>
            </p:nvSpPr>
            <p:spPr>
              <a:xfrm>
                <a:off x="1876713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5590">
                  <a:alpha val="100000"/>
                </a:srgbClr>
              </a:solidFill>
              <a:ln w="5420" cap="flat">
                <a:solidFill>
                  <a:srgbClr val="3B559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31" name="ph2831"/>
              <p:cNvSpPr/>
              <p:nvPr/>
            </p:nvSpPr>
            <p:spPr>
              <a:xfrm>
                <a:off x="1886097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5692">
                  <a:alpha val="100000"/>
                </a:srgbClr>
              </a:solidFill>
              <a:ln w="5420" cap="flat">
                <a:solidFill>
                  <a:srgbClr val="3A569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32" name="ph2832"/>
              <p:cNvSpPr/>
              <p:nvPr/>
            </p:nvSpPr>
            <p:spPr>
              <a:xfrm>
                <a:off x="1895481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5894">
                  <a:alpha val="100000"/>
                </a:srgbClr>
              </a:solidFill>
              <a:ln w="5420" cap="flat">
                <a:solidFill>
                  <a:srgbClr val="3A589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33" name="ph2833"/>
              <p:cNvSpPr/>
              <p:nvPr/>
            </p:nvSpPr>
            <p:spPr>
              <a:xfrm>
                <a:off x="1904866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5997">
                  <a:alpha val="100000"/>
                </a:srgbClr>
              </a:solidFill>
              <a:ln w="5420" cap="flat">
                <a:solidFill>
                  <a:srgbClr val="3A599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34" name="ph2834"/>
              <p:cNvSpPr/>
              <p:nvPr/>
            </p:nvSpPr>
            <p:spPr>
              <a:xfrm>
                <a:off x="1914250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5A98">
                  <a:alpha val="100000"/>
                </a:srgbClr>
              </a:solidFill>
              <a:ln w="5420" cap="flat">
                <a:solidFill>
                  <a:srgbClr val="3A5A9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35" name="ph2835"/>
              <p:cNvSpPr/>
              <p:nvPr/>
            </p:nvSpPr>
            <p:spPr>
              <a:xfrm>
                <a:off x="1923634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5A98">
                  <a:alpha val="100000"/>
                </a:srgbClr>
              </a:solidFill>
              <a:ln w="5420" cap="flat">
                <a:solidFill>
                  <a:srgbClr val="3A5A9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36" name="ph2836"/>
              <p:cNvSpPr/>
              <p:nvPr/>
            </p:nvSpPr>
            <p:spPr>
              <a:xfrm>
                <a:off x="1933018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5996">
                  <a:alpha val="100000"/>
                </a:srgbClr>
              </a:solidFill>
              <a:ln w="5420" cap="flat">
                <a:solidFill>
                  <a:srgbClr val="3A599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37" name="ph2837"/>
              <p:cNvSpPr/>
              <p:nvPr/>
            </p:nvSpPr>
            <p:spPr>
              <a:xfrm>
                <a:off x="1942403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548F">
                  <a:alpha val="100000"/>
                </a:srgbClr>
              </a:solidFill>
              <a:ln w="5420" cap="flat">
                <a:solidFill>
                  <a:srgbClr val="3B548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38" name="ph2838"/>
              <p:cNvSpPr/>
              <p:nvPr/>
            </p:nvSpPr>
            <p:spPr>
              <a:xfrm>
                <a:off x="1951787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5089">
                  <a:alpha val="100000"/>
                </a:srgbClr>
              </a:solidFill>
              <a:ln w="5420" cap="flat">
                <a:solidFill>
                  <a:srgbClr val="3B508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39" name="ph2839"/>
              <p:cNvSpPr/>
              <p:nvPr/>
            </p:nvSpPr>
            <p:spPr>
              <a:xfrm>
                <a:off x="1961171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C4C83">
                  <a:alpha val="100000"/>
                </a:srgbClr>
              </a:solidFill>
              <a:ln w="5420" cap="flat">
                <a:solidFill>
                  <a:srgbClr val="3C4C8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40" name="ph2840"/>
              <p:cNvSpPr/>
              <p:nvPr/>
            </p:nvSpPr>
            <p:spPr>
              <a:xfrm>
                <a:off x="1970555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C467C">
                  <a:alpha val="100000"/>
                </a:srgbClr>
              </a:solidFill>
              <a:ln w="5420" cap="flat">
                <a:solidFill>
                  <a:srgbClr val="3C467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41" name="ph2841"/>
              <p:cNvSpPr/>
              <p:nvPr/>
            </p:nvSpPr>
            <p:spPr>
              <a:xfrm>
                <a:off x="1979940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C4174">
                  <a:alpha val="100000"/>
                </a:srgbClr>
              </a:solidFill>
              <a:ln w="5420" cap="flat">
                <a:solidFill>
                  <a:srgbClr val="3C417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42" name="ph2842"/>
              <p:cNvSpPr/>
              <p:nvPr/>
            </p:nvSpPr>
            <p:spPr>
              <a:xfrm>
                <a:off x="1989324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3A6B">
                  <a:alpha val="100000"/>
                </a:srgbClr>
              </a:solidFill>
              <a:ln w="5420" cap="flat">
                <a:solidFill>
                  <a:srgbClr val="3B3A6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43" name="ph2843"/>
              <p:cNvSpPr/>
              <p:nvPr/>
            </p:nvSpPr>
            <p:spPr>
              <a:xfrm>
                <a:off x="1998708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44" name="ph2844"/>
              <p:cNvSpPr/>
              <p:nvPr/>
            </p:nvSpPr>
            <p:spPr>
              <a:xfrm>
                <a:off x="2008093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2E59">
                  <a:alpha val="100000"/>
                </a:srgbClr>
              </a:solidFill>
              <a:ln w="5420" cap="flat">
                <a:solidFill>
                  <a:srgbClr val="392E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45" name="ph2845"/>
              <p:cNvSpPr/>
              <p:nvPr/>
            </p:nvSpPr>
            <p:spPr>
              <a:xfrm>
                <a:off x="2017477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62850">
                  <a:alpha val="100000"/>
                </a:srgbClr>
              </a:solidFill>
              <a:ln w="5420" cap="flat">
                <a:solidFill>
                  <a:srgbClr val="36285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46" name="ph2846"/>
              <p:cNvSpPr/>
              <p:nvPr/>
            </p:nvSpPr>
            <p:spPr>
              <a:xfrm>
                <a:off x="2026861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12547">
                  <a:alpha val="100000"/>
                </a:srgbClr>
              </a:solidFill>
              <a:ln w="5420" cap="flat">
                <a:solidFill>
                  <a:srgbClr val="31254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47" name="ph2847"/>
              <p:cNvSpPr/>
              <p:nvPr/>
            </p:nvSpPr>
            <p:spPr>
              <a:xfrm>
                <a:off x="2036245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2A1F3A">
                  <a:alpha val="100000"/>
                </a:srgbClr>
              </a:solidFill>
              <a:ln w="5420" cap="flat">
                <a:solidFill>
                  <a:srgbClr val="2A1F3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48" name="ph2848"/>
              <p:cNvSpPr/>
              <p:nvPr/>
            </p:nvSpPr>
            <p:spPr>
              <a:xfrm>
                <a:off x="2045630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281E37">
                  <a:alpha val="100000"/>
                </a:srgbClr>
              </a:solidFill>
              <a:ln w="5420" cap="flat">
                <a:solidFill>
                  <a:srgbClr val="281E3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49" name="ph2849"/>
              <p:cNvSpPr/>
              <p:nvPr/>
            </p:nvSpPr>
            <p:spPr>
              <a:xfrm>
                <a:off x="2055014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281D36">
                  <a:alpha val="100000"/>
                </a:srgbClr>
              </a:solidFill>
              <a:ln w="5420" cap="flat">
                <a:solidFill>
                  <a:srgbClr val="281D3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50" name="ph2850"/>
              <p:cNvSpPr/>
              <p:nvPr/>
            </p:nvSpPr>
            <p:spPr>
              <a:xfrm>
                <a:off x="2064398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291F39">
                  <a:alpha val="100000"/>
                </a:srgbClr>
              </a:solidFill>
              <a:ln w="5420" cap="flat">
                <a:solidFill>
                  <a:srgbClr val="291F3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51" name="ph2851"/>
              <p:cNvSpPr/>
              <p:nvPr/>
            </p:nvSpPr>
            <p:spPr>
              <a:xfrm>
                <a:off x="2073782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2D213F">
                  <a:alpha val="100000"/>
                </a:srgbClr>
              </a:solidFill>
              <a:ln w="5420" cap="flat">
                <a:solidFill>
                  <a:srgbClr val="2D213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52" name="ph2852"/>
              <p:cNvSpPr/>
              <p:nvPr/>
            </p:nvSpPr>
            <p:spPr>
              <a:xfrm>
                <a:off x="2083167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02446">
                  <a:alpha val="100000"/>
                </a:srgbClr>
              </a:solidFill>
              <a:ln w="5420" cap="flat">
                <a:solidFill>
                  <a:srgbClr val="30244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53" name="ph2853"/>
              <p:cNvSpPr/>
              <p:nvPr/>
            </p:nvSpPr>
            <p:spPr>
              <a:xfrm>
                <a:off x="2092551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4274D">
                  <a:alpha val="100000"/>
                </a:srgbClr>
              </a:solidFill>
              <a:ln w="5420" cap="flat">
                <a:solidFill>
                  <a:srgbClr val="34274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54" name="ph2854"/>
              <p:cNvSpPr/>
              <p:nvPr/>
            </p:nvSpPr>
            <p:spPr>
              <a:xfrm>
                <a:off x="2101935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72951">
                  <a:alpha val="100000"/>
                </a:srgbClr>
              </a:solidFill>
              <a:ln w="5420" cap="flat">
                <a:solidFill>
                  <a:srgbClr val="37295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55" name="ph2855"/>
              <p:cNvSpPr/>
              <p:nvPr/>
            </p:nvSpPr>
            <p:spPr>
              <a:xfrm>
                <a:off x="2111320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82A54">
                  <a:alpha val="100000"/>
                </a:srgbClr>
              </a:solidFill>
              <a:ln w="5420" cap="flat">
                <a:solidFill>
                  <a:srgbClr val="382A5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56" name="ph2856"/>
              <p:cNvSpPr/>
              <p:nvPr/>
            </p:nvSpPr>
            <p:spPr>
              <a:xfrm>
                <a:off x="2158241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2C57">
                  <a:alpha val="100000"/>
                </a:srgbClr>
              </a:solidFill>
              <a:ln w="5420" cap="flat">
                <a:solidFill>
                  <a:srgbClr val="392C5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57" name="ph2857"/>
              <p:cNvSpPr/>
              <p:nvPr/>
            </p:nvSpPr>
            <p:spPr>
              <a:xfrm>
                <a:off x="2167625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82C56">
                  <a:alpha val="100000"/>
                </a:srgbClr>
              </a:solidFill>
              <a:ln w="5420" cap="flat">
                <a:solidFill>
                  <a:srgbClr val="382C5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58" name="ph2858"/>
              <p:cNvSpPr/>
              <p:nvPr/>
            </p:nvSpPr>
            <p:spPr>
              <a:xfrm>
                <a:off x="2177009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82A55">
                  <a:alpha val="100000"/>
                </a:srgbClr>
              </a:solidFill>
              <a:ln w="5420" cap="flat">
                <a:solidFill>
                  <a:srgbClr val="382A5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59" name="ph2859"/>
              <p:cNvSpPr/>
              <p:nvPr/>
            </p:nvSpPr>
            <p:spPr>
              <a:xfrm>
                <a:off x="2186394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72953">
                  <a:alpha val="100000"/>
                </a:srgbClr>
              </a:solidFill>
              <a:ln w="5420" cap="flat">
                <a:solidFill>
                  <a:srgbClr val="37295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60" name="ph2860"/>
              <p:cNvSpPr/>
              <p:nvPr/>
            </p:nvSpPr>
            <p:spPr>
              <a:xfrm>
                <a:off x="2195778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62951">
                  <a:alpha val="100000"/>
                </a:srgbClr>
              </a:solidFill>
              <a:ln w="5420" cap="flat">
                <a:solidFill>
                  <a:srgbClr val="36295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61" name="ph2861"/>
              <p:cNvSpPr/>
              <p:nvPr/>
            </p:nvSpPr>
            <p:spPr>
              <a:xfrm>
                <a:off x="2205162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72951">
                  <a:alpha val="100000"/>
                </a:srgbClr>
              </a:solidFill>
              <a:ln w="5420" cap="flat">
                <a:solidFill>
                  <a:srgbClr val="37295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62" name="ph2862"/>
              <p:cNvSpPr/>
              <p:nvPr/>
            </p:nvSpPr>
            <p:spPr>
              <a:xfrm>
                <a:off x="2214547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82A53">
                  <a:alpha val="100000"/>
                </a:srgbClr>
              </a:solidFill>
              <a:ln w="5420" cap="flat">
                <a:solidFill>
                  <a:srgbClr val="382A5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63" name="ph2863"/>
              <p:cNvSpPr/>
              <p:nvPr/>
            </p:nvSpPr>
            <p:spPr>
              <a:xfrm>
                <a:off x="2223931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82C57">
                  <a:alpha val="100000"/>
                </a:srgbClr>
              </a:solidFill>
              <a:ln w="5420" cap="flat">
                <a:solidFill>
                  <a:srgbClr val="382C5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64" name="ph2864"/>
              <p:cNvSpPr/>
              <p:nvPr/>
            </p:nvSpPr>
            <p:spPr>
              <a:xfrm>
                <a:off x="2233315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82C57">
                  <a:alpha val="100000"/>
                </a:srgbClr>
              </a:solidFill>
              <a:ln w="5420" cap="flat">
                <a:solidFill>
                  <a:srgbClr val="382C5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65" name="ph2865"/>
              <p:cNvSpPr/>
              <p:nvPr/>
            </p:nvSpPr>
            <p:spPr>
              <a:xfrm>
                <a:off x="2242699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82C57">
                  <a:alpha val="100000"/>
                </a:srgbClr>
              </a:solidFill>
              <a:ln w="5420" cap="flat">
                <a:solidFill>
                  <a:srgbClr val="382C5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66" name="ph2866"/>
              <p:cNvSpPr/>
              <p:nvPr/>
            </p:nvSpPr>
            <p:spPr>
              <a:xfrm>
                <a:off x="2252084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2D58">
                  <a:alpha val="100000"/>
                </a:srgbClr>
              </a:solidFill>
              <a:ln w="5420" cap="flat">
                <a:solidFill>
                  <a:srgbClr val="392D5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67" name="ph2867"/>
              <p:cNvSpPr/>
              <p:nvPr/>
            </p:nvSpPr>
            <p:spPr>
              <a:xfrm>
                <a:off x="2261468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2F5B">
                  <a:alpha val="100000"/>
                </a:srgbClr>
              </a:solidFill>
              <a:ln w="5420" cap="flat">
                <a:solidFill>
                  <a:srgbClr val="392F5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68" name="ph2868"/>
              <p:cNvSpPr/>
              <p:nvPr/>
            </p:nvSpPr>
            <p:spPr>
              <a:xfrm>
                <a:off x="2270852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325F">
                  <a:alpha val="100000"/>
                </a:srgbClr>
              </a:solidFill>
              <a:ln w="5420" cap="flat">
                <a:solidFill>
                  <a:srgbClr val="3A325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69" name="ph2869"/>
              <p:cNvSpPr/>
              <p:nvPr/>
            </p:nvSpPr>
            <p:spPr>
              <a:xfrm>
                <a:off x="2280236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70" name="ph2870"/>
              <p:cNvSpPr/>
              <p:nvPr/>
            </p:nvSpPr>
            <p:spPr>
              <a:xfrm>
                <a:off x="2580533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71" name="ph2871"/>
              <p:cNvSpPr/>
              <p:nvPr/>
            </p:nvSpPr>
            <p:spPr>
              <a:xfrm>
                <a:off x="2589917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72" name="ph2872"/>
              <p:cNvSpPr/>
              <p:nvPr/>
            </p:nvSpPr>
            <p:spPr>
              <a:xfrm>
                <a:off x="2599302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73" name="ph2873"/>
              <p:cNvSpPr/>
              <p:nvPr/>
            </p:nvSpPr>
            <p:spPr>
              <a:xfrm>
                <a:off x="2608686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74" name="ph2874"/>
              <p:cNvSpPr/>
              <p:nvPr/>
            </p:nvSpPr>
            <p:spPr>
              <a:xfrm>
                <a:off x="2618070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75" name="ph2875"/>
              <p:cNvSpPr/>
              <p:nvPr/>
            </p:nvSpPr>
            <p:spPr>
              <a:xfrm>
                <a:off x="2627454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76" name="ph2876"/>
              <p:cNvSpPr/>
              <p:nvPr/>
            </p:nvSpPr>
            <p:spPr>
              <a:xfrm>
                <a:off x="2636839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77" name="ph2877"/>
              <p:cNvSpPr/>
              <p:nvPr/>
            </p:nvSpPr>
            <p:spPr>
              <a:xfrm>
                <a:off x="2646223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78" name="ph2878"/>
              <p:cNvSpPr/>
              <p:nvPr/>
            </p:nvSpPr>
            <p:spPr>
              <a:xfrm>
                <a:off x="2740066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79" name="ph2879"/>
              <p:cNvSpPr/>
              <p:nvPr/>
            </p:nvSpPr>
            <p:spPr>
              <a:xfrm>
                <a:off x="2749450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80" name="ph2880"/>
              <p:cNvSpPr/>
              <p:nvPr/>
            </p:nvSpPr>
            <p:spPr>
              <a:xfrm>
                <a:off x="2758834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81" name="ph2881"/>
              <p:cNvSpPr/>
              <p:nvPr/>
            </p:nvSpPr>
            <p:spPr>
              <a:xfrm>
                <a:off x="2768219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82" name="ph2882"/>
              <p:cNvSpPr/>
              <p:nvPr/>
            </p:nvSpPr>
            <p:spPr>
              <a:xfrm>
                <a:off x="2777603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B9DA9">
                  <a:alpha val="100000"/>
                </a:srgbClr>
              </a:solidFill>
              <a:ln w="5420" cap="flat">
                <a:solidFill>
                  <a:srgbClr val="3B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83" name="ph2883"/>
              <p:cNvSpPr/>
              <p:nvPr/>
            </p:nvSpPr>
            <p:spPr>
              <a:xfrm>
                <a:off x="2786987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84" name="ph2884"/>
              <p:cNvSpPr/>
              <p:nvPr/>
            </p:nvSpPr>
            <p:spPr>
              <a:xfrm>
                <a:off x="2796371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85" name="ph2885"/>
              <p:cNvSpPr/>
              <p:nvPr/>
            </p:nvSpPr>
            <p:spPr>
              <a:xfrm>
                <a:off x="2937135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86" name="ph2886"/>
              <p:cNvSpPr/>
              <p:nvPr/>
            </p:nvSpPr>
            <p:spPr>
              <a:xfrm>
                <a:off x="2946520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87" name="ph2887"/>
              <p:cNvSpPr/>
              <p:nvPr/>
            </p:nvSpPr>
            <p:spPr>
              <a:xfrm>
                <a:off x="2955904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88" name="ph2888"/>
              <p:cNvSpPr/>
              <p:nvPr/>
            </p:nvSpPr>
            <p:spPr>
              <a:xfrm>
                <a:off x="2965288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89" name="ph2889"/>
              <p:cNvSpPr/>
              <p:nvPr/>
            </p:nvSpPr>
            <p:spPr>
              <a:xfrm>
                <a:off x="2974673" y="2451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90" name="ph2890"/>
              <p:cNvSpPr/>
              <p:nvPr/>
            </p:nvSpPr>
            <p:spPr>
              <a:xfrm>
                <a:off x="1754717" y="2463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5996">
                  <a:alpha val="100000"/>
                </a:srgbClr>
              </a:solidFill>
              <a:ln w="5420" cap="flat">
                <a:solidFill>
                  <a:srgbClr val="3A599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91" name="ph2891"/>
              <p:cNvSpPr/>
              <p:nvPr/>
            </p:nvSpPr>
            <p:spPr>
              <a:xfrm>
                <a:off x="1764101" y="2463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5895">
                  <a:alpha val="100000"/>
                </a:srgbClr>
              </a:solidFill>
              <a:ln w="5420" cap="flat">
                <a:solidFill>
                  <a:srgbClr val="3A589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92" name="ph2892"/>
              <p:cNvSpPr/>
              <p:nvPr/>
            </p:nvSpPr>
            <p:spPr>
              <a:xfrm>
                <a:off x="1773486" y="2463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5894">
                  <a:alpha val="100000"/>
                </a:srgbClr>
              </a:solidFill>
              <a:ln w="5420" cap="flat">
                <a:solidFill>
                  <a:srgbClr val="3A589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93" name="ph2893"/>
              <p:cNvSpPr/>
              <p:nvPr/>
            </p:nvSpPr>
            <p:spPr>
              <a:xfrm>
                <a:off x="1782870" y="2463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5793">
                  <a:alpha val="100000"/>
                </a:srgbClr>
              </a:solidFill>
              <a:ln w="5420" cap="flat">
                <a:solidFill>
                  <a:srgbClr val="3A579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94" name="ph2894"/>
              <p:cNvSpPr/>
              <p:nvPr/>
            </p:nvSpPr>
            <p:spPr>
              <a:xfrm>
                <a:off x="1792254" y="2463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5693">
                  <a:alpha val="100000"/>
                </a:srgbClr>
              </a:solidFill>
              <a:ln w="5420" cap="flat">
                <a:solidFill>
                  <a:srgbClr val="3A569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95" name="ph2895"/>
              <p:cNvSpPr/>
              <p:nvPr/>
            </p:nvSpPr>
            <p:spPr>
              <a:xfrm>
                <a:off x="1801639" y="2463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5692">
                  <a:alpha val="100000"/>
                </a:srgbClr>
              </a:solidFill>
              <a:ln w="5420" cap="flat">
                <a:solidFill>
                  <a:srgbClr val="3B569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96" name="ph2896"/>
              <p:cNvSpPr/>
              <p:nvPr/>
            </p:nvSpPr>
            <p:spPr>
              <a:xfrm>
                <a:off x="1811023" y="2463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5591">
                  <a:alpha val="100000"/>
                </a:srgbClr>
              </a:solidFill>
              <a:ln w="5420" cap="flat">
                <a:solidFill>
                  <a:srgbClr val="3B559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97" name="ph2897"/>
              <p:cNvSpPr/>
              <p:nvPr/>
            </p:nvSpPr>
            <p:spPr>
              <a:xfrm>
                <a:off x="1820407" y="2463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5591">
                  <a:alpha val="100000"/>
                </a:srgbClr>
              </a:solidFill>
              <a:ln w="5420" cap="flat">
                <a:solidFill>
                  <a:srgbClr val="3B559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98" name="ph2898"/>
              <p:cNvSpPr/>
              <p:nvPr/>
            </p:nvSpPr>
            <p:spPr>
              <a:xfrm>
                <a:off x="1829791" y="2463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5590">
                  <a:alpha val="100000"/>
                </a:srgbClr>
              </a:solidFill>
              <a:ln w="5420" cap="flat">
                <a:solidFill>
                  <a:srgbClr val="3B559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99" name="ph2899"/>
              <p:cNvSpPr/>
              <p:nvPr/>
            </p:nvSpPr>
            <p:spPr>
              <a:xfrm>
                <a:off x="1839176" y="2463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5490">
                  <a:alpha val="100000"/>
                </a:srgbClr>
              </a:solidFill>
              <a:ln w="5420" cap="flat">
                <a:solidFill>
                  <a:srgbClr val="3B549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00" name="ph2900"/>
              <p:cNvSpPr/>
              <p:nvPr/>
            </p:nvSpPr>
            <p:spPr>
              <a:xfrm>
                <a:off x="1848560" y="2463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548F">
                  <a:alpha val="100000"/>
                </a:srgbClr>
              </a:solidFill>
              <a:ln w="5420" cap="flat">
                <a:solidFill>
                  <a:srgbClr val="3B548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01" name="ph2901"/>
              <p:cNvSpPr/>
              <p:nvPr/>
            </p:nvSpPr>
            <p:spPr>
              <a:xfrm>
                <a:off x="1857944" y="2463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548F">
                  <a:alpha val="100000"/>
                </a:srgbClr>
              </a:solidFill>
              <a:ln w="5420" cap="flat">
                <a:solidFill>
                  <a:srgbClr val="3B548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02" name="ph2902"/>
              <p:cNvSpPr/>
              <p:nvPr/>
            </p:nvSpPr>
            <p:spPr>
              <a:xfrm>
                <a:off x="1951787" y="2463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4E86">
                  <a:alpha val="100000"/>
                </a:srgbClr>
              </a:solidFill>
              <a:ln w="5420" cap="flat">
                <a:solidFill>
                  <a:srgbClr val="3B4E8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03" name="ph2903"/>
              <p:cNvSpPr/>
              <p:nvPr/>
            </p:nvSpPr>
            <p:spPr>
              <a:xfrm>
                <a:off x="1961171" y="2463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C4980">
                  <a:alpha val="100000"/>
                </a:srgbClr>
              </a:solidFill>
              <a:ln w="5420" cap="flat">
                <a:solidFill>
                  <a:srgbClr val="3C498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04" name="ph2904"/>
              <p:cNvSpPr/>
              <p:nvPr/>
            </p:nvSpPr>
            <p:spPr>
              <a:xfrm>
                <a:off x="1970555" y="2463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C4479">
                  <a:alpha val="100000"/>
                </a:srgbClr>
              </a:solidFill>
              <a:ln w="5420" cap="flat">
                <a:solidFill>
                  <a:srgbClr val="3C447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05" name="ph2905"/>
              <p:cNvSpPr/>
              <p:nvPr/>
            </p:nvSpPr>
            <p:spPr>
              <a:xfrm>
                <a:off x="1979940" y="2463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3F71">
                  <a:alpha val="100000"/>
                </a:srgbClr>
              </a:solidFill>
              <a:ln w="5420" cap="flat">
                <a:solidFill>
                  <a:srgbClr val="3B3F7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06" name="ph2906"/>
              <p:cNvSpPr/>
              <p:nvPr/>
            </p:nvSpPr>
            <p:spPr>
              <a:xfrm>
                <a:off x="1989324" y="2463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3969">
                  <a:alpha val="100000"/>
                </a:srgbClr>
              </a:solidFill>
              <a:ln w="5420" cap="flat">
                <a:solidFill>
                  <a:srgbClr val="3B396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07" name="ph2907"/>
              <p:cNvSpPr/>
              <p:nvPr/>
            </p:nvSpPr>
            <p:spPr>
              <a:xfrm>
                <a:off x="1998708" y="2463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3360">
                  <a:alpha val="100000"/>
                </a:srgbClr>
              </a:solidFill>
              <a:ln w="5420" cap="flat">
                <a:solidFill>
                  <a:srgbClr val="3A336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08" name="ph2908"/>
              <p:cNvSpPr/>
              <p:nvPr/>
            </p:nvSpPr>
            <p:spPr>
              <a:xfrm>
                <a:off x="2008093" y="2463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2D58">
                  <a:alpha val="100000"/>
                </a:srgbClr>
              </a:solidFill>
              <a:ln w="5420" cap="flat">
                <a:solidFill>
                  <a:srgbClr val="392D5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09" name="ph2909"/>
              <p:cNvSpPr/>
              <p:nvPr/>
            </p:nvSpPr>
            <p:spPr>
              <a:xfrm>
                <a:off x="2017477" y="2463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284F">
                  <a:alpha val="100000"/>
                </a:srgbClr>
              </a:solidFill>
              <a:ln w="5420" cap="flat">
                <a:solidFill>
                  <a:srgbClr val="35284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10" name="ph2910"/>
              <p:cNvSpPr/>
              <p:nvPr/>
            </p:nvSpPr>
            <p:spPr>
              <a:xfrm>
                <a:off x="2026861" y="2463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02446">
                  <a:alpha val="100000"/>
                </a:srgbClr>
              </a:solidFill>
              <a:ln w="5420" cap="flat">
                <a:solidFill>
                  <a:srgbClr val="30244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11" name="ph2911"/>
              <p:cNvSpPr/>
              <p:nvPr/>
            </p:nvSpPr>
            <p:spPr>
              <a:xfrm>
                <a:off x="2036245" y="2463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2A1F3A">
                  <a:alpha val="100000"/>
                </a:srgbClr>
              </a:solidFill>
              <a:ln w="5420" cap="flat">
                <a:solidFill>
                  <a:srgbClr val="2A1F3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12" name="ph2912"/>
              <p:cNvSpPr/>
              <p:nvPr/>
            </p:nvSpPr>
            <p:spPr>
              <a:xfrm>
                <a:off x="2055014" y="2463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271D35">
                  <a:alpha val="100000"/>
                </a:srgbClr>
              </a:solidFill>
              <a:ln w="5420" cap="flat">
                <a:solidFill>
                  <a:srgbClr val="271D3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13" name="ph2913"/>
              <p:cNvSpPr/>
              <p:nvPr/>
            </p:nvSpPr>
            <p:spPr>
              <a:xfrm>
                <a:off x="2064398" y="2463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291E38">
                  <a:alpha val="100000"/>
                </a:srgbClr>
              </a:solidFill>
              <a:ln w="5420" cap="flat">
                <a:solidFill>
                  <a:srgbClr val="291E3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14" name="ph2914"/>
              <p:cNvSpPr/>
              <p:nvPr/>
            </p:nvSpPr>
            <p:spPr>
              <a:xfrm>
                <a:off x="2073782" y="2463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2C213E">
                  <a:alpha val="100000"/>
                </a:srgbClr>
              </a:solidFill>
              <a:ln w="5420" cap="flat">
                <a:solidFill>
                  <a:srgbClr val="2C213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15" name="ph2915"/>
              <p:cNvSpPr/>
              <p:nvPr/>
            </p:nvSpPr>
            <p:spPr>
              <a:xfrm>
                <a:off x="2083167" y="2463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02446">
                  <a:alpha val="100000"/>
                </a:srgbClr>
              </a:solidFill>
              <a:ln w="5420" cap="flat">
                <a:solidFill>
                  <a:srgbClr val="30244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16" name="ph2916"/>
              <p:cNvSpPr/>
              <p:nvPr/>
            </p:nvSpPr>
            <p:spPr>
              <a:xfrm>
                <a:off x="2092551" y="2463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4274D">
                  <a:alpha val="100000"/>
                </a:srgbClr>
              </a:solidFill>
              <a:ln w="5420" cap="flat">
                <a:solidFill>
                  <a:srgbClr val="34274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17" name="ph2917"/>
              <p:cNvSpPr/>
              <p:nvPr/>
            </p:nvSpPr>
            <p:spPr>
              <a:xfrm>
                <a:off x="2101935" y="2463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72952">
                  <a:alpha val="100000"/>
                </a:srgbClr>
              </a:solidFill>
              <a:ln w="5420" cap="flat">
                <a:solidFill>
                  <a:srgbClr val="37295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18" name="ph2918"/>
              <p:cNvSpPr/>
              <p:nvPr/>
            </p:nvSpPr>
            <p:spPr>
              <a:xfrm>
                <a:off x="2111320" y="2463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82A54">
                  <a:alpha val="100000"/>
                </a:srgbClr>
              </a:solidFill>
              <a:ln w="5420" cap="flat">
                <a:solidFill>
                  <a:srgbClr val="382A5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19" name="ph2919"/>
              <p:cNvSpPr/>
              <p:nvPr/>
            </p:nvSpPr>
            <p:spPr>
              <a:xfrm>
                <a:off x="2120704" y="2463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82B55">
                  <a:alpha val="100000"/>
                </a:srgbClr>
              </a:solidFill>
              <a:ln w="5420" cap="flat">
                <a:solidFill>
                  <a:srgbClr val="382B5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20" name="ph2920"/>
              <p:cNvSpPr/>
              <p:nvPr/>
            </p:nvSpPr>
            <p:spPr>
              <a:xfrm>
                <a:off x="2139472" y="2463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82C57">
                  <a:alpha val="100000"/>
                </a:srgbClr>
              </a:solidFill>
              <a:ln w="5420" cap="flat">
                <a:solidFill>
                  <a:srgbClr val="382C5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21" name="ph2921"/>
              <p:cNvSpPr/>
              <p:nvPr/>
            </p:nvSpPr>
            <p:spPr>
              <a:xfrm>
                <a:off x="2148857" y="2463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2C57">
                  <a:alpha val="100000"/>
                </a:srgbClr>
              </a:solidFill>
              <a:ln w="5420" cap="flat">
                <a:solidFill>
                  <a:srgbClr val="392C5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22" name="ph2922"/>
              <p:cNvSpPr/>
              <p:nvPr/>
            </p:nvSpPr>
            <p:spPr>
              <a:xfrm>
                <a:off x="2158241" y="2463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2C57">
                  <a:alpha val="100000"/>
                </a:srgbClr>
              </a:solidFill>
              <a:ln w="5420" cap="flat">
                <a:solidFill>
                  <a:srgbClr val="392C5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23" name="ph2923"/>
              <p:cNvSpPr/>
              <p:nvPr/>
            </p:nvSpPr>
            <p:spPr>
              <a:xfrm>
                <a:off x="2167625" y="2463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82B56">
                  <a:alpha val="100000"/>
                </a:srgbClr>
              </a:solidFill>
              <a:ln w="5420" cap="flat">
                <a:solidFill>
                  <a:srgbClr val="382B5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24" name="ph2924"/>
              <p:cNvSpPr/>
              <p:nvPr/>
            </p:nvSpPr>
            <p:spPr>
              <a:xfrm>
                <a:off x="2177009" y="2463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82A54">
                  <a:alpha val="100000"/>
                </a:srgbClr>
              </a:solidFill>
              <a:ln w="5420" cap="flat">
                <a:solidFill>
                  <a:srgbClr val="382A5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25" name="ph2925"/>
              <p:cNvSpPr/>
              <p:nvPr/>
            </p:nvSpPr>
            <p:spPr>
              <a:xfrm>
                <a:off x="2186394" y="2463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72952">
                  <a:alpha val="100000"/>
                </a:srgbClr>
              </a:solidFill>
              <a:ln w="5420" cap="flat">
                <a:solidFill>
                  <a:srgbClr val="37295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26" name="ph2926"/>
              <p:cNvSpPr/>
              <p:nvPr/>
            </p:nvSpPr>
            <p:spPr>
              <a:xfrm>
                <a:off x="2195778" y="2463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62950">
                  <a:alpha val="100000"/>
                </a:srgbClr>
              </a:solidFill>
              <a:ln w="5420" cap="flat">
                <a:solidFill>
                  <a:srgbClr val="36295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27" name="ph2927"/>
              <p:cNvSpPr/>
              <p:nvPr/>
            </p:nvSpPr>
            <p:spPr>
              <a:xfrm>
                <a:off x="2205162" y="2463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62951">
                  <a:alpha val="100000"/>
                </a:srgbClr>
              </a:solidFill>
              <a:ln w="5420" cap="flat">
                <a:solidFill>
                  <a:srgbClr val="36295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28" name="ph2928"/>
              <p:cNvSpPr/>
              <p:nvPr/>
            </p:nvSpPr>
            <p:spPr>
              <a:xfrm>
                <a:off x="2214547" y="2463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72952">
                  <a:alpha val="100000"/>
                </a:srgbClr>
              </a:solidFill>
              <a:ln w="5420" cap="flat">
                <a:solidFill>
                  <a:srgbClr val="37295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29" name="ph2929"/>
              <p:cNvSpPr/>
              <p:nvPr/>
            </p:nvSpPr>
            <p:spPr>
              <a:xfrm>
                <a:off x="2223931" y="2463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2C57">
                  <a:alpha val="100000"/>
                </a:srgbClr>
              </a:solidFill>
              <a:ln w="5420" cap="flat">
                <a:solidFill>
                  <a:srgbClr val="392C5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30" name="ph2930"/>
              <p:cNvSpPr/>
              <p:nvPr/>
            </p:nvSpPr>
            <p:spPr>
              <a:xfrm>
                <a:off x="2233315" y="2463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2D58">
                  <a:alpha val="100000"/>
                </a:srgbClr>
              </a:solidFill>
              <a:ln w="5420" cap="flat">
                <a:solidFill>
                  <a:srgbClr val="392D5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31" name="ph2931"/>
              <p:cNvSpPr/>
              <p:nvPr/>
            </p:nvSpPr>
            <p:spPr>
              <a:xfrm>
                <a:off x="2242699" y="2463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2E59">
                  <a:alpha val="100000"/>
                </a:srgbClr>
              </a:solidFill>
              <a:ln w="5420" cap="flat">
                <a:solidFill>
                  <a:srgbClr val="392E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32" name="ph2932"/>
              <p:cNvSpPr/>
              <p:nvPr/>
            </p:nvSpPr>
            <p:spPr>
              <a:xfrm>
                <a:off x="2252084" y="2463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2F5A">
                  <a:alpha val="100000"/>
                </a:srgbClr>
              </a:solidFill>
              <a:ln w="5420" cap="flat">
                <a:solidFill>
                  <a:srgbClr val="392F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33" name="ph2933"/>
              <p:cNvSpPr/>
              <p:nvPr/>
            </p:nvSpPr>
            <p:spPr>
              <a:xfrm>
                <a:off x="2261468" y="2463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315D">
                  <a:alpha val="100000"/>
                </a:srgbClr>
              </a:solidFill>
              <a:ln w="5420" cap="flat">
                <a:solidFill>
                  <a:srgbClr val="39315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34" name="ph2934"/>
              <p:cNvSpPr/>
              <p:nvPr/>
            </p:nvSpPr>
            <p:spPr>
              <a:xfrm>
                <a:off x="2270852" y="2463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3361">
                  <a:alpha val="100000"/>
                </a:srgbClr>
              </a:solidFill>
              <a:ln w="5420" cap="flat">
                <a:solidFill>
                  <a:srgbClr val="3A336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35" name="ph2935"/>
              <p:cNvSpPr/>
              <p:nvPr/>
            </p:nvSpPr>
            <p:spPr>
              <a:xfrm>
                <a:off x="2280236" y="2463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3665">
                  <a:alpha val="100000"/>
                </a:srgbClr>
              </a:solidFill>
              <a:ln w="5420" cap="flat">
                <a:solidFill>
                  <a:srgbClr val="3A366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36" name="ph2936"/>
              <p:cNvSpPr/>
              <p:nvPr/>
            </p:nvSpPr>
            <p:spPr>
              <a:xfrm>
                <a:off x="2289621" y="2463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3A6B">
                  <a:alpha val="100000"/>
                </a:srgbClr>
              </a:solidFill>
              <a:ln w="5420" cap="flat">
                <a:solidFill>
                  <a:srgbClr val="3B3A6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37" name="ph2937"/>
              <p:cNvSpPr/>
              <p:nvPr/>
            </p:nvSpPr>
            <p:spPr>
              <a:xfrm>
                <a:off x="2599302" y="2463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38" name="ph2938"/>
              <p:cNvSpPr/>
              <p:nvPr/>
            </p:nvSpPr>
            <p:spPr>
              <a:xfrm>
                <a:off x="2749450" y="2463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39" name="ph2939"/>
              <p:cNvSpPr/>
              <p:nvPr/>
            </p:nvSpPr>
            <p:spPr>
              <a:xfrm>
                <a:off x="2758834" y="2463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40" name="ph2940"/>
              <p:cNvSpPr/>
              <p:nvPr/>
            </p:nvSpPr>
            <p:spPr>
              <a:xfrm>
                <a:off x="2768219" y="2463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41" name="ph2941"/>
              <p:cNvSpPr/>
              <p:nvPr/>
            </p:nvSpPr>
            <p:spPr>
              <a:xfrm>
                <a:off x="2777603" y="2463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42" name="ph2942"/>
              <p:cNvSpPr/>
              <p:nvPr/>
            </p:nvSpPr>
            <p:spPr>
              <a:xfrm>
                <a:off x="2786987" y="2463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43" name="ph2943"/>
              <p:cNvSpPr/>
              <p:nvPr/>
            </p:nvSpPr>
            <p:spPr>
              <a:xfrm>
                <a:off x="2796371" y="2463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44" name="ph2944"/>
              <p:cNvSpPr/>
              <p:nvPr/>
            </p:nvSpPr>
            <p:spPr>
              <a:xfrm>
                <a:off x="2805756" y="2463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45" name="ph2945"/>
              <p:cNvSpPr/>
              <p:nvPr/>
            </p:nvSpPr>
            <p:spPr>
              <a:xfrm>
                <a:off x="2937135" y="2463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46" name="ph2946"/>
              <p:cNvSpPr/>
              <p:nvPr/>
            </p:nvSpPr>
            <p:spPr>
              <a:xfrm>
                <a:off x="2946520" y="2463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47" name="ph2947"/>
              <p:cNvSpPr/>
              <p:nvPr/>
            </p:nvSpPr>
            <p:spPr>
              <a:xfrm>
                <a:off x="2955904" y="2463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48" name="ph2948"/>
              <p:cNvSpPr/>
              <p:nvPr/>
            </p:nvSpPr>
            <p:spPr>
              <a:xfrm>
                <a:off x="2965288" y="2463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49" name="ph2949"/>
              <p:cNvSpPr/>
              <p:nvPr/>
            </p:nvSpPr>
            <p:spPr>
              <a:xfrm>
                <a:off x="2974673" y="2463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50" name="ph2950"/>
              <p:cNvSpPr/>
              <p:nvPr/>
            </p:nvSpPr>
            <p:spPr>
              <a:xfrm>
                <a:off x="1745333" y="2474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5B99">
                  <a:alpha val="100000"/>
                </a:srgbClr>
              </a:solidFill>
              <a:ln w="5420" cap="flat">
                <a:solidFill>
                  <a:srgbClr val="3A5B9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51" name="ph2951"/>
              <p:cNvSpPr/>
              <p:nvPr/>
            </p:nvSpPr>
            <p:spPr>
              <a:xfrm>
                <a:off x="1754717" y="2474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5997">
                  <a:alpha val="100000"/>
                </a:srgbClr>
              </a:solidFill>
              <a:ln w="5420" cap="flat">
                <a:solidFill>
                  <a:srgbClr val="3A599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52" name="ph2952"/>
              <p:cNvSpPr/>
              <p:nvPr/>
            </p:nvSpPr>
            <p:spPr>
              <a:xfrm>
                <a:off x="1764101" y="2474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5996">
                  <a:alpha val="100000"/>
                </a:srgbClr>
              </a:solidFill>
              <a:ln w="5420" cap="flat">
                <a:solidFill>
                  <a:srgbClr val="3A599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53" name="ph2953"/>
              <p:cNvSpPr/>
              <p:nvPr/>
            </p:nvSpPr>
            <p:spPr>
              <a:xfrm>
                <a:off x="1773486" y="2474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5895">
                  <a:alpha val="100000"/>
                </a:srgbClr>
              </a:solidFill>
              <a:ln w="5420" cap="flat">
                <a:solidFill>
                  <a:srgbClr val="3A589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54" name="ph2954"/>
              <p:cNvSpPr/>
              <p:nvPr/>
            </p:nvSpPr>
            <p:spPr>
              <a:xfrm>
                <a:off x="1782870" y="2474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5794">
                  <a:alpha val="100000"/>
                </a:srgbClr>
              </a:solidFill>
              <a:ln w="5420" cap="flat">
                <a:solidFill>
                  <a:srgbClr val="3A579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55" name="ph2955"/>
              <p:cNvSpPr/>
              <p:nvPr/>
            </p:nvSpPr>
            <p:spPr>
              <a:xfrm>
                <a:off x="1792254" y="2474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5793">
                  <a:alpha val="100000"/>
                </a:srgbClr>
              </a:solidFill>
              <a:ln w="5420" cap="flat">
                <a:solidFill>
                  <a:srgbClr val="3A579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56" name="ph2956"/>
              <p:cNvSpPr/>
              <p:nvPr/>
            </p:nvSpPr>
            <p:spPr>
              <a:xfrm>
                <a:off x="1801639" y="2474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5692">
                  <a:alpha val="100000"/>
                </a:srgbClr>
              </a:solidFill>
              <a:ln w="5420" cap="flat">
                <a:solidFill>
                  <a:srgbClr val="3A569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57" name="ph2957"/>
              <p:cNvSpPr/>
              <p:nvPr/>
            </p:nvSpPr>
            <p:spPr>
              <a:xfrm>
                <a:off x="1811023" y="2474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5691">
                  <a:alpha val="100000"/>
                </a:srgbClr>
              </a:solidFill>
              <a:ln w="5420" cap="flat">
                <a:solidFill>
                  <a:srgbClr val="3B569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58" name="ph2958"/>
              <p:cNvSpPr/>
              <p:nvPr/>
            </p:nvSpPr>
            <p:spPr>
              <a:xfrm>
                <a:off x="1820407" y="2474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5591">
                  <a:alpha val="100000"/>
                </a:srgbClr>
              </a:solidFill>
              <a:ln w="5420" cap="flat">
                <a:solidFill>
                  <a:srgbClr val="3B559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59" name="ph2959"/>
              <p:cNvSpPr/>
              <p:nvPr/>
            </p:nvSpPr>
            <p:spPr>
              <a:xfrm>
                <a:off x="1829791" y="2474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5590">
                  <a:alpha val="100000"/>
                </a:srgbClr>
              </a:solidFill>
              <a:ln w="5420" cap="flat">
                <a:solidFill>
                  <a:srgbClr val="3B559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60" name="ph2960"/>
              <p:cNvSpPr/>
              <p:nvPr/>
            </p:nvSpPr>
            <p:spPr>
              <a:xfrm>
                <a:off x="1998708" y="2474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3260">
                  <a:alpha val="100000"/>
                </a:srgbClr>
              </a:solidFill>
              <a:ln w="5420" cap="flat">
                <a:solidFill>
                  <a:srgbClr val="3A326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61" name="ph2961"/>
              <p:cNvSpPr/>
              <p:nvPr/>
            </p:nvSpPr>
            <p:spPr>
              <a:xfrm>
                <a:off x="2008093" y="2474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2D57">
                  <a:alpha val="100000"/>
                </a:srgbClr>
              </a:solidFill>
              <a:ln w="5420" cap="flat">
                <a:solidFill>
                  <a:srgbClr val="392D5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62" name="ph2962"/>
              <p:cNvSpPr/>
              <p:nvPr/>
            </p:nvSpPr>
            <p:spPr>
              <a:xfrm>
                <a:off x="2064398" y="2474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2A1F3B">
                  <a:alpha val="100000"/>
                </a:srgbClr>
              </a:solidFill>
              <a:ln w="5420" cap="flat">
                <a:solidFill>
                  <a:srgbClr val="2A1F3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63" name="ph2963"/>
              <p:cNvSpPr/>
              <p:nvPr/>
            </p:nvSpPr>
            <p:spPr>
              <a:xfrm>
                <a:off x="2073782" y="2474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2E2241">
                  <a:alpha val="100000"/>
                </a:srgbClr>
              </a:solidFill>
              <a:ln w="5420" cap="flat">
                <a:solidFill>
                  <a:srgbClr val="2E224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64" name="ph2964"/>
              <p:cNvSpPr/>
              <p:nvPr/>
            </p:nvSpPr>
            <p:spPr>
              <a:xfrm>
                <a:off x="2083167" y="2474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22548">
                  <a:alpha val="100000"/>
                </a:srgbClr>
              </a:solidFill>
              <a:ln w="5420" cap="flat">
                <a:solidFill>
                  <a:srgbClr val="32254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65" name="ph2965"/>
              <p:cNvSpPr/>
              <p:nvPr/>
            </p:nvSpPr>
            <p:spPr>
              <a:xfrm>
                <a:off x="2092551" y="2474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284F">
                  <a:alpha val="100000"/>
                </a:srgbClr>
              </a:solidFill>
              <a:ln w="5420" cap="flat">
                <a:solidFill>
                  <a:srgbClr val="35284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66" name="ph2966"/>
              <p:cNvSpPr/>
              <p:nvPr/>
            </p:nvSpPr>
            <p:spPr>
              <a:xfrm>
                <a:off x="2101935" y="2474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72953">
                  <a:alpha val="100000"/>
                </a:srgbClr>
              </a:solidFill>
              <a:ln w="5420" cap="flat">
                <a:solidFill>
                  <a:srgbClr val="37295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67" name="ph2967"/>
              <p:cNvSpPr/>
              <p:nvPr/>
            </p:nvSpPr>
            <p:spPr>
              <a:xfrm>
                <a:off x="2111320" y="2474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82A55">
                  <a:alpha val="100000"/>
                </a:srgbClr>
              </a:solidFill>
              <a:ln w="5420" cap="flat">
                <a:solidFill>
                  <a:srgbClr val="382A5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68" name="ph2968"/>
              <p:cNvSpPr/>
              <p:nvPr/>
            </p:nvSpPr>
            <p:spPr>
              <a:xfrm>
                <a:off x="2120704" y="2474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82B55">
                  <a:alpha val="100000"/>
                </a:srgbClr>
              </a:solidFill>
              <a:ln w="5420" cap="flat">
                <a:solidFill>
                  <a:srgbClr val="382B5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69" name="ph2969"/>
              <p:cNvSpPr/>
              <p:nvPr/>
            </p:nvSpPr>
            <p:spPr>
              <a:xfrm>
                <a:off x="2130088" y="2474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82B55">
                  <a:alpha val="100000"/>
                </a:srgbClr>
              </a:solidFill>
              <a:ln w="5420" cap="flat">
                <a:solidFill>
                  <a:srgbClr val="382B5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70" name="ph2970"/>
              <p:cNvSpPr/>
              <p:nvPr/>
            </p:nvSpPr>
            <p:spPr>
              <a:xfrm>
                <a:off x="2139472" y="2474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82C56">
                  <a:alpha val="100000"/>
                </a:srgbClr>
              </a:solidFill>
              <a:ln w="5420" cap="flat">
                <a:solidFill>
                  <a:srgbClr val="382C5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71" name="ph2971"/>
              <p:cNvSpPr/>
              <p:nvPr/>
            </p:nvSpPr>
            <p:spPr>
              <a:xfrm>
                <a:off x="2148857" y="2474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2C57">
                  <a:alpha val="100000"/>
                </a:srgbClr>
              </a:solidFill>
              <a:ln w="5420" cap="flat">
                <a:solidFill>
                  <a:srgbClr val="392C5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72" name="ph2972"/>
              <p:cNvSpPr/>
              <p:nvPr/>
            </p:nvSpPr>
            <p:spPr>
              <a:xfrm>
                <a:off x="2158241" y="2474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2C57">
                  <a:alpha val="100000"/>
                </a:srgbClr>
              </a:solidFill>
              <a:ln w="5420" cap="flat">
                <a:solidFill>
                  <a:srgbClr val="392C5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73" name="ph2973"/>
              <p:cNvSpPr/>
              <p:nvPr/>
            </p:nvSpPr>
            <p:spPr>
              <a:xfrm>
                <a:off x="2167625" y="2474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82C56">
                  <a:alpha val="100000"/>
                </a:srgbClr>
              </a:solidFill>
              <a:ln w="5420" cap="flat">
                <a:solidFill>
                  <a:srgbClr val="382C5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74" name="ph2974"/>
              <p:cNvSpPr/>
              <p:nvPr/>
            </p:nvSpPr>
            <p:spPr>
              <a:xfrm>
                <a:off x="2177009" y="2474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82B55">
                  <a:alpha val="100000"/>
                </a:srgbClr>
              </a:solidFill>
              <a:ln w="5420" cap="flat">
                <a:solidFill>
                  <a:srgbClr val="382B5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75" name="ph2975"/>
              <p:cNvSpPr/>
              <p:nvPr/>
            </p:nvSpPr>
            <p:spPr>
              <a:xfrm>
                <a:off x="2186394" y="2474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82A53">
                  <a:alpha val="100000"/>
                </a:srgbClr>
              </a:solidFill>
              <a:ln w="5420" cap="flat">
                <a:solidFill>
                  <a:srgbClr val="382A5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76" name="ph2976"/>
              <p:cNvSpPr/>
              <p:nvPr/>
            </p:nvSpPr>
            <p:spPr>
              <a:xfrm>
                <a:off x="2195778" y="2474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72952">
                  <a:alpha val="100000"/>
                </a:srgbClr>
              </a:solidFill>
              <a:ln w="5420" cap="flat">
                <a:solidFill>
                  <a:srgbClr val="37295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77" name="ph2977"/>
              <p:cNvSpPr/>
              <p:nvPr/>
            </p:nvSpPr>
            <p:spPr>
              <a:xfrm>
                <a:off x="2205162" y="2474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72952">
                  <a:alpha val="100000"/>
                </a:srgbClr>
              </a:solidFill>
              <a:ln w="5420" cap="flat">
                <a:solidFill>
                  <a:srgbClr val="37295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78" name="ph2978"/>
              <p:cNvSpPr/>
              <p:nvPr/>
            </p:nvSpPr>
            <p:spPr>
              <a:xfrm>
                <a:off x="2214547" y="2474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82A54">
                  <a:alpha val="100000"/>
                </a:srgbClr>
              </a:solidFill>
              <a:ln w="5420" cap="flat">
                <a:solidFill>
                  <a:srgbClr val="382A5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79" name="ph2979"/>
              <p:cNvSpPr/>
              <p:nvPr/>
            </p:nvSpPr>
            <p:spPr>
              <a:xfrm>
                <a:off x="2223931" y="2474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2D58">
                  <a:alpha val="100000"/>
                </a:srgbClr>
              </a:solidFill>
              <a:ln w="5420" cap="flat">
                <a:solidFill>
                  <a:srgbClr val="392D5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80" name="ph2980"/>
              <p:cNvSpPr/>
              <p:nvPr/>
            </p:nvSpPr>
            <p:spPr>
              <a:xfrm>
                <a:off x="2233315" y="2474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2E5A">
                  <a:alpha val="100000"/>
                </a:srgbClr>
              </a:solidFill>
              <a:ln w="5420" cap="flat">
                <a:solidFill>
                  <a:srgbClr val="392E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81" name="ph2981"/>
              <p:cNvSpPr/>
              <p:nvPr/>
            </p:nvSpPr>
            <p:spPr>
              <a:xfrm>
                <a:off x="2242699" y="2474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2F5B">
                  <a:alpha val="100000"/>
                </a:srgbClr>
              </a:solidFill>
              <a:ln w="5420" cap="flat">
                <a:solidFill>
                  <a:srgbClr val="392F5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82" name="ph2982"/>
              <p:cNvSpPr/>
              <p:nvPr/>
            </p:nvSpPr>
            <p:spPr>
              <a:xfrm>
                <a:off x="2252084" y="2474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305D">
                  <a:alpha val="100000"/>
                </a:srgbClr>
              </a:solidFill>
              <a:ln w="5420" cap="flat">
                <a:solidFill>
                  <a:srgbClr val="39305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83" name="ph2983"/>
              <p:cNvSpPr/>
              <p:nvPr/>
            </p:nvSpPr>
            <p:spPr>
              <a:xfrm>
                <a:off x="2261468" y="2474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325F">
                  <a:alpha val="100000"/>
                </a:srgbClr>
              </a:solidFill>
              <a:ln w="5420" cap="flat">
                <a:solidFill>
                  <a:srgbClr val="3A325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84" name="ph2984"/>
              <p:cNvSpPr/>
              <p:nvPr/>
            </p:nvSpPr>
            <p:spPr>
              <a:xfrm>
                <a:off x="2270852" y="2474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3563">
                  <a:alpha val="100000"/>
                </a:srgbClr>
              </a:solidFill>
              <a:ln w="5420" cap="flat">
                <a:solidFill>
                  <a:srgbClr val="3A356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85" name="ph2985"/>
              <p:cNvSpPr/>
              <p:nvPr/>
            </p:nvSpPr>
            <p:spPr>
              <a:xfrm>
                <a:off x="2280236" y="2474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3767">
                  <a:alpha val="100000"/>
                </a:srgbClr>
              </a:solidFill>
              <a:ln w="5420" cap="flat">
                <a:solidFill>
                  <a:srgbClr val="3B376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86" name="ph2986"/>
              <p:cNvSpPr/>
              <p:nvPr/>
            </p:nvSpPr>
            <p:spPr>
              <a:xfrm>
                <a:off x="2289621" y="2474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3B6B">
                  <a:alpha val="100000"/>
                </a:srgbClr>
              </a:solidFill>
              <a:ln w="5420" cap="flat">
                <a:solidFill>
                  <a:srgbClr val="3B3B6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87" name="ph2987"/>
              <p:cNvSpPr/>
              <p:nvPr/>
            </p:nvSpPr>
            <p:spPr>
              <a:xfrm>
                <a:off x="2299005" y="2474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3F71">
                  <a:alpha val="100000"/>
                </a:srgbClr>
              </a:solidFill>
              <a:ln w="5420" cap="flat">
                <a:solidFill>
                  <a:srgbClr val="3B3F7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88" name="ph2988"/>
              <p:cNvSpPr/>
              <p:nvPr/>
            </p:nvSpPr>
            <p:spPr>
              <a:xfrm>
                <a:off x="2758834" y="2474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89" name="ph2989"/>
              <p:cNvSpPr/>
              <p:nvPr/>
            </p:nvSpPr>
            <p:spPr>
              <a:xfrm>
                <a:off x="2768219" y="2474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90" name="ph2990"/>
              <p:cNvSpPr/>
              <p:nvPr/>
            </p:nvSpPr>
            <p:spPr>
              <a:xfrm>
                <a:off x="2777603" y="2474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91" name="ph2991"/>
              <p:cNvSpPr/>
              <p:nvPr/>
            </p:nvSpPr>
            <p:spPr>
              <a:xfrm>
                <a:off x="2786987" y="2474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92" name="ph2992"/>
              <p:cNvSpPr/>
              <p:nvPr/>
            </p:nvSpPr>
            <p:spPr>
              <a:xfrm>
                <a:off x="2796371" y="2474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93" name="ph2993"/>
              <p:cNvSpPr/>
              <p:nvPr/>
            </p:nvSpPr>
            <p:spPr>
              <a:xfrm>
                <a:off x="2805756" y="2474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94" name="ph2994"/>
              <p:cNvSpPr/>
              <p:nvPr/>
            </p:nvSpPr>
            <p:spPr>
              <a:xfrm>
                <a:off x="2815140" y="2474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95" name="ph2995"/>
              <p:cNvSpPr/>
              <p:nvPr/>
            </p:nvSpPr>
            <p:spPr>
              <a:xfrm>
                <a:off x="2946520" y="2474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96" name="ph2996"/>
              <p:cNvSpPr/>
              <p:nvPr/>
            </p:nvSpPr>
            <p:spPr>
              <a:xfrm>
                <a:off x="2955904" y="2474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97" name="ph2997"/>
              <p:cNvSpPr/>
              <p:nvPr/>
            </p:nvSpPr>
            <p:spPr>
              <a:xfrm>
                <a:off x="2965288" y="2474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98" name="ph2998"/>
              <p:cNvSpPr/>
              <p:nvPr/>
            </p:nvSpPr>
            <p:spPr>
              <a:xfrm>
                <a:off x="2974673" y="2474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99" name="ph2999"/>
              <p:cNvSpPr/>
              <p:nvPr/>
            </p:nvSpPr>
            <p:spPr>
              <a:xfrm>
                <a:off x="2984057" y="2474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00" name="ph3000"/>
              <p:cNvSpPr/>
              <p:nvPr/>
            </p:nvSpPr>
            <p:spPr>
              <a:xfrm>
                <a:off x="1745333" y="248628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5B99">
                  <a:alpha val="100000"/>
                </a:srgbClr>
              </a:solidFill>
              <a:ln w="5420" cap="flat">
                <a:solidFill>
                  <a:srgbClr val="395B9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01" name="ph3001"/>
              <p:cNvSpPr/>
              <p:nvPr/>
            </p:nvSpPr>
            <p:spPr>
              <a:xfrm>
                <a:off x="1754717" y="248628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5A97">
                  <a:alpha val="100000"/>
                </a:srgbClr>
              </a:solidFill>
              <a:ln w="5420" cap="flat">
                <a:solidFill>
                  <a:srgbClr val="3A5A9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02" name="ph3002"/>
              <p:cNvSpPr/>
              <p:nvPr/>
            </p:nvSpPr>
            <p:spPr>
              <a:xfrm>
                <a:off x="1764101" y="248628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5996">
                  <a:alpha val="100000"/>
                </a:srgbClr>
              </a:solidFill>
              <a:ln w="5420" cap="flat">
                <a:solidFill>
                  <a:srgbClr val="3A599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03" name="ph3003"/>
              <p:cNvSpPr/>
              <p:nvPr/>
            </p:nvSpPr>
            <p:spPr>
              <a:xfrm>
                <a:off x="1773486" y="248628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5895">
                  <a:alpha val="100000"/>
                </a:srgbClr>
              </a:solidFill>
              <a:ln w="5420" cap="flat">
                <a:solidFill>
                  <a:srgbClr val="3A589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04" name="ph3004"/>
              <p:cNvSpPr/>
              <p:nvPr/>
            </p:nvSpPr>
            <p:spPr>
              <a:xfrm>
                <a:off x="1782870" y="248628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5794">
                  <a:alpha val="100000"/>
                </a:srgbClr>
              </a:solidFill>
              <a:ln w="5420" cap="flat">
                <a:solidFill>
                  <a:srgbClr val="3A579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05" name="ph3005"/>
              <p:cNvSpPr/>
              <p:nvPr/>
            </p:nvSpPr>
            <p:spPr>
              <a:xfrm>
                <a:off x="1792254" y="248628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5793">
                  <a:alpha val="100000"/>
                </a:srgbClr>
              </a:solidFill>
              <a:ln w="5420" cap="flat">
                <a:solidFill>
                  <a:srgbClr val="3A579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06" name="ph3006"/>
              <p:cNvSpPr/>
              <p:nvPr/>
            </p:nvSpPr>
            <p:spPr>
              <a:xfrm>
                <a:off x="1801639" y="248628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5692">
                  <a:alpha val="100000"/>
                </a:srgbClr>
              </a:solidFill>
              <a:ln w="5420" cap="flat">
                <a:solidFill>
                  <a:srgbClr val="3A569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07" name="ph3007"/>
              <p:cNvSpPr/>
              <p:nvPr/>
            </p:nvSpPr>
            <p:spPr>
              <a:xfrm>
                <a:off x="1811023" y="248628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5692">
                  <a:alpha val="100000"/>
                </a:srgbClr>
              </a:solidFill>
              <a:ln w="5420" cap="flat">
                <a:solidFill>
                  <a:srgbClr val="3B569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08" name="ph3008"/>
              <p:cNvSpPr/>
              <p:nvPr/>
            </p:nvSpPr>
            <p:spPr>
              <a:xfrm>
                <a:off x="2073782" y="248628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02445">
                  <a:alpha val="100000"/>
                </a:srgbClr>
              </a:solidFill>
              <a:ln w="5420" cap="flat">
                <a:solidFill>
                  <a:srgbClr val="30244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09" name="ph3009"/>
              <p:cNvSpPr/>
              <p:nvPr/>
            </p:nvSpPr>
            <p:spPr>
              <a:xfrm>
                <a:off x="2083167" y="248628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3264B">
                  <a:alpha val="100000"/>
                </a:srgbClr>
              </a:solidFill>
              <a:ln w="5420" cap="flat">
                <a:solidFill>
                  <a:srgbClr val="33264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10" name="ph3010"/>
              <p:cNvSpPr/>
              <p:nvPr/>
            </p:nvSpPr>
            <p:spPr>
              <a:xfrm>
                <a:off x="2092551" y="248628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62850">
                  <a:alpha val="100000"/>
                </a:srgbClr>
              </a:solidFill>
              <a:ln w="5420" cap="flat">
                <a:solidFill>
                  <a:srgbClr val="36285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11" name="ph3011"/>
              <p:cNvSpPr/>
              <p:nvPr/>
            </p:nvSpPr>
            <p:spPr>
              <a:xfrm>
                <a:off x="2101935" y="248628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82A53">
                  <a:alpha val="100000"/>
                </a:srgbClr>
              </a:solidFill>
              <a:ln w="5420" cap="flat">
                <a:solidFill>
                  <a:srgbClr val="382A5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12" name="ph3012"/>
              <p:cNvSpPr/>
              <p:nvPr/>
            </p:nvSpPr>
            <p:spPr>
              <a:xfrm>
                <a:off x="2111320" y="248628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82A55">
                  <a:alpha val="100000"/>
                </a:srgbClr>
              </a:solidFill>
              <a:ln w="5420" cap="flat">
                <a:solidFill>
                  <a:srgbClr val="382A5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13" name="ph3013"/>
              <p:cNvSpPr/>
              <p:nvPr/>
            </p:nvSpPr>
            <p:spPr>
              <a:xfrm>
                <a:off x="2120704" y="248628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82B55">
                  <a:alpha val="100000"/>
                </a:srgbClr>
              </a:solidFill>
              <a:ln w="5420" cap="flat">
                <a:solidFill>
                  <a:srgbClr val="382B5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14" name="ph3014"/>
              <p:cNvSpPr/>
              <p:nvPr/>
            </p:nvSpPr>
            <p:spPr>
              <a:xfrm>
                <a:off x="2130088" y="248628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82B55">
                  <a:alpha val="100000"/>
                </a:srgbClr>
              </a:solidFill>
              <a:ln w="5420" cap="flat">
                <a:solidFill>
                  <a:srgbClr val="382B5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15" name="ph3015"/>
              <p:cNvSpPr/>
              <p:nvPr/>
            </p:nvSpPr>
            <p:spPr>
              <a:xfrm>
                <a:off x="2139472" y="248628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82C56">
                  <a:alpha val="100000"/>
                </a:srgbClr>
              </a:solidFill>
              <a:ln w="5420" cap="flat">
                <a:solidFill>
                  <a:srgbClr val="382C5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16" name="ph3016"/>
              <p:cNvSpPr/>
              <p:nvPr/>
            </p:nvSpPr>
            <p:spPr>
              <a:xfrm>
                <a:off x="2148857" y="248628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2C57">
                  <a:alpha val="100000"/>
                </a:srgbClr>
              </a:solidFill>
              <a:ln w="5420" cap="flat">
                <a:solidFill>
                  <a:srgbClr val="392C5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17" name="ph3017"/>
              <p:cNvSpPr/>
              <p:nvPr/>
            </p:nvSpPr>
            <p:spPr>
              <a:xfrm>
                <a:off x="2158241" y="248628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2D57">
                  <a:alpha val="100000"/>
                </a:srgbClr>
              </a:solidFill>
              <a:ln w="5420" cap="flat">
                <a:solidFill>
                  <a:srgbClr val="392D5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18" name="ph3018"/>
              <p:cNvSpPr/>
              <p:nvPr/>
            </p:nvSpPr>
            <p:spPr>
              <a:xfrm>
                <a:off x="2167625" y="248628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2C57">
                  <a:alpha val="100000"/>
                </a:srgbClr>
              </a:solidFill>
              <a:ln w="5420" cap="flat">
                <a:solidFill>
                  <a:srgbClr val="392C5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19" name="ph3019"/>
              <p:cNvSpPr/>
              <p:nvPr/>
            </p:nvSpPr>
            <p:spPr>
              <a:xfrm>
                <a:off x="2177009" y="248628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82C56">
                  <a:alpha val="100000"/>
                </a:srgbClr>
              </a:solidFill>
              <a:ln w="5420" cap="flat">
                <a:solidFill>
                  <a:srgbClr val="382C5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20" name="ph3020"/>
              <p:cNvSpPr/>
              <p:nvPr/>
            </p:nvSpPr>
            <p:spPr>
              <a:xfrm>
                <a:off x="2186394" y="248628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82B55">
                  <a:alpha val="100000"/>
                </a:srgbClr>
              </a:solidFill>
              <a:ln w="5420" cap="flat">
                <a:solidFill>
                  <a:srgbClr val="382B5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21" name="ph3021"/>
              <p:cNvSpPr/>
              <p:nvPr/>
            </p:nvSpPr>
            <p:spPr>
              <a:xfrm>
                <a:off x="2195778" y="248628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82A55">
                  <a:alpha val="100000"/>
                </a:srgbClr>
              </a:solidFill>
              <a:ln w="5420" cap="flat">
                <a:solidFill>
                  <a:srgbClr val="382A5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22" name="ph3022"/>
              <p:cNvSpPr/>
              <p:nvPr/>
            </p:nvSpPr>
            <p:spPr>
              <a:xfrm>
                <a:off x="2205162" y="248628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82B55">
                  <a:alpha val="100000"/>
                </a:srgbClr>
              </a:solidFill>
              <a:ln w="5420" cap="flat">
                <a:solidFill>
                  <a:srgbClr val="382B5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23" name="ph3023"/>
              <p:cNvSpPr/>
              <p:nvPr/>
            </p:nvSpPr>
            <p:spPr>
              <a:xfrm>
                <a:off x="2214547" y="248628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82B56">
                  <a:alpha val="100000"/>
                </a:srgbClr>
              </a:solidFill>
              <a:ln w="5420" cap="flat">
                <a:solidFill>
                  <a:srgbClr val="382B5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24" name="ph3024"/>
              <p:cNvSpPr/>
              <p:nvPr/>
            </p:nvSpPr>
            <p:spPr>
              <a:xfrm>
                <a:off x="2223931" y="248628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2E59">
                  <a:alpha val="100000"/>
                </a:srgbClr>
              </a:solidFill>
              <a:ln w="5420" cap="flat">
                <a:solidFill>
                  <a:srgbClr val="392E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25" name="ph3025"/>
              <p:cNvSpPr/>
              <p:nvPr/>
            </p:nvSpPr>
            <p:spPr>
              <a:xfrm>
                <a:off x="2233315" y="248628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2F5B">
                  <a:alpha val="100000"/>
                </a:srgbClr>
              </a:solidFill>
              <a:ln w="5420" cap="flat">
                <a:solidFill>
                  <a:srgbClr val="392F5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26" name="ph3026"/>
              <p:cNvSpPr/>
              <p:nvPr/>
            </p:nvSpPr>
            <p:spPr>
              <a:xfrm>
                <a:off x="2242699" y="248628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315D">
                  <a:alpha val="100000"/>
                </a:srgbClr>
              </a:solidFill>
              <a:ln w="5420" cap="flat">
                <a:solidFill>
                  <a:srgbClr val="39315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27" name="ph3027"/>
              <p:cNvSpPr/>
              <p:nvPr/>
            </p:nvSpPr>
            <p:spPr>
              <a:xfrm>
                <a:off x="2252084" y="248628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325F">
                  <a:alpha val="100000"/>
                </a:srgbClr>
              </a:solidFill>
              <a:ln w="5420" cap="flat">
                <a:solidFill>
                  <a:srgbClr val="3A325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28" name="ph3028"/>
              <p:cNvSpPr/>
              <p:nvPr/>
            </p:nvSpPr>
            <p:spPr>
              <a:xfrm>
                <a:off x="2261468" y="248628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29" name="ph3029"/>
              <p:cNvSpPr/>
              <p:nvPr/>
            </p:nvSpPr>
            <p:spPr>
              <a:xfrm>
                <a:off x="2270852" y="248628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3665">
                  <a:alpha val="100000"/>
                </a:srgbClr>
              </a:solidFill>
              <a:ln w="5420" cap="flat">
                <a:solidFill>
                  <a:srgbClr val="3A366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30" name="ph3030"/>
              <p:cNvSpPr/>
              <p:nvPr/>
            </p:nvSpPr>
            <p:spPr>
              <a:xfrm>
                <a:off x="2280236" y="248628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3968">
                  <a:alpha val="100000"/>
                </a:srgbClr>
              </a:solidFill>
              <a:ln w="5420" cap="flat">
                <a:solidFill>
                  <a:srgbClr val="3B396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31" name="ph3031"/>
              <p:cNvSpPr/>
              <p:nvPr/>
            </p:nvSpPr>
            <p:spPr>
              <a:xfrm>
                <a:off x="2289621" y="248628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3C6C">
                  <a:alpha val="100000"/>
                </a:srgbClr>
              </a:solidFill>
              <a:ln w="5420" cap="flat">
                <a:solidFill>
                  <a:srgbClr val="3B3C6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32" name="ph3032"/>
              <p:cNvSpPr/>
              <p:nvPr/>
            </p:nvSpPr>
            <p:spPr>
              <a:xfrm>
                <a:off x="2299005" y="248628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3F71">
                  <a:alpha val="100000"/>
                </a:srgbClr>
              </a:solidFill>
              <a:ln w="5420" cap="flat">
                <a:solidFill>
                  <a:srgbClr val="3B3F7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33" name="ph3033"/>
              <p:cNvSpPr/>
              <p:nvPr/>
            </p:nvSpPr>
            <p:spPr>
              <a:xfrm>
                <a:off x="2768219" y="248628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34" name="ph3034"/>
              <p:cNvSpPr/>
              <p:nvPr/>
            </p:nvSpPr>
            <p:spPr>
              <a:xfrm>
                <a:off x="2777603" y="248628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35" name="ph3035"/>
              <p:cNvSpPr/>
              <p:nvPr/>
            </p:nvSpPr>
            <p:spPr>
              <a:xfrm>
                <a:off x="2786987" y="248628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36" name="ph3036"/>
              <p:cNvSpPr/>
              <p:nvPr/>
            </p:nvSpPr>
            <p:spPr>
              <a:xfrm>
                <a:off x="2796371" y="248628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37" name="ph3037"/>
              <p:cNvSpPr/>
              <p:nvPr/>
            </p:nvSpPr>
            <p:spPr>
              <a:xfrm>
                <a:off x="2805756" y="248628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38" name="ph3038"/>
              <p:cNvSpPr/>
              <p:nvPr/>
            </p:nvSpPr>
            <p:spPr>
              <a:xfrm>
                <a:off x="2815140" y="248628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39" name="ph3039"/>
              <p:cNvSpPr/>
              <p:nvPr/>
            </p:nvSpPr>
            <p:spPr>
              <a:xfrm>
                <a:off x="2824524" y="248628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40" name="ph3040"/>
              <p:cNvSpPr/>
              <p:nvPr/>
            </p:nvSpPr>
            <p:spPr>
              <a:xfrm>
                <a:off x="2946520" y="248628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41" name="ph3041"/>
              <p:cNvSpPr/>
              <p:nvPr/>
            </p:nvSpPr>
            <p:spPr>
              <a:xfrm>
                <a:off x="2955904" y="248628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42" name="ph3042"/>
              <p:cNvSpPr/>
              <p:nvPr/>
            </p:nvSpPr>
            <p:spPr>
              <a:xfrm>
                <a:off x="2965288" y="248628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43" name="ph3043"/>
              <p:cNvSpPr/>
              <p:nvPr/>
            </p:nvSpPr>
            <p:spPr>
              <a:xfrm>
                <a:off x="2974673" y="248628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44" name="ph3044"/>
              <p:cNvSpPr/>
              <p:nvPr/>
            </p:nvSpPr>
            <p:spPr>
              <a:xfrm>
                <a:off x="2984057" y="248628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45" name="ph3045"/>
              <p:cNvSpPr/>
              <p:nvPr/>
            </p:nvSpPr>
            <p:spPr>
              <a:xfrm>
                <a:off x="1735949" y="249781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5C9B">
                  <a:alpha val="100000"/>
                </a:srgbClr>
              </a:solidFill>
              <a:ln w="5420" cap="flat">
                <a:solidFill>
                  <a:srgbClr val="395C9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46" name="ph3046"/>
              <p:cNvSpPr/>
              <p:nvPr/>
            </p:nvSpPr>
            <p:spPr>
              <a:xfrm>
                <a:off x="1745333" y="249781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5B9A">
                  <a:alpha val="100000"/>
                </a:srgbClr>
              </a:solidFill>
              <a:ln w="5420" cap="flat">
                <a:solidFill>
                  <a:srgbClr val="395B9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47" name="ph3047"/>
              <p:cNvSpPr/>
              <p:nvPr/>
            </p:nvSpPr>
            <p:spPr>
              <a:xfrm>
                <a:off x="1754717" y="249781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5A98">
                  <a:alpha val="100000"/>
                </a:srgbClr>
              </a:solidFill>
              <a:ln w="5420" cap="flat">
                <a:solidFill>
                  <a:srgbClr val="3A5A9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48" name="ph3048"/>
              <p:cNvSpPr/>
              <p:nvPr/>
            </p:nvSpPr>
            <p:spPr>
              <a:xfrm>
                <a:off x="1764101" y="249781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5997">
                  <a:alpha val="100000"/>
                </a:srgbClr>
              </a:solidFill>
              <a:ln w="5420" cap="flat">
                <a:solidFill>
                  <a:srgbClr val="3A599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49" name="ph3049"/>
              <p:cNvSpPr/>
              <p:nvPr/>
            </p:nvSpPr>
            <p:spPr>
              <a:xfrm>
                <a:off x="1773486" y="249781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5896">
                  <a:alpha val="100000"/>
                </a:srgbClr>
              </a:solidFill>
              <a:ln w="5420" cap="flat">
                <a:solidFill>
                  <a:srgbClr val="3A589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50" name="ph3050"/>
              <p:cNvSpPr/>
              <p:nvPr/>
            </p:nvSpPr>
            <p:spPr>
              <a:xfrm>
                <a:off x="1782870" y="249781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5895">
                  <a:alpha val="100000"/>
                </a:srgbClr>
              </a:solidFill>
              <a:ln w="5420" cap="flat">
                <a:solidFill>
                  <a:srgbClr val="3A589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51" name="ph3051"/>
              <p:cNvSpPr/>
              <p:nvPr/>
            </p:nvSpPr>
            <p:spPr>
              <a:xfrm>
                <a:off x="2083167" y="249781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5284E">
                  <a:alpha val="100000"/>
                </a:srgbClr>
              </a:solidFill>
              <a:ln w="5420" cap="flat">
                <a:solidFill>
                  <a:srgbClr val="35284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52" name="ph3052"/>
              <p:cNvSpPr/>
              <p:nvPr/>
            </p:nvSpPr>
            <p:spPr>
              <a:xfrm>
                <a:off x="2092551" y="249781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72952">
                  <a:alpha val="100000"/>
                </a:srgbClr>
              </a:solidFill>
              <a:ln w="5420" cap="flat">
                <a:solidFill>
                  <a:srgbClr val="37295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53" name="ph3053"/>
              <p:cNvSpPr/>
              <p:nvPr/>
            </p:nvSpPr>
            <p:spPr>
              <a:xfrm>
                <a:off x="2101935" y="249781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82A54">
                  <a:alpha val="100000"/>
                </a:srgbClr>
              </a:solidFill>
              <a:ln w="5420" cap="flat">
                <a:solidFill>
                  <a:srgbClr val="382A5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54" name="ph3054"/>
              <p:cNvSpPr/>
              <p:nvPr/>
            </p:nvSpPr>
            <p:spPr>
              <a:xfrm>
                <a:off x="2111320" y="249781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82B55">
                  <a:alpha val="100000"/>
                </a:srgbClr>
              </a:solidFill>
              <a:ln w="5420" cap="flat">
                <a:solidFill>
                  <a:srgbClr val="382B5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55" name="ph3055"/>
              <p:cNvSpPr/>
              <p:nvPr/>
            </p:nvSpPr>
            <p:spPr>
              <a:xfrm>
                <a:off x="2120704" y="249781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82B55">
                  <a:alpha val="100000"/>
                </a:srgbClr>
              </a:solidFill>
              <a:ln w="5420" cap="flat">
                <a:solidFill>
                  <a:srgbClr val="382B5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56" name="ph3056"/>
              <p:cNvSpPr/>
              <p:nvPr/>
            </p:nvSpPr>
            <p:spPr>
              <a:xfrm>
                <a:off x="2130088" y="249781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82B56">
                  <a:alpha val="100000"/>
                </a:srgbClr>
              </a:solidFill>
              <a:ln w="5420" cap="flat">
                <a:solidFill>
                  <a:srgbClr val="382B5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57" name="ph3057"/>
              <p:cNvSpPr/>
              <p:nvPr/>
            </p:nvSpPr>
            <p:spPr>
              <a:xfrm>
                <a:off x="2139472" y="249781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82C57">
                  <a:alpha val="100000"/>
                </a:srgbClr>
              </a:solidFill>
              <a:ln w="5420" cap="flat">
                <a:solidFill>
                  <a:srgbClr val="382C5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58" name="ph3058"/>
              <p:cNvSpPr/>
              <p:nvPr/>
            </p:nvSpPr>
            <p:spPr>
              <a:xfrm>
                <a:off x="2148857" y="249781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2D58">
                  <a:alpha val="100000"/>
                </a:srgbClr>
              </a:solidFill>
              <a:ln w="5420" cap="flat">
                <a:solidFill>
                  <a:srgbClr val="392D5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59" name="ph3059"/>
              <p:cNvSpPr/>
              <p:nvPr/>
            </p:nvSpPr>
            <p:spPr>
              <a:xfrm>
                <a:off x="2158241" y="249781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2D58">
                  <a:alpha val="100000"/>
                </a:srgbClr>
              </a:solidFill>
              <a:ln w="5420" cap="flat">
                <a:solidFill>
                  <a:srgbClr val="392D5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60" name="ph3060"/>
              <p:cNvSpPr/>
              <p:nvPr/>
            </p:nvSpPr>
            <p:spPr>
              <a:xfrm>
                <a:off x="2167625" y="249781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2D58">
                  <a:alpha val="100000"/>
                </a:srgbClr>
              </a:solidFill>
              <a:ln w="5420" cap="flat">
                <a:solidFill>
                  <a:srgbClr val="392D5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61" name="ph3061"/>
              <p:cNvSpPr/>
              <p:nvPr/>
            </p:nvSpPr>
            <p:spPr>
              <a:xfrm>
                <a:off x="2177009" y="249781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2D58">
                  <a:alpha val="100000"/>
                </a:srgbClr>
              </a:solidFill>
              <a:ln w="5420" cap="flat">
                <a:solidFill>
                  <a:srgbClr val="392D5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62" name="ph3062"/>
              <p:cNvSpPr/>
              <p:nvPr/>
            </p:nvSpPr>
            <p:spPr>
              <a:xfrm>
                <a:off x="2186394" y="249781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2D57">
                  <a:alpha val="100000"/>
                </a:srgbClr>
              </a:solidFill>
              <a:ln w="5420" cap="flat">
                <a:solidFill>
                  <a:srgbClr val="392D5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63" name="ph3063"/>
              <p:cNvSpPr/>
              <p:nvPr/>
            </p:nvSpPr>
            <p:spPr>
              <a:xfrm>
                <a:off x="2195778" y="249781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2C57">
                  <a:alpha val="100000"/>
                </a:srgbClr>
              </a:solidFill>
              <a:ln w="5420" cap="flat">
                <a:solidFill>
                  <a:srgbClr val="392C5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64" name="ph3064"/>
              <p:cNvSpPr/>
              <p:nvPr/>
            </p:nvSpPr>
            <p:spPr>
              <a:xfrm>
                <a:off x="2205162" y="249781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2D57">
                  <a:alpha val="100000"/>
                </a:srgbClr>
              </a:solidFill>
              <a:ln w="5420" cap="flat">
                <a:solidFill>
                  <a:srgbClr val="392D5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65" name="ph3065"/>
              <p:cNvSpPr/>
              <p:nvPr/>
            </p:nvSpPr>
            <p:spPr>
              <a:xfrm>
                <a:off x="2214547" y="249781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2D58">
                  <a:alpha val="100000"/>
                </a:srgbClr>
              </a:solidFill>
              <a:ln w="5420" cap="flat">
                <a:solidFill>
                  <a:srgbClr val="392D5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66" name="ph3066"/>
              <p:cNvSpPr/>
              <p:nvPr/>
            </p:nvSpPr>
            <p:spPr>
              <a:xfrm>
                <a:off x="2223931" y="249781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2F5B">
                  <a:alpha val="100000"/>
                </a:srgbClr>
              </a:solidFill>
              <a:ln w="5420" cap="flat">
                <a:solidFill>
                  <a:srgbClr val="392F5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67" name="ph3067"/>
              <p:cNvSpPr/>
              <p:nvPr/>
            </p:nvSpPr>
            <p:spPr>
              <a:xfrm>
                <a:off x="2233315" y="249781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315D">
                  <a:alpha val="100000"/>
                </a:srgbClr>
              </a:solidFill>
              <a:ln w="5420" cap="flat">
                <a:solidFill>
                  <a:srgbClr val="39315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68" name="ph3068"/>
              <p:cNvSpPr/>
              <p:nvPr/>
            </p:nvSpPr>
            <p:spPr>
              <a:xfrm>
                <a:off x="2242699" y="249781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325F">
                  <a:alpha val="100000"/>
                </a:srgbClr>
              </a:solidFill>
              <a:ln w="5420" cap="flat">
                <a:solidFill>
                  <a:srgbClr val="3A325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69" name="ph3069"/>
              <p:cNvSpPr/>
              <p:nvPr/>
            </p:nvSpPr>
            <p:spPr>
              <a:xfrm>
                <a:off x="2252084" y="249781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3461">
                  <a:alpha val="100000"/>
                </a:srgbClr>
              </a:solidFill>
              <a:ln w="5420" cap="flat">
                <a:solidFill>
                  <a:srgbClr val="3A346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70" name="ph3070"/>
              <p:cNvSpPr/>
              <p:nvPr/>
            </p:nvSpPr>
            <p:spPr>
              <a:xfrm>
                <a:off x="2261468" y="249781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3564">
                  <a:alpha val="100000"/>
                </a:srgbClr>
              </a:solidFill>
              <a:ln w="5420" cap="flat">
                <a:solidFill>
                  <a:srgbClr val="3A35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71" name="ph3071"/>
              <p:cNvSpPr/>
              <p:nvPr/>
            </p:nvSpPr>
            <p:spPr>
              <a:xfrm>
                <a:off x="2270852" y="249781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3767">
                  <a:alpha val="100000"/>
                </a:srgbClr>
              </a:solidFill>
              <a:ln w="5420" cap="flat">
                <a:solidFill>
                  <a:srgbClr val="3B376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72" name="ph3072"/>
              <p:cNvSpPr/>
              <p:nvPr/>
            </p:nvSpPr>
            <p:spPr>
              <a:xfrm>
                <a:off x="2280236" y="249781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3A6A">
                  <a:alpha val="100000"/>
                </a:srgbClr>
              </a:solidFill>
              <a:ln w="5420" cap="flat">
                <a:solidFill>
                  <a:srgbClr val="3B3A6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73" name="ph3073"/>
              <p:cNvSpPr/>
              <p:nvPr/>
            </p:nvSpPr>
            <p:spPr>
              <a:xfrm>
                <a:off x="2289621" y="249781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3D6E">
                  <a:alpha val="100000"/>
                </a:srgbClr>
              </a:solidFill>
              <a:ln w="5420" cap="flat">
                <a:solidFill>
                  <a:srgbClr val="3B3D6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74" name="ph3074"/>
              <p:cNvSpPr/>
              <p:nvPr/>
            </p:nvSpPr>
            <p:spPr>
              <a:xfrm>
                <a:off x="2299005" y="249781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4072">
                  <a:alpha val="100000"/>
                </a:srgbClr>
              </a:solidFill>
              <a:ln w="5420" cap="flat">
                <a:solidFill>
                  <a:srgbClr val="3B407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75" name="ph3075"/>
              <p:cNvSpPr/>
              <p:nvPr/>
            </p:nvSpPr>
            <p:spPr>
              <a:xfrm>
                <a:off x="2777603" y="249781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76" name="ph3076"/>
              <p:cNvSpPr/>
              <p:nvPr/>
            </p:nvSpPr>
            <p:spPr>
              <a:xfrm>
                <a:off x="2786987" y="249781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9DAA">
                  <a:alpha val="100000"/>
                </a:srgbClr>
              </a:solidFill>
              <a:ln w="5420" cap="flat">
                <a:solidFill>
                  <a:srgbClr val="3B9D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77" name="ph3077"/>
              <p:cNvSpPr/>
              <p:nvPr/>
            </p:nvSpPr>
            <p:spPr>
              <a:xfrm>
                <a:off x="2796371" y="249781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78" name="ph3078"/>
              <p:cNvSpPr/>
              <p:nvPr/>
            </p:nvSpPr>
            <p:spPr>
              <a:xfrm>
                <a:off x="2805756" y="249781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79" name="ph3079"/>
              <p:cNvSpPr/>
              <p:nvPr/>
            </p:nvSpPr>
            <p:spPr>
              <a:xfrm>
                <a:off x="2815140" y="249781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43A7AA">
                  <a:alpha val="100000"/>
                </a:srgbClr>
              </a:solidFill>
              <a:ln w="5420" cap="flat">
                <a:solidFill>
                  <a:srgbClr val="43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80" name="ph3080"/>
              <p:cNvSpPr/>
              <p:nvPr/>
            </p:nvSpPr>
            <p:spPr>
              <a:xfrm>
                <a:off x="2824524" y="249781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81" name="ph3081"/>
              <p:cNvSpPr/>
              <p:nvPr/>
            </p:nvSpPr>
            <p:spPr>
              <a:xfrm>
                <a:off x="2833908" y="249781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82" name="ph3082"/>
              <p:cNvSpPr/>
              <p:nvPr/>
            </p:nvSpPr>
            <p:spPr>
              <a:xfrm>
                <a:off x="2955904" y="249781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83" name="ph3083"/>
              <p:cNvSpPr/>
              <p:nvPr/>
            </p:nvSpPr>
            <p:spPr>
              <a:xfrm>
                <a:off x="2965288" y="249781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84" name="ph3084"/>
              <p:cNvSpPr/>
              <p:nvPr/>
            </p:nvSpPr>
            <p:spPr>
              <a:xfrm>
                <a:off x="2974673" y="249781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85" name="ph3085"/>
              <p:cNvSpPr/>
              <p:nvPr/>
            </p:nvSpPr>
            <p:spPr>
              <a:xfrm>
                <a:off x="2984057" y="249781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86" name="ph3086"/>
              <p:cNvSpPr/>
              <p:nvPr/>
            </p:nvSpPr>
            <p:spPr>
              <a:xfrm>
                <a:off x="2993441" y="249781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87" name="ph3087"/>
              <p:cNvSpPr/>
              <p:nvPr/>
            </p:nvSpPr>
            <p:spPr>
              <a:xfrm>
                <a:off x="1717180" y="250934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5D9C">
                  <a:alpha val="100000"/>
                </a:srgbClr>
              </a:solidFill>
              <a:ln w="5420" cap="flat">
                <a:solidFill>
                  <a:srgbClr val="395D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88" name="ph3088"/>
              <p:cNvSpPr/>
              <p:nvPr/>
            </p:nvSpPr>
            <p:spPr>
              <a:xfrm>
                <a:off x="1726564" y="250934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5D9C">
                  <a:alpha val="100000"/>
                </a:srgbClr>
              </a:solidFill>
              <a:ln w="5420" cap="flat">
                <a:solidFill>
                  <a:srgbClr val="395D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89" name="ph3089"/>
              <p:cNvSpPr/>
              <p:nvPr/>
            </p:nvSpPr>
            <p:spPr>
              <a:xfrm>
                <a:off x="1735949" y="250934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5C9B">
                  <a:alpha val="100000"/>
                </a:srgbClr>
              </a:solidFill>
              <a:ln w="5420" cap="flat">
                <a:solidFill>
                  <a:srgbClr val="395C9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90" name="ph3090"/>
              <p:cNvSpPr/>
              <p:nvPr/>
            </p:nvSpPr>
            <p:spPr>
              <a:xfrm>
                <a:off x="1745333" y="250934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5C9A">
                  <a:alpha val="100000"/>
                </a:srgbClr>
              </a:solidFill>
              <a:ln w="5420" cap="flat">
                <a:solidFill>
                  <a:srgbClr val="395C9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91" name="ph3091"/>
              <p:cNvSpPr/>
              <p:nvPr/>
            </p:nvSpPr>
            <p:spPr>
              <a:xfrm>
                <a:off x="1754717" y="250934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5A98">
                  <a:alpha val="100000"/>
                </a:srgbClr>
              </a:solidFill>
              <a:ln w="5420" cap="flat">
                <a:solidFill>
                  <a:srgbClr val="3A5A9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92" name="ph3092"/>
              <p:cNvSpPr/>
              <p:nvPr/>
            </p:nvSpPr>
            <p:spPr>
              <a:xfrm>
                <a:off x="1764101" y="250934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5A97">
                  <a:alpha val="100000"/>
                </a:srgbClr>
              </a:solidFill>
              <a:ln w="5420" cap="flat">
                <a:solidFill>
                  <a:srgbClr val="3A5A9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93" name="ph3093"/>
              <p:cNvSpPr/>
              <p:nvPr/>
            </p:nvSpPr>
            <p:spPr>
              <a:xfrm>
                <a:off x="1773486" y="250934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5996">
                  <a:alpha val="100000"/>
                </a:srgbClr>
              </a:solidFill>
              <a:ln w="5420" cap="flat">
                <a:solidFill>
                  <a:srgbClr val="3A599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94" name="ph3094"/>
              <p:cNvSpPr/>
              <p:nvPr/>
            </p:nvSpPr>
            <p:spPr>
              <a:xfrm>
                <a:off x="2101935" y="250934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82B55">
                  <a:alpha val="100000"/>
                </a:srgbClr>
              </a:solidFill>
              <a:ln w="5420" cap="flat">
                <a:solidFill>
                  <a:srgbClr val="382B5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95" name="ph3095"/>
              <p:cNvSpPr/>
              <p:nvPr/>
            </p:nvSpPr>
            <p:spPr>
              <a:xfrm>
                <a:off x="2111320" y="250934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82B56">
                  <a:alpha val="100000"/>
                </a:srgbClr>
              </a:solidFill>
              <a:ln w="5420" cap="flat">
                <a:solidFill>
                  <a:srgbClr val="382B5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96" name="ph3096"/>
              <p:cNvSpPr/>
              <p:nvPr/>
            </p:nvSpPr>
            <p:spPr>
              <a:xfrm>
                <a:off x="2120704" y="250934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82B56">
                  <a:alpha val="100000"/>
                </a:srgbClr>
              </a:solidFill>
              <a:ln w="5420" cap="flat">
                <a:solidFill>
                  <a:srgbClr val="382B5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97" name="ph3097"/>
              <p:cNvSpPr/>
              <p:nvPr/>
            </p:nvSpPr>
            <p:spPr>
              <a:xfrm>
                <a:off x="2130088" y="250934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2C57">
                  <a:alpha val="100000"/>
                </a:srgbClr>
              </a:solidFill>
              <a:ln w="5420" cap="flat">
                <a:solidFill>
                  <a:srgbClr val="392C5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98" name="ph3098"/>
              <p:cNvSpPr/>
              <p:nvPr/>
            </p:nvSpPr>
            <p:spPr>
              <a:xfrm>
                <a:off x="2139472" y="250934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2D58">
                  <a:alpha val="100000"/>
                </a:srgbClr>
              </a:solidFill>
              <a:ln w="5420" cap="flat">
                <a:solidFill>
                  <a:srgbClr val="392D5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99" name="ph3099"/>
              <p:cNvSpPr/>
              <p:nvPr/>
            </p:nvSpPr>
            <p:spPr>
              <a:xfrm>
                <a:off x="2148857" y="250934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2D59">
                  <a:alpha val="100000"/>
                </a:srgbClr>
              </a:solidFill>
              <a:ln w="5420" cap="flat">
                <a:solidFill>
                  <a:srgbClr val="392D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00" name="ph3100"/>
              <p:cNvSpPr/>
              <p:nvPr/>
            </p:nvSpPr>
            <p:spPr>
              <a:xfrm>
                <a:off x="2158241" y="250934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2E59">
                  <a:alpha val="100000"/>
                </a:srgbClr>
              </a:solidFill>
              <a:ln w="5420" cap="flat">
                <a:solidFill>
                  <a:srgbClr val="392E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01" name="ph3101"/>
              <p:cNvSpPr/>
              <p:nvPr/>
            </p:nvSpPr>
            <p:spPr>
              <a:xfrm>
                <a:off x="2167625" y="250934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2E5A">
                  <a:alpha val="100000"/>
                </a:srgbClr>
              </a:solidFill>
              <a:ln w="5420" cap="flat">
                <a:solidFill>
                  <a:srgbClr val="392E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02" name="ph3102"/>
              <p:cNvSpPr/>
              <p:nvPr/>
            </p:nvSpPr>
            <p:spPr>
              <a:xfrm>
                <a:off x="2177009" y="250934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2E5A">
                  <a:alpha val="100000"/>
                </a:srgbClr>
              </a:solidFill>
              <a:ln w="5420" cap="flat">
                <a:solidFill>
                  <a:srgbClr val="392E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03" name="ph3103"/>
              <p:cNvSpPr/>
              <p:nvPr/>
            </p:nvSpPr>
            <p:spPr>
              <a:xfrm>
                <a:off x="2186394" y="250934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2E5A">
                  <a:alpha val="100000"/>
                </a:srgbClr>
              </a:solidFill>
              <a:ln w="5420" cap="flat">
                <a:solidFill>
                  <a:srgbClr val="392E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04" name="ph3104"/>
              <p:cNvSpPr/>
              <p:nvPr/>
            </p:nvSpPr>
            <p:spPr>
              <a:xfrm>
                <a:off x="2195778" y="250934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2E5A">
                  <a:alpha val="100000"/>
                </a:srgbClr>
              </a:solidFill>
              <a:ln w="5420" cap="flat">
                <a:solidFill>
                  <a:srgbClr val="392E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05" name="ph3105"/>
              <p:cNvSpPr/>
              <p:nvPr/>
            </p:nvSpPr>
            <p:spPr>
              <a:xfrm>
                <a:off x="2205162" y="250934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2E5A">
                  <a:alpha val="100000"/>
                </a:srgbClr>
              </a:solidFill>
              <a:ln w="5420" cap="flat">
                <a:solidFill>
                  <a:srgbClr val="392E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06" name="ph3106"/>
              <p:cNvSpPr/>
              <p:nvPr/>
            </p:nvSpPr>
            <p:spPr>
              <a:xfrm>
                <a:off x="2233315" y="250934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325F">
                  <a:alpha val="100000"/>
                </a:srgbClr>
              </a:solidFill>
              <a:ln w="5420" cap="flat">
                <a:solidFill>
                  <a:srgbClr val="3A325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07" name="ph3107"/>
              <p:cNvSpPr/>
              <p:nvPr/>
            </p:nvSpPr>
            <p:spPr>
              <a:xfrm>
                <a:off x="2242699" y="250934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3461">
                  <a:alpha val="100000"/>
                </a:srgbClr>
              </a:solidFill>
              <a:ln w="5420" cap="flat">
                <a:solidFill>
                  <a:srgbClr val="3A346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08" name="ph3108"/>
              <p:cNvSpPr/>
              <p:nvPr/>
            </p:nvSpPr>
            <p:spPr>
              <a:xfrm>
                <a:off x="2252084" y="250934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3563">
                  <a:alpha val="100000"/>
                </a:srgbClr>
              </a:solidFill>
              <a:ln w="5420" cap="flat">
                <a:solidFill>
                  <a:srgbClr val="3A356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09" name="ph3109"/>
              <p:cNvSpPr/>
              <p:nvPr/>
            </p:nvSpPr>
            <p:spPr>
              <a:xfrm>
                <a:off x="2261468" y="250934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3766">
                  <a:alpha val="100000"/>
                </a:srgbClr>
              </a:solidFill>
              <a:ln w="5420" cap="flat">
                <a:solidFill>
                  <a:srgbClr val="3B376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10" name="ph3110"/>
              <p:cNvSpPr/>
              <p:nvPr/>
            </p:nvSpPr>
            <p:spPr>
              <a:xfrm>
                <a:off x="2270852" y="250934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3969">
                  <a:alpha val="100000"/>
                </a:srgbClr>
              </a:solidFill>
              <a:ln w="5420" cap="flat">
                <a:solidFill>
                  <a:srgbClr val="3B396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11" name="ph3111"/>
              <p:cNvSpPr/>
              <p:nvPr/>
            </p:nvSpPr>
            <p:spPr>
              <a:xfrm>
                <a:off x="2280236" y="250934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3B6C">
                  <a:alpha val="100000"/>
                </a:srgbClr>
              </a:solidFill>
              <a:ln w="5420" cap="flat">
                <a:solidFill>
                  <a:srgbClr val="3B3B6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12" name="ph3112"/>
              <p:cNvSpPr/>
              <p:nvPr/>
            </p:nvSpPr>
            <p:spPr>
              <a:xfrm>
                <a:off x="2289621" y="250934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3E6F">
                  <a:alpha val="100000"/>
                </a:srgbClr>
              </a:solidFill>
              <a:ln w="5420" cap="flat">
                <a:solidFill>
                  <a:srgbClr val="3B3E6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13" name="ph3113"/>
              <p:cNvSpPr/>
              <p:nvPr/>
            </p:nvSpPr>
            <p:spPr>
              <a:xfrm>
                <a:off x="2299005" y="250934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C4073">
                  <a:alpha val="100000"/>
                </a:srgbClr>
              </a:solidFill>
              <a:ln w="5420" cap="flat">
                <a:solidFill>
                  <a:srgbClr val="3C407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14" name="ph3114"/>
              <p:cNvSpPr/>
              <p:nvPr/>
            </p:nvSpPr>
            <p:spPr>
              <a:xfrm>
                <a:off x="2796371" y="250934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15" name="ph3115"/>
              <p:cNvSpPr/>
              <p:nvPr/>
            </p:nvSpPr>
            <p:spPr>
              <a:xfrm>
                <a:off x="2805756" y="250934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16" name="ph3116"/>
              <p:cNvSpPr/>
              <p:nvPr/>
            </p:nvSpPr>
            <p:spPr>
              <a:xfrm>
                <a:off x="2815140" y="250934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17" name="ph3117"/>
              <p:cNvSpPr/>
              <p:nvPr/>
            </p:nvSpPr>
            <p:spPr>
              <a:xfrm>
                <a:off x="2824524" y="250934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18" name="ph3118"/>
              <p:cNvSpPr/>
              <p:nvPr/>
            </p:nvSpPr>
            <p:spPr>
              <a:xfrm>
                <a:off x="2833908" y="250934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19" name="ph3119"/>
              <p:cNvSpPr/>
              <p:nvPr/>
            </p:nvSpPr>
            <p:spPr>
              <a:xfrm>
                <a:off x="2843293" y="250934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20" name="ph3120"/>
              <p:cNvSpPr/>
              <p:nvPr/>
            </p:nvSpPr>
            <p:spPr>
              <a:xfrm>
                <a:off x="2955904" y="250934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21" name="ph3121"/>
              <p:cNvSpPr/>
              <p:nvPr/>
            </p:nvSpPr>
            <p:spPr>
              <a:xfrm>
                <a:off x="2965288" y="250934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22" name="ph3122"/>
              <p:cNvSpPr/>
              <p:nvPr/>
            </p:nvSpPr>
            <p:spPr>
              <a:xfrm>
                <a:off x="2974673" y="250934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23" name="ph3123"/>
              <p:cNvSpPr/>
              <p:nvPr/>
            </p:nvSpPr>
            <p:spPr>
              <a:xfrm>
                <a:off x="2984057" y="250934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24" name="ph3124"/>
              <p:cNvSpPr/>
              <p:nvPr/>
            </p:nvSpPr>
            <p:spPr>
              <a:xfrm>
                <a:off x="2993441" y="250934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25" name="ph3125"/>
              <p:cNvSpPr/>
              <p:nvPr/>
            </p:nvSpPr>
            <p:spPr>
              <a:xfrm>
                <a:off x="3002825" y="250934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26" name="ph3126"/>
              <p:cNvSpPr/>
              <p:nvPr/>
            </p:nvSpPr>
            <p:spPr>
              <a:xfrm>
                <a:off x="1623337" y="252087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27" name="ph3127"/>
              <p:cNvSpPr/>
              <p:nvPr/>
            </p:nvSpPr>
            <p:spPr>
              <a:xfrm>
                <a:off x="1632722" y="252087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28" name="ph3128"/>
              <p:cNvSpPr/>
              <p:nvPr/>
            </p:nvSpPr>
            <p:spPr>
              <a:xfrm>
                <a:off x="1642106" y="252087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5F9D">
                  <a:alpha val="100000"/>
                </a:srgbClr>
              </a:solidFill>
              <a:ln w="5420" cap="flat">
                <a:solidFill>
                  <a:srgbClr val="395F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29" name="ph3129"/>
              <p:cNvSpPr/>
              <p:nvPr/>
            </p:nvSpPr>
            <p:spPr>
              <a:xfrm>
                <a:off x="1651490" y="252087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30" name="ph3130"/>
              <p:cNvSpPr/>
              <p:nvPr/>
            </p:nvSpPr>
            <p:spPr>
              <a:xfrm>
                <a:off x="1660874" y="252087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31" name="ph3131"/>
              <p:cNvSpPr/>
              <p:nvPr/>
            </p:nvSpPr>
            <p:spPr>
              <a:xfrm>
                <a:off x="1670259" y="252087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32" name="ph3132"/>
              <p:cNvSpPr/>
              <p:nvPr/>
            </p:nvSpPr>
            <p:spPr>
              <a:xfrm>
                <a:off x="1698412" y="252087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33" name="ph3133"/>
              <p:cNvSpPr/>
              <p:nvPr/>
            </p:nvSpPr>
            <p:spPr>
              <a:xfrm>
                <a:off x="1707796" y="252087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34" name="ph3134"/>
              <p:cNvSpPr/>
              <p:nvPr/>
            </p:nvSpPr>
            <p:spPr>
              <a:xfrm>
                <a:off x="1717180" y="252087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35" name="ph3135"/>
              <p:cNvSpPr/>
              <p:nvPr/>
            </p:nvSpPr>
            <p:spPr>
              <a:xfrm>
                <a:off x="1726564" y="252087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5D9C">
                  <a:alpha val="100000"/>
                </a:srgbClr>
              </a:solidFill>
              <a:ln w="5420" cap="flat">
                <a:solidFill>
                  <a:srgbClr val="395D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36" name="ph3136"/>
              <p:cNvSpPr/>
              <p:nvPr/>
            </p:nvSpPr>
            <p:spPr>
              <a:xfrm>
                <a:off x="1735949" y="252087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5D9B">
                  <a:alpha val="100000"/>
                </a:srgbClr>
              </a:solidFill>
              <a:ln w="5420" cap="flat">
                <a:solidFill>
                  <a:srgbClr val="395D9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37" name="ph3137"/>
              <p:cNvSpPr/>
              <p:nvPr/>
            </p:nvSpPr>
            <p:spPr>
              <a:xfrm>
                <a:off x="1745333" y="252087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5C9B">
                  <a:alpha val="100000"/>
                </a:srgbClr>
              </a:solidFill>
              <a:ln w="5420" cap="flat">
                <a:solidFill>
                  <a:srgbClr val="395C9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38" name="ph3138"/>
              <p:cNvSpPr/>
              <p:nvPr/>
            </p:nvSpPr>
            <p:spPr>
              <a:xfrm>
                <a:off x="1754717" y="252087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5B99">
                  <a:alpha val="100000"/>
                </a:srgbClr>
              </a:solidFill>
              <a:ln w="5420" cap="flat">
                <a:solidFill>
                  <a:srgbClr val="3A5B9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39" name="ph3139"/>
              <p:cNvSpPr/>
              <p:nvPr/>
            </p:nvSpPr>
            <p:spPr>
              <a:xfrm>
                <a:off x="1764101" y="252087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5A97">
                  <a:alpha val="100000"/>
                </a:srgbClr>
              </a:solidFill>
              <a:ln w="5420" cap="flat">
                <a:solidFill>
                  <a:srgbClr val="3A5A9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40" name="ph3140"/>
              <p:cNvSpPr/>
              <p:nvPr/>
            </p:nvSpPr>
            <p:spPr>
              <a:xfrm>
                <a:off x="2177009" y="252087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2F5B">
                  <a:alpha val="100000"/>
                </a:srgbClr>
              </a:solidFill>
              <a:ln w="5420" cap="flat">
                <a:solidFill>
                  <a:srgbClr val="392F5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41" name="ph3141"/>
              <p:cNvSpPr/>
              <p:nvPr/>
            </p:nvSpPr>
            <p:spPr>
              <a:xfrm>
                <a:off x="2186394" y="252087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2F5C">
                  <a:alpha val="100000"/>
                </a:srgbClr>
              </a:solidFill>
              <a:ln w="5420" cap="flat">
                <a:solidFill>
                  <a:srgbClr val="392F5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42" name="ph3142"/>
              <p:cNvSpPr/>
              <p:nvPr/>
            </p:nvSpPr>
            <p:spPr>
              <a:xfrm>
                <a:off x="2242699" y="252087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3563">
                  <a:alpha val="100000"/>
                </a:srgbClr>
              </a:solidFill>
              <a:ln w="5420" cap="flat">
                <a:solidFill>
                  <a:srgbClr val="3A356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43" name="ph3143"/>
              <p:cNvSpPr/>
              <p:nvPr/>
            </p:nvSpPr>
            <p:spPr>
              <a:xfrm>
                <a:off x="2252084" y="252087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3766">
                  <a:alpha val="100000"/>
                </a:srgbClr>
              </a:solidFill>
              <a:ln w="5420" cap="flat">
                <a:solidFill>
                  <a:srgbClr val="3B376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44" name="ph3144"/>
              <p:cNvSpPr/>
              <p:nvPr/>
            </p:nvSpPr>
            <p:spPr>
              <a:xfrm>
                <a:off x="2261468" y="252087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3868">
                  <a:alpha val="100000"/>
                </a:srgbClr>
              </a:solidFill>
              <a:ln w="5420" cap="flat">
                <a:solidFill>
                  <a:srgbClr val="3B386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45" name="ph3145"/>
              <p:cNvSpPr/>
              <p:nvPr/>
            </p:nvSpPr>
            <p:spPr>
              <a:xfrm>
                <a:off x="2270852" y="252087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3A6B">
                  <a:alpha val="100000"/>
                </a:srgbClr>
              </a:solidFill>
              <a:ln w="5420" cap="flat">
                <a:solidFill>
                  <a:srgbClr val="3B3A6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46" name="ph3146"/>
              <p:cNvSpPr/>
              <p:nvPr/>
            </p:nvSpPr>
            <p:spPr>
              <a:xfrm>
                <a:off x="2280236" y="252087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3C6E">
                  <a:alpha val="100000"/>
                </a:srgbClr>
              </a:solidFill>
              <a:ln w="5420" cap="flat">
                <a:solidFill>
                  <a:srgbClr val="3B3C6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47" name="ph3147"/>
              <p:cNvSpPr/>
              <p:nvPr/>
            </p:nvSpPr>
            <p:spPr>
              <a:xfrm>
                <a:off x="2289621" y="252087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3F71">
                  <a:alpha val="100000"/>
                </a:srgbClr>
              </a:solidFill>
              <a:ln w="5420" cap="flat">
                <a:solidFill>
                  <a:srgbClr val="3B3F7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48" name="ph3148"/>
              <p:cNvSpPr/>
              <p:nvPr/>
            </p:nvSpPr>
            <p:spPr>
              <a:xfrm>
                <a:off x="2805756" y="252087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49" name="ph3149"/>
              <p:cNvSpPr/>
              <p:nvPr/>
            </p:nvSpPr>
            <p:spPr>
              <a:xfrm>
                <a:off x="2815140" y="252087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50" name="ph3150"/>
              <p:cNvSpPr/>
              <p:nvPr/>
            </p:nvSpPr>
            <p:spPr>
              <a:xfrm>
                <a:off x="2824524" y="252087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51" name="ph3151"/>
              <p:cNvSpPr/>
              <p:nvPr/>
            </p:nvSpPr>
            <p:spPr>
              <a:xfrm>
                <a:off x="2833908" y="252087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52" name="ph3152"/>
              <p:cNvSpPr/>
              <p:nvPr/>
            </p:nvSpPr>
            <p:spPr>
              <a:xfrm>
                <a:off x="2843293" y="252087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7AAAA">
                  <a:alpha val="100000"/>
                </a:srgbClr>
              </a:solidFill>
              <a:ln w="5420" cap="flat">
                <a:solidFill>
                  <a:srgbClr val="47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53" name="ph3153"/>
              <p:cNvSpPr/>
              <p:nvPr/>
            </p:nvSpPr>
            <p:spPr>
              <a:xfrm>
                <a:off x="2965288" y="252087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54" name="ph3154"/>
              <p:cNvSpPr/>
              <p:nvPr/>
            </p:nvSpPr>
            <p:spPr>
              <a:xfrm>
                <a:off x="2974673" y="252087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55" name="ph3155"/>
              <p:cNvSpPr/>
              <p:nvPr/>
            </p:nvSpPr>
            <p:spPr>
              <a:xfrm>
                <a:off x="2984057" y="252087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56" name="ph3156"/>
              <p:cNvSpPr/>
              <p:nvPr/>
            </p:nvSpPr>
            <p:spPr>
              <a:xfrm>
                <a:off x="2993441" y="252087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57" name="ph3157"/>
              <p:cNvSpPr/>
              <p:nvPr/>
            </p:nvSpPr>
            <p:spPr>
              <a:xfrm>
                <a:off x="3002825" y="252087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58" name="ph3158"/>
              <p:cNvSpPr/>
              <p:nvPr/>
            </p:nvSpPr>
            <p:spPr>
              <a:xfrm>
                <a:off x="1613953" y="2532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59" name="ph3159"/>
              <p:cNvSpPr/>
              <p:nvPr/>
            </p:nvSpPr>
            <p:spPr>
              <a:xfrm>
                <a:off x="1623337" y="2532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60" name="ph3160"/>
              <p:cNvSpPr/>
              <p:nvPr/>
            </p:nvSpPr>
            <p:spPr>
              <a:xfrm>
                <a:off x="1632722" y="2532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61" name="ph3161"/>
              <p:cNvSpPr/>
              <p:nvPr/>
            </p:nvSpPr>
            <p:spPr>
              <a:xfrm>
                <a:off x="1642106" y="2532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5F9D">
                  <a:alpha val="100000"/>
                </a:srgbClr>
              </a:solidFill>
              <a:ln w="5420" cap="flat">
                <a:solidFill>
                  <a:srgbClr val="395F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62" name="ph3162"/>
              <p:cNvSpPr/>
              <p:nvPr/>
            </p:nvSpPr>
            <p:spPr>
              <a:xfrm>
                <a:off x="1651490" y="2532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63" name="ph3163"/>
              <p:cNvSpPr/>
              <p:nvPr/>
            </p:nvSpPr>
            <p:spPr>
              <a:xfrm>
                <a:off x="1660874" y="2532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64" name="ph3164"/>
              <p:cNvSpPr/>
              <p:nvPr/>
            </p:nvSpPr>
            <p:spPr>
              <a:xfrm>
                <a:off x="1670259" y="2532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65" name="ph3165"/>
              <p:cNvSpPr/>
              <p:nvPr/>
            </p:nvSpPr>
            <p:spPr>
              <a:xfrm>
                <a:off x="1679643" y="2532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66" name="ph3166"/>
              <p:cNvSpPr/>
              <p:nvPr/>
            </p:nvSpPr>
            <p:spPr>
              <a:xfrm>
                <a:off x="1689027" y="2532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67" name="ph3167"/>
              <p:cNvSpPr/>
              <p:nvPr/>
            </p:nvSpPr>
            <p:spPr>
              <a:xfrm>
                <a:off x="1698412" y="2532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68" name="ph3168"/>
              <p:cNvSpPr/>
              <p:nvPr/>
            </p:nvSpPr>
            <p:spPr>
              <a:xfrm>
                <a:off x="1707796" y="2532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69" name="ph3169"/>
              <p:cNvSpPr/>
              <p:nvPr/>
            </p:nvSpPr>
            <p:spPr>
              <a:xfrm>
                <a:off x="1717180" y="2532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70" name="ph3170"/>
              <p:cNvSpPr/>
              <p:nvPr/>
            </p:nvSpPr>
            <p:spPr>
              <a:xfrm>
                <a:off x="1726564" y="2532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5D9C">
                  <a:alpha val="100000"/>
                </a:srgbClr>
              </a:solidFill>
              <a:ln w="5420" cap="flat">
                <a:solidFill>
                  <a:srgbClr val="395D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71" name="ph3171"/>
              <p:cNvSpPr/>
              <p:nvPr/>
            </p:nvSpPr>
            <p:spPr>
              <a:xfrm>
                <a:off x="1735949" y="2532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5D9C">
                  <a:alpha val="100000"/>
                </a:srgbClr>
              </a:solidFill>
              <a:ln w="5420" cap="flat">
                <a:solidFill>
                  <a:srgbClr val="395D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72" name="ph3172"/>
              <p:cNvSpPr/>
              <p:nvPr/>
            </p:nvSpPr>
            <p:spPr>
              <a:xfrm>
                <a:off x="1745333" y="2532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5C9B">
                  <a:alpha val="100000"/>
                </a:srgbClr>
              </a:solidFill>
              <a:ln w="5420" cap="flat">
                <a:solidFill>
                  <a:srgbClr val="395C9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73" name="ph3173"/>
              <p:cNvSpPr/>
              <p:nvPr/>
            </p:nvSpPr>
            <p:spPr>
              <a:xfrm>
                <a:off x="1754717" y="2532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5B99">
                  <a:alpha val="100000"/>
                </a:srgbClr>
              </a:solidFill>
              <a:ln w="5420" cap="flat">
                <a:solidFill>
                  <a:srgbClr val="3A5B9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74" name="ph3174"/>
              <p:cNvSpPr/>
              <p:nvPr/>
            </p:nvSpPr>
            <p:spPr>
              <a:xfrm>
                <a:off x="2242699" y="2532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3766">
                  <a:alpha val="100000"/>
                </a:srgbClr>
              </a:solidFill>
              <a:ln w="5420" cap="flat">
                <a:solidFill>
                  <a:srgbClr val="3B376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75" name="ph3175"/>
              <p:cNvSpPr/>
              <p:nvPr/>
            </p:nvSpPr>
            <p:spPr>
              <a:xfrm>
                <a:off x="2252084" y="2532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3868">
                  <a:alpha val="100000"/>
                </a:srgbClr>
              </a:solidFill>
              <a:ln w="5420" cap="flat">
                <a:solidFill>
                  <a:srgbClr val="3B386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76" name="ph3176"/>
              <p:cNvSpPr/>
              <p:nvPr/>
            </p:nvSpPr>
            <p:spPr>
              <a:xfrm>
                <a:off x="2261468" y="2532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3A6A">
                  <a:alpha val="100000"/>
                </a:srgbClr>
              </a:solidFill>
              <a:ln w="5420" cap="flat">
                <a:solidFill>
                  <a:srgbClr val="3B3A6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77" name="ph3177"/>
              <p:cNvSpPr/>
              <p:nvPr/>
            </p:nvSpPr>
            <p:spPr>
              <a:xfrm>
                <a:off x="2270852" y="2532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3C6D">
                  <a:alpha val="100000"/>
                </a:srgbClr>
              </a:solidFill>
              <a:ln w="5420" cap="flat">
                <a:solidFill>
                  <a:srgbClr val="3B3C6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78" name="ph3178"/>
              <p:cNvSpPr/>
              <p:nvPr/>
            </p:nvSpPr>
            <p:spPr>
              <a:xfrm>
                <a:off x="2805756" y="2532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79" name="ph3179"/>
              <p:cNvSpPr/>
              <p:nvPr/>
            </p:nvSpPr>
            <p:spPr>
              <a:xfrm>
                <a:off x="2815140" y="2532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80" name="ph3180"/>
              <p:cNvSpPr/>
              <p:nvPr/>
            </p:nvSpPr>
            <p:spPr>
              <a:xfrm>
                <a:off x="2824524" y="2532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81" name="ph3181"/>
              <p:cNvSpPr/>
              <p:nvPr/>
            </p:nvSpPr>
            <p:spPr>
              <a:xfrm>
                <a:off x="2833908" y="2532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82" name="ph3182"/>
              <p:cNvSpPr/>
              <p:nvPr/>
            </p:nvSpPr>
            <p:spPr>
              <a:xfrm>
                <a:off x="2843293" y="2532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83" name="ph3183"/>
              <p:cNvSpPr/>
              <p:nvPr/>
            </p:nvSpPr>
            <p:spPr>
              <a:xfrm>
                <a:off x="2965288" y="2532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84" name="ph3184"/>
              <p:cNvSpPr/>
              <p:nvPr/>
            </p:nvSpPr>
            <p:spPr>
              <a:xfrm>
                <a:off x="2974673" y="2532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85" name="ph3185"/>
              <p:cNvSpPr/>
              <p:nvPr/>
            </p:nvSpPr>
            <p:spPr>
              <a:xfrm>
                <a:off x="2984057" y="2532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86" name="ph3186"/>
              <p:cNvSpPr/>
              <p:nvPr/>
            </p:nvSpPr>
            <p:spPr>
              <a:xfrm>
                <a:off x="2993441" y="2532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87" name="ph3187"/>
              <p:cNvSpPr/>
              <p:nvPr/>
            </p:nvSpPr>
            <p:spPr>
              <a:xfrm>
                <a:off x="3002825" y="2532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88" name="ph3188"/>
              <p:cNvSpPr/>
              <p:nvPr/>
            </p:nvSpPr>
            <p:spPr>
              <a:xfrm>
                <a:off x="3012210" y="253241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2BAAB">
                  <a:alpha val="100000"/>
                </a:srgbClr>
              </a:solidFill>
              <a:ln w="5420" cap="flat">
                <a:solidFill>
                  <a:srgbClr val="52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89" name="ph3189"/>
              <p:cNvSpPr/>
              <p:nvPr/>
            </p:nvSpPr>
            <p:spPr>
              <a:xfrm>
                <a:off x="1613953" y="2543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90" name="ph3190"/>
              <p:cNvSpPr/>
              <p:nvPr/>
            </p:nvSpPr>
            <p:spPr>
              <a:xfrm>
                <a:off x="1623337" y="2543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91" name="ph3191"/>
              <p:cNvSpPr/>
              <p:nvPr/>
            </p:nvSpPr>
            <p:spPr>
              <a:xfrm>
                <a:off x="1632722" y="2543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92" name="ph3192"/>
              <p:cNvSpPr/>
              <p:nvPr/>
            </p:nvSpPr>
            <p:spPr>
              <a:xfrm>
                <a:off x="1642106" y="2543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93" name="ph3193"/>
              <p:cNvSpPr/>
              <p:nvPr/>
            </p:nvSpPr>
            <p:spPr>
              <a:xfrm>
                <a:off x="1651490" y="2543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94" name="ph3194"/>
              <p:cNvSpPr/>
              <p:nvPr/>
            </p:nvSpPr>
            <p:spPr>
              <a:xfrm>
                <a:off x="1660874" y="2543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95" name="ph3195"/>
              <p:cNvSpPr/>
              <p:nvPr/>
            </p:nvSpPr>
            <p:spPr>
              <a:xfrm>
                <a:off x="1670259" y="2543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96" name="ph3196"/>
              <p:cNvSpPr/>
              <p:nvPr/>
            </p:nvSpPr>
            <p:spPr>
              <a:xfrm>
                <a:off x="1679643" y="2543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97" name="ph3197"/>
              <p:cNvSpPr/>
              <p:nvPr/>
            </p:nvSpPr>
            <p:spPr>
              <a:xfrm>
                <a:off x="1689027" y="2543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98" name="ph3198"/>
              <p:cNvSpPr/>
              <p:nvPr/>
            </p:nvSpPr>
            <p:spPr>
              <a:xfrm>
                <a:off x="1698412" y="2543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99" name="ph3199"/>
              <p:cNvSpPr/>
              <p:nvPr/>
            </p:nvSpPr>
            <p:spPr>
              <a:xfrm>
                <a:off x="1707796" y="2543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00" name="ph3200"/>
              <p:cNvSpPr/>
              <p:nvPr/>
            </p:nvSpPr>
            <p:spPr>
              <a:xfrm>
                <a:off x="1717180" y="2543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01" name="ph3201"/>
              <p:cNvSpPr/>
              <p:nvPr/>
            </p:nvSpPr>
            <p:spPr>
              <a:xfrm>
                <a:off x="1726564" y="2543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02" name="ph3202"/>
              <p:cNvSpPr/>
              <p:nvPr/>
            </p:nvSpPr>
            <p:spPr>
              <a:xfrm>
                <a:off x="1735949" y="2543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5D9C">
                  <a:alpha val="100000"/>
                </a:srgbClr>
              </a:solidFill>
              <a:ln w="5420" cap="flat">
                <a:solidFill>
                  <a:srgbClr val="395D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03" name="ph3203"/>
              <p:cNvSpPr/>
              <p:nvPr/>
            </p:nvSpPr>
            <p:spPr>
              <a:xfrm>
                <a:off x="1745333" y="2543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5C9B">
                  <a:alpha val="100000"/>
                </a:srgbClr>
              </a:solidFill>
              <a:ln w="5420" cap="flat">
                <a:solidFill>
                  <a:srgbClr val="395C9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04" name="ph3204"/>
              <p:cNvSpPr/>
              <p:nvPr/>
            </p:nvSpPr>
            <p:spPr>
              <a:xfrm>
                <a:off x="2805756" y="2543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05" name="ph3205"/>
              <p:cNvSpPr/>
              <p:nvPr/>
            </p:nvSpPr>
            <p:spPr>
              <a:xfrm>
                <a:off x="2815140" y="2543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41A3AA">
                  <a:alpha val="100000"/>
                </a:srgbClr>
              </a:solidFill>
              <a:ln w="5420" cap="flat">
                <a:solidFill>
                  <a:srgbClr val="41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06" name="ph3206"/>
              <p:cNvSpPr/>
              <p:nvPr/>
            </p:nvSpPr>
            <p:spPr>
              <a:xfrm>
                <a:off x="2824524" y="2543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07" name="ph3207"/>
              <p:cNvSpPr/>
              <p:nvPr/>
            </p:nvSpPr>
            <p:spPr>
              <a:xfrm>
                <a:off x="2833908" y="2543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08" name="ph3208"/>
              <p:cNvSpPr/>
              <p:nvPr/>
            </p:nvSpPr>
            <p:spPr>
              <a:xfrm>
                <a:off x="2843293" y="2543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09" name="ph3209"/>
              <p:cNvSpPr/>
              <p:nvPr/>
            </p:nvSpPr>
            <p:spPr>
              <a:xfrm>
                <a:off x="2965288" y="2543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10" name="ph3210"/>
              <p:cNvSpPr/>
              <p:nvPr/>
            </p:nvSpPr>
            <p:spPr>
              <a:xfrm>
                <a:off x="2974673" y="2543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11" name="ph3211"/>
              <p:cNvSpPr/>
              <p:nvPr/>
            </p:nvSpPr>
            <p:spPr>
              <a:xfrm>
                <a:off x="2984057" y="2543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12" name="ph3212"/>
              <p:cNvSpPr/>
              <p:nvPr/>
            </p:nvSpPr>
            <p:spPr>
              <a:xfrm>
                <a:off x="2993441" y="2543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13" name="ph3213"/>
              <p:cNvSpPr/>
              <p:nvPr/>
            </p:nvSpPr>
            <p:spPr>
              <a:xfrm>
                <a:off x="3002825" y="2543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2B8AB">
                  <a:alpha val="100000"/>
                </a:srgbClr>
              </a:solidFill>
              <a:ln w="5420" cap="flat">
                <a:solidFill>
                  <a:srgbClr val="52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14" name="ph3214"/>
              <p:cNvSpPr/>
              <p:nvPr/>
            </p:nvSpPr>
            <p:spPr>
              <a:xfrm>
                <a:off x="3012210" y="2543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15" name="ph3215"/>
              <p:cNvSpPr/>
              <p:nvPr/>
            </p:nvSpPr>
            <p:spPr>
              <a:xfrm>
                <a:off x="3021594" y="254394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16" name="ph3216"/>
              <p:cNvSpPr/>
              <p:nvPr/>
            </p:nvSpPr>
            <p:spPr>
              <a:xfrm>
                <a:off x="1604569" y="2555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17" name="ph3217"/>
              <p:cNvSpPr/>
              <p:nvPr/>
            </p:nvSpPr>
            <p:spPr>
              <a:xfrm>
                <a:off x="1613953" y="2555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18" name="ph3218"/>
              <p:cNvSpPr/>
              <p:nvPr/>
            </p:nvSpPr>
            <p:spPr>
              <a:xfrm>
                <a:off x="1623337" y="2555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39E">
                  <a:alpha val="100000"/>
                </a:srgbClr>
              </a:solidFill>
              <a:ln w="5420" cap="flat">
                <a:solidFill>
                  <a:srgbClr val="3A63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19" name="ph3219"/>
              <p:cNvSpPr/>
              <p:nvPr/>
            </p:nvSpPr>
            <p:spPr>
              <a:xfrm>
                <a:off x="1632722" y="2555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20" name="ph3220"/>
              <p:cNvSpPr/>
              <p:nvPr/>
            </p:nvSpPr>
            <p:spPr>
              <a:xfrm>
                <a:off x="1642106" y="2555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21" name="ph3221"/>
              <p:cNvSpPr/>
              <p:nvPr/>
            </p:nvSpPr>
            <p:spPr>
              <a:xfrm>
                <a:off x="1651490" y="2555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22" name="ph3222"/>
              <p:cNvSpPr/>
              <p:nvPr/>
            </p:nvSpPr>
            <p:spPr>
              <a:xfrm>
                <a:off x="1660874" y="2555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23" name="ph3223"/>
              <p:cNvSpPr/>
              <p:nvPr/>
            </p:nvSpPr>
            <p:spPr>
              <a:xfrm>
                <a:off x="1670259" y="2555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24" name="ph3224"/>
              <p:cNvSpPr/>
              <p:nvPr/>
            </p:nvSpPr>
            <p:spPr>
              <a:xfrm>
                <a:off x="1679643" y="2555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25" name="ph3225"/>
              <p:cNvSpPr/>
              <p:nvPr/>
            </p:nvSpPr>
            <p:spPr>
              <a:xfrm>
                <a:off x="1689027" y="2555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26" name="ph3226"/>
              <p:cNvSpPr/>
              <p:nvPr/>
            </p:nvSpPr>
            <p:spPr>
              <a:xfrm>
                <a:off x="1698412" y="2555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27" name="ph3227"/>
              <p:cNvSpPr/>
              <p:nvPr/>
            </p:nvSpPr>
            <p:spPr>
              <a:xfrm>
                <a:off x="1707796" y="2555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28" name="ph3228"/>
              <p:cNvSpPr/>
              <p:nvPr/>
            </p:nvSpPr>
            <p:spPr>
              <a:xfrm>
                <a:off x="1717180" y="2555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29" name="ph3229"/>
              <p:cNvSpPr/>
              <p:nvPr/>
            </p:nvSpPr>
            <p:spPr>
              <a:xfrm>
                <a:off x="1726564" y="2555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30" name="ph3230"/>
              <p:cNvSpPr/>
              <p:nvPr/>
            </p:nvSpPr>
            <p:spPr>
              <a:xfrm>
                <a:off x="2805756" y="2555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31" name="ph3231"/>
              <p:cNvSpPr/>
              <p:nvPr/>
            </p:nvSpPr>
            <p:spPr>
              <a:xfrm>
                <a:off x="2815140" y="2555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32" name="ph3232"/>
              <p:cNvSpPr/>
              <p:nvPr/>
            </p:nvSpPr>
            <p:spPr>
              <a:xfrm>
                <a:off x="2824524" y="2555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33" name="ph3233"/>
              <p:cNvSpPr/>
              <p:nvPr/>
            </p:nvSpPr>
            <p:spPr>
              <a:xfrm>
                <a:off x="2833908" y="2555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34" name="ph3234"/>
              <p:cNvSpPr/>
              <p:nvPr/>
            </p:nvSpPr>
            <p:spPr>
              <a:xfrm>
                <a:off x="2843293" y="2555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35" name="ph3235"/>
              <p:cNvSpPr/>
              <p:nvPr/>
            </p:nvSpPr>
            <p:spPr>
              <a:xfrm>
                <a:off x="2965288" y="2555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36" name="ph3236"/>
              <p:cNvSpPr/>
              <p:nvPr/>
            </p:nvSpPr>
            <p:spPr>
              <a:xfrm>
                <a:off x="2974673" y="2555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37" name="ph3237"/>
              <p:cNvSpPr/>
              <p:nvPr/>
            </p:nvSpPr>
            <p:spPr>
              <a:xfrm>
                <a:off x="2984057" y="2555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38" name="ph3238"/>
              <p:cNvSpPr/>
              <p:nvPr/>
            </p:nvSpPr>
            <p:spPr>
              <a:xfrm>
                <a:off x="2993441" y="2555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39" name="ph3239"/>
              <p:cNvSpPr/>
              <p:nvPr/>
            </p:nvSpPr>
            <p:spPr>
              <a:xfrm>
                <a:off x="3002825" y="2555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40" name="ph3240"/>
              <p:cNvSpPr/>
              <p:nvPr/>
            </p:nvSpPr>
            <p:spPr>
              <a:xfrm>
                <a:off x="3012210" y="2555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41" name="ph3241"/>
              <p:cNvSpPr/>
              <p:nvPr/>
            </p:nvSpPr>
            <p:spPr>
              <a:xfrm>
                <a:off x="3021594" y="255547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42" name="ph3242"/>
              <p:cNvSpPr/>
              <p:nvPr/>
            </p:nvSpPr>
            <p:spPr>
              <a:xfrm>
                <a:off x="1604569" y="2567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43" name="ph3243"/>
              <p:cNvSpPr/>
              <p:nvPr/>
            </p:nvSpPr>
            <p:spPr>
              <a:xfrm>
                <a:off x="1613953" y="2567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44" name="ph3244"/>
              <p:cNvSpPr/>
              <p:nvPr/>
            </p:nvSpPr>
            <p:spPr>
              <a:xfrm>
                <a:off x="1623337" y="2567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45" name="ph3245"/>
              <p:cNvSpPr/>
              <p:nvPr/>
            </p:nvSpPr>
            <p:spPr>
              <a:xfrm>
                <a:off x="1632722" y="2567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46" name="ph3246"/>
              <p:cNvSpPr/>
              <p:nvPr/>
            </p:nvSpPr>
            <p:spPr>
              <a:xfrm>
                <a:off x="1642106" y="2567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47" name="ph3247"/>
              <p:cNvSpPr/>
              <p:nvPr/>
            </p:nvSpPr>
            <p:spPr>
              <a:xfrm>
                <a:off x="1651490" y="2567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48" name="ph3248"/>
              <p:cNvSpPr/>
              <p:nvPr/>
            </p:nvSpPr>
            <p:spPr>
              <a:xfrm>
                <a:off x="1660874" y="2567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5F9D">
                  <a:alpha val="100000"/>
                </a:srgbClr>
              </a:solidFill>
              <a:ln w="5420" cap="flat">
                <a:solidFill>
                  <a:srgbClr val="395F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49" name="ph3249"/>
              <p:cNvSpPr/>
              <p:nvPr/>
            </p:nvSpPr>
            <p:spPr>
              <a:xfrm>
                <a:off x="1670259" y="2567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50" name="ph3250"/>
              <p:cNvSpPr/>
              <p:nvPr/>
            </p:nvSpPr>
            <p:spPr>
              <a:xfrm>
                <a:off x="1679643" y="2567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51" name="ph3251"/>
              <p:cNvSpPr/>
              <p:nvPr/>
            </p:nvSpPr>
            <p:spPr>
              <a:xfrm>
                <a:off x="1689027" y="2567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52" name="ph3252"/>
              <p:cNvSpPr/>
              <p:nvPr/>
            </p:nvSpPr>
            <p:spPr>
              <a:xfrm>
                <a:off x="1698412" y="2567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53" name="ph3253"/>
              <p:cNvSpPr/>
              <p:nvPr/>
            </p:nvSpPr>
            <p:spPr>
              <a:xfrm>
                <a:off x="1707796" y="2567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54" name="ph3254"/>
              <p:cNvSpPr/>
              <p:nvPr/>
            </p:nvSpPr>
            <p:spPr>
              <a:xfrm>
                <a:off x="2805756" y="2567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55" name="ph3255"/>
              <p:cNvSpPr/>
              <p:nvPr/>
            </p:nvSpPr>
            <p:spPr>
              <a:xfrm>
                <a:off x="2815140" y="2567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56" name="ph3256"/>
              <p:cNvSpPr/>
              <p:nvPr/>
            </p:nvSpPr>
            <p:spPr>
              <a:xfrm>
                <a:off x="2824524" y="2567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57" name="ph3257"/>
              <p:cNvSpPr/>
              <p:nvPr/>
            </p:nvSpPr>
            <p:spPr>
              <a:xfrm>
                <a:off x="2833908" y="2567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58" name="ph3258"/>
              <p:cNvSpPr/>
              <p:nvPr/>
            </p:nvSpPr>
            <p:spPr>
              <a:xfrm>
                <a:off x="2843293" y="2567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59" name="ph3259"/>
              <p:cNvSpPr/>
              <p:nvPr/>
            </p:nvSpPr>
            <p:spPr>
              <a:xfrm>
                <a:off x="2974673" y="2567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60" name="ph3260"/>
              <p:cNvSpPr/>
              <p:nvPr/>
            </p:nvSpPr>
            <p:spPr>
              <a:xfrm>
                <a:off x="2984057" y="2567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61" name="ph3261"/>
              <p:cNvSpPr/>
              <p:nvPr/>
            </p:nvSpPr>
            <p:spPr>
              <a:xfrm>
                <a:off x="2993441" y="2567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62" name="ph3262"/>
              <p:cNvSpPr/>
              <p:nvPr/>
            </p:nvSpPr>
            <p:spPr>
              <a:xfrm>
                <a:off x="3002825" y="2567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63" name="ph3263"/>
              <p:cNvSpPr/>
              <p:nvPr/>
            </p:nvSpPr>
            <p:spPr>
              <a:xfrm>
                <a:off x="3012210" y="2567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64" name="ph3264"/>
              <p:cNvSpPr/>
              <p:nvPr/>
            </p:nvSpPr>
            <p:spPr>
              <a:xfrm>
                <a:off x="3021594" y="256700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65" name="ph3265"/>
              <p:cNvSpPr/>
              <p:nvPr/>
            </p:nvSpPr>
            <p:spPr>
              <a:xfrm>
                <a:off x="1576416" y="2578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66" name="ph3266"/>
              <p:cNvSpPr/>
              <p:nvPr/>
            </p:nvSpPr>
            <p:spPr>
              <a:xfrm>
                <a:off x="1585800" y="2578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67" name="ph3267"/>
              <p:cNvSpPr/>
              <p:nvPr/>
            </p:nvSpPr>
            <p:spPr>
              <a:xfrm>
                <a:off x="1595185" y="2578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68" name="ph3268"/>
              <p:cNvSpPr/>
              <p:nvPr/>
            </p:nvSpPr>
            <p:spPr>
              <a:xfrm>
                <a:off x="1604569" y="2578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69" name="ph3269"/>
              <p:cNvSpPr/>
              <p:nvPr/>
            </p:nvSpPr>
            <p:spPr>
              <a:xfrm>
                <a:off x="1613953" y="2578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70" name="ph3270"/>
              <p:cNvSpPr/>
              <p:nvPr/>
            </p:nvSpPr>
            <p:spPr>
              <a:xfrm>
                <a:off x="1623337" y="2578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71" name="ph3271"/>
              <p:cNvSpPr/>
              <p:nvPr/>
            </p:nvSpPr>
            <p:spPr>
              <a:xfrm>
                <a:off x="1632722" y="2578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72" name="ph3272"/>
              <p:cNvSpPr/>
              <p:nvPr/>
            </p:nvSpPr>
            <p:spPr>
              <a:xfrm>
                <a:off x="1642106" y="2578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73" name="ph3273"/>
              <p:cNvSpPr/>
              <p:nvPr/>
            </p:nvSpPr>
            <p:spPr>
              <a:xfrm>
                <a:off x="1651490" y="2578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74" name="ph3274"/>
              <p:cNvSpPr/>
              <p:nvPr/>
            </p:nvSpPr>
            <p:spPr>
              <a:xfrm>
                <a:off x="1660874" y="2578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75" name="ph3275"/>
              <p:cNvSpPr/>
              <p:nvPr/>
            </p:nvSpPr>
            <p:spPr>
              <a:xfrm>
                <a:off x="1670259" y="2578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76" name="ph3276"/>
              <p:cNvSpPr/>
              <p:nvPr/>
            </p:nvSpPr>
            <p:spPr>
              <a:xfrm>
                <a:off x="1679643" y="2578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5F9D">
                  <a:alpha val="100000"/>
                </a:srgbClr>
              </a:solidFill>
              <a:ln w="5420" cap="flat">
                <a:solidFill>
                  <a:srgbClr val="395F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77" name="ph3277"/>
              <p:cNvSpPr/>
              <p:nvPr/>
            </p:nvSpPr>
            <p:spPr>
              <a:xfrm>
                <a:off x="1689027" y="2578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5F9D">
                  <a:alpha val="100000"/>
                </a:srgbClr>
              </a:solidFill>
              <a:ln w="5420" cap="flat">
                <a:solidFill>
                  <a:srgbClr val="395F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78" name="ph3278"/>
              <p:cNvSpPr/>
              <p:nvPr/>
            </p:nvSpPr>
            <p:spPr>
              <a:xfrm>
                <a:off x="2805756" y="2578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79" name="ph3279"/>
              <p:cNvSpPr/>
              <p:nvPr/>
            </p:nvSpPr>
            <p:spPr>
              <a:xfrm>
                <a:off x="2815140" y="2578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80" name="ph3280"/>
              <p:cNvSpPr/>
              <p:nvPr/>
            </p:nvSpPr>
            <p:spPr>
              <a:xfrm>
                <a:off x="2824524" y="2578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81" name="ph3281"/>
              <p:cNvSpPr/>
              <p:nvPr/>
            </p:nvSpPr>
            <p:spPr>
              <a:xfrm>
                <a:off x="2833908" y="2578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82" name="ph3282"/>
              <p:cNvSpPr/>
              <p:nvPr/>
            </p:nvSpPr>
            <p:spPr>
              <a:xfrm>
                <a:off x="2843293" y="2578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83" name="ph3283"/>
              <p:cNvSpPr/>
              <p:nvPr/>
            </p:nvSpPr>
            <p:spPr>
              <a:xfrm>
                <a:off x="2974673" y="2578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84" name="ph3284"/>
              <p:cNvSpPr/>
              <p:nvPr/>
            </p:nvSpPr>
            <p:spPr>
              <a:xfrm>
                <a:off x="2984057" y="2578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85" name="ph3285"/>
              <p:cNvSpPr/>
              <p:nvPr/>
            </p:nvSpPr>
            <p:spPr>
              <a:xfrm>
                <a:off x="2993441" y="2578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4AB">
                  <a:alpha val="100000"/>
                </a:srgbClr>
              </a:solidFill>
              <a:ln w="5420" cap="flat">
                <a:solidFill>
                  <a:srgbClr val="4F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86" name="ph3286"/>
              <p:cNvSpPr/>
              <p:nvPr/>
            </p:nvSpPr>
            <p:spPr>
              <a:xfrm>
                <a:off x="3002825" y="2578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87" name="ph3287"/>
              <p:cNvSpPr/>
              <p:nvPr/>
            </p:nvSpPr>
            <p:spPr>
              <a:xfrm>
                <a:off x="3012210" y="2578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88" name="ph3288"/>
              <p:cNvSpPr/>
              <p:nvPr/>
            </p:nvSpPr>
            <p:spPr>
              <a:xfrm>
                <a:off x="3021594" y="257853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89" name="ph3289"/>
              <p:cNvSpPr/>
              <p:nvPr/>
            </p:nvSpPr>
            <p:spPr>
              <a:xfrm>
                <a:off x="1576416" y="2590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90" name="ph3290"/>
              <p:cNvSpPr/>
              <p:nvPr/>
            </p:nvSpPr>
            <p:spPr>
              <a:xfrm>
                <a:off x="1585800" y="2590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91" name="ph3291"/>
              <p:cNvSpPr/>
              <p:nvPr/>
            </p:nvSpPr>
            <p:spPr>
              <a:xfrm>
                <a:off x="1595185" y="2590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92" name="ph3292"/>
              <p:cNvSpPr/>
              <p:nvPr/>
            </p:nvSpPr>
            <p:spPr>
              <a:xfrm>
                <a:off x="1604569" y="2590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93" name="ph3293"/>
              <p:cNvSpPr/>
              <p:nvPr/>
            </p:nvSpPr>
            <p:spPr>
              <a:xfrm>
                <a:off x="1613953" y="2590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94" name="ph3294"/>
              <p:cNvSpPr/>
              <p:nvPr/>
            </p:nvSpPr>
            <p:spPr>
              <a:xfrm>
                <a:off x="1623337" y="2590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95" name="ph3295"/>
              <p:cNvSpPr/>
              <p:nvPr/>
            </p:nvSpPr>
            <p:spPr>
              <a:xfrm>
                <a:off x="1632722" y="2590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96" name="ph3296"/>
              <p:cNvSpPr/>
              <p:nvPr/>
            </p:nvSpPr>
            <p:spPr>
              <a:xfrm>
                <a:off x="1642106" y="2590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97" name="ph3297"/>
              <p:cNvSpPr/>
              <p:nvPr/>
            </p:nvSpPr>
            <p:spPr>
              <a:xfrm>
                <a:off x="1651490" y="2590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98" name="ph3298"/>
              <p:cNvSpPr/>
              <p:nvPr/>
            </p:nvSpPr>
            <p:spPr>
              <a:xfrm>
                <a:off x="2796371" y="2590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99" name="ph3299"/>
              <p:cNvSpPr/>
              <p:nvPr/>
            </p:nvSpPr>
            <p:spPr>
              <a:xfrm>
                <a:off x="2805756" y="2590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00" name="ph3300"/>
              <p:cNvSpPr/>
              <p:nvPr/>
            </p:nvSpPr>
            <p:spPr>
              <a:xfrm>
                <a:off x="2815140" y="2590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01" name="ph3301"/>
              <p:cNvSpPr/>
              <p:nvPr/>
            </p:nvSpPr>
            <p:spPr>
              <a:xfrm>
                <a:off x="2824524" y="2590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02" name="ph3302"/>
              <p:cNvSpPr/>
              <p:nvPr/>
            </p:nvSpPr>
            <p:spPr>
              <a:xfrm>
                <a:off x="2833908" y="2590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03" name="ph3303"/>
              <p:cNvSpPr/>
              <p:nvPr/>
            </p:nvSpPr>
            <p:spPr>
              <a:xfrm>
                <a:off x="2974673" y="2590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04" name="ph3304"/>
              <p:cNvSpPr/>
              <p:nvPr/>
            </p:nvSpPr>
            <p:spPr>
              <a:xfrm>
                <a:off x="2984057" y="2590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05" name="ph3305"/>
              <p:cNvSpPr/>
              <p:nvPr/>
            </p:nvSpPr>
            <p:spPr>
              <a:xfrm>
                <a:off x="2993441" y="2590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06" name="ph3306"/>
              <p:cNvSpPr/>
              <p:nvPr/>
            </p:nvSpPr>
            <p:spPr>
              <a:xfrm>
                <a:off x="3002825" y="2590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07" name="ph3307"/>
              <p:cNvSpPr/>
              <p:nvPr/>
            </p:nvSpPr>
            <p:spPr>
              <a:xfrm>
                <a:off x="3012210" y="2590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08" name="ph3308"/>
              <p:cNvSpPr/>
              <p:nvPr/>
            </p:nvSpPr>
            <p:spPr>
              <a:xfrm>
                <a:off x="3021594" y="259007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09" name="ph3309"/>
              <p:cNvSpPr/>
              <p:nvPr/>
            </p:nvSpPr>
            <p:spPr>
              <a:xfrm>
                <a:off x="1567032" y="260160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10" name="ph3310"/>
              <p:cNvSpPr/>
              <p:nvPr/>
            </p:nvSpPr>
            <p:spPr>
              <a:xfrm>
                <a:off x="1576416" y="260160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11" name="ph3311"/>
              <p:cNvSpPr/>
              <p:nvPr/>
            </p:nvSpPr>
            <p:spPr>
              <a:xfrm>
                <a:off x="1585800" y="260160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12" name="ph3312"/>
              <p:cNvSpPr/>
              <p:nvPr/>
            </p:nvSpPr>
            <p:spPr>
              <a:xfrm>
                <a:off x="1595185" y="260160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13" name="ph3313"/>
              <p:cNvSpPr/>
              <p:nvPr/>
            </p:nvSpPr>
            <p:spPr>
              <a:xfrm>
                <a:off x="1604569" y="260160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14" name="ph3314"/>
              <p:cNvSpPr/>
              <p:nvPr/>
            </p:nvSpPr>
            <p:spPr>
              <a:xfrm>
                <a:off x="1613953" y="260160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15" name="ph3315"/>
              <p:cNvSpPr/>
              <p:nvPr/>
            </p:nvSpPr>
            <p:spPr>
              <a:xfrm>
                <a:off x="1623337" y="260160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16" name="ph3316"/>
              <p:cNvSpPr/>
              <p:nvPr/>
            </p:nvSpPr>
            <p:spPr>
              <a:xfrm>
                <a:off x="1632722" y="260160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17" name="ph3317"/>
              <p:cNvSpPr/>
              <p:nvPr/>
            </p:nvSpPr>
            <p:spPr>
              <a:xfrm>
                <a:off x="2796371" y="260160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9DA9">
                  <a:alpha val="100000"/>
                </a:srgbClr>
              </a:solidFill>
              <a:ln w="5420" cap="flat">
                <a:solidFill>
                  <a:srgbClr val="3B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18" name="ph3318"/>
              <p:cNvSpPr/>
              <p:nvPr/>
            </p:nvSpPr>
            <p:spPr>
              <a:xfrm>
                <a:off x="2805756" y="260160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19" name="ph3319"/>
              <p:cNvSpPr/>
              <p:nvPr/>
            </p:nvSpPr>
            <p:spPr>
              <a:xfrm>
                <a:off x="2815140" y="260160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20" name="ph3320"/>
              <p:cNvSpPr/>
              <p:nvPr/>
            </p:nvSpPr>
            <p:spPr>
              <a:xfrm>
                <a:off x="2824524" y="260160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21" name="ph3321"/>
              <p:cNvSpPr/>
              <p:nvPr/>
            </p:nvSpPr>
            <p:spPr>
              <a:xfrm>
                <a:off x="2833908" y="260160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22" name="ph3322"/>
              <p:cNvSpPr/>
              <p:nvPr/>
            </p:nvSpPr>
            <p:spPr>
              <a:xfrm>
                <a:off x="2843293" y="260160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23" name="ph3323"/>
              <p:cNvSpPr/>
              <p:nvPr/>
            </p:nvSpPr>
            <p:spPr>
              <a:xfrm>
                <a:off x="2852677" y="260160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24" name="ph3324"/>
              <p:cNvSpPr/>
              <p:nvPr/>
            </p:nvSpPr>
            <p:spPr>
              <a:xfrm>
                <a:off x="2984057" y="260160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25" name="ph3325"/>
              <p:cNvSpPr/>
              <p:nvPr/>
            </p:nvSpPr>
            <p:spPr>
              <a:xfrm>
                <a:off x="2993441" y="260160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26" name="ph3326"/>
              <p:cNvSpPr/>
              <p:nvPr/>
            </p:nvSpPr>
            <p:spPr>
              <a:xfrm>
                <a:off x="3002825" y="260160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27" name="ph3327"/>
              <p:cNvSpPr/>
              <p:nvPr/>
            </p:nvSpPr>
            <p:spPr>
              <a:xfrm>
                <a:off x="3012210" y="260160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28" name="ph3328"/>
              <p:cNvSpPr/>
              <p:nvPr/>
            </p:nvSpPr>
            <p:spPr>
              <a:xfrm>
                <a:off x="3021594" y="260160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29" name="ph3329"/>
              <p:cNvSpPr/>
              <p:nvPr/>
            </p:nvSpPr>
            <p:spPr>
              <a:xfrm>
                <a:off x="1557647" y="261313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30" name="ph3330"/>
              <p:cNvSpPr/>
              <p:nvPr/>
            </p:nvSpPr>
            <p:spPr>
              <a:xfrm>
                <a:off x="1567032" y="261313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31" name="ph3331"/>
              <p:cNvSpPr/>
              <p:nvPr/>
            </p:nvSpPr>
            <p:spPr>
              <a:xfrm>
                <a:off x="1576416" y="261313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32" name="ph3332"/>
              <p:cNvSpPr/>
              <p:nvPr/>
            </p:nvSpPr>
            <p:spPr>
              <a:xfrm>
                <a:off x="1585800" y="261313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33" name="ph3333"/>
              <p:cNvSpPr/>
              <p:nvPr/>
            </p:nvSpPr>
            <p:spPr>
              <a:xfrm>
                <a:off x="1595185" y="261313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34" name="ph3334"/>
              <p:cNvSpPr/>
              <p:nvPr/>
            </p:nvSpPr>
            <p:spPr>
              <a:xfrm>
                <a:off x="1604569" y="261313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35" name="ph3335"/>
              <p:cNvSpPr/>
              <p:nvPr/>
            </p:nvSpPr>
            <p:spPr>
              <a:xfrm>
                <a:off x="1613953" y="261313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36" name="ph3336"/>
              <p:cNvSpPr/>
              <p:nvPr/>
            </p:nvSpPr>
            <p:spPr>
              <a:xfrm>
                <a:off x="1623337" y="261313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37" name="ph3337"/>
              <p:cNvSpPr/>
              <p:nvPr/>
            </p:nvSpPr>
            <p:spPr>
              <a:xfrm>
                <a:off x="2796371" y="261313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38" name="ph3338"/>
              <p:cNvSpPr/>
              <p:nvPr/>
            </p:nvSpPr>
            <p:spPr>
              <a:xfrm>
                <a:off x="2805756" y="261313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39" name="ph3339"/>
              <p:cNvSpPr/>
              <p:nvPr/>
            </p:nvSpPr>
            <p:spPr>
              <a:xfrm>
                <a:off x="2815140" y="261313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40" name="ph3340"/>
              <p:cNvSpPr/>
              <p:nvPr/>
            </p:nvSpPr>
            <p:spPr>
              <a:xfrm>
                <a:off x="2824524" y="261313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41" name="ph3341"/>
              <p:cNvSpPr/>
              <p:nvPr/>
            </p:nvSpPr>
            <p:spPr>
              <a:xfrm>
                <a:off x="2833908" y="261313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42" name="ph3342"/>
              <p:cNvSpPr/>
              <p:nvPr/>
            </p:nvSpPr>
            <p:spPr>
              <a:xfrm>
                <a:off x="2843293" y="261313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43" name="ph3343"/>
              <p:cNvSpPr/>
              <p:nvPr/>
            </p:nvSpPr>
            <p:spPr>
              <a:xfrm>
                <a:off x="2852677" y="261313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44" name="ph3344"/>
              <p:cNvSpPr/>
              <p:nvPr/>
            </p:nvSpPr>
            <p:spPr>
              <a:xfrm>
                <a:off x="2862061" y="261313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45" name="ph3345"/>
              <p:cNvSpPr/>
              <p:nvPr/>
            </p:nvSpPr>
            <p:spPr>
              <a:xfrm>
                <a:off x="2984057" y="261313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46" name="ph3346"/>
              <p:cNvSpPr/>
              <p:nvPr/>
            </p:nvSpPr>
            <p:spPr>
              <a:xfrm>
                <a:off x="2993441" y="261313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47" name="ph3347"/>
              <p:cNvSpPr/>
              <p:nvPr/>
            </p:nvSpPr>
            <p:spPr>
              <a:xfrm>
                <a:off x="3002825" y="261313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48" name="ph3348"/>
              <p:cNvSpPr/>
              <p:nvPr/>
            </p:nvSpPr>
            <p:spPr>
              <a:xfrm>
                <a:off x="3012210" y="261313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49" name="ph3349"/>
              <p:cNvSpPr/>
              <p:nvPr/>
            </p:nvSpPr>
            <p:spPr>
              <a:xfrm>
                <a:off x="3021594" y="261313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50" name="ph3350"/>
              <p:cNvSpPr/>
              <p:nvPr/>
            </p:nvSpPr>
            <p:spPr>
              <a:xfrm>
                <a:off x="3030978" y="261313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51" name="ph3351"/>
              <p:cNvSpPr/>
              <p:nvPr/>
            </p:nvSpPr>
            <p:spPr>
              <a:xfrm>
                <a:off x="1548263" y="262466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52" name="ph3352"/>
              <p:cNvSpPr/>
              <p:nvPr/>
            </p:nvSpPr>
            <p:spPr>
              <a:xfrm>
                <a:off x="1557647" y="262466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53" name="ph3353"/>
              <p:cNvSpPr/>
              <p:nvPr/>
            </p:nvSpPr>
            <p:spPr>
              <a:xfrm>
                <a:off x="1567032" y="262466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54" name="ph3354"/>
              <p:cNvSpPr/>
              <p:nvPr/>
            </p:nvSpPr>
            <p:spPr>
              <a:xfrm>
                <a:off x="1576416" y="262466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55" name="ph3355"/>
              <p:cNvSpPr/>
              <p:nvPr/>
            </p:nvSpPr>
            <p:spPr>
              <a:xfrm>
                <a:off x="1585800" y="262466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56" name="ph3356"/>
              <p:cNvSpPr/>
              <p:nvPr/>
            </p:nvSpPr>
            <p:spPr>
              <a:xfrm>
                <a:off x="1595185" y="262466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57" name="ph3357"/>
              <p:cNvSpPr/>
              <p:nvPr/>
            </p:nvSpPr>
            <p:spPr>
              <a:xfrm>
                <a:off x="1604569" y="262466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58" name="ph3358"/>
              <p:cNvSpPr/>
              <p:nvPr/>
            </p:nvSpPr>
            <p:spPr>
              <a:xfrm>
                <a:off x="1613953" y="262466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59" name="ph3359"/>
              <p:cNvSpPr/>
              <p:nvPr/>
            </p:nvSpPr>
            <p:spPr>
              <a:xfrm>
                <a:off x="2796371" y="262466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60" name="ph3360"/>
              <p:cNvSpPr/>
              <p:nvPr/>
            </p:nvSpPr>
            <p:spPr>
              <a:xfrm>
                <a:off x="2805756" y="262466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61" name="ph3361"/>
              <p:cNvSpPr/>
              <p:nvPr/>
            </p:nvSpPr>
            <p:spPr>
              <a:xfrm>
                <a:off x="2815140" y="262466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62" name="ph3362"/>
              <p:cNvSpPr/>
              <p:nvPr/>
            </p:nvSpPr>
            <p:spPr>
              <a:xfrm>
                <a:off x="2824524" y="262466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63" name="ph3363"/>
              <p:cNvSpPr/>
              <p:nvPr/>
            </p:nvSpPr>
            <p:spPr>
              <a:xfrm>
                <a:off x="2833908" y="262466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64" name="ph3364"/>
              <p:cNvSpPr/>
              <p:nvPr/>
            </p:nvSpPr>
            <p:spPr>
              <a:xfrm>
                <a:off x="2843293" y="262466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65" name="ph3365"/>
              <p:cNvSpPr/>
              <p:nvPr/>
            </p:nvSpPr>
            <p:spPr>
              <a:xfrm>
                <a:off x="2852677" y="262466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66" name="ph3366"/>
              <p:cNvSpPr/>
              <p:nvPr/>
            </p:nvSpPr>
            <p:spPr>
              <a:xfrm>
                <a:off x="2862061" y="262466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67" name="ph3367"/>
              <p:cNvSpPr/>
              <p:nvPr/>
            </p:nvSpPr>
            <p:spPr>
              <a:xfrm>
                <a:off x="2993441" y="262466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68" name="ph3368"/>
              <p:cNvSpPr/>
              <p:nvPr/>
            </p:nvSpPr>
            <p:spPr>
              <a:xfrm>
                <a:off x="3002825" y="262466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69" name="ph3369"/>
              <p:cNvSpPr/>
              <p:nvPr/>
            </p:nvSpPr>
            <p:spPr>
              <a:xfrm>
                <a:off x="3012210" y="262466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70" name="ph3370"/>
              <p:cNvSpPr/>
              <p:nvPr/>
            </p:nvSpPr>
            <p:spPr>
              <a:xfrm>
                <a:off x="3021594" y="262466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71" name="ph3371"/>
              <p:cNvSpPr/>
              <p:nvPr/>
            </p:nvSpPr>
            <p:spPr>
              <a:xfrm>
                <a:off x="3030978" y="262466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72" name="ph3372"/>
              <p:cNvSpPr/>
              <p:nvPr/>
            </p:nvSpPr>
            <p:spPr>
              <a:xfrm>
                <a:off x="1548263" y="263619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73" name="ph3373"/>
              <p:cNvSpPr/>
              <p:nvPr/>
            </p:nvSpPr>
            <p:spPr>
              <a:xfrm>
                <a:off x="1557647" y="263619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74" name="ph3374"/>
              <p:cNvSpPr/>
              <p:nvPr/>
            </p:nvSpPr>
            <p:spPr>
              <a:xfrm>
                <a:off x="1567032" y="263619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75" name="ph3375"/>
              <p:cNvSpPr/>
              <p:nvPr/>
            </p:nvSpPr>
            <p:spPr>
              <a:xfrm>
                <a:off x="1576416" y="263619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76" name="ph3376"/>
              <p:cNvSpPr/>
              <p:nvPr/>
            </p:nvSpPr>
            <p:spPr>
              <a:xfrm>
                <a:off x="1585800" y="263619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77" name="ph3377"/>
              <p:cNvSpPr/>
              <p:nvPr/>
            </p:nvSpPr>
            <p:spPr>
              <a:xfrm>
                <a:off x="1595185" y="263619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78" name="ph3378"/>
              <p:cNvSpPr/>
              <p:nvPr/>
            </p:nvSpPr>
            <p:spPr>
              <a:xfrm>
                <a:off x="1604569" y="263619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79" name="ph3379"/>
              <p:cNvSpPr/>
              <p:nvPr/>
            </p:nvSpPr>
            <p:spPr>
              <a:xfrm>
                <a:off x="2796371" y="263619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80" name="ph3380"/>
              <p:cNvSpPr/>
              <p:nvPr/>
            </p:nvSpPr>
            <p:spPr>
              <a:xfrm>
                <a:off x="2805756" y="263619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81" name="ph3381"/>
              <p:cNvSpPr/>
              <p:nvPr/>
            </p:nvSpPr>
            <p:spPr>
              <a:xfrm>
                <a:off x="2815140" y="263619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82" name="ph3382"/>
              <p:cNvSpPr/>
              <p:nvPr/>
            </p:nvSpPr>
            <p:spPr>
              <a:xfrm>
                <a:off x="2824524" y="263619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83" name="ph3383"/>
              <p:cNvSpPr/>
              <p:nvPr/>
            </p:nvSpPr>
            <p:spPr>
              <a:xfrm>
                <a:off x="2833908" y="263619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84" name="ph3384"/>
              <p:cNvSpPr/>
              <p:nvPr/>
            </p:nvSpPr>
            <p:spPr>
              <a:xfrm>
                <a:off x="2843293" y="263619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85" name="ph3385"/>
              <p:cNvSpPr/>
              <p:nvPr/>
            </p:nvSpPr>
            <p:spPr>
              <a:xfrm>
                <a:off x="2852677" y="263619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86" name="ph3386"/>
              <p:cNvSpPr/>
              <p:nvPr/>
            </p:nvSpPr>
            <p:spPr>
              <a:xfrm>
                <a:off x="2862061" y="263619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87" name="ph3387"/>
              <p:cNvSpPr/>
              <p:nvPr/>
            </p:nvSpPr>
            <p:spPr>
              <a:xfrm>
                <a:off x="2993441" y="263619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88" name="ph3388"/>
              <p:cNvSpPr/>
              <p:nvPr/>
            </p:nvSpPr>
            <p:spPr>
              <a:xfrm>
                <a:off x="3002825" y="263619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89" name="ph3389"/>
              <p:cNvSpPr/>
              <p:nvPr/>
            </p:nvSpPr>
            <p:spPr>
              <a:xfrm>
                <a:off x="3012210" y="263619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90" name="ph3390"/>
              <p:cNvSpPr/>
              <p:nvPr/>
            </p:nvSpPr>
            <p:spPr>
              <a:xfrm>
                <a:off x="3021594" y="263619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91" name="ph3391"/>
              <p:cNvSpPr/>
              <p:nvPr/>
            </p:nvSpPr>
            <p:spPr>
              <a:xfrm>
                <a:off x="3030978" y="263619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92" name="ph3392"/>
              <p:cNvSpPr/>
              <p:nvPr/>
            </p:nvSpPr>
            <p:spPr>
              <a:xfrm>
                <a:off x="1529495" y="264773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93" name="ph3393"/>
              <p:cNvSpPr/>
              <p:nvPr/>
            </p:nvSpPr>
            <p:spPr>
              <a:xfrm>
                <a:off x="1538879" y="264773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94" name="ph3394"/>
              <p:cNvSpPr/>
              <p:nvPr/>
            </p:nvSpPr>
            <p:spPr>
              <a:xfrm>
                <a:off x="1557647" y="264773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95" name="ph3395"/>
              <p:cNvSpPr/>
              <p:nvPr/>
            </p:nvSpPr>
            <p:spPr>
              <a:xfrm>
                <a:off x="1567032" y="264773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96" name="ph3396"/>
              <p:cNvSpPr/>
              <p:nvPr/>
            </p:nvSpPr>
            <p:spPr>
              <a:xfrm>
                <a:off x="1576416" y="264773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97" name="ph3397"/>
              <p:cNvSpPr/>
              <p:nvPr/>
            </p:nvSpPr>
            <p:spPr>
              <a:xfrm>
                <a:off x="1585800" y="264773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98" name="ph3398"/>
              <p:cNvSpPr/>
              <p:nvPr/>
            </p:nvSpPr>
            <p:spPr>
              <a:xfrm>
                <a:off x="1595185" y="264773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99" name="ph3399"/>
              <p:cNvSpPr/>
              <p:nvPr/>
            </p:nvSpPr>
            <p:spPr>
              <a:xfrm>
                <a:off x="2796371" y="264773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00" name="ph3400"/>
              <p:cNvSpPr/>
              <p:nvPr/>
            </p:nvSpPr>
            <p:spPr>
              <a:xfrm>
                <a:off x="2805756" y="264773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9DA9">
                  <a:alpha val="100000"/>
                </a:srgbClr>
              </a:solidFill>
              <a:ln w="5420" cap="flat">
                <a:solidFill>
                  <a:srgbClr val="3B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01" name="ph3401"/>
              <p:cNvSpPr/>
              <p:nvPr/>
            </p:nvSpPr>
            <p:spPr>
              <a:xfrm>
                <a:off x="2815140" y="264773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02" name="ph3402"/>
              <p:cNvSpPr/>
              <p:nvPr/>
            </p:nvSpPr>
            <p:spPr>
              <a:xfrm>
                <a:off x="2824524" y="264773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03" name="ph3403"/>
              <p:cNvSpPr/>
              <p:nvPr/>
            </p:nvSpPr>
            <p:spPr>
              <a:xfrm>
                <a:off x="2833908" y="264773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04" name="ph3404"/>
              <p:cNvSpPr/>
              <p:nvPr/>
            </p:nvSpPr>
            <p:spPr>
              <a:xfrm>
                <a:off x="2843293" y="264773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05" name="ph3405"/>
              <p:cNvSpPr/>
              <p:nvPr/>
            </p:nvSpPr>
            <p:spPr>
              <a:xfrm>
                <a:off x="2852677" y="264773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06" name="ph3406"/>
              <p:cNvSpPr/>
              <p:nvPr/>
            </p:nvSpPr>
            <p:spPr>
              <a:xfrm>
                <a:off x="2862061" y="264773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07" name="ph3407"/>
              <p:cNvSpPr/>
              <p:nvPr/>
            </p:nvSpPr>
            <p:spPr>
              <a:xfrm>
                <a:off x="2993441" y="264773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08" name="ph3408"/>
              <p:cNvSpPr/>
              <p:nvPr/>
            </p:nvSpPr>
            <p:spPr>
              <a:xfrm>
                <a:off x="3002825" y="264773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09" name="ph3409"/>
              <p:cNvSpPr/>
              <p:nvPr/>
            </p:nvSpPr>
            <p:spPr>
              <a:xfrm>
                <a:off x="3012210" y="264773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10" name="ph3410"/>
              <p:cNvSpPr/>
              <p:nvPr/>
            </p:nvSpPr>
            <p:spPr>
              <a:xfrm>
                <a:off x="3021594" y="264773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11" name="ph3411"/>
              <p:cNvSpPr/>
              <p:nvPr/>
            </p:nvSpPr>
            <p:spPr>
              <a:xfrm>
                <a:off x="3030978" y="264773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12" name="ph3412"/>
              <p:cNvSpPr/>
              <p:nvPr/>
            </p:nvSpPr>
            <p:spPr>
              <a:xfrm>
                <a:off x="1520110" y="265926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13" name="ph3413"/>
              <p:cNvSpPr/>
              <p:nvPr/>
            </p:nvSpPr>
            <p:spPr>
              <a:xfrm>
                <a:off x="1529495" y="265926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14" name="ph3414"/>
              <p:cNvSpPr/>
              <p:nvPr/>
            </p:nvSpPr>
            <p:spPr>
              <a:xfrm>
                <a:off x="1538879" y="265926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15" name="ph3415"/>
              <p:cNvSpPr/>
              <p:nvPr/>
            </p:nvSpPr>
            <p:spPr>
              <a:xfrm>
                <a:off x="1548263" y="265926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16" name="ph3416"/>
              <p:cNvSpPr/>
              <p:nvPr/>
            </p:nvSpPr>
            <p:spPr>
              <a:xfrm>
                <a:off x="1557647" y="265926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17" name="ph3417"/>
              <p:cNvSpPr/>
              <p:nvPr/>
            </p:nvSpPr>
            <p:spPr>
              <a:xfrm>
                <a:off x="1567032" y="265926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18" name="ph3418"/>
              <p:cNvSpPr/>
              <p:nvPr/>
            </p:nvSpPr>
            <p:spPr>
              <a:xfrm>
                <a:off x="1576416" y="265926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19" name="ph3419"/>
              <p:cNvSpPr/>
              <p:nvPr/>
            </p:nvSpPr>
            <p:spPr>
              <a:xfrm>
                <a:off x="1585800" y="265926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20" name="ph3420"/>
              <p:cNvSpPr/>
              <p:nvPr/>
            </p:nvSpPr>
            <p:spPr>
              <a:xfrm>
                <a:off x="1595185" y="265926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21" name="ph3421"/>
              <p:cNvSpPr/>
              <p:nvPr/>
            </p:nvSpPr>
            <p:spPr>
              <a:xfrm>
                <a:off x="2805756" y="265926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22" name="ph3422"/>
              <p:cNvSpPr/>
              <p:nvPr/>
            </p:nvSpPr>
            <p:spPr>
              <a:xfrm>
                <a:off x="2815140" y="265926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23" name="ph3423"/>
              <p:cNvSpPr/>
              <p:nvPr/>
            </p:nvSpPr>
            <p:spPr>
              <a:xfrm>
                <a:off x="2824524" y="265926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24" name="ph3424"/>
              <p:cNvSpPr/>
              <p:nvPr/>
            </p:nvSpPr>
            <p:spPr>
              <a:xfrm>
                <a:off x="2833908" y="265926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25" name="ph3425"/>
              <p:cNvSpPr/>
              <p:nvPr/>
            </p:nvSpPr>
            <p:spPr>
              <a:xfrm>
                <a:off x="2843293" y="265926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26" name="ph3426"/>
              <p:cNvSpPr/>
              <p:nvPr/>
            </p:nvSpPr>
            <p:spPr>
              <a:xfrm>
                <a:off x="2852677" y="265926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27" name="ph3427"/>
              <p:cNvSpPr/>
              <p:nvPr/>
            </p:nvSpPr>
            <p:spPr>
              <a:xfrm>
                <a:off x="3002825" y="265926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28" name="ph3428"/>
              <p:cNvSpPr/>
              <p:nvPr/>
            </p:nvSpPr>
            <p:spPr>
              <a:xfrm>
                <a:off x="3012210" y="265926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29" name="ph3429"/>
              <p:cNvSpPr/>
              <p:nvPr/>
            </p:nvSpPr>
            <p:spPr>
              <a:xfrm>
                <a:off x="3021594" y="265926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30" name="ph3430"/>
              <p:cNvSpPr/>
              <p:nvPr/>
            </p:nvSpPr>
            <p:spPr>
              <a:xfrm>
                <a:off x="3030978" y="265926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4CB0AB">
                  <a:alpha val="100000"/>
                </a:srgbClr>
              </a:solidFill>
              <a:ln w="5420" cap="flat">
                <a:solidFill>
                  <a:srgbClr val="4C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31" name="ph3431"/>
              <p:cNvSpPr/>
              <p:nvPr/>
            </p:nvSpPr>
            <p:spPr>
              <a:xfrm>
                <a:off x="3040362" y="265926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32" name="ph3432"/>
              <p:cNvSpPr/>
              <p:nvPr/>
            </p:nvSpPr>
            <p:spPr>
              <a:xfrm>
                <a:off x="1520110" y="267079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33" name="ph3433"/>
              <p:cNvSpPr/>
              <p:nvPr/>
            </p:nvSpPr>
            <p:spPr>
              <a:xfrm>
                <a:off x="1529495" y="267079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34" name="ph3434"/>
              <p:cNvSpPr/>
              <p:nvPr/>
            </p:nvSpPr>
            <p:spPr>
              <a:xfrm>
                <a:off x="1538879" y="267079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35" name="ph3435"/>
              <p:cNvSpPr/>
              <p:nvPr/>
            </p:nvSpPr>
            <p:spPr>
              <a:xfrm>
                <a:off x="1548263" y="267079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36" name="ph3436"/>
              <p:cNvSpPr/>
              <p:nvPr/>
            </p:nvSpPr>
            <p:spPr>
              <a:xfrm>
                <a:off x="1557647" y="267079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37" name="ph3437"/>
              <p:cNvSpPr/>
              <p:nvPr/>
            </p:nvSpPr>
            <p:spPr>
              <a:xfrm>
                <a:off x="1567032" y="267079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38" name="ph3438"/>
              <p:cNvSpPr/>
              <p:nvPr/>
            </p:nvSpPr>
            <p:spPr>
              <a:xfrm>
                <a:off x="1576416" y="267079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39" name="ph3439"/>
              <p:cNvSpPr/>
              <p:nvPr/>
            </p:nvSpPr>
            <p:spPr>
              <a:xfrm>
                <a:off x="1585800" y="267079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40" name="ph3440"/>
              <p:cNvSpPr/>
              <p:nvPr/>
            </p:nvSpPr>
            <p:spPr>
              <a:xfrm>
                <a:off x="2805756" y="267079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41" name="ph3441"/>
              <p:cNvSpPr/>
              <p:nvPr/>
            </p:nvSpPr>
            <p:spPr>
              <a:xfrm>
                <a:off x="2815140" y="267079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42" name="ph3442"/>
              <p:cNvSpPr/>
              <p:nvPr/>
            </p:nvSpPr>
            <p:spPr>
              <a:xfrm>
                <a:off x="2824524" y="267079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43" name="ph3443"/>
              <p:cNvSpPr/>
              <p:nvPr/>
            </p:nvSpPr>
            <p:spPr>
              <a:xfrm>
                <a:off x="2833908" y="267079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44" name="ph3444"/>
              <p:cNvSpPr/>
              <p:nvPr/>
            </p:nvSpPr>
            <p:spPr>
              <a:xfrm>
                <a:off x="2843293" y="267079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45" name="ph3445"/>
              <p:cNvSpPr/>
              <p:nvPr/>
            </p:nvSpPr>
            <p:spPr>
              <a:xfrm>
                <a:off x="3002825" y="267079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46" name="ph3446"/>
              <p:cNvSpPr/>
              <p:nvPr/>
            </p:nvSpPr>
            <p:spPr>
              <a:xfrm>
                <a:off x="3012210" y="267079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47" name="ph3447"/>
              <p:cNvSpPr/>
              <p:nvPr/>
            </p:nvSpPr>
            <p:spPr>
              <a:xfrm>
                <a:off x="3021594" y="267079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48" name="ph3448"/>
              <p:cNvSpPr/>
              <p:nvPr/>
            </p:nvSpPr>
            <p:spPr>
              <a:xfrm>
                <a:off x="3030978" y="267079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49" name="ph3449"/>
              <p:cNvSpPr/>
              <p:nvPr/>
            </p:nvSpPr>
            <p:spPr>
              <a:xfrm>
                <a:off x="3040362" y="267079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50" name="ph3450"/>
              <p:cNvSpPr/>
              <p:nvPr/>
            </p:nvSpPr>
            <p:spPr>
              <a:xfrm>
                <a:off x="1520110" y="268232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51" name="ph3451"/>
              <p:cNvSpPr/>
              <p:nvPr/>
            </p:nvSpPr>
            <p:spPr>
              <a:xfrm>
                <a:off x="1529495" y="268232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52" name="ph3452"/>
              <p:cNvSpPr/>
              <p:nvPr/>
            </p:nvSpPr>
            <p:spPr>
              <a:xfrm>
                <a:off x="1538879" y="268232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53" name="ph3453"/>
              <p:cNvSpPr/>
              <p:nvPr/>
            </p:nvSpPr>
            <p:spPr>
              <a:xfrm>
                <a:off x="1548263" y="268232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54" name="ph3454"/>
              <p:cNvSpPr/>
              <p:nvPr/>
            </p:nvSpPr>
            <p:spPr>
              <a:xfrm>
                <a:off x="1557647" y="268232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55" name="ph3455"/>
              <p:cNvSpPr/>
              <p:nvPr/>
            </p:nvSpPr>
            <p:spPr>
              <a:xfrm>
                <a:off x="1567032" y="268232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56" name="ph3456"/>
              <p:cNvSpPr/>
              <p:nvPr/>
            </p:nvSpPr>
            <p:spPr>
              <a:xfrm>
                <a:off x="1576416" y="268232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57" name="ph3457"/>
              <p:cNvSpPr/>
              <p:nvPr/>
            </p:nvSpPr>
            <p:spPr>
              <a:xfrm>
                <a:off x="1585800" y="268232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58" name="ph3458"/>
              <p:cNvSpPr/>
              <p:nvPr/>
            </p:nvSpPr>
            <p:spPr>
              <a:xfrm>
                <a:off x="2805756" y="268232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59" name="ph3459"/>
              <p:cNvSpPr/>
              <p:nvPr/>
            </p:nvSpPr>
            <p:spPr>
              <a:xfrm>
                <a:off x="2815140" y="268232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60" name="ph3460"/>
              <p:cNvSpPr/>
              <p:nvPr/>
            </p:nvSpPr>
            <p:spPr>
              <a:xfrm>
                <a:off x="2824524" y="268232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61" name="ph3461"/>
              <p:cNvSpPr/>
              <p:nvPr/>
            </p:nvSpPr>
            <p:spPr>
              <a:xfrm>
                <a:off x="2833908" y="268232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62" name="ph3462"/>
              <p:cNvSpPr/>
              <p:nvPr/>
            </p:nvSpPr>
            <p:spPr>
              <a:xfrm>
                <a:off x="2843293" y="268232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63" name="ph3463"/>
              <p:cNvSpPr/>
              <p:nvPr/>
            </p:nvSpPr>
            <p:spPr>
              <a:xfrm>
                <a:off x="2852677" y="268232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64" name="ph3464"/>
              <p:cNvSpPr/>
              <p:nvPr/>
            </p:nvSpPr>
            <p:spPr>
              <a:xfrm>
                <a:off x="3012210" y="268232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65" name="ph3465"/>
              <p:cNvSpPr/>
              <p:nvPr/>
            </p:nvSpPr>
            <p:spPr>
              <a:xfrm>
                <a:off x="3021594" y="268232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66" name="ph3466"/>
              <p:cNvSpPr/>
              <p:nvPr/>
            </p:nvSpPr>
            <p:spPr>
              <a:xfrm>
                <a:off x="3030978" y="268232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67" name="ph3467"/>
              <p:cNvSpPr/>
              <p:nvPr/>
            </p:nvSpPr>
            <p:spPr>
              <a:xfrm>
                <a:off x="3040362" y="268232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68" name="ph3468"/>
              <p:cNvSpPr/>
              <p:nvPr/>
            </p:nvSpPr>
            <p:spPr>
              <a:xfrm>
                <a:off x="3049747" y="268232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69" name="ph3469"/>
              <p:cNvSpPr/>
              <p:nvPr/>
            </p:nvSpPr>
            <p:spPr>
              <a:xfrm>
                <a:off x="1529495" y="269385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70" name="ph3470"/>
              <p:cNvSpPr/>
              <p:nvPr/>
            </p:nvSpPr>
            <p:spPr>
              <a:xfrm>
                <a:off x="1538879" y="269385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71" name="ph3471"/>
              <p:cNvSpPr/>
              <p:nvPr/>
            </p:nvSpPr>
            <p:spPr>
              <a:xfrm>
                <a:off x="1548263" y="269385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72" name="ph3472"/>
              <p:cNvSpPr/>
              <p:nvPr/>
            </p:nvSpPr>
            <p:spPr>
              <a:xfrm>
                <a:off x="1557647" y="269385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73" name="ph3473"/>
              <p:cNvSpPr/>
              <p:nvPr/>
            </p:nvSpPr>
            <p:spPr>
              <a:xfrm>
                <a:off x="1567032" y="269385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74" name="ph3474"/>
              <p:cNvSpPr/>
              <p:nvPr/>
            </p:nvSpPr>
            <p:spPr>
              <a:xfrm>
                <a:off x="1576416" y="269385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75" name="ph3475"/>
              <p:cNvSpPr/>
              <p:nvPr/>
            </p:nvSpPr>
            <p:spPr>
              <a:xfrm>
                <a:off x="2815140" y="269385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76" name="ph3476"/>
              <p:cNvSpPr/>
              <p:nvPr/>
            </p:nvSpPr>
            <p:spPr>
              <a:xfrm>
                <a:off x="2824524" y="269385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77" name="ph3477"/>
              <p:cNvSpPr/>
              <p:nvPr/>
            </p:nvSpPr>
            <p:spPr>
              <a:xfrm>
                <a:off x="2833908" y="269385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78" name="ph3478"/>
              <p:cNvSpPr/>
              <p:nvPr/>
            </p:nvSpPr>
            <p:spPr>
              <a:xfrm>
                <a:off x="2843293" y="269385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79" name="ph3479"/>
              <p:cNvSpPr/>
              <p:nvPr/>
            </p:nvSpPr>
            <p:spPr>
              <a:xfrm>
                <a:off x="2852677" y="269385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80" name="ph3480"/>
              <p:cNvSpPr/>
              <p:nvPr/>
            </p:nvSpPr>
            <p:spPr>
              <a:xfrm>
                <a:off x="3012210" y="269385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81" name="ph3481"/>
              <p:cNvSpPr/>
              <p:nvPr/>
            </p:nvSpPr>
            <p:spPr>
              <a:xfrm>
                <a:off x="3021594" y="269385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82" name="ph3482"/>
              <p:cNvSpPr/>
              <p:nvPr/>
            </p:nvSpPr>
            <p:spPr>
              <a:xfrm>
                <a:off x="3030978" y="269385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83" name="ph3483"/>
              <p:cNvSpPr/>
              <p:nvPr/>
            </p:nvSpPr>
            <p:spPr>
              <a:xfrm>
                <a:off x="3040362" y="269385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84" name="ph3484"/>
              <p:cNvSpPr/>
              <p:nvPr/>
            </p:nvSpPr>
            <p:spPr>
              <a:xfrm>
                <a:off x="3049747" y="269385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85" name="ph3485"/>
              <p:cNvSpPr/>
              <p:nvPr/>
            </p:nvSpPr>
            <p:spPr>
              <a:xfrm>
                <a:off x="3059131" y="269385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86" name="ph3486"/>
              <p:cNvSpPr/>
              <p:nvPr/>
            </p:nvSpPr>
            <p:spPr>
              <a:xfrm>
                <a:off x="1529495" y="270538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87" name="ph3487"/>
              <p:cNvSpPr/>
              <p:nvPr/>
            </p:nvSpPr>
            <p:spPr>
              <a:xfrm>
                <a:off x="1538879" y="270538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88" name="ph3488"/>
              <p:cNvSpPr/>
              <p:nvPr/>
            </p:nvSpPr>
            <p:spPr>
              <a:xfrm>
                <a:off x="1548263" y="270538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89" name="ph3489"/>
              <p:cNvSpPr/>
              <p:nvPr/>
            </p:nvSpPr>
            <p:spPr>
              <a:xfrm>
                <a:off x="1557647" y="270538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90" name="ph3490"/>
              <p:cNvSpPr/>
              <p:nvPr/>
            </p:nvSpPr>
            <p:spPr>
              <a:xfrm>
                <a:off x="1567032" y="270538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91" name="ph3491"/>
              <p:cNvSpPr/>
              <p:nvPr/>
            </p:nvSpPr>
            <p:spPr>
              <a:xfrm>
                <a:off x="1576416" y="270538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92" name="ph3492"/>
              <p:cNvSpPr/>
              <p:nvPr/>
            </p:nvSpPr>
            <p:spPr>
              <a:xfrm>
                <a:off x="2824524" y="270538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B9DA9">
                  <a:alpha val="100000"/>
                </a:srgbClr>
              </a:solidFill>
              <a:ln w="5420" cap="flat">
                <a:solidFill>
                  <a:srgbClr val="3B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93" name="ph3493"/>
              <p:cNvSpPr/>
              <p:nvPr/>
            </p:nvSpPr>
            <p:spPr>
              <a:xfrm>
                <a:off x="2833908" y="270538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94" name="ph3494"/>
              <p:cNvSpPr/>
              <p:nvPr/>
            </p:nvSpPr>
            <p:spPr>
              <a:xfrm>
                <a:off x="2843293" y="270538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95" name="ph3495"/>
              <p:cNvSpPr/>
              <p:nvPr/>
            </p:nvSpPr>
            <p:spPr>
              <a:xfrm>
                <a:off x="2852677" y="270538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96" name="ph3496"/>
              <p:cNvSpPr/>
              <p:nvPr/>
            </p:nvSpPr>
            <p:spPr>
              <a:xfrm>
                <a:off x="2862061" y="270538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97" name="ph3497"/>
              <p:cNvSpPr/>
              <p:nvPr/>
            </p:nvSpPr>
            <p:spPr>
              <a:xfrm>
                <a:off x="2871446" y="270538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98" name="ph3498"/>
              <p:cNvSpPr/>
              <p:nvPr/>
            </p:nvSpPr>
            <p:spPr>
              <a:xfrm>
                <a:off x="2880830" y="270538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99" name="ph3499"/>
              <p:cNvSpPr/>
              <p:nvPr/>
            </p:nvSpPr>
            <p:spPr>
              <a:xfrm>
                <a:off x="2890214" y="270538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00" name="ph3500"/>
              <p:cNvSpPr/>
              <p:nvPr/>
            </p:nvSpPr>
            <p:spPr>
              <a:xfrm>
                <a:off x="3021594" y="270538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01" name="ph3501"/>
              <p:cNvSpPr/>
              <p:nvPr/>
            </p:nvSpPr>
            <p:spPr>
              <a:xfrm>
                <a:off x="3030978" y="270538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02" name="ph3502"/>
              <p:cNvSpPr/>
              <p:nvPr/>
            </p:nvSpPr>
            <p:spPr>
              <a:xfrm>
                <a:off x="3040362" y="270538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03" name="ph3503"/>
              <p:cNvSpPr/>
              <p:nvPr/>
            </p:nvSpPr>
            <p:spPr>
              <a:xfrm>
                <a:off x="3049747" y="270538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04" name="ph3504"/>
              <p:cNvSpPr/>
              <p:nvPr/>
            </p:nvSpPr>
            <p:spPr>
              <a:xfrm>
                <a:off x="3059131" y="270538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05" name="ph3505"/>
              <p:cNvSpPr/>
              <p:nvPr/>
            </p:nvSpPr>
            <p:spPr>
              <a:xfrm>
                <a:off x="1538879" y="271692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06" name="ph3506"/>
              <p:cNvSpPr/>
              <p:nvPr/>
            </p:nvSpPr>
            <p:spPr>
              <a:xfrm>
                <a:off x="1548263" y="271692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07" name="ph3507"/>
              <p:cNvSpPr/>
              <p:nvPr/>
            </p:nvSpPr>
            <p:spPr>
              <a:xfrm>
                <a:off x="1557647" y="271692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08" name="ph3508"/>
              <p:cNvSpPr/>
              <p:nvPr/>
            </p:nvSpPr>
            <p:spPr>
              <a:xfrm>
                <a:off x="1567032" y="271692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09" name="ph3509"/>
              <p:cNvSpPr/>
              <p:nvPr/>
            </p:nvSpPr>
            <p:spPr>
              <a:xfrm>
                <a:off x="1576416" y="271692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10" name="ph3510"/>
              <p:cNvSpPr/>
              <p:nvPr/>
            </p:nvSpPr>
            <p:spPr>
              <a:xfrm>
                <a:off x="2824524" y="271692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11" name="ph3511"/>
              <p:cNvSpPr/>
              <p:nvPr/>
            </p:nvSpPr>
            <p:spPr>
              <a:xfrm>
                <a:off x="2833908" y="271692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12" name="ph3512"/>
              <p:cNvSpPr/>
              <p:nvPr/>
            </p:nvSpPr>
            <p:spPr>
              <a:xfrm>
                <a:off x="2843293" y="271692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13" name="ph3513"/>
              <p:cNvSpPr/>
              <p:nvPr/>
            </p:nvSpPr>
            <p:spPr>
              <a:xfrm>
                <a:off x="2852677" y="271692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14" name="ph3514"/>
              <p:cNvSpPr/>
              <p:nvPr/>
            </p:nvSpPr>
            <p:spPr>
              <a:xfrm>
                <a:off x="2862061" y="271692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15" name="ph3515"/>
              <p:cNvSpPr/>
              <p:nvPr/>
            </p:nvSpPr>
            <p:spPr>
              <a:xfrm>
                <a:off x="2871446" y="271692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16" name="ph3516"/>
              <p:cNvSpPr/>
              <p:nvPr/>
            </p:nvSpPr>
            <p:spPr>
              <a:xfrm>
                <a:off x="2880830" y="271692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17" name="ph3517"/>
              <p:cNvSpPr/>
              <p:nvPr/>
            </p:nvSpPr>
            <p:spPr>
              <a:xfrm>
                <a:off x="2890214" y="271692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1A3AA">
                  <a:alpha val="100000"/>
                </a:srgbClr>
              </a:solidFill>
              <a:ln w="5420" cap="flat">
                <a:solidFill>
                  <a:srgbClr val="41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18" name="ph3518"/>
              <p:cNvSpPr/>
              <p:nvPr/>
            </p:nvSpPr>
            <p:spPr>
              <a:xfrm>
                <a:off x="2899598" y="271692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19" name="ph3519"/>
              <p:cNvSpPr/>
              <p:nvPr/>
            </p:nvSpPr>
            <p:spPr>
              <a:xfrm>
                <a:off x="3021594" y="271692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20" name="ph3520"/>
              <p:cNvSpPr/>
              <p:nvPr/>
            </p:nvSpPr>
            <p:spPr>
              <a:xfrm>
                <a:off x="3030978" y="271692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48ADAB">
                  <a:alpha val="100000"/>
                </a:srgbClr>
              </a:solidFill>
              <a:ln w="5420" cap="flat">
                <a:solidFill>
                  <a:srgbClr val="48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21" name="ph3521"/>
              <p:cNvSpPr/>
              <p:nvPr/>
            </p:nvSpPr>
            <p:spPr>
              <a:xfrm>
                <a:off x="3040362" y="271692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22" name="ph3522"/>
              <p:cNvSpPr/>
              <p:nvPr/>
            </p:nvSpPr>
            <p:spPr>
              <a:xfrm>
                <a:off x="3049747" y="271692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23" name="ph3523"/>
              <p:cNvSpPr/>
              <p:nvPr/>
            </p:nvSpPr>
            <p:spPr>
              <a:xfrm>
                <a:off x="3059131" y="271692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24" name="ph3524"/>
              <p:cNvSpPr/>
              <p:nvPr/>
            </p:nvSpPr>
            <p:spPr>
              <a:xfrm>
                <a:off x="1538879" y="272845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25" name="ph3525"/>
              <p:cNvSpPr/>
              <p:nvPr/>
            </p:nvSpPr>
            <p:spPr>
              <a:xfrm>
                <a:off x="1548263" y="272845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26" name="ph3526"/>
              <p:cNvSpPr/>
              <p:nvPr/>
            </p:nvSpPr>
            <p:spPr>
              <a:xfrm>
                <a:off x="1557647" y="272845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27" name="ph3527"/>
              <p:cNvSpPr/>
              <p:nvPr/>
            </p:nvSpPr>
            <p:spPr>
              <a:xfrm>
                <a:off x="1567032" y="272845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28" name="ph3528"/>
              <p:cNvSpPr/>
              <p:nvPr/>
            </p:nvSpPr>
            <p:spPr>
              <a:xfrm>
                <a:off x="1576416" y="272845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29" name="ph3529"/>
              <p:cNvSpPr/>
              <p:nvPr/>
            </p:nvSpPr>
            <p:spPr>
              <a:xfrm>
                <a:off x="2833908" y="272845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9DA9">
                  <a:alpha val="100000"/>
                </a:srgbClr>
              </a:solidFill>
              <a:ln w="5420" cap="flat">
                <a:solidFill>
                  <a:srgbClr val="3B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30" name="ph3530"/>
              <p:cNvSpPr/>
              <p:nvPr/>
            </p:nvSpPr>
            <p:spPr>
              <a:xfrm>
                <a:off x="2843293" y="272845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31" name="ph3531"/>
              <p:cNvSpPr/>
              <p:nvPr/>
            </p:nvSpPr>
            <p:spPr>
              <a:xfrm>
                <a:off x="2852677" y="272845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32" name="ph3532"/>
              <p:cNvSpPr/>
              <p:nvPr/>
            </p:nvSpPr>
            <p:spPr>
              <a:xfrm>
                <a:off x="2862061" y="272845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33" name="ph3533"/>
              <p:cNvSpPr/>
              <p:nvPr/>
            </p:nvSpPr>
            <p:spPr>
              <a:xfrm>
                <a:off x="2871446" y="272845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34" name="ph3534"/>
              <p:cNvSpPr/>
              <p:nvPr/>
            </p:nvSpPr>
            <p:spPr>
              <a:xfrm>
                <a:off x="2880830" y="272845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35" name="ph3535"/>
              <p:cNvSpPr/>
              <p:nvPr/>
            </p:nvSpPr>
            <p:spPr>
              <a:xfrm>
                <a:off x="2890214" y="272845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36" name="ph3536"/>
              <p:cNvSpPr/>
              <p:nvPr/>
            </p:nvSpPr>
            <p:spPr>
              <a:xfrm>
                <a:off x="2899598" y="272845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37" name="ph3537"/>
              <p:cNvSpPr/>
              <p:nvPr/>
            </p:nvSpPr>
            <p:spPr>
              <a:xfrm>
                <a:off x="3030978" y="272845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38" name="ph3538"/>
              <p:cNvSpPr/>
              <p:nvPr/>
            </p:nvSpPr>
            <p:spPr>
              <a:xfrm>
                <a:off x="3040362" y="272845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8ACAB">
                  <a:alpha val="100000"/>
                </a:srgbClr>
              </a:solidFill>
              <a:ln w="5420" cap="flat">
                <a:solidFill>
                  <a:srgbClr val="48A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39" name="ph3539"/>
              <p:cNvSpPr/>
              <p:nvPr/>
            </p:nvSpPr>
            <p:spPr>
              <a:xfrm>
                <a:off x="3049747" y="272845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40" name="ph3540"/>
              <p:cNvSpPr/>
              <p:nvPr/>
            </p:nvSpPr>
            <p:spPr>
              <a:xfrm>
                <a:off x="3059131" y="272845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41" name="ph3541"/>
              <p:cNvSpPr/>
              <p:nvPr/>
            </p:nvSpPr>
            <p:spPr>
              <a:xfrm>
                <a:off x="3068515" y="272845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42" name="ph3542"/>
              <p:cNvSpPr/>
              <p:nvPr/>
            </p:nvSpPr>
            <p:spPr>
              <a:xfrm>
                <a:off x="1538879" y="273998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43" name="ph3543"/>
              <p:cNvSpPr/>
              <p:nvPr/>
            </p:nvSpPr>
            <p:spPr>
              <a:xfrm>
                <a:off x="1548263" y="273998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44" name="ph3544"/>
              <p:cNvSpPr/>
              <p:nvPr/>
            </p:nvSpPr>
            <p:spPr>
              <a:xfrm>
                <a:off x="1557647" y="273998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45" name="ph3545"/>
              <p:cNvSpPr/>
              <p:nvPr/>
            </p:nvSpPr>
            <p:spPr>
              <a:xfrm>
                <a:off x="1567032" y="273998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46" name="ph3546"/>
              <p:cNvSpPr/>
              <p:nvPr/>
            </p:nvSpPr>
            <p:spPr>
              <a:xfrm>
                <a:off x="1576416" y="273998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47" name="ph3547"/>
              <p:cNvSpPr/>
              <p:nvPr/>
            </p:nvSpPr>
            <p:spPr>
              <a:xfrm>
                <a:off x="2843293" y="273998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48" name="ph3548"/>
              <p:cNvSpPr/>
              <p:nvPr/>
            </p:nvSpPr>
            <p:spPr>
              <a:xfrm>
                <a:off x="2852677" y="273998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49" name="ph3549"/>
              <p:cNvSpPr/>
              <p:nvPr/>
            </p:nvSpPr>
            <p:spPr>
              <a:xfrm>
                <a:off x="2862061" y="273998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50" name="ph3550"/>
              <p:cNvSpPr/>
              <p:nvPr/>
            </p:nvSpPr>
            <p:spPr>
              <a:xfrm>
                <a:off x="2871446" y="273998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51" name="ph3551"/>
              <p:cNvSpPr/>
              <p:nvPr/>
            </p:nvSpPr>
            <p:spPr>
              <a:xfrm>
                <a:off x="2880830" y="273998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52" name="ph3552"/>
              <p:cNvSpPr/>
              <p:nvPr/>
            </p:nvSpPr>
            <p:spPr>
              <a:xfrm>
                <a:off x="2890214" y="273998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53" name="ph3553"/>
              <p:cNvSpPr/>
              <p:nvPr/>
            </p:nvSpPr>
            <p:spPr>
              <a:xfrm>
                <a:off x="2899598" y="273998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54" name="ph3554"/>
              <p:cNvSpPr/>
              <p:nvPr/>
            </p:nvSpPr>
            <p:spPr>
              <a:xfrm>
                <a:off x="2908983" y="273998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55" name="ph3555"/>
              <p:cNvSpPr/>
              <p:nvPr/>
            </p:nvSpPr>
            <p:spPr>
              <a:xfrm>
                <a:off x="3030978" y="273998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48ABAA">
                  <a:alpha val="100000"/>
                </a:srgbClr>
              </a:solidFill>
              <a:ln w="5420" cap="flat">
                <a:solidFill>
                  <a:srgbClr val="48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56" name="ph3556"/>
              <p:cNvSpPr/>
              <p:nvPr/>
            </p:nvSpPr>
            <p:spPr>
              <a:xfrm>
                <a:off x="3040362" y="273998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57" name="ph3557"/>
              <p:cNvSpPr/>
              <p:nvPr/>
            </p:nvSpPr>
            <p:spPr>
              <a:xfrm>
                <a:off x="3049747" y="273998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58" name="ph3558"/>
              <p:cNvSpPr/>
              <p:nvPr/>
            </p:nvSpPr>
            <p:spPr>
              <a:xfrm>
                <a:off x="3059131" y="273998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8ADAB">
                  <a:alpha val="100000"/>
                </a:srgbClr>
              </a:solidFill>
              <a:ln w="5420" cap="flat">
                <a:solidFill>
                  <a:srgbClr val="48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59" name="ph3559"/>
              <p:cNvSpPr/>
              <p:nvPr/>
            </p:nvSpPr>
            <p:spPr>
              <a:xfrm>
                <a:off x="3068515" y="273998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60" name="ph3560"/>
              <p:cNvSpPr/>
              <p:nvPr/>
            </p:nvSpPr>
            <p:spPr>
              <a:xfrm>
                <a:off x="1548263" y="275151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61" name="ph3561"/>
              <p:cNvSpPr/>
              <p:nvPr/>
            </p:nvSpPr>
            <p:spPr>
              <a:xfrm>
                <a:off x="1557647" y="275151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62" name="ph3562"/>
              <p:cNvSpPr/>
              <p:nvPr/>
            </p:nvSpPr>
            <p:spPr>
              <a:xfrm>
                <a:off x="1567032" y="275151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63" name="ph3563"/>
              <p:cNvSpPr/>
              <p:nvPr/>
            </p:nvSpPr>
            <p:spPr>
              <a:xfrm>
                <a:off x="1576416" y="275151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64" name="ph3564"/>
              <p:cNvSpPr/>
              <p:nvPr/>
            </p:nvSpPr>
            <p:spPr>
              <a:xfrm>
                <a:off x="2852677" y="275151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65" name="ph3565"/>
              <p:cNvSpPr/>
              <p:nvPr/>
            </p:nvSpPr>
            <p:spPr>
              <a:xfrm>
                <a:off x="2862061" y="275151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66" name="ph3566"/>
              <p:cNvSpPr/>
              <p:nvPr/>
            </p:nvSpPr>
            <p:spPr>
              <a:xfrm>
                <a:off x="2871446" y="275151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67" name="ph3567"/>
              <p:cNvSpPr/>
              <p:nvPr/>
            </p:nvSpPr>
            <p:spPr>
              <a:xfrm>
                <a:off x="2880830" y="275151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68" name="ph3568"/>
              <p:cNvSpPr/>
              <p:nvPr/>
            </p:nvSpPr>
            <p:spPr>
              <a:xfrm>
                <a:off x="2890214" y="275151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69" name="ph3569"/>
              <p:cNvSpPr/>
              <p:nvPr/>
            </p:nvSpPr>
            <p:spPr>
              <a:xfrm>
                <a:off x="2899598" y="275151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70" name="ph3570"/>
              <p:cNvSpPr/>
              <p:nvPr/>
            </p:nvSpPr>
            <p:spPr>
              <a:xfrm>
                <a:off x="2908983" y="275151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71" name="ph3571"/>
              <p:cNvSpPr/>
              <p:nvPr/>
            </p:nvSpPr>
            <p:spPr>
              <a:xfrm>
                <a:off x="2918367" y="275151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72" name="ph3572"/>
              <p:cNvSpPr/>
              <p:nvPr/>
            </p:nvSpPr>
            <p:spPr>
              <a:xfrm>
                <a:off x="3030978" y="275151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73" name="ph3573"/>
              <p:cNvSpPr/>
              <p:nvPr/>
            </p:nvSpPr>
            <p:spPr>
              <a:xfrm>
                <a:off x="3040362" y="275151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74" name="ph3574"/>
              <p:cNvSpPr/>
              <p:nvPr/>
            </p:nvSpPr>
            <p:spPr>
              <a:xfrm>
                <a:off x="3049747" y="275151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75" name="ph3575"/>
              <p:cNvSpPr/>
              <p:nvPr/>
            </p:nvSpPr>
            <p:spPr>
              <a:xfrm>
                <a:off x="3059131" y="275151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76" name="ph3576"/>
              <p:cNvSpPr/>
              <p:nvPr/>
            </p:nvSpPr>
            <p:spPr>
              <a:xfrm>
                <a:off x="3068515" y="275151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8ACAB">
                  <a:alpha val="100000"/>
                </a:srgbClr>
              </a:solidFill>
              <a:ln w="5420" cap="flat">
                <a:solidFill>
                  <a:srgbClr val="48A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77" name="ph3577"/>
              <p:cNvSpPr/>
              <p:nvPr/>
            </p:nvSpPr>
            <p:spPr>
              <a:xfrm>
                <a:off x="1548263" y="276304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78" name="ph3578"/>
              <p:cNvSpPr/>
              <p:nvPr/>
            </p:nvSpPr>
            <p:spPr>
              <a:xfrm>
                <a:off x="1557647" y="276304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79" name="ph3579"/>
              <p:cNvSpPr/>
              <p:nvPr/>
            </p:nvSpPr>
            <p:spPr>
              <a:xfrm>
                <a:off x="1567032" y="276304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80" name="ph3580"/>
              <p:cNvSpPr/>
              <p:nvPr/>
            </p:nvSpPr>
            <p:spPr>
              <a:xfrm>
                <a:off x="1576416" y="276304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81" name="ph3581"/>
              <p:cNvSpPr/>
              <p:nvPr/>
            </p:nvSpPr>
            <p:spPr>
              <a:xfrm>
                <a:off x="2862061" y="276304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82" name="ph3582"/>
              <p:cNvSpPr/>
              <p:nvPr/>
            </p:nvSpPr>
            <p:spPr>
              <a:xfrm>
                <a:off x="2871446" y="276304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83" name="ph3583"/>
              <p:cNvSpPr/>
              <p:nvPr/>
            </p:nvSpPr>
            <p:spPr>
              <a:xfrm>
                <a:off x="2880830" y="276304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84" name="ph3584"/>
              <p:cNvSpPr/>
              <p:nvPr/>
            </p:nvSpPr>
            <p:spPr>
              <a:xfrm>
                <a:off x="2890214" y="276304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85" name="ph3585"/>
              <p:cNvSpPr/>
              <p:nvPr/>
            </p:nvSpPr>
            <p:spPr>
              <a:xfrm>
                <a:off x="2899598" y="276304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86" name="ph3586"/>
              <p:cNvSpPr/>
              <p:nvPr/>
            </p:nvSpPr>
            <p:spPr>
              <a:xfrm>
                <a:off x="2908983" y="276304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87" name="ph3587"/>
              <p:cNvSpPr/>
              <p:nvPr/>
            </p:nvSpPr>
            <p:spPr>
              <a:xfrm>
                <a:off x="3030978" y="276304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47AAAA">
                  <a:alpha val="100000"/>
                </a:srgbClr>
              </a:solidFill>
              <a:ln w="5420" cap="flat">
                <a:solidFill>
                  <a:srgbClr val="47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88" name="ph3588"/>
              <p:cNvSpPr/>
              <p:nvPr/>
            </p:nvSpPr>
            <p:spPr>
              <a:xfrm>
                <a:off x="3040362" y="276304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89" name="ph3589"/>
              <p:cNvSpPr/>
              <p:nvPr/>
            </p:nvSpPr>
            <p:spPr>
              <a:xfrm>
                <a:off x="3049747" y="276304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90" name="ph3590"/>
              <p:cNvSpPr/>
              <p:nvPr/>
            </p:nvSpPr>
            <p:spPr>
              <a:xfrm>
                <a:off x="3059131" y="276304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8ABAA">
                  <a:alpha val="100000"/>
                </a:srgbClr>
              </a:solidFill>
              <a:ln w="5420" cap="flat">
                <a:solidFill>
                  <a:srgbClr val="48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91" name="ph3591"/>
              <p:cNvSpPr/>
              <p:nvPr/>
            </p:nvSpPr>
            <p:spPr>
              <a:xfrm>
                <a:off x="3068515" y="276304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92" name="ph3592"/>
              <p:cNvSpPr/>
              <p:nvPr/>
            </p:nvSpPr>
            <p:spPr>
              <a:xfrm>
                <a:off x="1548263" y="277458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93" name="ph3593"/>
              <p:cNvSpPr/>
              <p:nvPr/>
            </p:nvSpPr>
            <p:spPr>
              <a:xfrm>
                <a:off x="1557647" y="277458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94" name="ph3594"/>
              <p:cNvSpPr/>
              <p:nvPr/>
            </p:nvSpPr>
            <p:spPr>
              <a:xfrm>
                <a:off x="1567032" y="277458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95" name="ph3595"/>
              <p:cNvSpPr/>
              <p:nvPr/>
            </p:nvSpPr>
            <p:spPr>
              <a:xfrm>
                <a:off x="1576416" y="277458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96" name="ph3596"/>
              <p:cNvSpPr/>
              <p:nvPr/>
            </p:nvSpPr>
            <p:spPr>
              <a:xfrm>
                <a:off x="1585800" y="277458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97" name="ph3597"/>
              <p:cNvSpPr/>
              <p:nvPr/>
            </p:nvSpPr>
            <p:spPr>
              <a:xfrm>
                <a:off x="2862061" y="277458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98" name="ph3598"/>
              <p:cNvSpPr/>
              <p:nvPr/>
            </p:nvSpPr>
            <p:spPr>
              <a:xfrm>
                <a:off x="2871446" y="277458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99" name="ph3599"/>
              <p:cNvSpPr/>
              <p:nvPr/>
            </p:nvSpPr>
            <p:spPr>
              <a:xfrm>
                <a:off x="2880830" y="277458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00" name="ph3600"/>
              <p:cNvSpPr/>
              <p:nvPr/>
            </p:nvSpPr>
            <p:spPr>
              <a:xfrm>
                <a:off x="2890214" y="277458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01" name="ph3601"/>
              <p:cNvSpPr/>
              <p:nvPr/>
            </p:nvSpPr>
            <p:spPr>
              <a:xfrm>
                <a:off x="2899598" y="277458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02" name="ph3602"/>
              <p:cNvSpPr/>
              <p:nvPr/>
            </p:nvSpPr>
            <p:spPr>
              <a:xfrm>
                <a:off x="2908983" y="277458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03" name="ph3603"/>
              <p:cNvSpPr/>
              <p:nvPr/>
            </p:nvSpPr>
            <p:spPr>
              <a:xfrm>
                <a:off x="3030978" y="277458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04" name="ph3604"/>
              <p:cNvSpPr/>
              <p:nvPr/>
            </p:nvSpPr>
            <p:spPr>
              <a:xfrm>
                <a:off x="3040362" y="277458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05" name="ph3605"/>
              <p:cNvSpPr/>
              <p:nvPr/>
            </p:nvSpPr>
            <p:spPr>
              <a:xfrm>
                <a:off x="3049747" y="277458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06" name="ph3606"/>
              <p:cNvSpPr/>
              <p:nvPr/>
            </p:nvSpPr>
            <p:spPr>
              <a:xfrm>
                <a:off x="3059131" y="277458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07" name="ph3607"/>
              <p:cNvSpPr/>
              <p:nvPr/>
            </p:nvSpPr>
            <p:spPr>
              <a:xfrm>
                <a:off x="3068515" y="277458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08" name="ph3608"/>
              <p:cNvSpPr/>
              <p:nvPr/>
            </p:nvSpPr>
            <p:spPr>
              <a:xfrm>
                <a:off x="1548263" y="278611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09" name="ph3609"/>
              <p:cNvSpPr/>
              <p:nvPr/>
            </p:nvSpPr>
            <p:spPr>
              <a:xfrm>
                <a:off x="1557647" y="278611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10" name="ph3610"/>
              <p:cNvSpPr/>
              <p:nvPr/>
            </p:nvSpPr>
            <p:spPr>
              <a:xfrm>
                <a:off x="1567032" y="278611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11" name="ph3611"/>
              <p:cNvSpPr/>
              <p:nvPr/>
            </p:nvSpPr>
            <p:spPr>
              <a:xfrm>
                <a:off x="1576416" y="278611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12" name="ph3612"/>
              <p:cNvSpPr/>
              <p:nvPr/>
            </p:nvSpPr>
            <p:spPr>
              <a:xfrm>
                <a:off x="1585800" y="278611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13" name="ph3613"/>
              <p:cNvSpPr/>
              <p:nvPr/>
            </p:nvSpPr>
            <p:spPr>
              <a:xfrm>
                <a:off x="2871446" y="278611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14" name="ph3614"/>
              <p:cNvSpPr/>
              <p:nvPr/>
            </p:nvSpPr>
            <p:spPr>
              <a:xfrm>
                <a:off x="2880830" y="278611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15" name="ph3615"/>
              <p:cNvSpPr/>
              <p:nvPr/>
            </p:nvSpPr>
            <p:spPr>
              <a:xfrm>
                <a:off x="2890214" y="278611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16" name="ph3616"/>
              <p:cNvSpPr/>
              <p:nvPr/>
            </p:nvSpPr>
            <p:spPr>
              <a:xfrm>
                <a:off x="2899598" y="278611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17" name="ph3617"/>
              <p:cNvSpPr/>
              <p:nvPr/>
            </p:nvSpPr>
            <p:spPr>
              <a:xfrm>
                <a:off x="2908983" y="278611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18" name="ph3618"/>
              <p:cNvSpPr/>
              <p:nvPr/>
            </p:nvSpPr>
            <p:spPr>
              <a:xfrm>
                <a:off x="3030978" y="278611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19" name="ph3619"/>
              <p:cNvSpPr/>
              <p:nvPr/>
            </p:nvSpPr>
            <p:spPr>
              <a:xfrm>
                <a:off x="3040362" y="278611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20" name="ph3620"/>
              <p:cNvSpPr/>
              <p:nvPr/>
            </p:nvSpPr>
            <p:spPr>
              <a:xfrm>
                <a:off x="3049747" y="278611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21" name="ph3621"/>
              <p:cNvSpPr/>
              <p:nvPr/>
            </p:nvSpPr>
            <p:spPr>
              <a:xfrm>
                <a:off x="3059131" y="278611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7AAAA">
                  <a:alpha val="100000"/>
                </a:srgbClr>
              </a:solidFill>
              <a:ln w="5420" cap="flat">
                <a:solidFill>
                  <a:srgbClr val="47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22" name="ph3622"/>
              <p:cNvSpPr/>
              <p:nvPr/>
            </p:nvSpPr>
            <p:spPr>
              <a:xfrm>
                <a:off x="1557647" y="279764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23" name="ph3623"/>
              <p:cNvSpPr/>
              <p:nvPr/>
            </p:nvSpPr>
            <p:spPr>
              <a:xfrm>
                <a:off x="1567032" y="279764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24" name="ph3624"/>
              <p:cNvSpPr/>
              <p:nvPr/>
            </p:nvSpPr>
            <p:spPr>
              <a:xfrm>
                <a:off x="1576416" y="279764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25" name="ph3625"/>
              <p:cNvSpPr/>
              <p:nvPr/>
            </p:nvSpPr>
            <p:spPr>
              <a:xfrm>
                <a:off x="1585800" y="279764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26" name="ph3626"/>
              <p:cNvSpPr/>
              <p:nvPr/>
            </p:nvSpPr>
            <p:spPr>
              <a:xfrm>
                <a:off x="1595185" y="279764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27" name="ph3627"/>
              <p:cNvSpPr/>
              <p:nvPr/>
            </p:nvSpPr>
            <p:spPr>
              <a:xfrm>
                <a:off x="2880830" y="279764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28" name="ph3628"/>
              <p:cNvSpPr/>
              <p:nvPr/>
            </p:nvSpPr>
            <p:spPr>
              <a:xfrm>
                <a:off x="2890214" y="279764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29" name="ph3629"/>
              <p:cNvSpPr/>
              <p:nvPr/>
            </p:nvSpPr>
            <p:spPr>
              <a:xfrm>
                <a:off x="2899598" y="279764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30" name="ph3630"/>
              <p:cNvSpPr/>
              <p:nvPr/>
            </p:nvSpPr>
            <p:spPr>
              <a:xfrm>
                <a:off x="2908983" y="279764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31" name="ph3631"/>
              <p:cNvSpPr/>
              <p:nvPr/>
            </p:nvSpPr>
            <p:spPr>
              <a:xfrm>
                <a:off x="2918367" y="279764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32" name="ph3632"/>
              <p:cNvSpPr/>
              <p:nvPr/>
            </p:nvSpPr>
            <p:spPr>
              <a:xfrm>
                <a:off x="3030978" y="279764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33" name="ph3633"/>
              <p:cNvSpPr/>
              <p:nvPr/>
            </p:nvSpPr>
            <p:spPr>
              <a:xfrm>
                <a:off x="3040362" y="279764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34" name="ph3634"/>
              <p:cNvSpPr/>
              <p:nvPr/>
            </p:nvSpPr>
            <p:spPr>
              <a:xfrm>
                <a:off x="3049747" y="279764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35" name="ph3635"/>
              <p:cNvSpPr/>
              <p:nvPr/>
            </p:nvSpPr>
            <p:spPr>
              <a:xfrm>
                <a:off x="3059131" y="279764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36" name="ph3636"/>
              <p:cNvSpPr/>
              <p:nvPr/>
            </p:nvSpPr>
            <p:spPr>
              <a:xfrm>
                <a:off x="1557647" y="280917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37" name="ph3637"/>
              <p:cNvSpPr/>
              <p:nvPr/>
            </p:nvSpPr>
            <p:spPr>
              <a:xfrm>
                <a:off x="1567032" y="280917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38" name="ph3638"/>
              <p:cNvSpPr/>
              <p:nvPr/>
            </p:nvSpPr>
            <p:spPr>
              <a:xfrm>
                <a:off x="1576416" y="280917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39" name="ph3639"/>
              <p:cNvSpPr/>
              <p:nvPr/>
            </p:nvSpPr>
            <p:spPr>
              <a:xfrm>
                <a:off x="1585800" y="280917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40" name="ph3640"/>
              <p:cNvSpPr/>
              <p:nvPr/>
            </p:nvSpPr>
            <p:spPr>
              <a:xfrm>
                <a:off x="1595185" y="280917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41" name="ph3641"/>
              <p:cNvSpPr/>
              <p:nvPr/>
            </p:nvSpPr>
            <p:spPr>
              <a:xfrm>
                <a:off x="1604569" y="280917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42" name="ph3642"/>
              <p:cNvSpPr/>
              <p:nvPr/>
            </p:nvSpPr>
            <p:spPr>
              <a:xfrm>
                <a:off x="2880830" y="280917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43" name="ph3643"/>
              <p:cNvSpPr/>
              <p:nvPr/>
            </p:nvSpPr>
            <p:spPr>
              <a:xfrm>
                <a:off x="2890214" y="280917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44" name="ph3644"/>
              <p:cNvSpPr/>
              <p:nvPr/>
            </p:nvSpPr>
            <p:spPr>
              <a:xfrm>
                <a:off x="2899598" y="280917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45" name="ph3645"/>
              <p:cNvSpPr/>
              <p:nvPr/>
            </p:nvSpPr>
            <p:spPr>
              <a:xfrm>
                <a:off x="2908983" y="280917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46" name="ph3646"/>
              <p:cNvSpPr/>
              <p:nvPr/>
            </p:nvSpPr>
            <p:spPr>
              <a:xfrm>
                <a:off x="2918367" y="280917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47" name="ph3647"/>
              <p:cNvSpPr/>
              <p:nvPr/>
            </p:nvSpPr>
            <p:spPr>
              <a:xfrm>
                <a:off x="3030978" y="280917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48" name="ph3648"/>
              <p:cNvSpPr/>
              <p:nvPr/>
            </p:nvSpPr>
            <p:spPr>
              <a:xfrm>
                <a:off x="3040362" y="280917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49" name="ph3649"/>
              <p:cNvSpPr/>
              <p:nvPr/>
            </p:nvSpPr>
            <p:spPr>
              <a:xfrm>
                <a:off x="3049747" y="280917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50" name="ph3650"/>
              <p:cNvSpPr/>
              <p:nvPr/>
            </p:nvSpPr>
            <p:spPr>
              <a:xfrm>
                <a:off x="3059131" y="280917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51" name="ph3651"/>
              <p:cNvSpPr/>
              <p:nvPr/>
            </p:nvSpPr>
            <p:spPr>
              <a:xfrm>
                <a:off x="1567032" y="2820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52" name="ph3652"/>
              <p:cNvSpPr/>
              <p:nvPr/>
            </p:nvSpPr>
            <p:spPr>
              <a:xfrm>
                <a:off x="1576416" y="2820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53" name="ph3653"/>
              <p:cNvSpPr/>
              <p:nvPr/>
            </p:nvSpPr>
            <p:spPr>
              <a:xfrm>
                <a:off x="1585800" y="2820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54" name="ph3654"/>
              <p:cNvSpPr/>
              <p:nvPr/>
            </p:nvSpPr>
            <p:spPr>
              <a:xfrm>
                <a:off x="1595185" y="2820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55" name="ph3655"/>
              <p:cNvSpPr/>
              <p:nvPr/>
            </p:nvSpPr>
            <p:spPr>
              <a:xfrm>
                <a:off x="1604569" y="2820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56" name="ph3656"/>
              <p:cNvSpPr/>
              <p:nvPr/>
            </p:nvSpPr>
            <p:spPr>
              <a:xfrm>
                <a:off x="2880830" y="2820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57" name="ph3657"/>
              <p:cNvSpPr/>
              <p:nvPr/>
            </p:nvSpPr>
            <p:spPr>
              <a:xfrm>
                <a:off x="2890214" y="2820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58" name="ph3658"/>
              <p:cNvSpPr/>
              <p:nvPr/>
            </p:nvSpPr>
            <p:spPr>
              <a:xfrm>
                <a:off x="2899598" y="2820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59" name="ph3659"/>
              <p:cNvSpPr/>
              <p:nvPr/>
            </p:nvSpPr>
            <p:spPr>
              <a:xfrm>
                <a:off x="2908983" y="2820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60" name="ph3660"/>
              <p:cNvSpPr/>
              <p:nvPr/>
            </p:nvSpPr>
            <p:spPr>
              <a:xfrm>
                <a:off x="2918367" y="2820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61" name="ph3661"/>
              <p:cNvSpPr/>
              <p:nvPr/>
            </p:nvSpPr>
            <p:spPr>
              <a:xfrm>
                <a:off x="2927751" y="2820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62" name="ph3662"/>
              <p:cNvSpPr/>
              <p:nvPr/>
            </p:nvSpPr>
            <p:spPr>
              <a:xfrm>
                <a:off x="2937135" y="2820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63" name="ph3663"/>
              <p:cNvSpPr/>
              <p:nvPr/>
            </p:nvSpPr>
            <p:spPr>
              <a:xfrm>
                <a:off x="2946520" y="2820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64" name="ph3664"/>
              <p:cNvSpPr/>
              <p:nvPr/>
            </p:nvSpPr>
            <p:spPr>
              <a:xfrm>
                <a:off x="3030978" y="2820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65" name="ph3665"/>
              <p:cNvSpPr/>
              <p:nvPr/>
            </p:nvSpPr>
            <p:spPr>
              <a:xfrm>
                <a:off x="3040362" y="2820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66" name="ph3666"/>
              <p:cNvSpPr/>
              <p:nvPr/>
            </p:nvSpPr>
            <p:spPr>
              <a:xfrm>
                <a:off x="3049747" y="2820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67" name="ph3667"/>
              <p:cNvSpPr/>
              <p:nvPr/>
            </p:nvSpPr>
            <p:spPr>
              <a:xfrm>
                <a:off x="3059131" y="282070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68" name="ph3668"/>
              <p:cNvSpPr/>
              <p:nvPr/>
            </p:nvSpPr>
            <p:spPr>
              <a:xfrm>
                <a:off x="1576416" y="2832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69" name="ph3669"/>
              <p:cNvSpPr/>
              <p:nvPr/>
            </p:nvSpPr>
            <p:spPr>
              <a:xfrm>
                <a:off x="1585800" y="2832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70" name="ph3670"/>
              <p:cNvSpPr/>
              <p:nvPr/>
            </p:nvSpPr>
            <p:spPr>
              <a:xfrm>
                <a:off x="1595185" y="2832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71" name="ph3671"/>
              <p:cNvSpPr/>
              <p:nvPr/>
            </p:nvSpPr>
            <p:spPr>
              <a:xfrm>
                <a:off x="1604569" y="2832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72" name="ph3672"/>
              <p:cNvSpPr/>
              <p:nvPr/>
            </p:nvSpPr>
            <p:spPr>
              <a:xfrm>
                <a:off x="2890214" y="2832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73" name="ph3673"/>
              <p:cNvSpPr/>
              <p:nvPr/>
            </p:nvSpPr>
            <p:spPr>
              <a:xfrm>
                <a:off x="2899598" y="2832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74" name="ph3674"/>
              <p:cNvSpPr/>
              <p:nvPr/>
            </p:nvSpPr>
            <p:spPr>
              <a:xfrm>
                <a:off x="2908983" y="2832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75" name="ph3675"/>
              <p:cNvSpPr/>
              <p:nvPr/>
            </p:nvSpPr>
            <p:spPr>
              <a:xfrm>
                <a:off x="2918367" y="2832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76" name="ph3676"/>
              <p:cNvSpPr/>
              <p:nvPr/>
            </p:nvSpPr>
            <p:spPr>
              <a:xfrm>
                <a:off x="2927751" y="2832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77" name="ph3677"/>
              <p:cNvSpPr/>
              <p:nvPr/>
            </p:nvSpPr>
            <p:spPr>
              <a:xfrm>
                <a:off x="2937135" y="2832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78" name="ph3678"/>
              <p:cNvSpPr/>
              <p:nvPr/>
            </p:nvSpPr>
            <p:spPr>
              <a:xfrm>
                <a:off x="2946520" y="2832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79" name="ph3679"/>
              <p:cNvSpPr/>
              <p:nvPr/>
            </p:nvSpPr>
            <p:spPr>
              <a:xfrm>
                <a:off x="2955904" y="2832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80" name="ph3680"/>
              <p:cNvSpPr/>
              <p:nvPr/>
            </p:nvSpPr>
            <p:spPr>
              <a:xfrm>
                <a:off x="3021594" y="2832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81" name="ph3681"/>
              <p:cNvSpPr/>
              <p:nvPr/>
            </p:nvSpPr>
            <p:spPr>
              <a:xfrm>
                <a:off x="3030978" y="2832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82" name="ph3682"/>
              <p:cNvSpPr/>
              <p:nvPr/>
            </p:nvSpPr>
            <p:spPr>
              <a:xfrm>
                <a:off x="3040362" y="2832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83" name="ph3683"/>
              <p:cNvSpPr/>
              <p:nvPr/>
            </p:nvSpPr>
            <p:spPr>
              <a:xfrm>
                <a:off x="3049747" y="2832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84" name="ph3684"/>
              <p:cNvSpPr/>
              <p:nvPr/>
            </p:nvSpPr>
            <p:spPr>
              <a:xfrm>
                <a:off x="3059131" y="283224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85" name="ph3685"/>
              <p:cNvSpPr/>
              <p:nvPr/>
            </p:nvSpPr>
            <p:spPr>
              <a:xfrm>
                <a:off x="1576416" y="2843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86" name="ph3686"/>
              <p:cNvSpPr/>
              <p:nvPr/>
            </p:nvSpPr>
            <p:spPr>
              <a:xfrm>
                <a:off x="1585800" y="2843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87" name="ph3687"/>
              <p:cNvSpPr/>
              <p:nvPr/>
            </p:nvSpPr>
            <p:spPr>
              <a:xfrm>
                <a:off x="1595185" y="2843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88" name="ph3688"/>
              <p:cNvSpPr/>
              <p:nvPr/>
            </p:nvSpPr>
            <p:spPr>
              <a:xfrm>
                <a:off x="1604569" y="2843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89" name="ph3689"/>
              <p:cNvSpPr/>
              <p:nvPr/>
            </p:nvSpPr>
            <p:spPr>
              <a:xfrm>
                <a:off x="2899598" y="2843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90" name="ph3690"/>
              <p:cNvSpPr/>
              <p:nvPr/>
            </p:nvSpPr>
            <p:spPr>
              <a:xfrm>
                <a:off x="2908983" y="2843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91" name="ph3691"/>
              <p:cNvSpPr/>
              <p:nvPr/>
            </p:nvSpPr>
            <p:spPr>
              <a:xfrm>
                <a:off x="2918367" y="2843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92" name="ph3692"/>
              <p:cNvSpPr/>
              <p:nvPr/>
            </p:nvSpPr>
            <p:spPr>
              <a:xfrm>
                <a:off x="2927751" y="2843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93" name="ph3693"/>
              <p:cNvSpPr/>
              <p:nvPr/>
            </p:nvSpPr>
            <p:spPr>
              <a:xfrm>
                <a:off x="2937135" y="2843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94" name="ph3694"/>
              <p:cNvSpPr/>
              <p:nvPr/>
            </p:nvSpPr>
            <p:spPr>
              <a:xfrm>
                <a:off x="2946520" y="2843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95" name="ph3695"/>
              <p:cNvSpPr/>
              <p:nvPr/>
            </p:nvSpPr>
            <p:spPr>
              <a:xfrm>
                <a:off x="2955904" y="2843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96" name="ph3696"/>
              <p:cNvSpPr/>
              <p:nvPr/>
            </p:nvSpPr>
            <p:spPr>
              <a:xfrm>
                <a:off x="3021594" y="2843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97" name="ph3697"/>
              <p:cNvSpPr/>
              <p:nvPr/>
            </p:nvSpPr>
            <p:spPr>
              <a:xfrm>
                <a:off x="3030978" y="2843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98" name="ph3698"/>
              <p:cNvSpPr/>
              <p:nvPr/>
            </p:nvSpPr>
            <p:spPr>
              <a:xfrm>
                <a:off x="3040362" y="2843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99" name="ph3699"/>
              <p:cNvSpPr/>
              <p:nvPr/>
            </p:nvSpPr>
            <p:spPr>
              <a:xfrm>
                <a:off x="3049747" y="2843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00" name="ph3700"/>
              <p:cNvSpPr/>
              <p:nvPr/>
            </p:nvSpPr>
            <p:spPr>
              <a:xfrm>
                <a:off x="3059131" y="284377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01" name="ph3701"/>
              <p:cNvSpPr/>
              <p:nvPr/>
            </p:nvSpPr>
            <p:spPr>
              <a:xfrm>
                <a:off x="1567032" y="2855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02" name="ph3702"/>
              <p:cNvSpPr/>
              <p:nvPr/>
            </p:nvSpPr>
            <p:spPr>
              <a:xfrm>
                <a:off x="1576416" y="2855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03" name="ph3703"/>
              <p:cNvSpPr/>
              <p:nvPr/>
            </p:nvSpPr>
            <p:spPr>
              <a:xfrm>
                <a:off x="1585800" y="2855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04" name="ph3704"/>
              <p:cNvSpPr/>
              <p:nvPr/>
            </p:nvSpPr>
            <p:spPr>
              <a:xfrm>
                <a:off x="1595185" y="2855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05" name="ph3705"/>
              <p:cNvSpPr/>
              <p:nvPr/>
            </p:nvSpPr>
            <p:spPr>
              <a:xfrm>
                <a:off x="1604569" y="2855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06" name="ph3706"/>
              <p:cNvSpPr/>
              <p:nvPr/>
            </p:nvSpPr>
            <p:spPr>
              <a:xfrm>
                <a:off x="2908983" y="2855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07" name="ph3707"/>
              <p:cNvSpPr/>
              <p:nvPr/>
            </p:nvSpPr>
            <p:spPr>
              <a:xfrm>
                <a:off x="2918367" y="2855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08" name="ph3708"/>
              <p:cNvSpPr/>
              <p:nvPr/>
            </p:nvSpPr>
            <p:spPr>
              <a:xfrm>
                <a:off x="2927751" y="2855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09" name="ph3709"/>
              <p:cNvSpPr/>
              <p:nvPr/>
            </p:nvSpPr>
            <p:spPr>
              <a:xfrm>
                <a:off x="2937135" y="2855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10" name="ph3710"/>
              <p:cNvSpPr/>
              <p:nvPr/>
            </p:nvSpPr>
            <p:spPr>
              <a:xfrm>
                <a:off x="2946520" y="2855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11" name="ph3711"/>
              <p:cNvSpPr/>
              <p:nvPr/>
            </p:nvSpPr>
            <p:spPr>
              <a:xfrm>
                <a:off x="2955904" y="2855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12" name="ph3712"/>
              <p:cNvSpPr/>
              <p:nvPr/>
            </p:nvSpPr>
            <p:spPr>
              <a:xfrm>
                <a:off x="2965288" y="2855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13" name="ph3713"/>
              <p:cNvSpPr/>
              <p:nvPr/>
            </p:nvSpPr>
            <p:spPr>
              <a:xfrm>
                <a:off x="3012210" y="2855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14" name="ph3714"/>
              <p:cNvSpPr/>
              <p:nvPr/>
            </p:nvSpPr>
            <p:spPr>
              <a:xfrm>
                <a:off x="3021594" y="2855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15" name="ph3715"/>
              <p:cNvSpPr/>
              <p:nvPr/>
            </p:nvSpPr>
            <p:spPr>
              <a:xfrm>
                <a:off x="3030978" y="2855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16" name="ph3716"/>
              <p:cNvSpPr/>
              <p:nvPr/>
            </p:nvSpPr>
            <p:spPr>
              <a:xfrm>
                <a:off x="3040362" y="2855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17" name="ph3717"/>
              <p:cNvSpPr/>
              <p:nvPr/>
            </p:nvSpPr>
            <p:spPr>
              <a:xfrm>
                <a:off x="3049747" y="2855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18" name="ph3718"/>
              <p:cNvSpPr/>
              <p:nvPr/>
            </p:nvSpPr>
            <p:spPr>
              <a:xfrm>
                <a:off x="3059131" y="285530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19" name="ph3719"/>
              <p:cNvSpPr/>
              <p:nvPr/>
            </p:nvSpPr>
            <p:spPr>
              <a:xfrm>
                <a:off x="1567032" y="2866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20" name="ph3720"/>
              <p:cNvSpPr/>
              <p:nvPr/>
            </p:nvSpPr>
            <p:spPr>
              <a:xfrm>
                <a:off x="1576416" y="2866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21" name="ph3721"/>
              <p:cNvSpPr/>
              <p:nvPr/>
            </p:nvSpPr>
            <p:spPr>
              <a:xfrm>
                <a:off x="1585800" y="2866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22" name="ph3722"/>
              <p:cNvSpPr/>
              <p:nvPr/>
            </p:nvSpPr>
            <p:spPr>
              <a:xfrm>
                <a:off x="1595185" y="2866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23" name="ph3723"/>
              <p:cNvSpPr/>
              <p:nvPr/>
            </p:nvSpPr>
            <p:spPr>
              <a:xfrm>
                <a:off x="1604569" y="2866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24" name="ph3724"/>
              <p:cNvSpPr/>
              <p:nvPr/>
            </p:nvSpPr>
            <p:spPr>
              <a:xfrm>
                <a:off x="2927751" y="2866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25" name="ph3725"/>
              <p:cNvSpPr/>
              <p:nvPr/>
            </p:nvSpPr>
            <p:spPr>
              <a:xfrm>
                <a:off x="2937135" y="2866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26" name="ph3726"/>
              <p:cNvSpPr/>
              <p:nvPr/>
            </p:nvSpPr>
            <p:spPr>
              <a:xfrm>
                <a:off x="2946520" y="2866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27" name="ph3727"/>
              <p:cNvSpPr/>
              <p:nvPr/>
            </p:nvSpPr>
            <p:spPr>
              <a:xfrm>
                <a:off x="2955904" y="2866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28" name="ph3728"/>
              <p:cNvSpPr/>
              <p:nvPr/>
            </p:nvSpPr>
            <p:spPr>
              <a:xfrm>
                <a:off x="2965288" y="2866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29" name="ph3729"/>
              <p:cNvSpPr/>
              <p:nvPr/>
            </p:nvSpPr>
            <p:spPr>
              <a:xfrm>
                <a:off x="3012210" y="2866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30" name="ph3730"/>
              <p:cNvSpPr/>
              <p:nvPr/>
            </p:nvSpPr>
            <p:spPr>
              <a:xfrm>
                <a:off x="3021594" y="2866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31" name="ph3731"/>
              <p:cNvSpPr/>
              <p:nvPr/>
            </p:nvSpPr>
            <p:spPr>
              <a:xfrm>
                <a:off x="3030978" y="2866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32" name="ph3732"/>
              <p:cNvSpPr/>
              <p:nvPr/>
            </p:nvSpPr>
            <p:spPr>
              <a:xfrm>
                <a:off x="3040362" y="2866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33" name="ph3733"/>
              <p:cNvSpPr/>
              <p:nvPr/>
            </p:nvSpPr>
            <p:spPr>
              <a:xfrm>
                <a:off x="3049747" y="286683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34" name="ph3734"/>
              <p:cNvSpPr/>
              <p:nvPr/>
            </p:nvSpPr>
            <p:spPr>
              <a:xfrm>
                <a:off x="1557647" y="2878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35" name="ph3735"/>
              <p:cNvSpPr/>
              <p:nvPr/>
            </p:nvSpPr>
            <p:spPr>
              <a:xfrm>
                <a:off x="1567032" y="2878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36" name="ph3736"/>
              <p:cNvSpPr/>
              <p:nvPr/>
            </p:nvSpPr>
            <p:spPr>
              <a:xfrm>
                <a:off x="1576416" y="2878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37" name="ph3737"/>
              <p:cNvSpPr/>
              <p:nvPr/>
            </p:nvSpPr>
            <p:spPr>
              <a:xfrm>
                <a:off x="1585800" y="2878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38" name="ph3738"/>
              <p:cNvSpPr/>
              <p:nvPr/>
            </p:nvSpPr>
            <p:spPr>
              <a:xfrm>
                <a:off x="1595185" y="2878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39" name="ph3739"/>
              <p:cNvSpPr/>
              <p:nvPr/>
            </p:nvSpPr>
            <p:spPr>
              <a:xfrm>
                <a:off x="2937135" y="2878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40" name="ph3740"/>
              <p:cNvSpPr/>
              <p:nvPr/>
            </p:nvSpPr>
            <p:spPr>
              <a:xfrm>
                <a:off x="2946520" y="2878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41" name="ph3741"/>
              <p:cNvSpPr/>
              <p:nvPr/>
            </p:nvSpPr>
            <p:spPr>
              <a:xfrm>
                <a:off x="2955904" y="2878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42" name="ph3742"/>
              <p:cNvSpPr/>
              <p:nvPr/>
            </p:nvSpPr>
            <p:spPr>
              <a:xfrm>
                <a:off x="2965288" y="2878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43" name="ph3743"/>
              <p:cNvSpPr/>
              <p:nvPr/>
            </p:nvSpPr>
            <p:spPr>
              <a:xfrm>
                <a:off x="2974673" y="2878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44" name="ph3744"/>
              <p:cNvSpPr/>
              <p:nvPr/>
            </p:nvSpPr>
            <p:spPr>
              <a:xfrm>
                <a:off x="2984057" y="2878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45" name="ph3745"/>
              <p:cNvSpPr/>
              <p:nvPr/>
            </p:nvSpPr>
            <p:spPr>
              <a:xfrm>
                <a:off x="3002825" y="2878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46" name="ph3746"/>
              <p:cNvSpPr/>
              <p:nvPr/>
            </p:nvSpPr>
            <p:spPr>
              <a:xfrm>
                <a:off x="3012210" y="2878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47" name="ph3747"/>
              <p:cNvSpPr/>
              <p:nvPr/>
            </p:nvSpPr>
            <p:spPr>
              <a:xfrm>
                <a:off x="3021594" y="2878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48" name="ph3748"/>
              <p:cNvSpPr/>
              <p:nvPr/>
            </p:nvSpPr>
            <p:spPr>
              <a:xfrm>
                <a:off x="3030978" y="2878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49" name="ph3749"/>
              <p:cNvSpPr/>
              <p:nvPr/>
            </p:nvSpPr>
            <p:spPr>
              <a:xfrm>
                <a:off x="3040362" y="287836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2A6AA">
                  <a:alpha val="100000"/>
                </a:srgbClr>
              </a:solidFill>
              <a:ln w="5420" cap="flat">
                <a:solidFill>
                  <a:srgbClr val="42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50" name="ph3750"/>
              <p:cNvSpPr/>
              <p:nvPr/>
            </p:nvSpPr>
            <p:spPr>
              <a:xfrm>
                <a:off x="1548263" y="2889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51" name="ph3751"/>
              <p:cNvSpPr/>
              <p:nvPr/>
            </p:nvSpPr>
            <p:spPr>
              <a:xfrm>
                <a:off x="1557647" y="2889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52" name="ph3752"/>
              <p:cNvSpPr/>
              <p:nvPr/>
            </p:nvSpPr>
            <p:spPr>
              <a:xfrm>
                <a:off x="1567032" y="2889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53" name="ph3753"/>
              <p:cNvSpPr/>
              <p:nvPr/>
            </p:nvSpPr>
            <p:spPr>
              <a:xfrm>
                <a:off x="1576416" y="2889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54" name="ph3754"/>
              <p:cNvSpPr/>
              <p:nvPr/>
            </p:nvSpPr>
            <p:spPr>
              <a:xfrm>
                <a:off x="1585800" y="2889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55" name="ph3755"/>
              <p:cNvSpPr/>
              <p:nvPr/>
            </p:nvSpPr>
            <p:spPr>
              <a:xfrm>
                <a:off x="1595185" y="2889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56" name="ph3756"/>
              <p:cNvSpPr/>
              <p:nvPr/>
            </p:nvSpPr>
            <p:spPr>
              <a:xfrm>
                <a:off x="2937135" y="2889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57" name="ph3757"/>
              <p:cNvSpPr/>
              <p:nvPr/>
            </p:nvSpPr>
            <p:spPr>
              <a:xfrm>
                <a:off x="2946520" y="2889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58" name="ph3758"/>
              <p:cNvSpPr/>
              <p:nvPr/>
            </p:nvSpPr>
            <p:spPr>
              <a:xfrm>
                <a:off x="2955904" y="2889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59" name="ph3759"/>
              <p:cNvSpPr/>
              <p:nvPr/>
            </p:nvSpPr>
            <p:spPr>
              <a:xfrm>
                <a:off x="2965288" y="2889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60" name="ph3760"/>
              <p:cNvSpPr/>
              <p:nvPr/>
            </p:nvSpPr>
            <p:spPr>
              <a:xfrm>
                <a:off x="2974673" y="2889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61" name="ph3761"/>
              <p:cNvSpPr/>
              <p:nvPr/>
            </p:nvSpPr>
            <p:spPr>
              <a:xfrm>
                <a:off x="2984057" y="2889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62" name="ph3762"/>
              <p:cNvSpPr/>
              <p:nvPr/>
            </p:nvSpPr>
            <p:spPr>
              <a:xfrm>
                <a:off x="2993441" y="2889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63" name="ph3763"/>
              <p:cNvSpPr/>
              <p:nvPr/>
            </p:nvSpPr>
            <p:spPr>
              <a:xfrm>
                <a:off x="3002825" y="2889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64" name="ph3764"/>
              <p:cNvSpPr/>
              <p:nvPr/>
            </p:nvSpPr>
            <p:spPr>
              <a:xfrm>
                <a:off x="3012210" y="2889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65" name="ph3765"/>
              <p:cNvSpPr/>
              <p:nvPr/>
            </p:nvSpPr>
            <p:spPr>
              <a:xfrm>
                <a:off x="3021594" y="2889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66" name="ph3766"/>
              <p:cNvSpPr/>
              <p:nvPr/>
            </p:nvSpPr>
            <p:spPr>
              <a:xfrm>
                <a:off x="3030978" y="2889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67" name="ph3767"/>
              <p:cNvSpPr/>
              <p:nvPr/>
            </p:nvSpPr>
            <p:spPr>
              <a:xfrm>
                <a:off x="3040362" y="288990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68" name="ph3768"/>
              <p:cNvSpPr/>
              <p:nvPr/>
            </p:nvSpPr>
            <p:spPr>
              <a:xfrm>
                <a:off x="1548263" y="2901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69" name="ph3769"/>
              <p:cNvSpPr/>
              <p:nvPr/>
            </p:nvSpPr>
            <p:spPr>
              <a:xfrm>
                <a:off x="1557647" y="2901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70" name="ph3770"/>
              <p:cNvSpPr/>
              <p:nvPr/>
            </p:nvSpPr>
            <p:spPr>
              <a:xfrm>
                <a:off x="1567032" y="2901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71" name="ph3771"/>
              <p:cNvSpPr/>
              <p:nvPr/>
            </p:nvSpPr>
            <p:spPr>
              <a:xfrm>
                <a:off x="1576416" y="2901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72" name="ph3772"/>
              <p:cNvSpPr/>
              <p:nvPr/>
            </p:nvSpPr>
            <p:spPr>
              <a:xfrm>
                <a:off x="1585800" y="2901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73" name="ph3773"/>
              <p:cNvSpPr/>
              <p:nvPr/>
            </p:nvSpPr>
            <p:spPr>
              <a:xfrm>
                <a:off x="2937135" y="2901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74" name="ph3774"/>
              <p:cNvSpPr/>
              <p:nvPr/>
            </p:nvSpPr>
            <p:spPr>
              <a:xfrm>
                <a:off x="2946520" y="2901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75" name="ph3775"/>
              <p:cNvSpPr/>
              <p:nvPr/>
            </p:nvSpPr>
            <p:spPr>
              <a:xfrm>
                <a:off x="2955904" y="2901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76" name="ph3776"/>
              <p:cNvSpPr/>
              <p:nvPr/>
            </p:nvSpPr>
            <p:spPr>
              <a:xfrm>
                <a:off x="2965288" y="2901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77" name="ph3777"/>
              <p:cNvSpPr/>
              <p:nvPr/>
            </p:nvSpPr>
            <p:spPr>
              <a:xfrm>
                <a:off x="2974673" y="2901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78" name="ph3778"/>
              <p:cNvSpPr/>
              <p:nvPr/>
            </p:nvSpPr>
            <p:spPr>
              <a:xfrm>
                <a:off x="2984057" y="2901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79" name="ph3779"/>
              <p:cNvSpPr/>
              <p:nvPr/>
            </p:nvSpPr>
            <p:spPr>
              <a:xfrm>
                <a:off x="2993441" y="2901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80" name="ph3780"/>
              <p:cNvSpPr/>
              <p:nvPr/>
            </p:nvSpPr>
            <p:spPr>
              <a:xfrm>
                <a:off x="3002825" y="2901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81" name="ph3781"/>
              <p:cNvSpPr/>
              <p:nvPr/>
            </p:nvSpPr>
            <p:spPr>
              <a:xfrm>
                <a:off x="3012210" y="2901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82" name="ph3782"/>
              <p:cNvSpPr/>
              <p:nvPr/>
            </p:nvSpPr>
            <p:spPr>
              <a:xfrm>
                <a:off x="3021594" y="2901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83" name="ph3783"/>
              <p:cNvSpPr/>
              <p:nvPr/>
            </p:nvSpPr>
            <p:spPr>
              <a:xfrm>
                <a:off x="3030978" y="2901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84" name="ph3784"/>
              <p:cNvSpPr/>
              <p:nvPr/>
            </p:nvSpPr>
            <p:spPr>
              <a:xfrm>
                <a:off x="3040362" y="2901432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85" name="ph3785"/>
              <p:cNvSpPr/>
              <p:nvPr/>
            </p:nvSpPr>
            <p:spPr>
              <a:xfrm>
                <a:off x="1548263" y="2912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86" name="ph3786"/>
              <p:cNvSpPr/>
              <p:nvPr/>
            </p:nvSpPr>
            <p:spPr>
              <a:xfrm>
                <a:off x="1557647" y="2912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87" name="ph3787"/>
              <p:cNvSpPr/>
              <p:nvPr/>
            </p:nvSpPr>
            <p:spPr>
              <a:xfrm>
                <a:off x="1567032" y="2912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88" name="ph3788"/>
              <p:cNvSpPr/>
              <p:nvPr/>
            </p:nvSpPr>
            <p:spPr>
              <a:xfrm>
                <a:off x="1576416" y="2912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89" name="ph3789"/>
              <p:cNvSpPr/>
              <p:nvPr/>
            </p:nvSpPr>
            <p:spPr>
              <a:xfrm>
                <a:off x="1585800" y="2912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90" name="ph3790"/>
              <p:cNvSpPr/>
              <p:nvPr/>
            </p:nvSpPr>
            <p:spPr>
              <a:xfrm>
                <a:off x="2937135" y="2912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91" name="ph3791"/>
              <p:cNvSpPr/>
              <p:nvPr/>
            </p:nvSpPr>
            <p:spPr>
              <a:xfrm>
                <a:off x="2946520" y="2912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92" name="ph3792"/>
              <p:cNvSpPr/>
              <p:nvPr/>
            </p:nvSpPr>
            <p:spPr>
              <a:xfrm>
                <a:off x="2955904" y="2912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93" name="ph3793"/>
              <p:cNvSpPr/>
              <p:nvPr/>
            </p:nvSpPr>
            <p:spPr>
              <a:xfrm>
                <a:off x="2965288" y="2912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94" name="ph3794"/>
              <p:cNvSpPr/>
              <p:nvPr/>
            </p:nvSpPr>
            <p:spPr>
              <a:xfrm>
                <a:off x="2974673" y="2912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95" name="ph3795"/>
              <p:cNvSpPr/>
              <p:nvPr/>
            </p:nvSpPr>
            <p:spPr>
              <a:xfrm>
                <a:off x="2984057" y="2912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96" name="ph3796"/>
              <p:cNvSpPr/>
              <p:nvPr/>
            </p:nvSpPr>
            <p:spPr>
              <a:xfrm>
                <a:off x="2993441" y="2912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97" name="ph3797"/>
              <p:cNvSpPr/>
              <p:nvPr/>
            </p:nvSpPr>
            <p:spPr>
              <a:xfrm>
                <a:off x="3002825" y="2912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98" name="ph3798"/>
              <p:cNvSpPr/>
              <p:nvPr/>
            </p:nvSpPr>
            <p:spPr>
              <a:xfrm>
                <a:off x="3012210" y="2912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99" name="ph3799"/>
              <p:cNvSpPr/>
              <p:nvPr/>
            </p:nvSpPr>
            <p:spPr>
              <a:xfrm>
                <a:off x="3021594" y="2912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00" name="ph3800"/>
              <p:cNvSpPr/>
              <p:nvPr/>
            </p:nvSpPr>
            <p:spPr>
              <a:xfrm>
                <a:off x="3030978" y="2912964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01" name="ph3801"/>
              <p:cNvSpPr/>
              <p:nvPr/>
            </p:nvSpPr>
            <p:spPr>
              <a:xfrm>
                <a:off x="1538879" y="2924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02" name="ph3802"/>
              <p:cNvSpPr/>
              <p:nvPr/>
            </p:nvSpPr>
            <p:spPr>
              <a:xfrm>
                <a:off x="1548263" y="2924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03" name="ph3803"/>
              <p:cNvSpPr/>
              <p:nvPr/>
            </p:nvSpPr>
            <p:spPr>
              <a:xfrm>
                <a:off x="1557647" y="2924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04" name="ph3804"/>
              <p:cNvSpPr/>
              <p:nvPr/>
            </p:nvSpPr>
            <p:spPr>
              <a:xfrm>
                <a:off x="1567032" y="2924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05" name="ph3805"/>
              <p:cNvSpPr/>
              <p:nvPr/>
            </p:nvSpPr>
            <p:spPr>
              <a:xfrm>
                <a:off x="1576416" y="2924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06" name="ph3806"/>
              <p:cNvSpPr/>
              <p:nvPr/>
            </p:nvSpPr>
            <p:spPr>
              <a:xfrm>
                <a:off x="2946520" y="2924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07" name="ph3807"/>
              <p:cNvSpPr/>
              <p:nvPr/>
            </p:nvSpPr>
            <p:spPr>
              <a:xfrm>
                <a:off x="2955904" y="2924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08" name="ph3808"/>
              <p:cNvSpPr/>
              <p:nvPr/>
            </p:nvSpPr>
            <p:spPr>
              <a:xfrm>
                <a:off x="2965288" y="2924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09" name="ph3809"/>
              <p:cNvSpPr/>
              <p:nvPr/>
            </p:nvSpPr>
            <p:spPr>
              <a:xfrm>
                <a:off x="2974673" y="2924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10" name="ph3810"/>
              <p:cNvSpPr/>
              <p:nvPr/>
            </p:nvSpPr>
            <p:spPr>
              <a:xfrm>
                <a:off x="2984057" y="2924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11" name="ph3811"/>
              <p:cNvSpPr/>
              <p:nvPr/>
            </p:nvSpPr>
            <p:spPr>
              <a:xfrm>
                <a:off x="2993441" y="2924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12" name="ph3812"/>
              <p:cNvSpPr/>
              <p:nvPr/>
            </p:nvSpPr>
            <p:spPr>
              <a:xfrm>
                <a:off x="3002825" y="2924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13" name="ph3813"/>
              <p:cNvSpPr/>
              <p:nvPr/>
            </p:nvSpPr>
            <p:spPr>
              <a:xfrm>
                <a:off x="3012210" y="2924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14" name="ph3814"/>
              <p:cNvSpPr/>
              <p:nvPr/>
            </p:nvSpPr>
            <p:spPr>
              <a:xfrm>
                <a:off x="3021594" y="2924496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15" name="ph3815"/>
              <p:cNvSpPr/>
              <p:nvPr/>
            </p:nvSpPr>
            <p:spPr>
              <a:xfrm>
                <a:off x="1538879" y="293602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16" name="ph3816"/>
              <p:cNvSpPr/>
              <p:nvPr/>
            </p:nvSpPr>
            <p:spPr>
              <a:xfrm>
                <a:off x="1548263" y="293602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17" name="ph3817"/>
              <p:cNvSpPr/>
              <p:nvPr/>
            </p:nvSpPr>
            <p:spPr>
              <a:xfrm>
                <a:off x="1557647" y="293602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18" name="ph3818"/>
              <p:cNvSpPr/>
              <p:nvPr/>
            </p:nvSpPr>
            <p:spPr>
              <a:xfrm>
                <a:off x="1567032" y="293602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19" name="ph3819"/>
              <p:cNvSpPr/>
              <p:nvPr/>
            </p:nvSpPr>
            <p:spPr>
              <a:xfrm>
                <a:off x="1576416" y="293602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20" name="ph3820"/>
              <p:cNvSpPr/>
              <p:nvPr/>
            </p:nvSpPr>
            <p:spPr>
              <a:xfrm>
                <a:off x="2955904" y="293602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21" name="ph3821"/>
              <p:cNvSpPr/>
              <p:nvPr/>
            </p:nvSpPr>
            <p:spPr>
              <a:xfrm>
                <a:off x="2965288" y="293602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22" name="ph3822"/>
              <p:cNvSpPr/>
              <p:nvPr/>
            </p:nvSpPr>
            <p:spPr>
              <a:xfrm>
                <a:off x="2974673" y="293602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23" name="ph3823"/>
              <p:cNvSpPr/>
              <p:nvPr/>
            </p:nvSpPr>
            <p:spPr>
              <a:xfrm>
                <a:off x="2984057" y="293602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24" name="ph3824"/>
              <p:cNvSpPr/>
              <p:nvPr/>
            </p:nvSpPr>
            <p:spPr>
              <a:xfrm>
                <a:off x="2993441" y="2936028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25" name="ph3825"/>
              <p:cNvSpPr/>
              <p:nvPr/>
            </p:nvSpPr>
            <p:spPr>
              <a:xfrm>
                <a:off x="1538879" y="294756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26" name="ph3826"/>
              <p:cNvSpPr/>
              <p:nvPr/>
            </p:nvSpPr>
            <p:spPr>
              <a:xfrm>
                <a:off x="1548263" y="294756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27" name="ph3827"/>
              <p:cNvSpPr/>
              <p:nvPr/>
            </p:nvSpPr>
            <p:spPr>
              <a:xfrm>
                <a:off x="1557647" y="294756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28" name="ph3828"/>
              <p:cNvSpPr/>
              <p:nvPr/>
            </p:nvSpPr>
            <p:spPr>
              <a:xfrm>
                <a:off x="1567032" y="294756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29" name="ph3829"/>
              <p:cNvSpPr/>
              <p:nvPr/>
            </p:nvSpPr>
            <p:spPr>
              <a:xfrm>
                <a:off x="1576416" y="2947560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30" name="ph3830"/>
              <p:cNvSpPr/>
              <p:nvPr/>
            </p:nvSpPr>
            <p:spPr>
              <a:xfrm>
                <a:off x="1538879" y="2959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31" name="ph3831"/>
              <p:cNvSpPr/>
              <p:nvPr/>
            </p:nvSpPr>
            <p:spPr>
              <a:xfrm>
                <a:off x="1548263" y="2959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32" name="ph3832"/>
              <p:cNvSpPr/>
              <p:nvPr/>
            </p:nvSpPr>
            <p:spPr>
              <a:xfrm>
                <a:off x="1557647" y="2959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33" name="ph3833"/>
              <p:cNvSpPr/>
              <p:nvPr/>
            </p:nvSpPr>
            <p:spPr>
              <a:xfrm>
                <a:off x="1567032" y="295909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34" name="ph3834"/>
              <p:cNvSpPr/>
              <p:nvPr/>
            </p:nvSpPr>
            <p:spPr>
              <a:xfrm>
                <a:off x="1529495" y="2970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35" name="ph3835"/>
              <p:cNvSpPr/>
              <p:nvPr/>
            </p:nvSpPr>
            <p:spPr>
              <a:xfrm>
                <a:off x="1538879" y="2970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36" name="ph3836"/>
              <p:cNvSpPr/>
              <p:nvPr/>
            </p:nvSpPr>
            <p:spPr>
              <a:xfrm>
                <a:off x="1548263" y="2970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37" name="ph3837"/>
              <p:cNvSpPr/>
              <p:nvPr/>
            </p:nvSpPr>
            <p:spPr>
              <a:xfrm>
                <a:off x="1557647" y="2970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38" name="ph3838"/>
              <p:cNvSpPr/>
              <p:nvPr/>
            </p:nvSpPr>
            <p:spPr>
              <a:xfrm>
                <a:off x="1567032" y="297062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39" name="ph3839"/>
              <p:cNvSpPr/>
              <p:nvPr/>
            </p:nvSpPr>
            <p:spPr>
              <a:xfrm>
                <a:off x="1529495" y="2982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40" name="ph3840"/>
              <p:cNvSpPr/>
              <p:nvPr/>
            </p:nvSpPr>
            <p:spPr>
              <a:xfrm>
                <a:off x="1538879" y="2982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41" name="ph3841"/>
              <p:cNvSpPr/>
              <p:nvPr/>
            </p:nvSpPr>
            <p:spPr>
              <a:xfrm>
                <a:off x="1548263" y="2982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42" name="ph3842"/>
              <p:cNvSpPr/>
              <p:nvPr/>
            </p:nvSpPr>
            <p:spPr>
              <a:xfrm>
                <a:off x="1557647" y="2982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43" name="ph3843"/>
              <p:cNvSpPr/>
              <p:nvPr/>
            </p:nvSpPr>
            <p:spPr>
              <a:xfrm>
                <a:off x="1567032" y="298215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44" name="ph3844"/>
              <p:cNvSpPr/>
              <p:nvPr/>
            </p:nvSpPr>
            <p:spPr>
              <a:xfrm>
                <a:off x="1529495" y="2993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45" name="ph3845"/>
              <p:cNvSpPr/>
              <p:nvPr/>
            </p:nvSpPr>
            <p:spPr>
              <a:xfrm>
                <a:off x="1538879" y="2993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46" name="ph3846"/>
              <p:cNvSpPr/>
              <p:nvPr/>
            </p:nvSpPr>
            <p:spPr>
              <a:xfrm>
                <a:off x="1548263" y="2993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47" name="ph3847"/>
              <p:cNvSpPr/>
              <p:nvPr/>
            </p:nvSpPr>
            <p:spPr>
              <a:xfrm>
                <a:off x="1557647" y="2993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48" name="ph3848"/>
              <p:cNvSpPr/>
              <p:nvPr/>
            </p:nvSpPr>
            <p:spPr>
              <a:xfrm>
                <a:off x="1567032" y="299368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49" name="ph3849"/>
              <p:cNvSpPr/>
              <p:nvPr/>
            </p:nvSpPr>
            <p:spPr>
              <a:xfrm>
                <a:off x="1529495" y="3005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50" name="ph3850"/>
              <p:cNvSpPr/>
              <p:nvPr/>
            </p:nvSpPr>
            <p:spPr>
              <a:xfrm>
                <a:off x="1538879" y="3005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51" name="ph3851"/>
              <p:cNvSpPr/>
              <p:nvPr/>
            </p:nvSpPr>
            <p:spPr>
              <a:xfrm>
                <a:off x="1548263" y="3005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52" name="ph3852"/>
              <p:cNvSpPr/>
              <p:nvPr/>
            </p:nvSpPr>
            <p:spPr>
              <a:xfrm>
                <a:off x="1557647" y="3005219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53" name="ph3853"/>
              <p:cNvSpPr/>
              <p:nvPr/>
            </p:nvSpPr>
            <p:spPr>
              <a:xfrm>
                <a:off x="1529495" y="3016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54" name="ph3854"/>
              <p:cNvSpPr/>
              <p:nvPr/>
            </p:nvSpPr>
            <p:spPr>
              <a:xfrm>
                <a:off x="1538879" y="3016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55" name="ph3855"/>
              <p:cNvSpPr/>
              <p:nvPr/>
            </p:nvSpPr>
            <p:spPr>
              <a:xfrm>
                <a:off x="1548263" y="3016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56" name="ph3856"/>
              <p:cNvSpPr/>
              <p:nvPr/>
            </p:nvSpPr>
            <p:spPr>
              <a:xfrm>
                <a:off x="1557647" y="3016751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57" name="ph3857"/>
              <p:cNvSpPr/>
              <p:nvPr/>
            </p:nvSpPr>
            <p:spPr>
              <a:xfrm>
                <a:off x="1529495" y="302828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58" name="ph3858"/>
              <p:cNvSpPr/>
              <p:nvPr/>
            </p:nvSpPr>
            <p:spPr>
              <a:xfrm>
                <a:off x="1538879" y="302828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59" name="ph3859"/>
              <p:cNvSpPr/>
              <p:nvPr/>
            </p:nvSpPr>
            <p:spPr>
              <a:xfrm>
                <a:off x="1548263" y="302828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60" name="ph3860"/>
              <p:cNvSpPr/>
              <p:nvPr/>
            </p:nvSpPr>
            <p:spPr>
              <a:xfrm>
                <a:off x="1557647" y="3028283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399"/>
                    </a:moveTo>
                    <a:lnTo>
                      <a:pt x="923784" y="914399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61" name="ph3861"/>
              <p:cNvSpPr/>
              <p:nvPr/>
            </p:nvSpPr>
            <p:spPr>
              <a:xfrm>
                <a:off x="1529495" y="303981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62" name="ph3862"/>
              <p:cNvSpPr/>
              <p:nvPr/>
            </p:nvSpPr>
            <p:spPr>
              <a:xfrm>
                <a:off x="1538879" y="303981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63" name="ph3863"/>
              <p:cNvSpPr/>
              <p:nvPr/>
            </p:nvSpPr>
            <p:spPr>
              <a:xfrm>
                <a:off x="1548263" y="303981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64" name="ph3864"/>
              <p:cNvSpPr/>
              <p:nvPr/>
            </p:nvSpPr>
            <p:spPr>
              <a:xfrm>
                <a:off x="1557647" y="3039815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399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399" y="925931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65" name="ph3865"/>
              <p:cNvSpPr/>
              <p:nvPr/>
            </p:nvSpPr>
            <p:spPr>
              <a:xfrm>
                <a:off x="1529495" y="305134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66" name="ph3866"/>
              <p:cNvSpPr/>
              <p:nvPr/>
            </p:nvSpPr>
            <p:spPr>
              <a:xfrm>
                <a:off x="1538879" y="305134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67" name="ph3867"/>
              <p:cNvSpPr/>
              <p:nvPr/>
            </p:nvSpPr>
            <p:spPr>
              <a:xfrm>
                <a:off x="1548263" y="3051347"/>
                <a:ext cx="923784" cy="925931"/>
              </a:xfrm>
              <a:custGeom>
                <a:avLst/>
                <a:gdLst/>
                <a:ahLst/>
                <a:cxnLst/>
                <a:rect l="0" t="0" r="0" b="0"/>
                <a:pathLst>
                  <a:path w="923784" h="925931">
                    <a:moveTo>
                      <a:pt x="914400" y="914400"/>
                    </a:moveTo>
                    <a:lnTo>
                      <a:pt x="923784" y="914400"/>
                    </a:lnTo>
                    <a:lnTo>
                      <a:pt x="923784" y="925931"/>
                    </a:lnTo>
                    <a:lnTo>
                      <a:pt x="914400" y="925931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68" name="ph3868"/>
              <p:cNvSpPr/>
              <p:nvPr/>
            </p:nvSpPr>
            <p:spPr>
              <a:xfrm>
                <a:off x="2094707" y="835854"/>
                <a:ext cx="2988173" cy="2998361"/>
              </a:xfrm>
              <a:custGeom>
                <a:avLst/>
                <a:gdLst/>
                <a:ahLst/>
                <a:cxnLst/>
                <a:rect l="0" t="0" r="0" b="0"/>
                <a:pathLst>
                  <a:path w="2988173" h="2998361">
                    <a:moveTo>
                      <a:pt x="2333048" y="914399"/>
                    </a:moveTo>
                    <a:lnTo>
                      <a:pt x="2352921" y="914369"/>
                    </a:lnTo>
                    <a:lnTo>
                      <a:pt x="2388435" y="914318"/>
                    </a:lnTo>
                    <a:lnTo>
                      <a:pt x="2423948" y="914266"/>
                    </a:lnTo>
                    <a:lnTo>
                      <a:pt x="2459461" y="914220"/>
                    </a:lnTo>
                    <a:lnTo>
                      <a:pt x="2494974" y="914169"/>
                    </a:lnTo>
                    <a:lnTo>
                      <a:pt x="2530491" y="914118"/>
                    </a:lnTo>
                    <a:lnTo>
                      <a:pt x="2566004" y="914067"/>
                    </a:lnTo>
                    <a:lnTo>
                      <a:pt x="2601517" y="914015"/>
                    </a:lnTo>
                    <a:lnTo>
                      <a:pt x="2609922" y="893798"/>
                    </a:lnTo>
                    <a:lnTo>
                      <a:pt x="2617753" y="884386"/>
                    </a:lnTo>
                    <a:lnTo>
                      <a:pt x="2628479" y="887504"/>
                    </a:lnTo>
                    <a:lnTo>
                      <a:pt x="2634192" y="887243"/>
                    </a:lnTo>
                    <a:lnTo>
                      <a:pt x="2640543" y="882389"/>
                    </a:lnTo>
                    <a:lnTo>
                      <a:pt x="2645694" y="879439"/>
                    </a:lnTo>
                    <a:lnTo>
                      <a:pt x="2649086" y="879874"/>
                    </a:lnTo>
                    <a:lnTo>
                      <a:pt x="2651982" y="884319"/>
                    </a:lnTo>
                    <a:lnTo>
                      <a:pt x="2654391" y="887284"/>
                    </a:lnTo>
                    <a:lnTo>
                      <a:pt x="2657204" y="886419"/>
                    </a:lnTo>
                    <a:lnTo>
                      <a:pt x="2659612" y="882225"/>
                    </a:lnTo>
                    <a:lnTo>
                      <a:pt x="2659529" y="876407"/>
                    </a:lnTo>
                    <a:lnTo>
                      <a:pt x="2662825" y="872357"/>
                    </a:lnTo>
                    <a:lnTo>
                      <a:pt x="2666738" y="871737"/>
                    </a:lnTo>
                    <a:lnTo>
                      <a:pt x="2670355" y="871865"/>
                    </a:lnTo>
                    <a:lnTo>
                      <a:pt x="2672160" y="869888"/>
                    </a:lnTo>
                    <a:lnTo>
                      <a:pt x="2671960" y="867052"/>
                    </a:lnTo>
                    <a:lnTo>
                      <a:pt x="2670656" y="862484"/>
                    </a:lnTo>
                    <a:lnTo>
                      <a:pt x="2671097" y="856984"/>
                    </a:lnTo>
                    <a:lnTo>
                      <a:pt x="2680132" y="847269"/>
                    </a:lnTo>
                    <a:lnTo>
                      <a:pt x="2691208" y="840679"/>
                    </a:lnTo>
                    <a:lnTo>
                      <a:pt x="2695092" y="837386"/>
                    </a:lnTo>
                    <a:lnTo>
                      <a:pt x="2696221" y="830708"/>
                    </a:lnTo>
                    <a:lnTo>
                      <a:pt x="2702572" y="823770"/>
                    </a:lnTo>
                    <a:lnTo>
                      <a:pt x="2705748" y="819780"/>
                    </a:lnTo>
                    <a:lnTo>
                      <a:pt x="2706523" y="816313"/>
                    </a:lnTo>
                    <a:lnTo>
                      <a:pt x="2704877" y="812048"/>
                    </a:lnTo>
                    <a:lnTo>
                      <a:pt x="2705043" y="803916"/>
                    </a:lnTo>
                    <a:lnTo>
                      <a:pt x="2707227" y="794201"/>
                    </a:lnTo>
                    <a:lnTo>
                      <a:pt x="2709840" y="783622"/>
                    </a:lnTo>
                    <a:lnTo>
                      <a:pt x="2715695" y="774081"/>
                    </a:lnTo>
                    <a:lnTo>
                      <a:pt x="2725296" y="763676"/>
                    </a:lnTo>
                    <a:lnTo>
                      <a:pt x="2727767" y="750003"/>
                    </a:lnTo>
                    <a:lnTo>
                      <a:pt x="2730372" y="735582"/>
                    </a:lnTo>
                    <a:lnTo>
                      <a:pt x="2741978" y="721530"/>
                    </a:lnTo>
                    <a:lnTo>
                      <a:pt x="2755138" y="705594"/>
                    </a:lnTo>
                    <a:lnTo>
                      <a:pt x="2759911" y="699813"/>
                    </a:lnTo>
                    <a:lnTo>
                      <a:pt x="2918285" y="699813"/>
                    </a:lnTo>
                    <a:lnTo>
                      <a:pt x="2918547" y="711796"/>
                    </a:lnTo>
                    <a:lnTo>
                      <a:pt x="2918759" y="728142"/>
                    </a:lnTo>
                    <a:lnTo>
                      <a:pt x="2918984" y="745368"/>
                    </a:lnTo>
                    <a:lnTo>
                      <a:pt x="2919147" y="757664"/>
                    </a:lnTo>
                    <a:lnTo>
                      <a:pt x="2919426" y="774547"/>
                    </a:lnTo>
                    <a:lnTo>
                      <a:pt x="2919647" y="787979"/>
                    </a:lnTo>
                    <a:lnTo>
                      <a:pt x="2919943" y="805513"/>
                    </a:lnTo>
                    <a:lnTo>
                      <a:pt x="2920097" y="814885"/>
                    </a:lnTo>
                    <a:lnTo>
                      <a:pt x="2921601" y="817589"/>
                    </a:lnTo>
                    <a:lnTo>
                      <a:pt x="2920697" y="821281"/>
                    </a:lnTo>
                    <a:lnTo>
                      <a:pt x="2920301" y="823129"/>
                    </a:lnTo>
                    <a:lnTo>
                      <a:pt x="2920397" y="824599"/>
                    </a:lnTo>
                    <a:lnTo>
                      <a:pt x="2920997" y="826448"/>
                    </a:lnTo>
                    <a:lnTo>
                      <a:pt x="2920897" y="829034"/>
                    </a:lnTo>
                    <a:lnTo>
                      <a:pt x="2919497" y="831374"/>
                    </a:lnTo>
                    <a:lnTo>
                      <a:pt x="2918797" y="834078"/>
                    </a:lnTo>
                    <a:lnTo>
                      <a:pt x="2918597" y="838508"/>
                    </a:lnTo>
                    <a:lnTo>
                      <a:pt x="2920097" y="841216"/>
                    </a:lnTo>
                    <a:lnTo>
                      <a:pt x="2922602" y="842814"/>
                    </a:lnTo>
                    <a:lnTo>
                      <a:pt x="2924706" y="842814"/>
                    </a:lnTo>
                    <a:lnTo>
                      <a:pt x="2927411" y="844417"/>
                    </a:lnTo>
                    <a:lnTo>
                      <a:pt x="2930915" y="847249"/>
                    </a:lnTo>
                    <a:lnTo>
                      <a:pt x="2936220" y="849707"/>
                    </a:lnTo>
                    <a:lnTo>
                      <a:pt x="2941729" y="850567"/>
                    </a:lnTo>
                    <a:lnTo>
                      <a:pt x="2945534" y="849953"/>
                    </a:lnTo>
                    <a:lnTo>
                      <a:pt x="2950139" y="851556"/>
                    </a:lnTo>
                    <a:lnTo>
                      <a:pt x="2951743" y="855494"/>
                    </a:lnTo>
                    <a:lnTo>
                      <a:pt x="2950843" y="859181"/>
                    </a:lnTo>
                    <a:lnTo>
                      <a:pt x="2948238" y="860906"/>
                    </a:lnTo>
                    <a:lnTo>
                      <a:pt x="2945434" y="862263"/>
                    </a:lnTo>
                    <a:lnTo>
                      <a:pt x="2944934" y="865090"/>
                    </a:lnTo>
                    <a:lnTo>
                      <a:pt x="2946334" y="868045"/>
                    </a:lnTo>
                    <a:lnTo>
                      <a:pt x="2948338" y="870631"/>
                    </a:lnTo>
                    <a:lnTo>
                      <a:pt x="2950543" y="875173"/>
                    </a:lnTo>
                    <a:lnTo>
                      <a:pt x="2949639" y="879111"/>
                    </a:lnTo>
                    <a:lnTo>
                      <a:pt x="2947638" y="882435"/>
                    </a:lnTo>
                    <a:lnTo>
                      <a:pt x="2946734" y="885876"/>
                    </a:lnTo>
                    <a:lnTo>
                      <a:pt x="2948438" y="888836"/>
                    </a:lnTo>
                    <a:lnTo>
                      <a:pt x="2952943" y="892769"/>
                    </a:lnTo>
                    <a:lnTo>
                      <a:pt x="2955748" y="896584"/>
                    </a:lnTo>
                    <a:lnTo>
                      <a:pt x="2960157" y="898678"/>
                    </a:lnTo>
                    <a:lnTo>
                      <a:pt x="2962257" y="897198"/>
                    </a:lnTo>
                    <a:lnTo>
                      <a:pt x="2963961" y="895227"/>
                    </a:lnTo>
                    <a:lnTo>
                      <a:pt x="2965762" y="893752"/>
                    </a:lnTo>
                    <a:lnTo>
                      <a:pt x="2968866" y="894617"/>
                    </a:lnTo>
                    <a:lnTo>
                      <a:pt x="2972471" y="895724"/>
                    </a:lnTo>
                    <a:lnTo>
                      <a:pt x="2976409" y="897040"/>
                    </a:lnTo>
                    <a:lnTo>
                      <a:pt x="2975938" y="900230"/>
                    </a:lnTo>
                    <a:lnTo>
                      <a:pt x="2978338" y="905607"/>
                    </a:lnTo>
                    <a:lnTo>
                      <a:pt x="2980197" y="915946"/>
                    </a:lnTo>
                    <a:lnTo>
                      <a:pt x="2977342" y="920642"/>
                    </a:lnTo>
                    <a:lnTo>
                      <a:pt x="2977955" y="926864"/>
                    </a:lnTo>
                    <a:lnTo>
                      <a:pt x="2985868" y="928677"/>
                    </a:lnTo>
                    <a:lnTo>
                      <a:pt x="2987794" y="930582"/>
                    </a:lnTo>
                    <a:lnTo>
                      <a:pt x="2988173" y="932881"/>
                    </a:lnTo>
                    <a:lnTo>
                      <a:pt x="2970741" y="948833"/>
                    </a:lnTo>
                    <a:lnTo>
                      <a:pt x="2955994" y="946600"/>
                    </a:lnTo>
                    <a:lnTo>
                      <a:pt x="2947992" y="950830"/>
                    </a:lnTo>
                    <a:lnTo>
                      <a:pt x="2939612" y="952064"/>
                    </a:lnTo>
                    <a:lnTo>
                      <a:pt x="2935937" y="959192"/>
                    </a:lnTo>
                    <a:lnTo>
                      <a:pt x="2931336" y="960703"/>
                    </a:lnTo>
                    <a:lnTo>
                      <a:pt x="2925035" y="960273"/>
                    </a:lnTo>
                    <a:lnTo>
                      <a:pt x="2919601" y="958260"/>
                    </a:lnTo>
                    <a:lnTo>
                      <a:pt x="2915455" y="959248"/>
                    </a:lnTo>
                    <a:lnTo>
                      <a:pt x="2909654" y="972112"/>
                    </a:lnTo>
                    <a:lnTo>
                      <a:pt x="2904903" y="970991"/>
                    </a:lnTo>
                    <a:lnTo>
                      <a:pt x="2903011" y="975620"/>
                    </a:lnTo>
                    <a:lnTo>
                      <a:pt x="2900528" y="977643"/>
                    </a:lnTo>
                    <a:lnTo>
                      <a:pt x="2896886" y="979379"/>
                    </a:lnTo>
                    <a:lnTo>
                      <a:pt x="2893723" y="973664"/>
                    </a:lnTo>
                    <a:lnTo>
                      <a:pt x="2891710" y="968231"/>
                    </a:lnTo>
                    <a:lnTo>
                      <a:pt x="2888743" y="967037"/>
                    </a:lnTo>
                    <a:lnTo>
                      <a:pt x="2884801" y="965650"/>
                    </a:lnTo>
                    <a:lnTo>
                      <a:pt x="2880746" y="965696"/>
                    </a:lnTo>
                    <a:lnTo>
                      <a:pt x="2878041" y="966474"/>
                    </a:lnTo>
                    <a:lnTo>
                      <a:pt x="2874687" y="969987"/>
                    </a:lnTo>
                    <a:lnTo>
                      <a:pt x="2869824" y="973003"/>
                    </a:lnTo>
                    <a:lnTo>
                      <a:pt x="2866144" y="970489"/>
                    </a:lnTo>
                    <a:lnTo>
                      <a:pt x="2863265" y="966448"/>
                    </a:lnTo>
                    <a:lnTo>
                      <a:pt x="2860802" y="972947"/>
                    </a:lnTo>
                    <a:lnTo>
                      <a:pt x="2857218" y="979809"/>
                    </a:lnTo>
                    <a:lnTo>
                      <a:pt x="2857814" y="987813"/>
                    </a:lnTo>
                    <a:lnTo>
                      <a:pt x="2856272" y="992560"/>
                    </a:lnTo>
                    <a:lnTo>
                      <a:pt x="2852871" y="991280"/>
                    </a:lnTo>
                    <a:lnTo>
                      <a:pt x="2849488" y="987117"/>
                    </a:lnTo>
                    <a:lnTo>
                      <a:pt x="2839991" y="983788"/>
                    </a:lnTo>
                    <a:lnTo>
                      <a:pt x="2832427" y="984095"/>
                    </a:lnTo>
                    <a:lnTo>
                      <a:pt x="2833965" y="979650"/>
                    </a:lnTo>
                    <a:lnTo>
                      <a:pt x="2841116" y="973270"/>
                    </a:lnTo>
                    <a:lnTo>
                      <a:pt x="2838915" y="972020"/>
                    </a:lnTo>
                    <a:lnTo>
                      <a:pt x="2835407" y="972906"/>
                    </a:lnTo>
                    <a:lnTo>
                      <a:pt x="2833877" y="972020"/>
                    </a:lnTo>
                    <a:lnTo>
                      <a:pt x="2836386" y="966223"/>
                    </a:lnTo>
                    <a:lnTo>
                      <a:pt x="2836628" y="959827"/>
                    </a:lnTo>
                    <a:lnTo>
                      <a:pt x="2833427" y="962065"/>
                    </a:lnTo>
                    <a:lnTo>
                      <a:pt x="2829402" y="968814"/>
                    </a:lnTo>
                    <a:lnTo>
                      <a:pt x="2819663" y="974186"/>
                    </a:lnTo>
                    <a:lnTo>
                      <a:pt x="2820117" y="983179"/>
                    </a:lnTo>
                    <a:lnTo>
                      <a:pt x="2810949" y="1001609"/>
                    </a:lnTo>
                    <a:lnTo>
                      <a:pt x="2810541" y="1009454"/>
                    </a:lnTo>
                    <a:lnTo>
                      <a:pt x="2804661" y="1015717"/>
                    </a:lnTo>
                    <a:lnTo>
                      <a:pt x="2797081" y="1021104"/>
                    </a:lnTo>
                    <a:lnTo>
                      <a:pt x="2786971" y="1019588"/>
                    </a:lnTo>
                    <a:lnTo>
                      <a:pt x="2779253" y="1024269"/>
                    </a:lnTo>
                    <a:lnTo>
                      <a:pt x="2775336" y="1029641"/>
                    </a:lnTo>
                    <a:lnTo>
                      <a:pt x="2771932" y="1030450"/>
                    </a:lnTo>
                    <a:lnTo>
                      <a:pt x="2770156" y="1023608"/>
                    </a:lnTo>
                    <a:lnTo>
                      <a:pt x="2768864" y="1021493"/>
                    </a:lnTo>
                    <a:lnTo>
                      <a:pt x="2766022" y="1031581"/>
                    </a:lnTo>
                    <a:lnTo>
                      <a:pt x="2763126" y="1032206"/>
                    </a:lnTo>
                    <a:lnTo>
                      <a:pt x="2762030" y="1025052"/>
                    </a:lnTo>
                    <a:lnTo>
                      <a:pt x="2760655" y="1020326"/>
                    </a:lnTo>
                    <a:lnTo>
                      <a:pt x="2756709" y="1024402"/>
                    </a:lnTo>
                    <a:lnTo>
                      <a:pt x="2754087" y="1035207"/>
                    </a:lnTo>
                    <a:lnTo>
                      <a:pt x="2751341" y="1034296"/>
                    </a:lnTo>
                    <a:lnTo>
                      <a:pt x="2750466" y="1030276"/>
                    </a:lnTo>
                    <a:lnTo>
                      <a:pt x="2748499" y="1029057"/>
                    </a:lnTo>
                    <a:lnTo>
                      <a:pt x="2747824" y="1033650"/>
                    </a:lnTo>
                    <a:lnTo>
                      <a:pt x="2748816" y="1040113"/>
                    </a:lnTo>
                    <a:lnTo>
                      <a:pt x="2747387" y="1043564"/>
                    </a:lnTo>
                    <a:lnTo>
                      <a:pt x="2744657" y="1041721"/>
                    </a:lnTo>
                    <a:lnTo>
                      <a:pt x="2741911" y="1038612"/>
                    </a:lnTo>
                    <a:lnTo>
                      <a:pt x="2737381" y="1040973"/>
                    </a:lnTo>
                    <a:lnTo>
                      <a:pt x="2733222" y="1041931"/>
                    </a:lnTo>
                    <a:lnTo>
                      <a:pt x="2733206" y="1038766"/>
                    </a:lnTo>
                    <a:lnTo>
                      <a:pt x="2733997" y="1034884"/>
                    </a:lnTo>
                    <a:lnTo>
                      <a:pt x="2725709" y="1037030"/>
                    </a:lnTo>
                    <a:lnTo>
                      <a:pt x="2715770" y="1044189"/>
                    </a:lnTo>
                    <a:lnTo>
                      <a:pt x="2708052" y="1054093"/>
                    </a:lnTo>
                    <a:lnTo>
                      <a:pt x="2710728" y="1055742"/>
                    </a:lnTo>
                    <a:lnTo>
                      <a:pt x="2713740" y="1058896"/>
                    </a:lnTo>
                    <a:lnTo>
                      <a:pt x="2700334" y="1074198"/>
                    </a:lnTo>
                    <a:lnTo>
                      <a:pt x="2686591" y="1087978"/>
                    </a:lnTo>
                    <a:lnTo>
                      <a:pt x="2676210" y="1110464"/>
                    </a:lnTo>
                    <a:lnTo>
                      <a:pt x="2672043" y="1113096"/>
                    </a:lnTo>
                    <a:lnTo>
                      <a:pt x="2668464" y="1117218"/>
                    </a:lnTo>
                    <a:lnTo>
                      <a:pt x="2664663" y="1130794"/>
                    </a:lnTo>
                    <a:lnTo>
                      <a:pt x="2660275" y="1142879"/>
                    </a:lnTo>
                    <a:lnTo>
                      <a:pt x="2662729" y="1148261"/>
                    </a:lnTo>
                    <a:lnTo>
                      <a:pt x="2664346" y="1153797"/>
                    </a:lnTo>
                    <a:lnTo>
                      <a:pt x="2668243" y="1159246"/>
                    </a:lnTo>
                    <a:lnTo>
                      <a:pt x="2671556" y="1159737"/>
                    </a:lnTo>
                    <a:lnTo>
                      <a:pt x="2675144" y="1158754"/>
                    </a:lnTo>
                    <a:lnTo>
                      <a:pt x="2677777" y="1158985"/>
                    </a:lnTo>
                    <a:lnTo>
                      <a:pt x="2679469" y="1161299"/>
                    </a:lnTo>
                    <a:lnTo>
                      <a:pt x="2678719" y="1164075"/>
                    </a:lnTo>
                    <a:lnTo>
                      <a:pt x="2674581" y="1164766"/>
                    </a:lnTo>
                    <a:lnTo>
                      <a:pt x="2666863" y="1169621"/>
                    </a:lnTo>
                    <a:lnTo>
                      <a:pt x="2660096" y="1171485"/>
                    </a:lnTo>
                    <a:lnTo>
                      <a:pt x="2656704" y="1177353"/>
                    </a:lnTo>
                    <a:lnTo>
                      <a:pt x="2651620" y="1184134"/>
                    </a:lnTo>
                    <a:lnTo>
                      <a:pt x="2641743" y="1194713"/>
                    </a:lnTo>
                    <a:lnTo>
                      <a:pt x="2645965" y="1197975"/>
                    </a:lnTo>
                    <a:lnTo>
                      <a:pt x="2661221" y="1201652"/>
                    </a:lnTo>
                    <a:lnTo>
                      <a:pt x="2668022" y="1205437"/>
                    </a:lnTo>
                    <a:lnTo>
                      <a:pt x="2678315" y="1225198"/>
                    </a:lnTo>
                    <a:lnTo>
                      <a:pt x="2675965" y="1227175"/>
                    </a:lnTo>
                    <a:lnTo>
                      <a:pt x="2675031" y="1230795"/>
                    </a:lnTo>
                    <a:lnTo>
                      <a:pt x="2684182" y="1235875"/>
                    </a:lnTo>
                    <a:lnTo>
                      <a:pt x="2687104" y="1250065"/>
                    </a:lnTo>
                    <a:lnTo>
                      <a:pt x="2694617" y="1254894"/>
                    </a:lnTo>
                    <a:lnTo>
                      <a:pt x="2705814" y="1257864"/>
                    </a:lnTo>
                    <a:lnTo>
                      <a:pt x="2719508" y="1253573"/>
                    </a:lnTo>
                    <a:lnTo>
                      <a:pt x="2730909" y="1247669"/>
                    </a:lnTo>
                    <a:lnTo>
                      <a:pt x="2730509" y="1242829"/>
                    </a:lnTo>
                    <a:lnTo>
                      <a:pt x="2723346" y="1231569"/>
                    </a:lnTo>
                    <a:lnTo>
                      <a:pt x="2721621" y="1226279"/>
                    </a:lnTo>
                    <a:lnTo>
                      <a:pt x="2716303" y="1222853"/>
                    </a:lnTo>
                    <a:lnTo>
                      <a:pt x="2714282" y="1225756"/>
                    </a:lnTo>
                    <a:lnTo>
                      <a:pt x="2710844" y="1221987"/>
                    </a:lnTo>
                    <a:lnTo>
                      <a:pt x="2710457" y="1219872"/>
                    </a:lnTo>
                    <a:lnTo>
                      <a:pt x="2713661" y="1218843"/>
                    </a:lnTo>
                    <a:lnTo>
                      <a:pt x="2717387" y="1219253"/>
                    </a:lnTo>
                    <a:lnTo>
                      <a:pt x="2721733" y="1221224"/>
                    </a:lnTo>
                    <a:lnTo>
                      <a:pt x="2732918" y="1233499"/>
                    </a:lnTo>
                    <a:lnTo>
                      <a:pt x="2736014" y="1249589"/>
                    </a:lnTo>
                    <a:lnTo>
                      <a:pt x="2736677" y="1259805"/>
                    </a:lnTo>
                    <a:lnTo>
                      <a:pt x="2735414" y="1263298"/>
                    </a:lnTo>
                    <a:lnTo>
                      <a:pt x="2732160" y="1262581"/>
                    </a:lnTo>
                    <a:lnTo>
                      <a:pt x="2725950" y="1263277"/>
                    </a:lnTo>
                    <a:lnTo>
                      <a:pt x="2696492" y="1268567"/>
                    </a:lnTo>
                    <a:lnTo>
                      <a:pt x="2689950" y="1273227"/>
                    </a:lnTo>
                    <a:lnTo>
                      <a:pt x="2674948" y="1278287"/>
                    </a:lnTo>
                    <a:lnTo>
                      <a:pt x="2674014" y="1275762"/>
                    </a:lnTo>
                    <a:lnTo>
                      <a:pt x="2675098" y="1270539"/>
                    </a:lnTo>
                    <a:lnTo>
                      <a:pt x="2674152" y="1259841"/>
                    </a:lnTo>
                    <a:lnTo>
                      <a:pt x="2671193" y="1259344"/>
                    </a:lnTo>
                    <a:lnTo>
                      <a:pt x="2647886" y="1276786"/>
                    </a:lnTo>
                    <a:lnTo>
                      <a:pt x="2638876" y="1277882"/>
                    </a:lnTo>
                    <a:lnTo>
                      <a:pt x="2631300" y="1282988"/>
                    </a:lnTo>
                    <a:lnTo>
                      <a:pt x="2629604" y="1280156"/>
                    </a:lnTo>
                    <a:lnTo>
                      <a:pt x="2628250" y="1267077"/>
                    </a:lnTo>
                    <a:lnTo>
                      <a:pt x="2632992" y="1256108"/>
                    </a:lnTo>
                    <a:lnTo>
                      <a:pt x="2630467" y="1256282"/>
                    </a:lnTo>
                    <a:lnTo>
                      <a:pt x="2622549" y="1262868"/>
                    </a:lnTo>
                    <a:lnTo>
                      <a:pt x="2619165" y="1258817"/>
                    </a:lnTo>
                    <a:lnTo>
                      <a:pt x="2617469" y="1254372"/>
                    </a:lnTo>
                    <a:lnTo>
                      <a:pt x="2615031" y="1251858"/>
                    </a:lnTo>
                    <a:lnTo>
                      <a:pt x="2612389" y="1250905"/>
                    </a:lnTo>
                    <a:lnTo>
                      <a:pt x="2614648" y="1260614"/>
                    </a:lnTo>
                    <a:lnTo>
                      <a:pt x="2609281" y="1267896"/>
                    </a:lnTo>
                    <a:lnTo>
                      <a:pt x="2607810" y="1286731"/>
                    </a:lnTo>
                    <a:lnTo>
                      <a:pt x="2601063" y="1294571"/>
                    </a:lnTo>
                    <a:lnTo>
                      <a:pt x="2580031" y="1299610"/>
                    </a:lnTo>
                    <a:lnTo>
                      <a:pt x="2566321" y="1298545"/>
                    </a:lnTo>
                    <a:lnTo>
                      <a:pt x="2554036" y="1300112"/>
                    </a:lnTo>
                    <a:lnTo>
                      <a:pt x="2537700" y="1303727"/>
                    </a:lnTo>
                    <a:lnTo>
                      <a:pt x="2528674" y="1301577"/>
                    </a:lnTo>
                    <a:lnTo>
                      <a:pt x="2519427" y="1305392"/>
                    </a:lnTo>
                    <a:lnTo>
                      <a:pt x="2488039" y="1306431"/>
                    </a:lnTo>
                    <a:lnTo>
                      <a:pt x="2481422" y="1304408"/>
                    </a:lnTo>
                    <a:lnTo>
                      <a:pt x="2472971" y="1311614"/>
                    </a:lnTo>
                    <a:lnTo>
                      <a:pt x="2459440" y="1315874"/>
                    </a:lnTo>
                    <a:lnTo>
                      <a:pt x="2425239" y="1332020"/>
                    </a:lnTo>
                    <a:lnTo>
                      <a:pt x="2417697" y="1337894"/>
                    </a:lnTo>
                    <a:lnTo>
                      <a:pt x="2408512" y="1347066"/>
                    </a:lnTo>
                    <a:lnTo>
                      <a:pt x="2402345" y="1351997"/>
                    </a:lnTo>
                    <a:lnTo>
                      <a:pt x="2397273" y="1353600"/>
                    </a:lnTo>
                    <a:lnTo>
                      <a:pt x="2394156" y="1357707"/>
                    </a:lnTo>
                    <a:lnTo>
                      <a:pt x="2390752" y="1360390"/>
                    </a:lnTo>
                    <a:lnTo>
                      <a:pt x="2394039" y="1351224"/>
                    </a:lnTo>
                    <a:lnTo>
                      <a:pt x="2397611" y="1343496"/>
                    </a:lnTo>
                    <a:lnTo>
                      <a:pt x="2400578" y="1328528"/>
                    </a:lnTo>
                    <a:lnTo>
                      <a:pt x="2399703" y="1316422"/>
                    </a:lnTo>
                    <a:lnTo>
                      <a:pt x="2396023" y="1311445"/>
                    </a:lnTo>
                    <a:lnTo>
                      <a:pt x="2392218" y="1308126"/>
                    </a:lnTo>
                    <a:lnTo>
                      <a:pt x="2396677" y="1320073"/>
                    </a:lnTo>
                    <a:lnTo>
                      <a:pt x="2397398" y="1334724"/>
                    </a:lnTo>
                    <a:lnTo>
                      <a:pt x="2395865" y="1343307"/>
                    </a:lnTo>
                    <a:lnTo>
                      <a:pt x="2387476" y="1359863"/>
                    </a:lnTo>
                    <a:lnTo>
                      <a:pt x="2383905" y="1363719"/>
                    </a:lnTo>
                    <a:lnTo>
                      <a:pt x="2379729" y="1367109"/>
                    </a:lnTo>
                    <a:lnTo>
                      <a:pt x="2376583" y="1368584"/>
                    </a:lnTo>
                    <a:lnTo>
                      <a:pt x="2373678" y="1371231"/>
                    </a:lnTo>
                    <a:lnTo>
                      <a:pt x="2370303" y="1375425"/>
                    </a:lnTo>
                    <a:lnTo>
                      <a:pt x="2367103" y="1383752"/>
                    </a:lnTo>
                    <a:lnTo>
                      <a:pt x="2369040" y="1391341"/>
                    </a:lnTo>
                    <a:lnTo>
                      <a:pt x="2385397" y="1394112"/>
                    </a:lnTo>
                    <a:lnTo>
                      <a:pt x="2389785" y="1391771"/>
                    </a:lnTo>
                    <a:lnTo>
                      <a:pt x="2392018" y="1397205"/>
                    </a:lnTo>
                    <a:lnTo>
                      <a:pt x="2393269" y="1404753"/>
                    </a:lnTo>
                    <a:lnTo>
                      <a:pt x="2392043" y="1412916"/>
                    </a:lnTo>
                    <a:lnTo>
                      <a:pt x="2389310" y="1421222"/>
                    </a:lnTo>
                    <a:lnTo>
                      <a:pt x="2387234" y="1431535"/>
                    </a:lnTo>
                    <a:lnTo>
                      <a:pt x="2385476" y="1447262"/>
                    </a:lnTo>
                    <a:lnTo>
                      <a:pt x="2382830" y="1461411"/>
                    </a:lnTo>
                    <a:lnTo>
                      <a:pt x="2382484" y="1457114"/>
                    </a:lnTo>
                    <a:lnTo>
                      <a:pt x="2384138" y="1439913"/>
                    </a:lnTo>
                    <a:lnTo>
                      <a:pt x="2381459" y="1441710"/>
                    </a:lnTo>
                    <a:lnTo>
                      <a:pt x="2379613" y="1445679"/>
                    </a:lnTo>
                    <a:lnTo>
                      <a:pt x="2374620" y="1467863"/>
                    </a:lnTo>
                    <a:lnTo>
                      <a:pt x="2367757" y="1479687"/>
                    </a:lnTo>
                    <a:lnTo>
                      <a:pt x="2361435" y="1487865"/>
                    </a:lnTo>
                    <a:lnTo>
                      <a:pt x="2354913" y="1486513"/>
                    </a:lnTo>
                    <a:lnTo>
                      <a:pt x="2356380" y="1493012"/>
                    </a:lnTo>
                    <a:lnTo>
                      <a:pt x="2354588" y="1496397"/>
                    </a:lnTo>
                    <a:lnTo>
                      <a:pt x="2353055" y="1503458"/>
                    </a:lnTo>
                    <a:lnTo>
                      <a:pt x="2349167" y="1508139"/>
                    </a:lnTo>
                    <a:lnTo>
                      <a:pt x="2345512" y="1507688"/>
                    </a:lnTo>
                    <a:lnTo>
                      <a:pt x="2340261" y="1510915"/>
                    </a:lnTo>
                    <a:lnTo>
                      <a:pt x="2338190" y="1513383"/>
                    </a:lnTo>
                    <a:lnTo>
                      <a:pt x="2338036" y="1518109"/>
                    </a:lnTo>
                    <a:lnTo>
                      <a:pt x="2334523" y="1522268"/>
                    </a:lnTo>
                    <a:lnTo>
                      <a:pt x="2321847" y="1543868"/>
                    </a:lnTo>
                    <a:lnTo>
                      <a:pt x="2310841" y="1550243"/>
                    </a:lnTo>
                    <a:lnTo>
                      <a:pt x="2308207" y="1549316"/>
                    </a:lnTo>
                    <a:lnTo>
                      <a:pt x="2311108" y="1539121"/>
                    </a:lnTo>
                    <a:lnTo>
                      <a:pt x="2313095" y="1528812"/>
                    </a:lnTo>
                    <a:lnTo>
                      <a:pt x="2306415" y="1524326"/>
                    </a:lnTo>
                    <a:lnTo>
                      <a:pt x="2300023" y="1521955"/>
                    </a:lnTo>
                    <a:lnTo>
                      <a:pt x="2292688" y="1522268"/>
                    </a:lnTo>
                    <a:lnTo>
                      <a:pt x="2284587" y="1514253"/>
                    </a:lnTo>
                    <a:lnTo>
                      <a:pt x="2274144" y="1508426"/>
                    </a:lnTo>
                    <a:lnTo>
                      <a:pt x="2259567" y="1492658"/>
                    </a:lnTo>
                    <a:lnTo>
                      <a:pt x="2259992" y="1488285"/>
                    </a:lnTo>
                    <a:lnTo>
                      <a:pt x="2259626" y="1480947"/>
                    </a:lnTo>
                    <a:lnTo>
                      <a:pt x="2264055" y="1469353"/>
                    </a:lnTo>
                    <a:lnTo>
                      <a:pt x="2268302" y="1461247"/>
                    </a:lnTo>
                    <a:lnTo>
                      <a:pt x="2274165" y="1457048"/>
                    </a:lnTo>
                    <a:lnTo>
                      <a:pt x="2291180" y="1452772"/>
                    </a:lnTo>
                    <a:lnTo>
                      <a:pt x="2295447" y="1446340"/>
                    </a:lnTo>
                    <a:lnTo>
                      <a:pt x="2297977" y="1440922"/>
                    </a:lnTo>
                    <a:lnTo>
                      <a:pt x="2289546" y="1450227"/>
                    </a:lnTo>
                    <a:lnTo>
                      <a:pt x="2276920" y="1453381"/>
                    </a:lnTo>
                    <a:lnTo>
                      <a:pt x="2270115" y="1456853"/>
                    </a:lnTo>
                    <a:lnTo>
                      <a:pt x="2264672" y="1462163"/>
                    </a:lnTo>
                    <a:lnTo>
                      <a:pt x="2261451" y="1468831"/>
                    </a:lnTo>
                    <a:lnTo>
                      <a:pt x="2254158" y="1476866"/>
                    </a:lnTo>
                    <a:lnTo>
                      <a:pt x="2254671" y="1482248"/>
                    </a:lnTo>
                    <a:lnTo>
                      <a:pt x="2255892" y="1486073"/>
                    </a:lnTo>
                    <a:lnTo>
                      <a:pt x="2255329" y="1494046"/>
                    </a:lnTo>
                    <a:lnTo>
                      <a:pt x="2259942" y="1501820"/>
                    </a:lnTo>
                    <a:lnTo>
                      <a:pt x="2269089" y="1514555"/>
                    </a:lnTo>
                    <a:lnTo>
                      <a:pt x="2270836" y="1534338"/>
                    </a:lnTo>
                    <a:lnTo>
                      <a:pt x="2277816" y="1547575"/>
                    </a:lnTo>
                    <a:lnTo>
                      <a:pt x="2288513" y="1563010"/>
                    </a:lnTo>
                    <a:lnTo>
                      <a:pt x="2296739" y="1567398"/>
                    </a:lnTo>
                    <a:lnTo>
                      <a:pt x="2297139" y="1573139"/>
                    </a:lnTo>
                    <a:lnTo>
                      <a:pt x="2293343" y="1582618"/>
                    </a:lnTo>
                    <a:lnTo>
                      <a:pt x="2288338" y="1586950"/>
                    </a:lnTo>
                    <a:lnTo>
                      <a:pt x="2294847" y="1586084"/>
                    </a:lnTo>
                    <a:lnTo>
                      <a:pt x="2298089" y="1588251"/>
                    </a:lnTo>
                    <a:lnTo>
                      <a:pt x="2301244" y="1596157"/>
                    </a:lnTo>
                    <a:lnTo>
                      <a:pt x="2300998" y="1604228"/>
                    </a:lnTo>
                    <a:lnTo>
                      <a:pt x="2299931" y="1608775"/>
                    </a:lnTo>
                    <a:lnTo>
                      <a:pt x="2297960" y="1610588"/>
                    </a:lnTo>
                    <a:lnTo>
                      <a:pt x="2298043" y="1605943"/>
                    </a:lnTo>
                    <a:lnTo>
                      <a:pt x="2296647" y="1604330"/>
                    </a:lnTo>
                    <a:lnTo>
                      <a:pt x="2294343" y="1606343"/>
                    </a:lnTo>
                    <a:lnTo>
                      <a:pt x="2292851" y="1608637"/>
                    </a:lnTo>
                    <a:lnTo>
                      <a:pt x="2292230" y="1617675"/>
                    </a:lnTo>
                    <a:lnTo>
                      <a:pt x="2290651" y="1622192"/>
                    </a:lnTo>
                    <a:lnTo>
                      <a:pt x="2285067" y="1623534"/>
                    </a:lnTo>
                    <a:lnTo>
                      <a:pt x="2279403" y="1635394"/>
                    </a:lnTo>
                    <a:lnTo>
                      <a:pt x="2274136" y="1642123"/>
                    </a:lnTo>
                    <a:lnTo>
                      <a:pt x="2253408" y="1687622"/>
                    </a:lnTo>
                    <a:lnTo>
                      <a:pt x="2254200" y="1695227"/>
                    </a:lnTo>
                    <a:lnTo>
                      <a:pt x="2250408" y="1697674"/>
                    </a:lnTo>
                    <a:lnTo>
                      <a:pt x="2244665" y="1699666"/>
                    </a:lnTo>
                    <a:lnTo>
                      <a:pt x="2238856" y="1704214"/>
                    </a:lnTo>
                    <a:lnTo>
                      <a:pt x="2235002" y="1709227"/>
                    </a:lnTo>
                    <a:lnTo>
                      <a:pt x="2231422" y="1722710"/>
                    </a:lnTo>
                    <a:lnTo>
                      <a:pt x="2224563" y="1737889"/>
                    </a:lnTo>
                    <a:lnTo>
                      <a:pt x="2220283" y="1731565"/>
                    </a:lnTo>
                    <a:lnTo>
                      <a:pt x="2219187" y="1726152"/>
                    </a:lnTo>
                    <a:lnTo>
                      <a:pt x="2221091" y="1712033"/>
                    </a:lnTo>
                    <a:lnTo>
                      <a:pt x="2228509" y="1688887"/>
                    </a:lnTo>
                    <a:lnTo>
                      <a:pt x="2236681" y="1674497"/>
                    </a:lnTo>
                    <a:lnTo>
                      <a:pt x="2242915" y="1667676"/>
                    </a:lnTo>
                    <a:lnTo>
                      <a:pt x="2248041" y="1653773"/>
                    </a:lnTo>
                    <a:lnTo>
                      <a:pt x="2241565" y="1651699"/>
                    </a:lnTo>
                    <a:lnTo>
                      <a:pt x="2231693" y="1651924"/>
                    </a:lnTo>
                    <a:lnTo>
                      <a:pt x="2233551" y="1645508"/>
                    </a:lnTo>
                    <a:lnTo>
                      <a:pt x="2236431" y="1639854"/>
                    </a:lnTo>
                    <a:lnTo>
                      <a:pt x="2231284" y="1634221"/>
                    </a:lnTo>
                    <a:lnTo>
                      <a:pt x="2228238" y="1633504"/>
                    </a:lnTo>
                    <a:lnTo>
                      <a:pt x="2225100" y="1631195"/>
                    </a:lnTo>
                    <a:lnTo>
                      <a:pt x="2228780" y="1626504"/>
                    </a:lnTo>
                    <a:lnTo>
                      <a:pt x="2230576" y="1621547"/>
                    </a:lnTo>
                    <a:lnTo>
                      <a:pt x="2229480" y="1615514"/>
                    </a:lnTo>
                    <a:lnTo>
                      <a:pt x="2231022" y="1610972"/>
                    </a:lnTo>
                    <a:lnTo>
                      <a:pt x="2228451" y="1611658"/>
                    </a:lnTo>
                    <a:lnTo>
                      <a:pt x="2224317" y="1616467"/>
                    </a:lnTo>
                    <a:lnTo>
                      <a:pt x="2221746" y="1618387"/>
                    </a:lnTo>
                    <a:lnTo>
                      <a:pt x="2220179" y="1614132"/>
                    </a:lnTo>
                    <a:lnTo>
                      <a:pt x="2218391" y="1615094"/>
                    </a:lnTo>
                    <a:lnTo>
                      <a:pt x="2217228" y="1618018"/>
                    </a:lnTo>
                    <a:lnTo>
                      <a:pt x="2214591" y="1619626"/>
                    </a:lnTo>
                    <a:lnTo>
                      <a:pt x="2209019" y="1615627"/>
                    </a:lnTo>
                    <a:lnTo>
                      <a:pt x="2200897" y="1611049"/>
                    </a:lnTo>
                    <a:lnTo>
                      <a:pt x="2196376" y="1603173"/>
                    </a:lnTo>
                    <a:lnTo>
                      <a:pt x="2193796" y="1597069"/>
                    </a:lnTo>
                    <a:lnTo>
                      <a:pt x="2196417" y="1586023"/>
                    </a:lnTo>
                    <a:lnTo>
                      <a:pt x="2202031" y="1584062"/>
                    </a:lnTo>
                    <a:lnTo>
                      <a:pt x="2209323" y="1585854"/>
                    </a:lnTo>
                    <a:lnTo>
                      <a:pt x="2218883" y="1585839"/>
                    </a:lnTo>
                    <a:lnTo>
                      <a:pt x="2217516" y="1583386"/>
                    </a:lnTo>
                    <a:lnTo>
                      <a:pt x="2214103" y="1583790"/>
                    </a:lnTo>
                    <a:lnTo>
                      <a:pt x="2204027" y="1574829"/>
                    </a:lnTo>
                    <a:lnTo>
                      <a:pt x="2200785" y="1569416"/>
                    </a:lnTo>
                    <a:lnTo>
                      <a:pt x="2195209" y="1567931"/>
                    </a:lnTo>
                    <a:lnTo>
                      <a:pt x="2192667" y="1573134"/>
                    </a:lnTo>
                    <a:lnTo>
                      <a:pt x="2189846" y="1574516"/>
                    </a:lnTo>
                    <a:lnTo>
                      <a:pt x="2193329" y="1563132"/>
                    </a:lnTo>
                    <a:lnTo>
                      <a:pt x="2197884" y="1562666"/>
                    </a:lnTo>
                    <a:lnTo>
                      <a:pt x="2204610" y="1559512"/>
                    </a:lnTo>
                    <a:lnTo>
                      <a:pt x="2202656" y="1552921"/>
                    </a:lnTo>
                    <a:lnTo>
                      <a:pt x="2198409" y="1550038"/>
                    </a:lnTo>
                    <a:lnTo>
                      <a:pt x="2190742" y="1553654"/>
                    </a:lnTo>
                    <a:lnTo>
                      <a:pt x="2190833" y="1549019"/>
                    </a:lnTo>
                    <a:lnTo>
                      <a:pt x="2192271" y="1543084"/>
                    </a:lnTo>
                    <a:lnTo>
                      <a:pt x="2198051" y="1543105"/>
                    </a:lnTo>
                    <a:lnTo>
                      <a:pt x="2203114" y="1545040"/>
                    </a:lnTo>
                    <a:lnTo>
                      <a:pt x="2207423" y="1535454"/>
                    </a:lnTo>
                    <a:lnTo>
                      <a:pt x="2207615" y="1531173"/>
                    </a:lnTo>
                    <a:lnTo>
                      <a:pt x="2200455" y="1537395"/>
                    </a:lnTo>
                    <a:lnTo>
                      <a:pt x="2198847" y="1523973"/>
                    </a:lnTo>
                    <a:lnTo>
                      <a:pt x="2205894" y="1511027"/>
                    </a:lnTo>
                    <a:lnTo>
                      <a:pt x="2212615" y="1505384"/>
                    </a:lnTo>
                    <a:lnTo>
                      <a:pt x="2221012" y="1505548"/>
                    </a:lnTo>
                    <a:lnTo>
                      <a:pt x="2229547" y="1504636"/>
                    </a:lnTo>
                    <a:lnTo>
                      <a:pt x="2224192" y="1502265"/>
                    </a:lnTo>
                    <a:lnTo>
                      <a:pt x="2218695" y="1500980"/>
                    </a:lnTo>
                    <a:lnTo>
                      <a:pt x="2222825" y="1495864"/>
                    </a:lnTo>
                    <a:lnTo>
                      <a:pt x="2226346" y="1494947"/>
                    </a:lnTo>
                    <a:lnTo>
                      <a:pt x="2229805" y="1490487"/>
                    </a:lnTo>
                    <a:lnTo>
                      <a:pt x="2221487" y="1491148"/>
                    </a:lnTo>
                    <a:lnTo>
                      <a:pt x="2222467" y="1482708"/>
                    </a:lnTo>
                    <a:lnTo>
                      <a:pt x="2218424" y="1484424"/>
                    </a:lnTo>
                    <a:lnTo>
                      <a:pt x="2213586" y="1485218"/>
                    </a:lnTo>
                    <a:lnTo>
                      <a:pt x="2211703" y="1488797"/>
                    </a:lnTo>
                    <a:lnTo>
                      <a:pt x="2212074" y="1494743"/>
                    </a:lnTo>
                    <a:lnTo>
                      <a:pt x="2210661" y="1498645"/>
                    </a:lnTo>
                    <a:lnTo>
                      <a:pt x="2206898" y="1501779"/>
                    </a:lnTo>
                    <a:lnTo>
                      <a:pt x="2200543" y="1504221"/>
                    </a:lnTo>
                    <a:lnTo>
                      <a:pt x="2199926" y="1499986"/>
                    </a:lnTo>
                    <a:lnTo>
                      <a:pt x="2197826" y="1498066"/>
                    </a:lnTo>
                    <a:lnTo>
                      <a:pt x="2197042" y="1507135"/>
                    </a:lnTo>
                    <a:lnTo>
                      <a:pt x="2195375" y="1510218"/>
                    </a:lnTo>
                    <a:lnTo>
                      <a:pt x="2190729" y="1501707"/>
                    </a:lnTo>
                    <a:lnTo>
                      <a:pt x="2189333" y="1503423"/>
                    </a:lnTo>
                    <a:lnTo>
                      <a:pt x="2189512" y="1505840"/>
                    </a:lnTo>
                    <a:lnTo>
                      <a:pt x="2188325" y="1510018"/>
                    </a:lnTo>
                    <a:lnTo>
                      <a:pt x="2184341" y="1512195"/>
                    </a:lnTo>
                    <a:lnTo>
                      <a:pt x="2184587" y="1517551"/>
                    </a:lnTo>
                    <a:lnTo>
                      <a:pt x="2183041" y="1520470"/>
                    </a:lnTo>
                    <a:lnTo>
                      <a:pt x="2170280" y="1515820"/>
                    </a:lnTo>
                    <a:lnTo>
                      <a:pt x="2169980" y="1517398"/>
                    </a:lnTo>
                    <a:lnTo>
                      <a:pt x="2177198" y="1527424"/>
                    </a:lnTo>
                    <a:lnTo>
                      <a:pt x="2182470" y="1530850"/>
                    </a:lnTo>
                    <a:lnTo>
                      <a:pt x="2183111" y="1536319"/>
                    </a:lnTo>
                    <a:lnTo>
                      <a:pt x="2178586" y="1540856"/>
                    </a:lnTo>
                    <a:lnTo>
                      <a:pt x="2172343" y="1536939"/>
                    </a:lnTo>
                    <a:lnTo>
                      <a:pt x="2171293" y="1537226"/>
                    </a:lnTo>
                    <a:lnTo>
                      <a:pt x="2174685" y="1543944"/>
                    </a:lnTo>
                    <a:lnTo>
                      <a:pt x="2176823" y="1549813"/>
                    </a:lnTo>
                    <a:lnTo>
                      <a:pt x="2174623" y="1554729"/>
                    </a:lnTo>
                    <a:lnTo>
                      <a:pt x="2174964" y="1560782"/>
                    </a:lnTo>
                    <a:lnTo>
                      <a:pt x="2174489" y="1566272"/>
                    </a:lnTo>
                    <a:lnTo>
                      <a:pt x="2173143" y="1571060"/>
                    </a:lnTo>
                    <a:lnTo>
                      <a:pt x="2176177" y="1593131"/>
                    </a:lnTo>
                    <a:lnTo>
                      <a:pt x="2179832" y="1599133"/>
                    </a:lnTo>
                    <a:lnTo>
                      <a:pt x="2183424" y="1604873"/>
                    </a:lnTo>
                    <a:lnTo>
                      <a:pt x="2185328" y="1610245"/>
                    </a:lnTo>
                    <a:lnTo>
                      <a:pt x="2181515" y="1611028"/>
                    </a:lnTo>
                    <a:lnTo>
                      <a:pt x="2175444" y="1606609"/>
                    </a:lnTo>
                    <a:lnTo>
                      <a:pt x="2170110" y="1603239"/>
                    </a:lnTo>
                    <a:lnTo>
                      <a:pt x="2163755" y="1592465"/>
                    </a:lnTo>
                    <a:lnTo>
                      <a:pt x="2162704" y="1588164"/>
                    </a:lnTo>
                    <a:lnTo>
                      <a:pt x="2161154" y="1584763"/>
                    </a:lnTo>
                    <a:lnTo>
                      <a:pt x="2161904" y="1592573"/>
                    </a:lnTo>
                    <a:lnTo>
                      <a:pt x="2164171" y="1601294"/>
                    </a:lnTo>
                    <a:lnTo>
                      <a:pt x="2184074" y="1620809"/>
                    </a:lnTo>
                    <a:lnTo>
                      <a:pt x="2187749" y="1628296"/>
                    </a:lnTo>
                    <a:lnTo>
                      <a:pt x="2190550" y="1634180"/>
                    </a:lnTo>
                    <a:lnTo>
                      <a:pt x="2189846" y="1639818"/>
                    </a:lnTo>
                    <a:lnTo>
                      <a:pt x="2184657" y="1635829"/>
                    </a:lnTo>
                    <a:lnTo>
                      <a:pt x="2180182" y="1630744"/>
                    </a:lnTo>
                    <a:lnTo>
                      <a:pt x="2168301" y="1624998"/>
                    </a:lnTo>
                    <a:lnTo>
                      <a:pt x="2153320" y="1621368"/>
                    </a:lnTo>
                    <a:lnTo>
                      <a:pt x="2144873" y="1608012"/>
                    </a:lnTo>
                    <a:lnTo>
                      <a:pt x="2144902" y="1613584"/>
                    </a:lnTo>
                    <a:lnTo>
                      <a:pt x="2143027" y="1618310"/>
                    </a:lnTo>
                    <a:lnTo>
                      <a:pt x="2137864" y="1612549"/>
                    </a:lnTo>
                    <a:lnTo>
                      <a:pt x="2134609" y="1607633"/>
                    </a:lnTo>
                    <a:lnTo>
                      <a:pt x="2133517" y="1602246"/>
                    </a:lnTo>
                    <a:lnTo>
                      <a:pt x="2127071" y="1602615"/>
                    </a:lnTo>
                    <a:lnTo>
                      <a:pt x="2120311" y="1607295"/>
                    </a:lnTo>
                    <a:lnTo>
                      <a:pt x="2113773" y="1606184"/>
                    </a:lnTo>
                    <a:lnTo>
                      <a:pt x="2112998" y="1597048"/>
                    </a:lnTo>
                    <a:lnTo>
                      <a:pt x="2114765" y="1592209"/>
                    </a:lnTo>
                    <a:lnTo>
                      <a:pt x="2122103" y="1580764"/>
                    </a:lnTo>
                    <a:lnTo>
                      <a:pt x="2129017" y="1574921"/>
                    </a:lnTo>
                    <a:lnTo>
                      <a:pt x="2132067" y="1567378"/>
                    </a:lnTo>
                    <a:lnTo>
                      <a:pt x="2131025" y="1555682"/>
                    </a:lnTo>
                    <a:lnTo>
                      <a:pt x="2129725" y="1567583"/>
                    </a:lnTo>
                    <a:lnTo>
                      <a:pt x="2125775" y="1573482"/>
                    </a:lnTo>
                    <a:lnTo>
                      <a:pt x="2119565" y="1577988"/>
                    </a:lnTo>
                    <a:lnTo>
                      <a:pt x="2111393" y="1586018"/>
                    </a:lnTo>
                    <a:lnTo>
                      <a:pt x="2109397" y="1593443"/>
                    </a:lnTo>
                    <a:lnTo>
                      <a:pt x="2106847" y="1607346"/>
                    </a:lnTo>
                    <a:lnTo>
                      <a:pt x="2110297" y="1612053"/>
                    </a:lnTo>
                    <a:lnTo>
                      <a:pt x="2113823" y="1613282"/>
                    </a:lnTo>
                    <a:lnTo>
                      <a:pt x="2124237" y="1610127"/>
                    </a:lnTo>
                    <a:lnTo>
                      <a:pt x="2129625" y="1611535"/>
                    </a:lnTo>
                    <a:lnTo>
                      <a:pt x="2141610" y="1628276"/>
                    </a:lnTo>
                    <a:lnTo>
                      <a:pt x="2163925" y="1634897"/>
                    </a:lnTo>
                    <a:lnTo>
                      <a:pt x="2172064" y="1639035"/>
                    </a:lnTo>
                    <a:lnTo>
                      <a:pt x="2178698" y="1647771"/>
                    </a:lnTo>
                    <a:lnTo>
                      <a:pt x="2188670" y="1652800"/>
                    </a:lnTo>
                    <a:lnTo>
                      <a:pt x="2196409" y="1660107"/>
                    </a:lnTo>
                    <a:lnTo>
                      <a:pt x="2196617" y="1664875"/>
                    </a:lnTo>
                    <a:lnTo>
                      <a:pt x="2193938" y="1670513"/>
                    </a:lnTo>
                    <a:lnTo>
                      <a:pt x="2192879" y="1678143"/>
                    </a:lnTo>
                    <a:lnTo>
                      <a:pt x="2189591" y="1682957"/>
                    </a:lnTo>
                    <a:lnTo>
                      <a:pt x="2181699" y="1683510"/>
                    </a:lnTo>
                    <a:lnTo>
                      <a:pt x="2176931" y="1682271"/>
                    </a:lnTo>
                    <a:lnTo>
                      <a:pt x="2151303" y="1655447"/>
                    </a:lnTo>
                    <a:lnTo>
                      <a:pt x="2148244" y="1652979"/>
                    </a:lnTo>
                    <a:lnTo>
                      <a:pt x="2138739" y="1638932"/>
                    </a:lnTo>
                    <a:lnTo>
                      <a:pt x="2127587" y="1631410"/>
                    </a:lnTo>
                    <a:lnTo>
                      <a:pt x="2124137" y="1631568"/>
                    </a:lnTo>
                    <a:lnTo>
                      <a:pt x="2140010" y="1645482"/>
                    </a:lnTo>
                    <a:lnTo>
                      <a:pt x="2146490" y="1655212"/>
                    </a:lnTo>
                    <a:lnTo>
                      <a:pt x="2157904" y="1668854"/>
                    </a:lnTo>
                    <a:lnTo>
                      <a:pt x="2166063" y="1674630"/>
                    </a:lnTo>
                    <a:lnTo>
                      <a:pt x="2172068" y="1683643"/>
                    </a:lnTo>
                    <a:lnTo>
                      <a:pt x="2177648" y="1687868"/>
                    </a:lnTo>
                    <a:lnTo>
                      <a:pt x="2192883" y="1693885"/>
                    </a:lnTo>
                    <a:lnTo>
                      <a:pt x="2187587" y="1698207"/>
                    </a:lnTo>
                    <a:lnTo>
                      <a:pt x="2196042" y="1701889"/>
                    </a:lnTo>
                    <a:lnTo>
                      <a:pt x="2197251" y="1708659"/>
                    </a:lnTo>
                    <a:lnTo>
                      <a:pt x="2196476" y="1716376"/>
                    </a:lnTo>
                    <a:lnTo>
                      <a:pt x="2184741" y="1713324"/>
                    </a:lnTo>
                    <a:lnTo>
                      <a:pt x="2184357" y="1719008"/>
                    </a:lnTo>
                    <a:lnTo>
                      <a:pt x="2185407" y="1722362"/>
                    </a:lnTo>
                    <a:lnTo>
                      <a:pt x="2180223" y="1725133"/>
                    </a:lnTo>
                    <a:lnTo>
                      <a:pt x="2173014" y="1721374"/>
                    </a:lnTo>
                    <a:lnTo>
                      <a:pt x="2154295" y="1700813"/>
                    </a:lnTo>
                    <a:lnTo>
                      <a:pt x="2154453" y="1703563"/>
                    </a:lnTo>
                    <a:lnTo>
                      <a:pt x="2155970" y="1706754"/>
                    </a:lnTo>
                    <a:lnTo>
                      <a:pt x="2166826" y="1719991"/>
                    </a:lnTo>
                    <a:lnTo>
                      <a:pt x="2176515" y="1727929"/>
                    </a:lnTo>
                    <a:lnTo>
                      <a:pt x="2184728" y="1731513"/>
                    </a:lnTo>
                    <a:lnTo>
                      <a:pt x="2191058" y="1738165"/>
                    </a:lnTo>
                    <a:lnTo>
                      <a:pt x="2193292" y="1742190"/>
                    </a:lnTo>
                    <a:lnTo>
                      <a:pt x="2194784" y="1748295"/>
                    </a:lnTo>
                    <a:lnTo>
                      <a:pt x="2190091" y="1752443"/>
                    </a:lnTo>
                    <a:lnTo>
                      <a:pt x="2184749" y="1754732"/>
                    </a:lnTo>
                    <a:lnTo>
                      <a:pt x="2179532" y="1750594"/>
                    </a:lnTo>
                    <a:lnTo>
                      <a:pt x="2175706" y="1746236"/>
                    </a:lnTo>
                    <a:lnTo>
                      <a:pt x="2167559" y="1738836"/>
                    </a:lnTo>
                    <a:lnTo>
                      <a:pt x="2165117" y="1730566"/>
                    </a:lnTo>
                    <a:lnTo>
                      <a:pt x="2158921" y="1730991"/>
                    </a:lnTo>
                    <a:lnTo>
                      <a:pt x="2133021" y="1720503"/>
                    </a:lnTo>
                    <a:lnTo>
                      <a:pt x="2112206" y="1719295"/>
                    </a:lnTo>
                    <a:lnTo>
                      <a:pt x="2114240" y="1721405"/>
                    </a:lnTo>
                    <a:lnTo>
                      <a:pt x="2116873" y="1722808"/>
                    </a:lnTo>
                    <a:lnTo>
                      <a:pt x="2133451" y="1725394"/>
                    </a:lnTo>
                    <a:lnTo>
                      <a:pt x="2140001" y="1730223"/>
                    </a:lnTo>
                    <a:lnTo>
                      <a:pt x="2153637" y="1734509"/>
                    </a:lnTo>
                    <a:lnTo>
                      <a:pt x="2161621" y="1735682"/>
                    </a:lnTo>
                    <a:lnTo>
                      <a:pt x="2164859" y="1748848"/>
                    </a:lnTo>
                    <a:lnTo>
                      <a:pt x="2175894" y="1757907"/>
                    </a:lnTo>
                    <a:lnTo>
                      <a:pt x="2177327" y="1764620"/>
                    </a:lnTo>
                    <a:lnTo>
                      <a:pt x="2184862" y="1765373"/>
                    </a:lnTo>
                    <a:lnTo>
                      <a:pt x="2198118" y="1758787"/>
                    </a:lnTo>
                    <a:lnTo>
                      <a:pt x="2206673" y="1761097"/>
                    </a:lnTo>
                    <a:lnTo>
                      <a:pt x="2219012" y="1762981"/>
                    </a:lnTo>
                    <a:lnTo>
                      <a:pt x="2221833" y="1768297"/>
                    </a:lnTo>
                    <a:lnTo>
                      <a:pt x="2223950" y="1778411"/>
                    </a:lnTo>
                    <a:lnTo>
                      <a:pt x="2228313" y="1789789"/>
                    </a:lnTo>
                    <a:lnTo>
                      <a:pt x="2239627" y="1834654"/>
                    </a:lnTo>
                    <a:lnTo>
                      <a:pt x="2256625" y="1871350"/>
                    </a:lnTo>
                    <a:lnTo>
                      <a:pt x="2258717" y="1877669"/>
                    </a:lnTo>
                    <a:lnTo>
                      <a:pt x="2254767" y="1872123"/>
                    </a:lnTo>
                    <a:lnTo>
                      <a:pt x="2242157" y="1847820"/>
                    </a:lnTo>
                    <a:lnTo>
                      <a:pt x="2235197" y="1830270"/>
                    </a:lnTo>
                    <a:lnTo>
                      <a:pt x="2228047" y="1799284"/>
                    </a:lnTo>
                    <a:lnTo>
                      <a:pt x="2225971" y="1792345"/>
                    </a:lnTo>
                    <a:lnTo>
                      <a:pt x="2223529" y="1789574"/>
                    </a:lnTo>
                    <a:lnTo>
                      <a:pt x="2221921" y="1791827"/>
                    </a:lnTo>
                    <a:lnTo>
                      <a:pt x="2221229" y="1795776"/>
                    </a:lnTo>
                    <a:lnTo>
                      <a:pt x="2222396" y="1798807"/>
                    </a:lnTo>
                    <a:lnTo>
                      <a:pt x="2219579" y="1809008"/>
                    </a:lnTo>
                    <a:lnTo>
                      <a:pt x="2220800" y="1813689"/>
                    </a:lnTo>
                    <a:lnTo>
                      <a:pt x="2225375" y="1818528"/>
                    </a:lnTo>
                    <a:lnTo>
                      <a:pt x="2230347" y="1830603"/>
                    </a:lnTo>
                    <a:lnTo>
                      <a:pt x="2234318" y="1846862"/>
                    </a:lnTo>
                    <a:lnTo>
                      <a:pt x="2228947" y="1840271"/>
                    </a:lnTo>
                    <a:lnTo>
                      <a:pt x="2223213" y="1836779"/>
                    </a:lnTo>
                    <a:lnTo>
                      <a:pt x="2214291" y="1834101"/>
                    </a:lnTo>
                    <a:lnTo>
                      <a:pt x="2206344" y="1829405"/>
                    </a:lnTo>
                    <a:lnTo>
                      <a:pt x="2206923" y="1836139"/>
                    </a:lnTo>
                    <a:lnTo>
                      <a:pt x="2206160" y="1843410"/>
                    </a:lnTo>
                    <a:lnTo>
                      <a:pt x="2200034" y="1841193"/>
                    </a:lnTo>
                    <a:lnTo>
                      <a:pt x="2195867" y="1838781"/>
                    </a:lnTo>
                    <a:lnTo>
                      <a:pt x="2199555" y="1846529"/>
                    </a:lnTo>
                    <a:lnTo>
                      <a:pt x="2191550" y="1844204"/>
                    </a:lnTo>
                    <a:lnTo>
                      <a:pt x="2186216" y="1844691"/>
                    </a:lnTo>
                    <a:lnTo>
                      <a:pt x="2182749" y="1851568"/>
                    </a:lnTo>
                    <a:lnTo>
                      <a:pt x="2178098" y="1855742"/>
                    </a:lnTo>
                    <a:lnTo>
                      <a:pt x="2171222" y="1857088"/>
                    </a:lnTo>
                    <a:lnTo>
                      <a:pt x="2161021" y="1850800"/>
                    </a:lnTo>
                    <a:lnTo>
                      <a:pt x="2157716" y="1843165"/>
                    </a:lnTo>
                    <a:lnTo>
                      <a:pt x="2156349" y="1834664"/>
                    </a:lnTo>
                    <a:lnTo>
                      <a:pt x="2155804" y="1844716"/>
                    </a:lnTo>
                    <a:lnTo>
                      <a:pt x="2157620" y="1855183"/>
                    </a:lnTo>
                    <a:lnTo>
                      <a:pt x="2156983" y="1863141"/>
                    </a:lnTo>
                    <a:lnTo>
                      <a:pt x="2166805" y="1864606"/>
                    </a:lnTo>
                    <a:lnTo>
                      <a:pt x="2175990" y="1863305"/>
                    </a:lnTo>
                    <a:lnTo>
                      <a:pt x="2188383" y="1863638"/>
                    </a:lnTo>
                    <a:lnTo>
                      <a:pt x="2196467" y="1862148"/>
                    </a:lnTo>
                    <a:lnTo>
                      <a:pt x="2201335" y="1859618"/>
                    </a:lnTo>
                    <a:lnTo>
                      <a:pt x="2213007" y="1861810"/>
                    </a:lnTo>
                    <a:lnTo>
                      <a:pt x="2213836" y="1871422"/>
                    </a:lnTo>
                    <a:lnTo>
                      <a:pt x="2212503" y="1880977"/>
                    </a:lnTo>
                    <a:lnTo>
                      <a:pt x="2211828" y="1891153"/>
                    </a:lnTo>
                    <a:lnTo>
                      <a:pt x="2215061" y="1891086"/>
                    </a:lnTo>
                    <a:lnTo>
                      <a:pt x="2218862" y="1887834"/>
                    </a:lnTo>
                    <a:lnTo>
                      <a:pt x="2220762" y="1869609"/>
                    </a:lnTo>
                    <a:lnTo>
                      <a:pt x="2231430" y="1862875"/>
                    </a:lnTo>
                    <a:lnTo>
                      <a:pt x="2235006" y="1863336"/>
                    </a:lnTo>
                    <a:lnTo>
                      <a:pt x="2238402" y="1869194"/>
                    </a:lnTo>
                    <a:lnTo>
                      <a:pt x="2239544" y="1875135"/>
                    </a:lnTo>
                    <a:lnTo>
                      <a:pt x="2240748" y="1883292"/>
                    </a:lnTo>
                    <a:lnTo>
                      <a:pt x="2238256" y="1895721"/>
                    </a:lnTo>
                    <a:lnTo>
                      <a:pt x="2221867" y="1910254"/>
                    </a:lnTo>
                    <a:lnTo>
                      <a:pt x="2210127" y="1923691"/>
                    </a:lnTo>
                    <a:lnTo>
                      <a:pt x="2204127" y="1926431"/>
                    </a:lnTo>
                    <a:lnTo>
                      <a:pt x="2195471" y="1924869"/>
                    </a:lnTo>
                    <a:lnTo>
                      <a:pt x="2185658" y="1921489"/>
                    </a:lnTo>
                    <a:lnTo>
                      <a:pt x="2180844" y="1920808"/>
                    </a:lnTo>
                    <a:lnTo>
                      <a:pt x="2177186" y="1921935"/>
                    </a:lnTo>
                    <a:lnTo>
                      <a:pt x="2174956" y="1917797"/>
                    </a:lnTo>
                    <a:lnTo>
                      <a:pt x="2173518" y="1910249"/>
                    </a:lnTo>
                    <a:lnTo>
                      <a:pt x="2169701" y="1907745"/>
                    </a:lnTo>
                    <a:lnTo>
                      <a:pt x="2166813" y="1908021"/>
                    </a:lnTo>
                    <a:lnTo>
                      <a:pt x="2164842" y="1916040"/>
                    </a:lnTo>
                    <a:lnTo>
                      <a:pt x="2155687" y="1918319"/>
                    </a:lnTo>
                    <a:lnTo>
                      <a:pt x="2143239" y="1915006"/>
                    </a:lnTo>
                    <a:lnTo>
                      <a:pt x="2130204" y="1908262"/>
                    </a:lnTo>
                    <a:lnTo>
                      <a:pt x="2135797" y="1915498"/>
                    </a:lnTo>
                    <a:lnTo>
                      <a:pt x="2168143" y="1928996"/>
                    </a:lnTo>
                    <a:lnTo>
                      <a:pt x="2171785" y="1931521"/>
                    </a:lnTo>
                    <a:lnTo>
                      <a:pt x="2175185" y="1935213"/>
                    </a:lnTo>
                    <a:lnTo>
                      <a:pt x="2170660" y="1941005"/>
                    </a:lnTo>
                    <a:lnTo>
                      <a:pt x="2167113" y="1947529"/>
                    </a:lnTo>
                    <a:lnTo>
                      <a:pt x="2166613" y="1952650"/>
                    </a:lnTo>
                    <a:lnTo>
                      <a:pt x="2165363" y="1955881"/>
                    </a:lnTo>
                    <a:lnTo>
                      <a:pt x="2152466" y="1964587"/>
                    </a:lnTo>
                    <a:lnTo>
                      <a:pt x="2145477" y="1963050"/>
                    </a:lnTo>
                    <a:lnTo>
                      <a:pt x="2127621" y="1947355"/>
                    </a:lnTo>
                    <a:lnTo>
                      <a:pt x="2135755" y="1960930"/>
                    </a:lnTo>
                    <a:lnTo>
                      <a:pt x="2142268" y="1966691"/>
                    </a:lnTo>
                    <a:lnTo>
                      <a:pt x="2155383" y="1969764"/>
                    </a:lnTo>
                    <a:lnTo>
                      <a:pt x="2179982" y="1964689"/>
                    </a:lnTo>
                    <a:lnTo>
                      <a:pt x="2188050" y="1970230"/>
                    </a:lnTo>
                    <a:lnTo>
                      <a:pt x="2181428" y="1980047"/>
                    </a:lnTo>
                    <a:lnTo>
                      <a:pt x="2174848" y="1986934"/>
                    </a:lnTo>
                    <a:lnTo>
                      <a:pt x="2166217" y="1987702"/>
                    </a:lnTo>
                    <a:lnTo>
                      <a:pt x="2158616" y="1989567"/>
                    </a:lnTo>
                    <a:lnTo>
                      <a:pt x="2156387" y="1994303"/>
                    </a:lnTo>
                    <a:lnTo>
                      <a:pt x="2150970" y="1994600"/>
                    </a:lnTo>
                    <a:lnTo>
                      <a:pt x="2142502" y="1994882"/>
                    </a:lnTo>
                    <a:lnTo>
                      <a:pt x="2129392" y="1995312"/>
                    </a:lnTo>
                    <a:lnTo>
                      <a:pt x="2122191" y="1994206"/>
                    </a:lnTo>
                    <a:lnTo>
                      <a:pt x="2112131" y="2003885"/>
                    </a:lnTo>
                    <a:lnTo>
                      <a:pt x="2108335" y="2005216"/>
                    </a:lnTo>
                    <a:lnTo>
                      <a:pt x="2103030" y="2003398"/>
                    </a:lnTo>
                    <a:lnTo>
                      <a:pt x="2100805" y="1995625"/>
                    </a:lnTo>
                    <a:lnTo>
                      <a:pt x="2098433" y="1991804"/>
                    </a:lnTo>
                    <a:lnTo>
                      <a:pt x="2098375" y="2006348"/>
                    </a:lnTo>
                    <a:lnTo>
                      <a:pt x="2099304" y="2010265"/>
                    </a:lnTo>
                    <a:lnTo>
                      <a:pt x="2101205" y="2013220"/>
                    </a:lnTo>
                    <a:lnTo>
                      <a:pt x="2089436" y="2021111"/>
                    </a:lnTo>
                    <a:lnTo>
                      <a:pt x="2078172" y="2030954"/>
                    </a:lnTo>
                    <a:lnTo>
                      <a:pt x="2074134" y="2033632"/>
                    </a:lnTo>
                    <a:lnTo>
                      <a:pt x="2069546" y="2038563"/>
                    </a:lnTo>
                    <a:lnTo>
                      <a:pt x="2060149" y="2052805"/>
                    </a:lnTo>
                    <a:lnTo>
                      <a:pt x="2057828" y="2063190"/>
                    </a:lnTo>
                    <a:lnTo>
                      <a:pt x="2054432" y="2074768"/>
                    </a:lnTo>
                    <a:lnTo>
                      <a:pt x="2054002" y="2069555"/>
                    </a:lnTo>
                    <a:lnTo>
                      <a:pt x="2054586" y="2060778"/>
                    </a:lnTo>
                    <a:lnTo>
                      <a:pt x="2052261" y="2050726"/>
                    </a:lnTo>
                    <a:lnTo>
                      <a:pt x="2050785" y="2069140"/>
                    </a:lnTo>
                    <a:lnTo>
                      <a:pt x="2047135" y="2077697"/>
                    </a:lnTo>
                    <a:lnTo>
                      <a:pt x="2013635" y="2077093"/>
                    </a:lnTo>
                    <a:lnTo>
                      <a:pt x="1998970" y="2081743"/>
                    </a:lnTo>
                    <a:lnTo>
                      <a:pt x="1976459" y="2097387"/>
                    </a:lnTo>
                    <a:lnTo>
                      <a:pt x="1969729" y="2104244"/>
                    </a:lnTo>
                    <a:lnTo>
                      <a:pt x="1951135" y="2130755"/>
                    </a:lnTo>
                    <a:lnTo>
                      <a:pt x="1946388" y="2147721"/>
                    </a:lnTo>
                    <a:lnTo>
                      <a:pt x="1942583" y="2140587"/>
                    </a:lnTo>
                    <a:lnTo>
                      <a:pt x="1943525" y="2135236"/>
                    </a:lnTo>
                    <a:lnTo>
                      <a:pt x="1943600" y="2130863"/>
                    </a:lnTo>
                    <a:lnTo>
                      <a:pt x="1938916" y="2140244"/>
                    </a:lnTo>
                    <a:lnTo>
                      <a:pt x="1943363" y="2153907"/>
                    </a:lnTo>
                    <a:lnTo>
                      <a:pt x="1939371" y="2159125"/>
                    </a:lnTo>
                    <a:lnTo>
                      <a:pt x="1927090" y="2168865"/>
                    </a:lnTo>
                    <a:lnTo>
                      <a:pt x="1920368" y="2170463"/>
                    </a:lnTo>
                    <a:lnTo>
                      <a:pt x="1912821" y="2173233"/>
                    </a:lnTo>
                    <a:lnTo>
                      <a:pt x="1910446" y="2182840"/>
                    </a:lnTo>
                    <a:lnTo>
                      <a:pt x="1900199" y="2191699"/>
                    </a:lnTo>
                    <a:lnTo>
                      <a:pt x="1894227" y="2195622"/>
                    </a:lnTo>
                    <a:lnTo>
                      <a:pt x="1883292" y="2193246"/>
                    </a:lnTo>
                    <a:lnTo>
                      <a:pt x="1886659" y="2201777"/>
                    </a:lnTo>
                    <a:lnTo>
                      <a:pt x="1882642" y="2208235"/>
                    </a:lnTo>
                    <a:lnTo>
                      <a:pt x="1875725" y="2213187"/>
                    </a:lnTo>
                    <a:lnTo>
                      <a:pt x="1867123" y="2216418"/>
                    </a:lnTo>
                    <a:lnTo>
                      <a:pt x="1862194" y="2216024"/>
                    </a:lnTo>
                    <a:lnTo>
                      <a:pt x="1857981" y="2217739"/>
                    </a:lnTo>
                    <a:lnTo>
                      <a:pt x="1854680" y="2221846"/>
                    </a:lnTo>
                    <a:lnTo>
                      <a:pt x="1846616" y="2225687"/>
                    </a:lnTo>
                    <a:lnTo>
                      <a:pt x="1838240" y="2223526"/>
                    </a:lnTo>
                    <a:lnTo>
                      <a:pt x="1828747" y="2222230"/>
                    </a:lnTo>
                    <a:lnTo>
                      <a:pt x="1823459" y="2224535"/>
                    </a:lnTo>
                    <a:lnTo>
                      <a:pt x="1832348" y="2228345"/>
                    </a:lnTo>
                    <a:lnTo>
                      <a:pt x="1837107" y="2233865"/>
                    </a:lnTo>
                    <a:lnTo>
                      <a:pt x="1836128" y="2241306"/>
                    </a:lnTo>
                    <a:lnTo>
                      <a:pt x="1833748" y="2244178"/>
                    </a:lnTo>
                    <a:lnTo>
                      <a:pt x="1828139" y="2248070"/>
                    </a:lnTo>
                    <a:lnTo>
                      <a:pt x="1825676" y="2247492"/>
                    </a:lnTo>
                    <a:lnTo>
                      <a:pt x="1824172" y="2243984"/>
                    </a:lnTo>
                    <a:lnTo>
                      <a:pt x="1822347" y="2236676"/>
                    </a:lnTo>
                    <a:lnTo>
                      <a:pt x="1819738" y="2238233"/>
                    </a:lnTo>
                    <a:lnTo>
                      <a:pt x="1819288" y="2241638"/>
                    </a:lnTo>
                    <a:lnTo>
                      <a:pt x="1817046" y="2242852"/>
                    </a:lnTo>
                    <a:lnTo>
                      <a:pt x="1809091" y="2231212"/>
                    </a:lnTo>
                    <a:lnTo>
                      <a:pt x="1809487" y="2240092"/>
                    </a:lnTo>
                    <a:lnTo>
                      <a:pt x="1812266" y="2246913"/>
                    </a:lnTo>
                    <a:lnTo>
                      <a:pt x="1814954" y="2250375"/>
                    </a:lnTo>
                    <a:lnTo>
                      <a:pt x="1817667" y="2252413"/>
                    </a:lnTo>
                    <a:lnTo>
                      <a:pt x="1818334" y="2255578"/>
                    </a:lnTo>
                    <a:lnTo>
                      <a:pt x="1812891" y="2263290"/>
                    </a:lnTo>
                    <a:lnTo>
                      <a:pt x="1810091" y="2265005"/>
                    </a:lnTo>
                    <a:lnTo>
                      <a:pt x="1805107" y="2266255"/>
                    </a:lnTo>
                    <a:lnTo>
                      <a:pt x="1802302" y="2271007"/>
                    </a:lnTo>
                    <a:lnTo>
                      <a:pt x="1803132" y="2275099"/>
                    </a:lnTo>
                    <a:lnTo>
                      <a:pt x="1798773" y="2283978"/>
                    </a:lnTo>
                    <a:lnTo>
                      <a:pt x="1788350" y="2289524"/>
                    </a:lnTo>
                    <a:lnTo>
                      <a:pt x="1785167" y="2289309"/>
                    </a:lnTo>
                    <a:lnTo>
                      <a:pt x="1782570" y="2290932"/>
                    </a:lnTo>
                    <a:lnTo>
                      <a:pt x="1784087" y="2294886"/>
                    </a:lnTo>
                    <a:lnTo>
                      <a:pt x="1786688" y="2297764"/>
                    </a:lnTo>
                    <a:lnTo>
                      <a:pt x="1786596" y="2300437"/>
                    </a:lnTo>
                    <a:lnTo>
                      <a:pt x="1783841" y="2304068"/>
                    </a:lnTo>
                    <a:lnTo>
                      <a:pt x="1778403" y="2305081"/>
                    </a:lnTo>
                    <a:lnTo>
                      <a:pt x="1775349" y="2309224"/>
                    </a:lnTo>
                    <a:lnTo>
                      <a:pt x="1776315" y="2313132"/>
                    </a:lnTo>
                    <a:lnTo>
                      <a:pt x="1778112" y="2315313"/>
                    </a:lnTo>
                    <a:lnTo>
                      <a:pt x="1777736" y="2319072"/>
                    </a:lnTo>
                    <a:lnTo>
                      <a:pt x="1771552" y="2322846"/>
                    </a:lnTo>
                    <a:lnTo>
                      <a:pt x="1770102" y="2326559"/>
                    </a:lnTo>
                    <a:lnTo>
                      <a:pt x="1773173" y="2327654"/>
                    </a:lnTo>
                    <a:lnTo>
                      <a:pt x="1775536" y="2326559"/>
                    </a:lnTo>
                    <a:lnTo>
                      <a:pt x="1777266" y="2327357"/>
                    </a:lnTo>
                    <a:lnTo>
                      <a:pt x="1773557" y="2333564"/>
                    </a:lnTo>
                    <a:lnTo>
                      <a:pt x="1770227" y="2337348"/>
                    </a:lnTo>
                    <a:lnTo>
                      <a:pt x="1767064" y="2344149"/>
                    </a:lnTo>
                    <a:lnTo>
                      <a:pt x="1759726" y="2346028"/>
                    </a:lnTo>
                    <a:lnTo>
                      <a:pt x="1760001" y="2348225"/>
                    </a:lnTo>
                    <a:lnTo>
                      <a:pt x="1764147" y="2350171"/>
                    </a:lnTo>
                    <a:lnTo>
                      <a:pt x="1767618" y="2355400"/>
                    </a:lnTo>
                    <a:lnTo>
                      <a:pt x="1761097" y="2365053"/>
                    </a:lnTo>
                    <a:lnTo>
                      <a:pt x="1757025" y="2364259"/>
                    </a:lnTo>
                    <a:lnTo>
                      <a:pt x="1754538" y="2362134"/>
                    </a:lnTo>
                    <a:lnTo>
                      <a:pt x="1752950" y="2369754"/>
                    </a:lnTo>
                    <a:lnTo>
                      <a:pt x="1753558" y="2373820"/>
                    </a:lnTo>
                    <a:lnTo>
                      <a:pt x="1752008" y="2382131"/>
                    </a:lnTo>
                    <a:lnTo>
                      <a:pt x="1749516" y="2392122"/>
                    </a:lnTo>
                    <a:lnTo>
                      <a:pt x="1747824" y="2396224"/>
                    </a:lnTo>
                    <a:lnTo>
                      <a:pt x="1748183" y="2403864"/>
                    </a:lnTo>
                    <a:lnTo>
                      <a:pt x="1749229" y="2411243"/>
                    </a:lnTo>
                    <a:lnTo>
                      <a:pt x="1753221" y="2420753"/>
                    </a:lnTo>
                    <a:lnTo>
                      <a:pt x="1759317" y="2459641"/>
                    </a:lnTo>
                    <a:lnTo>
                      <a:pt x="1763468" y="2473145"/>
                    </a:lnTo>
                    <a:lnTo>
                      <a:pt x="1770944" y="2509580"/>
                    </a:lnTo>
                    <a:lnTo>
                      <a:pt x="1783316" y="2544904"/>
                    </a:lnTo>
                    <a:lnTo>
                      <a:pt x="1800773" y="2587602"/>
                    </a:lnTo>
                    <a:lnTo>
                      <a:pt x="1829423" y="2639354"/>
                    </a:lnTo>
                    <a:lnTo>
                      <a:pt x="1832852" y="2646729"/>
                    </a:lnTo>
                    <a:lnTo>
                      <a:pt x="1829122" y="2652981"/>
                    </a:lnTo>
                    <a:lnTo>
                      <a:pt x="1827985" y="2659459"/>
                    </a:lnTo>
                    <a:lnTo>
                      <a:pt x="1827660" y="2669225"/>
                    </a:lnTo>
                    <a:lnTo>
                      <a:pt x="1828693" y="2678739"/>
                    </a:lnTo>
                    <a:lnTo>
                      <a:pt x="1832081" y="2690359"/>
                    </a:lnTo>
                    <a:lnTo>
                      <a:pt x="1838590" y="2708123"/>
                    </a:lnTo>
                    <a:lnTo>
                      <a:pt x="1834948" y="2704580"/>
                    </a:lnTo>
                    <a:lnTo>
                      <a:pt x="1825522" y="2679082"/>
                    </a:lnTo>
                    <a:lnTo>
                      <a:pt x="1824426" y="2664109"/>
                    </a:lnTo>
                    <a:lnTo>
                      <a:pt x="1825785" y="2642867"/>
                    </a:lnTo>
                    <a:lnTo>
                      <a:pt x="1823572" y="2643379"/>
                    </a:lnTo>
                    <a:lnTo>
                      <a:pt x="1821776" y="2650282"/>
                    </a:lnTo>
                    <a:lnTo>
                      <a:pt x="1820788" y="2658389"/>
                    </a:lnTo>
                    <a:lnTo>
                      <a:pt x="1818396" y="2661528"/>
                    </a:lnTo>
                    <a:lnTo>
                      <a:pt x="1815133" y="2649161"/>
                    </a:lnTo>
                    <a:lnTo>
                      <a:pt x="1815362" y="2643569"/>
                    </a:lnTo>
                    <a:lnTo>
                      <a:pt x="1818825" y="2637035"/>
                    </a:lnTo>
                    <a:lnTo>
                      <a:pt x="1817821" y="2634684"/>
                    </a:lnTo>
                    <a:lnTo>
                      <a:pt x="1812216" y="2631340"/>
                    </a:lnTo>
                    <a:lnTo>
                      <a:pt x="1811024" y="2626081"/>
                    </a:lnTo>
                    <a:lnTo>
                      <a:pt x="1811783" y="2620888"/>
                    </a:lnTo>
                    <a:lnTo>
                      <a:pt x="1808566" y="2618113"/>
                    </a:lnTo>
                    <a:lnTo>
                      <a:pt x="1806049" y="2618246"/>
                    </a:lnTo>
                    <a:lnTo>
                      <a:pt x="1807736" y="2631048"/>
                    </a:lnTo>
                    <a:lnTo>
                      <a:pt x="1810399" y="2638909"/>
                    </a:lnTo>
                    <a:lnTo>
                      <a:pt x="1813691" y="2657749"/>
                    </a:lnTo>
                    <a:lnTo>
                      <a:pt x="1819004" y="2669163"/>
                    </a:lnTo>
                    <a:lnTo>
                      <a:pt x="1822101" y="2678734"/>
                    </a:lnTo>
                    <a:lnTo>
                      <a:pt x="1858285" y="2780871"/>
                    </a:lnTo>
                    <a:lnTo>
                      <a:pt x="1866848" y="2793878"/>
                    </a:lnTo>
                    <a:lnTo>
                      <a:pt x="1870015" y="2803219"/>
                    </a:lnTo>
                    <a:lnTo>
                      <a:pt x="1873312" y="2822750"/>
                    </a:lnTo>
                    <a:lnTo>
                      <a:pt x="1874058" y="2847827"/>
                    </a:lnTo>
                    <a:lnTo>
                      <a:pt x="1868144" y="2893659"/>
                    </a:lnTo>
                    <a:lnTo>
                      <a:pt x="1866798" y="2924922"/>
                    </a:lnTo>
                    <a:lnTo>
                      <a:pt x="1865952" y="2923965"/>
                    </a:lnTo>
                    <a:lnTo>
                      <a:pt x="1865386" y="2920672"/>
                    </a:lnTo>
                    <a:lnTo>
                      <a:pt x="1864019" y="2920221"/>
                    </a:lnTo>
                    <a:lnTo>
                      <a:pt x="1858885" y="2934544"/>
                    </a:lnTo>
                    <a:lnTo>
                      <a:pt x="1851909" y="2947465"/>
                    </a:lnTo>
                    <a:lnTo>
                      <a:pt x="1849613" y="2967544"/>
                    </a:lnTo>
                    <a:lnTo>
                      <a:pt x="1846266" y="2977596"/>
                    </a:lnTo>
                    <a:lnTo>
                      <a:pt x="1836219" y="2988232"/>
                    </a:lnTo>
                    <a:lnTo>
                      <a:pt x="1829993" y="2987961"/>
                    </a:lnTo>
                    <a:lnTo>
                      <a:pt x="1814725" y="2995939"/>
                    </a:lnTo>
                    <a:lnTo>
                      <a:pt x="1803998" y="2993860"/>
                    </a:lnTo>
                    <a:lnTo>
                      <a:pt x="1791217" y="2998361"/>
                    </a:lnTo>
                    <a:lnTo>
                      <a:pt x="1782808" y="2997859"/>
                    </a:lnTo>
                    <a:lnTo>
                      <a:pt x="1777953" y="2988370"/>
                    </a:lnTo>
                    <a:lnTo>
                      <a:pt x="1778695" y="2984125"/>
                    </a:lnTo>
                    <a:lnTo>
                      <a:pt x="1780629" y="2979859"/>
                    </a:lnTo>
                    <a:lnTo>
                      <a:pt x="1783904" y="2978866"/>
                    </a:lnTo>
                    <a:lnTo>
                      <a:pt x="1795193" y="2988811"/>
                    </a:lnTo>
                    <a:lnTo>
                      <a:pt x="1797322" y="2984627"/>
                    </a:lnTo>
                    <a:lnTo>
                      <a:pt x="1793914" y="2979650"/>
                    </a:lnTo>
                    <a:lnTo>
                      <a:pt x="1787388" y="2976874"/>
                    </a:lnTo>
                    <a:lnTo>
                      <a:pt x="1782566" y="2973822"/>
                    </a:lnTo>
                    <a:lnTo>
                      <a:pt x="1772852" y="2951152"/>
                    </a:lnTo>
                    <a:lnTo>
                      <a:pt x="1762789" y="2935584"/>
                    </a:lnTo>
                    <a:lnTo>
                      <a:pt x="1761093" y="2925178"/>
                    </a:lnTo>
                    <a:lnTo>
                      <a:pt x="1743740" y="2918834"/>
                    </a:lnTo>
                    <a:lnTo>
                      <a:pt x="1731176" y="2909227"/>
                    </a:lnTo>
                    <a:lnTo>
                      <a:pt x="1722983" y="2892138"/>
                    </a:lnTo>
                    <a:lnTo>
                      <a:pt x="1718283" y="2861838"/>
                    </a:lnTo>
                    <a:lnTo>
                      <a:pt x="1712740" y="2858432"/>
                    </a:lnTo>
                    <a:lnTo>
                      <a:pt x="1710398" y="2856077"/>
                    </a:lnTo>
                    <a:lnTo>
                      <a:pt x="1715812" y="2844831"/>
                    </a:lnTo>
                    <a:lnTo>
                      <a:pt x="1721516" y="2835404"/>
                    </a:lnTo>
                    <a:lnTo>
                      <a:pt x="1717003" y="2837749"/>
                    </a:lnTo>
                    <a:lnTo>
                      <a:pt x="1713674" y="2841236"/>
                    </a:lnTo>
                    <a:lnTo>
                      <a:pt x="1709440" y="2849563"/>
                    </a:lnTo>
                    <a:lnTo>
                      <a:pt x="1706348" y="2850843"/>
                    </a:lnTo>
                    <a:lnTo>
                      <a:pt x="1703514" y="2849563"/>
                    </a:lnTo>
                    <a:lnTo>
                      <a:pt x="1700247" y="2833591"/>
                    </a:lnTo>
                    <a:lnTo>
                      <a:pt x="1701180" y="2813957"/>
                    </a:lnTo>
                    <a:lnTo>
                      <a:pt x="1705760" y="2806614"/>
                    </a:lnTo>
                    <a:lnTo>
                      <a:pt x="1698726" y="2806419"/>
                    </a:lnTo>
                    <a:lnTo>
                      <a:pt x="1691437" y="2809215"/>
                    </a:lnTo>
                    <a:lnTo>
                      <a:pt x="1692504" y="2815760"/>
                    </a:lnTo>
                    <a:lnTo>
                      <a:pt x="1691475" y="2819355"/>
                    </a:lnTo>
                    <a:lnTo>
                      <a:pt x="1686166" y="2818433"/>
                    </a:lnTo>
                    <a:lnTo>
                      <a:pt x="1682140" y="2816134"/>
                    </a:lnTo>
                    <a:lnTo>
                      <a:pt x="1676677" y="2809323"/>
                    </a:lnTo>
                    <a:lnTo>
                      <a:pt x="1669226" y="2796326"/>
                    </a:lnTo>
                    <a:lnTo>
                      <a:pt x="1653941" y="2760520"/>
                    </a:lnTo>
                    <a:lnTo>
                      <a:pt x="1650961" y="2755471"/>
                    </a:lnTo>
                    <a:lnTo>
                      <a:pt x="1645906" y="2750186"/>
                    </a:lnTo>
                    <a:lnTo>
                      <a:pt x="1648286" y="2748543"/>
                    </a:lnTo>
                    <a:lnTo>
                      <a:pt x="1652628" y="2747570"/>
                    </a:lnTo>
                    <a:lnTo>
                      <a:pt x="1662442" y="2731449"/>
                    </a:lnTo>
                    <a:lnTo>
                      <a:pt x="1670151" y="2721709"/>
                    </a:lnTo>
                    <a:lnTo>
                      <a:pt x="1672710" y="2714970"/>
                    </a:lnTo>
                    <a:lnTo>
                      <a:pt x="1672264" y="2712087"/>
                    </a:lnTo>
                    <a:lnTo>
                      <a:pt x="1668855" y="2707898"/>
                    </a:lnTo>
                    <a:lnTo>
                      <a:pt x="1664380" y="2711559"/>
                    </a:lnTo>
                    <a:lnTo>
                      <a:pt x="1662463" y="2710515"/>
                    </a:lnTo>
                    <a:lnTo>
                      <a:pt x="1657429" y="2702065"/>
                    </a:lnTo>
                    <a:lnTo>
                      <a:pt x="1652620" y="2699679"/>
                    </a:lnTo>
                    <a:lnTo>
                      <a:pt x="1649269" y="2701507"/>
                    </a:lnTo>
                    <a:lnTo>
                      <a:pt x="1652803" y="2708430"/>
                    </a:lnTo>
                    <a:lnTo>
                      <a:pt x="1655979" y="2711001"/>
                    </a:lnTo>
                    <a:lnTo>
                      <a:pt x="1654749" y="2721069"/>
                    </a:lnTo>
                    <a:lnTo>
                      <a:pt x="1653466" y="2724346"/>
                    </a:lnTo>
                    <a:lnTo>
                      <a:pt x="1650490" y="2727240"/>
                    </a:lnTo>
                    <a:lnTo>
                      <a:pt x="1645844" y="2725698"/>
                    </a:lnTo>
                    <a:lnTo>
                      <a:pt x="1643494" y="2728187"/>
                    </a:lnTo>
                    <a:lnTo>
                      <a:pt x="1640727" y="2725565"/>
                    </a:lnTo>
                    <a:lnTo>
                      <a:pt x="1637972" y="2721141"/>
                    </a:lnTo>
                    <a:lnTo>
                      <a:pt x="1634905" y="2713859"/>
                    </a:lnTo>
                    <a:lnTo>
                      <a:pt x="1643010" y="2672871"/>
                    </a:lnTo>
                    <a:lnTo>
                      <a:pt x="1650511" y="2646754"/>
                    </a:lnTo>
                    <a:lnTo>
                      <a:pt x="1651370" y="2616961"/>
                    </a:lnTo>
                    <a:lnTo>
                      <a:pt x="1651928" y="2612546"/>
                    </a:lnTo>
                    <a:lnTo>
                      <a:pt x="1651295" y="2604629"/>
                    </a:lnTo>
                    <a:lnTo>
                      <a:pt x="1641235" y="2587423"/>
                    </a:lnTo>
                    <a:lnTo>
                      <a:pt x="1596758" y="2545437"/>
                    </a:lnTo>
                    <a:lnTo>
                      <a:pt x="1562287" y="2495718"/>
                    </a:lnTo>
                    <a:lnTo>
                      <a:pt x="1532429" y="2477067"/>
                    </a:lnTo>
                    <a:lnTo>
                      <a:pt x="1509776" y="2481164"/>
                    </a:lnTo>
                    <a:lnTo>
                      <a:pt x="1505854" y="2484913"/>
                    </a:lnTo>
                    <a:lnTo>
                      <a:pt x="1504171" y="2489813"/>
                    </a:lnTo>
                    <a:lnTo>
                      <a:pt x="1505592" y="2495359"/>
                    </a:lnTo>
                    <a:lnTo>
                      <a:pt x="1503533" y="2497669"/>
                    </a:lnTo>
                    <a:lnTo>
                      <a:pt x="1497453" y="2497377"/>
                    </a:lnTo>
                    <a:lnTo>
                      <a:pt x="1489265" y="2498667"/>
                    </a:lnTo>
                    <a:lnTo>
                      <a:pt x="1467883" y="2511757"/>
                    </a:lnTo>
                    <a:lnTo>
                      <a:pt x="1460340" y="2511275"/>
                    </a:lnTo>
                    <a:lnTo>
                      <a:pt x="1453489" y="2514665"/>
                    </a:lnTo>
                    <a:lnTo>
                      <a:pt x="1448359" y="2517205"/>
                    </a:lnTo>
                    <a:lnTo>
                      <a:pt x="1434982" y="2518588"/>
                    </a:lnTo>
                    <a:lnTo>
                      <a:pt x="1423639" y="2521491"/>
                    </a:lnTo>
                    <a:lnTo>
                      <a:pt x="1418739" y="2519919"/>
                    </a:lnTo>
                    <a:lnTo>
                      <a:pt x="1415542" y="2512330"/>
                    </a:lnTo>
                    <a:lnTo>
                      <a:pt x="1415542" y="2504475"/>
                    </a:lnTo>
                    <a:lnTo>
                      <a:pt x="1418134" y="2510497"/>
                    </a:lnTo>
                    <a:lnTo>
                      <a:pt x="1422147" y="2515208"/>
                    </a:lnTo>
                    <a:lnTo>
                      <a:pt x="1423985" y="2513324"/>
                    </a:lnTo>
                    <a:lnTo>
                      <a:pt x="1424673" y="2509155"/>
                    </a:lnTo>
                    <a:lnTo>
                      <a:pt x="1420681" y="2500987"/>
                    </a:lnTo>
                    <a:lnTo>
                      <a:pt x="1407820" y="2490494"/>
                    </a:lnTo>
                    <a:lnTo>
                      <a:pt x="1393185" y="2475168"/>
                    </a:lnTo>
                    <a:lnTo>
                      <a:pt x="1397648" y="2475675"/>
                    </a:lnTo>
                    <a:lnTo>
                      <a:pt x="1398778" y="2472392"/>
                    </a:lnTo>
                    <a:lnTo>
                      <a:pt x="1394240" y="2468085"/>
                    </a:lnTo>
                    <a:lnTo>
                      <a:pt x="1396156" y="2463108"/>
                    </a:lnTo>
                    <a:lnTo>
                      <a:pt x="1399353" y="2457879"/>
                    </a:lnTo>
                    <a:lnTo>
                      <a:pt x="1393177" y="2458663"/>
                    </a:lnTo>
                    <a:lnTo>
                      <a:pt x="1387634" y="2462324"/>
                    </a:lnTo>
                    <a:lnTo>
                      <a:pt x="1387451" y="2466846"/>
                    </a:lnTo>
                    <a:lnTo>
                      <a:pt x="1386355" y="2470441"/>
                    </a:lnTo>
                    <a:lnTo>
                      <a:pt x="1383371" y="2469919"/>
                    </a:lnTo>
                    <a:lnTo>
                      <a:pt x="1377833" y="2465469"/>
                    </a:lnTo>
                    <a:lnTo>
                      <a:pt x="1350567" y="2453081"/>
                    </a:lnTo>
                    <a:lnTo>
                      <a:pt x="1326731" y="2446096"/>
                    </a:lnTo>
                    <a:lnTo>
                      <a:pt x="1345025" y="2442952"/>
                    </a:lnTo>
                    <a:lnTo>
                      <a:pt x="1354947" y="2445395"/>
                    </a:lnTo>
                    <a:lnTo>
                      <a:pt x="1353763" y="2441646"/>
                    </a:lnTo>
                    <a:lnTo>
                      <a:pt x="1351375" y="2439265"/>
                    </a:lnTo>
                    <a:lnTo>
                      <a:pt x="1343549" y="2436249"/>
                    </a:lnTo>
                    <a:lnTo>
                      <a:pt x="1333581" y="2437396"/>
                    </a:lnTo>
                    <a:lnTo>
                      <a:pt x="1327285" y="2435977"/>
                    </a:lnTo>
                    <a:lnTo>
                      <a:pt x="1320846" y="2438968"/>
                    </a:lnTo>
                    <a:lnTo>
                      <a:pt x="1313791" y="2443413"/>
                    </a:lnTo>
                    <a:lnTo>
                      <a:pt x="1307511" y="2445702"/>
                    </a:lnTo>
                    <a:lnTo>
                      <a:pt x="1282933" y="2448902"/>
                    </a:lnTo>
                    <a:lnTo>
                      <a:pt x="1263001" y="2452374"/>
                    </a:lnTo>
                    <a:lnTo>
                      <a:pt x="1266197" y="2448708"/>
                    </a:lnTo>
                    <a:lnTo>
                      <a:pt x="1269606" y="2446352"/>
                    </a:lnTo>
                    <a:lnTo>
                      <a:pt x="1281383" y="2442768"/>
                    </a:lnTo>
                    <a:lnTo>
                      <a:pt x="1283146" y="2435317"/>
                    </a:lnTo>
                    <a:lnTo>
                      <a:pt x="1280379" y="2428142"/>
                    </a:lnTo>
                    <a:lnTo>
                      <a:pt x="1277278" y="2429863"/>
                    </a:lnTo>
                    <a:lnTo>
                      <a:pt x="1274023" y="2435470"/>
                    </a:lnTo>
                    <a:lnTo>
                      <a:pt x="1270031" y="2431430"/>
                    </a:lnTo>
                    <a:lnTo>
                      <a:pt x="1265610" y="2431450"/>
                    </a:lnTo>
                    <a:lnTo>
                      <a:pt x="1264410" y="2440371"/>
                    </a:lnTo>
                    <a:lnTo>
                      <a:pt x="1258742" y="2446352"/>
                    </a:lnTo>
                    <a:lnTo>
                      <a:pt x="1256184" y="2452374"/>
                    </a:lnTo>
                    <a:lnTo>
                      <a:pt x="1239565" y="2457091"/>
                    </a:lnTo>
                    <a:lnTo>
                      <a:pt x="1237435" y="2455519"/>
                    </a:lnTo>
                    <a:lnTo>
                      <a:pt x="1242298" y="2449799"/>
                    </a:lnTo>
                    <a:lnTo>
                      <a:pt x="1241911" y="2446618"/>
                    </a:lnTo>
                    <a:lnTo>
                      <a:pt x="1236364" y="2449348"/>
                    </a:lnTo>
                    <a:lnTo>
                      <a:pt x="1227063" y="2460189"/>
                    </a:lnTo>
                    <a:lnTo>
                      <a:pt x="1194317" y="2463738"/>
                    </a:lnTo>
                    <a:lnTo>
                      <a:pt x="1196105" y="2461275"/>
                    </a:lnTo>
                    <a:lnTo>
                      <a:pt x="1203018" y="2460783"/>
                    </a:lnTo>
                    <a:lnTo>
                      <a:pt x="1212724" y="2457352"/>
                    </a:lnTo>
                    <a:lnTo>
                      <a:pt x="1210761" y="2451576"/>
                    </a:lnTo>
                    <a:lnTo>
                      <a:pt x="1207019" y="2445226"/>
                    </a:lnTo>
                    <a:lnTo>
                      <a:pt x="1203564" y="2444519"/>
                    </a:lnTo>
                    <a:lnTo>
                      <a:pt x="1201285" y="2440796"/>
                    </a:lnTo>
                    <a:lnTo>
                      <a:pt x="1201397" y="2429064"/>
                    </a:lnTo>
                    <a:lnTo>
                      <a:pt x="1199189" y="2422207"/>
                    </a:lnTo>
                    <a:lnTo>
                      <a:pt x="1193859" y="2415150"/>
                    </a:lnTo>
                    <a:lnTo>
                      <a:pt x="1192058" y="2416508"/>
                    </a:lnTo>
                    <a:lnTo>
                      <a:pt x="1188137" y="2428572"/>
                    </a:lnTo>
                    <a:lnTo>
                      <a:pt x="1184878" y="2444396"/>
                    </a:lnTo>
                    <a:lnTo>
                      <a:pt x="1183266" y="2449507"/>
                    </a:lnTo>
                    <a:lnTo>
                      <a:pt x="1173556" y="2449865"/>
                    </a:lnTo>
                    <a:lnTo>
                      <a:pt x="1164963" y="2448785"/>
                    </a:lnTo>
                    <a:lnTo>
                      <a:pt x="1135759" y="2450684"/>
                    </a:lnTo>
                    <a:lnTo>
                      <a:pt x="1124849" y="2445323"/>
                    </a:lnTo>
                    <a:lnTo>
                      <a:pt x="1120324" y="2444294"/>
                    </a:lnTo>
                    <a:lnTo>
                      <a:pt x="1117569" y="2444416"/>
                    </a:lnTo>
                    <a:lnTo>
                      <a:pt x="1104868" y="2449333"/>
                    </a:lnTo>
                    <a:lnTo>
                      <a:pt x="1090395" y="2453096"/>
                    </a:lnTo>
                    <a:lnTo>
                      <a:pt x="1086986" y="2451914"/>
                    </a:lnTo>
                    <a:lnTo>
                      <a:pt x="1082123" y="2451739"/>
                    </a:lnTo>
                    <a:lnTo>
                      <a:pt x="1071630" y="2464552"/>
                    </a:lnTo>
                    <a:lnTo>
                      <a:pt x="1059257" y="2470549"/>
                    </a:lnTo>
                    <a:lnTo>
                      <a:pt x="1028041" y="2459769"/>
                    </a:lnTo>
                    <a:lnTo>
                      <a:pt x="1020277" y="2451099"/>
                    </a:lnTo>
                    <a:lnTo>
                      <a:pt x="1013385" y="2449246"/>
                    </a:lnTo>
                    <a:lnTo>
                      <a:pt x="1004908" y="2448175"/>
                    </a:lnTo>
                    <a:lnTo>
                      <a:pt x="995803" y="2458842"/>
                    </a:lnTo>
                    <a:lnTo>
                      <a:pt x="988885" y="2473237"/>
                    </a:lnTo>
                    <a:lnTo>
                      <a:pt x="999816" y="2481128"/>
                    </a:lnTo>
                    <a:lnTo>
                      <a:pt x="1009172" y="2484902"/>
                    </a:lnTo>
                    <a:lnTo>
                      <a:pt x="1024632" y="2481738"/>
                    </a:lnTo>
                    <a:lnTo>
                      <a:pt x="1033179" y="2474753"/>
                    </a:lnTo>
                    <a:lnTo>
                      <a:pt x="1040159" y="2474983"/>
                    </a:lnTo>
                    <a:lnTo>
                      <a:pt x="1043497" y="2473565"/>
                    </a:lnTo>
                    <a:lnTo>
                      <a:pt x="1046543" y="2469919"/>
                    </a:lnTo>
                    <a:lnTo>
                      <a:pt x="1052511" y="2472797"/>
                    </a:lnTo>
                    <a:lnTo>
                      <a:pt x="1052723" y="2475680"/>
                    </a:lnTo>
                    <a:lnTo>
                      <a:pt x="1048485" y="2479741"/>
                    </a:lnTo>
                    <a:lnTo>
                      <a:pt x="1043147" y="2483161"/>
                    </a:lnTo>
                    <a:lnTo>
                      <a:pt x="1039909" y="2487192"/>
                    </a:lnTo>
                    <a:lnTo>
                      <a:pt x="1046001" y="2495313"/>
                    </a:lnTo>
                    <a:lnTo>
                      <a:pt x="1055569" y="2498043"/>
                    </a:lnTo>
                    <a:lnTo>
                      <a:pt x="1059170" y="2496865"/>
                    </a:lnTo>
                    <a:lnTo>
                      <a:pt x="1061399" y="2487734"/>
                    </a:lnTo>
                    <a:lnTo>
                      <a:pt x="1067283" y="2481856"/>
                    </a:lnTo>
                    <a:lnTo>
                      <a:pt x="1075280" y="2483126"/>
                    </a:lnTo>
                    <a:lnTo>
                      <a:pt x="1074143" y="2486813"/>
                    </a:lnTo>
                    <a:lnTo>
                      <a:pt x="1075264" y="2490295"/>
                    </a:lnTo>
                    <a:lnTo>
                      <a:pt x="1078939" y="2496240"/>
                    </a:lnTo>
                    <a:lnTo>
                      <a:pt x="1078518" y="2504756"/>
                    </a:lnTo>
                    <a:lnTo>
                      <a:pt x="1079231" y="2506810"/>
                    </a:lnTo>
                    <a:lnTo>
                      <a:pt x="1070613" y="2510568"/>
                    </a:lnTo>
                    <a:lnTo>
                      <a:pt x="1064191" y="2511844"/>
                    </a:lnTo>
                    <a:lnTo>
                      <a:pt x="1059053" y="2516765"/>
                    </a:lnTo>
                    <a:lnTo>
                      <a:pt x="1061745" y="2519622"/>
                    </a:lnTo>
                    <a:lnTo>
                      <a:pt x="1056511" y="2522132"/>
                    </a:lnTo>
                    <a:lnTo>
                      <a:pt x="1052973" y="2521128"/>
                    </a:lnTo>
                    <a:lnTo>
                      <a:pt x="1051194" y="2522055"/>
                    </a:lnTo>
                    <a:lnTo>
                      <a:pt x="1050660" y="2525076"/>
                    </a:lnTo>
                    <a:lnTo>
                      <a:pt x="1047956" y="2527882"/>
                    </a:lnTo>
                    <a:lnTo>
                      <a:pt x="1051890" y="2536337"/>
                    </a:lnTo>
                    <a:lnTo>
                      <a:pt x="1059953" y="2541857"/>
                    </a:lnTo>
                    <a:lnTo>
                      <a:pt x="1065642" y="2548776"/>
                    </a:lnTo>
                    <a:lnTo>
                      <a:pt x="1088511" y="2557886"/>
                    </a:lnTo>
                    <a:lnTo>
                      <a:pt x="1094054" y="2557625"/>
                    </a:lnTo>
                    <a:lnTo>
                      <a:pt x="1099509" y="2566796"/>
                    </a:lnTo>
                    <a:lnTo>
                      <a:pt x="1103905" y="2569951"/>
                    </a:lnTo>
                    <a:lnTo>
                      <a:pt x="1108139" y="2571553"/>
                    </a:lnTo>
                    <a:lnTo>
                      <a:pt x="1107655" y="2577862"/>
                    </a:lnTo>
                    <a:lnTo>
                      <a:pt x="1100134" y="2582482"/>
                    </a:lnTo>
                    <a:lnTo>
                      <a:pt x="1098100" y="2587992"/>
                    </a:lnTo>
                    <a:lnTo>
                      <a:pt x="1096208" y="2591090"/>
                    </a:lnTo>
                    <a:lnTo>
                      <a:pt x="1092816" y="2587167"/>
                    </a:lnTo>
                    <a:lnTo>
                      <a:pt x="1089332" y="2584325"/>
                    </a:lnTo>
                    <a:lnTo>
                      <a:pt x="1081269" y="2592969"/>
                    </a:lnTo>
                    <a:lnTo>
                      <a:pt x="1077381" y="2594787"/>
                    </a:lnTo>
                    <a:lnTo>
                      <a:pt x="1079310" y="2585467"/>
                    </a:lnTo>
                    <a:lnTo>
                      <a:pt x="1076264" y="2581816"/>
                    </a:lnTo>
                    <a:lnTo>
                      <a:pt x="1071659" y="2572470"/>
                    </a:lnTo>
                    <a:lnTo>
                      <a:pt x="1064950" y="2566689"/>
                    </a:lnTo>
                    <a:lnTo>
                      <a:pt x="1060224" y="2564773"/>
                    </a:lnTo>
                    <a:lnTo>
                      <a:pt x="1056545" y="2561117"/>
                    </a:lnTo>
                    <a:lnTo>
                      <a:pt x="1052090" y="2559637"/>
                    </a:lnTo>
                    <a:lnTo>
                      <a:pt x="1048289" y="2560016"/>
                    </a:lnTo>
                    <a:lnTo>
                      <a:pt x="1041855" y="2557886"/>
                    </a:lnTo>
                    <a:lnTo>
                      <a:pt x="1041430" y="2552913"/>
                    </a:lnTo>
                    <a:lnTo>
                      <a:pt x="1039646" y="2549190"/>
                    </a:lnTo>
                    <a:lnTo>
                      <a:pt x="1034612" y="2544797"/>
                    </a:lnTo>
                    <a:lnTo>
                      <a:pt x="1010559" y="2536496"/>
                    </a:lnTo>
                    <a:lnTo>
                      <a:pt x="1010413" y="2539932"/>
                    </a:lnTo>
                    <a:lnTo>
                      <a:pt x="1012080" y="2542518"/>
                    </a:lnTo>
                    <a:lnTo>
                      <a:pt x="1015535" y="2544239"/>
                    </a:lnTo>
                    <a:lnTo>
                      <a:pt x="1019669" y="2547588"/>
                    </a:lnTo>
                    <a:lnTo>
                      <a:pt x="1019631" y="2557507"/>
                    </a:lnTo>
                    <a:lnTo>
                      <a:pt x="1017844" y="2561706"/>
                    </a:lnTo>
                    <a:lnTo>
                      <a:pt x="1017077" y="2567687"/>
                    </a:lnTo>
                    <a:lnTo>
                      <a:pt x="1015485" y="2573766"/>
                    </a:lnTo>
                    <a:lnTo>
                      <a:pt x="1012543" y="2578559"/>
                    </a:lnTo>
                    <a:lnTo>
                      <a:pt x="1005975" y="2581826"/>
                    </a:lnTo>
                    <a:lnTo>
                      <a:pt x="1003079" y="2579091"/>
                    </a:lnTo>
                    <a:lnTo>
                      <a:pt x="998395" y="2566002"/>
                    </a:lnTo>
                    <a:lnTo>
                      <a:pt x="991773" y="2561880"/>
                    </a:lnTo>
                    <a:lnTo>
                      <a:pt x="981251" y="2561394"/>
                    </a:lnTo>
                    <a:lnTo>
                      <a:pt x="974104" y="2564353"/>
                    </a:lnTo>
                    <a:lnTo>
                      <a:pt x="966316" y="2577033"/>
                    </a:lnTo>
                    <a:lnTo>
                      <a:pt x="960040" y="2579107"/>
                    </a:lnTo>
                    <a:lnTo>
                      <a:pt x="938558" y="2572537"/>
                    </a:lnTo>
                    <a:lnTo>
                      <a:pt x="914030" y="2562525"/>
                    </a:lnTo>
                    <a:lnTo>
                      <a:pt x="914663" y="2559192"/>
                    </a:lnTo>
                    <a:lnTo>
                      <a:pt x="918522" y="2558121"/>
                    </a:lnTo>
                    <a:lnTo>
                      <a:pt x="925923" y="2559489"/>
                    </a:lnTo>
                    <a:lnTo>
                      <a:pt x="925531" y="2556052"/>
                    </a:lnTo>
                    <a:lnTo>
                      <a:pt x="917968" y="2544868"/>
                    </a:lnTo>
                    <a:lnTo>
                      <a:pt x="916580" y="2539819"/>
                    </a:lnTo>
                    <a:lnTo>
                      <a:pt x="917555" y="2533659"/>
                    </a:lnTo>
                    <a:lnTo>
                      <a:pt x="915088" y="2533797"/>
                    </a:lnTo>
                    <a:lnTo>
                      <a:pt x="910546" y="2538969"/>
                    </a:lnTo>
                    <a:lnTo>
                      <a:pt x="894906" y="2534586"/>
                    </a:lnTo>
                    <a:lnTo>
                      <a:pt x="890589" y="2529347"/>
                    </a:lnTo>
                    <a:lnTo>
                      <a:pt x="881400" y="2514583"/>
                    </a:lnTo>
                    <a:lnTo>
                      <a:pt x="868432" y="2514102"/>
                    </a:lnTo>
                    <a:lnTo>
                      <a:pt x="862564" y="2505151"/>
                    </a:lnTo>
                    <a:lnTo>
                      <a:pt x="851967" y="2508899"/>
                    </a:lnTo>
                    <a:lnTo>
                      <a:pt x="846600" y="2513047"/>
                    </a:lnTo>
                    <a:lnTo>
                      <a:pt x="841883" y="2519474"/>
                    </a:lnTo>
                    <a:lnTo>
                      <a:pt x="843720" y="2522807"/>
                    </a:lnTo>
                    <a:lnTo>
                      <a:pt x="848421" y="2528103"/>
                    </a:lnTo>
                    <a:lnTo>
                      <a:pt x="846275" y="2530658"/>
                    </a:lnTo>
                    <a:lnTo>
                      <a:pt x="831185" y="2534432"/>
                    </a:lnTo>
                    <a:lnTo>
                      <a:pt x="796156" y="2530212"/>
                    </a:lnTo>
                    <a:lnTo>
                      <a:pt x="785913" y="2526269"/>
                    </a:lnTo>
                    <a:lnTo>
                      <a:pt x="772165" y="2517932"/>
                    </a:lnTo>
                    <a:lnTo>
                      <a:pt x="753108" y="2511137"/>
                    </a:lnTo>
                    <a:lnTo>
                      <a:pt x="743932" y="2510041"/>
                    </a:lnTo>
                    <a:lnTo>
                      <a:pt x="734947" y="2511388"/>
                    </a:lnTo>
                    <a:lnTo>
                      <a:pt x="708802" y="2512084"/>
                    </a:lnTo>
                    <a:lnTo>
                      <a:pt x="702735" y="2513892"/>
                    </a:lnTo>
                    <a:lnTo>
                      <a:pt x="697567" y="2516780"/>
                    </a:lnTo>
                    <a:lnTo>
                      <a:pt x="694217" y="2513585"/>
                    </a:lnTo>
                    <a:lnTo>
                      <a:pt x="692667" y="2507880"/>
                    </a:lnTo>
                    <a:lnTo>
                      <a:pt x="695701" y="2506953"/>
                    </a:lnTo>
                    <a:lnTo>
                      <a:pt x="699076" y="2503599"/>
                    </a:lnTo>
                    <a:lnTo>
                      <a:pt x="702122" y="2496967"/>
                    </a:lnTo>
                    <a:lnTo>
                      <a:pt x="702468" y="2492958"/>
                    </a:lnTo>
                    <a:lnTo>
                      <a:pt x="700339" y="2490341"/>
                    </a:lnTo>
                    <a:lnTo>
                      <a:pt x="696288" y="2490080"/>
                    </a:lnTo>
                    <a:lnTo>
                      <a:pt x="687341" y="2507358"/>
                    </a:lnTo>
                    <a:lnTo>
                      <a:pt x="692454" y="2517041"/>
                    </a:lnTo>
                    <a:lnTo>
                      <a:pt x="692104" y="2520534"/>
                    </a:lnTo>
                    <a:lnTo>
                      <a:pt x="674252" y="2522521"/>
                    </a:lnTo>
                    <a:lnTo>
                      <a:pt x="633730" y="2542016"/>
                    </a:lnTo>
                    <a:lnTo>
                      <a:pt x="617928" y="2552529"/>
                    </a:lnTo>
                    <a:lnTo>
                      <a:pt x="618736" y="2548991"/>
                    </a:lnTo>
                    <a:lnTo>
                      <a:pt x="637843" y="2535364"/>
                    </a:lnTo>
                    <a:lnTo>
                      <a:pt x="631096" y="2533280"/>
                    </a:lnTo>
                    <a:lnTo>
                      <a:pt x="620232" y="2536685"/>
                    </a:lnTo>
                    <a:lnTo>
                      <a:pt x="616336" y="2535374"/>
                    </a:lnTo>
                    <a:lnTo>
                      <a:pt x="620936" y="2524108"/>
                    </a:lnTo>
                    <a:lnTo>
                      <a:pt x="619436" y="2514174"/>
                    </a:lnTo>
                    <a:lnTo>
                      <a:pt x="611723" y="2513902"/>
                    </a:lnTo>
                    <a:lnTo>
                      <a:pt x="606810" y="2521835"/>
                    </a:lnTo>
                    <a:lnTo>
                      <a:pt x="603397" y="2521497"/>
                    </a:lnTo>
                    <a:lnTo>
                      <a:pt x="598925" y="2518096"/>
                    </a:lnTo>
                    <a:lnTo>
                      <a:pt x="595462" y="2519172"/>
                    </a:lnTo>
                    <a:lnTo>
                      <a:pt x="598025" y="2537146"/>
                    </a:lnTo>
                    <a:lnTo>
                      <a:pt x="602884" y="2544541"/>
                    </a:lnTo>
                    <a:lnTo>
                      <a:pt x="606947" y="2553968"/>
                    </a:lnTo>
                    <a:lnTo>
                      <a:pt x="595850" y="2565618"/>
                    </a:lnTo>
                    <a:lnTo>
                      <a:pt x="585544" y="2575230"/>
                    </a:lnTo>
                    <a:lnTo>
                      <a:pt x="584427" y="2584520"/>
                    </a:lnTo>
                    <a:lnTo>
                      <a:pt x="574072" y="2596620"/>
                    </a:lnTo>
                    <a:lnTo>
                      <a:pt x="564329" y="2603482"/>
                    </a:lnTo>
                    <a:lnTo>
                      <a:pt x="541438" y="2619613"/>
                    </a:lnTo>
                    <a:lnTo>
                      <a:pt x="534908" y="2623065"/>
                    </a:lnTo>
                    <a:lnTo>
                      <a:pt x="524578" y="2630552"/>
                    </a:lnTo>
                    <a:lnTo>
                      <a:pt x="510326" y="2636164"/>
                    </a:lnTo>
                    <a:lnTo>
                      <a:pt x="496662" y="2645074"/>
                    </a:lnTo>
                    <a:lnTo>
                      <a:pt x="492053" y="2646426"/>
                    </a:lnTo>
                    <a:lnTo>
                      <a:pt x="500779" y="2638883"/>
                    </a:lnTo>
                    <a:lnTo>
                      <a:pt x="511126" y="2631432"/>
                    </a:lnTo>
                    <a:lnTo>
                      <a:pt x="502250" y="2632451"/>
                    </a:lnTo>
                    <a:lnTo>
                      <a:pt x="488569" y="2629000"/>
                    </a:lnTo>
                    <a:lnTo>
                      <a:pt x="480197" y="2628800"/>
                    </a:lnTo>
                    <a:lnTo>
                      <a:pt x="480139" y="2631519"/>
                    </a:lnTo>
                    <a:lnTo>
                      <a:pt x="473771" y="2635360"/>
                    </a:lnTo>
                    <a:lnTo>
                      <a:pt x="467174" y="2629717"/>
                    </a:lnTo>
                    <a:lnTo>
                      <a:pt x="464299" y="2625922"/>
                    </a:lnTo>
                    <a:lnTo>
                      <a:pt x="462936" y="2622645"/>
                    </a:lnTo>
                    <a:lnTo>
                      <a:pt x="460136" y="2621851"/>
                    </a:lnTo>
                    <a:lnTo>
                      <a:pt x="457444" y="2623372"/>
                    </a:lnTo>
                    <a:lnTo>
                      <a:pt x="467291" y="2646452"/>
                    </a:lnTo>
                    <a:lnTo>
                      <a:pt x="471487" y="2647451"/>
                    </a:lnTo>
                    <a:lnTo>
                      <a:pt x="476130" y="2649745"/>
                    </a:lnTo>
                    <a:lnTo>
                      <a:pt x="470350" y="2655122"/>
                    </a:lnTo>
                    <a:lnTo>
                      <a:pt x="464128" y="2659203"/>
                    </a:lnTo>
                    <a:lnTo>
                      <a:pt x="454343" y="2661912"/>
                    </a:lnTo>
                    <a:lnTo>
                      <a:pt x="446051" y="2653488"/>
                    </a:lnTo>
                    <a:lnTo>
                      <a:pt x="444255" y="2664058"/>
                    </a:lnTo>
                    <a:lnTo>
                      <a:pt x="443204" y="2674612"/>
                    </a:lnTo>
                    <a:lnTo>
                      <a:pt x="440421" y="2677321"/>
                    </a:lnTo>
                    <a:lnTo>
                      <a:pt x="435974" y="2681182"/>
                    </a:lnTo>
                    <a:lnTo>
                      <a:pt x="433561" y="2678268"/>
                    </a:lnTo>
                    <a:lnTo>
                      <a:pt x="432415" y="2674187"/>
                    </a:lnTo>
                    <a:lnTo>
                      <a:pt x="429569" y="2677828"/>
                    </a:lnTo>
                    <a:lnTo>
                      <a:pt x="425402" y="2680562"/>
                    </a:lnTo>
                    <a:lnTo>
                      <a:pt x="418526" y="2681110"/>
                    </a:lnTo>
                    <a:lnTo>
                      <a:pt x="413367" y="2682570"/>
                    </a:lnTo>
                    <a:lnTo>
                      <a:pt x="413488" y="2686943"/>
                    </a:lnTo>
                    <a:lnTo>
                      <a:pt x="414667" y="2691337"/>
                    </a:lnTo>
                    <a:lnTo>
                      <a:pt x="423793" y="2687865"/>
                    </a:lnTo>
                    <a:lnTo>
                      <a:pt x="420485" y="2699167"/>
                    </a:lnTo>
                    <a:lnTo>
                      <a:pt x="412092" y="2710335"/>
                    </a:lnTo>
                    <a:lnTo>
                      <a:pt x="405254" y="2712973"/>
                    </a:lnTo>
                    <a:lnTo>
                      <a:pt x="394794" y="2711339"/>
                    </a:lnTo>
                    <a:lnTo>
                      <a:pt x="392210" y="2712461"/>
                    </a:lnTo>
                    <a:lnTo>
                      <a:pt x="389897" y="2714780"/>
                    </a:lnTo>
                    <a:lnTo>
                      <a:pt x="402082" y="2732253"/>
                    </a:lnTo>
                    <a:lnTo>
                      <a:pt x="394252" y="2758605"/>
                    </a:lnTo>
                    <a:lnTo>
                      <a:pt x="389247" y="2768156"/>
                    </a:lnTo>
                    <a:lnTo>
                      <a:pt x="385776" y="2769380"/>
                    </a:lnTo>
                    <a:lnTo>
                      <a:pt x="382013" y="2769656"/>
                    </a:lnTo>
                    <a:lnTo>
                      <a:pt x="368507" y="2761166"/>
                    </a:lnTo>
                    <a:lnTo>
                      <a:pt x="361139" y="2754601"/>
                    </a:lnTo>
                    <a:lnTo>
                      <a:pt x="367632" y="2772467"/>
                    </a:lnTo>
                    <a:lnTo>
                      <a:pt x="385322" y="2777686"/>
                    </a:lnTo>
                    <a:lnTo>
                      <a:pt x="386226" y="2784445"/>
                    </a:lnTo>
                    <a:lnTo>
                      <a:pt x="386126" y="2790222"/>
                    </a:lnTo>
                    <a:lnTo>
                      <a:pt x="382642" y="2797002"/>
                    </a:lnTo>
                    <a:lnTo>
                      <a:pt x="379383" y="2806009"/>
                    </a:lnTo>
                    <a:lnTo>
                      <a:pt x="381788" y="2812283"/>
                    </a:lnTo>
                    <a:lnTo>
                      <a:pt x="384580" y="2827794"/>
                    </a:lnTo>
                    <a:lnTo>
                      <a:pt x="386968" y="2834912"/>
                    </a:lnTo>
                    <a:lnTo>
                      <a:pt x="389593" y="2856507"/>
                    </a:lnTo>
                    <a:lnTo>
                      <a:pt x="392385" y="2865873"/>
                    </a:lnTo>
                    <a:lnTo>
                      <a:pt x="408466" y="2900342"/>
                    </a:lnTo>
                    <a:lnTo>
                      <a:pt x="413888" y="2900608"/>
                    </a:lnTo>
                    <a:lnTo>
                      <a:pt x="414759" y="2904341"/>
                    </a:lnTo>
                    <a:lnTo>
                      <a:pt x="414242" y="2911500"/>
                    </a:lnTo>
                    <a:lnTo>
                      <a:pt x="402674" y="2913585"/>
                    </a:lnTo>
                    <a:lnTo>
                      <a:pt x="397819" y="2916775"/>
                    </a:lnTo>
                    <a:lnTo>
                      <a:pt x="396873" y="2919545"/>
                    </a:lnTo>
                    <a:lnTo>
                      <a:pt x="396156" y="2921041"/>
                    </a:lnTo>
                    <a:lnTo>
                      <a:pt x="394665" y="2920902"/>
                    </a:lnTo>
                    <a:lnTo>
                      <a:pt x="389147" y="2918910"/>
                    </a:lnTo>
                    <a:lnTo>
                      <a:pt x="376604" y="2909119"/>
                    </a:lnTo>
                    <a:lnTo>
                      <a:pt x="358326" y="2903051"/>
                    </a:lnTo>
                    <a:lnTo>
                      <a:pt x="334311" y="2900700"/>
                    </a:lnTo>
                    <a:lnTo>
                      <a:pt x="317904" y="2895800"/>
                    </a:lnTo>
                    <a:lnTo>
                      <a:pt x="309107" y="2888333"/>
                    </a:lnTo>
                    <a:lnTo>
                      <a:pt x="299910" y="2883909"/>
                    </a:lnTo>
                    <a:lnTo>
                      <a:pt x="290317" y="2882516"/>
                    </a:lnTo>
                    <a:lnTo>
                      <a:pt x="282370" y="2878465"/>
                    </a:lnTo>
                    <a:lnTo>
                      <a:pt x="276070" y="2871757"/>
                    </a:lnTo>
                    <a:lnTo>
                      <a:pt x="266856" y="2867476"/>
                    </a:lnTo>
                    <a:lnTo>
                      <a:pt x="254729" y="2865617"/>
                    </a:lnTo>
                    <a:lnTo>
                      <a:pt x="246837" y="2860588"/>
                    </a:lnTo>
                    <a:lnTo>
                      <a:pt x="241348" y="2848293"/>
                    </a:lnTo>
                    <a:lnTo>
                      <a:pt x="241323" y="2848109"/>
                    </a:lnTo>
                    <a:lnTo>
                      <a:pt x="236410" y="2827553"/>
                    </a:lnTo>
                    <a:lnTo>
                      <a:pt x="230222" y="2814674"/>
                    </a:lnTo>
                    <a:lnTo>
                      <a:pt x="218179" y="2798738"/>
                    </a:lnTo>
                    <a:lnTo>
                      <a:pt x="217070" y="2796638"/>
                    </a:lnTo>
                    <a:lnTo>
                      <a:pt x="216970" y="2794016"/>
                    </a:lnTo>
                    <a:lnTo>
                      <a:pt x="218462" y="2784742"/>
                    </a:lnTo>
                    <a:lnTo>
                      <a:pt x="217191" y="2778075"/>
                    </a:lnTo>
                    <a:lnTo>
                      <a:pt x="213378" y="2772642"/>
                    </a:lnTo>
                    <a:lnTo>
                      <a:pt x="212503" y="2766891"/>
                    </a:lnTo>
                    <a:lnTo>
                      <a:pt x="214570" y="2760838"/>
                    </a:lnTo>
                    <a:lnTo>
                      <a:pt x="214703" y="2753566"/>
                    </a:lnTo>
                    <a:lnTo>
                      <a:pt x="212907" y="2745076"/>
                    </a:lnTo>
                    <a:lnTo>
                      <a:pt x="205227" y="2735894"/>
                    </a:lnTo>
                    <a:lnTo>
                      <a:pt x="191663" y="2726031"/>
                    </a:lnTo>
                    <a:lnTo>
                      <a:pt x="180107" y="2711626"/>
                    </a:lnTo>
                    <a:lnTo>
                      <a:pt x="170568" y="2692689"/>
                    </a:lnTo>
                    <a:lnTo>
                      <a:pt x="161133" y="2679569"/>
                    </a:lnTo>
                    <a:lnTo>
                      <a:pt x="151803" y="2672261"/>
                    </a:lnTo>
                    <a:lnTo>
                      <a:pt x="145423" y="2663341"/>
                    </a:lnTo>
                    <a:lnTo>
                      <a:pt x="141989" y="2652807"/>
                    </a:lnTo>
                    <a:lnTo>
                      <a:pt x="140977" y="2646693"/>
                    </a:lnTo>
                    <a:lnTo>
                      <a:pt x="142377" y="2645003"/>
                    </a:lnTo>
                    <a:lnTo>
                      <a:pt x="136643" y="2633291"/>
                    </a:lnTo>
                    <a:lnTo>
                      <a:pt x="123774" y="2611568"/>
                    </a:lnTo>
                    <a:lnTo>
                      <a:pt x="116382" y="2595683"/>
                    </a:lnTo>
                    <a:lnTo>
                      <a:pt x="114477" y="2585641"/>
                    </a:lnTo>
                    <a:lnTo>
                      <a:pt x="106289" y="2573689"/>
                    </a:lnTo>
                    <a:lnTo>
                      <a:pt x="91820" y="2559827"/>
                    </a:lnTo>
                    <a:lnTo>
                      <a:pt x="83952" y="2550809"/>
                    </a:lnTo>
                    <a:lnTo>
                      <a:pt x="82019" y="2544546"/>
                    </a:lnTo>
                    <a:lnTo>
                      <a:pt x="59441" y="2526331"/>
                    </a:lnTo>
                    <a:lnTo>
                      <a:pt x="52882" y="2514952"/>
                    </a:lnTo>
                    <a:lnTo>
                      <a:pt x="47760" y="2511357"/>
                    </a:lnTo>
                    <a:lnTo>
                      <a:pt x="41880" y="2511746"/>
                    </a:lnTo>
                    <a:lnTo>
                      <a:pt x="38863" y="2510656"/>
                    </a:lnTo>
                    <a:lnTo>
                      <a:pt x="38713" y="2508085"/>
                    </a:lnTo>
                    <a:lnTo>
                      <a:pt x="36809" y="2507962"/>
                    </a:lnTo>
                    <a:lnTo>
                      <a:pt x="33146" y="2510297"/>
                    </a:lnTo>
                    <a:lnTo>
                      <a:pt x="21136" y="2510768"/>
                    </a:lnTo>
                    <a:lnTo>
                      <a:pt x="775" y="2509380"/>
                    </a:lnTo>
                    <a:lnTo>
                      <a:pt x="0" y="2509217"/>
                    </a:lnTo>
                    <a:lnTo>
                      <a:pt x="0" y="699813"/>
                    </a:lnTo>
                    <a:lnTo>
                      <a:pt x="1430380" y="699813"/>
                    </a:lnTo>
                    <a:lnTo>
                      <a:pt x="1444880" y="707161"/>
                    </a:lnTo>
                    <a:lnTo>
                      <a:pt x="1461444" y="715554"/>
                    </a:lnTo>
                    <a:lnTo>
                      <a:pt x="1465620" y="729509"/>
                    </a:lnTo>
                    <a:lnTo>
                      <a:pt x="1469687" y="743095"/>
                    </a:lnTo>
                    <a:lnTo>
                      <a:pt x="1479384" y="752958"/>
                    </a:lnTo>
                    <a:lnTo>
                      <a:pt x="1488260" y="761965"/>
                    </a:lnTo>
                    <a:lnTo>
                      <a:pt x="1493399" y="761494"/>
                    </a:lnTo>
                    <a:lnTo>
                      <a:pt x="1498612" y="757689"/>
                    </a:lnTo>
                    <a:lnTo>
                      <a:pt x="1501921" y="755856"/>
                    </a:lnTo>
                    <a:lnTo>
                      <a:pt x="1507467" y="755554"/>
                    </a:lnTo>
                    <a:lnTo>
                      <a:pt x="1519802" y="752297"/>
                    </a:lnTo>
                    <a:lnTo>
                      <a:pt x="1523448" y="753009"/>
                    </a:lnTo>
                    <a:lnTo>
                      <a:pt x="1525520" y="754637"/>
                    </a:lnTo>
                    <a:lnTo>
                      <a:pt x="1525690" y="757187"/>
                    </a:lnTo>
                    <a:lnTo>
                      <a:pt x="1525269" y="759215"/>
                    </a:lnTo>
                    <a:lnTo>
                      <a:pt x="1523361" y="763286"/>
                    </a:lnTo>
                    <a:lnTo>
                      <a:pt x="1526374" y="771045"/>
                    </a:lnTo>
                    <a:lnTo>
                      <a:pt x="1527007" y="779663"/>
                    </a:lnTo>
                    <a:lnTo>
                      <a:pt x="1528662" y="786177"/>
                    </a:lnTo>
                    <a:lnTo>
                      <a:pt x="1533712" y="794514"/>
                    </a:lnTo>
                    <a:lnTo>
                      <a:pt x="1538100" y="801028"/>
                    </a:lnTo>
                    <a:lnTo>
                      <a:pt x="1543626" y="802287"/>
                    </a:lnTo>
                    <a:lnTo>
                      <a:pt x="1556415" y="798493"/>
                    </a:lnTo>
                    <a:lnTo>
                      <a:pt x="1564429" y="797059"/>
                    </a:lnTo>
                    <a:lnTo>
                      <a:pt x="1568979" y="797678"/>
                    </a:lnTo>
                    <a:lnTo>
                      <a:pt x="1576764" y="803777"/>
                    </a:lnTo>
                    <a:lnTo>
                      <a:pt x="1580573" y="807444"/>
                    </a:lnTo>
                    <a:lnTo>
                      <a:pt x="1581481" y="810491"/>
                    </a:lnTo>
                    <a:lnTo>
                      <a:pt x="1570967" y="829111"/>
                    </a:lnTo>
                    <a:lnTo>
                      <a:pt x="1587640" y="838349"/>
                    </a:lnTo>
                    <a:lnTo>
                      <a:pt x="1606247" y="848447"/>
                    </a:lnTo>
                    <a:lnTo>
                      <a:pt x="1628433" y="860486"/>
                    </a:lnTo>
                    <a:lnTo>
                      <a:pt x="1641998" y="867855"/>
                    </a:lnTo>
                    <a:lnTo>
                      <a:pt x="1659862" y="878379"/>
                    </a:lnTo>
                    <a:lnTo>
                      <a:pt x="1662921" y="893373"/>
                    </a:lnTo>
                    <a:lnTo>
                      <a:pt x="1665497" y="906027"/>
                    </a:lnTo>
                    <a:lnTo>
                      <a:pt x="1668780" y="923668"/>
                    </a:lnTo>
                    <a:lnTo>
                      <a:pt x="1672127" y="941663"/>
                    </a:lnTo>
                    <a:lnTo>
                      <a:pt x="1675465" y="959592"/>
                    </a:lnTo>
                    <a:lnTo>
                      <a:pt x="1679002" y="978621"/>
                    </a:lnTo>
                    <a:lnTo>
                      <a:pt x="1682890" y="999524"/>
                    </a:lnTo>
                    <a:lnTo>
                      <a:pt x="1686345" y="1018078"/>
                    </a:lnTo>
                    <a:lnTo>
                      <a:pt x="1690116" y="1038331"/>
                    </a:lnTo>
                    <a:lnTo>
                      <a:pt x="1695130" y="1064688"/>
                    </a:lnTo>
                    <a:lnTo>
                      <a:pt x="1690646" y="1074843"/>
                    </a:lnTo>
                    <a:lnTo>
                      <a:pt x="1680882" y="1096955"/>
                    </a:lnTo>
                    <a:lnTo>
                      <a:pt x="1672056" y="1116942"/>
                    </a:lnTo>
                    <a:lnTo>
                      <a:pt x="1671285" y="1122739"/>
                    </a:lnTo>
                    <a:lnTo>
                      <a:pt x="1665217" y="1151882"/>
                    </a:lnTo>
                    <a:lnTo>
                      <a:pt x="1660354" y="1163921"/>
                    </a:lnTo>
                    <a:lnTo>
                      <a:pt x="1651836" y="1170911"/>
                    </a:lnTo>
                    <a:lnTo>
                      <a:pt x="1643381" y="1177686"/>
                    </a:lnTo>
                    <a:lnTo>
                      <a:pt x="1632834" y="1189039"/>
                    </a:lnTo>
                    <a:lnTo>
                      <a:pt x="1621232" y="1194647"/>
                    </a:lnTo>
                    <a:lnTo>
                      <a:pt x="1615306" y="1197945"/>
                    </a:lnTo>
                    <a:lnTo>
                      <a:pt x="1612202" y="1203147"/>
                    </a:lnTo>
                    <a:lnTo>
                      <a:pt x="1608776" y="1214552"/>
                    </a:lnTo>
                    <a:lnTo>
                      <a:pt x="1609435" y="1231968"/>
                    </a:lnTo>
                    <a:lnTo>
                      <a:pt x="1618990" y="1246957"/>
                    </a:lnTo>
                    <a:lnTo>
                      <a:pt x="1632967" y="1255340"/>
                    </a:lnTo>
                    <a:lnTo>
                      <a:pt x="1648003" y="1263503"/>
                    </a:lnTo>
                    <a:lnTo>
                      <a:pt x="1669422" y="1263538"/>
                    </a:lnTo>
                    <a:lnTo>
                      <a:pt x="1688687" y="1252646"/>
                    </a:lnTo>
                    <a:lnTo>
                      <a:pt x="1709098" y="1241109"/>
                    </a:lnTo>
                    <a:lnTo>
                      <a:pt x="1727296" y="1230821"/>
                    </a:lnTo>
                    <a:lnTo>
                      <a:pt x="1748941" y="1218587"/>
                    </a:lnTo>
                    <a:lnTo>
                      <a:pt x="1768544" y="1207500"/>
                    </a:lnTo>
                    <a:lnTo>
                      <a:pt x="1789830" y="1203516"/>
                    </a:lnTo>
                    <a:lnTo>
                      <a:pt x="1819325" y="1198001"/>
                    </a:lnTo>
                    <a:lnTo>
                      <a:pt x="1856455" y="1191052"/>
                    </a:lnTo>
                    <a:lnTo>
                      <a:pt x="1874533" y="1183140"/>
                    </a:lnTo>
                    <a:lnTo>
                      <a:pt x="1897894" y="1172914"/>
                    </a:lnTo>
                    <a:lnTo>
                      <a:pt x="1924844" y="1161115"/>
                    </a:lnTo>
                    <a:lnTo>
                      <a:pt x="1948101" y="1150935"/>
                    </a:lnTo>
                    <a:lnTo>
                      <a:pt x="1959794" y="1145291"/>
                    </a:lnTo>
                    <a:lnTo>
                      <a:pt x="1968112" y="1138854"/>
                    </a:lnTo>
                    <a:lnTo>
                      <a:pt x="1970175" y="1134092"/>
                    </a:lnTo>
                    <a:lnTo>
                      <a:pt x="1969683" y="1131357"/>
                    </a:lnTo>
                    <a:lnTo>
                      <a:pt x="1967537" y="1128618"/>
                    </a:lnTo>
                    <a:lnTo>
                      <a:pt x="1964570" y="1126595"/>
                    </a:lnTo>
                    <a:lnTo>
                      <a:pt x="1961932" y="1124874"/>
                    </a:lnTo>
                    <a:lnTo>
                      <a:pt x="1960694" y="1122744"/>
                    </a:lnTo>
                    <a:lnTo>
                      <a:pt x="1960448" y="1118084"/>
                    </a:lnTo>
                    <a:lnTo>
                      <a:pt x="1958831" y="1115406"/>
                    </a:lnTo>
                    <a:lnTo>
                      <a:pt x="1957290" y="1113434"/>
                    </a:lnTo>
                    <a:lnTo>
                      <a:pt x="1957873" y="1095398"/>
                    </a:lnTo>
                    <a:lnTo>
                      <a:pt x="1955839" y="1089806"/>
                    </a:lnTo>
                    <a:lnTo>
                      <a:pt x="1948259" y="1075632"/>
                    </a:lnTo>
                    <a:lnTo>
                      <a:pt x="1962715" y="1069276"/>
                    </a:lnTo>
                    <a:lnTo>
                      <a:pt x="1976109" y="1063382"/>
                    </a:lnTo>
                    <a:lnTo>
                      <a:pt x="1986789" y="1059019"/>
                    </a:lnTo>
                    <a:lnTo>
                      <a:pt x="2009163" y="1058333"/>
                    </a:lnTo>
                    <a:lnTo>
                      <a:pt x="2029941" y="1058420"/>
                    </a:lnTo>
                    <a:lnTo>
                      <a:pt x="2058578" y="1058538"/>
                    </a:lnTo>
                    <a:lnTo>
                      <a:pt x="2082706" y="1058635"/>
                    </a:lnTo>
                    <a:lnTo>
                      <a:pt x="2110856" y="1058753"/>
                    </a:lnTo>
                    <a:lnTo>
                      <a:pt x="2127358" y="1058820"/>
                    </a:lnTo>
                    <a:lnTo>
                      <a:pt x="2148982" y="1058615"/>
                    </a:lnTo>
                    <a:lnTo>
                      <a:pt x="2159521" y="1042253"/>
                    </a:lnTo>
                    <a:lnTo>
                      <a:pt x="2168939" y="1027623"/>
                    </a:lnTo>
                    <a:lnTo>
                      <a:pt x="2179311" y="1013643"/>
                    </a:lnTo>
                    <a:lnTo>
                      <a:pt x="2197751" y="997230"/>
                    </a:lnTo>
                    <a:lnTo>
                      <a:pt x="2203106" y="994281"/>
                    </a:lnTo>
                    <a:lnTo>
                      <a:pt x="2206060" y="987808"/>
                    </a:lnTo>
                    <a:lnTo>
                      <a:pt x="2217237" y="981658"/>
                    </a:lnTo>
                    <a:lnTo>
                      <a:pt x="2229551" y="975953"/>
                    </a:lnTo>
                    <a:lnTo>
                      <a:pt x="2234381" y="970602"/>
                    </a:lnTo>
                    <a:lnTo>
                      <a:pt x="2236718" y="967555"/>
                    </a:lnTo>
                    <a:lnTo>
                      <a:pt x="2270060" y="938693"/>
                    </a:lnTo>
                    <a:lnTo>
                      <a:pt x="2288996" y="925363"/>
                    </a:lnTo>
                    <a:lnTo>
                      <a:pt x="2304636" y="917943"/>
                    </a:lnTo>
                    <a:lnTo>
                      <a:pt x="2316542" y="914399"/>
                    </a:lnTo>
                    <a:lnTo>
                      <a:pt x="2324580" y="914906"/>
                    </a:lnTo>
                    <a:lnTo>
                      <a:pt x="2329152" y="91440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69" name="ph3869"/>
              <p:cNvSpPr/>
              <p:nvPr/>
            </p:nvSpPr>
            <p:spPr>
              <a:xfrm>
                <a:off x="3691075" y="1264019"/>
                <a:ext cx="972232" cy="951193"/>
              </a:xfrm>
              <a:custGeom>
                <a:avLst/>
                <a:gdLst/>
                <a:ahLst/>
                <a:cxnLst/>
                <a:rect l="0" t="0" r="0" b="0"/>
                <a:pathLst>
                  <a:path w="972232" h="951193">
                    <a:moveTo>
                      <a:pt x="914400" y="914400"/>
                    </a:moveTo>
                    <a:lnTo>
                      <a:pt x="919884" y="915086"/>
                    </a:lnTo>
                    <a:lnTo>
                      <a:pt x="924601" y="913094"/>
                    </a:lnTo>
                    <a:lnTo>
                      <a:pt x="929068" y="909069"/>
                    </a:lnTo>
                    <a:lnTo>
                      <a:pt x="939440" y="903625"/>
                    </a:lnTo>
                    <a:lnTo>
                      <a:pt x="948279" y="901244"/>
                    </a:lnTo>
                    <a:lnTo>
                      <a:pt x="951063" y="900752"/>
                    </a:lnTo>
                    <a:lnTo>
                      <a:pt x="955276" y="904572"/>
                    </a:lnTo>
                    <a:lnTo>
                      <a:pt x="963635" y="901505"/>
                    </a:lnTo>
                    <a:lnTo>
                      <a:pt x="972232" y="899784"/>
                    </a:lnTo>
                    <a:lnTo>
                      <a:pt x="935044" y="917252"/>
                    </a:lnTo>
                    <a:lnTo>
                      <a:pt x="927439" y="919218"/>
                    </a:lnTo>
                    <a:lnTo>
                      <a:pt x="916558" y="924421"/>
                    </a:lnTo>
                    <a:lnTo>
                      <a:pt x="906273" y="928108"/>
                    </a:lnTo>
                    <a:lnTo>
                      <a:pt x="898868" y="929450"/>
                    </a:lnTo>
                    <a:lnTo>
                      <a:pt x="862047" y="942416"/>
                    </a:lnTo>
                    <a:lnTo>
                      <a:pt x="859125" y="942698"/>
                    </a:lnTo>
                    <a:lnTo>
                      <a:pt x="855967" y="941433"/>
                    </a:lnTo>
                    <a:lnTo>
                      <a:pt x="825638" y="948110"/>
                    </a:lnTo>
                    <a:lnTo>
                      <a:pt x="813190" y="948863"/>
                    </a:lnTo>
                    <a:lnTo>
                      <a:pt x="801855" y="951193"/>
                    </a:lnTo>
                    <a:lnTo>
                      <a:pt x="810240" y="945816"/>
                    </a:lnTo>
                    <a:lnTo>
                      <a:pt x="810423" y="943804"/>
                    </a:lnTo>
                    <a:lnTo>
                      <a:pt x="808419" y="942232"/>
                    </a:lnTo>
                    <a:lnTo>
                      <a:pt x="803935" y="942687"/>
                    </a:lnTo>
                    <a:lnTo>
                      <a:pt x="799342" y="948223"/>
                    </a:lnTo>
                    <a:lnTo>
                      <a:pt x="792012" y="950072"/>
                    </a:lnTo>
                    <a:lnTo>
                      <a:pt x="790550" y="944044"/>
                    </a:lnTo>
                    <a:lnTo>
                      <a:pt x="792996" y="939379"/>
                    </a:lnTo>
                    <a:lnTo>
                      <a:pt x="796309" y="934955"/>
                    </a:lnTo>
                    <a:lnTo>
                      <a:pt x="803589" y="928001"/>
                    </a:lnTo>
                    <a:lnTo>
                      <a:pt x="814003" y="923592"/>
                    </a:lnTo>
                    <a:lnTo>
                      <a:pt x="819295" y="919782"/>
                    </a:lnTo>
                    <a:lnTo>
                      <a:pt x="822962" y="923136"/>
                    </a:lnTo>
                    <a:lnTo>
                      <a:pt x="823767" y="918604"/>
                    </a:lnTo>
                    <a:lnTo>
                      <a:pt x="826588" y="915987"/>
                    </a:lnTo>
                    <a:lnTo>
                      <a:pt x="829655" y="914579"/>
                    </a:lnTo>
                    <a:lnTo>
                      <a:pt x="837031" y="914543"/>
                    </a:lnTo>
                    <a:lnTo>
                      <a:pt x="841002" y="913831"/>
                    </a:lnTo>
                    <a:lnTo>
                      <a:pt x="843873" y="912326"/>
                    </a:lnTo>
                    <a:lnTo>
                      <a:pt x="846820" y="912044"/>
                    </a:lnTo>
                    <a:lnTo>
                      <a:pt x="854887" y="914097"/>
                    </a:lnTo>
                    <a:lnTo>
                      <a:pt x="862768" y="913508"/>
                    </a:lnTo>
                    <a:lnTo>
                      <a:pt x="869131" y="910671"/>
                    </a:lnTo>
                    <a:lnTo>
                      <a:pt x="875744" y="909719"/>
                    </a:lnTo>
                    <a:lnTo>
                      <a:pt x="893238" y="909079"/>
                    </a:lnTo>
                    <a:lnTo>
                      <a:pt x="910624" y="907005"/>
                    </a:lnTo>
                    <a:lnTo>
                      <a:pt x="917575" y="903318"/>
                    </a:lnTo>
                    <a:lnTo>
                      <a:pt x="932177" y="892984"/>
                    </a:lnTo>
                    <a:lnTo>
                      <a:pt x="940578" y="890101"/>
                    </a:lnTo>
                    <a:lnTo>
                      <a:pt x="927497" y="902109"/>
                    </a:lnTo>
                    <a:lnTo>
                      <a:pt x="920467" y="907614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70" name="ph3870"/>
              <p:cNvSpPr/>
              <p:nvPr/>
            </p:nvSpPr>
            <p:spPr>
              <a:xfrm>
                <a:off x="4061078" y="908315"/>
                <a:ext cx="919367" cy="921036"/>
              </a:xfrm>
              <a:custGeom>
                <a:avLst/>
                <a:gdLst/>
                <a:ahLst/>
                <a:cxnLst/>
                <a:rect l="0" t="0" r="0" b="0"/>
                <a:pathLst>
                  <a:path w="919367" h="921036">
                    <a:moveTo>
                      <a:pt x="914400" y="914399"/>
                    </a:moveTo>
                    <a:lnTo>
                      <a:pt x="908953" y="913508"/>
                    </a:lnTo>
                    <a:lnTo>
                      <a:pt x="909065" y="919044"/>
                    </a:lnTo>
                    <a:lnTo>
                      <a:pt x="908457" y="921036"/>
                    </a:lnTo>
                    <a:lnTo>
                      <a:pt x="902423" y="918189"/>
                    </a:lnTo>
                    <a:lnTo>
                      <a:pt x="900210" y="916356"/>
                    </a:lnTo>
                    <a:lnTo>
                      <a:pt x="900402" y="909023"/>
                    </a:lnTo>
                    <a:lnTo>
                      <a:pt x="905732" y="902089"/>
                    </a:lnTo>
                    <a:lnTo>
                      <a:pt x="909795" y="899349"/>
                    </a:lnTo>
                    <a:lnTo>
                      <a:pt x="915033" y="901249"/>
                    </a:lnTo>
                    <a:lnTo>
                      <a:pt x="919054" y="909012"/>
                    </a:lnTo>
                    <a:lnTo>
                      <a:pt x="919367" y="91235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71" name="ph3871"/>
              <p:cNvSpPr/>
              <p:nvPr/>
            </p:nvSpPr>
            <p:spPr>
              <a:xfrm>
                <a:off x="3549827" y="1306246"/>
                <a:ext cx="928781" cy="914399"/>
              </a:xfrm>
              <a:custGeom>
                <a:avLst/>
                <a:gdLst/>
                <a:ahLst/>
                <a:cxnLst/>
                <a:rect l="0" t="0" r="0" b="0"/>
                <a:pathLst>
                  <a:path w="928781" h="914399">
                    <a:moveTo>
                      <a:pt x="914400" y="914399"/>
                    </a:moveTo>
                    <a:lnTo>
                      <a:pt x="918471" y="904342"/>
                    </a:lnTo>
                    <a:lnTo>
                      <a:pt x="925955" y="899743"/>
                    </a:lnTo>
                    <a:lnTo>
                      <a:pt x="928664" y="900701"/>
                    </a:lnTo>
                    <a:lnTo>
                      <a:pt x="928781" y="904255"/>
                    </a:lnTo>
                    <a:lnTo>
                      <a:pt x="927730" y="907292"/>
                    </a:lnTo>
                    <a:lnTo>
                      <a:pt x="922709" y="911972"/>
                    </a:lnTo>
                    <a:lnTo>
                      <a:pt x="918475" y="913964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72" name="ph3872"/>
              <p:cNvSpPr/>
              <p:nvPr/>
            </p:nvSpPr>
            <p:spPr>
              <a:xfrm>
                <a:off x="3844316" y="1221428"/>
                <a:ext cx="937903" cy="914399"/>
              </a:xfrm>
              <a:custGeom>
                <a:avLst/>
                <a:gdLst/>
                <a:ahLst/>
                <a:cxnLst/>
                <a:rect l="0" t="0" r="0" b="0"/>
                <a:pathLst>
                  <a:path w="937903" h="914399">
                    <a:moveTo>
                      <a:pt x="914400" y="914399"/>
                    </a:moveTo>
                    <a:lnTo>
                      <a:pt x="910653" y="911091"/>
                    </a:lnTo>
                    <a:lnTo>
                      <a:pt x="916516" y="909560"/>
                    </a:lnTo>
                    <a:lnTo>
                      <a:pt x="923922" y="901700"/>
                    </a:lnTo>
                    <a:lnTo>
                      <a:pt x="928847" y="900788"/>
                    </a:lnTo>
                    <a:lnTo>
                      <a:pt x="936586" y="905238"/>
                    </a:lnTo>
                    <a:lnTo>
                      <a:pt x="937903" y="90927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73" name="ph3873"/>
              <p:cNvSpPr/>
              <p:nvPr/>
            </p:nvSpPr>
            <p:spPr>
              <a:xfrm>
                <a:off x="3801164" y="1207043"/>
                <a:ext cx="919425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19425" h="914400">
                    <a:moveTo>
                      <a:pt x="914400" y="914400"/>
                    </a:moveTo>
                    <a:lnTo>
                      <a:pt x="909678" y="913898"/>
                    </a:lnTo>
                    <a:lnTo>
                      <a:pt x="912074" y="910026"/>
                    </a:lnTo>
                    <a:lnTo>
                      <a:pt x="912987" y="904342"/>
                    </a:lnTo>
                    <a:lnTo>
                      <a:pt x="915316" y="898100"/>
                    </a:lnTo>
                    <a:lnTo>
                      <a:pt x="916658" y="896190"/>
                    </a:lnTo>
                    <a:lnTo>
                      <a:pt x="919425" y="894505"/>
                    </a:lnTo>
                    <a:lnTo>
                      <a:pt x="918625" y="91153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74" name="ph3874"/>
              <p:cNvSpPr/>
              <p:nvPr/>
            </p:nvSpPr>
            <p:spPr>
              <a:xfrm>
                <a:off x="3906637" y="1229606"/>
                <a:ext cx="920984" cy="914399"/>
              </a:xfrm>
              <a:custGeom>
                <a:avLst/>
                <a:gdLst/>
                <a:ahLst/>
                <a:cxnLst/>
                <a:rect l="0" t="0" r="0" b="0"/>
                <a:pathLst>
                  <a:path w="920984" h="914399">
                    <a:moveTo>
                      <a:pt x="914400" y="914399"/>
                    </a:moveTo>
                    <a:lnTo>
                      <a:pt x="899210" y="910533"/>
                    </a:lnTo>
                    <a:lnTo>
                      <a:pt x="911707" y="907256"/>
                    </a:lnTo>
                    <a:lnTo>
                      <a:pt x="913749" y="906114"/>
                    </a:lnTo>
                    <a:lnTo>
                      <a:pt x="915379" y="901295"/>
                    </a:lnTo>
                    <a:lnTo>
                      <a:pt x="915583" y="898878"/>
                    </a:lnTo>
                    <a:lnTo>
                      <a:pt x="920329" y="909243"/>
                    </a:lnTo>
                    <a:lnTo>
                      <a:pt x="920984" y="91271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75" name="ph3875"/>
              <p:cNvSpPr/>
              <p:nvPr/>
            </p:nvSpPr>
            <p:spPr>
              <a:xfrm>
                <a:off x="3429073" y="1797393"/>
                <a:ext cx="915687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15687" h="914400">
                    <a:moveTo>
                      <a:pt x="914400" y="914400"/>
                    </a:moveTo>
                    <a:lnTo>
                      <a:pt x="908732" y="902806"/>
                    </a:lnTo>
                    <a:lnTo>
                      <a:pt x="914562" y="906554"/>
                    </a:lnTo>
                    <a:lnTo>
                      <a:pt x="915604" y="909673"/>
                    </a:lnTo>
                    <a:lnTo>
                      <a:pt x="915687" y="912269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76" name="ph3876"/>
              <p:cNvSpPr/>
              <p:nvPr/>
            </p:nvSpPr>
            <p:spPr>
              <a:xfrm>
                <a:off x="3426727" y="1862705"/>
                <a:ext cx="933331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33331" h="914400">
                    <a:moveTo>
                      <a:pt x="914400" y="914400"/>
                    </a:moveTo>
                    <a:lnTo>
                      <a:pt x="913391" y="913483"/>
                    </a:lnTo>
                    <a:lnTo>
                      <a:pt x="926509" y="907502"/>
                    </a:lnTo>
                    <a:lnTo>
                      <a:pt x="930647" y="886434"/>
                    </a:lnTo>
                    <a:lnTo>
                      <a:pt x="931214" y="876720"/>
                    </a:lnTo>
                    <a:lnTo>
                      <a:pt x="929247" y="859595"/>
                    </a:lnTo>
                    <a:lnTo>
                      <a:pt x="929314" y="856057"/>
                    </a:lnTo>
                    <a:lnTo>
                      <a:pt x="931448" y="861577"/>
                    </a:lnTo>
                    <a:lnTo>
                      <a:pt x="933331" y="877555"/>
                    </a:lnTo>
                    <a:lnTo>
                      <a:pt x="932623" y="889671"/>
                    </a:lnTo>
                    <a:lnTo>
                      <a:pt x="928818" y="907322"/>
                    </a:lnTo>
                    <a:lnTo>
                      <a:pt x="925847" y="91154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77" name="ph3877"/>
              <p:cNvSpPr/>
              <p:nvPr/>
            </p:nvSpPr>
            <p:spPr>
              <a:xfrm>
                <a:off x="3402370" y="1872563"/>
                <a:ext cx="929910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29910" h="914400">
                    <a:moveTo>
                      <a:pt x="914400" y="914400"/>
                    </a:moveTo>
                    <a:lnTo>
                      <a:pt x="912649" y="913954"/>
                    </a:lnTo>
                    <a:lnTo>
                      <a:pt x="922826" y="908603"/>
                    </a:lnTo>
                    <a:lnTo>
                      <a:pt x="929910" y="90691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78" name="ph3878"/>
              <p:cNvSpPr/>
              <p:nvPr/>
            </p:nvSpPr>
            <p:spPr>
              <a:xfrm>
                <a:off x="3354159" y="1923675"/>
                <a:ext cx="941811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41811" h="914400">
                    <a:moveTo>
                      <a:pt x="914400" y="914400"/>
                    </a:moveTo>
                    <a:lnTo>
                      <a:pt x="922213" y="901305"/>
                    </a:lnTo>
                    <a:lnTo>
                      <a:pt x="937644" y="884698"/>
                    </a:lnTo>
                    <a:lnTo>
                      <a:pt x="941811" y="882158"/>
                    </a:lnTo>
                    <a:lnTo>
                      <a:pt x="928981" y="896343"/>
                    </a:lnTo>
                    <a:lnTo>
                      <a:pt x="916525" y="91319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79" name="ph3879"/>
              <p:cNvSpPr/>
              <p:nvPr/>
            </p:nvSpPr>
            <p:spPr>
              <a:xfrm>
                <a:off x="2880983" y="2784076"/>
                <a:ext cx="917442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17442" h="914400">
                    <a:moveTo>
                      <a:pt x="914400" y="914400"/>
                    </a:moveTo>
                    <a:lnTo>
                      <a:pt x="908245" y="912392"/>
                    </a:lnTo>
                    <a:lnTo>
                      <a:pt x="904882" y="908797"/>
                    </a:lnTo>
                    <a:lnTo>
                      <a:pt x="903431" y="901761"/>
                    </a:lnTo>
                    <a:lnTo>
                      <a:pt x="908790" y="909212"/>
                    </a:lnTo>
                    <a:lnTo>
                      <a:pt x="910712" y="910897"/>
                    </a:lnTo>
                    <a:lnTo>
                      <a:pt x="917442" y="91166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80" name="ph3880"/>
              <p:cNvSpPr/>
              <p:nvPr/>
            </p:nvSpPr>
            <p:spPr>
              <a:xfrm>
                <a:off x="2879929" y="2777147"/>
                <a:ext cx="914520" cy="914399"/>
              </a:xfrm>
              <a:custGeom>
                <a:avLst/>
                <a:gdLst/>
                <a:ahLst/>
                <a:cxnLst/>
                <a:rect l="0" t="0" r="0" b="0"/>
                <a:pathLst>
                  <a:path w="914520" h="914399">
                    <a:moveTo>
                      <a:pt x="914400" y="914399"/>
                    </a:moveTo>
                    <a:lnTo>
                      <a:pt x="910099" y="904081"/>
                    </a:lnTo>
                    <a:lnTo>
                      <a:pt x="907236" y="892677"/>
                    </a:lnTo>
                    <a:lnTo>
                      <a:pt x="911332" y="896369"/>
                    </a:lnTo>
                    <a:lnTo>
                      <a:pt x="914520" y="908239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81" name="ph3881"/>
              <p:cNvSpPr/>
              <p:nvPr/>
            </p:nvSpPr>
            <p:spPr>
              <a:xfrm>
                <a:off x="3008342" y="2938589"/>
                <a:ext cx="942007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42007" h="914400">
                    <a:moveTo>
                      <a:pt x="914400" y="914400"/>
                    </a:moveTo>
                    <a:lnTo>
                      <a:pt x="916279" y="909463"/>
                    </a:lnTo>
                    <a:lnTo>
                      <a:pt x="922892" y="898909"/>
                    </a:lnTo>
                    <a:lnTo>
                      <a:pt x="925030" y="893941"/>
                    </a:lnTo>
                    <a:lnTo>
                      <a:pt x="929497" y="890792"/>
                    </a:lnTo>
                    <a:lnTo>
                      <a:pt x="933656" y="885098"/>
                    </a:lnTo>
                    <a:lnTo>
                      <a:pt x="933969" y="878456"/>
                    </a:lnTo>
                    <a:lnTo>
                      <a:pt x="940011" y="873811"/>
                    </a:lnTo>
                    <a:lnTo>
                      <a:pt x="942007" y="873145"/>
                    </a:lnTo>
                    <a:lnTo>
                      <a:pt x="931360" y="894679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82" name="ph3882"/>
              <p:cNvSpPr/>
              <p:nvPr/>
            </p:nvSpPr>
            <p:spPr>
              <a:xfrm>
                <a:off x="2048189" y="2463265"/>
                <a:ext cx="920934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20934" h="914400">
                    <a:moveTo>
                      <a:pt x="914400" y="914400"/>
                    </a:moveTo>
                    <a:lnTo>
                      <a:pt x="900285" y="905315"/>
                    </a:lnTo>
                    <a:lnTo>
                      <a:pt x="899398" y="901413"/>
                    </a:lnTo>
                    <a:lnTo>
                      <a:pt x="906361" y="897885"/>
                    </a:lnTo>
                    <a:lnTo>
                      <a:pt x="910611" y="898197"/>
                    </a:lnTo>
                    <a:lnTo>
                      <a:pt x="917333" y="902811"/>
                    </a:lnTo>
                    <a:lnTo>
                      <a:pt x="919792" y="904096"/>
                    </a:lnTo>
                    <a:lnTo>
                      <a:pt x="920934" y="905965"/>
                    </a:lnTo>
                    <a:lnTo>
                      <a:pt x="920284" y="908889"/>
                    </a:lnTo>
                    <a:lnTo>
                      <a:pt x="917571" y="912904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83" name="ph3883"/>
              <p:cNvSpPr/>
              <p:nvPr/>
            </p:nvSpPr>
            <p:spPr>
              <a:xfrm>
                <a:off x="1603955" y="2629736"/>
                <a:ext cx="931152" cy="914399"/>
              </a:xfrm>
              <a:custGeom>
                <a:avLst/>
                <a:gdLst/>
                <a:ahLst/>
                <a:cxnLst/>
                <a:rect l="0" t="0" r="0" b="0"/>
                <a:pathLst>
                  <a:path w="931152" h="914399">
                    <a:moveTo>
                      <a:pt x="914400" y="914399"/>
                    </a:moveTo>
                    <a:lnTo>
                      <a:pt x="918529" y="905812"/>
                    </a:lnTo>
                    <a:lnTo>
                      <a:pt x="919296" y="902370"/>
                    </a:lnTo>
                    <a:lnTo>
                      <a:pt x="926068" y="891504"/>
                    </a:lnTo>
                    <a:lnTo>
                      <a:pt x="929643" y="889886"/>
                    </a:lnTo>
                    <a:lnTo>
                      <a:pt x="931152" y="894510"/>
                    </a:lnTo>
                    <a:lnTo>
                      <a:pt x="924188" y="902145"/>
                    </a:lnTo>
                    <a:lnTo>
                      <a:pt x="916250" y="91414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84" name="ph3884"/>
              <p:cNvSpPr/>
              <p:nvPr/>
            </p:nvSpPr>
            <p:spPr>
              <a:xfrm>
                <a:off x="1624003" y="2603594"/>
                <a:ext cx="948329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48329" h="914400">
                    <a:moveTo>
                      <a:pt x="914399" y="914400"/>
                    </a:moveTo>
                    <a:lnTo>
                      <a:pt x="918283" y="908736"/>
                    </a:lnTo>
                    <a:lnTo>
                      <a:pt x="924597" y="905878"/>
                    </a:lnTo>
                    <a:lnTo>
                      <a:pt x="938449" y="894996"/>
                    </a:lnTo>
                    <a:lnTo>
                      <a:pt x="944099" y="894249"/>
                    </a:lnTo>
                    <a:lnTo>
                      <a:pt x="947041" y="890500"/>
                    </a:lnTo>
                    <a:lnTo>
                      <a:pt x="948329" y="889947"/>
                    </a:lnTo>
                    <a:lnTo>
                      <a:pt x="947496" y="894541"/>
                    </a:lnTo>
                    <a:lnTo>
                      <a:pt x="936352" y="901065"/>
                    </a:lnTo>
                    <a:lnTo>
                      <a:pt x="917533" y="913964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85" name="ph3885"/>
              <p:cNvSpPr/>
              <p:nvPr/>
            </p:nvSpPr>
            <p:spPr>
              <a:xfrm>
                <a:off x="1574188" y="2698602"/>
                <a:ext cx="942074" cy="914399"/>
              </a:xfrm>
              <a:custGeom>
                <a:avLst/>
                <a:gdLst/>
                <a:ahLst/>
                <a:cxnLst/>
                <a:rect l="0" t="0" r="0" b="0"/>
                <a:pathLst>
                  <a:path w="942074" h="914399">
                    <a:moveTo>
                      <a:pt x="914399" y="914399"/>
                    </a:moveTo>
                    <a:lnTo>
                      <a:pt x="915133" y="905407"/>
                    </a:lnTo>
                    <a:lnTo>
                      <a:pt x="922063" y="884975"/>
                    </a:lnTo>
                    <a:lnTo>
                      <a:pt x="936144" y="858121"/>
                    </a:lnTo>
                    <a:lnTo>
                      <a:pt x="942074" y="853624"/>
                    </a:lnTo>
                    <a:lnTo>
                      <a:pt x="925830" y="883075"/>
                    </a:lnTo>
                    <a:lnTo>
                      <a:pt x="917062" y="908367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86" name="ph3886"/>
              <p:cNvSpPr/>
              <p:nvPr/>
            </p:nvSpPr>
            <p:spPr>
              <a:xfrm>
                <a:off x="1770069" y="2499988"/>
                <a:ext cx="941882" cy="914399"/>
              </a:xfrm>
              <a:custGeom>
                <a:avLst/>
                <a:gdLst/>
                <a:ahLst/>
                <a:cxnLst/>
                <a:rect l="0" t="0" r="0" b="0"/>
                <a:pathLst>
                  <a:path w="941882" h="914399">
                    <a:moveTo>
                      <a:pt x="914400" y="914399"/>
                    </a:moveTo>
                    <a:lnTo>
                      <a:pt x="933002" y="898269"/>
                    </a:lnTo>
                    <a:lnTo>
                      <a:pt x="936902" y="892902"/>
                    </a:lnTo>
                    <a:lnTo>
                      <a:pt x="941882" y="893137"/>
                    </a:lnTo>
                    <a:lnTo>
                      <a:pt x="933577" y="902176"/>
                    </a:lnTo>
                    <a:lnTo>
                      <a:pt x="918663" y="91339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87" name="ph3887"/>
              <p:cNvSpPr/>
              <p:nvPr/>
            </p:nvSpPr>
            <p:spPr>
              <a:xfrm>
                <a:off x="1591282" y="2817070"/>
                <a:ext cx="915579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15579" h="914400">
                    <a:moveTo>
                      <a:pt x="914399" y="914400"/>
                    </a:moveTo>
                    <a:lnTo>
                      <a:pt x="907332" y="891658"/>
                    </a:lnTo>
                    <a:lnTo>
                      <a:pt x="895830" y="840192"/>
                    </a:lnTo>
                    <a:lnTo>
                      <a:pt x="895397" y="810860"/>
                    </a:lnTo>
                    <a:lnTo>
                      <a:pt x="897206" y="800761"/>
                    </a:lnTo>
                    <a:lnTo>
                      <a:pt x="900173" y="842189"/>
                    </a:lnTo>
                    <a:lnTo>
                      <a:pt x="912887" y="894802"/>
                    </a:lnTo>
                    <a:lnTo>
                      <a:pt x="915579" y="90953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88" name="ph3888"/>
              <p:cNvSpPr/>
              <p:nvPr/>
            </p:nvSpPr>
            <p:spPr>
              <a:xfrm>
                <a:off x="3792447" y="1206818"/>
                <a:ext cx="917692" cy="914399"/>
              </a:xfrm>
              <a:custGeom>
                <a:avLst/>
                <a:gdLst/>
                <a:ahLst/>
                <a:cxnLst/>
                <a:rect l="0" t="0" r="0" b="0"/>
                <a:pathLst>
                  <a:path w="917692" h="914399">
                    <a:moveTo>
                      <a:pt x="914400" y="914399"/>
                    </a:moveTo>
                    <a:lnTo>
                      <a:pt x="913516" y="909335"/>
                    </a:lnTo>
                    <a:lnTo>
                      <a:pt x="915175" y="903512"/>
                    </a:lnTo>
                    <a:lnTo>
                      <a:pt x="916854" y="903379"/>
                    </a:lnTo>
                    <a:lnTo>
                      <a:pt x="917692" y="906477"/>
                    </a:lnTo>
                    <a:lnTo>
                      <a:pt x="916766" y="912459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89" name="ph3889"/>
              <p:cNvSpPr/>
              <p:nvPr/>
            </p:nvSpPr>
            <p:spPr>
              <a:xfrm>
                <a:off x="3548581" y="1410001"/>
                <a:ext cx="926668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26668" h="914400">
                    <a:moveTo>
                      <a:pt x="914400" y="914400"/>
                    </a:moveTo>
                    <a:lnTo>
                      <a:pt x="914170" y="911347"/>
                    </a:lnTo>
                    <a:lnTo>
                      <a:pt x="926668" y="891637"/>
                    </a:lnTo>
                    <a:lnTo>
                      <a:pt x="924409" y="89852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90" name="ph3890"/>
              <p:cNvSpPr/>
              <p:nvPr/>
            </p:nvSpPr>
            <p:spPr>
              <a:xfrm>
                <a:off x="3452310" y="1583815"/>
                <a:ext cx="938349" cy="914399"/>
              </a:xfrm>
              <a:custGeom>
                <a:avLst/>
                <a:gdLst/>
                <a:ahLst/>
                <a:cxnLst/>
                <a:rect l="0" t="0" r="0" b="0"/>
                <a:pathLst>
                  <a:path w="938349" h="914399">
                    <a:moveTo>
                      <a:pt x="914400" y="914399"/>
                    </a:moveTo>
                    <a:lnTo>
                      <a:pt x="927418" y="893399"/>
                    </a:lnTo>
                    <a:lnTo>
                      <a:pt x="934977" y="875803"/>
                    </a:lnTo>
                    <a:lnTo>
                      <a:pt x="938349" y="869720"/>
                    </a:lnTo>
                    <a:lnTo>
                      <a:pt x="935077" y="882051"/>
                    </a:lnTo>
                    <a:lnTo>
                      <a:pt x="929360" y="893388"/>
                    </a:lnTo>
                    <a:lnTo>
                      <a:pt x="918279" y="912699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91" name="ph3891"/>
              <p:cNvSpPr/>
              <p:nvPr/>
            </p:nvSpPr>
            <p:spPr>
              <a:xfrm>
                <a:off x="3350750" y="1921467"/>
                <a:ext cx="916300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16300" h="914400">
                    <a:moveTo>
                      <a:pt x="914400" y="914400"/>
                    </a:moveTo>
                    <a:lnTo>
                      <a:pt x="911045" y="913242"/>
                    </a:lnTo>
                    <a:lnTo>
                      <a:pt x="906423" y="911030"/>
                    </a:lnTo>
                    <a:lnTo>
                      <a:pt x="905402" y="909407"/>
                    </a:lnTo>
                    <a:lnTo>
                      <a:pt x="909811" y="909996"/>
                    </a:lnTo>
                    <a:lnTo>
                      <a:pt x="916300" y="914154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92" name="ph3892"/>
              <p:cNvSpPr/>
              <p:nvPr/>
            </p:nvSpPr>
            <p:spPr>
              <a:xfrm>
                <a:off x="2941412" y="2972602"/>
                <a:ext cx="918238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18238" h="914400">
                    <a:moveTo>
                      <a:pt x="914400" y="914400"/>
                    </a:moveTo>
                    <a:lnTo>
                      <a:pt x="913183" y="913734"/>
                    </a:lnTo>
                    <a:lnTo>
                      <a:pt x="913183" y="910590"/>
                    </a:lnTo>
                    <a:lnTo>
                      <a:pt x="909545" y="903630"/>
                    </a:lnTo>
                    <a:lnTo>
                      <a:pt x="909682" y="901807"/>
                    </a:lnTo>
                    <a:lnTo>
                      <a:pt x="918025" y="908618"/>
                    </a:lnTo>
                    <a:lnTo>
                      <a:pt x="918238" y="910446"/>
                    </a:lnTo>
                    <a:lnTo>
                      <a:pt x="916958" y="912244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93" name="ph3893"/>
              <p:cNvSpPr/>
              <p:nvPr/>
            </p:nvSpPr>
            <p:spPr>
              <a:xfrm>
                <a:off x="2985489" y="2954382"/>
                <a:ext cx="919788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19788" h="914400">
                    <a:moveTo>
                      <a:pt x="914400" y="914400"/>
                    </a:moveTo>
                    <a:lnTo>
                      <a:pt x="915208" y="912909"/>
                    </a:lnTo>
                    <a:lnTo>
                      <a:pt x="918575" y="909929"/>
                    </a:lnTo>
                    <a:lnTo>
                      <a:pt x="919788" y="911086"/>
                    </a:lnTo>
                    <a:lnTo>
                      <a:pt x="919654" y="912576"/>
                    </a:lnTo>
                    <a:lnTo>
                      <a:pt x="916016" y="91440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94" name="ph3894"/>
              <p:cNvSpPr/>
              <p:nvPr/>
            </p:nvSpPr>
            <p:spPr>
              <a:xfrm>
                <a:off x="3001124" y="2944442"/>
                <a:ext cx="918713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18713" h="914400">
                    <a:moveTo>
                      <a:pt x="914399" y="914400"/>
                    </a:moveTo>
                    <a:lnTo>
                      <a:pt x="917767" y="909924"/>
                    </a:lnTo>
                    <a:lnTo>
                      <a:pt x="918713" y="910257"/>
                    </a:lnTo>
                    <a:lnTo>
                      <a:pt x="916691" y="91390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95" name="ph3895"/>
              <p:cNvSpPr/>
              <p:nvPr/>
            </p:nvSpPr>
            <p:spPr>
              <a:xfrm>
                <a:off x="2964865" y="2965976"/>
                <a:ext cx="928014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28014" h="914400">
                    <a:moveTo>
                      <a:pt x="914399" y="914400"/>
                    </a:moveTo>
                    <a:lnTo>
                      <a:pt x="910357" y="912576"/>
                    </a:lnTo>
                    <a:lnTo>
                      <a:pt x="914804" y="910093"/>
                    </a:lnTo>
                    <a:lnTo>
                      <a:pt x="928014" y="907440"/>
                    </a:lnTo>
                    <a:lnTo>
                      <a:pt x="923026" y="910753"/>
                    </a:lnTo>
                    <a:lnTo>
                      <a:pt x="918308" y="91191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96" name="ph3896"/>
              <p:cNvSpPr/>
              <p:nvPr/>
            </p:nvSpPr>
            <p:spPr>
              <a:xfrm>
                <a:off x="2932990" y="2333082"/>
                <a:ext cx="918196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18196" h="914400">
                    <a:moveTo>
                      <a:pt x="914400" y="914400"/>
                    </a:moveTo>
                    <a:lnTo>
                      <a:pt x="912758" y="905351"/>
                    </a:lnTo>
                    <a:lnTo>
                      <a:pt x="912595" y="896563"/>
                    </a:lnTo>
                    <a:lnTo>
                      <a:pt x="915470" y="891366"/>
                    </a:lnTo>
                    <a:lnTo>
                      <a:pt x="918196" y="88884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97" name="ph3897"/>
              <p:cNvSpPr/>
              <p:nvPr/>
            </p:nvSpPr>
            <p:spPr>
              <a:xfrm>
                <a:off x="2918651" y="2976786"/>
                <a:ext cx="922921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22921" h="914400">
                    <a:moveTo>
                      <a:pt x="914400" y="914400"/>
                    </a:moveTo>
                    <a:lnTo>
                      <a:pt x="918858" y="910272"/>
                    </a:lnTo>
                    <a:lnTo>
                      <a:pt x="920304" y="904004"/>
                    </a:lnTo>
                    <a:lnTo>
                      <a:pt x="922921" y="908900"/>
                    </a:lnTo>
                    <a:lnTo>
                      <a:pt x="922871" y="911870"/>
                    </a:lnTo>
                    <a:lnTo>
                      <a:pt x="919929" y="91336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98" name="ph3898"/>
              <p:cNvSpPr/>
              <p:nvPr/>
            </p:nvSpPr>
            <p:spPr>
              <a:xfrm>
                <a:off x="3043338" y="2702561"/>
                <a:ext cx="914400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14400" h="914400">
                    <a:moveTo>
                      <a:pt x="914400" y="914400"/>
                    </a:moveTo>
                    <a:lnTo>
                      <a:pt x="906553" y="896487"/>
                    </a:lnTo>
                    <a:lnTo>
                      <a:pt x="896855" y="868398"/>
                    </a:lnTo>
                    <a:lnTo>
                      <a:pt x="891663" y="846675"/>
                    </a:lnTo>
                    <a:lnTo>
                      <a:pt x="895176" y="852549"/>
                    </a:lnTo>
                    <a:lnTo>
                      <a:pt x="898610" y="864706"/>
                    </a:lnTo>
                    <a:lnTo>
                      <a:pt x="913012" y="906677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99" name="ph3899"/>
              <p:cNvSpPr/>
              <p:nvPr/>
            </p:nvSpPr>
            <p:spPr>
              <a:xfrm>
                <a:off x="2903482" y="2981789"/>
                <a:ext cx="920421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20421" h="914400">
                    <a:moveTo>
                      <a:pt x="914400" y="914400"/>
                    </a:moveTo>
                    <a:lnTo>
                      <a:pt x="914212" y="912776"/>
                    </a:lnTo>
                    <a:lnTo>
                      <a:pt x="917946" y="910794"/>
                    </a:lnTo>
                    <a:lnTo>
                      <a:pt x="920421" y="910928"/>
                    </a:lnTo>
                    <a:lnTo>
                      <a:pt x="920329" y="913124"/>
                    </a:lnTo>
                    <a:lnTo>
                      <a:pt x="916566" y="914164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00" name="ph3900"/>
              <p:cNvSpPr/>
              <p:nvPr/>
            </p:nvSpPr>
            <p:spPr>
              <a:xfrm>
                <a:off x="2294601" y="2445040"/>
                <a:ext cx="920454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20454" h="914400">
                    <a:moveTo>
                      <a:pt x="914400" y="914400"/>
                    </a:moveTo>
                    <a:lnTo>
                      <a:pt x="914612" y="912305"/>
                    </a:lnTo>
                    <a:lnTo>
                      <a:pt x="918021" y="906810"/>
                    </a:lnTo>
                    <a:lnTo>
                      <a:pt x="920454" y="904675"/>
                    </a:lnTo>
                    <a:lnTo>
                      <a:pt x="919033" y="90891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01" name="ph3901"/>
              <p:cNvSpPr/>
              <p:nvPr/>
            </p:nvSpPr>
            <p:spPr>
              <a:xfrm>
                <a:off x="2326430" y="2387932"/>
                <a:ext cx="915470" cy="914399"/>
              </a:xfrm>
              <a:custGeom>
                <a:avLst/>
                <a:gdLst/>
                <a:ahLst/>
                <a:cxnLst/>
                <a:rect l="0" t="0" r="0" b="0"/>
                <a:pathLst>
                  <a:path w="915470" h="914399">
                    <a:moveTo>
                      <a:pt x="914400" y="914399"/>
                    </a:moveTo>
                    <a:lnTo>
                      <a:pt x="906840" y="912218"/>
                    </a:lnTo>
                    <a:lnTo>
                      <a:pt x="902244" y="910190"/>
                    </a:lnTo>
                    <a:lnTo>
                      <a:pt x="901410" y="908162"/>
                    </a:lnTo>
                    <a:lnTo>
                      <a:pt x="914116" y="911844"/>
                    </a:lnTo>
                    <a:lnTo>
                      <a:pt x="915470" y="91323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02" name="ph3902"/>
              <p:cNvSpPr/>
              <p:nvPr/>
            </p:nvSpPr>
            <p:spPr>
              <a:xfrm>
                <a:off x="2361535" y="2385192"/>
                <a:ext cx="921909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21909" h="914400">
                    <a:moveTo>
                      <a:pt x="914399" y="914400"/>
                    </a:moveTo>
                    <a:lnTo>
                      <a:pt x="903269" y="914190"/>
                    </a:lnTo>
                    <a:lnTo>
                      <a:pt x="901006" y="913401"/>
                    </a:lnTo>
                    <a:lnTo>
                      <a:pt x="905473" y="911900"/>
                    </a:lnTo>
                    <a:lnTo>
                      <a:pt x="918663" y="909908"/>
                    </a:lnTo>
                    <a:lnTo>
                      <a:pt x="921909" y="912151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03" name="ph3903"/>
              <p:cNvSpPr/>
              <p:nvPr/>
            </p:nvSpPr>
            <p:spPr>
              <a:xfrm>
                <a:off x="2270973" y="2405466"/>
                <a:ext cx="917454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17454" h="914400">
                    <a:moveTo>
                      <a:pt x="914400" y="914400"/>
                    </a:moveTo>
                    <a:lnTo>
                      <a:pt x="910220" y="911972"/>
                    </a:lnTo>
                    <a:lnTo>
                      <a:pt x="904027" y="911752"/>
                    </a:lnTo>
                    <a:lnTo>
                      <a:pt x="906753" y="910088"/>
                    </a:lnTo>
                    <a:lnTo>
                      <a:pt x="908665" y="908464"/>
                    </a:lnTo>
                    <a:lnTo>
                      <a:pt x="909620" y="906718"/>
                    </a:lnTo>
                    <a:lnTo>
                      <a:pt x="917454" y="900655"/>
                    </a:lnTo>
                    <a:lnTo>
                      <a:pt x="915233" y="905105"/>
                    </a:lnTo>
                    <a:lnTo>
                      <a:pt x="914099" y="909524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04" name="ph3904"/>
              <p:cNvSpPr/>
              <p:nvPr/>
            </p:nvSpPr>
            <p:spPr>
              <a:xfrm>
                <a:off x="2302106" y="2432914"/>
                <a:ext cx="918075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18075" h="914400">
                    <a:moveTo>
                      <a:pt x="914400" y="914400"/>
                    </a:moveTo>
                    <a:lnTo>
                      <a:pt x="916762" y="898407"/>
                    </a:lnTo>
                    <a:lnTo>
                      <a:pt x="913441" y="884944"/>
                    </a:lnTo>
                    <a:lnTo>
                      <a:pt x="916942" y="890854"/>
                    </a:lnTo>
                    <a:lnTo>
                      <a:pt x="918075" y="897885"/>
                    </a:lnTo>
                    <a:lnTo>
                      <a:pt x="916808" y="911061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05" name="ph3905"/>
              <p:cNvSpPr/>
              <p:nvPr/>
            </p:nvSpPr>
            <p:spPr>
              <a:xfrm>
                <a:off x="2630463" y="2450663"/>
                <a:ext cx="937536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37536" h="914400">
                    <a:moveTo>
                      <a:pt x="914400" y="914400"/>
                    </a:moveTo>
                    <a:lnTo>
                      <a:pt x="905140" y="911655"/>
                    </a:lnTo>
                    <a:lnTo>
                      <a:pt x="910895" y="911132"/>
                    </a:lnTo>
                    <a:lnTo>
                      <a:pt x="915058" y="912244"/>
                    </a:lnTo>
                    <a:lnTo>
                      <a:pt x="925601" y="906846"/>
                    </a:lnTo>
                    <a:lnTo>
                      <a:pt x="931131" y="902760"/>
                    </a:lnTo>
                    <a:lnTo>
                      <a:pt x="937536" y="901208"/>
                    </a:lnTo>
                    <a:lnTo>
                      <a:pt x="922963" y="91062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06" name="ph3906"/>
              <p:cNvSpPr/>
              <p:nvPr/>
            </p:nvSpPr>
            <p:spPr>
              <a:xfrm>
                <a:off x="4025599" y="922653"/>
                <a:ext cx="917642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17642" h="914400">
                    <a:moveTo>
                      <a:pt x="914400" y="914400"/>
                    </a:moveTo>
                    <a:lnTo>
                      <a:pt x="910941" y="913729"/>
                    </a:lnTo>
                    <a:lnTo>
                      <a:pt x="910828" y="908557"/>
                    </a:lnTo>
                    <a:lnTo>
                      <a:pt x="911874" y="906800"/>
                    </a:lnTo>
                    <a:lnTo>
                      <a:pt x="913070" y="906017"/>
                    </a:lnTo>
                    <a:lnTo>
                      <a:pt x="914845" y="907471"/>
                    </a:lnTo>
                    <a:lnTo>
                      <a:pt x="917642" y="91232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07" name="ph3907"/>
              <p:cNvSpPr/>
              <p:nvPr/>
            </p:nvSpPr>
            <p:spPr>
              <a:xfrm>
                <a:off x="1181082" y="2430835"/>
                <a:ext cx="1327867" cy="1522232"/>
              </a:xfrm>
              <a:custGeom>
                <a:avLst/>
                <a:gdLst/>
                <a:ahLst/>
                <a:cxnLst/>
                <a:rect l="0" t="0" r="0" b="0"/>
                <a:pathLst>
                  <a:path w="1327867" h="1522232">
                    <a:moveTo>
                      <a:pt x="914400" y="914400"/>
                    </a:moveTo>
                    <a:lnTo>
                      <a:pt x="934761" y="915787"/>
                    </a:lnTo>
                    <a:lnTo>
                      <a:pt x="946770" y="915316"/>
                    </a:lnTo>
                    <a:lnTo>
                      <a:pt x="950433" y="912981"/>
                    </a:lnTo>
                    <a:lnTo>
                      <a:pt x="952338" y="913104"/>
                    </a:lnTo>
                    <a:lnTo>
                      <a:pt x="952488" y="915675"/>
                    </a:lnTo>
                    <a:lnTo>
                      <a:pt x="955505" y="916765"/>
                    </a:lnTo>
                    <a:lnTo>
                      <a:pt x="961385" y="916376"/>
                    </a:lnTo>
                    <a:lnTo>
                      <a:pt x="966506" y="919971"/>
                    </a:lnTo>
                    <a:lnTo>
                      <a:pt x="973066" y="931350"/>
                    </a:lnTo>
                    <a:lnTo>
                      <a:pt x="995673" y="949575"/>
                    </a:lnTo>
                    <a:lnTo>
                      <a:pt x="997577" y="955828"/>
                    </a:lnTo>
                    <a:lnTo>
                      <a:pt x="1005445" y="964846"/>
                    </a:lnTo>
                    <a:lnTo>
                      <a:pt x="1019914" y="978708"/>
                    </a:lnTo>
                    <a:lnTo>
                      <a:pt x="1028102" y="990660"/>
                    </a:lnTo>
                    <a:lnTo>
                      <a:pt x="1030007" y="1000702"/>
                    </a:lnTo>
                    <a:lnTo>
                      <a:pt x="1037399" y="1016587"/>
                    </a:lnTo>
                    <a:lnTo>
                      <a:pt x="1050268" y="1038310"/>
                    </a:lnTo>
                    <a:lnTo>
                      <a:pt x="1056002" y="1050022"/>
                    </a:lnTo>
                    <a:lnTo>
                      <a:pt x="1054602" y="1051712"/>
                    </a:lnTo>
                    <a:lnTo>
                      <a:pt x="1055614" y="1057826"/>
                    </a:lnTo>
                    <a:lnTo>
                      <a:pt x="1059048" y="1068360"/>
                    </a:lnTo>
                    <a:lnTo>
                      <a:pt x="1065428" y="1077280"/>
                    </a:lnTo>
                    <a:lnTo>
                      <a:pt x="1074758" y="1084588"/>
                    </a:lnTo>
                    <a:lnTo>
                      <a:pt x="1084193" y="1097708"/>
                    </a:lnTo>
                    <a:lnTo>
                      <a:pt x="1093732" y="1116645"/>
                    </a:lnTo>
                    <a:lnTo>
                      <a:pt x="1105287" y="1131050"/>
                    </a:lnTo>
                    <a:lnTo>
                      <a:pt x="1118852" y="1140913"/>
                    </a:lnTo>
                    <a:lnTo>
                      <a:pt x="1126532" y="1150095"/>
                    </a:lnTo>
                    <a:lnTo>
                      <a:pt x="1128328" y="1158585"/>
                    </a:lnTo>
                    <a:lnTo>
                      <a:pt x="1128195" y="1165857"/>
                    </a:lnTo>
                    <a:lnTo>
                      <a:pt x="1126128" y="1171910"/>
                    </a:lnTo>
                    <a:lnTo>
                      <a:pt x="1127003" y="1177661"/>
                    </a:lnTo>
                    <a:lnTo>
                      <a:pt x="1130816" y="1183094"/>
                    </a:lnTo>
                    <a:lnTo>
                      <a:pt x="1132087" y="1189761"/>
                    </a:lnTo>
                    <a:lnTo>
                      <a:pt x="1130595" y="1199035"/>
                    </a:lnTo>
                    <a:lnTo>
                      <a:pt x="1130699" y="1201662"/>
                    </a:lnTo>
                    <a:lnTo>
                      <a:pt x="1131803" y="1203757"/>
                    </a:lnTo>
                    <a:lnTo>
                      <a:pt x="1143847" y="1219693"/>
                    </a:lnTo>
                    <a:lnTo>
                      <a:pt x="1150035" y="1232572"/>
                    </a:lnTo>
                    <a:lnTo>
                      <a:pt x="1154948" y="1253128"/>
                    </a:lnTo>
                    <a:lnTo>
                      <a:pt x="1154973" y="1253312"/>
                    </a:lnTo>
                    <a:lnTo>
                      <a:pt x="1160461" y="1265607"/>
                    </a:lnTo>
                    <a:lnTo>
                      <a:pt x="1168354" y="1270636"/>
                    </a:lnTo>
                    <a:lnTo>
                      <a:pt x="1180481" y="1272495"/>
                    </a:lnTo>
                    <a:lnTo>
                      <a:pt x="1189695" y="1276776"/>
                    </a:lnTo>
                    <a:lnTo>
                      <a:pt x="1195995" y="1283484"/>
                    </a:lnTo>
                    <a:lnTo>
                      <a:pt x="1203942" y="1287535"/>
                    </a:lnTo>
                    <a:lnTo>
                      <a:pt x="1213535" y="1288928"/>
                    </a:lnTo>
                    <a:lnTo>
                      <a:pt x="1222732" y="1293352"/>
                    </a:lnTo>
                    <a:lnTo>
                      <a:pt x="1231529" y="1300819"/>
                    </a:lnTo>
                    <a:lnTo>
                      <a:pt x="1247936" y="1305719"/>
                    </a:lnTo>
                    <a:lnTo>
                      <a:pt x="1271951" y="1308070"/>
                    </a:lnTo>
                    <a:lnTo>
                      <a:pt x="1290229" y="1314138"/>
                    </a:lnTo>
                    <a:lnTo>
                      <a:pt x="1302772" y="1323929"/>
                    </a:lnTo>
                    <a:lnTo>
                      <a:pt x="1308290" y="1325921"/>
                    </a:lnTo>
                    <a:lnTo>
                      <a:pt x="1309781" y="1326060"/>
                    </a:lnTo>
                    <a:lnTo>
                      <a:pt x="1310498" y="1324564"/>
                    </a:lnTo>
                    <a:lnTo>
                      <a:pt x="1311444" y="1321794"/>
                    </a:lnTo>
                    <a:lnTo>
                      <a:pt x="1316299" y="1318604"/>
                    </a:lnTo>
                    <a:lnTo>
                      <a:pt x="1327867" y="1316519"/>
                    </a:lnTo>
                    <a:lnTo>
                      <a:pt x="1326313" y="1338181"/>
                    </a:lnTo>
                    <a:lnTo>
                      <a:pt x="1321154" y="1355956"/>
                    </a:lnTo>
                    <a:lnTo>
                      <a:pt x="1304156" y="1392908"/>
                    </a:lnTo>
                    <a:lnTo>
                      <a:pt x="1297071" y="1415829"/>
                    </a:lnTo>
                    <a:lnTo>
                      <a:pt x="1283365" y="1481331"/>
                    </a:lnTo>
                    <a:lnTo>
                      <a:pt x="1279352" y="1522232"/>
                    </a:lnTo>
                    <a:lnTo>
                      <a:pt x="913624" y="1522232"/>
                    </a:lnTo>
                    <a:lnTo>
                      <a:pt x="913624" y="91423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08" name="ph3908"/>
              <p:cNvSpPr/>
              <p:nvPr/>
            </p:nvSpPr>
            <p:spPr>
              <a:xfrm>
                <a:off x="3525088" y="625809"/>
                <a:ext cx="1225044" cy="1473583"/>
              </a:xfrm>
              <a:custGeom>
                <a:avLst/>
                <a:gdLst/>
                <a:ahLst/>
                <a:cxnLst/>
                <a:rect l="0" t="0" r="0" b="0"/>
                <a:pathLst>
                  <a:path w="1225044" h="1473583">
                    <a:moveTo>
                      <a:pt x="1217634" y="914400"/>
                    </a:moveTo>
                    <a:lnTo>
                      <a:pt x="1205437" y="922972"/>
                    </a:lnTo>
                    <a:lnTo>
                      <a:pt x="1192452" y="936501"/>
                    </a:lnTo>
                    <a:lnTo>
                      <a:pt x="1161985" y="946733"/>
                    </a:lnTo>
                    <a:lnTo>
                      <a:pt x="1150675" y="949334"/>
                    </a:lnTo>
                    <a:lnTo>
                      <a:pt x="1140236" y="947947"/>
                    </a:lnTo>
                    <a:lnTo>
                      <a:pt x="1127531" y="956273"/>
                    </a:lnTo>
                    <a:lnTo>
                      <a:pt x="1112495" y="961363"/>
                    </a:lnTo>
                    <a:lnTo>
                      <a:pt x="1108057" y="969106"/>
                    </a:lnTo>
                    <a:lnTo>
                      <a:pt x="1071915" y="989846"/>
                    </a:lnTo>
                    <a:lnTo>
                      <a:pt x="1058042" y="992458"/>
                    </a:lnTo>
                    <a:lnTo>
                      <a:pt x="1046236" y="997983"/>
                    </a:lnTo>
                    <a:lnTo>
                      <a:pt x="1042744" y="1007365"/>
                    </a:lnTo>
                    <a:lnTo>
                      <a:pt x="1032205" y="1013023"/>
                    </a:lnTo>
                    <a:lnTo>
                      <a:pt x="1029280" y="1017356"/>
                    </a:lnTo>
                    <a:lnTo>
                      <a:pt x="1020416" y="1030480"/>
                    </a:lnTo>
                    <a:lnTo>
                      <a:pt x="1003939" y="1047431"/>
                    </a:lnTo>
                    <a:lnTo>
                      <a:pt x="983861" y="1050268"/>
                    </a:lnTo>
                    <a:lnTo>
                      <a:pt x="976523" y="1056167"/>
                    </a:lnTo>
                    <a:lnTo>
                      <a:pt x="968026" y="1065687"/>
                    </a:lnTo>
                    <a:lnTo>
                      <a:pt x="956041" y="1072221"/>
                    </a:lnTo>
                    <a:lnTo>
                      <a:pt x="932380" y="1069159"/>
                    </a:lnTo>
                    <a:lnTo>
                      <a:pt x="938134" y="1073163"/>
                    </a:lnTo>
                    <a:lnTo>
                      <a:pt x="959304" y="1079406"/>
                    </a:lnTo>
                    <a:lnTo>
                      <a:pt x="961504" y="1088659"/>
                    </a:lnTo>
                    <a:lnTo>
                      <a:pt x="950899" y="1090871"/>
                    </a:lnTo>
                    <a:lnTo>
                      <a:pt x="928692" y="1103208"/>
                    </a:lnTo>
                    <a:lnTo>
                      <a:pt x="898771" y="1124449"/>
                    </a:lnTo>
                    <a:lnTo>
                      <a:pt x="894199" y="1124951"/>
                    </a:lnTo>
                    <a:lnTo>
                      <a:pt x="886161" y="1124444"/>
                    </a:lnTo>
                    <a:lnTo>
                      <a:pt x="874255" y="1127988"/>
                    </a:lnTo>
                    <a:lnTo>
                      <a:pt x="858616" y="1135408"/>
                    </a:lnTo>
                    <a:lnTo>
                      <a:pt x="839680" y="1148738"/>
                    </a:lnTo>
                    <a:lnTo>
                      <a:pt x="806338" y="1177599"/>
                    </a:lnTo>
                    <a:lnTo>
                      <a:pt x="804000" y="1180646"/>
                    </a:lnTo>
                    <a:lnTo>
                      <a:pt x="799170" y="1185998"/>
                    </a:lnTo>
                    <a:lnTo>
                      <a:pt x="786856" y="1191702"/>
                    </a:lnTo>
                    <a:lnTo>
                      <a:pt x="775679" y="1197852"/>
                    </a:lnTo>
                    <a:lnTo>
                      <a:pt x="772725" y="1204325"/>
                    </a:lnTo>
                    <a:lnTo>
                      <a:pt x="767370" y="1207275"/>
                    </a:lnTo>
                    <a:lnTo>
                      <a:pt x="748930" y="1223687"/>
                    </a:lnTo>
                    <a:lnTo>
                      <a:pt x="738558" y="1237668"/>
                    </a:lnTo>
                    <a:lnTo>
                      <a:pt x="729140" y="1252298"/>
                    </a:lnTo>
                    <a:lnTo>
                      <a:pt x="718601" y="1268659"/>
                    </a:lnTo>
                    <a:lnTo>
                      <a:pt x="696977" y="1268864"/>
                    </a:lnTo>
                    <a:lnTo>
                      <a:pt x="680475" y="1268798"/>
                    </a:lnTo>
                    <a:lnTo>
                      <a:pt x="652326" y="1268680"/>
                    </a:lnTo>
                    <a:lnTo>
                      <a:pt x="628197" y="1268583"/>
                    </a:lnTo>
                    <a:lnTo>
                      <a:pt x="599560" y="1268465"/>
                    </a:lnTo>
                    <a:lnTo>
                      <a:pt x="578782" y="1268378"/>
                    </a:lnTo>
                    <a:lnTo>
                      <a:pt x="556409" y="1269064"/>
                    </a:lnTo>
                    <a:lnTo>
                      <a:pt x="545728" y="1273427"/>
                    </a:lnTo>
                    <a:lnTo>
                      <a:pt x="532335" y="1279321"/>
                    </a:lnTo>
                    <a:lnTo>
                      <a:pt x="517878" y="1285676"/>
                    </a:lnTo>
                    <a:lnTo>
                      <a:pt x="525459" y="1299851"/>
                    </a:lnTo>
                    <a:lnTo>
                      <a:pt x="527492" y="1305443"/>
                    </a:lnTo>
                    <a:lnTo>
                      <a:pt x="526909" y="1323479"/>
                    </a:lnTo>
                    <a:lnTo>
                      <a:pt x="528451" y="1325450"/>
                    </a:lnTo>
                    <a:lnTo>
                      <a:pt x="530068" y="1328129"/>
                    </a:lnTo>
                    <a:lnTo>
                      <a:pt x="530313" y="1332789"/>
                    </a:lnTo>
                    <a:lnTo>
                      <a:pt x="531551" y="1334919"/>
                    </a:lnTo>
                    <a:lnTo>
                      <a:pt x="534189" y="1336639"/>
                    </a:lnTo>
                    <a:lnTo>
                      <a:pt x="537156" y="1338662"/>
                    </a:lnTo>
                    <a:lnTo>
                      <a:pt x="539302" y="1341402"/>
                    </a:lnTo>
                    <a:lnTo>
                      <a:pt x="539794" y="1344137"/>
                    </a:lnTo>
                    <a:lnTo>
                      <a:pt x="537731" y="1348899"/>
                    </a:lnTo>
                    <a:lnTo>
                      <a:pt x="529413" y="1355336"/>
                    </a:lnTo>
                    <a:lnTo>
                      <a:pt x="517720" y="1360979"/>
                    </a:lnTo>
                    <a:lnTo>
                      <a:pt x="494463" y="1371160"/>
                    </a:lnTo>
                    <a:lnTo>
                      <a:pt x="467513" y="1382958"/>
                    </a:lnTo>
                    <a:lnTo>
                      <a:pt x="444152" y="1393185"/>
                    </a:lnTo>
                    <a:lnTo>
                      <a:pt x="426075" y="1401096"/>
                    </a:lnTo>
                    <a:lnTo>
                      <a:pt x="388945" y="1408046"/>
                    </a:lnTo>
                    <a:lnTo>
                      <a:pt x="359449" y="1413561"/>
                    </a:lnTo>
                    <a:lnTo>
                      <a:pt x="338163" y="1417545"/>
                    </a:lnTo>
                    <a:lnTo>
                      <a:pt x="318560" y="1428632"/>
                    </a:lnTo>
                    <a:lnTo>
                      <a:pt x="296916" y="1440865"/>
                    </a:lnTo>
                    <a:lnTo>
                      <a:pt x="278717" y="1451153"/>
                    </a:lnTo>
                    <a:lnTo>
                      <a:pt x="258306" y="1462691"/>
                    </a:lnTo>
                    <a:lnTo>
                      <a:pt x="239041" y="1473583"/>
                    </a:lnTo>
                    <a:lnTo>
                      <a:pt x="217622" y="1473547"/>
                    </a:lnTo>
                    <a:lnTo>
                      <a:pt x="202586" y="1465384"/>
                    </a:lnTo>
                    <a:lnTo>
                      <a:pt x="188610" y="1457002"/>
                    </a:lnTo>
                    <a:lnTo>
                      <a:pt x="179054" y="1442013"/>
                    </a:lnTo>
                    <a:lnTo>
                      <a:pt x="178396" y="1424596"/>
                    </a:lnTo>
                    <a:lnTo>
                      <a:pt x="181821" y="1413192"/>
                    </a:lnTo>
                    <a:lnTo>
                      <a:pt x="184926" y="1407989"/>
                    </a:lnTo>
                    <a:lnTo>
                      <a:pt x="190851" y="1404691"/>
                    </a:lnTo>
                    <a:lnTo>
                      <a:pt x="202453" y="1399084"/>
                    </a:lnTo>
                    <a:lnTo>
                      <a:pt x="213000" y="1387731"/>
                    </a:lnTo>
                    <a:lnTo>
                      <a:pt x="221456" y="1380956"/>
                    </a:lnTo>
                    <a:lnTo>
                      <a:pt x="229973" y="1373966"/>
                    </a:lnTo>
                    <a:lnTo>
                      <a:pt x="234837" y="1361927"/>
                    </a:lnTo>
                    <a:lnTo>
                      <a:pt x="240904" y="1332783"/>
                    </a:lnTo>
                    <a:lnTo>
                      <a:pt x="241675" y="1326987"/>
                    </a:lnTo>
                    <a:lnTo>
                      <a:pt x="250501" y="1307000"/>
                    </a:lnTo>
                    <a:lnTo>
                      <a:pt x="260265" y="1284888"/>
                    </a:lnTo>
                    <a:lnTo>
                      <a:pt x="264749" y="1274733"/>
                    </a:lnTo>
                    <a:lnTo>
                      <a:pt x="259736" y="1248375"/>
                    </a:lnTo>
                    <a:lnTo>
                      <a:pt x="255964" y="1228122"/>
                    </a:lnTo>
                    <a:lnTo>
                      <a:pt x="252510" y="1209569"/>
                    </a:lnTo>
                    <a:lnTo>
                      <a:pt x="248622" y="1188666"/>
                    </a:lnTo>
                    <a:lnTo>
                      <a:pt x="245084" y="1169636"/>
                    </a:lnTo>
                    <a:lnTo>
                      <a:pt x="241746" y="1151708"/>
                    </a:lnTo>
                    <a:lnTo>
                      <a:pt x="238399" y="1133713"/>
                    </a:lnTo>
                    <a:lnTo>
                      <a:pt x="235116" y="1116071"/>
                    </a:lnTo>
                    <a:lnTo>
                      <a:pt x="232540" y="1103418"/>
                    </a:lnTo>
                    <a:lnTo>
                      <a:pt x="229482" y="1088424"/>
                    </a:lnTo>
                    <a:lnTo>
                      <a:pt x="211617" y="1077900"/>
                    </a:lnTo>
                    <a:lnTo>
                      <a:pt x="198052" y="1070531"/>
                    </a:lnTo>
                    <a:lnTo>
                      <a:pt x="175866" y="1058492"/>
                    </a:lnTo>
                    <a:lnTo>
                      <a:pt x="157260" y="1048393"/>
                    </a:lnTo>
                    <a:lnTo>
                      <a:pt x="140586" y="1039155"/>
                    </a:lnTo>
                    <a:lnTo>
                      <a:pt x="151100" y="1020536"/>
                    </a:lnTo>
                    <a:lnTo>
                      <a:pt x="150192" y="1017489"/>
                    </a:lnTo>
                    <a:lnTo>
                      <a:pt x="146383" y="1013822"/>
                    </a:lnTo>
                    <a:lnTo>
                      <a:pt x="138599" y="1007723"/>
                    </a:lnTo>
                    <a:lnTo>
                      <a:pt x="134048" y="1007103"/>
                    </a:lnTo>
                    <a:lnTo>
                      <a:pt x="126035" y="1008537"/>
                    </a:lnTo>
                    <a:lnTo>
                      <a:pt x="113245" y="1012332"/>
                    </a:lnTo>
                    <a:lnTo>
                      <a:pt x="107720" y="1011072"/>
                    </a:lnTo>
                    <a:lnTo>
                      <a:pt x="103331" y="1004558"/>
                    </a:lnTo>
                    <a:lnTo>
                      <a:pt x="98281" y="996221"/>
                    </a:lnTo>
                    <a:lnTo>
                      <a:pt x="96626" y="989708"/>
                    </a:lnTo>
                    <a:lnTo>
                      <a:pt x="95993" y="981089"/>
                    </a:lnTo>
                    <a:lnTo>
                      <a:pt x="92980" y="973331"/>
                    </a:lnTo>
                    <a:lnTo>
                      <a:pt x="94889" y="969260"/>
                    </a:lnTo>
                    <a:lnTo>
                      <a:pt x="95310" y="967232"/>
                    </a:lnTo>
                    <a:lnTo>
                      <a:pt x="95139" y="964682"/>
                    </a:lnTo>
                    <a:lnTo>
                      <a:pt x="93068" y="963053"/>
                    </a:lnTo>
                    <a:lnTo>
                      <a:pt x="89421" y="962342"/>
                    </a:lnTo>
                    <a:lnTo>
                      <a:pt x="77086" y="965598"/>
                    </a:lnTo>
                    <a:lnTo>
                      <a:pt x="71540" y="965901"/>
                    </a:lnTo>
                    <a:lnTo>
                      <a:pt x="68231" y="967734"/>
                    </a:lnTo>
                    <a:lnTo>
                      <a:pt x="63018" y="971539"/>
                    </a:lnTo>
                    <a:lnTo>
                      <a:pt x="57880" y="972010"/>
                    </a:lnTo>
                    <a:lnTo>
                      <a:pt x="49003" y="963002"/>
                    </a:lnTo>
                    <a:lnTo>
                      <a:pt x="39306" y="953139"/>
                    </a:lnTo>
                    <a:lnTo>
                      <a:pt x="35239" y="939553"/>
                    </a:lnTo>
                    <a:lnTo>
                      <a:pt x="31064" y="925599"/>
                    </a:lnTo>
                    <a:lnTo>
                      <a:pt x="14499" y="917206"/>
                    </a:lnTo>
                    <a:lnTo>
                      <a:pt x="0" y="909857"/>
                    </a:lnTo>
                    <a:lnTo>
                      <a:pt x="1225044" y="909857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09" name="ph3909"/>
              <p:cNvSpPr/>
              <p:nvPr/>
            </p:nvSpPr>
            <p:spPr>
              <a:xfrm>
                <a:off x="4152778" y="817178"/>
                <a:ext cx="1099683" cy="926429"/>
              </a:xfrm>
              <a:custGeom>
                <a:avLst/>
                <a:gdLst/>
                <a:ahLst/>
                <a:cxnLst/>
                <a:rect l="0" t="0" r="0" b="0"/>
                <a:pathLst>
                  <a:path w="1099683" h="926429">
                    <a:moveTo>
                      <a:pt x="914400" y="914399"/>
                    </a:moveTo>
                    <a:lnTo>
                      <a:pt x="910795" y="913293"/>
                    </a:lnTo>
                    <a:lnTo>
                      <a:pt x="907690" y="912428"/>
                    </a:lnTo>
                    <a:lnTo>
                      <a:pt x="905890" y="913903"/>
                    </a:lnTo>
                    <a:lnTo>
                      <a:pt x="904186" y="915874"/>
                    </a:lnTo>
                    <a:lnTo>
                      <a:pt x="902085" y="917354"/>
                    </a:lnTo>
                    <a:lnTo>
                      <a:pt x="897676" y="915260"/>
                    </a:lnTo>
                    <a:lnTo>
                      <a:pt x="894872" y="911445"/>
                    </a:lnTo>
                    <a:lnTo>
                      <a:pt x="890367" y="907512"/>
                    </a:lnTo>
                    <a:lnTo>
                      <a:pt x="888663" y="904552"/>
                    </a:lnTo>
                    <a:lnTo>
                      <a:pt x="889567" y="901111"/>
                    </a:lnTo>
                    <a:lnTo>
                      <a:pt x="891567" y="897787"/>
                    </a:lnTo>
                    <a:lnTo>
                      <a:pt x="892472" y="893849"/>
                    </a:lnTo>
                    <a:lnTo>
                      <a:pt x="890267" y="889307"/>
                    </a:lnTo>
                    <a:lnTo>
                      <a:pt x="888263" y="886721"/>
                    </a:lnTo>
                    <a:lnTo>
                      <a:pt x="886862" y="883766"/>
                    </a:lnTo>
                    <a:lnTo>
                      <a:pt x="887363" y="880939"/>
                    </a:lnTo>
                    <a:lnTo>
                      <a:pt x="890167" y="879582"/>
                    </a:lnTo>
                    <a:lnTo>
                      <a:pt x="892772" y="877857"/>
                    </a:lnTo>
                    <a:lnTo>
                      <a:pt x="893672" y="874170"/>
                    </a:lnTo>
                    <a:lnTo>
                      <a:pt x="892067" y="870232"/>
                    </a:lnTo>
                    <a:lnTo>
                      <a:pt x="887463" y="868629"/>
                    </a:lnTo>
                    <a:lnTo>
                      <a:pt x="883658" y="869243"/>
                    </a:lnTo>
                    <a:lnTo>
                      <a:pt x="878149" y="868383"/>
                    </a:lnTo>
                    <a:lnTo>
                      <a:pt x="872844" y="865925"/>
                    </a:lnTo>
                    <a:lnTo>
                      <a:pt x="869339" y="863093"/>
                    </a:lnTo>
                    <a:lnTo>
                      <a:pt x="866635" y="861490"/>
                    </a:lnTo>
                    <a:lnTo>
                      <a:pt x="864530" y="861490"/>
                    </a:lnTo>
                    <a:lnTo>
                      <a:pt x="862026" y="859892"/>
                    </a:lnTo>
                    <a:lnTo>
                      <a:pt x="860526" y="857184"/>
                    </a:lnTo>
                    <a:lnTo>
                      <a:pt x="860726" y="852754"/>
                    </a:lnTo>
                    <a:lnTo>
                      <a:pt x="861426" y="850050"/>
                    </a:lnTo>
                    <a:lnTo>
                      <a:pt x="862826" y="847710"/>
                    </a:lnTo>
                    <a:lnTo>
                      <a:pt x="862926" y="845124"/>
                    </a:lnTo>
                    <a:lnTo>
                      <a:pt x="862326" y="843275"/>
                    </a:lnTo>
                    <a:lnTo>
                      <a:pt x="862230" y="841805"/>
                    </a:lnTo>
                    <a:lnTo>
                      <a:pt x="862626" y="839957"/>
                    </a:lnTo>
                    <a:lnTo>
                      <a:pt x="863530" y="836265"/>
                    </a:lnTo>
                    <a:lnTo>
                      <a:pt x="862026" y="833561"/>
                    </a:lnTo>
                    <a:lnTo>
                      <a:pt x="861872" y="824189"/>
                    </a:lnTo>
                    <a:lnTo>
                      <a:pt x="861576" y="806655"/>
                    </a:lnTo>
                    <a:lnTo>
                      <a:pt x="861355" y="793223"/>
                    </a:lnTo>
                    <a:lnTo>
                      <a:pt x="861076" y="776340"/>
                    </a:lnTo>
                    <a:lnTo>
                      <a:pt x="860913" y="764044"/>
                    </a:lnTo>
                    <a:lnTo>
                      <a:pt x="860688" y="746818"/>
                    </a:lnTo>
                    <a:lnTo>
                      <a:pt x="860476" y="730472"/>
                    </a:lnTo>
                    <a:lnTo>
                      <a:pt x="860213" y="718489"/>
                    </a:lnTo>
                    <a:lnTo>
                      <a:pt x="1083159" y="718489"/>
                    </a:lnTo>
                    <a:lnTo>
                      <a:pt x="1083289" y="718535"/>
                    </a:lnTo>
                    <a:lnTo>
                      <a:pt x="1083432" y="718489"/>
                    </a:lnTo>
                    <a:lnTo>
                      <a:pt x="1099683" y="718489"/>
                    </a:lnTo>
                    <a:lnTo>
                      <a:pt x="1099683" y="873327"/>
                    </a:lnTo>
                    <a:lnTo>
                      <a:pt x="1094794" y="876407"/>
                    </a:lnTo>
                    <a:lnTo>
                      <a:pt x="1075588" y="883869"/>
                    </a:lnTo>
                    <a:lnTo>
                      <a:pt x="1053168" y="898110"/>
                    </a:lnTo>
                    <a:lnTo>
                      <a:pt x="1024197" y="910108"/>
                    </a:lnTo>
                    <a:lnTo>
                      <a:pt x="1018126" y="910154"/>
                    </a:lnTo>
                    <a:lnTo>
                      <a:pt x="1004970" y="900281"/>
                    </a:lnTo>
                    <a:lnTo>
                      <a:pt x="1008650" y="895785"/>
                    </a:lnTo>
                    <a:lnTo>
                      <a:pt x="1012071" y="889691"/>
                    </a:lnTo>
                    <a:lnTo>
                      <a:pt x="1008800" y="891448"/>
                    </a:lnTo>
                    <a:lnTo>
                      <a:pt x="1006678" y="894090"/>
                    </a:lnTo>
                    <a:lnTo>
                      <a:pt x="998744" y="898330"/>
                    </a:lnTo>
                    <a:lnTo>
                      <a:pt x="1005178" y="906539"/>
                    </a:lnTo>
                    <a:lnTo>
                      <a:pt x="1002070" y="909617"/>
                    </a:lnTo>
                    <a:lnTo>
                      <a:pt x="992868" y="913662"/>
                    </a:lnTo>
                    <a:lnTo>
                      <a:pt x="984300" y="919515"/>
                    </a:lnTo>
                    <a:lnTo>
                      <a:pt x="976799" y="923428"/>
                    </a:lnTo>
                    <a:lnTo>
                      <a:pt x="970732" y="918450"/>
                    </a:lnTo>
                    <a:lnTo>
                      <a:pt x="953984" y="924739"/>
                    </a:lnTo>
                    <a:lnTo>
                      <a:pt x="939878" y="926429"/>
                    </a:lnTo>
                    <a:lnTo>
                      <a:pt x="936827" y="923243"/>
                    </a:lnTo>
                    <a:lnTo>
                      <a:pt x="935932" y="918215"/>
                    </a:lnTo>
                    <a:lnTo>
                      <a:pt x="930993" y="917001"/>
                    </a:lnTo>
                    <a:lnTo>
                      <a:pt x="921817" y="918389"/>
                    </a:lnTo>
                    <a:lnTo>
                      <a:pt x="918338" y="91571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10" name="ph3910"/>
              <p:cNvSpPr/>
              <p:nvPr/>
            </p:nvSpPr>
            <p:spPr>
              <a:xfrm>
                <a:off x="3935445" y="627048"/>
                <a:ext cx="919173" cy="1123210"/>
              </a:xfrm>
              <a:custGeom>
                <a:avLst/>
                <a:gdLst/>
                <a:ahLst/>
                <a:cxnLst/>
                <a:rect l="0" t="0" r="0" b="0"/>
                <a:pathLst>
                  <a:path w="919173" h="1123210">
                    <a:moveTo>
                      <a:pt x="914400" y="914400"/>
                    </a:moveTo>
                    <a:lnTo>
                      <a:pt x="901239" y="930336"/>
                    </a:lnTo>
                    <a:lnTo>
                      <a:pt x="889634" y="944388"/>
                    </a:lnTo>
                    <a:lnTo>
                      <a:pt x="887029" y="958808"/>
                    </a:lnTo>
                    <a:lnTo>
                      <a:pt x="884558" y="972481"/>
                    </a:lnTo>
                    <a:lnTo>
                      <a:pt x="874957" y="982887"/>
                    </a:lnTo>
                    <a:lnTo>
                      <a:pt x="869102" y="992427"/>
                    </a:lnTo>
                    <a:lnTo>
                      <a:pt x="866489" y="1003007"/>
                    </a:lnTo>
                    <a:lnTo>
                      <a:pt x="864305" y="1012721"/>
                    </a:lnTo>
                    <a:lnTo>
                      <a:pt x="864139" y="1020853"/>
                    </a:lnTo>
                    <a:lnTo>
                      <a:pt x="865785" y="1025119"/>
                    </a:lnTo>
                    <a:lnTo>
                      <a:pt x="865010" y="1028586"/>
                    </a:lnTo>
                    <a:lnTo>
                      <a:pt x="861834" y="1032575"/>
                    </a:lnTo>
                    <a:lnTo>
                      <a:pt x="855483" y="1039514"/>
                    </a:lnTo>
                    <a:lnTo>
                      <a:pt x="854354" y="1046191"/>
                    </a:lnTo>
                    <a:lnTo>
                      <a:pt x="850470" y="1049484"/>
                    </a:lnTo>
                    <a:lnTo>
                      <a:pt x="839394" y="1056075"/>
                    </a:lnTo>
                    <a:lnTo>
                      <a:pt x="830359" y="1065789"/>
                    </a:lnTo>
                    <a:lnTo>
                      <a:pt x="829917" y="1071289"/>
                    </a:lnTo>
                    <a:lnTo>
                      <a:pt x="831222" y="1075857"/>
                    </a:lnTo>
                    <a:lnTo>
                      <a:pt x="831422" y="1078694"/>
                    </a:lnTo>
                    <a:lnTo>
                      <a:pt x="829617" y="1080671"/>
                    </a:lnTo>
                    <a:lnTo>
                      <a:pt x="826000" y="1080542"/>
                    </a:lnTo>
                    <a:lnTo>
                      <a:pt x="822087" y="1081162"/>
                    </a:lnTo>
                    <a:lnTo>
                      <a:pt x="818791" y="1085213"/>
                    </a:lnTo>
                    <a:lnTo>
                      <a:pt x="818874" y="1091030"/>
                    </a:lnTo>
                    <a:lnTo>
                      <a:pt x="816466" y="1095224"/>
                    </a:lnTo>
                    <a:lnTo>
                      <a:pt x="813653" y="1096090"/>
                    </a:lnTo>
                    <a:lnTo>
                      <a:pt x="811244" y="1093125"/>
                    </a:lnTo>
                    <a:lnTo>
                      <a:pt x="808348" y="1088680"/>
                    </a:lnTo>
                    <a:lnTo>
                      <a:pt x="804956" y="1088244"/>
                    </a:lnTo>
                    <a:lnTo>
                      <a:pt x="799805" y="1091194"/>
                    </a:lnTo>
                    <a:lnTo>
                      <a:pt x="793454" y="1096049"/>
                    </a:lnTo>
                    <a:lnTo>
                      <a:pt x="787741" y="1096310"/>
                    </a:lnTo>
                    <a:lnTo>
                      <a:pt x="777015" y="1093191"/>
                    </a:lnTo>
                    <a:lnTo>
                      <a:pt x="769184" y="1102603"/>
                    </a:lnTo>
                    <a:lnTo>
                      <a:pt x="760779" y="1122821"/>
                    </a:lnTo>
                    <a:lnTo>
                      <a:pt x="725266" y="1122872"/>
                    </a:lnTo>
                    <a:lnTo>
                      <a:pt x="689753" y="1122923"/>
                    </a:lnTo>
                    <a:lnTo>
                      <a:pt x="654236" y="1122974"/>
                    </a:lnTo>
                    <a:lnTo>
                      <a:pt x="618723" y="1123026"/>
                    </a:lnTo>
                    <a:lnTo>
                      <a:pt x="583210" y="1123072"/>
                    </a:lnTo>
                    <a:lnTo>
                      <a:pt x="547696" y="1123123"/>
                    </a:lnTo>
                    <a:lnTo>
                      <a:pt x="512183" y="1123174"/>
                    </a:lnTo>
                    <a:lnTo>
                      <a:pt x="492310" y="1123205"/>
                    </a:lnTo>
                    <a:lnTo>
                      <a:pt x="488414" y="1123210"/>
                    </a:lnTo>
                    <a:lnTo>
                      <a:pt x="500582" y="1119251"/>
                    </a:lnTo>
                    <a:lnTo>
                      <a:pt x="525952" y="1103868"/>
                    </a:lnTo>
                    <a:lnTo>
                      <a:pt x="544663" y="1098297"/>
                    </a:lnTo>
                    <a:lnTo>
                      <a:pt x="568999" y="1082140"/>
                    </a:lnTo>
                    <a:lnTo>
                      <a:pt x="586627" y="1079032"/>
                    </a:lnTo>
                    <a:lnTo>
                      <a:pt x="589981" y="1075478"/>
                    </a:lnTo>
                    <a:lnTo>
                      <a:pt x="592936" y="1062076"/>
                    </a:lnTo>
                    <a:lnTo>
                      <a:pt x="594549" y="1057299"/>
                    </a:lnTo>
                    <a:lnTo>
                      <a:pt x="602779" y="1044138"/>
                    </a:lnTo>
                    <a:lnTo>
                      <a:pt x="612663" y="1033036"/>
                    </a:lnTo>
                    <a:lnTo>
                      <a:pt x="620640" y="1017683"/>
                    </a:lnTo>
                    <a:lnTo>
                      <a:pt x="635116" y="1007872"/>
                    </a:lnTo>
                    <a:lnTo>
                      <a:pt x="657007" y="999668"/>
                    </a:lnTo>
                    <a:lnTo>
                      <a:pt x="677255" y="981750"/>
                    </a:lnTo>
                    <a:lnTo>
                      <a:pt x="688353" y="976286"/>
                    </a:lnTo>
                    <a:lnTo>
                      <a:pt x="699108" y="972373"/>
                    </a:lnTo>
                    <a:lnTo>
                      <a:pt x="703626" y="965091"/>
                    </a:lnTo>
                    <a:lnTo>
                      <a:pt x="710276" y="960928"/>
                    </a:lnTo>
                    <a:lnTo>
                      <a:pt x="728058" y="952463"/>
                    </a:lnTo>
                    <a:lnTo>
                      <a:pt x="747656" y="950174"/>
                    </a:lnTo>
                    <a:lnTo>
                      <a:pt x="767463" y="943148"/>
                    </a:lnTo>
                    <a:lnTo>
                      <a:pt x="782657" y="939425"/>
                    </a:lnTo>
                    <a:lnTo>
                      <a:pt x="791975" y="932835"/>
                    </a:lnTo>
                    <a:lnTo>
                      <a:pt x="805522" y="929363"/>
                    </a:lnTo>
                    <a:lnTo>
                      <a:pt x="845957" y="910451"/>
                    </a:lnTo>
                    <a:lnTo>
                      <a:pt x="848279" y="908618"/>
                    </a:lnTo>
                    <a:lnTo>
                      <a:pt x="919173" y="90861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11" name="ph3911"/>
              <p:cNvSpPr/>
              <p:nvPr/>
            </p:nvSpPr>
            <p:spPr>
              <a:xfrm>
                <a:off x="4330652" y="969750"/>
                <a:ext cx="921809" cy="936332"/>
              </a:xfrm>
              <a:custGeom>
                <a:avLst/>
                <a:gdLst/>
                <a:ahLst/>
                <a:cxnLst/>
                <a:rect l="0" t="0" r="0" b="0"/>
                <a:pathLst>
                  <a:path w="921809" h="936332">
                    <a:moveTo>
                      <a:pt x="914400" y="914400"/>
                    </a:moveTo>
                    <a:lnTo>
                      <a:pt x="907124" y="913959"/>
                    </a:lnTo>
                    <a:lnTo>
                      <a:pt x="901760" y="914446"/>
                    </a:lnTo>
                    <a:lnTo>
                      <a:pt x="893680" y="920596"/>
                    </a:lnTo>
                    <a:lnTo>
                      <a:pt x="892426" y="933024"/>
                    </a:lnTo>
                    <a:lnTo>
                      <a:pt x="888859" y="931380"/>
                    </a:lnTo>
                    <a:lnTo>
                      <a:pt x="885237" y="931785"/>
                    </a:lnTo>
                    <a:lnTo>
                      <a:pt x="883366" y="935687"/>
                    </a:lnTo>
                    <a:lnTo>
                      <a:pt x="880699" y="936332"/>
                    </a:lnTo>
                    <a:lnTo>
                      <a:pt x="873636" y="932640"/>
                    </a:lnTo>
                    <a:lnTo>
                      <a:pt x="865318" y="934658"/>
                    </a:lnTo>
                    <a:lnTo>
                      <a:pt x="858813" y="931857"/>
                    </a:lnTo>
                    <a:lnTo>
                      <a:pt x="850520" y="913647"/>
                    </a:lnTo>
                    <a:lnTo>
                      <a:pt x="846115" y="907266"/>
                    </a:lnTo>
                    <a:lnTo>
                      <a:pt x="838306" y="905207"/>
                    </a:lnTo>
                    <a:lnTo>
                      <a:pt x="836281" y="909058"/>
                    </a:lnTo>
                    <a:lnTo>
                      <a:pt x="833251" y="912827"/>
                    </a:lnTo>
                    <a:lnTo>
                      <a:pt x="825734" y="905315"/>
                    </a:lnTo>
                    <a:lnTo>
                      <a:pt x="820033" y="877432"/>
                    </a:lnTo>
                    <a:lnTo>
                      <a:pt x="819987" y="870703"/>
                    </a:lnTo>
                    <a:lnTo>
                      <a:pt x="827967" y="847249"/>
                    </a:lnTo>
                    <a:lnTo>
                      <a:pt x="847728" y="826135"/>
                    </a:lnTo>
                    <a:lnTo>
                      <a:pt x="841419" y="825429"/>
                    </a:lnTo>
                    <a:lnTo>
                      <a:pt x="823971" y="840069"/>
                    </a:lnTo>
                    <a:lnTo>
                      <a:pt x="825771" y="836526"/>
                    </a:lnTo>
                    <a:lnTo>
                      <a:pt x="828730" y="832834"/>
                    </a:lnTo>
                    <a:lnTo>
                      <a:pt x="834614" y="826878"/>
                    </a:lnTo>
                    <a:lnTo>
                      <a:pt x="843544" y="821281"/>
                    </a:lnTo>
                    <a:lnTo>
                      <a:pt x="855437" y="818019"/>
                    </a:lnTo>
                    <a:lnTo>
                      <a:pt x="863618" y="817522"/>
                    </a:lnTo>
                    <a:lnTo>
                      <a:pt x="869256" y="814429"/>
                    </a:lnTo>
                    <a:lnTo>
                      <a:pt x="877428" y="808950"/>
                    </a:lnTo>
                    <a:lnTo>
                      <a:pt x="878945" y="806041"/>
                    </a:lnTo>
                    <a:lnTo>
                      <a:pt x="871698" y="809385"/>
                    </a:lnTo>
                    <a:lnTo>
                      <a:pt x="859659" y="812678"/>
                    </a:lnTo>
                    <a:lnTo>
                      <a:pt x="862747" y="808361"/>
                    </a:lnTo>
                    <a:lnTo>
                      <a:pt x="865760" y="806051"/>
                    </a:lnTo>
                    <a:lnTo>
                      <a:pt x="921809" y="773112"/>
                    </a:lnTo>
                    <a:lnTo>
                      <a:pt x="921809" y="90869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12" name="ph3912"/>
              <p:cNvSpPr/>
              <p:nvPr/>
            </p:nvSpPr>
            <p:spPr>
              <a:xfrm>
                <a:off x="4225054" y="914153"/>
                <a:ext cx="924109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24109" h="914400">
                    <a:moveTo>
                      <a:pt x="914400" y="914400"/>
                    </a:moveTo>
                    <a:lnTo>
                      <a:pt x="915441" y="910805"/>
                    </a:lnTo>
                    <a:lnTo>
                      <a:pt x="920684" y="901638"/>
                    </a:lnTo>
                    <a:lnTo>
                      <a:pt x="924109" y="900271"/>
                    </a:lnTo>
                    <a:lnTo>
                      <a:pt x="918696" y="91073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13" name="ph3913"/>
              <p:cNvSpPr/>
              <p:nvPr/>
            </p:nvSpPr>
            <p:spPr>
              <a:xfrm>
                <a:off x="4176156" y="875182"/>
                <a:ext cx="927343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27343" h="914400">
                    <a:moveTo>
                      <a:pt x="914400" y="914400"/>
                    </a:moveTo>
                    <a:lnTo>
                      <a:pt x="918867" y="900240"/>
                    </a:lnTo>
                    <a:lnTo>
                      <a:pt x="922501" y="895893"/>
                    </a:lnTo>
                    <a:lnTo>
                      <a:pt x="927343" y="897357"/>
                    </a:lnTo>
                    <a:lnTo>
                      <a:pt x="926664" y="905914"/>
                    </a:lnTo>
                    <a:lnTo>
                      <a:pt x="925884" y="908854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14" name="ph3914"/>
              <p:cNvSpPr/>
              <p:nvPr/>
            </p:nvSpPr>
            <p:spPr>
              <a:xfrm>
                <a:off x="3600379" y="789161"/>
                <a:ext cx="928693" cy="915209"/>
              </a:xfrm>
              <a:custGeom>
                <a:avLst/>
                <a:gdLst/>
                <a:ahLst/>
                <a:cxnLst/>
                <a:rect l="0" t="0" r="0" b="0"/>
                <a:pathLst>
                  <a:path w="928693" h="915209">
                    <a:moveTo>
                      <a:pt x="914400" y="914400"/>
                    </a:moveTo>
                    <a:lnTo>
                      <a:pt x="903152" y="912459"/>
                    </a:lnTo>
                    <a:lnTo>
                      <a:pt x="890788" y="915152"/>
                    </a:lnTo>
                    <a:lnTo>
                      <a:pt x="887346" y="915209"/>
                    </a:lnTo>
                    <a:lnTo>
                      <a:pt x="896530" y="907415"/>
                    </a:lnTo>
                    <a:lnTo>
                      <a:pt x="910653" y="902621"/>
                    </a:lnTo>
                    <a:lnTo>
                      <a:pt x="924734" y="887965"/>
                    </a:lnTo>
                    <a:lnTo>
                      <a:pt x="928693" y="887592"/>
                    </a:lnTo>
                    <a:lnTo>
                      <a:pt x="923334" y="904194"/>
                    </a:lnTo>
                    <a:lnTo>
                      <a:pt x="922242" y="910129"/>
                    </a:lnTo>
                    <a:lnTo>
                      <a:pt x="920975" y="91230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15" name="ph3915"/>
              <p:cNvSpPr/>
              <p:nvPr/>
            </p:nvSpPr>
            <p:spPr>
              <a:xfrm>
                <a:off x="3585669" y="777020"/>
                <a:ext cx="935186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35186" h="914400">
                    <a:moveTo>
                      <a:pt x="914400" y="914400"/>
                    </a:moveTo>
                    <a:lnTo>
                      <a:pt x="910832" y="913488"/>
                    </a:lnTo>
                    <a:lnTo>
                      <a:pt x="922188" y="903185"/>
                    </a:lnTo>
                    <a:lnTo>
                      <a:pt x="935186" y="900809"/>
                    </a:lnTo>
                    <a:lnTo>
                      <a:pt x="924693" y="91223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16" name="ph3916"/>
              <p:cNvSpPr/>
              <p:nvPr/>
            </p:nvSpPr>
            <p:spPr>
              <a:xfrm>
                <a:off x="3816037" y="640685"/>
                <a:ext cx="939224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39224" h="914400">
                    <a:moveTo>
                      <a:pt x="914400" y="914400"/>
                    </a:moveTo>
                    <a:lnTo>
                      <a:pt x="916250" y="910759"/>
                    </a:lnTo>
                    <a:lnTo>
                      <a:pt x="926843" y="904270"/>
                    </a:lnTo>
                    <a:lnTo>
                      <a:pt x="934627" y="900634"/>
                    </a:lnTo>
                    <a:lnTo>
                      <a:pt x="939224" y="900711"/>
                    </a:lnTo>
                    <a:lnTo>
                      <a:pt x="931739" y="908664"/>
                    </a:lnTo>
                    <a:lnTo>
                      <a:pt x="922159" y="913549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17" name="ph3917"/>
              <p:cNvSpPr/>
              <p:nvPr/>
            </p:nvSpPr>
            <p:spPr>
              <a:xfrm>
                <a:off x="3257925" y="3014906"/>
                <a:ext cx="924784" cy="938161"/>
              </a:xfrm>
              <a:custGeom>
                <a:avLst/>
                <a:gdLst/>
                <a:ahLst/>
                <a:cxnLst/>
                <a:rect l="0" t="0" r="0" b="0"/>
                <a:pathLst>
                  <a:path w="924784" h="938161">
                    <a:moveTo>
                      <a:pt x="914400" y="914400"/>
                    </a:moveTo>
                    <a:lnTo>
                      <a:pt x="905940" y="921016"/>
                    </a:lnTo>
                    <a:lnTo>
                      <a:pt x="912087" y="925737"/>
                    </a:lnTo>
                    <a:lnTo>
                      <a:pt x="917879" y="915470"/>
                    </a:lnTo>
                    <a:lnTo>
                      <a:pt x="922476" y="923812"/>
                    </a:lnTo>
                    <a:lnTo>
                      <a:pt x="924784" y="938161"/>
                    </a:lnTo>
                    <a:lnTo>
                      <a:pt x="898674" y="938161"/>
                    </a:lnTo>
                    <a:lnTo>
                      <a:pt x="897664" y="933926"/>
                    </a:lnTo>
                    <a:lnTo>
                      <a:pt x="892388" y="928625"/>
                    </a:lnTo>
                    <a:lnTo>
                      <a:pt x="885062" y="915106"/>
                    </a:lnTo>
                    <a:lnTo>
                      <a:pt x="889317" y="911619"/>
                    </a:lnTo>
                    <a:lnTo>
                      <a:pt x="894989" y="912781"/>
                    </a:lnTo>
                    <a:lnTo>
                      <a:pt x="897893" y="911153"/>
                    </a:lnTo>
                    <a:lnTo>
                      <a:pt x="905757" y="909852"/>
                    </a:lnTo>
                    <a:lnTo>
                      <a:pt x="910532" y="908003"/>
                    </a:lnTo>
                    <a:lnTo>
                      <a:pt x="914266" y="91199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18" name="ph3918"/>
              <p:cNvSpPr/>
              <p:nvPr/>
            </p:nvSpPr>
            <p:spPr>
              <a:xfrm>
                <a:off x="3292893" y="2839878"/>
                <a:ext cx="932164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32164" h="914400">
                    <a:moveTo>
                      <a:pt x="914400" y="914400"/>
                    </a:moveTo>
                    <a:lnTo>
                      <a:pt x="906990" y="903897"/>
                    </a:lnTo>
                    <a:lnTo>
                      <a:pt x="901023" y="900844"/>
                    </a:lnTo>
                    <a:lnTo>
                      <a:pt x="910345" y="893419"/>
                    </a:lnTo>
                    <a:lnTo>
                      <a:pt x="914370" y="887038"/>
                    </a:lnTo>
                    <a:lnTo>
                      <a:pt x="914287" y="873120"/>
                    </a:lnTo>
                    <a:lnTo>
                      <a:pt x="916562" y="865495"/>
                    </a:lnTo>
                    <a:lnTo>
                      <a:pt x="915791" y="858894"/>
                    </a:lnTo>
                    <a:lnTo>
                      <a:pt x="917846" y="852155"/>
                    </a:lnTo>
                    <a:lnTo>
                      <a:pt x="915066" y="844586"/>
                    </a:lnTo>
                    <a:lnTo>
                      <a:pt x="907274" y="838584"/>
                    </a:lnTo>
                    <a:lnTo>
                      <a:pt x="891855" y="814711"/>
                    </a:lnTo>
                    <a:lnTo>
                      <a:pt x="867497" y="808914"/>
                    </a:lnTo>
                    <a:lnTo>
                      <a:pt x="854887" y="808673"/>
                    </a:lnTo>
                    <a:lnTo>
                      <a:pt x="861817" y="804843"/>
                    </a:lnTo>
                    <a:lnTo>
                      <a:pt x="868218" y="805309"/>
                    </a:lnTo>
                    <a:lnTo>
                      <a:pt x="878070" y="807587"/>
                    </a:lnTo>
                    <a:lnTo>
                      <a:pt x="889867" y="808688"/>
                    </a:lnTo>
                    <a:lnTo>
                      <a:pt x="897076" y="815714"/>
                    </a:lnTo>
                    <a:lnTo>
                      <a:pt x="903961" y="825029"/>
                    </a:lnTo>
                    <a:lnTo>
                      <a:pt x="910178" y="828798"/>
                    </a:lnTo>
                    <a:lnTo>
                      <a:pt x="912737" y="831195"/>
                    </a:lnTo>
                    <a:lnTo>
                      <a:pt x="912449" y="833899"/>
                    </a:lnTo>
                    <a:lnTo>
                      <a:pt x="913483" y="836439"/>
                    </a:lnTo>
                    <a:lnTo>
                      <a:pt x="921596" y="840797"/>
                    </a:lnTo>
                    <a:lnTo>
                      <a:pt x="929768" y="847833"/>
                    </a:lnTo>
                    <a:lnTo>
                      <a:pt x="932164" y="868465"/>
                    </a:lnTo>
                    <a:lnTo>
                      <a:pt x="921155" y="878230"/>
                    </a:lnTo>
                    <a:lnTo>
                      <a:pt x="919129" y="908106"/>
                    </a:lnTo>
                    <a:lnTo>
                      <a:pt x="916175" y="91348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19" name="ph3919"/>
              <p:cNvSpPr/>
              <p:nvPr/>
            </p:nvSpPr>
            <p:spPr>
              <a:xfrm>
                <a:off x="3250254" y="2977175"/>
                <a:ext cx="915333" cy="945745"/>
              </a:xfrm>
              <a:custGeom>
                <a:avLst/>
                <a:gdLst/>
                <a:ahLst/>
                <a:cxnLst/>
                <a:rect l="0" t="0" r="0" b="0"/>
                <a:pathLst>
                  <a:path w="915333" h="945745">
                    <a:moveTo>
                      <a:pt x="914399" y="914400"/>
                    </a:moveTo>
                    <a:lnTo>
                      <a:pt x="915333" y="923899"/>
                    </a:lnTo>
                    <a:lnTo>
                      <a:pt x="914470" y="927284"/>
                    </a:lnTo>
                    <a:lnTo>
                      <a:pt x="905236" y="933634"/>
                    </a:lnTo>
                    <a:lnTo>
                      <a:pt x="902865" y="937182"/>
                    </a:lnTo>
                    <a:lnTo>
                      <a:pt x="894159" y="940762"/>
                    </a:lnTo>
                    <a:lnTo>
                      <a:pt x="888892" y="945745"/>
                    </a:lnTo>
                    <a:lnTo>
                      <a:pt x="886254" y="937648"/>
                    </a:lnTo>
                    <a:lnTo>
                      <a:pt x="881141" y="932645"/>
                    </a:lnTo>
                    <a:lnTo>
                      <a:pt x="880282" y="924139"/>
                    </a:lnTo>
                    <a:lnTo>
                      <a:pt x="876374" y="927012"/>
                    </a:lnTo>
                    <a:lnTo>
                      <a:pt x="870740" y="925261"/>
                    </a:lnTo>
                    <a:lnTo>
                      <a:pt x="861447" y="918819"/>
                    </a:lnTo>
                    <a:lnTo>
                      <a:pt x="855575" y="910072"/>
                    </a:lnTo>
                    <a:lnTo>
                      <a:pt x="863801" y="908557"/>
                    </a:lnTo>
                    <a:lnTo>
                      <a:pt x="865501" y="913990"/>
                    </a:lnTo>
                    <a:lnTo>
                      <a:pt x="872011" y="907322"/>
                    </a:lnTo>
                    <a:lnTo>
                      <a:pt x="870531" y="903809"/>
                    </a:lnTo>
                    <a:lnTo>
                      <a:pt x="869356" y="903359"/>
                    </a:lnTo>
                    <a:lnTo>
                      <a:pt x="867222" y="896825"/>
                    </a:lnTo>
                    <a:lnTo>
                      <a:pt x="877015" y="879710"/>
                    </a:lnTo>
                    <a:lnTo>
                      <a:pt x="879128" y="868670"/>
                    </a:lnTo>
                    <a:lnTo>
                      <a:pt x="874686" y="850956"/>
                    </a:lnTo>
                    <a:lnTo>
                      <a:pt x="878832" y="849794"/>
                    </a:lnTo>
                    <a:lnTo>
                      <a:pt x="889884" y="856006"/>
                    </a:lnTo>
                    <a:lnTo>
                      <a:pt x="894834" y="862120"/>
                    </a:lnTo>
                    <a:lnTo>
                      <a:pt x="894997" y="870513"/>
                    </a:lnTo>
                    <a:lnTo>
                      <a:pt x="899643" y="877012"/>
                    </a:lnTo>
                    <a:lnTo>
                      <a:pt x="906369" y="892579"/>
                    </a:lnTo>
                    <a:lnTo>
                      <a:pt x="914587" y="90170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20" name="ph3920"/>
              <p:cNvSpPr/>
              <p:nvPr/>
            </p:nvSpPr>
            <p:spPr>
              <a:xfrm>
                <a:off x="3196855" y="2755716"/>
                <a:ext cx="952742" cy="935088"/>
              </a:xfrm>
              <a:custGeom>
                <a:avLst/>
                <a:gdLst/>
                <a:ahLst/>
                <a:cxnLst/>
                <a:rect l="0" t="0" r="0" b="0"/>
                <a:pathLst>
                  <a:path w="952742" h="935088">
                    <a:moveTo>
                      <a:pt x="914399" y="914400"/>
                    </a:moveTo>
                    <a:lnTo>
                      <a:pt x="919938" y="913954"/>
                    </a:lnTo>
                    <a:lnTo>
                      <a:pt x="923259" y="911808"/>
                    </a:lnTo>
                    <a:lnTo>
                      <a:pt x="938557" y="912684"/>
                    </a:lnTo>
                    <a:lnTo>
                      <a:pt x="950909" y="909545"/>
                    </a:lnTo>
                    <a:lnTo>
                      <a:pt x="952742" y="915116"/>
                    </a:lnTo>
                    <a:lnTo>
                      <a:pt x="952430" y="918025"/>
                    </a:lnTo>
                    <a:lnTo>
                      <a:pt x="926164" y="920755"/>
                    </a:lnTo>
                    <a:lnTo>
                      <a:pt x="902069" y="928933"/>
                    </a:lnTo>
                    <a:lnTo>
                      <a:pt x="888863" y="934473"/>
                    </a:lnTo>
                    <a:lnTo>
                      <a:pt x="882658" y="935088"/>
                    </a:lnTo>
                    <a:lnTo>
                      <a:pt x="877915" y="932174"/>
                    </a:lnTo>
                    <a:lnTo>
                      <a:pt x="862005" y="915285"/>
                    </a:lnTo>
                    <a:lnTo>
                      <a:pt x="866260" y="916970"/>
                    </a:lnTo>
                    <a:lnTo>
                      <a:pt x="878015" y="926516"/>
                    </a:lnTo>
                    <a:lnTo>
                      <a:pt x="885316" y="924774"/>
                    </a:lnTo>
                    <a:lnTo>
                      <a:pt x="892080" y="918466"/>
                    </a:lnTo>
                    <a:lnTo>
                      <a:pt x="893113" y="913698"/>
                    </a:lnTo>
                    <a:lnTo>
                      <a:pt x="892105" y="911440"/>
                    </a:lnTo>
                    <a:lnTo>
                      <a:pt x="895164" y="903912"/>
                    </a:lnTo>
                    <a:lnTo>
                      <a:pt x="904061" y="911137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21" name="ph3921"/>
              <p:cNvSpPr/>
              <p:nvPr/>
            </p:nvSpPr>
            <p:spPr>
              <a:xfrm>
                <a:off x="3274623" y="2934513"/>
                <a:ext cx="930731" cy="914399"/>
              </a:xfrm>
              <a:custGeom>
                <a:avLst/>
                <a:gdLst/>
                <a:ahLst/>
                <a:cxnLst/>
                <a:rect l="0" t="0" r="0" b="0"/>
                <a:pathLst>
                  <a:path w="930731" h="914399">
                    <a:moveTo>
                      <a:pt x="914400" y="914399"/>
                    </a:moveTo>
                    <a:lnTo>
                      <a:pt x="907511" y="912254"/>
                    </a:lnTo>
                    <a:lnTo>
                      <a:pt x="905744" y="910528"/>
                    </a:lnTo>
                    <a:lnTo>
                      <a:pt x="908695" y="907630"/>
                    </a:lnTo>
                    <a:lnTo>
                      <a:pt x="915187" y="905213"/>
                    </a:lnTo>
                    <a:lnTo>
                      <a:pt x="925613" y="904972"/>
                    </a:lnTo>
                    <a:lnTo>
                      <a:pt x="930181" y="907829"/>
                    </a:lnTo>
                    <a:lnTo>
                      <a:pt x="930731" y="909079"/>
                    </a:lnTo>
                    <a:lnTo>
                      <a:pt x="924038" y="91222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22" name="ph3922"/>
              <p:cNvSpPr/>
              <p:nvPr/>
            </p:nvSpPr>
            <p:spPr>
              <a:xfrm>
                <a:off x="3529059" y="3038667"/>
                <a:ext cx="918648" cy="914399"/>
              </a:xfrm>
              <a:custGeom>
                <a:avLst/>
                <a:gdLst/>
                <a:ahLst/>
                <a:cxnLst/>
                <a:rect l="0" t="0" r="0" b="0"/>
                <a:pathLst>
                  <a:path w="918648" h="914399">
                    <a:moveTo>
                      <a:pt x="914400" y="914399"/>
                    </a:moveTo>
                    <a:lnTo>
                      <a:pt x="908748" y="914399"/>
                    </a:lnTo>
                    <a:lnTo>
                      <a:pt x="910331" y="903379"/>
                    </a:lnTo>
                    <a:lnTo>
                      <a:pt x="915015" y="901116"/>
                    </a:lnTo>
                    <a:lnTo>
                      <a:pt x="916852" y="901239"/>
                    </a:lnTo>
                    <a:lnTo>
                      <a:pt x="918648" y="907261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23" name="ph3923"/>
              <p:cNvSpPr/>
              <p:nvPr/>
            </p:nvSpPr>
            <p:spPr>
              <a:xfrm>
                <a:off x="3357943" y="2894503"/>
                <a:ext cx="945916" cy="990455"/>
              </a:xfrm>
              <a:custGeom>
                <a:avLst/>
                <a:gdLst/>
                <a:ahLst/>
                <a:cxnLst/>
                <a:rect l="0" t="0" r="0" b="0"/>
                <a:pathLst>
                  <a:path w="945916" h="990455">
                    <a:moveTo>
                      <a:pt x="914400" y="914400"/>
                    </a:moveTo>
                    <a:lnTo>
                      <a:pt x="926384" y="918865"/>
                    </a:lnTo>
                    <a:lnTo>
                      <a:pt x="939340" y="933675"/>
                    </a:lnTo>
                    <a:lnTo>
                      <a:pt x="944920" y="938949"/>
                    </a:lnTo>
                    <a:lnTo>
                      <a:pt x="945916" y="943753"/>
                    </a:lnTo>
                    <a:lnTo>
                      <a:pt x="943733" y="965680"/>
                    </a:lnTo>
                    <a:lnTo>
                      <a:pt x="940820" y="978882"/>
                    </a:lnTo>
                    <a:lnTo>
                      <a:pt x="941257" y="990455"/>
                    </a:lnTo>
                    <a:lnTo>
                      <a:pt x="938215" y="987029"/>
                    </a:lnTo>
                    <a:lnTo>
                      <a:pt x="935140" y="979450"/>
                    </a:lnTo>
                    <a:lnTo>
                      <a:pt x="930097" y="975093"/>
                    </a:lnTo>
                    <a:lnTo>
                      <a:pt x="928418" y="972809"/>
                    </a:lnTo>
                    <a:lnTo>
                      <a:pt x="937482" y="972307"/>
                    </a:lnTo>
                    <a:lnTo>
                      <a:pt x="938286" y="960375"/>
                    </a:lnTo>
                    <a:lnTo>
                      <a:pt x="942707" y="950963"/>
                    </a:lnTo>
                    <a:lnTo>
                      <a:pt x="942037" y="941172"/>
                    </a:lnTo>
                    <a:lnTo>
                      <a:pt x="931460" y="930392"/>
                    </a:lnTo>
                    <a:lnTo>
                      <a:pt x="924209" y="920903"/>
                    </a:lnTo>
                    <a:lnTo>
                      <a:pt x="913062" y="917866"/>
                    </a:lnTo>
                    <a:lnTo>
                      <a:pt x="902752" y="908418"/>
                    </a:lnTo>
                    <a:lnTo>
                      <a:pt x="896601" y="907256"/>
                    </a:lnTo>
                    <a:lnTo>
                      <a:pt x="889100" y="908920"/>
                    </a:lnTo>
                    <a:lnTo>
                      <a:pt x="891809" y="903287"/>
                    </a:lnTo>
                    <a:lnTo>
                      <a:pt x="893684" y="895836"/>
                    </a:lnTo>
                    <a:lnTo>
                      <a:pt x="895059" y="894443"/>
                    </a:lnTo>
                    <a:lnTo>
                      <a:pt x="900352" y="90257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24" name="ph3924"/>
              <p:cNvSpPr/>
              <p:nvPr/>
            </p:nvSpPr>
            <p:spPr>
              <a:xfrm>
                <a:off x="3458860" y="3023023"/>
                <a:ext cx="914400" cy="915460"/>
              </a:xfrm>
              <a:custGeom>
                <a:avLst/>
                <a:gdLst/>
                <a:ahLst/>
                <a:cxnLst/>
                <a:rect l="0" t="0" r="0" b="0"/>
                <a:pathLst>
                  <a:path w="914400" h="915460">
                    <a:moveTo>
                      <a:pt x="914400" y="914400"/>
                    </a:moveTo>
                    <a:lnTo>
                      <a:pt x="908682" y="913319"/>
                    </a:lnTo>
                    <a:lnTo>
                      <a:pt x="900243" y="915403"/>
                    </a:lnTo>
                    <a:lnTo>
                      <a:pt x="897206" y="915460"/>
                    </a:lnTo>
                    <a:lnTo>
                      <a:pt x="899097" y="911808"/>
                    </a:lnTo>
                    <a:lnTo>
                      <a:pt x="904957" y="906872"/>
                    </a:lnTo>
                    <a:lnTo>
                      <a:pt x="905252" y="902171"/>
                    </a:lnTo>
                    <a:lnTo>
                      <a:pt x="898001" y="895391"/>
                    </a:lnTo>
                    <a:lnTo>
                      <a:pt x="889563" y="878522"/>
                    </a:lnTo>
                    <a:lnTo>
                      <a:pt x="885612" y="874523"/>
                    </a:lnTo>
                    <a:lnTo>
                      <a:pt x="883737" y="868183"/>
                    </a:lnTo>
                    <a:lnTo>
                      <a:pt x="876657" y="861383"/>
                    </a:lnTo>
                    <a:lnTo>
                      <a:pt x="878136" y="857747"/>
                    </a:lnTo>
                    <a:lnTo>
                      <a:pt x="879591" y="856892"/>
                    </a:lnTo>
                    <a:lnTo>
                      <a:pt x="884379" y="858638"/>
                    </a:lnTo>
                    <a:lnTo>
                      <a:pt x="895222" y="882901"/>
                    </a:lnTo>
                    <a:lnTo>
                      <a:pt x="895930" y="885226"/>
                    </a:lnTo>
                    <a:lnTo>
                      <a:pt x="913833" y="909069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25" name="pt3925"/>
              <p:cNvSpPr/>
              <p:nvPr/>
            </p:nvSpPr>
            <p:spPr>
              <a:xfrm>
                <a:off x="4517981" y="2123210"/>
                <a:ext cx="63202" cy="63202"/>
              </a:xfrm>
              <a:prstGeom prst="ellipse">
                <a:avLst/>
              </a:prstGeom>
              <a:solidFill>
                <a:srgbClr val="A4E2C8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26" name="pt3926"/>
              <p:cNvSpPr/>
              <p:nvPr/>
            </p:nvSpPr>
            <p:spPr>
              <a:xfrm>
                <a:off x="2804077" y="3308464"/>
                <a:ext cx="63202" cy="63202"/>
              </a:xfrm>
              <a:prstGeom prst="ellipse">
                <a:avLst/>
              </a:prstGeom>
              <a:solidFill>
                <a:srgbClr val="39619D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27" name="pt3927"/>
              <p:cNvSpPr/>
              <p:nvPr/>
            </p:nvSpPr>
            <p:spPr>
              <a:xfrm>
                <a:off x="2474979" y="3491892"/>
                <a:ext cx="63202" cy="63202"/>
              </a:xfrm>
              <a:prstGeom prst="ellipse">
                <a:avLst/>
              </a:prstGeom>
              <a:solidFill>
                <a:srgbClr val="3A6EA0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28" name="pt3928"/>
              <p:cNvSpPr/>
              <p:nvPr/>
            </p:nvSpPr>
            <p:spPr>
              <a:xfrm>
                <a:off x="4310750" y="2493405"/>
                <a:ext cx="63202" cy="63202"/>
              </a:xfrm>
              <a:prstGeom prst="ellipse">
                <a:avLst/>
              </a:prstGeom>
              <a:solidFill>
                <a:srgbClr val="6BD1B0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29" name="pt3929"/>
              <p:cNvSpPr/>
              <p:nvPr/>
            </p:nvSpPr>
            <p:spPr>
              <a:xfrm>
                <a:off x="3230764" y="3253112"/>
                <a:ext cx="63202" cy="63202"/>
              </a:xfrm>
              <a:prstGeom prst="ellipse">
                <a:avLst/>
              </a:prstGeom>
              <a:solidFill>
                <a:srgbClr val="3981A4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30" name="pt3930"/>
              <p:cNvSpPr/>
              <p:nvPr/>
            </p:nvSpPr>
            <p:spPr>
              <a:xfrm>
                <a:off x="4374836" y="2340602"/>
                <a:ext cx="63202" cy="63202"/>
              </a:xfrm>
              <a:prstGeom prst="ellipse">
                <a:avLst/>
              </a:prstGeom>
              <a:solidFill>
                <a:srgbClr val="C6EDD9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31" name="pt3931"/>
              <p:cNvSpPr/>
              <p:nvPr/>
            </p:nvSpPr>
            <p:spPr>
              <a:xfrm>
                <a:off x="3085609" y="3352656"/>
                <a:ext cx="63202" cy="63202"/>
              </a:xfrm>
              <a:prstGeom prst="ellipse">
                <a:avLst/>
              </a:prstGeom>
              <a:solidFill>
                <a:srgbClr val="362850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32" name="pt3932"/>
              <p:cNvSpPr/>
              <p:nvPr/>
            </p:nvSpPr>
            <p:spPr>
              <a:xfrm>
                <a:off x="4834075" y="1821367"/>
                <a:ext cx="63202" cy="63202"/>
              </a:xfrm>
              <a:prstGeom prst="ellipse">
                <a:avLst/>
              </a:prstGeom>
              <a:solidFill>
                <a:srgbClr val="378DA7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33" name="pt3933"/>
              <p:cNvSpPr/>
              <p:nvPr/>
            </p:nvSpPr>
            <p:spPr>
              <a:xfrm>
                <a:off x="4671421" y="2079945"/>
                <a:ext cx="63202" cy="63202"/>
              </a:xfrm>
              <a:prstGeom prst="ellipse">
                <a:avLst/>
              </a:prstGeom>
              <a:solidFill>
                <a:srgbClr val="3B72A1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34" name="pt3934"/>
              <p:cNvSpPr/>
              <p:nvPr/>
            </p:nvSpPr>
            <p:spPr>
              <a:xfrm>
                <a:off x="4227828" y="2542459"/>
                <a:ext cx="63202" cy="63202"/>
              </a:xfrm>
              <a:prstGeom prst="ellipse">
                <a:avLst/>
              </a:prstGeom>
              <a:solidFill>
                <a:srgbClr val="56BFAB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35" name="pt3935"/>
              <p:cNvSpPr/>
              <p:nvPr/>
            </p:nvSpPr>
            <p:spPr>
              <a:xfrm>
                <a:off x="3531947" y="3324123"/>
                <a:ext cx="63202" cy="63202"/>
              </a:xfrm>
              <a:prstGeom prst="ellipse">
                <a:avLst/>
              </a:prstGeom>
              <a:solidFill>
                <a:srgbClr val="3A79A2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36" name="pt3936"/>
              <p:cNvSpPr/>
              <p:nvPr/>
            </p:nvSpPr>
            <p:spPr>
              <a:xfrm>
                <a:off x="4116343" y="2877034"/>
                <a:ext cx="63202" cy="63202"/>
              </a:xfrm>
              <a:prstGeom prst="ellipse">
                <a:avLst/>
              </a:prstGeom>
              <a:solidFill>
                <a:srgbClr val="A7E3CA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37" name="pt3937"/>
              <p:cNvSpPr/>
              <p:nvPr/>
            </p:nvSpPr>
            <p:spPr>
              <a:xfrm>
                <a:off x="3861999" y="3080650"/>
                <a:ext cx="63202" cy="63202"/>
              </a:xfrm>
              <a:prstGeom prst="ellipse">
                <a:avLst/>
              </a:prstGeom>
              <a:solidFill>
                <a:srgbClr val="AFE6CE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38" name="pt3938"/>
              <p:cNvSpPr/>
              <p:nvPr/>
            </p:nvSpPr>
            <p:spPr>
              <a:xfrm>
                <a:off x="3949423" y="3003555"/>
                <a:ext cx="63202" cy="63202"/>
              </a:xfrm>
              <a:prstGeom prst="ellipse">
                <a:avLst/>
              </a:prstGeom>
              <a:solidFill>
                <a:srgbClr val="57C1AC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39" name="pt3939"/>
              <p:cNvSpPr/>
              <p:nvPr/>
            </p:nvSpPr>
            <p:spPr>
              <a:xfrm>
                <a:off x="4323294" y="2302728"/>
                <a:ext cx="63202" cy="63202"/>
              </a:xfrm>
              <a:prstGeom prst="ellipse">
                <a:avLst/>
              </a:prstGeom>
              <a:solidFill>
                <a:srgbClr val="3B72A1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40" name="pt3940"/>
              <p:cNvSpPr/>
              <p:nvPr/>
            </p:nvSpPr>
            <p:spPr>
              <a:xfrm>
                <a:off x="3495127" y="3324813"/>
                <a:ext cx="63202" cy="63202"/>
              </a:xfrm>
              <a:prstGeom prst="ellipse">
                <a:avLst/>
              </a:prstGeom>
              <a:solidFill>
                <a:srgbClr val="3A7BA3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41" name="pt3941"/>
              <p:cNvSpPr/>
              <p:nvPr/>
            </p:nvSpPr>
            <p:spPr>
              <a:xfrm>
                <a:off x="3818102" y="3246059"/>
                <a:ext cx="63202" cy="63202"/>
              </a:xfrm>
              <a:prstGeom prst="ellipse">
                <a:avLst/>
              </a:prstGeom>
              <a:solidFill>
                <a:srgbClr val="60CEAC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42" name="pt3942"/>
              <p:cNvSpPr/>
              <p:nvPr/>
            </p:nvSpPr>
            <p:spPr>
              <a:xfrm>
                <a:off x="3130118" y="3329566"/>
                <a:ext cx="63202" cy="63202"/>
              </a:xfrm>
              <a:prstGeom prst="ellipse">
                <a:avLst/>
              </a:prstGeom>
              <a:solidFill>
                <a:srgbClr val="382B55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43" name="pt3943"/>
              <p:cNvSpPr/>
              <p:nvPr/>
            </p:nvSpPr>
            <p:spPr>
              <a:xfrm>
                <a:off x="4198713" y="2417858"/>
                <a:ext cx="63202" cy="63202"/>
              </a:xfrm>
              <a:prstGeom prst="ellipse">
                <a:avLst/>
              </a:prstGeom>
              <a:solidFill>
                <a:srgbClr val="43A7AA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44" name="pt3944"/>
              <p:cNvSpPr/>
              <p:nvPr/>
            </p:nvSpPr>
            <p:spPr>
              <a:xfrm>
                <a:off x="3824350" y="3139769"/>
                <a:ext cx="63202" cy="63202"/>
              </a:xfrm>
              <a:prstGeom prst="ellipse">
                <a:avLst/>
              </a:prstGeom>
              <a:solidFill>
                <a:srgbClr val="51B8AB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45" name="pt3945"/>
              <p:cNvSpPr/>
              <p:nvPr/>
            </p:nvSpPr>
            <p:spPr>
              <a:xfrm>
                <a:off x="2941545" y="3353078"/>
                <a:ext cx="63202" cy="63202"/>
              </a:xfrm>
              <a:prstGeom prst="ellipse">
                <a:avLst/>
              </a:prstGeom>
              <a:solidFill>
                <a:srgbClr val="271D34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46" name="pt3946"/>
              <p:cNvSpPr/>
              <p:nvPr/>
            </p:nvSpPr>
            <p:spPr>
              <a:xfrm>
                <a:off x="4020756" y="2922673"/>
                <a:ext cx="63202" cy="63202"/>
              </a:xfrm>
              <a:prstGeom prst="ellipse">
                <a:avLst/>
              </a:prstGeom>
              <a:solidFill>
                <a:srgbClr val="B9E9D2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47" name="pt3947"/>
              <p:cNvSpPr/>
              <p:nvPr/>
            </p:nvSpPr>
            <p:spPr>
              <a:xfrm>
                <a:off x="4801364" y="1841625"/>
                <a:ext cx="63202" cy="63202"/>
              </a:xfrm>
              <a:prstGeom prst="ellipse">
                <a:avLst/>
              </a:prstGeom>
              <a:solidFill>
                <a:srgbClr val="3D9FAA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48" name="pt3948"/>
              <p:cNvSpPr/>
              <p:nvPr/>
            </p:nvSpPr>
            <p:spPr>
              <a:xfrm>
                <a:off x="2752856" y="3314756"/>
                <a:ext cx="63202" cy="63202"/>
              </a:xfrm>
              <a:prstGeom prst="ellipse">
                <a:avLst/>
              </a:prstGeom>
              <a:solidFill>
                <a:srgbClr val="3B538D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49" name="pt3949"/>
              <p:cNvSpPr/>
              <p:nvPr/>
            </p:nvSpPr>
            <p:spPr>
              <a:xfrm>
                <a:off x="5143149" y="1843604"/>
                <a:ext cx="63202" cy="63202"/>
              </a:xfrm>
              <a:prstGeom prst="ellipse">
                <a:avLst/>
              </a:prstGeom>
              <a:solidFill>
                <a:srgbClr val="3593A8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50" name="pt3950"/>
              <p:cNvSpPr/>
              <p:nvPr/>
            </p:nvSpPr>
            <p:spPr>
              <a:xfrm>
                <a:off x="3830102" y="3143517"/>
                <a:ext cx="63202" cy="63202"/>
              </a:xfrm>
              <a:prstGeom prst="ellipse">
                <a:avLst/>
              </a:prstGeom>
              <a:solidFill>
                <a:srgbClr val="5DCAAC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51" name="pt3951"/>
              <p:cNvSpPr/>
              <p:nvPr/>
            </p:nvSpPr>
            <p:spPr>
              <a:xfrm>
                <a:off x="4722739" y="1954852"/>
                <a:ext cx="63202" cy="63202"/>
              </a:xfrm>
              <a:prstGeom prst="ellipse">
                <a:avLst/>
              </a:prstGeom>
              <a:solidFill>
                <a:srgbClr val="8CDBBD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52" name="pt3952"/>
              <p:cNvSpPr/>
              <p:nvPr/>
            </p:nvSpPr>
            <p:spPr>
              <a:xfrm>
                <a:off x="3009462" y="3371921"/>
                <a:ext cx="63202" cy="63202"/>
              </a:xfrm>
              <a:prstGeom prst="ellipse">
                <a:avLst/>
              </a:prstGeom>
              <a:solidFill>
                <a:srgbClr val="382B55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53" name="pt3953"/>
              <p:cNvSpPr/>
              <p:nvPr/>
            </p:nvSpPr>
            <p:spPr>
              <a:xfrm>
                <a:off x="3853490" y="3083509"/>
                <a:ext cx="63202" cy="63202"/>
              </a:xfrm>
              <a:prstGeom prst="ellipse">
                <a:avLst/>
              </a:prstGeom>
              <a:solidFill>
                <a:srgbClr val="59C3AC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54" name="pt3954"/>
              <p:cNvSpPr/>
              <p:nvPr/>
            </p:nvSpPr>
            <p:spPr>
              <a:xfrm>
                <a:off x="4716341" y="1923178"/>
                <a:ext cx="63202" cy="63202"/>
              </a:xfrm>
              <a:prstGeom prst="ellipse">
                <a:avLst/>
              </a:prstGeom>
              <a:solidFill>
                <a:srgbClr val="95DDC2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55" name="pt3955"/>
              <p:cNvSpPr/>
              <p:nvPr/>
            </p:nvSpPr>
            <p:spPr>
              <a:xfrm>
                <a:off x="2556116" y="3429218"/>
                <a:ext cx="63202" cy="63202"/>
              </a:xfrm>
              <a:prstGeom prst="ellipse">
                <a:avLst/>
              </a:prstGeom>
              <a:solidFill>
                <a:srgbClr val="395E9C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56" name="pt3956"/>
              <p:cNvSpPr/>
              <p:nvPr/>
            </p:nvSpPr>
            <p:spPr>
              <a:xfrm>
                <a:off x="4123017" y="2857995"/>
                <a:ext cx="63202" cy="63202"/>
              </a:xfrm>
              <a:prstGeom prst="ellipse">
                <a:avLst/>
              </a:prstGeom>
              <a:solidFill>
                <a:srgbClr val="5ECBAC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57" name="pt3957"/>
              <p:cNvSpPr/>
              <p:nvPr/>
            </p:nvSpPr>
            <p:spPr>
              <a:xfrm>
                <a:off x="2447878" y="3464791"/>
                <a:ext cx="117405" cy="117405"/>
              </a:xfrm>
              <a:prstGeom prst="ellipse">
                <a:avLst/>
              </a:prstGeom>
              <a:solidFill>
                <a:srgbClr val="3A6EA0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58" name="pt3958"/>
              <p:cNvSpPr/>
              <p:nvPr/>
            </p:nvSpPr>
            <p:spPr>
              <a:xfrm>
                <a:off x="4806974" y="1794266"/>
                <a:ext cx="117405" cy="117405"/>
              </a:xfrm>
              <a:prstGeom prst="ellipse">
                <a:avLst/>
              </a:prstGeom>
              <a:solidFill>
                <a:srgbClr val="378DA7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59" name="pt3959"/>
              <p:cNvSpPr/>
              <p:nvPr/>
            </p:nvSpPr>
            <p:spPr>
              <a:xfrm>
                <a:off x="3791000" y="3218958"/>
                <a:ext cx="117405" cy="117405"/>
              </a:xfrm>
              <a:prstGeom prst="ellipse">
                <a:avLst/>
              </a:prstGeom>
              <a:solidFill>
                <a:srgbClr val="60CEAC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60" name="pt3960"/>
              <p:cNvSpPr/>
              <p:nvPr/>
            </p:nvSpPr>
            <p:spPr>
              <a:xfrm>
                <a:off x="2982361" y="3344820"/>
                <a:ext cx="117405" cy="117405"/>
              </a:xfrm>
              <a:prstGeom prst="ellipse">
                <a:avLst/>
              </a:prstGeom>
              <a:solidFill>
                <a:srgbClr val="382B55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61" name="pt3961"/>
              <p:cNvSpPr/>
              <p:nvPr/>
            </p:nvSpPr>
            <p:spPr>
              <a:xfrm>
                <a:off x="4689240" y="1896077"/>
                <a:ext cx="117405" cy="117405"/>
              </a:xfrm>
              <a:prstGeom prst="ellipse">
                <a:avLst/>
              </a:prstGeom>
              <a:solidFill>
                <a:srgbClr val="95DDC2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62" name="pl3962"/>
              <p:cNvSpPr/>
              <p:nvPr/>
            </p:nvSpPr>
            <p:spPr>
              <a:xfrm>
                <a:off x="4774363" y="1754767"/>
                <a:ext cx="82085" cy="88277"/>
              </a:xfrm>
              <a:custGeom>
                <a:avLst/>
                <a:gdLst/>
                <a:ahLst/>
                <a:cxnLst/>
                <a:rect l="0" t="0" r="0" b="0"/>
                <a:pathLst>
                  <a:path w="82085" h="88277">
                    <a:moveTo>
                      <a:pt x="0" y="0"/>
                    </a:moveTo>
                    <a:lnTo>
                      <a:pt x="82085" y="88277"/>
                    </a:lnTo>
                  </a:path>
                </a:pathLst>
              </a:custGeom>
              <a:ln w="1355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63" name="pg3963"/>
              <p:cNvSpPr/>
              <p:nvPr/>
            </p:nvSpPr>
            <p:spPr>
              <a:xfrm>
                <a:off x="1981265" y="3273227"/>
                <a:ext cx="558515" cy="191749"/>
              </a:xfrm>
              <a:custGeom>
                <a:avLst/>
                <a:gdLst/>
                <a:ahLst/>
                <a:cxnLst/>
                <a:rect l="0" t="0" r="0" b="0"/>
                <a:pathLst>
                  <a:path w="558515" h="191749">
                    <a:moveTo>
                      <a:pt x="27431" y="191749"/>
                    </a:moveTo>
                    <a:lnTo>
                      <a:pt x="531083" y="191749"/>
                    </a:lnTo>
                    <a:lnTo>
                      <a:pt x="529978" y="191727"/>
                    </a:lnTo>
                    <a:lnTo>
                      <a:pt x="534390" y="191549"/>
                    </a:lnTo>
                    <a:lnTo>
                      <a:pt x="538715" y="190666"/>
                    </a:lnTo>
                    <a:lnTo>
                      <a:pt x="542843" y="189101"/>
                    </a:lnTo>
                    <a:lnTo>
                      <a:pt x="546666" y="186893"/>
                    </a:lnTo>
                    <a:lnTo>
                      <a:pt x="550086" y="184101"/>
                    </a:lnTo>
                    <a:lnTo>
                      <a:pt x="553013" y="180797"/>
                    </a:lnTo>
                    <a:lnTo>
                      <a:pt x="555373" y="177065"/>
                    </a:lnTo>
                    <a:lnTo>
                      <a:pt x="557103" y="173004"/>
                    </a:lnTo>
                    <a:lnTo>
                      <a:pt x="558160" y="168718"/>
                    </a:lnTo>
                    <a:lnTo>
                      <a:pt x="558515" y="164317"/>
                    </a:lnTo>
                    <a:lnTo>
                      <a:pt x="558515" y="27431"/>
                    </a:lnTo>
                    <a:lnTo>
                      <a:pt x="558160" y="23031"/>
                    </a:lnTo>
                    <a:lnTo>
                      <a:pt x="557103" y="18745"/>
                    </a:lnTo>
                    <a:lnTo>
                      <a:pt x="555373" y="14683"/>
                    </a:lnTo>
                    <a:lnTo>
                      <a:pt x="553013" y="10952"/>
                    </a:lnTo>
                    <a:lnTo>
                      <a:pt x="550086" y="7647"/>
                    </a:lnTo>
                    <a:lnTo>
                      <a:pt x="546666" y="4855"/>
                    </a:lnTo>
                    <a:lnTo>
                      <a:pt x="542843" y="2648"/>
                    </a:lnTo>
                    <a:lnTo>
                      <a:pt x="538715" y="1083"/>
                    </a:lnTo>
                    <a:lnTo>
                      <a:pt x="534390" y="200"/>
                    </a:lnTo>
                    <a:lnTo>
                      <a:pt x="531083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5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1"/>
                    </a:lnTo>
                    <a:lnTo>
                      <a:pt x="0" y="164317"/>
                    </a:lnTo>
                    <a:lnTo>
                      <a:pt x="88" y="162110"/>
                    </a:lnTo>
                    <a:lnTo>
                      <a:pt x="88" y="166525"/>
                    </a:lnTo>
                    <a:lnTo>
                      <a:pt x="797" y="170882"/>
                    </a:lnTo>
                    <a:lnTo>
                      <a:pt x="2195" y="175070"/>
                    </a:lnTo>
                    <a:lnTo>
                      <a:pt x="4246" y="178979"/>
                    </a:lnTo>
                    <a:lnTo>
                      <a:pt x="6898" y="182508"/>
                    </a:lnTo>
                    <a:lnTo>
                      <a:pt x="10082" y="185566"/>
                    </a:lnTo>
                    <a:lnTo>
                      <a:pt x="13715" y="188074"/>
                    </a:lnTo>
                    <a:lnTo>
                      <a:pt x="17704" y="189967"/>
                    </a:lnTo>
                    <a:lnTo>
                      <a:pt x="21944" y="191195"/>
                    </a:lnTo>
                    <a:lnTo>
                      <a:pt x="26327" y="191727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64" name="tx3964"/>
              <p:cNvSpPr/>
              <p:nvPr/>
            </p:nvSpPr>
            <p:spPr>
              <a:xfrm>
                <a:off x="2026985" y="3318947"/>
                <a:ext cx="467075" cy="100309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325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W1</a:t>
                </a:r>
                <a:r>
                  <a:rPr lang="en-US" sz="1325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-</a:t>
                </a:r>
                <a:r>
                  <a:rPr sz="1325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TX</a:t>
                </a:r>
              </a:p>
            </p:txBody>
          </p:sp>
          <p:sp>
            <p:nvSpPr>
              <p:cNvPr id="3965" name="pg3965"/>
              <p:cNvSpPr/>
              <p:nvPr/>
            </p:nvSpPr>
            <p:spPr>
              <a:xfrm>
                <a:off x="4439121" y="1563017"/>
                <a:ext cx="589605" cy="191749"/>
              </a:xfrm>
              <a:custGeom>
                <a:avLst/>
                <a:gdLst/>
                <a:ahLst/>
                <a:cxnLst/>
                <a:rect l="0" t="0" r="0" b="0"/>
                <a:pathLst>
                  <a:path w="589605" h="191749">
                    <a:moveTo>
                      <a:pt x="27431" y="191749"/>
                    </a:moveTo>
                    <a:lnTo>
                      <a:pt x="562173" y="191749"/>
                    </a:lnTo>
                    <a:lnTo>
                      <a:pt x="561068" y="191727"/>
                    </a:lnTo>
                    <a:lnTo>
                      <a:pt x="565479" y="191549"/>
                    </a:lnTo>
                    <a:lnTo>
                      <a:pt x="569805" y="190666"/>
                    </a:lnTo>
                    <a:lnTo>
                      <a:pt x="573933" y="189101"/>
                    </a:lnTo>
                    <a:lnTo>
                      <a:pt x="577756" y="186893"/>
                    </a:lnTo>
                    <a:lnTo>
                      <a:pt x="581175" y="184101"/>
                    </a:lnTo>
                    <a:lnTo>
                      <a:pt x="584103" y="180797"/>
                    </a:lnTo>
                    <a:lnTo>
                      <a:pt x="586462" y="177065"/>
                    </a:lnTo>
                    <a:lnTo>
                      <a:pt x="588193" y="173004"/>
                    </a:lnTo>
                    <a:lnTo>
                      <a:pt x="589249" y="168718"/>
                    </a:lnTo>
                    <a:lnTo>
                      <a:pt x="589605" y="164317"/>
                    </a:lnTo>
                    <a:lnTo>
                      <a:pt x="589605" y="27431"/>
                    </a:lnTo>
                    <a:lnTo>
                      <a:pt x="589249" y="23031"/>
                    </a:lnTo>
                    <a:lnTo>
                      <a:pt x="588193" y="18745"/>
                    </a:lnTo>
                    <a:lnTo>
                      <a:pt x="586462" y="14683"/>
                    </a:lnTo>
                    <a:lnTo>
                      <a:pt x="584103" y="10952"/>
                    </a:lnTo>
                    <a:lnTo>
                      <a:pt x="581175" y="7647"/>
                    </a:lnTo>
                    <a:lnTo>
                      <a:pt x="577756" y="4855"/>
                    </a:lnTo>
                    <a:lnTo>
                      <a:pt x="573933" y="2648"/>
                    </a:lnTo>
                    <a:lnTo>
                      <a:pt x="569805" y="1083"/>
                    </a:lnTo>
                    <a:lnTo>
                      <a:pt x="565479" y="200"/>
                    </a:lnTo>
                    <a:lnTo>
                      <a:pt x="562173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5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1"/>
                    </a:lnTo>
                    <a:lnTo>
                      <a:pt x="0" y="164317"/>
                    </a:lnTo>
                    <a:lnTo>
                      <a:pt x="88" y="162110"/>
                    </a:lnTo>
                    <a:lnTo>
                      <a:pt x="88" y="166525"/>
                    </a:lnTo>
                    <a:lnTo>
                      <a:pt x="797" y="170882"/>
                    </a:lnTo>
                    <a:lnTo>
                      <a:pt x="2195" y="175070"/>
                    </a:lnTo>
                    <a:lnTo>
                      <a:pt x="4246" y="178979"/>
                    </a:lnTo>
                    <a:lnTo>
                      <a:pt x="6898" y="182508"/>
                    </a:lnTo>
                    <a:lnTo>
                      <a:pt x="10082" y="185566"/>
                    </a:lnTo>
                    <a:lnTo>
                      <a:pt x="13715" y="188074"/>
                    </a:lnTo>
                    <a:lnTo>
                      <a:pt x="17704" y="189967"/>
                    </a:lnTo>
                    <a:lnTo>
                      <a:pt x="21944" y="191195"/>
                    </a:lnTo>
                    <a:lnTo>
                      <a:pt x="26327" y="191727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66" name="tx3966"/>
              <p:cNvSpPr/>
              <p:nvPr/>
            </p:nvSpPr>
            <p:spPr>
              <a:xfrm>
                <a:off x="4484841" y="1608737"/>
                <a:ext cx="498165" cy="100309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325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W6</a:t>
                </a:r>
                <a:r>
                  <a:rPr lang="en-US" sz="1325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-</a:t>
                </a:r>
                <a:r>
                  <a:rPr sz="1325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ME</a:t>
                </a:r>
              </a:p>
            </p:txBody>
          </p:sp>
          <p:sp>
            <p:nvSpPr>
              <p:cNvPr id="3967" name="pg3967"/>
              <p:cNvSpPr/>
              <p:nvPr/>
            </p:nvSpPr>
            <p:spPr>
              <a:xfrm>
                <a:off x="3273583" y="3027184"/>
                <a:ext cx="542970" cy="191749"/>
              </a:xfrm>
              <a:custGeom>
                <a:avLst/>
                <a:gdLst/>
                <a:ahLst/>
                <a:cxnLst/>
                <a:rect l="0" t="0" r="0" b="0"/>
                <a:pathLst>
                  <a:path w="542970" h="191749">
                    <a:moveTo>
                      <a:pt x="27431" y="191749"/>
                    </a:moveTo>
                    <a:lnTo>
                      <a:pt x="515538" y="191749"/>
                    </a:lnTo>
                    <a:lnTo>
                      <a:pt x="514434" y="191727"/>
                    </a:lnTo>
                    <a:lnTo>
                      <a:pt x="518845" y="191549"/>
                    </a:lnTo>
                    <a:lnTo>
                      <a:pt x="523170" y="190666"/>
                    </a:lnTo>
                    <a:lnTo>
                      <a:pt x="527298" y="189101"/>
                    </a:lnTo>
                    <a:lnTo>
                      <a:pt x="531121" y="186893"/>
                    </a:lnTo>
                    <a:lnTo>
                      <a:pt x="534541" y="184101"/>
                    </a:lnTo>
                    <a:lnTo>
                      <a:pt x="537469" y="180797"/>
                    </a:lnTo>
                    <a:lnTo>
                      <a:pt x="539828" y="177065"/>
                    </a:lnTo>
                    <a:lnTo>
                      <a:pt x="541558" y="173004"/>
                    </a:lnTo>
                    <a:lnTo>
                      <a:pt x="542615" y="168718"/>
                    </a:lnTo>
                    <a:lnTo>
                      <a:pt x="542970" y="164317"/>
                    </a:lnTo>
                    <a:lnTo>
                      <a:pt x="542970" y="27431"/>
                    </a:lnTo>
                    <a:lnTo>
                      <a:pt x="542615" y="23031"/>
                    </a:lnTo>
                    <a:lnTo>
                      <a:pt x="541558" y="18745"/>
                    </a:lnTo>
                    <a:lnTo>
                      <a:pt x="539828" y="14683"/>
                    </a:lnTo>
                    <a:lnTo>
                      <a:pt x="537469" y="10952"/>
                    </a:lnTo>
                    <a:lnTo>
                      <a:pt x="534541" y="7647"/>
                    </a:lnTo>
                    <a:lnTo>
                      <a:pt x="531121" y="4855"/>
                    </a:lnTo>
                    <a:lnTo>
                      <a:pt x="527298" y="2648"/>
                    </a:lnTo>
                    <a:lnTo>
                      <a:pt x="523170" y="1083"/>
                    </a:lnTo>
                    <a:lnTo>
                      <a:pt x="518845" y="200"/>
                    </a:lnTo>
                    <a:lnTo>
                      <a:pt x="515538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5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1"/>
                    </a:lnTo>
                    <a:lnTo>
                      <a:pt x="0" y="164317"/>
                    </a:lnTo>
                    <a:lnTo>
                      <a:pt x="88" y="162110"/>
                    </a:lnTo>
                    <a:lnTo>
                      <a:pt x="88" y="166525"/>
                    </a:lnTo>
                    <a:lnTo>
                      <a:pt x="797" y="170882"/>
                    </a:lnTo>
                    <a:lnTo>
                      <a:pt x="2195" y="175070"/>
                    </a:lnTo>
                    <a:lnTo>
                      <a:pt x="4246" y="178979"/>
                    </a:lnTo>
                    <a:lnTo>
                      <a:pt x="6898" y="182508"/>
                    </a:lnTo>
                    <a:lnTo>
                      <a:pt x="10082" y="185566"/>
                    </a:lnTo>
                    <a:lnTo>
                      <a:pt x="13715" y="188074"/>
                    </a:lnTo>
                    <a:lnTo>
                      <a:pt x="17704" y="189967"/>
                    </a:lnTo>
                    <a:lnTo>
                      <a:pt x="21944" y="191195"/>
                    </a:lnTo>
                    <a:lnTo>
                      <a:pt x="26327" y="191727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68" name="tx3968"/>
              <p:cNvSpPr/>
              <p:nvPr/>
            </p:nvSpPr>
            <p:spPr>
              <a:xfrm>
                <a:off x="3319303" y="3072904"/>
                <a:ext cx="451530" cy="100309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325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W3</a:t>
                </a:r>
                <a:r>
                  <a:rPr lang="en-US" sz="1325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-</a:t>
                </a:r>
                <a:r>
                  <a:rPr sz="1325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FL</a:t>
                </a:r>
              </a:p>
            </p:txBody>
          </p:sp>
          <p:sp>
            <p:nvSpPr>
              <p:cNvPr id="3969" name="pg3969"/>
              <p:cNvSpPr/>
              <p:nvPr/>
            </p:nvSpPr>
            <p:spPr>
              <a:xfrm>
                <a:off x="2630795" y="3152846"/>
                <a:ext cx="550834" cy="191749"/>
              </a:xfrm>
              <a:custGeom>
                <a:avLst/>
                <a:gdLst/>
                <a:ahLst/>
                <a:cxnLst/>
                <a:rect l="0" t="0" r="0" b="0"/>
                <a:pathLst>
                  <a:path w="550834" h="191749">
                    <a:moveTo>
                      <a:pt x="27431" y="191749"/>
                    </a:moveTo>
                    <a:lnTo>
                      <a:pt x="523402" y="191749"/>
                    </a:lnTo>
                    <a:lnTo>
                      <a:pt x="522297" y="191727"/>
                    </a:lnTo>
                    <a:lnTo>
                      <a:pt x="526709" y="191549"/>
                    </a:lnTo>
                    <a:lnTo>
                      <a:pt x="531034" y="190666"/>
                    </a:lnTo>
                    <a:lnTo>
                      <a:pt x="535162" y="189101"/>
                    </a:lnTo>
                    <a:lnTo>
                      <a:pt x="538985" y="186893"/>
                    </a:lnTo>
                    <a:lnTo>
                      <a:pt x="542405" y="184101"/>
                    </a:lnTo>
                    <a:lnTo>
                      <a:pt x="545332" y="180797"/>
                    </a:lnTo>
                    <a:lnTo>
                      <a:pt x="547692" y="177065"/>
                    </a:lnTo>
                    <a:lnTo>
                      <a:pt x="549422" y="173004"/>
                    </a:lnTo>
                    <a:lnTo>
                      <a:pt x="550479" y="168718"/>
                    </a:lnTo>
                    <a:lnTo>
                      <a:pt x="550834" y="164317"/>
                    </a:lnTo>
                    <a:lnTo>
                      <a:pt x="550834" y="27432"/>
                    </a:lnTo>
                    <a:lnTo>
                      <a:pt x="550479" y="23031"/>
                    </a:lnTo>
                    <a:lnTo>
                      <a:pt x="549422" y="18745"/>
                    </a:lnTo>
                    <a:lnTo>
                      <a:pt x="547692" y="14683"/>
                    </a:lnTo>
                    <a:lnTo>
                      <a:pt x="545332" y="10952"/>
                    </a:lnTo>
                    <a:lnTo>
                      <a:pt x="542405" y="7647"/>
                    </a:lnTo>
                    <a:lnTo>
                      <a:pt x="538985" y="4855"/>
                    </a:lnTo>
                    <a:lnTo>
                      <a:pt x="535162" y="2648"/>
                    </a:lnTo>
                    <a:lnTo>
                      <a:pt x="531034" y="1083"/>
                    </a:lnTo>
                    <a:lnTo>
                      <a:pt x="526709" y="200"/>
                    </a:lnTo>
                    <a:lnTo>
                      <a:pt x="523402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5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164317"/>
                    </a:lnTo>
                    <a:lnTo>
                      <a:pt x="88" y="162110"/>
                    </a:lnTo>
                    <a:lnTo>
                      <a:pt x="88" y="166525"/>
                    </a:lnTo>
                    <a:lnTo>
                      <a:pt x="797" y="170882"/>
                    </a:lnTo>
                    <a:lnTo>
                      <a:pt x="2195" y="175070"/>
                    </a:lnTo>
                    <a:lnTo>
                      <a:pt x="4246" y="178979"/>
                    </a:lnTo>
                    <a:lnTo>
                      <a:pt x="6898" y="182508"/>
                    </a:lnTo>
                    <a:lnTo>
                      <a:pt x="10082" y="185566"/>
                    </a:lnTo>
                    <a:lnTo>
                      <a:pt x="13715" y="188074"/>
                    </a:lnTo>
                    <a:lnTo>
                      <a:pt x="17704" y="189967"/>
                    </a:lnTo>
                    <a:lnTo>
                      <a:pt x="21944" y="191195"/>
                    </a:lnTo>
                    <a:lnTo>
                      <a:pt x="26327" y="191727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70" name="tx3970"/>
              <p:cNvSpPr/>
              <p:nvPr/>
            </p:nvSpPr>
            <p:spPr>
              <a:xfrm>
                <a:off x="2676515" y="3198566"/>
                <a:ext cx="459394" cy="100309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325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W2</a:t>
                </a:r>
                <a:r>
                  <a:rPr lang="en-US" sz="1325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-</a:t>
                </a:r>
                <a:r>
                  <a:rPr sz="1325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LA</a:t>
                </a:r>
              </a:p>
            </p:txBody>
          </p:sp>
          <p:sp>
            <p:nvSpPr>
              <p:cNvPr id="3971" name="pg3971"/>
              <p:cNvSpPr/>
              <p:nvPr/>
            </p:nvSpPr>
            <p:spPr>
              <a:xfrm>
                <a:off x="4077914" y="1846173"/>
                <a:ext cx="581741" cy="191749"/>
              </a:xfrm>
              <a:custGeom>
                <a:avLst/>
                <a:gdLst/>
                <a:ahLst/>
                <a:cxnLst/>
                <a:rect l="0" t="0" r="0" b="0"/>
                <a:pathLst>
                  <a:path w="581741" h="191749">
                    <a:moveTo>
                      <a:pt x="27431" y="191749"/>
                    </a:moveTo>
                    <a:lnTo>
                      <a:pt x="554309" y="191749"/>
                    </a:lnTo>
                    <a:lnTo>
                      <a:pt x="553204" y="191727"/>
                    </a:lnTo>
                    <a:lnTo>
                      <a:pt x="557615" y="191549"/>
                    </a:lnTo>
                    <a:lnTo>
                      <a:pt x="561941" y="190666"/>
                    </a:lnTo>
                    <a:lnTo>
                      <a:pt x="566069" y="189101"/>
                    </a:lnTo>
                    <a:lnTo>
                      <a:pt x="569892" y="186893"/>
                    </a:lnTo>
                    <a:lnTo>
                      <a:pt x="573312" y="184101"/>
                    </a:lnTo>
                    <a:lnTo>
                      <a:pt x="576239" y="180797"/>
                    </a:lnTo>
                    <a:lnTo>
                      <a:pt x="578599" y="177065"/>
                    </a:lnTo>
                    <a:lnTo>
                      <a:pt x="580329" y="173004"/>
                    </a:lnTo>
                    <a:lnTo>
                      <a:pt x="581386" y="168718"/>
                    </a:lnTo>
                    <a:lnTo>
                      <a:pt x="581741" y="164317"/>
                    </a:lnTo>
                    <a:lnTo>
                      <a:pt x="581741" y="27431"/>
                    </a:lnTo>
                    <a:lnTo>
                      <a:pt x="581386" y="23031"/>
                    </a:lnTo>
                    <a:lnTo>
                      <a:pt x="580329" y="18745"/>
                    </a:lnTo>
                    <a:lnTo>
                      <a:pt x="578599" y="14683"/>
                    </a:lnTo>
                    <a:lnTo>
                      <a:pt x="576239" y="10952"/>
                    </a:lnTo>
                    <a:lnTo>
                      <a:pt x="573312" y="7647"/>
                    </a:lnTo>
                    <a:lnTo>
                      <a:pt x="569892" y="4855"/>
                    </a:lnTo>
                    <a:lnTo>
                      <a:pt x="566069" y="2648"/>
                    </a:lnTo>
                    <a:lnTo>
                      <a:pt x="561941" y="1083"/>
                    </a:lnTo>
                    <a:lnTo>
                      <a:pt x="557615" y="200"/>
                    </a:lnTo>
                    <a:lnTo>
                      <a:pt x="554309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5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1"/>
                    </a:lnTo>
                    <a:lnTo>
                      <a:pt x="0" y="164317"/>
                    </a:lnTo>
                    <a:lnTo>
                      <a:pt x="88" y="162110"/>
                    </a:lnTo>
                    <a:lnTo>
                      <a:pt x="88" y="166525"/>
                    </a:lnTo>
                    <a:lnTo>
                      <a:pt x="797" y="170882"/>
                    </a:lnTo>
                    <a:lnTo>
                      <a:pt x="2195" y="175070"/>
                    </a:lnTo>
                    <a:lnTo>
                      <a:pt x="4246" y="178979"/>
                    </a:lnTo>
                    <a:lnTo>
                      <a:pt x="6898" y="182508"/>
                    </a:lnTo>
                    <a:lnTo>
                      <a:pt x="10082" y="185566"/>
                    </a:lnTo>
                    <a:lnTo>
                      <a:pt x="13715" y="188074"/>
                    </a:lnTo>
                    <a:lnTo>
                      <a:pt x="17704" y="189967"/>
                    </a:lnTo>
                    <a:lnTo>
                      <a:pt x="21944" y="191195"/>
                    </a:lnTo>
                    <a:lnTo>
                      <a:pt x="26327" y="191727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72" name="tx3972"/>
              <p:cNvSpPr/>
              <p:nvPr/>
            </p:nvSpPr>
            <p:spPr>
              <a:xfrm>
                <a:off x="4123634" y="1891893"/>
                <a:ext cx="490301" cy="100309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325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W5</a:t>
                </a:r>
                <a:r>
                  <a:rPr lang="en-US" sz="1325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-</a:t>
                </a:r>
                <a:r>
                  <a:rPr sz="1325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NH</a:t>
                </a:r>
              </a:p>
            </p:txBody>
          </p:sp>
          <p:sp>
            <p:nvSpPr>
              <p:cNvPr id="3973" name="rc3973"/>
              <p:cNvSpPr/>
              <p:nvPr/>
            </p:nvSpPr>
            <p:spPr>
              <a:xfrm>
                <a:off x="4155229" y="2281426"/>
                <a:ext cx="434719" cy="411073"/>
              </a:xfrm>
              <a:prstGeom prst="rect">
                <a:avLst/>
              </a:prstGeom>
              <a:noFill/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74" name="pl3974"/>
              <p:cNvSpPr/>
              <p:nvPr/>
            </p:nvSpPr>
            <p:spPr>
              <a:xfrm>
                <a:off x="3340740" y="1535667"/>
                <a:ext cx="814489" cy="745758"/>
              </a:xfrm>
              <a:custGeom>
                <a:avLst/>
                <a:gdLst/>
                <a:ahLst/>
                <a:cxnLst/>
                <a:rect l="0" t="0" r="0" b="0"/>
                <a:pathLst>
                  <a:path w="814489" h="745758">
                    <a:moveTo>
                      <a:pt x="0" y="0"/>
                    </a:moveTo>
                    <a:lnTo>
                      <a:pt x="814489" y="745758"/>
                    </a:lnTo>
                  </a:path>
                </a:pathLst>
              </a:cu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75" name="pl3975"/>
              <p:cNvSpPr/>
              <p:nvPr/>
            </p:nvSpPr>
            <p:spPr>
              <a:xfrm>
                <a:off x="3340740" y="2692500"/>
                <a:ext cx="814489" cy="44001"/>
              </a:xfrm>
              <a:custGeom>
                <a:avLst/>
                <a:gdLst/>
                <a:ahLst/>
                <a:cxnLst/>
                <a:rect l="0" t="0" r="0" b="0"/>
                <a:pathLst>
                  <a:path w="814489" h="44001">
                    <a:moveTo>
                      <a:pt x="0" y="44001"/>
                    </a:moveTo>
                    <a:lnTo>
                      <a:pt x="814489" y="0"/>
                    </a:lnTo>
                  </a:path>
                </a:pathLst>
              </a:cu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76" name="rc3976"/>
              <p:cNvSpPr/>
              <p:nvPr/>
            </p:nvSpPr>
            <p:spPr>
              <a:xfrm>
                <a:off x="1935545" y="1386057"/>
                <a:ext cx="3501561" cy="2714613"/>
              </a:xfrm>
              <a:prstGeom prst="rect">
                <a:avLst/>
              </a:prstGeom>
              <a:noFill/>
              <a:ln w="13550" cap="rnd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77" name="tx3977"/>
              <p:cNvSpPr/>
              <p:nvPr/>
            </p:nvSpPr>
            <p:spPr>
              <a:xfrm>
                <a:off x="1623192" y="3807683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25</a:t>
                </a:r>
              </a:p>
            </p:txBody>
          </p:sp>
          <p:sp>
            <p:nvSpPr>
              <p:cNvPr id="3978" name="tx3978"/>
              <p:cNvSpPr/>
              <p:nvPr/>
            </p:nvSpPr>
            <p:spPr>
              <a:xfrm>
                <a:off x="1747550" y="3789212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3979" name="tx3979"/>
              <p:cNvSpPr/>
              <p:nvPr/>
            </p:nvSpPr>
            <p:spPr>
              <a:xfrm>
                <a:off x="1792265" y="3807683"/>
                <a:ext cx="8065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N</a:t>
                </a:r>
              </a:p>
            </p:txBody>
          </p:sp>
          <p:sp>
            <p:nvSpPr>
              <p:cNvPr id="3980" name="tx3980"/>
              <p:cNvSpPr/>
              <p:nvPr/>
            </p:nvSpPr>
            <p:spPr>
              <a:xfrm>
                <a:off x="1623192" y="3283301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30</a:t>
                </a:r>
              </a:p>
            </p:txBody>
          </p:sp>
          <p:sp>
            <p:nvSpPr>
              <p:cNvPr id="3981" name="tx3981"/>
              <p:cNvSpPr/>
              <p:nvPr/>
            </p:nvSpPr>
            <p:spPr>
              <a:xfrm>
                <a:off x="1747550" y="3264830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3982" name="tx3982"/>
              <p:cNvSpPr/>
              <p:nvPr/>
            </p:nvSpPr>
            <p:spPr>
              <a:xfrm>
                <a:off x="1792265" y="3283301"/>
                <a:ext cx="8065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N</a:t>
                </a:r>
              </a:p>
            </p:txBody>
          </p:sp>
          <p:sp>
            <p:nvSpPr>
              <p:cNvPr id="3983" name="tx3983"/>
              <p:cNvSpPr/>
              <p:nvPr/>
            </p:nvSpPr>
            <p:spPr>
              <a:xfrm>
                <a:off x="1623192" y="2758919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35</a:t>
                </a:r>
              </a:p>
            </p:txBody>
          </p:sp>
          <p:sp>
            <p:nvSpPr>
              <p:cNvPr id="3984" name="tx3984"/>
              <p:cNvSpPr/>
              <p:nvPr/>
            </p:nvSpPr>
            <p:spPr>
              <a:xfrm>
                <a:off x="1747550" y="2740448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3985" name="tx3985"/>
              <p:cNvSpPr/>
              <p:nvPr/>
            </p:nvSpPr>
            <p:spPr>
              <a:xfrm>
                <a:off x="1792265" y="2758919"/>
                <a:ext cx="8065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N</a:t>
                </a:r>
              </a:p>
            </p:txBody>
          </p:sp>
          <p:sp>
            <p:nvSpPr>
              <p:cNvPr id="3986" name="tx3986"/>
              <p:cNvSpPr/>
              <p:nvPr/>
            </p:nvSpPr>
            <p:spPr>
              <a:xfrm>
                <a:off x="1623192" y="2234537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40</a:t>
                </a:r>
              </a:p>
            </p:txBody>
          </p:sp>
          <p:sp>
            <p:nvSpPr>
              <p:cNvPr id="3987" name="tx3987"/>
              <p:cNvSpPr/>
              <p:nvPr/>
            </p:nvSpPr>
            <p:spPr>
              <a:xfrm>
                <a:off x="1747550" y="2216066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3988" name="tx3988"/>
              <p:cNvSpPr/>
              <p:nvPr/>
            </p:nvSpPr>
            <p:spPr>
              <a:xfrm>
                <a:off x="1792265" y="2234537"/>
                <a:ext cx="8065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N</a:t>
                </a:r>
              </a:p>
            </p:txBody>
          </p:sp>
          <p:sp>
            <p:nvSpPr>
              <p:cNvPr id="3989" name="tx3989"/>
              <p:cNvSpPr/>
              <p:nvPr/>
            </p:nvSpPr>
            <p:spPr>
              <a:xfrm>
                <a:off x="1623192" y="1709973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45</a:t>
                </a:r>
              </a:p>
            </p:txBody>
          </p:sp>
          <p:sp>
            <p:nvSpPr>
              <p:cNvPr id="3990" name="tx3990"/>
              <p:cNvSpPr/>
              <p:nvPr/>
            </p:nvSpPr>
            <p:spPr>
              <a:xfrm>
                <a:off x="1747550" y="1691502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3991" name="tx3991"/>
              <p:cNvSpPr/>
              <p:nvPr/>
            </p:nvSpPr>
            <p:spPr>
              <a:xfrm>
                <a:off x="1792265" y="1709973"/>
                <a:ext cx="8065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N</a:t>
                </a:r>
              </a:p>
            </p:txBody>
          </p:sp>
          <p:sp>
            <p:nvSpPr>
              <p:cNvPr id="3992" name="pl3992"/>
              <p:cNvSpPr/>
              <p:nvPr/>
            </p:nvSpPr>
            <p:spPr>
              <a:xfrm>
                <a:off x="1900750" y="3848191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93" name="pl3993"/>
              <p:cNvSpPr/>
              <p:nvPr/>
            </p:nvSpPr>
            <p:spPr>
              <a:xfrm>
                <a:off x="1900750" y="3323809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94" name="pl3994"/>
              <p:cNvSpPr/>
              <p:nvPr/>
            </p:nvSpPr>
            <p:spPr>
              <a:xfrm>
                <a:off x="1900750" y="2799427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95" name="pl3995"/>
              <p:cNvSpPr/>
              <p:nvPr/>
            </p:nvSpPr>
            <p:spPr>
              <a:xfrm>
                <a:off x="1900750" y="2275045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96" name="pl3996"/>
              <p:cNvSpPr/>
              <p:nvPr/>
            </p:nvSpPr>
            <p:spPr>
              <a:xfrm>
                <a:off x="1900750" y="1750663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97" name="tx3997"/>
              <p:cNvSpPr/>
              <p:nvPr/>
            </p:nvSpPr>
            <p:spPr>
              <a:xfrm rot="-5400000">
                <a:off x="1260265" y="2693346"/>
                <a:ext cx="497342" cy="100035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32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Latitude</a:t>
                </a:r>
              </a:p>
            </p:txBody>
          </p:sp>
          <p:sp>
            <p:nvSpPr>
              <p:cNvPr id="3998" name="pl3998"/>
              <p:cNvSpPr/>
              <p:nvPr/>
            </p:nvSpPr>
            <p:spPr>
              <a:xfrm>
                <a:off x="2265396" y="4100670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99" name="pl3999"/>
              <p:cNvSpPr/>
              <p:nvPr/>
            </p:nvSpPr>
            <p:spPr>
              <a:xfrm>
                <a:off x="2692120" y="4100670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00" name="pl4000"/>
              <p:cNvSpPr/>
              <p:nvPr/>
            </p:nvSpPr>
            <p:spPr>
              <a:xfrm>
                <a:off x="3118843" y="4100670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01" name="pl4001"/>
              <p:cNvSpPr/>
              <p:nvPr/>
            </p:nvSpPr>
            <p:spPr>
              <a:xfrm>
                <a:off x="3545567" y="4100670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02" name="pl4002"/>
              <p:cNvSpPr/>
              <p:nvPr/>
            </p:nvSpPr>
            <p:spPr>
              <a:xfrm>
                <a:off x="3972290" y="4100670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03" name="pl4003"/>
              <p:cNvSpPr/>
              <p:nvPr/>
            </p:nvSpPr>
            <p:spPr>
              <a:xfrm>
                <a:off x="4399014" y="4100670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04" name="pl4004"/>
              <p:cNvSpPr/>
              <p:nvPr/>
            </p:nvSpPr>
            <p:spPr>
              <a:xfrm>
                <a:off x="4825737" y="4100670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05" name="pl4005"/>
              <p:cNvSpPr/>
              <p:nvPr/>
            </p:nvSpPr>
            <p:spPr>
              <a:xfrm>
                <a:off x="5252461" y="4100670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06" name="tx4006"/>
              <p:cNvSpPr/>
              <p:nvPr/>
            </p:nvSpPr>
            <p:spPr>
              <a:xfrm>
                <a:off x="2097055" y="4163666"/>
                <a:ext cx="186537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100</a:t>
                </a:r>
              </a:p>
            </p:txBody>
          </p:sp>
          <p:sp>
            <p:nvSpPr>
              <p:cNvPr id="4007" name="tx4007"/>
              <p:cNvSpPr/>
              <p:nvPr/>
            </p:nvSpPr>
            <p:spPr>
              <a:xfrm>
                <a:off x="2283593" y="4145195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4008" name="tx4008"/>
              <p:cNvSpPr/>
              <p:nvPr/>
            </p:nvSpPr>
            <p:spPr>
              <a:xfrm>
                <a:off x="2328307" y="4163666"/>
                <a:ext cx="10543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W</a:t>
                </a:r>
              </a:p>
            </p:txBody>
          </p:sp>
          <p:sp>
            <p:nvSpPr>
              <p:cNvPr id="4009" name="tx4009"/>
              <p:cNvSpPr/>
              <p:nvPr/>
            </p:nvSpPr>
            <p:spPr>
              <a:xfrm>
                <a:off x="2539323" y="4163666"/>
                <a:ext cx="15544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 95</a:t>
                </a:r>
              </a:p>
            </p:txBody>
          </p:sp>
          <p:sp>
            <p:nvSpPr>
              <p:cNvPr id="4010" name="tx4010"/>
              <p:cNvSpPr/>
              <p:nvPr/>
            </p:nvSpPr>
            <p:spPr>
              <a:xfrm>
                <a:off x="2694771" y="4145195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4011" name="tx4011"/>
              <p:cNvSpPr/>
              <p:nvPr/>
            </p:nvSpPr>
            <p:spPr>
              <a:xfrm>
                <a:off x="2739486" y="4163666"/>
                <a:ext cx="10543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W</a:t>
                </a:r>
              </a:p>
            </p:txBody>
          </p:sp>
          <p:sp>
            <p:nvSpPr>
              <p:cNvPr id="4012" name="tx4012"/>
              <p:cNvSpPr/>
              <p:nvPr/>
            </p:nvSpPr>
            <p:spPr>
              <a:xfrm>
                <a:off x="2966047" y="4163666"/>
                <a:ext cx="15544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 90</a:t>
                </a:r>
              </a:p>
            </p:txBody>
          </p:sp>
          <p:sp>
            <p:nvSpPr>
              <p:cNvPr id="4013" name="tx4013"/>
              <p:cNvSpPr/>
              <p:nvPr/>
            </p:nvSpPr>
            <p:spPr>
              <a:xfrm>
                <a:off x="3121495" y="4145195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4014" name="tx4014"/>
              <p:cNvSpPr/>
              <p:nvPr/>
            </p:nvSpPr>
            <p:spPr>
              <a:xfrm>
                <a:off x="3166209" y="4163666"/>
                <a:ext cx="10543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W</a:t>
                </a:r>
              </a:p>
            </p:txBody>
          </p:sp>
          <p:sp>
            <p:nvSpPr>
              <p:cNvPr id="4015" name="tx4015"/>
              <p:cNvSpPr/>
              <p:nvPr/>
            </p:nvSpPr>
            <p:spPr>
              <a:xfrm>
                <a:off x="3392771" y="4163666"/>
                <a:ext cx="15544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 85</a:t>
                </a:r>
              </a:p>
            </p:txBody>
          </p:sp>
          <p:sp>
            <p:nvSpPr>
              <p:cNvPr id="4016" name="tx4016"/>
              <p:cNvSpPr/>
              <p:nvPr/>
            </p:nvSpPr>
            <p:spPr>
              <a:xfrm>
                <a:off x="3548219" y="4145195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4017" name="tx4017"/>
              <p:cNvSpPr/>
              <p:nvPr/>
            </p:nvSpPr>
            <p:spPr>
              <a:xfrm>
                <a:off x="3592933" y="4163666"/>
                <a:ext cx="10543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W</a:t>
                </a:r>
              </a:p>
            </p:txBody>
          </p:sp>
          <p:sp>
            <p:nvSpPr>
              <p:cNvPr id="4018" name="tx4018"/>
              <p:cNvSpPr/>
              <p:nvPr/>
            </p:nvSpPr>
            <p:spPr>
              <a:xfrm>
                <a:off x="3819494" y="4163666"/>
                <a:ext cx="15544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 80</a:t>
                </a:r>
              </a:p>
            </p:txBody>
          </p:sp>
          <p:sp>
            <p:nvSpPr>
              <p:cNvPr id="4019" name="tx4019"/>
              <p:cNvSpPr/>
              <p:nvPr/>
            </p:nvSpPr>
            <p:spPr>
              <a:xfrm>
                <a:off x="3974942" y="4145195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4020" name="tx4020"/>
              <p:cNvSpPr/>
              <p:nvPr/>
            </p:nvSpPr>
            <p:spPr>
              <a:xfrm>
                <a:off x="4019656" y="4163666"/>
                <a:ext cx="10543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W</a:t>
                </a:r>
              </a:p>
            </p:txBody>
          </p:sp>
          <p:sp>
            <p:nvSpPr>
              <p:cNvPr id="4021" name="tx4021"/>
              <p:cNvSpPr/>
              <p:nvPr/>
            </p:nvSpPr>
            <p:spPr>
              <a:xfrm>
                <a:off x="4246218" y="4163300"/>
                <a:ext cx="15544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 75</a:t>
                </a:r>
              </a:p>
            </p:txBody>
          </p:sp>
          <p:sp>
            <p:nvSpPr>
              <p:cNvPr id="4022" name="tx4022"/>
              <p:cNvSpPr/>
              <p:nvPr/>
            </p:nvSpPr>
            <p:spPr>
              <a:xfrm>
                <a:off x="4401666" y="4144830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4023" name="tx4023"/>
              <p:cNvSpPr/>
              <p:nvPr/>
            </p:nvSpPr>
            <p:spPr>
              <a:xfrm>
                <a:off x="4446380" y="4163300"/>
                <a:ext cx="10543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W</a:t>
                </a:r>
              </a:p>
            </p:txBody>
          </p:sp>
          <p:sp>
            <p:nvSpPr>
              <p:cNvPr id="4024" name="tx4024"/>
              <p:cNvSpPr/>
              <p:nvPr/>
            </p:nvSpPr>
            <p:spPr>
              <a:xfrm>
                <a:off x="4672941" y="4163666"/>
                <a:ext cx="15544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 70</a:t>
                </a:r>
              </a:p>
            </p:txBody>
          </p:sp>
          <p:sp>
            <p:nvSpPr>
              <p:cNvPr id="4025" name="tx4025"/>
              <p:cNvSpPr/>
              <p:nvPr/>
            </p:nvSpPr>
            <p:spPr>
              <a:xfrm>
                <a:off x="4828389" y="4145195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4026" name="tx4026"/>
              <p:cNvSpPr/>
              <p:nvPr/>
            </p:nvSpPr>
            <p:spPr>
              <a:xfrm>
                <a:off x="4873103" y="4163666"/>
                <a:ext cx="10543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W</a:t>
                </a:r>
              </a:p>
            </p:txBody>
          </p:sp>
          <p:sp>
            <p:nvSpPr>
              <p:cNvPr id="4027" name="tx4027"/>
              <p:cNvSpPr/>
              <p:nvPr/>
            </p:nvSpPr>
            <p:spPr>
              <a:xfrm>
                <a:off x="5099665" y="4163666"/>
                <a:ext cx="15544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 65</a:t>
                </a:r>
              </a:p>
            </p:txBody>
          </p:sp>
          <p:sp>
            <p:nvSpPr>
              <p:cNvPr id="4028" name="tx4028"/>
              <p:cNvSpPr/>
              <p:nvPr/>
            </p:nvSpPr>
            <p:spPr>
              <a:xfrm>
                <a:off x="5255113" y="4145195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4029" name="tx4029"/>
              <p:cNvSpPr/>
              <p:nvPr/>
            </p:nvSpPr>
            <p:spPr>
              <a:xfrm>
                <a:off x="5299827" y="4163666"/>
                <a:ext cx="10543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W</a:t>
                </a:r>
              </a:p>
            </p:txBody>
          </p:sp>
          <p:sp>
            <p:nvSpPr>
              <p:cNvPr id="4030" name="tx4030"/>
              <p:cNvSpPr/>
              <p:nvPr/>
            </p:nvSpPr>
            <p:spPr>
              <a:xfrm>
                <a:off x="3379362" y="4303342"/>
                <a:ext cx="613928" cy="100035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32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Longitude</a:t>
                </a:r>
              </a:p>
            </p:txBody>
          </p:sp>
          <p:sp>
            <p:nvSpPr>
              <p:cNvPr id="4031" name="rc4031"/>
              <p:cNvSpPr/>
              <p:nvPr/>
            </p:nvSpPr>
            <p:spPr>
              <a:xfrm>
                <a:off x="5576285" y="1950162"/>
                <a:ext cx="737195" cy="1586402"/>
              </a:xfrm>
              <a:prstGeom prst="rect">
                <a:avLst/>
              </a:prstGeom>
              <a:solidFill>
                <a:srgbClr val="FFFFFF">
                  <a:alpha val="100000"/>
                </a:srgbClr>
              </a:solidFill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32" name="tx4032"/>
              <p:cNvSpPr/>
              <p:nvPr/>
            </p:nvSpPr>
            <p:spPr>
              <a:xfrm>
                <a:off x="5645874" y="2034473"/>
                <a:ext cx="598017" cy="100035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32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Genomic </a:t>
                </a:r>
              </a:p>
            </p:txBody>
          </p:sp>
          <p:sp>
            <p:nvSpPr>
              <p:cNvPr id="4033" name="tx4033"/>
              <p:cNvSpPr/>
              <p:nvPr/>
            </p:nvSpPr>
            <p:spPr>
              <a:xfrm>
                <a:off x="5645874" y="2185349"/>
                <a:ext cx="370332" cy="100035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32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Offset</a:t>
                </a:r>
              </a:p>
            </p:txBody>
          </p:sp>
          <p:pic>
            <p:nvPicPr>
              <p:cNvPr id="4034" name="pic4034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5645874" y="2369695"/>
                <a:ext cx="219455" cy="1097280"/>
              </a:xfrm>
              <a:prstGeom prst="rect">
                <a:avLst/>
              </a:prstGeom>
            </p:spPr>
          </p:pic>
          <p:sp>
            <p:nvSpPr>
              <p:cNvPr id="4035" name="pl4035"/>
              <p:cNvSpPr/>
              <p:nvPr/>
            </p:nvSpPr>
            <p:spPr>
              <a:xfrm>
                <a:off x="5821439" y="3465147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36" name="pl4036"/>
              <p:cNvSpPr/>
              <p:nvPr/>
            </p:nvSpPr>
            <p:spPr>
              <a:xfrm>
                <a:off x="5821439" y="3191741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37" name="pl4037"/>
              <p:cNvSpPr/>
              <p:nvPr/>
            </p:nvSpPr>
            <p:spPr>
              <a:xfrm>
                <a:off x="5821439" y="2918335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38" name="pl4038"/>
              <p:cNvSpPr/>
              <p:nvPr/>
            </p:nvSpPr>
            <p:spPr>
              <a:xfrm>
                <a:off x="5821439" y="2644930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39" name="pl4039"/>
              <p:cNvSpPr/>
              <p:nvPr/>
            </p:nvSpPr>
            <p:spPr>
              <a:xfrm>
                <a:off x="5821439" y="2371524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40" name="pl4040"/>
              <p:cNvSpPr/>
              <p:nvPr/>
            </p:nvSpPr>
            <p:spPr>
              <a:xfrm>
                <a:off x="5645874" y="3465147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41" name="pl4041"/>
              <p:cNvSpPr/>
              <p:nvPr/>
            </p:nvSpPr>
            <p:spPr>
              <a:xfrm>
                <a:off x="5645874" y="3191741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42" name="pl4042"/>
              <p:cNvSpPr/>
              <p:nvPr/>
            </p:nvSpPr>
            <p:spPr>
              <a:xfrm>
                <a:off x="5645874" y="2918335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43" name="pl4043"/>
              <p:cNvSpPr/>
              <p:nvPr/>
            </p:nvSpPr>
            <p:spPr>
              <a:xfrm>
                <a:off x="5645874" y="2644930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44" name="pl4044"/>
              <p:cNvSpPr/>
              <p:nvPr/>
            </p:nvSpPr>
            <p:spPr>
              <a:xfrm>
                <a:off x="5645874" y="2371524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45" name="tx4045"/>
              <p:cNvSpPr/>
              <p:nvPr/>
            </p:nvSpPr>
            <p:spPr>
              <a:xfrm>
                <a:off x="5934919" y="3425142"/>
                <a:ext cx="62179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0</a:t>
                </a:r>
              </a:p>
            </p:txBody>
          </p:sp>
          <p:sp>
            <p:nvSpPr>
              <p:cNvPr id="4046" name="tx4046"/>
              <p:cNvSpPr/>
              <p:nvPr/>
            </p:nvSpPr>
            <p:spPr>
              <a:xfrm>
                <a:off x="5934919" y="3151736"/>
                <a:ext cx="62179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1</a:t>
                </a:r>
              </a:p>
            </p:txBody>
          </p:sp>
          <p:sp>
            <p:nvSpPr>
              <p:cNvPr id="4047" name="tx4047"/>
              <p:cNvSpPr/>
              <p:nvPr/>
            </p:nvSpPr>
            <p:spPr>
              <a:xfrm>
                <a:off x="5934919" y="2878330"/>
                <a:ext cx="62179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2</a:t>
                </a:r>
              </a:p>
            </p:txBody>
          </p:sp>
          <p:sp>
            <p:nvSpPr>
              <p:cNvPr id="4048" name="tx4048"/>
              <p:cNvSpPr/>
              <p:nvPr/>
            </p:nvSpPr>
            <p:spPr>
              <a:xfrm>
                <a:off x="5934919" y="2604925"/>
                <a:ext cx="62179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3</a:t>
                </a:r>
              </a:p>
            </p:txBody>
          </p:sp>
          <p:sp>
            <p:nvSpPr>
              <p:cNvPr id="4049" name="tx4049"/>
              <p:cNvSpPr/>
              <p:nvPr/>
            </p:nvSpPr>
            <p:spPr>
              <a:xfrm>
                <a:off x="5934919" y="2331519"/>
                <a:ext cx="62179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4</a:t>
                </a:r>
              </a:p>
            </p:txBody>
          </p:sp>
          <p:sp>
            <p:nvSpPr>
              <p:cNvPr id="4061" name="rc4061"/>
              <p:cNvSpPr/>
              <p:nvPr/>
            </p:nvSpPr>
            <p:spPr>
              <a:xfrm>
                <a:off x="2097741" y="1521787"/>
                <a:ext cx="1251309" cy="1221576"/>
              </a:xfrm>
              <a:prstGeom prst="rect">
                <a:avLst/>
              </a:prstGeom>
              <a:noFill/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62" name="rc4062"/>
              <p:cNvSpPr/>
              <p:nvPr/>
            </p:nvSpPr>
            <p:spPr>
              <a:xfrm>
                <a:off x="2097741" y="1521787"/>
                <a:ext cx="1251309" cy="1221576"/>
              </a:xfrm>
              <a:prstGeom prst="rect">
                <a:avLst/>
              </a:prstGeom>
              <a:solidFill>
                <a:srgbClr val="F0F8FF">
                  <a:alpha val="100000"/>
                </a:srgbClr>
              </a:solidFill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63" name="pl4063"/>
              <p:cNvSpPr/>
              <p:nvPr/>
            </p:nvSpPr>
            <p:spPr>
              <a:xfrm>
                <a:off x="2122566" y="1521787"/>
                <a:ext cx="0" cy="1221576"/>
              </a:xfrm>
              <a:custGeom>
                <a:avLst/>
                <a:gdLst/>
                <a:ahLst/>
                <a:cxnLst/>
                <a:rect l="0" t="0" r="0" b="0"/>
                <a:pathLst>
                  <a:path h="1221576">
                    <a:moveTo>
                      <a:pt x="0" y="1221576"/>
                    </a:moveTo>
                    <a:lnTo>
                      <a:pt x="0" y="1214519"/>
                    </a:lnTo>
                    <a:lnTo>
                      <a:pt x="0" y="1197347"/>
                    </a:lnTo>
                    <a:lnTo>
                      <a:pt x="0" y="1180176"/>
                    </a:lnTo>
                    <a:lnTo>
                      <a:pt x="0" y="1163005"/>
                    </a:lnTo>
                    <a:lnTo>
                      <a:pt x="0" y="1145834"/>
                    </a:lnTo>
                    <a:lnTo>
                      <a:pt x="0" y="1128662"/>
                    </a:lnTo>
                    <a:lnTo>
                      <a:pt x="0" y="1111491"/>
                    </a:lnTo>
                    <a:lnTo>
                      <a:pt x="0" y="1094320"/>
                    </a:lnTo>
                    <a:lnTo>
                      <a:pt x="0" y="1077149"/>
                    </a:lnTo>
                    <a:lnTo>
                      <a:pt x="0" y="1059977"/>
                    </a:lnTo>
                    <a:lnTo>
                      <a:pt x="0" y="1042806"/>
                    </a:lnTo>
                    <a:lnTo>
                      <a:pt x="0" y="1025635"/>
                    </a:lnTo>
                    <a:lnTo>
                      <a:pt x="0" y="1008464"/>
                    </a:lnTo>
                    <a:lnTo>
                      <a:pt x="0" y="991292"/>
                    </a:lnTo>
                    <a:lnTo>
                      <a:pt x="0" y="974121"/>
                    </a:lnTo>
                    <a:lnTo>
                      <a:pt x="0" y="956950"/>
                    </a:lnTo>
                    <a:lnTo>
                      <a:pt x="0" y="939779"/>
                    </a:lnTo>
                    <a:lnTo>
                      <a:pt x="0" y="922608"/>
                    </a:lnTo>
                    <a:lnTo>
                      <a:pt x="0" y="905436"/>
                    </a:lnTo>
                    <a:lnTo>
                      <a:pt x="0" y="888265"/>
                    </a:lnTo>
                    <a:lnTo>
                      <a:pt x="0" y="871094"/>
                    </a:lnTo>
                    <a:lnTo>
                      <a:pt x="0" y="853923"/>
                    </a:lnTo>
                    <a:lnTo>
                      <a:pt x="0" y="836751"/>
                    </a:lnTo>
                    <a:lnTo>
                      <a:pt x="0" y="819580"/>
                    </a:lnTo>
                    <a:lnTo>
                      <a:pt x="0" y="802409"/>
                    </a:lnTo>
                    <a:lnTo>
                      <a:pt x="0" y="785238"/>
                    </a:lnTo>
                    <a:lnTo>
                      <a:pt x="0" y="768066"/>
                    </a:lnTo>
                    <a:lnTo>
                      <a:pt x="0" y="750895"/>
                    </a:lnTo>
                    <a:lnTo>
                      <a:pt x="0" y="733724"/>
                    </a:lnTo>
                    <a:lnTo>
                      <a:pt x="0" y="716553"/>
                    </a:lnTo>
                    <a:lnTo>
                      <a:pt x="0" y="699382"/>
                    </a:lnTo>
                    <a:lnTo>
                      <a:pt x="0" y="682210"/>
                    </a:lnTo>
                    <a:lnTo>
                      <a:pt x="0" y="665039"/>
                    </a:lnTo>
                    <a:lnTo>
                      <a:pt x="0" y="647868"/>
                    </a:lnTo>
                    <a:lnTo>
                      <a:pt x="0" y="630697"/>
                    </a:lnTo>
                    <a:lnTo>
                      <a:pt x="0" y="613525"/>
                    </a:lnTo>
                    <a:lnTo>
                      <a:pt x="0" y="596354"/>
                    </a:lnTo>
                    <a:lnTo>
                      <a:pt x="0" y="579183"/>
                    </a:lnTo>
                    <a:lnTo>
                      <a:pt x="0" y="562012"/>
                    </a:lnTo>
                    <a:lnTo>
                      <a:pt x="0" y="544840"/>
                    </a:lnTo>
                    <a:lnTo>
                      <a:pt x="0" y="527669"/>
                    </a:lnTo>
                    <a:lnTo>
                      <a:pt x="0" y="510498"/>
                    </a:lnTo>
                    <a:lnTo>
                      <a:pt x="0" y="493327"/>
                    </a:lnTo>
                    <a:lnTo>
                      <a:pt x="0" y="476155"/>
                    </a:lnTo>
                    <a:lnTo>
                      <a:pt x="0" y="458984"/>
                    </a:lnTo>
                    <a:lnTo>
                      <a:pt x="0" y="441813"/>
                    </a:lnTo>
                    <a:lnTo>
                      <a:pt x="0" y="424642"/>
                    </a:lnTo>
                    <a:lnTo>
                      <a:pt x="0" y="407471"/>
                    </a:lnTo>
                    <a:lnTo>
                      <a:pt x="0" y="390299"/>
                    </a:lnTo>
                    <a:lnTo>
                      <a:pt x="0" y="373128"/>
                    </a:lnTo>
                    <a:lnTo>
                      <a:pt x="0" y="355957"/>
                    </a:lnTo>
                    <a:lnTo>
                      <a:pt x="0" y="338786"/>
                    </a:lnTo>
                    <a:lnTo>
                      <a:pt x="0" y="321614"/>
                    </a:lnTo>
                    <a:lnTo>
                      <a:pt x="0" y="304443"/>
                    </a:lnTo>
                    <a:lnTo>
                      <a:pt x="0" y="287272"/>
                    </a:lnTo>
                    <a:lnTo>
                      <a:pt x="0" y="270101"/>
                    </a:lnTo>
                    <a:lnTo>
                      <a:pt x="0" y="252929"/>
                    </a:lnTo>
                    <a:lnTo>
                      <a:pt x="0" y="235758"/>
                    </a:lnTo>
                    <a:lnTo>
                      <a:pt x="0" y="218587"/>
                    </a:lnTo>
                    <a:lnTo>
                      <a:pt x="0" y="201416"/>
                    </a:lnTo>
                    <a:lnTo>
                      <a:pt x="0" y="184245"/>
                    </a:lnTo>
                    <a:lnTo>
                      <a:pt x="0" y="167073"/>
                    </a:lnTo>
                    <a:lnTo>
                      <a:pt x="0" y="149902"/>
                    </a:lnTo>
                    <a:lnTo>
                      <a:pt x="0" y="132731"/>
                    </a:lnTo>
                    <a:lnTo>
                      <a:pt x="0" y="115560"/>
                    </a:lnTo>
                    <a:lnTo>
                      <a:pt x="0" y="98388"/>
                    </a:lnTo>
                    <a:lnTo>
                      <a:pt x="0" y="81217"/>
                    </a:lnTo>
                    <a:lnTo>
                      <a:pt x="0" y="64046"/>
                    </a:lnTo>
                    <a:lnTo>
                      <a:pt x="0" y="46875"/>
                    </a:lnTo>
                    <a:lnTo>
                      <a:pt x="0" y="29703"/>
                    </a:lnTo>
                    <a:lnTo>
                      <a:pt x="0" y="12532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9525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64" name="pl4064"/>
              <p:cNvSpPr/>
              <p:nvPr/>
            </p:nvSpPr>
            <p:spPr>
              <a:xfrm>
                <a:off x="2345893" y="1521787"/>
                <a:ext cx="0" cy="1221576"/>
              </a:xfrm>
              <a:custGeom>
                <a:avLst/>
                <a:gdLst/>
                <a:ahLst/>
                <a:cxnLst/>
                <a:rect l="0" t="0" r="0" b="0"/>
                <a:pathLst>
                  <a:path h="1221576">
                    <a:moveTo>
                      <a:pt x="0" y="1221576"/>
                    </a:moveTo>
                    <a:lnTo>
                      <a:pt x="0" y="1214519"/>
                    </a:lnTo>
                    <a:lnTo>
                      <a:pt x="0" y="1197347"/>
                    </a:lnTo>
                    <a:lnTo>
                      <a:pt x="0" y="1180176"/>
                    </a:lnTo>
                    <a:lnTo>
                      <a:pt x="0" y="1163005"/>
                    </a:lnTo>
                    <a:lnTo>
                      <a:pt x="0" y="1145834"/>
                    </a:lnTo>
                    <a:lnTo>
                      <a:pt x="0" y="1128662"/>
                    </a:lnTo>
                    <a:lnTo>
                      <a:pt x="0" y="1111491"/>
                    </a:lnTo>
                    <a:lnTo>
                      <a:pt x="0" y="1094320"/>
                    </a:lnTo>
                    <a:lnTo>
                      <a:pt x="0" y="1077149"/>
                    </a:lnTo>
                    <a:lnTo>
                      <a:pt x="0" y="1059977"/>
                    </a:lnTo>
                    <a:lnTo>
                      <a:pt x="0" y="1042806"/>
                    </a:lnTo>
                    <a:lnTo>
                      <a:pt x="0" y="1025635"/>
                    </a:lnTo>
                    <a:lnTo>
                      <a:pt x="0" y="1008464"/>
                    </a:lnTo>
                    <a:lnTo>
                      <a:pt x="0" y="991292"/>
                    </a:lnTo>
                    <a:lnTo>
                      <a:pt x="0" y="974121"/>
                    </a:lnTo>
                    <a:lnTo>
                      <a:pt x="0" y="956950"/>
                    </a:lnTo>
                    <a:lnTo>
                      <a:pt x="0" y="939779"/>
                    </a:lnTo>
                    <a:lnTo>
                      <a:pt x="0" y="922608"/>
                    </a:lnTo>
                    <a:lnTo>
                      <a:pt x="0" y="905436"/>
                    </a:lnTo>
                    <a:lnTo>
                      <a:pt x="0" y="888265"/>
                    </a:lnTo>
                    <a:lnTo>
                      <a:pt x="0" y="871094"/>
                    </a:lnTo>
                    <a:lnTo>
                      <a:pt x="0" y="853923"/>
                    </a:lnTo>
                    <a:lnTo>
                      <a:pt x="0" y="836751"/>
                    </a:lnTo>
                    <a:lnTo>
                      <a:pt x="0" y="819580"/>
                    </a:lnTo>
                    <a:lnTo>
                      <a:pt x="0" y="802409"/>
                    </a:lnTo>
                    <a:lnTo>
                      <a:pt x="0" y="785238"/>
                    </a:lnTo>
                    <a:lnTo>
                      <a:pt x="0" y="768066"/>
                    </a:lnTo>
                    <a:lnTo>
                      <a:pt x="0" y="750895"/>
                    </a:lnTo>
                    <a:lnTo>
                      <a:pt x="0" y="733724"/>
                    </a:lnTo>
                    <a:lnTo>
                      <a:pt x="0" y="716553"/>
                    </a:lnTo>
                    <a:lnTo>
                      <a:pt x="0" y="699382"/>
                    </a:lnTo>
                    <a:lnTo>
                      <a:pt x="0" y="682210"/>
                    </a:lnTo>
                    <a:lnTo>
                      <a:pt x="0" y="665039"/>
                    </a:lnTo>
                    <a:lnTo>
                      <a:pt x="0" y="647868"/>
                    </a:lnTo>
                    <a:lnTo>
                      <a:pt x="0" y="630697"/>
                    </a:lnTo>
                    <a:lnTo>
                      <a:pt x="0" y="613525"/>
                    </a:lnTo>
                    <a:lnTo>
                      <a:pt x="0" y="596354"/>
                    </a:lnTo>
                    <a:lnTo>
                      <a:pt x="0" y="579183"/>
                    </a:lnTo>
                    <a:lnTo>
                      <a:pt x="0" y="562012"/>
                    </a:lnTo>
                    <a:lnTo>
                      <a:pt x="0" y="544840"/>
                    </a:lnTo>
                    <a:lnTo>
                      <a:pt x="0" y="527669"/>
                    </a:lnTo>
                    <a:lnTo>
                      <a:pt x="0" y="510498"/>
                    </a:lnTo>
                    <a:lnTo>
                      <a:pt x="0" y="493327"/>
                    </a:lnTo>
                    <a:lnTo>
                      <a:pt x="0" y="476155"/>
                    </a:lnTo>
                    <a:lnTo>
                      <a:pt x="0" y="458984"/>
                    </a:lnTo>
                    <a:lnTo>
                      <a:pt x="0" y="441813"/>
                    </a:lnTo>
                    <a:lnTo>
                      <a:pt x="0" y="424642"/>
                    </a:lnTo>
                    <a:lnTo>
                      <a:pt x="0" y="407471"/>
                    </a:lnTo>
                    <a:lnTo>
                      <a:pt x="0" y="390299"/>
                    </a:lnTo>
                    <a:lnTo>
                      <a:pt x="0" y="373128"/>
                    </a:lnTo>
                    <a:lnTo>
                      <a:pt x="0" y="355957"/>
                    </a:lnTo>
                    <a:lnTo>
                      <a:pt x="0" y="338786"/>
                    </a:lnTo>
                    <a:lnTo>
                      <a:pt x="0" y="321614"/>
                    </a:lnTo>
                    <a:lnTo>
                      <a:pt x="0" y="304443"/>
                    </a:lnTo>
                    <a:lnTo>
                      <a:pt x="0" y="287272"/>
                    </a:lnTo>
                    <a:lnTo>
                      <a:pt x="0" y="270101"/>
                    </a:lnTo>
                    <a:lnTo>
                      <a:pt x="0" y="252929"/>
                    </a:lnTo>
                    <a:lnTo>
                      <a:pt x="0" y="235758"/>
                    </a:lnTo>
                    <a:lnTo>
                      <a:pt x="0" y="218587"/>
                    </a:lnTo>
                    <a:lnTo>
                      <a:pt x="0" y="201416"/>
                    </a:lnTo>
                    <a:lnTo>
                      <a:pt x="0" y="184245"/>
                    </a:lnTo>
                    <a:lnTo>
                      <a:pt x="0" y="167073"/>
                    </a:lnTo>
                    <a:lnTo>
                      <a:pt x="0" y="149902"/>
                    </a:lnTo>
                    <a:lnTo>
                      <a:pt x="0" y="132731"/>
                    </a:lnTo>
                    <a:lnTo>
                      <a:pt x="0" y="115560"/>
                    </a:lnTo>
                    <a:lnTo>
                      <a:pt x="0" y="98388"/>
                    </a:lnTo>
                    <a:lnTo>
                      <a:pt x="0" y="81217"/>
                    </a:lnTo>
                    <a:lnTo>
                      <a:pt x="0" y="64046"/>
                    </a:lnTo>
                    <a:lnTo>
                      <a:pt x="0" y="46875"/>
                    </a:lnTo>
                    <a:lnTo>
                      <a:pt x="0" y="29703"/>
                    </a:lnTo>
                    <a:lnTo>
                      <a:pt x="0" y="12532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9525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65" name="pl4065"/>
              <p:cNvSpPr/>
              <p:nvPr/>
            </p:nvSpPr>
            <p:spPr>
              <a:xfrm>
                <a:off x="2569219" y="1521787"/>
                <a:ext cx="0" cy="1221576"/>
              </a:xfrm>
              <a:custGeom>
                <a:avLst/>
                <a:gdLst/>
                <a:ahLst/>
                <a:cxnLst/>
                <a:rect l="0" t="0" r="0" b="0"/>
                <a:pathLst>
                  <a:path h="1221576">
                    <a:moveTo>
                      <a:pt x="0" y="1221576"/>
                    </a:moveTo>
                    <a:lnTo>
                      <a:pt x="0" y="1214519"/>
                    </a:lnTo>
                    <a:lnTo>
                      <a:pt x="0" y="1197347"/>
                    </a:lnTo>
                    <a:lnTo>
                      <a:pt x="0" y="1180176"/>
                    </a:lnTo>
                    <a:lnTo>
                      <a:pt x="0" y="1163005"/>
                    </a:lnTo>
                    <a:lnTo>
                      <a:pt x="0" y="1145834"/>
                    </a:lnTo>
                    <a:lnTo>
                      <a:pt x="0" y="1128662"/>
                    </a:lnTo>
                    <a:lnTo>
                      <a:pt x="0" y="1111491"/>
                    </a:lnTo>
                    <a:lnTo>
                      <a:pt x="0" y="1094320"/>
                    </a:lnTo>
                    <a:lnTo>
                      <a:pt x="0" y="1077149"/>
                    </a:lnTo>
                    <a:lnTo>
                      <a:pt x="0" y="1059977"/>
                    </a:lnTo>
                    <a:lnTo>
                      <a:pt x="0" y="1042806"/>
                    </a:lnTo>
                    <a:lnTo>
                      <a:pt x="0" y="1025635"/>
                    </a:lnTo>
                    <a:lnTo>
                      <a:pt x="0" y="1008464"/>
                    </a:lnTo>
                    <a:lnTo>
                      <a:pt x="0" y="991292"/>
                    </a:lnTo>
                    <a:lnTo>
                      <a:pt x="0" y="974121"/>
                    </a:lnTo>
                    <a:lnTo>
                      <a:pt x="0" y="956950"/>
                    </a:lnTo>
                    <a:lnTo>
                      <a:pt x="0" y="939779"/>
                    </a:lnTo>
                    <a:lnTo>
                      <a:pt x="0" y="922608"/>
                    </a:lnTo>
                    <a:lnTo>
                      <a:pt x="0" y="905436"/>
                    </a:lnTo>
                    <a:lnTo>
                      <a:pt x="0" y="888265"/>
                    </a:lnTo>
                    <a:lnTo>
                      <a:pt x="0" y="871094"/>
                    </a:lnTo>
                    <a:lnTo>
                      <a:pt x="0" y="853923"/>
                    </a:lnTo>
                    <a:lnTo>
                      <a:pt x="0" y="836751"/>
                    </a:lnTo>
                    <a:lnTo>
                      <a:pt x="0" y="819580"/>
                    </a:lnTo>
                    <a:lnTo>
                      <a:pt x="0" y="802409"/>
                    </a:lnTo>
                    <a:lnTo>
                      <a:pt x="0" y="785238"/>
                    </a:lnTo>
                    <a:lnTo>
                      <a:pt x="0" y="768066"/>
                    </a:lnTo>
                    <a:lnTo>
                      <a:pt x="0" y="750895"/>
                    </a:lnTo>
                    <a:lnTo>
                      <a:pt x="0" y="733724"/>
                    </a:lnTo>
                    <a:lnTo>
                      <a:pt x="0" y="716553"/>
                    </a:lnTo>
                    <a:lnTo>
                      <a:pt x="0" y="699382"/>
                    </a:lnTo>
                    <a:lnTo>
                      <a:pt x="0" y="682210"/>
                    </a:lnTo>
                    <a:lnTo>
                      <a:pt x="0" y="665039"/>
                    </a:lnTo>
                    <a:lnTo>
                      <a:pt x="0" y="647868"/>
                    </a:lnTo>
                    <a:lnTo>
                      <a:pt x="0" y="630697"/>
                    </a:lnTo>
                    <a:lnTo>
                      <a:pt x="0" y="613525"/>
                    </a:lnTo>
                    <a:lnTo>
                      <a:pt x="0" y="596354"/>
                    </a:lnTo>
                    <a:lnTo>
                      <a:pt x="0" y="579183"/>
                    </a:lnTo>
                    <a:lnTo>
                      <a:pt x="0" y="562012"/>
                    </a:lnTo>
                    <a:lnTo>
                      <a:pt x="0" y="544840"/>
                    </a:lnTo>
                    <a:lnTo>
                      <a:pt x="0" y="527669"/>
                    </a:lnTo>
                    <a:lnTo>
                      <a:pt x="0" y="510498"/>
                    </a:lnTo>
                    <a:lnTo>
                      <a:pt x="0" y="493327"/>
                    </a:lnTo>
                    <a:lnTo>
                      <a:pt x="0" y="476155"/>
                    </a:lnTo>
                    <a:lnTo>
                      <a:pt x="0" y="458984"/>
                    </a:lnTo>
                    <a:lnTo>
                      <a:pt x="0" y="441813"/>
                    </a:lnTo>
                    <a:lnTo>
                      <a:pt x="0" y="424642"/>
                    </a:lnTo>
                    <a:lnTo>
                      <a:pt x="0" y="407471"/>
                    </a:lnTo>
                    <a:lnTo>
                      <a:pt x="0" y="390299"/>
                    </a:lnTo>
                    <a:lnTo>
                      <a:pt x="0" y="373128"/>
                    </a:lnTo>
                    <a:lnTo>
                      <a:pt x="0" y="355957"/>
                    </a:lnTo>
                    <a:lnTo>
                      <a:pt x="0" y="338786"/>
                    </a:lnTo>
                    <a:lnTo>
                      <a:pt x="0" y="321614"/>
                    </a:lnTo>
                    <a:lnTo>
                      <a:pt x="0" y="304443"/>
                    </a:lnTo>
                    <a:lnTo>
                      <a:pt x="0" y="287272"/>
                    </a:lnTo>
                    <a:lnTo>
                      <a:pt x="0" y="270101"/>
                    </a:lnTo>
                    <a:lnTo>
                      <a:pt x="0" y="252929"/>
                    </a:lnTo>
                    <a:lnTo>
                      <a:pt x="0" y="235758"/>
                    </a:lnTo>
                    <a:lnTo>
                      <a:pt x="0" y="218587"/>
                    </a:lnTo>
                    <a:lnTo>
                      <a:pt x="0" y="201416"/>
                    </a:lnTo>
                    <a:lnTo>
                      <a:pt x="0" y="184245"/>
                    </a:lnTo>
                    <a:lnTo>
                      <a:pt x="0" y="167073"/>
                    </a:lnTo>
                    <a:lnTo>
                      <a:pt x="0" y="149902"/>
                    </a:lnTo>
                    <a:lnTo>
                      <a:pt x="0" y="132731"/>
                    </a:lnTo>
                    <a:lnTo>
                      <a:pt x="0" y="115560"/>
                    </a:lnTo>
                    <a:lnTo>
                      <a:pt x="0" y="98388"/>
                    </a:lnTo>
                    <a:lnTo>
                      <a:pt x="0" y="81217"/>
                    </a:lnTo>
                    <a:lnTo>
                      <a:pt x="0" y="64046"/>
                    </a:lnTo>
                    <a:lnTo>
                      <a:pt x="0" y="46875"/>
                    </a:lnTo>
                    <a:lnTo>
                      <a:pt x="0" y="29703"/>
                    </a:lnTo>
                    <a:lnTo>
                      <a:pt x="0" y="12532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9525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66" name="pl4066"/>
              <p:cNvSpPr/>
              <p:nvPr/>
            </p:nvSpPr>
            <p:spPr>
              <a:xfrm>
                <a:off x="2792545" y="1521787"/>
                <a:ext cx="0" cy="1221576"/>
              </a:xfrm>
              <a:custGeom>
                <a:avLst/>
                <a:gdLst/>
                <a:ahLst/>
                <a:cxnLst/>
                <a:rect l="0" t="0" r="0" b="0"/>
                <a:pathLst>
                  <a:path h="1221576">
                    <a:moveTo>
                      <a:pt x="0" y="1221576"/>
                    </a:moveTo>
                    <a:lnTo>
                      <a:pt x="0" y="1214519"/>
                    </a:lnTo>
                    <a:lnTo>
                      <a:pt x="0" y="1197347"/>
                    </a:lnTo>
                    <a:lnTo>
                      <a:pt x="0" y="1180176"/>
                    </a:lnTo>
                    <a:lnTo>
                      <a:pt x="0" y="1163005"/>
                    </a:lnTo>
                    <a:lnTo>
                      <a:pt x="0" y="1145834"/>
                    </a:lnTo>
                    <a:lnTo>
                      <a:pt x="0" y="1128662"/>
                    </a:lnTo>
                    <a:lnTo>
                      <a:pt x="0" y="1111491"/>
                    </a:lnTo>
                    <a:lnTo>
                      <a:pt x="0" y="1094320"/>
                    </a:lnTo>
                    <a:lnTo>
                      <a:pt x="0" y="1077149"/>
                    </a:lnTo>
                    <a:lnTo>
                      <a:pt x="0" y="1059977"/>
                    </a:lnTo>
                    <a:lnTo>
                      <a:pt x="0" y="1042806"/>
                    </a:lnTo>
                    <a:lnTo>
                      <a:pt x="0" y="1025635"/>
                    </a:lnTo>
                    <a:lnTo>
                      <a:pt x="0" y="1008464"/>
                    </a:lnTo>
                    <a:lnTo>
                      <a:pt x="0" y="991292"/>
                    </a:lnTo>
                    <a:lnTo>
                      <a:pt x="0" y="974121"/>
                    </a:lnTo>
                    <a:lnTo>
                      <a:pt x="0" y="956950"/>
                    </a:lnTo>
                    <a:lnTo>
                      <a:pt x="0" y="939779"/>
                    </a:lnTo>
                    <a:lnTo>
                      <a:pt x="0" y="922608"/>
                    </a:lnTo>
                    <a:lnTo>
                      <a:pt x="0" y="905436"/>
                    </a:lnTo>
                    <a:lnTo>
                      <a:pt x="0" y="888265"/>
                    </a:lnTo>
                    <a:lnTo>
                      <a:pt x="0" y="871094"/>
                    </a:lnTo>
                    <a:lnTo>
                      <a:pt x="0" y="853923"/>
                    </a:lnTo>
                    <a:lnTo>
                      <a:pt x="0" y="836751"/>
                    </a:lnTo>
                    <a:lnTo>
                      <a:pt x="0" y="819580"/>
                    </a:lnTo>
                    <a:lnTo>
                      <a:pt x="0" y="802409"/>
                    </a:lnTo>
                    <a:lnTo>
                      <a:pt x="0" y="785238"/>
                    </a:lnTo>
                    <a:lnTo>
                      <a:pt x="0" y="768066"/>
                    </a:lnTo>
                    <a:lnTo>
                      <a:pt x="0" y="750895"/>
                    </a:lnTo>
                    <a:lnTo>
                      <a:pt x="0" y="733724"/>
                    </a:lnTo>
                    <a:lnTo>
                      <a:pt x="0" y="716553"/>
                    </a:lnTo>
                    <a:lnTo>
                      <a:pt x="0" y="699382"/>
                    </a:lnTo>
                    <a:lnTo>
                      <a:pt x="0" y="682210"/>
                    </a:lnTo>
                    <a:lnTo>
                      <a:pt x="0" y="665039"/>
                    </a:lnTo>
                    <a:lnTo>
                      <a:pt x="0" y="647868"/>
                    </a:lnTo>
                    <a:lnTo>
                      <a:pt x="0" y="630697"/>
                    </a:lnTo>
                    <a:lnTo>
                      <a:pt x="0" y="613525"/>
                    </a:lnTo>
                    <a:lnTo>
                      <a:pt x="0" y="596354"/>
                    </a:lnTo>
                    <a:lnTo>
                      <a:pt x="0" y="579183"/>
                    </a:lnTo>
                    <a:lnTo>
                      <a:pt x="0" y="562012"/>
                    </a:lnTo>
                    <a:lnTo>
                      <a:pt x="0" y="544840"/>
                    </a:lnTo>
                    <a:lnTo>
                      <a:pt x="0" y="527669"/>
                    </a:lnTo>
                    <a:lnTo>
                      <a:pt x="0" y="510498"/>
                    </a:lnTo>
                    <a:lnTo>
                      <a:pt x="0" y="493327"/>
                    </a:lnTo>
                    <a:lnTo>
                      <a:pt x="0" y="476155"/>
                    </a:lnTo>
                    <a:lnTo>
                      <a:pt x="0" y="458984"/>
                    </a:lnTo>
                    <a:lnTo>
                      <a:pt x="0" y="441813"/>
                    </a:lnTo>
                    <a:lnTo>
                      <a:pt x="0" y="424642"/>
                    </a:lnTo>
                    <a:lnTo>
                      <a:pt x="0" y="407471"/>
                    </a:lnTo>
                    <a:lnTo>
                      <a:pt x="0" y="390299"/>
                    </a:lnTo>
                    <a:lnTo>
                      <a:pt x="0" y="373128"/>
                    </a:lnTo>
                    <a:lnTo>
                      <a:pt x="0" y="355957"/>
                    </a:lnTo>
                    <a:lnTo>
                      <a:pt x="0" y="338786"/>
                    </a:lnTo>
                    <a:lnTo>
                      <a:pt x="0" y="321614"/>
                    </a:lnTo>
                    <a:lnTo>
                      <a:pt x="0" y="304443"/>
                    </a:lnTo>
                    <a:lnTo>
                      <a:pt x="0" y="287272"/>
                    </a:lnTo>
                    <a:lnTo>
                      <a:pt x="0" y="270101"/>
                    </a:lnTo>
                    <a:lnTo>
                      <a:pt x="0" y="252929"/>
                    </a:lnTo>
                    <a:lnTo>
                      <a:pt x="0" y="235758"/>
                    </a:lnTo>
                    <a:lnTo>
                      <a:pt x="0" y="218587"/>
                    </a:lnTo>
                    <a:lnTo>
                      <a:pt x="0" y="201416"/>
                    </a:lnTo>
                    <a:lnTo>
                      <a:pt x="0" y="184245"/>
                    </a:lnTo>
                    <a:lnTo>
                      <a:pt x="0" y="167073"/>
                    </a:lnTo>
                    <a:lnTo>
                      <a:pt x="0" y="149902"/>
                    </a:lnTo>
                    <a:lnTo>
                      <a:pt x="0" y="132731"/>
                    </a:lnTo>
                    <a:lnTo>
                      <a:pt x="0" y="115560"/>
                    </a:lnTo>
                    <a:lnTo>
                      <a:pt x="0" y="98388"/>
                    </a:lnTo>
                    <a:lnTo>
                      <a:pt x="0" y="81217"/>
                    </a:lnTo>
                    <a:lnTo>
                      <a:pt x="0" y="64046"/>
                    </a:lnTo>
                    <a:lnTo>
                      <a:pt x="0" y="46875"/>
                    </a:lnTo>
                    <a:lnTo>
                      <a:pt x="0" y="29703"/>
                    </a:lnTo>
                    <a:lnTo>
                      <a:pt x="0" y="12532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9525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67" name="pl4067"/>
              <p:cNvSpPr/>
              <p:nvPr/>
            </p:nvSpPr>
            <p:spPr>
              <a:xfrm>
                <a:off x="3015871" y="1521787"/>
                <a:ext cx="0" cy="1221576"/>
              </a:xfrm>
              <a:custGeom>
                <a:avLst/>
                <a:gdLst/>
                <a:ahLst/>
                <a:cxnLst/>
                <a:rect l="0" t="0" r="0" b="0"/>
                <a:pathLst>
                  <a:path h="1221576">
                    <a:moveTo>
                      <a:pt x="0" y="1221576"/>
                    </a:moveTo>
                    <a:lnTo>
                      <a:pt x="0" y="1214519"/>
                    </a:lnTo>
                    <a:lnTo>
                      <a:pt x="0" y="1197347"/>
                    </a:lnTo>
                    <a:lnTo>
                      <a:pt x="0" y="1180176"/>
                    </a:lnTo>
                    <a:lnTo>
                      <a:pt x="0" y="1163005"/>
                    </a:lnTo>
                    <a:lnTo>
                      <a:pt x="0" y="1145834"/>
                    </a:lnTo>
                    <a:lnTo>
                      <a:pt x="0" y="1128662"/>
                    </a:lnTo>
                    <a:lnTo>
                      <a:pt x="0" y="1111491"/>
                    </a:lnTo>
                    <a:lnTo>
                      <a:pt x="0" y="1094320"/>
                    </a:lnTo>
                    <a:lnTo>
                      <a:pt x="0" y="1077149"/>
                    </a:lnTo>
                    <a:lnTo>
                      <a:pt x="0" y="1059977"/>
                    </a:lnTo>
                    <a:lnTo>
                      <a:pt x="0" y="1042806"/>
                    </a:lnTo>
                    <a:lnTo>
                      <a:pt x="0" y="1025635"/>
                    </a:lnTo>
                    <a:lnTo>
                      <a:pt x="0" y="1008464"/>
                    </a:lnTo>
                    <a:lnTo>
                      <a:pt x="0" y="991292"/>
                    </a:lnTo>
                    <a:lnTo>
                      <a:pt x="0" y="974121"/>
                    </a:lnTo>
                    <a:lnTo>
                      <a:pt x="0" y="956950"/>
                    </a:lnTo>
                    <a:lnTo>
                      <a:pt x="0" y="939779"/>
                    </a:lnTo>
                    <a:lnTo>
                      <a:pt x="0" y="922608"/>
                    </a:lnTo>
                    <a:lnTo>
                      <a:pt x="0" y="905436"/>
                    </a:lnTo>
                    <a:lnTo>
                      <a:pt x="0" y="888265"/>
                    </a:lnTo>
                    <a:lnTo>
                      <a:pt x="0" y="871094"/>
                    </a:lnTo>
                    <a:lnTo>
                      <a:pt x="0" y="853923"/>
                    </a:lnTo>
                    <a:lnTo>
                      <a:pt x="0" y="836751"/>
                    </a:lnTo>
                    <a:lnTo>
                      <a:pt x="0" y="819580"/>
                    </a:lnTo>
                    <a:lnTo>
                      <a:pt x="0" y="802409"/>
                    </a:lnTo>
                    <a:lnTo>
                      <a:pt x="0" y="785238"/>
                    </a:lnTo>
                    <a:lnTo>
                      <a:pt x="0" y="768066"/>
                    </a:lnTo>
                    <a:lnTo>
                      <a:pt x="0" y="750895"/>
                    </a:lnTo>
                    <a:lnTo>
                      <a:pt x="0" y="733724"/>
                    </a:lnTo>
                    <a:lnTo>
                      <a:pt x="0" y="716553"/>
                    </a:lnTo>
                    <a:lnTo>
                      <a:pt x="0" y="699382"/>
                    </a:lnTo>
                    <a:lnTo>
                      <a:pt x="0" y="682210"/>
                    </a:lnTo>
                    <a:lnTo>
                      <a:pt x="0" y="665039"/>
                    </a:lnTo>
                    <a:lnTo>
                      <a:pt x="0" y="647868"/>
                    </a:lnTo>
                    <a:lnTo>
                      <a:pt x="0" y="630697"/>
                    </a:lnTo>
                    <a:lnTo>
                      <a:pt x="0" y="613525"/>
                    </a:lnTo>
                    <a:lnTo>
                      <a:pt x="0" y="596354"/>
                    </a:lnTo>
                    <a:lnTo>
                      <a:pt x="0" y="579183"/>
                    </a:lnTo>
                    <a:lnTo>
                      <a:pt x="0" y="562012"/>
                    </a:lnTo>
                    <a:lnTo>
                      <a:pt x="0" y="544840"/>
                    </a:lnTo>
                    <a:lnTo>
                      <a:pt x="0" y="527669"/>
                    </a:lnTo>
                    <a:lnTo>
                      <a:pt x="0" y="510498"/>
                    </a:lnTo>
                    <a:lnTo>
                      <a:pt x="0" y="493327"/>
                    </a:lnTo>
                    <a:lnTo>
                      <a:pt x="0" y="476155"/>
                    </a:lnTo>
                    <a:lnTo>
                      <a:pt x="0" y="458984"/>
                    </a:lnTo>
                    <a:lnTo>
                      <a:pt x="0" y="441813"/>
                    </a:lnTo>
                    <a:lnTo>
                      <a:pt x="0" y="424642"/>
                    </a:lnTo>
                    <a:lnTo>
                      <a:pt x="0" y="407471"/>
                    </a:lnTo>
                    <a:lnTo>
                      <a:pt x="0" y="390299"/>
                    </a:lnTo>
                    <a:lnTo>
                      <a:pt x="0" y="373128"/>
                    </a:lnTo>
                    <a:lnTo>
                      <a:pt x="0" y="355957"/>
                    </a:lnTo>
                    <a:lnTo>
                      <a:pt x="0" y="338786"/>
                    </a:lnTo>
                    <a:lnTo>
                      <a:pt x="0" y="321614"/>
                    </a:lnTo>
                    <a:lnTo>
                      <a:pt x="0" y="304443"/>
                    </a:lnTo>
                    <a:lnTo>
                      <a:pt x="0" y="287272"/>
                    </a:lnTo>
                    <a:lnTo>
                      <a:pt x="0" y="270101"/>
                    </a:lnTo>
                    <a:lnTo>
                      <a:pt x="0" y="252929"/>
                    </a:lnTo>
                    <a:lnTo>
                      <a:pt x="0" y="235758"/>
                    </a:lnTo>
                    <a:lnTo>
                      <a:pt x="0" y="218587"/>
                    </a:lnTo>
                    <a:lnTo>
                      <a:pt x="0" y="201416"/>
                    </a:lnTo>
                    <a:lnTo>
                      <a:pt x="0" y="184245"/>
                    </a:lnTo>
                    <a:lnTo>
                      <a:pt x="0" y="167073"/>
                    </a:lnTo>
                    <a:lnTo>
                      <a:pt x="0" y="149902"/>
                    </a:lnTo>
                    <a:lnTo>
                      <a:pt x="0" y="132731"/>
                    </a:lnTo>
                    <a:lnTo>
                      <a:pt x="0" y="115560"/>
                    </a:lnTo>
                    <a:lnTo>
                      <a:pt x="0" y="98388"/>
                    </a:lnTo>
                    <a:lnTo>
                      <a:pt x="0" y="81217"/>
                    </a:lnTo>
                    <a:lnTo>
                      <a:pt x="0" y="64046"/>
                    </a:lnTo>
                    <a:lnTo>
                      <a:pt x="0" y="46875"/>
                    </a:lnTo>
                    <a:lnTo>
                      <a:pt x="0" y="29703"/>
                    </a:lnTo>
                    <a:lnTo>
                      <a:pt x="0" y="12532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9525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68" name="pl4068"/>
              <p:cNvSpPr/>
              <p:nvPr/>
            </p:nvSpPr>
            <p:spPr>
              <a:xfrm>
                <a:off x="3239198" y="1521787"/>
                <a:ext cx="0" cy="1221576"/>
              </a:xfrm>
              <a:custGeom>
                <a:avLst/>
                <a:gdLst/>
                <a:ahLst/>
                <a:cxnLst/>
                <a:rect l="0" t="0" r="0" b="0"/>
                <a:pathLst>
                  <a:path h="1221576">
                    <a:moveTo>
                      <a:pt x="0" y="1221576"/>
                    </a:moveTo>
                    <a:lnTo>
                      <a:pt x="0" y="1214519"/>
                    </a:lnTo>
                    <a:lnTo>
                      <a:pt x="0" y="1197347"/>
                    </a:lnTo>
                    <a:lnTo>
                      <a:pt x="0" y="1180176"/>
                    </a:lnTo>
                    <a:lnTo>
                      <a:pt x="0" y="1163005"/>
                    </a:lnTo>
                    <a:lnTo>
                      <a:pt x="0" y="1145834"/>
                    </a:lnTo>
                    <a:lnTo>
                      <a:pt x="0" y="1128662"/>
                    </a:lnTo>
                    <a:lnTo>
                      <a:pt x="0" y="1111491"/>
                    </a:lnTo>
                    <a:lnTo>
                      <a:pt x="0" y="1094320"/>
                    </a:lnTo>
                    <a:lnTo>
                      <a:pt x="0" y="1077149"/>
                    </a:lnTo>
                    <a:lnTo>
                      <a:pt x="0" y="1059977"/>
                    </a:lnTo>
                    <a:lnTo>
                      <a:pt x="0" y="1042806"/>
                    </a:lnTo>
                    <a:lnTo>
                      <a:pt x="0" y="1025635"/>
                    </a:lnTo>
                    <a:lnTo>
                      <a:pt x="0" y="1008464"/>
                    </a:lnTo>
                    <a:lnTo>
                      <a:pt x="0" y="991292"/>
                    </a:lnTo>
                    <a:lnTo>
                      <a:pt x="0" y="974121"/>
                    </a:lnTo>
                    <a:lnTo>
                      <a:pt x="0" y="956950"/>
                    </a:lnTo>
                    <a:lnTo>
                      <a:pt x="0" y="939779"/>
                    </a:lnTo>
                    <a:lnTo>
                      <a:pt x="0" y="922608"/>
                    </a:lnTo>
                    <a:lnTo>
                      <a:pt x="0" y="905436"/>
                    </a:lnTo>
                    <a:lnTo>
                      <a:pt x="0" y="888265"/>
                    </a:lnTo>
                    <a:lnTo>
                      <a:pt x="0" y="871094"/>
                    </a:lnTo>
                    <a:lnTo>
                      <a:pt x="0" y="853923"/>
                    </a:lnTo>
                    <a:lnTo>
                      <a:pt x="0" y="836751"/>
                    </a:lnTo>
                    <a:lnTo>
                      <a:pt x="0" y="819580"/>
                    </a:lnTo>
                    <a:lnTo>
                      <a:pt x="0" y="802409"/>
                    </a:lnTo>
                    <a:lnTo>
                      <a:pt x="0" y="785238"/>
                    </a:lnTo>
                    <a:lnTo>
                      <a:pt x="0" y="768066"/>
                    </a:lnTo>
                    <a:lnTo>
                      <a:pt x="0" y="750895"/>
                    </a:lnTo>
                    <a:lnTo>
                      <a:pt x="0" y="733724"/>
                    </a:lnTo>
                    <a:lnTo>
                      <a:pt x="0" y="716553"/>
                    </a:lnTo>
                    <a:lnTo>
                      <a:pt x="0" y="699382"/>
                    </a:lnTo>
                    <a:lnTo>
                      <a:pt x="0" y="682210"/>
                    </a:lnTo>
                    <a:lnTo>
                      <a:pt x="0" y="665039"/>
                    </a:lnTo>
                    <a:lnTo>
                      <a:pt x="0" y="647868"/>
                    </a:lnTo>
                    <a:lnTo>
                      <a:pt x="0" y="630697"/>
                    </a:lnTo>
                    <a:lnTo>
                      <a:pt x="0" y="613525"/>
                    </a:lnTo>
                    <a:lnTo>
                      <a:pt x="0" y="596354"/>
                    </a:lnTo>
                    <a:lnTo>
                      <a:pt x="0" y="579183"/>
                    </a:lnTo>
                    <a:lnTo>
                      <a:pt x="0" y="562012"/>
                    </a:lnTo>
                    <a:lnTo>
                      <a:pt x="0" y="544840"/>
                    </a:lnTo>
                    <a:lnTo>
                      <a:pt x="0" y="527669"/>
                    </a:lnTo>
                    <a:lnTo>
                      <a:pt x="0" y="510498"/>
                    </a:lnTo>
                    <a:lnTo>
                      <a:pt x="0" y="493327"/>
                    </a:lnTo>
                    <a:lnTo>
                      <a:pt x="0" y="476155"/>
                    </a:lnTo>
                    <a:lnTo>
                      <a:pt x="0" y="458984"/>
                    </a:lnTo>
                    <a:lnTo>
                      <a:pt x="0" y="441813"/>
                    </a:lnTo>
                    <a:lnTo>
                      <a:pt x="0" y="424642"/>
                    </a:lnTo>
                    <a:lnTo>
                      <a:pt x="0" y="407471"/>
                    </a:lnTo>
                    <a:lnTo>
                      <a:pt x="0" y="390299"/>
                    </a:lnTo>
                    <a:lnTo>
                      <a:pt x="0" y="373128"/>
                    </a:lnTo>
                    <a:lnTo>
                      <a:pt x="0" y="355957"/>
                    </a:lnTo>
                    <a:lnTo>
                      <a:pt x="0" y="338786"/>
                    </a:lnTo>
                    <a:lnTo>
                      <a:pt x="0" y="321614"/>
                    </a:lnTo>
                    <a:lnTo>
                      <a:pt x="0" y="304443"/>
                    </a:lnTo>
                    <a:lnTo>
                      <a:pt x="0" y="287272"/>
                    </a:lnTo>
                    <a:lnTo>
                      <a:pt x="0" y="270101"/>
                    </a:lnTo>
                    <a:lnTo>
                      <a:pt x="0" y="252929"/>
                    </a:lnTo>
                    <a:lnTo>
                      <a:pt x="0" y="235758"/>
                    </a:lnTo>
                    <a:lnTo>
                      <a:pt x="0" y="218587"/>
                    </a:lnTo>
                    <a:lnTo>
                      <a:pt x="0" y="201416"/>
                    </a:lnTo>
                    <a:lnTo>
                      <a:pt x="0" y="184245"/>
                    </a:lnTo>
                    <a:lnTo>
                      <a:pt x="0" y="167073"/>
                    </a:lnTo>
                    <a:lnTo>
                      <a:pt x="0" y="149902"/>
                    </a:lnTo>
                    <a:lnTo>
                      <a:pt x="0" y="132731"/>
                    </a:lnTo>
                    <a:lnTo>
                      <a:pt x="0" y="115560"/>
                    </a:lnTo>
                    <a:lnTo>
                      <a:pt x="0" y="98388"/>
                    </a:lnTo>
                    <a:lnTo>
                      <a:pt x="0" y="81217"/>
                    </a:lnTo>
                    <a:lnTo>
                      <a:pt x="0" y="64046"/>
                    </a:lnTo>
                    <a:lnTo>
                      <a:pt x="0" y="46875"/>
                    </a:lnTo>
                    <a:lnTo>
                      <a:pt x="0" y="29703"/>
                    </a:lnTo>
                    <a:lnTo>
                      <a:pt x="0" y="12532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9525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69" name="pl4069"/>
              <p:cNvSpPr/>
              <p:nvPr/>
            </p:nvSpPr>
            <p:spPr>
              <a:xfrm>
                <a:off x="2097741" y="2693378"/>
                <a:ext cx="1251309" cy="0"/>
              </a:xfrm>
              <a:custGeom>
                <a:avLst/>
                <a:gdLst/>
                <a:ahLst/>
                <a:cxnLst/>
                <a:rect l="0" t="0" r="0" b="0"/>
                <a:pathLst>
                  <a:path w="1251309">
                    <a:moveTo>
                      <a:pt x="0" y="0"/>
                    </a:moveTo>
                    <a:lnTo>
                      <a:pt x="6778" y="0"/>
                    </a:lnTo>
                    <a:lnTo>
                      <a:pt x="22569" y="0"/>
                    </a:lnTo>
                    <a:lnTo>
                      <a:pt x="38359" y="0"/>
                    </a:lnTo>
                    <a:lnTo>
                      <a:pt x="54150" y="0"/>
                    </a:lnTo>
                    <a:lnTo>
                      <a:pt x="69941" y="0"/>
                    </a:lnTo>
                    <a:lnTo>
                      <a:pt x="85732" y="0"/>
                    </a:lnTo>
                    <a:lnTo>
                      <a:pt x="101522" y="0"/>
                    </a:lnTo>
                    <a:lnTo>
                      <a:pt x="117313" y="0"/>
                    </a:lnTo>
                    <a:lnTo>
                      <a:pt x="133104" y="0"/>
                    </a:lnTo>
                    <a:lnTo>
                      <a:pt x="148895" y="0"/>
                    </a:lnTo>
                    <a:lnTo>
                      <a:pt x="164685" y="0"/>
                    </a:lnTo>
                    <a:lnTo>
                      <a:pt x="180476" y="0"/>
                    </a:lnTo>
                    <a:lnTo>
                      <a:pt x="196267" y="0"/>
                    </a:lnTo>
                    <a:lnTo>
                      <a:pt x="212058" y="0"/>
                    </a:lnTo>
                    <a:lnTo>
                      <a:pt x="227848" y="0"/>
                    </a:lnTo>
                    <a:lnTo>
                      <a:pt x="243639" y="0"/>
                    </a:lnTo>
                    <a:lnTo>
                      <a:pt x="259430" y="0"/>
                    </a:lnTo>
                    <a:lnTo>
                      <a:pt x="275221" y="0"/>
                    </a:lnTo>
                    <a:lnTo>
                      <a:pt x="291011" y="0"/>
                    </a:lnTo>
                    <a:lnTo>
                      <a:pt x="306802" y="0"/>
                    </a:lnTo>
                    <a:lnTo>
                      <a:pt x="322593" y="0"/>
                    </a:lnTo>
                    <a:lnTo>
                      <a:pt x="338384" y="0"/>
                    </a:lnTo>
                    <a:lnTo>
                      <a:pt x="354174" y="0"/>
                    </a:lnTo>
                    <a:lnTo>
                      <a:pt x="369965" y="0"/>
                    </a:lnTo>
                    <a:lnTo>
                      <a:pt x="385756" y="0"/>
                    </a:lnTo>
                    <a:lnTo>
                      <a:pt x="401547" y="0"/>
                    </a:lnTo>
                    <a:lnTo>
                      <a:pt x="417337" y="0"/>
                    </a:lnTo>
                    <a:lnTo>
                      <a:pt x="433128" y="0"/>
                    </a:lnTo>
                    <a:lnTo>
                      <a:pt x="448919" y="0"/>
                    </a:lnTo>
                    <a:lnTo>
                      <a:pt x="464710" y="0"/>
                    </a:lnTo>
                    <a:lnTo>
                      <a:pt x="480500" y="0"/>
                    </a:lnTo>
                    <a:lnTo>
                      <a:pt x="496291" y="0"/>
                    </a:lnTo>
                    <a:lnTo>
                      <a:pt x="512082" y="0"/>
                    </a:lnTo>
                    <a:lnTo>
                      <a:pt x="527873" y="0"/>
                    </a:lnTo>
                    <a:lnTo>
                      <a:pt x="543663" y="0"/>
                    </a:lnTo>
                    <a:lnTo>
                      <a:pt x="559454" y="0"/>
                    </a:lnTo>
                    <a:lnTo>
                      <a:pt x="575245" y="0"/>
                    </a:lnTo>
                    <a:lnTo>
                      <a:pt x="591036" y="0"/>
                    </a:lnTo>
                    <a:lnTo>
                      <a:pt x="606826" y="0"/>
                    </a:lnTo>
                    <a:lnTo>
                      <a:pt x="622617" y="0"/>
                    </a:lnTo>
                    <a:lnTo>
                      <a:pt x="638408" y="0"/>
                    </a:lnTo>
                    <a:lnTo>
                      <a:pt x="654199" y="0"/>
                    </a:lnTo>
                    <a:lnTo>
                      <a:pt x="669989" y="0"/>
                    </a:lnTo>
                    <a:lnTo>
                      <a:pt x="685780" y="0"/>
                    </a:lnTo>
                    <a:lnTo>
                      <a:pt x="701571" y="0"/>
                    </a:lnTo>
                    <a:lnTo>
                      <a:pt x="717362" y="0"/>
                    </a:lnTo>
                    <a:lnTo>
                      <a:pt x="733152" y="0"/>
                    </a:lnTo>
                    <a:lnTo>
                      <a:pt x="748943" y="0"/>
                    </a:lnTo>
                    <a:lnTo>
                      <a:pt x="764734" y="0"/>
                    </a:lnTo>
                    <a:lnTo>
                      <a:pt x="780524" y="0"/>
                    </a:lnTo>
                    <a:lnTo>
                      <a:pt x="796315" y="0"/>
                    </a:lnTo>
                    <a:lnTo>
                      <a:pt x="812106" y="0"/>
                    </a:lnTo>
                    <a:lnTo>
                      <a:pt x="827897" y="0"/>
                    </a:lnTo>
                    <a:lnTo>
                      <a:pt x="843687" y="0"/>
                    </a:lnTo>
                    <a:lnTo>
                      <a:pt x="859478" y="0"/>
                    </a:lnTo>
                    <a:lnTo>
                      <a:pt x="875269" y="0"/>
                    </a:lnTo>
                    <a:lnTo>
                      <a:pt x="891060" y="0"/>
                    </a:lnTo>
                    <a:lnTo>
                      <a:pt x="906850" y="0"/>
                    </a:lnTo>
                    <a:lnTo>
                      <a:pt x="922641" y="0"/>
                    </a:lnTo>
                    <a:lnTo>
                      <a:pt x="938432" y="0"/>
                    </a:lnTo>
                    <a:lnTo>
                      <a:pt x="954223" y="0"/>
                    </a:lnTo>
                    <a:lnTo>
                      <a:pt x="970013" y="0"/>
                    </a:lnTo>
                    <a:lnTo>
                      <a:pt x="985804" y="0"/>
                    </a:lnTo>
                    <a:lnTo>
                      <a:pt x="1001595" y="0"/>
                    </a:lnTo>
                    <a:lnTo>
                      <a:pt x="1017386" y="0"/>
                    </a:lnTo>
                    <a:lnTo>
                      <a:pt x="1033176" y="0"/>
                    </a:lnTo>
                    <a:lnTo>
                      <a:pt x="1048967" y="0"/>
                    </a:lnTo>
                    <a:lnTo>
                      <a:pt x="1064758" y="0"/>
                    </a:lnTo>
                    <a:lnTo>
                      <a:pt x="1080549" y="0"/>
                    </a:lnTo>
                    <a:lnTo>
                      <a:pt x="1096339" y="0"/>
                    </a:lnTo>
                    <a:lnTo>
                      <a:pt x="1112130" y="0"/>
                    </a:lnTo>
                    <a:lnTo>
                      <a:pt x="1127921" y="0"/>
                    </a:lnTo>
                    <a:lnTo>
                      <a:pt x="1143712" y="0"/>
                    </a:lnTo>
                    <a:lnTo>
                      <a:pt x="1159502" y="0"/>
                    </a:lnTo>
                    <a:lnTo>
                      <a:pt x="1175293" y="0"/>
                    </a:lnTo>
                    <a:lnTo>
                      <a:pt x="1191084" y="0"/>
                    </a:lnTo>
                    <a:lnTo>
                      <a:pt x="1206875" y="0"/>
                    </a:lnTo>
                    <a:lnTo>
                      <a:pt x="1222665" y="0"/>
                    </a:lnTo>
                    <a:lnTo>
                      <a:pt x="1238456" y="0"/>
                    </a:lnTo>
                    <a:lnTo>
                      <a:pt x="1251309" y="0"/>
                    </a:lnTo>
                    <a:lnTo>
                      <a:pt x="1251309" y="0"/>
                    </a:lnTo>
                  </a:path>
                </a:pathLst>
              </a:custGeom>
              <a:ln w="9525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70" name="pl4070"/>
              <p:cNvSpPr/>
              <p:nvPr/>
            </p:nvSpPr>
            <p:spPr>
              <a:xfrm>
                <a:off x="2097741" y="2410053"/>
                <a:ext cx="1251309" cy="0"/>
              </a:xfrm>
              <a:custGeom>
                <a:avLst/>
                <a:gdLst/>
                <a:ahLst/>
                <a:cxnLst/>
                <a:rect l="0" t="0" r="0" b="0"/>
                <a:pathLst>
                  <a:path w="1251309">
                    <a:moveTo>
                      <a:pt x="0" y="0"/>
                    </a:moveTo>
                    <a:lnTo>
                      <a:pt x="6778" y="0"/>
                    </a:lnTo>
                    <a:lnTo>
                      <a:pt x="22569" y="0"/>
                    </a:lnTo>
                    <a:lnTo>
                      <a:pt x="38359" y="0"/>
                    </a:lnTo>
                    <a:lnTo>
                      <a:pt x="54150" y="0"/>
                    </a:lnTo>
                    <a:lnTo>
                      <a:pt x="69941" y="0"/>
                    </a:lnTo>
                    <a:lnTo>
                      <a:pt x="85732" y="0"/>
                    </a:lnTo>
                    <a:lnTo>
                      <a:pt x="101522" y="0"/>
                    </a:lnTo>
                    <a:lnTo>
                      <a:pt x="117313" y="0"/>
                    </a:lnTo>
                    <a:lnTo>
                      <a:pt x="133104" y="0"/>
                    </a:lnTo>
                    <a:lnTo>
                      <a:pt x="148895" y="0"/>
                    </a:lnTo>
                    <a:lnTo>
                      <a:pt x="164685" y="0"/>
                    </a:lnTo>
                    <a:lnTo>
                      <a:pt x="180476" y="0"/>
                    </a:lnTo>
                    <a:lnTo>
                      <a:pt x="196267" y="0"/>
                    </a:lnTo>
                    <a:lnTo>
                      <a:pt x="212058" y="0"/>
                    </a:lnTo>
                    <a:lnTo>
                      <a:pt x="227848" y="0"/>
                    </a:lnTo>
                    <a:lnTo>
                      <a:pt x="243639" y="0"/>
                    </a:lnTo>
                    <a:lnTo>
                      <a:pt x="259430" y="0"/>
                    </a:lnTo>
                    <a:lnTo>
                      <a:pt x="275221" y="0"/>
                    </a:lnTo>
                    <a:lnTo>
                      <a:pt x="291011" y="0"/>
                    </a:lnTo>
                    <a:lnTo>
                      <a:pt x="306802" y="0"/>
                    </a:lnTo>
                    <a:lnTo>
                      <a:pt x="322593" y="0"/>
                    </a:lnTo>
                    <a:lnTo>
                      <a:pt x="338384" y="0"/>
                    </a:lnTo>
                    <a:lnTo>
                      <a:pt x="354174" y="0"/>
                    </a:lnTo>
                    <a:lnTo>
                      <a:pt x="369965" y="0"/>
                    </a:lnTo>
                    <a:lnTo>
                      <a:pt x="385756" y="0"/>
                    </a:lnTo>
                    <a:lnTo>
                      <a:pt x="401547" y="0"/>
                    </a:lnTo>
                    <a:lnTo>
                      <a:pt x="417337" y="0"/>
                    </a:lnTo>
                    <a:lnTo>
                      <a:pt x="433128" y="0"/>
                    </a:lnTo>
                    <a:lnTo>
                      <a:pt x="448919" y="0"/>
                    </a:lnTo>
                    <a:lnTo>
                      <a:pt x="464710" y="0"/>
                    </a:lnTo>
                    <a:lnTo>
                      <a:pt x="480500" y="0"/>
                    </a:lnTo>
                    <a:lnTo>
                      <a:pt x="496291" y="0"/>
                    </a:lnTo>
                    <a:lnTo>
                      <a:pt x="512082" y="0"/>
                    </a:lnTo>
                    <a:lnTo>
                      <a:pt x="527873" y="0"/>
                    </a:lnTo>
                    <a:lnTo>
                      <a:pt x="543663" y="0"/>
                    </a:lnTo>
                    <a:lnTo>
                      <a:pt x="559454" y="0"/>
                    </a:lnTo>
                    <a:lnTo>
                      <a:pt x="575245" y="0"/>
                    </a:lnTo>
                    <a:lnTo>
                      <a:pt x="591036" y="0"/>
                    </a:lnTo>
                    <a:lnTo>
                      <a:pt x="606826" y="0"/>
                    </a:lnTo>
                    <a:lnTo>
                      <a:pt x="622617" y="0"/>
                    </a:lnTo>
                    <a:lnTo>
                      <a:pt x="638408" y="0"/>
                    </a:lnTo>
                    <a:lnTo>
                      <a:pt x="654199" y="0"/>
                    </a:lnTo>
                    <a:lnTo>
                      <a:pt x="669989" y="0"/>
                    </a:lnTo>
                    <a:lnTo>
                      <a:pt x="685780" y="0"/>
                    </a:lnTo>
                    <a:lnTo>
                      <a:pt x="701571" y="0"/>
                    </a:lnTo>
                    <a:lnTo>
                      <a:pt x="717362" y="0"/>
                    </a:lnTo>
                    <a:lnTo>
                      <a:pt x="733152" y="0"/>
                    </a:lnTo>
                    <a:lnTo>
                      <a:pt x="748943" y="0"/>
                    </a:lnTo>
                    <a:lnTo>
                      <a:pt x="764734" y="0"/>
                    </a:lnTo>
                    <a:lnTo>
                      <a:pt x="780524" y="0"/>
                    </a:lnTo>
                    <a:lnTo>
                      <a:pt x="796315" y="0"/>
                    </a:lnTo>
                    <a:lnTo>
                      <a:pt x="812106" y="0"/>
                    </a:lnTo>
                    <a:lnTo>
                      <a:pt x="827897" y="0"/>
                    </a:lnTo>
                    <a:lnTo>
                      <a:pt x="843687" y="0"/>
                    </a:lnTo>
                    <a:lnTo>
                      <a:pt x="859478" y="0"/>
                    </a:lnTo>
                    <a:lnTo>
                      <a:pt x="875269" y="0"/>
                    </a:lnTo>
                    <a:lnTo>
                      <a:pt x="891060" y="0"/>
                    </a:lnTo>
                    <a:lnTo>
                      <a:pt x="906850" y="0"/>
                    </a:lnTo>
                    <a:lnTo>
                      <a:pt x="922641" y="0"/>
                    </a:lnTo>
                    <a:lnTo>
                      <a:pt x="938432" y="0"/>
                    </a:lnTo>
                    <a:lnTo>
                      <a:pt x="954223" y="0"/>
                    </a:lnTo>
                    <a:lnTo>
                      <a:pt x="970013" y="0"/>
                    </a:lnTo>
                    <a:lnTo>
                      <a:pt x="985804" y="0"/>
                    </a:lnTo>
                    <a:lnTo>
                      <a:pt x="1001595" y="0"/>
                    </a:lnTo>
                    <a:lnTo>
                      <a:pt x="1017386" y="0"/>
                    </a:lnTo>
                    <a:lnTo>
                      <a:pt x="1033176" y="0"/>
                    </a:lnTo>
                    <a:lnTo>
                      <a:pt x="1048967" y="0"/>
                    </a:lnTo>
                    <a:lnTo>
                      <a:pt x="1064758" y="0"/>
                    </a:lnTo>
                    <a:lnTo>
                      <a:pt x="1080549" y="0"/>
                    </a:lnTo>
                    <a:lnTo>
                      <a:pt x="1096339" y="0"/>
                    </a:lnTo>
                    <a:lnTo>
                      <a:pt x="1112130" y="0"/>
                    </a:lnTo>
                    <a:lnTo>
                      <a:pt x="1127921" y="0"/>
                    </a:lnTo>
                    <a:lnTo>
                      <a:pt x="1143712" y="0"/>
                    </a:lnTo>
                    <a:lnTo>
                      <a:pt x="1159502" y="0"/>
                    </a:lnTo>
                    <a:lnTo>
                      <a:pt x="1175293" y="0"/>
                    </a:lnTo>
                    <a:lnTo>
                      <a:pt x="1191084" y="0"/>
                    </a:lnTo>
                    <a:lnTo>
                      <a:pt x="1206875" y="0"/>
                    </a:lnTo>
                    <a:lnTo>
                      <a:pt x="1222665" y="0"/>
                    </a:lnTo>
                    <a:lnTo>
                      <a:pt x="1238456" y="0"/>
                    </a:lnTo>
                    <a:lnTo>
                      <a:pt x="1251309" y="0"/>
                    </a:lnTo>
                    <a:lnTo>
                      <a:pt x="1251309" y="0"/>
                    </a:lnTo>
                  </a:path>
                </a:pathLst>
              </a:custGeom>
              <a:ln w="9525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71" name="pl4071"/>
              <p:cNvSpPr/>
              <p:nvPr/>
            </p:nvSpPr>
            <p:spPr>
              <a:xfrm>
                <a:off x="2097741" y="2126728"/>
                <a:ext cx="1251309" cy="0"/>
              </a:xfrm>
              <a:custGeom>
                <a:avLst/>
                <a:gdLst/>
                <a:ahLst/>
                <a:cxnLst/>
                <a:rect l="0" t="0" r="0" b="0"/>
                <a:pathLst>
                  <a:path w="1251309">
                    <a:moveTo>
                      <a:pt x="0" y="0"/>
                    </a:moveTo>
                    <a:lnTo>
                      <a:pt x="6778" y="0"/>
                    </a:lnTo>
                    <a:lnTo>
                      <a:pt x="22569" y="0"/>
                    </a:lnTo>
                    <a:lnTo>
                      <a:pt x="38359" y="0"/>
                    </a:lnTo>
                    <a:lnTo>
                      <a:pt x="54150" y="0"/>
                    </a:lnTo>
                    <a:lnTo>
                      <a:pt x="69941" y="0"/>
                    </a:lnTo>
                    <a:lnTo>
                      <a:pt x="85732" y="0"/>
                    </a:lnTo>
                    <a:lnTo>
                      <a:pt x="101522" y="0"/>
                    </a:lnTo>
                    <a:lnTo>
                      <a:pt x="117313" y="0"/>
                    </a:lnTo>
                    <a:lnTo>
                      <a:pt x="133104" y="0"/>
                    </a:lnTo>
                    <a:lnTo>
                      <a:pt x="148895" y="0"/>
                    </a:lnTo>
                    <a:lnTo>
                      <a:pt x="164685" y="0"/>
                    </a:lnTo>
                    <a:lnTo>
                      <a:pt x="180476" y="0"/>
                    </a:lnTo>
                    <a:lnTo>
                      <a:pt x="196267" y="0"/>
                    </a:lnTo>
                    <a:lnTo>
                      <a:pt x="212058" y="0"/>
                    </a:lnTo>
                    <a:lnTo>
                      <a:pt x="227848" y="0"/>
                    </a:lnTo>
                    <a:lnTo>
                      <a:pt x="243639" y="0"/>
                    </a:lnTo>
                    <a:lnTo>
                      <a:pt x="259430" y="0"/>
                    </a:lnTo>
                    <a:lnTo>
                      <a:pt x="275221" y="0"/>
                    </a:lnTo>
                    <a:lnTo>
                      <a:pt x="291011" y="0"/>
                    </a:lnTo>
                    <a:lnTo>
                      <a:pt x="306802" y="0"/>
                    </a:lnTo>
                    <a:lnTo>
                      <a:pt x="322593" y="0"/>
                    </a:lnTo>
                    <a:lnTo>
                      <a:pt x="338384" y="0"/>
                    </a:lnTo>
                    <a:lnTo>
                      <a:pt x="354174" y="0"/>
                    </a:lnTo>
                    <a:lnTo>
                      <a:pt x="369965" y="0"/>
                    </a:lnTo>
                    <a:lnTo>
                      <a:pt x="385756" y="0"/>
                    </a:lnTo>
                    <a:lnTo>
                      <a:pt x="401547" y="0"/>
                    </a:lnTo>
                    <a:lnTo>
                      <a:pt x="417337" y="0"/>
                    </a:lnTo>
                    <a:lnTo>
                      <a:pt x="433128" y="0"/>
                    </a:lnTo>
                    <a:lnTo>
                      <a:pt x="448919" y="0"/>
                    </a:lnTo>
                    <a:lnTo>
                      <a:pt x="464710" y="0"/>
                    </a:lnTo>
                    <a:lnTo>
                      <a:pt x="480500" y="0"/>
                    </a:lnTo>
                    <a:lnTo>
                      <a:pt x="496291" y="0"/>
                    </a:lnTo>
                    <a:lnTo>
                      <a:pt x="512082" y="0"/>
                    </a:lnTo>
                    <a:lnTo>
                      <a:pt x="527873" y="0"/>
                    </a:lnTo>
                    <a:lnTo>
                      <a:pt x="543663" y="0"/>
                    </a:lnTo>
                    <a:lnTo>
                      <a:pt x="559454" y="0"/>
                    </a:lnTo>
                    <a:lnTo>
                      <a:pt x="575245" y="0"/>
                    </a:lnTo>
                    <a:lnTo>
                      <a:pt x="591036" y="0"/>
                    </a:lnTo>
                    <a:lnTo>
                      <a:pt x="606826" y="0"/>
                    </a:lnTo>
                    <a:lnTo>
                      <a:pt x="622617" y="0"/>
                    </a:lnTo>
                    <a:lnTo>
                      <a:pt x="638408" y="0"/>
                    </a:lnTo>
                    <a:lnTo>
                      <a:pt x="654199" y="0"/>
                    </a:lnTo>
                    <a:lnTo>
                      <a:pt x="669989" y="0"/>
                    </a:lnTo>
                    <a:lnTo>
                      <a:pt x="685780" y="0"/>
                    </a:lnTo>
                    <a:lnTo>
                      <a:pt x="701571" y="0"/>
                    </a:lnTo>
                    <a:lnTo>
                      <a:pt x="717362" y="0"/>
                    </a:lnTo>
                    <a:lnTo>
                      <a:pt x="733152" y="0"/>
                    </a:lnTo>
                    <a:lnTo>
                      <a:pt x="748943" y="0"/>
                    </a:lnTo>
                    <a:lnTo>
                      <a:pt x="764734" y="0"/>
                    </a:lnTo>
                    <a:lnTo>
                      <a:pt x="780524" y="0"/>
                    </a:lnTo>
                    <a:lnTo>
                      <a:pt x="796315" y="0"/>
                    </a:lnTo>
                    <a:lnTo>
                      <a:pt x="812106" y="0"/>
                    </a:lnTo>
                    <a:lnTo>
                      <a:pt x="827897" y="0"/>
                    </a:lnTo>
                    <a:lnTo>
                      <a:pt x="843687" y="0"/>
                    </a:lnTo>
                    <a:lnTo>
                      <a:pt x="859478" y="0"/>
                    </a:lnTo>
                    <a:lnTo>
                      <a:pt x="875269" y="0"/>
                    </a:lnTo>
                    <a:lnTo>
                      <a:pt x="891060" y="0"/>
                    </a:lnTo>
                    <a:lnTo>
                      <a:pt x="906850" y="0"/>
                    </a:lnTo>
                    <a:lnTo>
                      <a:pt x="922641" y="0"/>
                    </a:lnTo>
                    <a:lnTo>
                      <a:pt x="938432" y="0"/>
                    </a:lnTo>
                    <a:lnTo>
                      <a:pt x="954223" y="0"/>
                    </a:lnTo>
                    <a:lnTo>
                      <a:pt x="970013" y="0"/>
                    </a:lnTo>
                    <a:lnTo>
                      <a:pt x="985804" y="0"/>
                    </a:lnTo>
                    <a:lnTo>
                      <a:pt x="1001595" y="0"/>
                    </a:lnTo>
                    <a:lnTo>
                      <a:pt x="1017386" y="0"/>
                    </a:lnTo>
                    <a:lnTo>
                      <a:pt x="1033176" y="0"/>
                    </a:lnTo>
                    <a:lnTo>
                      <a:pt x="1048967" y="0"/>
                    </a:lnTo>
                    <a:lnTo>
                      <a:pt x="1064758" y="0"/>
                    </a:lnTo>
                    <a:lnTo>
                      <a:pt x="1080549" y="0"/>
                    </a:lnTo>
                    <a:lnTo>
                      <a:pt x="1096339" y="0"/>
                    </a:lnTo>
                    <a:lnTo>
                      <a:pt x="1112130" y="0"/>
                    </a:lnTo>
                    <a:lnTo>
                      <a:pt x="1127921" y="0"/>
                    </a:lnTo>
                    <a:lnTo>
                      <a:pt x="1143712" y="0"/>
                    </a:lnTo>
                    <a:lnTo>
                      <a:pt x="1159502" y="0"/>
                    </a:lnTo>
                    <a:lnTo>
                      <a:pt x="1175293" y="0"/>
                    </a:lnTo>
                    <a:lnTo>
                      <a:pt x="1191084" y="0"/>
                    </a:lnTo>
                    <a:lnTo>
                      <a:pt x="1206875" y="0"/>
                    </a:lnTo>
                    <a:lnTo>
                      <a:pt x="1222665" y="0"/>
                    </a:lnTo>
                    <a:lnTo>
                      <a:pt x="1238456" y="0"/>
                    </a:lnTo>
                    <a:lnTo>
                      <a:pt x="1251309" y="0"/>
                    </a:lnTo>
                    <a:lnTo>
                      <a:pt x="1251309" y="0"/>
                    </a:lnTo>
                  </a:path>
                </a:pathLst>
              </a:custGeom>
              <a:ln w="9525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72" name="pl4072"/>
              <p:cNvSpPr/>
              <p:nvPr/>
            </p:nvSpPr>
            <p:spPr>
              <a:xfrm>
                <a:off x="2097741" y="1843402"/>
                <a:ext cx="1251309" cy="0"/>
              </a:xfrm>
              <a:custGeom>
                <a:avLst/>
                <a:gdLst/>
                <a:ahLst/>
                <a:cxnLst/>
                <a:rect l="0" t="0" r="0" b="0"/>
                <a:pathLst>
                  <a:path w="1251309">
                    <a:moveTo>
                      <a:pt x="0" y="0"/>
                    </a:moveTo>
                    <a:lnTo>
                      <a:pt x="6778" y="0"/>
                    </a:lnTo>
                    <a:lnTo>
                      <a:pt x="22569" y="0"/>
                    </a:lnTo>
                    <a:lnTo>
                      <a:pt x="38359" y="0"/>
                    </a:lnTo>
                    <a:lnTo>
                      <a:pt x="54150" y="0"/>
                    </a:lnTo>
                    <a:lnTo>
                      <a:pt x="69941" y="0"/>
                    </a:lnTo>
                    <a:lnTo>
                      <a:pt x="85732" y="0"/>
                    </a:lnTo>
                    <a:lnTo>
                      <a:pt x="101522" y="0"/>
                    </a:lnTo>
                    <a:lnTo>
                      <a:pt x="117313" y="0"/>
                    </a:lnTo>
                    <a:lnTo>
                      <a:pt x="133104" y="0"/>
                    </a:lnTo>
                    <a:lnTo>
                      <a:pt x="148895" y="0"/>
                    </a:lnTo>
                    <a:lnTo>
                      <a:pt x="164685" y="0"/>
                    </a:lnTo>
                    <a:lnTo>
                      <a:pt x="180476" y="0"/>
                    </a:lnTo>
                    <a:lnTo>
                      <a:pt x="196267" y="0"/>
                    </a:lnTo>
                    <a:lnTo>
                      <a:pt x="212058" y="0"/>
                    </a:lnTo>
                    <a:lnTo>
                      <a:pt x="227848" y="0"/>
                    </a:lnTo>
                    <a:lnTo>
                      <a:pt x="243639" y="0"/>
                    </a:lnTo>
                    <a:lnTo>
                      <a:pt x="259430" y="0"/>
                    </a:lnTo>
                    <a:lnTo>
                      <a:pt x="275221" y="0"/>
                    </a:lnTo>
                    <a:lnTo>
                      <a:pt x="291011" y="0"/>
                    </a:lnTo>
                    <a:lnTo>
                      <a:pt x="306802" y="0"/>
                    </a:lnTo>
                    <a:lnTo>
                      <a:pt x="322593" y="0"/>
                    </a:lnTo>
                    <a:lnTo>
                      <a:pt x="338384" y="0"/>
                    </a:lnTo>
                    <a:lnTo>
                      <a:pt x="354174" y="0"/>
                    </a:lnTo>
                    <a:lnTo>
                      <a:pt x="369965" y="0"/>
                    </a:lnTo>
                    <a:lnTo>
                      <a:pt x="385756" y="0"/>
                    </a:lnTo>
                    <a:lnTo>
                      <a:pt x="401547" y="0"/>
                    </a:lnTo>
                    <a:lnTo>
                      <a:pt x="417337" y="0"/>
                    </a:lnTo>
                    <a:lnTo>
                      <a:pt x="433128" y="0"/>
                    </a:lnTo>
                    <a:lnTo>
                      <a:pt x="448919" y="0"/>
                    </a:lnTo>
                    <a:lnTo>
                      <a:pt x="464710" y="0"/>
                    </a:lnTo>
                    <a:lnTo>
                      <a:pt x="480500" y="0"/>
                    </a:lnTo>
                    <a:lnTo>
                      <a:pt x="496291" y="0"/>
                    </a:lnTo>
                    <a:lnTo>
                      <a:pt x="512082" y="0"/>
                    </a:lnTo>
                    <a:lnTo>
                      <a:pt x="527873" y="0"/>
                    </a:lnTo>
                    <a:lnTo>
                      <a:pt x="543663" y="0"/>
                    </a:lnTo>
                    <a:lnTo>
                      <a:pt x="559454" y="0"/>
                    </a:lnTo>
                    <a:lnTo>
                      <a:pt x="575245" y="0"/>
                    </a:lnTo>
                    <a:lnTo>
                      <a:pt x="591036" y="0"/>
                    </a:lnTo>
                    <a:lnTo>
                      <a:pt x="606826" y="0"/>
                    </a:lnTo>
                    <a:lnTo>
                      <a:pt x="622617" y="0"/>
                    </a:lnTo>
                    <a:lnTo>
                      <a:pt x="638408" y="0"/>
                    </a:lnTo>
                    <a:lnTo>
                      <a:pt x="654199" y="0"/>
                    </a:lnTo>
                    <a:lnTo>
                      <a:pt x="669989" y="0"/>
                    </a:lnTo>
                    <a:lnTo>
                      <a:pt x="685780" y="0"/>
                    </a:lnTo>
                    <a:lnTo>
                      <a:pt x="701571" y="0"/>
                    </a:lnTo>
                    <a:lnTo>
                      <a:pt x="717362" y="0"/>
                    </a:lnTo>
                    <a:lnTo>
                      <a:pt x="733152" y="0"/>
                    </a:lnTo>
                    <a:lnTo>
                      <a:pt x="748943" y="0"/>
                    </a:lnTo>
                    <a:lnTo>
                      <a:pt x="764734" y="0"/>
                    </a:lnTo>
                    <a:lnTo>
                      <a:pt x="780524" y="0"/>
                    </a:lnTo>
                    <a:lnTo>
                      <a:pt x="796315" y="0"/>
                    </a:lnTo>
                    <a:lnTo>
                      <a:pt x="812106" y="0"/>
                    </a:lnTo>
                    <a:lnTo>
                      <a:pt x="827897" y="0"/>
                    </a:lnTo>
                    <a:lnTo>
                      <a:pt x="843687" y="0"/>
                    </a:lnTo>
                    <a:lnTo>
                      <a:pt x="859478" y="0"/>
                    </a:lnTo>
                    <a:lnTo>
                      <a:pt x="875269" y="0"/>
                    </a:lnTo>
                    <a:lnTo>
                      <a:pt x="891060" y="0"/>
                    </a:lnTo>
                    <a:lnTo>
                      <a:pt x="906850" y="0"/>
                    </a:lnTo>
                    <a:lnTo>
                      <a:pt x="922641" y="0"/>
                    </a:lnTo>
                    <a:lnTo>
                      <a:pt x="938432" y="0"/>
                    </a:lnTo>
                    <a:lnTo>
                      <a:pt x="954223" y="0"/>
                    </a:lnTo>
                    <a:lnTo>
                      <a:pt x="970013" y="0"/>
                    </a:lnTo>
                    <a:lnTo>
                      <a:pt x="985804" y="0"/>
                    </a:lnTo>
                    <a:lnTo>
                      <a:pt x="1001595" y="0"/>
                    </a:lnTo>
                    <a:lnTo>
                      <a:pt x="1017386" y="0"/>
                    </a:lnTo>
                    <a:lnTo>
                      <a:pt x="1033176" y="0"/>
                    </a:lnTo>
                    <a:lnTo>
                      <a:pt x="1048967" y="0"/>
                    </a:lnTo>
                    <a:lnTo>
                      <a:pt x="1064758" y="0"/>
                    </a:lnTo>
                    <a:lnTo>
                      <a:pt x="1080549" y="0"/>
                    </a:lnTo>
                    <a:lnTo>
                      <a:pt x="1096339" y="0"/>
                    </a:lnTo>
                    <a:lnTo>
                      <a:pt x="1112130" y="0"/>
                    </a:lnTo>
                    <a:lnTo>
                      <a:pt x="1127921" y="0"/>
                    </a:lnTo>
                    <a:lnTo>
                      <a:pt x="1143712" y="0"/>
                    </a:lnTo>
                    <a:lnTo>
                      <a:pt x="1159502" y="0"/>
                    </a:lnTo>
                    <a:lnTo>
                      <a:pt x="1175293" y="0"/>
                    </a:lnTo>
                    <a:lnTo>
                      <a:pt x="1191084" y="0"/>
                    </a:lnTo>
                    <a:lnTo>
                      <a:pt x="1206875" y="0"/>
                    </a:lnTo>
                    <a:lnTo>
                      <a:pt x="1222665" y="0"/>
                    </a:lnTo>
                    <a:lnTo>
                      <a:pt x="1238456" y="0"/>
                    </a:lnTo>
                    <a:lnTo>
                      <a:pt x="1251309" y="0"/>
                    </a:lnTo>
                    <a:lnTo>
                      <a:pt x="1251309" y="0"/>
                    </a:lnTo>
                  </a:path>
                </a:pathLst>
              </a:custGeom>
              <a:ln w="9525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73" name="pl4073"/>
              <p:cNvSpPr/>
              <p:nvPr/>
            </p:nvSpPr>
            <p:spPr>
              <a:xfrm>
                <a:off x="2097741" y="1560077"/>
                <a:ext cx="1251309" cy="0"/>
              </a:xfrm>
              <a:custGeom>
                <a:avLst/>
                <a:gdLst/>
                <a:ahLst/>
                <a:cxnLst/>
                <a:rect l="0" t="0" r="0" b="0"/>
                <a:pathLst>
                  <a:path w="1251309">
                    <a:moveTo>
                      <a:pt x="0" y="0"/>
                    </a:moveTo>
                    <a:lnTo>
                      <a:pt x="6778" y="0"/>
                    </a:lnTo>
                    <a:lnTo>
                      <a:pt x="22569" y="0"/>
                    </a:lnTo>
                    <a:lnTo>
                      <a:pt x="38359" y="0"/>
                    </a:lnTo>
                    <a:lnTo>
                      <a:pt x="54150" y="0"/>
                    </a:lnTo>
                    <a:lnTo>
                      <a:pt x="69941" y="0"/>
                    </a:lnTo>
                    <a:lnTo>
                      <a:pt x="85732" y="0"/>
                    </a:lnTo>
                    <a:lnTo>
                      <a:pt x="101522" y="0"/>
                    </a:lnTo>
                    <a:lnTo>
                      <a:pt x="117313" y="0"/>
                    </a:lnTo>
                    <a:lnTo>
                      <a:pt x="133104" y="0"/>
                    </a:lnTo>
                    <a:lnTo>
                      <a:pt x="148895" y="0"/>
                    </a:lnTo>
                    <a:lnTo>
                      <a:pt x="164685" y="0"/>
                    </a:lnTo>
                    <a:lnTo>
                      <a:pt x="180476" y="0"/>
                    </a:lnTo>
                    <a:lnTo>
                      <a:pt x="196267" y="0"/>
                    </a:lnTo>
                    <a:lnTo>
                      <a:pt x="212058" y="0"/>
                    </a:lnTo>
                    <a:lnTo>
                      <a:pt x="227848" y="0"/>
                    </a:lnTo>
                    <a:lnTo>
                      <a:pt x="243639" y="0"/>
                    </a:lnTo>
                    <a:lnTo>
                      <a:pt x="259430" y="0"/>
                    </a:lnTo>
                    <a:lnTo>
                      <a:pt x="275221" y="0"/>
                    </a:lnTo>
                    <a:lnTo>
                      <a:pt x="291011" y="0"/>
                    </a:lnTo>
                    <a:lnTo>
                      <a:pt x="306802" y="0"/>
                    </a:lnTo>
                    <a:lnTo>
                      <a:pt x="322593" y="0"/>
                    </a:lnTo>
                    <a:lnTo>
                      <a:pt x="338384" y="0"/>
                    </a:lnTo>
                    <a:lnTo>
                      <a:pt x="354174" y="0"/>
                    </a:lnTo>
                    <a:lnTo>
                      <a:pt x="369965" y="0"/>
                    </a:lnTo>
                    <a:lnTo>
                      <a:pt x="385756" y="0"/>
                    </a:lnTo>
                    <a:lnTo>
                      <a:pt x="401547" y="0"/>
                    </a:lnTo>
                    <a:lnTo>
                      <a:pt x="417337" y="0"/>
                    </a:lnTo>
                    <a:lnTo>
                      <a:pt x="433128" y="0"/>
                    </a:lnTo>
                    <a:lnTo>
                      <a:pt x="448919" y="0"/>
                    </a:lnTo>
                    <a:lnTo>
                      <a:pt x="464710" y="0"/>
                    </a:lnTo>
                    <a:lnTo>
                      <a:pt x="480500" y="0"/>
                    </a:lnTo>
                    <a:lnTo>
                      <a:pt x="496291" y="0"/>
                    </a:lnTo>
                    <a:lnTo>
                      <a:pt x="512082" y="0"/>
                    </a:lnTo>
                    <a:lnTo>
                      <a:pt x="527873" y="0"/>
                    </a:lnTo>
                    <a:lnTo>
                      <a:pt x="543663" y="0"/>
                    </a:lnTo>
                    <a:lnTo>
                      <a:pt x="559454" y="0"/>
                    </a:lnTo>
                    <a:lnTo>
                      <a:pt x="575245" y="0"/>
                    </a:lnTo>
                    <a:lnTo>
                      <a:pt x="591036" y="0"/>
                    </a:lnTo>
                    <a:lnTo>
                      <a:pt x="606826" y="0"/>
                    </a:lnTo>
                    <a:lnTo>
                      <a:pt x="622617" y="0"/>
                    </a:lnTo>
                    <a:lnTo>
                      <a:pt x="638408" y="0"/>
                    </a:lnTo>
                    <a:lnTo>
                      <a:pt x="654199" y="0"/>
                    </a:lnTo>
                    <a:lnTo>
                      <a:pt x="669989" y="0"/>
                    </a:lnTo>
                    <a:lnTo>
                      <a:pt x="685780" y="0"/>
                    </a:lnTo>
                    <a:lnTo>
                      <a:pt x="701571" y="0"/>
                    </a:lnTo>
                    <a:lnTo>
                      <a:pt x="717362" y="0"/>
                    </a:lnTo>
                    <a:lnTo>
                      <a:pt x="733152" y="0"/>
                    </a:lnTo>
                    <a:lnTo>
                      <a:pt x="748943" y="0"/>
                    </a:lnTo>
                    <a:lnTo>
                      <a:pt x="764734" y="0"/>
                    </a:lnTo>
                    <a:lnTo>
                      <a:pt x="780524" y="0"/>
                    </a:lnTo>
                    <a:lnTo>
                      <a:pt x="796315" y="0"/>
                    </a:lnTo>
                    <a:lnTo>
                      <a:pt x="812106" y="0"/>
                    </a:lnTo>
                    <a:lnTo>
                      <a:pt x="827897" y="0"/>
                    </a:lnTo>
                    <a:lnTo>
                      <a:pt x="843687" y="0"/>
                    </a:lnTo>
                    <a:lnTo>
                      <a:pt x="859478" y="0"/>
                    </a:lnTo>
                    <a:lnTo>
                      <a:pt x="875269" y="0"/>
                    </a:lnTo>
                    <a:lnTo>
                      <a:pt x="891060" y="0"/>
                    </a:lnTo>
                    <a:lnTo>
                      <a:pt x="906850" y="0"/>
                    </a:lnTo>
                    <a:lnTo>
                      <a:pt x="922641" y="0"/>
                    </a:lnTo>
                    <a:lnTo>
                      <a:pt x="938432" y="0"/>
                    </a:lnTo>
                    <a:lnTo>
                      <a:pt x="954223" y="0"/>
                    </a:lnTo>
                    <a:lnTo>
                      <a:pt x="970013" y="0"/>
                    </a:lnTo>
                    <a:lnTo>
                      <a:pt x="985804" y="0"/>
                    </a:lnTo>
                    <a:lnTo>
                      <a:pt x="1001595" y="0"/>
                    </a:lnTo>
                    <a:lnTo>
                      <a:pt x="1017386" y="0"/>
                    </a:lnTo>
                    <a:lnTo>
                      <a:pt x="1033176" y="0"/>
                    </a:lnTo>
                    <a:lnTo>
                      <a:pt x="1048967" y="0"/>
                    </a:lnTo>
                    <a:lnTo>
                      <a:pt x="1064758" y="0"/>
                    </a:lnTo>
                    <a:lnTo>
                      <a:pt x="1080549" y="0"/>
                    </a:lnTo>
                    <a:lnTo>
                      <a:pt x="1096339" y="0"/>
                    </a:lnTo>
                    <a:lnTo>
                      <a:pt x="1112130" y="0"/>
                    </a:lnTo>
                    <a:lnTo>
                      <a:pt x="1127921" y="0"/>
                    </a:lnTo>
                    <a:lnTo>
                      <a:pt x="1143712" y="0"/>
                    </a:lnTo>
                    <a:lnTo>
                      <a:pt x="1159502" y="0"/>
                    </a:lnTo>
                    <a:lnTo>
                      <a:pt x="1175293" y="0"/>
                    </a:lnTo>
                    <a:lnTo>
                      <a:pt x="1191084" y="0"/>
                    </a:lnTo>
                    <a:lnTo>
                      <a:pt x="1206875" y="0"/>
                    </a:lnTo>
                    <a:lnTo>
                      <a:pt x="1222665" y="0"/>
                    </a:lnTo>
                    <a:lnTo>
                      <a:pt x="1238456" y="0"/>
                    </a:lnTo>
                    <a:lnTo>
                      <a:pt x="1251309" y="0"/>
                    </a:lnTo>
                    <a:lnTo>
                      <a:pt x="1251309" y="0"/>
                    </a:lnTo>
                  </a:path>
                </a:pathLst>
              </a:custGeom>
              <a:ln w="9525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74" name="ph4074"/>
              <p:cNvSpPr/>
              <p:nvPr/>
            </p:nvSpPr>
            <p:spPr>
              <a:xfrm>
                <a:off x="1747014" y="633546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75" name="ph4075"/>
              <p:cNvSpPr/>
              <p:nvPr/>
            </p:nvSpPr>
            <p:spPr>
              <a:xfrm>
                <a:off x="1771570" y="633546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B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76" name="ph4076"/>
              <p:cNvSpPr/>
              <p:nvPr/>
            </p:nvSpPr>
            <p:spPr>
              <a:xfrm>
                <a:off x="1796127" y="633546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77" name="ph4077"/>
              <p:cNvSpPr/>
              <p:nvPr/>
            </p:nvSpPr>
            <p:spPr>
              <a:xfrm>
                <a:off x="1820683" y="633546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78" name="ph4078"/>
              <p:cNvSpPr/>
              <p:nvPr/>
            </p:nvSpPr>
            <p:spPr>
              <a:xfrm>
                <a:off x="1845240" y="633546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79" name="ph4079"/>
              <p:cNvSpPr/>
              <p:nvPr/>
            </p:nvSpPr>
            <p:spPr>
              <a:xfrm>
                <a:off x="1869796" y="633546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80" name="ph4080"/>
              <p:cNvSpPr/>
              <p:nvPr/>
            </p:nvSpPr>
            <p:spPr>
              <a:xfrm>
                <a:off x="1894352" y="633546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81" name="ph4081"/>
              <p:cNvSpPr/>
              <p:nvPr/>
            </p:nvSpPr>
            <p:spPr>
              <a:xfrm>
                <a:off x="2017134" y="633546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82" name="ph4082"/>
              <p:cNvSpPr/>
              <p:nvPr/>
            </p:nvSpPr>
            <p:spPr>
              <a:xfrm>
                <a:off x="2041690" y="633546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83" name="ph4083"/>
              <p:cNvSpPr/>
              <p:nvPr/>
            </p:nvSpPr>
            <p:spPr>
              <a:xfrm>
                <a:off x="2066247" y="633546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84" name="ph4084"/>
              <p:cNvSpPr/>
              <p:nvPr/>
            </p:nvSpPr>
            <p:spPr>
              <a:xfrm>
                <a:off x="2090803" y="633546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85" name="ph4085"/>
              <p:cNvSpPr/>
              <p:nvPr/>
            </p:nvSpPr>
            <p:spPr>
              <a:xfrm>
                <a:off x="2115359" y="633546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86" name="ph4086"/>
              <p:cNvSpPr/>
              <p:nvPr/>
            </p:nvSpPr>
            <p:spPr>
              <a:xfrm>
                <a:off x="1722458" y="664699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87" name="ph4087"/>
              <p:cNvSpPr/>
              <p:nvPr/>
            </p:nvSpPr>
            <p:spPr>
              <a:xfrm>
                <a:off x="1747014" y="664699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88" name="ph4088"/>
              <p:cNvSpPr/>
              <p:nvPr/>
            </p:nvSpPr>
            <p:spPr>
              <a:xfrm>
                <a:off x="1771570" y="664699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987A6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89" name="ph4089"/>
              <p:cNvSpPr/>
              <p:nvPr/>
            </p:nvSpPr>
            <p:spPr>
              <a:xfrm>
                <a:off x="1796127" y="664699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B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90" name="ph4090"/>
              <p:cNvSpPr/>
              <p:nvPr/>
            </p:nvSpPr>
            <p:spPr>
              <a:xfrm>
                <a:off x="1820683" y="664699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91" name="ph4091"/>
              <p:cNvSpPr/>
              <p:nvPr/>
            </p:nvSpPr>
            <p:spPr>
              <a:xfrm>
                <a:off x="1845240" y="664699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799A9">
                  <a:alpha val="100000"/>
                </a:srgbClr>
              </a:solidFill>
              <a:ln w="5420" cap="flat">
                <a:solidFill>
                  <a:srgbClr val="43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92" name="ph4092"/>
              <p:cNvSpPr/>
              <p:nvPr/>
            </p:nvSpPr>
            <p:spPr>
              <a:xfrm>
                <a:off x="1869796" y="664699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48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93" name="ph4093"/>
              <p:cNvSpPr/>
              <p:nvPr/>
            </p:nvSpPr>
            <p:spPr>
              <a:xfrm>
                <a:off x="1894352" y="664699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94" name="ph4094"/>
              <p:cNvSpPr/>
              <p:nvPr/>
            </p:nvSpPr>
            <p:spPr>
              <a:xfrm>
                <a:off x="2017134" y="664699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95" name="ph4095"/>
              <p:cNvSpPr/>
              <p:nvPr/>
            </p:nvSpPr>
            <p:spPr>
              <a:xfrm>
                <a:off x="2041690" y="664699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96" name="ph4096"/>
              <p:cNvSpPr/>
              <p:nvPr/>
            </p:nvSpPr>
            <p:spPr>
              <a:xfrm>
                <a:off x="2066247" y="664699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97" name="ph4097"/>
              <p:cNvSpPr/>
              <p:nvPr/>
            </p:nvSpPr>
            <p:spPr>
              <a:xfrm>
                <a:off x="2090803" y="664699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98" name="ph4098"/>
              <p:cNvSpPr/>
              <p:nvPr/>
            </p:nvSpPr>
            <p:spPr>
              <a:xfrm>
                <a:off x="2115359" y="664699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99" name="ph4099"/>
              <p:cNvSpPr/>
              <p:nvPr/>
            </p:nvSpPr>
            <p:spPr>
              <a:xfrm>
                <a:off x="1599676" y="69585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88BA6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00" name="ph4100"/>
              <p:cNvSpPr/>
              <p:nvPr/>
            </p:nvSpPr>
            <p:spPr>
              <a:xfrm>
                <a:off x="1624232" y="69585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01" name="ph4101"/>
              <p:cNvSpPr/>
              <p:nvPr/>
            </p:nvSpPr>
            <p:spPr>
              <a:xfrm>
                <a:off x="1648789" y="69585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02" name="ph4102"/>
              <p:cNvSpPr/>
              <p:nvPr/>
            </p:nvSpPr>
            <p:spPr>
              <a:xfrm>
                <a:off x="1673345" y="69585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03" name="ph4103"/>
              <p:cNvSpPr/>
              <p:nvPr/>
            </p:nvSpPr>
            <p:spPr>
              <a:xfrm>
                <a:off x="1697901" y="69585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04" name="ph4104"/>
              <p:cNvSpPr/>
              <p:nvPr/>
            </p:nvSpPr>
            <p:spPr>
              <a:xfrm>
                <a:off x="1722458" y="69585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05" name="ph4105"/>
              <p:cNvSpPr/>
              <p:nvPr/>
            </p:nvSpPr>
            <p:spPr>
              <a:xfrm>
                <a:off x="1747014" y="69585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06" name="ph4106"/>
              <p:cNvSpPr/>
              <p:nvPr/>
            </p:nvSpPr>
            <p:spPr>
              <a:xfrm>
                <a:off x="1771570" y="69585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07" name="ph4107"/>
              <p:cNvSpPr/>
              <p:nvPr/>
            </p:nvSpPr>
            <p:spPr>
              <a:xfrm>
                <a:off x="1796127" y="69585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887A6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08" name="ph4108"/>
              <p:cNvSpPr/>
              <p:nvPr/>
            </p:nvSpPr>
            <p:spPr>
              <a:xfrm>
                <a:off x="1820683" y="69585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09" name="ph4109"/>
              <p:cNvSpPr/>
              <p:nvPr/>
            </p:nvSpPr>
            <p:spPr>
              <a:xfrm>
                <a:off x="1845240" y="69585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10" name="ph4110"/>
              <p:cNvSpPr/>
              <p:nvPr/>
            </p:nvSpPr>
            <p:spPr>
              <a:xfrm>
                <a:off x="1869796" y="69585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11" name="ph4111"/>
              <p:cNvSpPr/>
              <p:nvPr/>
            </p:nvSpPr>
            <p:spPr>
              <a:xfrm>
                <a:off x="1992578" y="69585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12" name="ph4112"/>
              <p:cNvSpPr/>
              <p:nvPr/>
            </p:nvSpPr>
            <p:spPr>
              <a:xfrm>
                <a:off x="2017134" y="69585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13" name="ph4113"/>
              <p:cNvSpPr/>
              <p:nvPr/>
            </p:nvSpPr>
            <p:spPr>
              <a:xfrm>
                <a:off x="2041690" y="69585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2BA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14" name="ph4114"/>
              <p:cNvSpPr/>
              <p:nvPr/>
            </p:nvSpPr>
            <p:spPr>
              <a:xfrm>
                <a:off x="2066247" y="69585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15" name="ph4115"/>
              <p:cNvSpPr/>
              <p:nvPr/>
            </p:nvSpPr>
            <p:spPr>
              <a:xfrm>
                <a:off x="2090803" y="69585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16" name="ph4116"/>
              <p:cNvSpPr/>
              <p:nvPr/>
            </p:nvSpPr>
            <p:spPr>
              <a:xfrm>
                <a:off x="2115359" y="69585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17" name="ph4117"/>
              <p:cNvSpPr/>
              <p:nvPr/>
            </p:nvSpPr>
            <p:spPr>
              <a:xfrm>
                <a:off x="1575120" y="72700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18" name="ph4118"/>
              <p:cNvSpPr/>
              <p:nvPr/>
            </p:nvSpPr>
            <p:spPr>
              <a:xfrm>
                <a:off x="1599676" y="72700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19" name="ph4119"/>
              <p:cNvSpPr/>
              <p:nvPr/>
            </p:nvSpPr>
            <p:spPr>
              <a:xfrm>
                <a:off x="1624232" y="72700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20" name="ph4120"/>
              <p:cNvSpPr/>
              <p:nvPr/>
            </p:nvSpPr>
            <p:spPr>
              <a:xfrm>
                <a:off x="1648789" y="72700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21" name="ph4121"/>
              <p:cNvSpPr/>
              <p:nvPr/>
            </p:nvSpPr>
            <p:spPr>
              <a:xfrm>
                <a:off x="1673345" y="72700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22" name="ph4122"/>
              <p:cNvSpPr/>
              <p:nvPr/>
            </p:nvSpPr>
            <p:spPr>
              <a:xfrm>
                <a:off x="1697901" y="72700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23" name="ph4123"/>
              <p:cNvSpPr/>
              <p:nvPr/>
            </p:nvSpPr>
            <p:spPr>
              <a:xfrm>
                <a:off x="1722458" y="72700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24" name="ph4124"/>
              <p:cNvSpPr/>
              <p:nvPr/>
            </p:nvSpPr>
            <p:spPr>
              <a:xfrm>
                <a:off x="1747014" y="72700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25" name="ph4125"/>
              <p:cNvSpPr/>
              <p:nvPr/>
            </p:nvSpPr>
            <p:spPr>
              <a:xfrm>
                <a:off x="1771570" y="72700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26" name="ph4126"/>
              <p:cNvSpPr/>
              <p:nvPr/>
            </p:nvSpPr>
            <p:spPr>
              <a:xfrm>
                <a:off x="1796127" y="72700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27" name="ph4127"/>
              <p:cNvSpPr/>
              <p:nvPr/>
            </p:nvSpPr>
            <p:spPr>
              <a:xfrm>
                <a:off x="1820683" y="72700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28" name="ph4128"/>
              <p:cNvSpPr/>
              <p:nvPr/>
            </p:nvSpPr>
            <p:spPr>
              <a:xfrm>
                <a:off x="1845240" y="72700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29" name="ph4129"/>
              <p:cNvSpPr/>
              <p:nvPr/>
            </p:nvSpPr>
            <p:spPr>
              <a:xfrm>
                <a:off x="1968021" y="72700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30" name="ph4130"/>
              <p:cNvSpPr/>
              <p:nvPr/>
            </p:nvSpPr>
            <p:spPr>
              <a:xfrm>
                <a:off x="1992578" y="72700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31" name="ph4131"/>
              <p:cNvSpPr/>
              <p:nvPr/>
            </p:nvSpPr>
            <p:spPr>
              <a:xfrm>
                <a:off x="2017134" y="72700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32" name="ph4132"/>
              <p:cNvSpPr/>
              <p:nvPr/>
            </p:nvSpPr>
            <p:spPr>
              <a:xfrm>
                <a:off x="2041690" y="72700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33" name="ph4133"/>
              <p:cNvSpPr/>
              <p:nvPr/>
            </p:nvSpPr>
            <p:spPr>
              <a:xfrm>
                <a:off x="2066247" y="72700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34" name="ph4134"/>
              <p:cNvSpPr/>
              <p:nvPr/>
            </p:nvSpPr>
            <p:spPr>
              <a:xfrm>
                <a:off x="2090803" y="72700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35" name="ph4135"/>
              <p:cNvSpPr/>
              <p:nvPr/>
            </p:nvSpPr>
            <p:spPr>
              <a:xfrm>
                <a:off x="2115359" y="72700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36" name="ph4136"/>
              <p:cNvSpPr/>
              <p:nvPr/>
            </p:nvSpPr>
            <p:spPr>
              <a:xfrm>
                <a:off x="1526007" y="75816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37" name="ph4137"/>
              <p:cNvSpPr/>
              <p:nvPr/>
            </p:nvSpPr>
            <p:spPr>
              <a:xfrm>
                <a:off x="1550563" y="75816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38" name="ph4138"/>
              <p:cNvSpPr/>
              <p:nvPr/>
            </p:nvSpPr>
            <p:spPr>
              <a:xfrm>
                <a:off x="1575120" y="75816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39" name="ph4139"/>
              <p:cNvSpPr/>
              <p:nvPr/>
            </p:nvSpPr>
            <p:spPr>
              <a:xfrm>
                <a:off x="1599676" y="75816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887A6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40" name="ph4140"/>
              <p:cNvSpPr/>
              <p:nvPr/>
            </p:nvSpPr>
            <p:spPr>
              <a:xfrm>
                <a:off x="1624232" y="75816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6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41" name="ph4141"/>
              <p:cNvSpPr/>
              <p:nvPr/>
            </p:nvSpPr>
            <p:spPr>
              <a:xfrm>
                <a:off x="1648789" y="75816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42" name="ph4142"/>
              <p:cNvSpPr/>
              <p:nvPr/>
            </p:nvSpPr>
            <p:spPr>
              <a:xfrm>
                <a:off x="1673345" y="75816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B73A1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43" name="ph4143"/>
              <p:cNvSpPr/>
              <p:nvPr/>
            </p:nvSpPr>
            <p:spPr>
              <a:xfrm>
                <a:off x="1697901" y="75816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44" name="ph4144"/>
              <p:cNvSpPr/>
              <p:nvPr/>
            </p:nvSpPr>
            <p:spPr>
              <a:xfrm>
                <a:off x="1722458" y="75816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79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45" name="ph4145"/>
              <p:cNvSpPr/>
              <p:nvPr/>
            </p:nvSpPr>
            <p:spPr>
              <a:xfrm>
                <a:off x="1747014" y="75816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46" name="ph4146"/>
              <p:cNvSpPr/>
              <p:nvPr/>
            </p:nvSpPr>
            <p:spPr>
              <a:xfrm>
                <a:off x="1771570" y="75816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47" name="ph4147"/>
              <p:cNvSpPr/>
              <p:nvPr/>
            </p:nvSpPr>
            <p:spPr>
              <a:xfrm>
                <a:off x="1796127" y="75816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48" name="ph4148"/>
              <p:cNvSpPr/>
              <p:nvPr/>
            </p:nvSpPr>
            <p:spPr>
              <a:xfrm>
                <a:off x="1943465" y="75816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49" name="ph4149"/>
              <p:cNvSpPr/>
              <p:nvPr/>
            </p:nvSpPr>
            <p:spPr>
              <a:xfrm>
                <a:off x="1968021" y="75816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50" name="ph4150"/>
              <p:cNvSpPr/>
              <p:nvPr/>
            </p:nvSpPr>
            <p:spPr>
              <a:xfrm>
                <a:off x="1992578" y="75816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51" name="ph4151"/>
              <p:cNvSpPr/>
              <p:nvPr/>
            </p:nvSpPr>
            <p:spPr>
              <a:xfrm>
                <a:off x="2017134" y="75816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52" name="ph4152"/>
              <p:cNvSpPr/>
              <p:nvPr/>
            </p:nvSpPr>
            <p:spPr>
              <a:xfrm>
                <a:off x="2041690" y="75816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9C2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53" name="ph4153"/>
              <p:cNvSpPr/>
              <p:nvPr/>
            </p:nvSpPr>
            <p:spPr>
              <a:xfrm>
                <a:off x="2066247" y="75816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54" name="ph4154"/>
              <p:cNvSpPr/>
              <p:nvPr/>
            </p:nvSpPr>
            <p:spPr>
              <a:xfrm>
                <a:off x="1476894" y="78931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55" name="ph4155"/>
              <p:cNvSpPr/>
              <p:nvPr/>
            </p:nvSpPr>
            <p:spPr>
              <a:xfrm>
                <a:off x="1501451" y="78931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56" name="ph4156"/>
              <p:cNvSpPr/>
              <p:nvPr/>
            </p:nvSpPr>
            <p:spPr>
              <a:xfrm>
                <a:off x="1526007" y="78931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57" name="ph4157"/>
              <p:cNvSpPr/>
              <p:nvPr/>
            </p:nvSpPr>
            <p:spPr>
              <a:xfrm>
                <a:off x="1550563" y="78931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3693A8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58" name="ph4158"/>
              <p:cNvSpPr/>
              <p:nvPr/>
            </p:nvSpPr>
            <p:spPr>
              <a:xfrm>
                <a:off x="1575120" y="78931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B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59" name="ph4159"/>
              <p:cNvSpPr/>
              <p:nvPr/>
            </p:nvSpPr>
            <p:spPr>
              <a:xfrm>
                <a:off x="1599676" y="78931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60" name="ph4160"/>
              <p:cNvSpPr/>
              <p:nvPr/>
            </p:nvSpPr>
            <p:spPr>
              <a:xfrm>
                <a:off x="1624232" y="78931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61" name="ph4161"/>
              <p:cNvSpPr/>
              <p:nvPr/>
            </p:nvSpPr>
            <p:spPr>
              <a:xfrm>
                <a:off x="1648789" y="78931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62" name="ph4162"/>
              <p:cNvSpPr/>
              <p:nvPr/>
            </p:nvSpPr>
            <p:spPr>
              <a:xfrm>
                <a:off x="1673345" y="78931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9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63" name="ph4163"/>
              <p:cNvSpPr/>
              <p:nvPr/>
            </p:nvSpPr>
            <p:spPr>
              <a:xfrm>
                <a:off x="1697901" y="78931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64" name="ph4164"/>
              <p:cNvSpPr/>
              <p:nvPr/>
            </p:nvSpPr>
            <p:spPr>
              <a:xfrm>
                <a:off x="1722458" y="78931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65" name="ph4165"/>
              <p:cNvSpPr/>
              <p:nvPr/>
            </p:nvSpPr>
            <p:spPr>
              <a:xfrm>
                <a:off x="1747014" y="78931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66" name="ph4166"/>
              <p:cNvSpPr/>
              <p:nvPr/>
            </p:nvSpPr>
            <p:spPr>
              <a:xfrm>
                <a:off x="1771570" y="78931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67" name="ph4167"/>
              <p:cNvSpPr/>
              <p:nvPr/>
            </p:nvSpPr>
            <p:spPr>
              <a:xfrm>
                <a:off x="1796127" y="78931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68" name="ph4168"/>
              <p:cNvSpPr/>
              <p:nvPr/>
            </p:nvSpPr>
            <p:spPr>
              <a:xfrm>
                <a:off x="1820683" y="78931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69" name="ph4169"/>
              <p:cNvSpPr/>
              <p:nvPr/>
            </p:nvSpPr>
            <p:spPr>
              <a:xfrm>
                <a:off x="1845240" y="78931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48AC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70" name="ph4170"/>
              <p:cNvSpPr/>
              <p:nvPr/>
            </p:nvSpPr>
            <p:spPr>
              <a:xfrm>
                <a:off x="1869796" y="78931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71" name="ph4171"/>
              <p:cNvSpPr/>
              <p:nvPr/>
            </p:nvSpPr>
            <p:spPr>
              <a:xfrm>
                <a:off x="1918909" y="78931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72" name="ph4172"/>
              <p:cNvSpPr/>
              <p:nvPr/>
            </p:nvSpPr>
            <p:spPr>
              <a:xfrm>
                <a:off x="1943465" y="78931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75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73" name="ph4173"/>
              <p:cNvSpPr/>
              <p:nvPr/>
            </p:nvSpPr>
            <p:spPr>
              <a:xfrm>
                <a:off x="1968021" y="78931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74" name="ph4174"/>
              <p:cNvSpPr/>
              <p:nvPr/>
            </p:nvSpPr>
            <p:spPr>
              <a:xfrm>
                <a:off x="1992578" y="78931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75" name="ph4175"/>
              <p:cNvSpPr/>
              <p:nvPr/>
            </p:nvSpPr>
            <p:spPr>
              <a:xfrm>
                <a:off x="2017134" y="78931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76" name="ph4176"/>
              <p:cNvSpPr/>
              <p:nvPr/>
            </p:nvSpPr>
            <p:spPr>
              <a:xfrm>
                <a:off x="2041690" y="78931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77" name="ph4177"/>
              <p:cNvSpPr/>
              <p:nvPr/>
            </p:nvSpPr>
            <p:spPr>
              <a:xfrm>
                <a:off x="2066247" y="78931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78" name="ph4178"/>
              <p:cNvSpPr/>
              <p:nvPr/>
            </p:nvSpPr>
            <p:spPr>
              <a:xfrm>
                <a:off x="1476894" y="82046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79" name="ph4179"/>
              <p:cNvSpPr/>
              <p:nvPr/>
            </p:nvSpPr>
            <p:spPr>
              <a:xfrm>
                <a:off x="1501451" y="82046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80" name="ph4180"/>
              <p:cNvSpPr/>
              <p:nvPr/>
            </p:nvSpPr>
            <p:spPr>
              <a:xfrm>
                <a:off x="1526007" y="82046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81" name="ph4181"/>
              <p:cNvSpPr/>
              <p:nvPr/>
            </p:nvSpPr>
            <p:spPr>
              <a:xfrm>
                <a:off x="1550563" y="82046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82" name="ph4182"/>
              <p:cNvSpPr/>
              <p:nvPr/>
            </p:nvSpPr>
            <p:spPr>
              <a:xfrm>
                <a:off x="1575120" y="82046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83" name="ph4183"/>
              <p:cNvSpPr/>
              <p:nvPr/>
            </p:nvSpPr>
            <p:spPr>
              <a:xfrm>
                <a:off x="1599676" y="82046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84" name="ph4184"/>
              <p:cNvSpPr/>
              <p:nvPr/>
            </p:nvSpPr>
            <p:spPr>
              <a:xfrm>
                <a:off x="1624232" y="82046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987A6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85" name="ph4185"/>
              <p:cNvSpPr/>
              <p:nvPr/>
            </p:nvSpPr>
            <p:spPr>
              <a:xfrm>
                <a:off x="1648789" y="82046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86" name="ph4186"/>
              <p:cNvSpPr/>
              <p:nvPr/>
            </p:nvSpPr>
            <p:spPr>
              <a:xfrm>
                <a:off x="1673345" y="82046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87" name="ph4187"/>
              <p:cNvSpPr/>
              <p:nvPr/>
            </p:nvSpPr>
            <p:spPr>
              <a:xfrm>
                <a:off x="1697901" y="82046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88" name="ph4188"/>
              <p:cNvSpPr/>
              <p:nvPr/>
            </p:nvSpPr>
            <p:spPr>
              <a:xfrm>
                <a:off x="1722458" y="82046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89" name="ph4189"/>
              <p:cNvSpPr/>
              <p:nvPr/>
            </p:nvSpPr>
            <p:spPr>
              <a:xfrm>
                <a:off x="1747014" y="82046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90" name="ph4190"/>
              <p:cNvSpPr/>
              <p:nvPr/>
            </p:nvSpPr>
            <p:spPr>
              <a:xfrm>
                <a:off x="1771570" y="82046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91" name="ph4191"/>
              <p:cNvSpPr/>
              <p:nvPr/>
            </p:nvSpPr>
            <p:spPr>
              <a:xfrm>
                <a:off x="1796127" y="82046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690A7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92" name="ph4192"/>
              <p:cNvSpPr/>
              <p:nvPr/>
            </p:nvSpPr>
            <p:spPr>
              <a:xfrm>
                <a:off x="1820683" y="82046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93" name="ph4193"/>
              <p:cNvSpPr/>
              <p:nvPr/>
            </p:nvSpPr>
            <p:spPr>
              <a:xfrm>
                <a:off x="1845240" y="82046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BC5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94" name="ph4194"/>
              <p:cNvSpPr/>
              <p:nvPr/>
            </p:nvSpPr>
            <p:spPr>
              <a:xfrm>
                <a:off x="1869796" y="82046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75D4B4">
                  <a:alpha val="100000"/>
                </a:srgbClr>
              </a:solidFill>
              <a:ln w="5420" cap="flat">
                <a:solidFill>
                  <a:srgbClr val="83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95" name="ph4195"/>
              <p:cNvSpPr/>
              <p:nvPr/>
            </p:nvSpPr>
            <p:spPr>
              <a:xfrm>
                <a:off x="1894352" y="82046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86D9BB">
                  <a:alpha val="100000"/>
                </a:srgbClr>
              </a:solidFill>
              <a:ln w="5420" cap="flat">
                <a:solidFill>
                  <a:srgbClr val="92DCC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96" name="ph4196"/>
              <p:cNvSpPr/>
              <p:nvPr/>
            </p:nvSpPr>
            <p:spPr>
              <a:xfrm>
                <a:off x="1918909" y="82046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89DABC">
                  <a:alpha val="100000"/>
                </a:srgbClr>
              </a:solidFill>
              <a:ln w="5420" cap="flat">
                <a:solidFill>
                  <a:srgbClr val="94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97" name="ph4197"/>
              <p:cNvSpPr/>
              <p:nvPr/>
            </p:nvSpPr>
            <p:spPr>
              <a:xfrm>
                <a:off x="1943465" y="82046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83D8BA">
                  <a:alpha val="100000"/>
                </a:srgbClr>
              </a:solidFill>
              <a:ln w="5420" cap="flat">
                <a:solidFill>
                  <a:srgbClr val="90DCB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98" name="ph4198"/>
              <p:cNvSpPr/>
              <p:nvPr/>
            </p:nvSpPr>
            <p:spPr>
              <a:xfrm>
                <a:off x="1968021" y="82046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7BD5B6">
                  <a:alpha val="100000"/>
                </a:srgbClr>
              </a:solidFill>
              <a:ln w="5420" cap="flat">
                <a:solidFill>
                  <a:srgbClr val="88D9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99" name="ph4199"/>
              <p:cNvSpPr/>
              <p:nvPr/>
            </p:nvSpPr>
            <p:spPr>
              <a:xfrm>
                <a:off x="1992578" y="82046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80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00" name="ph4200"/>
              <p:cNvSpPr/>
              <p:nvPr/>
            </p:nvSpPr>
            <p:spPr>
              <a:xfrm>
                <a:off x="2017134" y="82046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67D0AE">
                  <a:alpha val="100000"/>
                </a:srgbClr>
              </a:solidFill>
              <a:ln w="5420" cap="flat">
                <a:solidFill>
                  <a:srgbClr val="78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01" name="ph4201"/>
              <p:cNvSpPr/>
              <p:nvPr/>
            </p:nvSpPr>
            <p:spPr>
              <a:xfrm>
                <a:off x="2041690" y="82046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6A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02" name="ph4202"/>
              <p:cNvSpPr/>
              <p:nvPr/>
            </p:nvSpPr>
            <p:spPr>
              <a:xfrm>
                <a:off x="1476894" y="851622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03" name="ph4203"/>
              <p:cNvSpPr/>
              <p:nvPr/>
            </p:nvSpPr>
            <p:spPr>
              <a:xfrm>
                <a:off x="1501451" y="851622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47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04" name="ph4204"/>
              <p:cNvSpPr/>
              <p:nvPr/>
            </p:nvSpPr>
            <p:spPr>
              <a:xfrm>
                <a:off x="1526007" y="851622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05" name="ph4205"/>
              <p:cNvSpPr/>
              <p:nvPr/>
            </p:nvSpPr>
            <p:spPr>
              <a:xfrm>
                <a:off x="1550563" y="851622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06" name="ph4206"/>
              <p:cNvSpPr/>
              <p:nvPr/>
            </p:nvSpPr>
            <p:spPr>
              <a:xfrm>
                <a:off x="1575120" y="851622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07" name="ph4207"/>
              <p:cNvSpPr/>
              <p:nvPr/>
            </p:nvSpPr>
            <p:spPr>
              <a:xfrm>
                <a:off x="1599676" y="851622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08" name="ph4208"/>
              <p:cNvSpPr/>
              <p:nvPr/>
            </p:nvSpPr>
            <p:spPr>
              <a:xfrm>
                <a:off x="1624232" y="851622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09" name="ph4209"/>
              <p:cNvSpPr/>
              <p:nvPr/>
            </p:nvSpPr>
            <p:spPr>
              <a:xfrm>
                <a:off x="1648789" y="851622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6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10" name="ph4210"/>
              <p:cNvSpPr/>
              <p:nvPr/>
            </p:nvSpPr>
            <p:spPr>
              <a:xfrm>
                <a:off x="1673345" y="851622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11" name="ph4211"/>
              <p:cNvSpPr/>
              <p:nvPr/>
            </p:nvSpPr>
            <p:spPr>
              <a:xfrm>
                <a:off x="1697901" y="851622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12" name="ph4212"/>
              <p:cNvSpPr/>
              <p:nvPr/>
            </p:nvSpPr>
            <p:spPr>
              <a:xfrm>
                <a:off x="1722458" y="851622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13" name="ph4213"/>
              <p:cNvSpPr/>
              <p:nvPr/>
            </p:nvSpPr>
            <p:spPr>
              <a:xfrm>
                <a:off x="1747014" y="851622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14" name="ph4214"/>
              <p:cNvSpPr/>
              <p:nvPr/>
            </p:nvSpPr>
            <p:spPr>
              <a:xfrm>
                <a:off x="1771570" y="851622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15" name="ph4215"/>
              <p:cNvSpPr/>
              <p:nvPr/>
            </p:nvSpPr>
            <p:spPr>
              <a:xfrm>
                <a:off x="1796127" y="851622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16" name="ph4216"/>
              <p:cNvSpPr/>
              <p:nvPr/>
            </p:nvSpPr>
            <p:spPr>
              <a:xfrm>
                <a:off x="1820683" y="851622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17" name="ph4217"/>
              <p:cNvSpPr/>
              <p:nvPr/>
            </p:nvSpPr>
            <p:spPr>
              <a:xfrm>
                <a:off x="1845240" y="851622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8BDABD">
                  <a:alpha val="100000"/>
                </a:srgbClr>
              </a:solidFill>
              <a:ln w="5420" cap="flat">
                <a:solidFill>
                  <a:srgbClr val="96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18" name="ph4218"/>
              <p:cNvSpPr/>
              <p:nvPr/>
            </p:nvSpPr>
            <p:spPr>
              <a:xfrm>
                <a:off x="1869796" y="851622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7E3CA">
                  <a:alpha val="100000"/>
                </a:srgbClr>
              </a:solidFill>
              <a:ln w="5420" cap="flat">
                <a:solidFill>
                  <a:srgbClr val="AE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19" name="ph4219"/>
              <p:cNvSpPr/>
              <p:nvPr/>
            </p:nvSpPr>
            <p:spPr>
              <a:xfrm>
                <a:off x="1894352" y="851622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B4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20" name="ph4220"/>
              <p:cNvSpPr/>
              <p:nvPr/>
            </p:nvSpPr>
            <p:spPr>
              <a:xfrm>
                <a:off x="1918909" y="851622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8E3CA">
                  <a:alpha val="100000"/>
                </a:srgbClr>
              </a:solidFill>
              <a:ln w="5420" cap="flat">
                <a:solidFill>
                  <a:srgbClr val="AFE6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21" name="ph4221"/>
              <p:cNvSpPr/>
              <p:nvPr/>
            </p:nvSpPr>
            <p:spPr>
              <a:xfrm>
                <a:off x="1943465" y="851622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9CDFC5">
                  <a:alpha val="100000"/>
                </a:srgbClr>
              </a:solidFill>
              <a:ln w="5420" cap="flat">
                <a:solidFill>
                  <a:srgbClr val="A4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22" name="ph4222"/>
              <p:cNvSpPr/>
              <p:nvPr/>
            </p:nvSpPr>
            <p:spPr>
              <a:xfrm>
                <a:off x="1968021" y="851622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8EDBBE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23" name="ph4223"/>
              <p:cNvSpPr/>
              <p:nvPr/>
            </p:nvSpPr>
            <p:spPr>
              <a:xfrm>
                <a:off x="1992578" y="851622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80D7B9">
                  <a:alpha val="100000"/>
                </a:srgbClr>
              </a:solidFill>
              <a:ln w="5420" cap="flat">
                <a:solidFill>
                  <a:srgbClr val="8DDBB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24" name="ph4224"/>
              <p:cNvSpPr/>
              <p:nvPr/>
            </p:nvSpPr>
            <p:spPr>
              <a:xfrm>
                <a:off x="2017134" y="851622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74D3B3">
                  <a:alpha val="100000"/>
                </a:srgbClr>
              </a:solidFill>
              <a:ln w="5420" cap="flat">
                <a:solidFill>
                  <a:srgbClr val="82D8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25" name="ph4225"/>
              <p:cNvSpPr/>
              <p:nvPr/>
            </p:nvSpPr>
            <p:spPr>
              <a:xfrm>
                <a:off x="1403225" y="88277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26" name="ph4226"/>
              <p:cNvSpPr/>
              <p:nvPr/>
            </p:nvSpPr>
            <p:spPr>
              <a:xfrm>
                <a:off x="1427782" y="88277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27" name="ph4227"/>
              <p:cNvSpPr/>
              <p:nvPr/>
            </p:nvSpPr>
            <p:spPr>
              <a:xfrm>
                <a:off x="1476894" y="88277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28" name="ph4228"/>
              <p:cNvSpPr/>
              <p:nvPr/>
            </p:nvSpPr>
            <p:spPr>
              <a:xfrm>
                <a:off x="1501451" y="88277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29" name="ph4229"/>
              <p:cNvSpPr/>
              <p:nvPr/>
            </p:nvSpPr>
            <p:spPr>
              <a:xfrm>
                <a:off x="1526007" y="88277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30" name="ph4230"/>
              <p:cNvSpPr/>
              <p:nvPr/>
            </p:nvSpPr>
            <p:spPr>
              <a:xfrm>
                <a:off x="1550563" y="88277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31" name="ph4231"/>
              <p:cNvSpPr/>
              <p:nvPr/>
            </p:nvSpPr>
            <p:spPr>
              <a:xfrm>
                <a:off x="1575120" y="88277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32" name="ph4232"/>
              <p:cNvSpPr/>
              <p:nvPr/>
            </p:nvSpPr>
            <p:spPr>
              <a:xfrm>
                <a:off x="1599676" y="88277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33" name="ph4233"/>
              <p:cNvSpPr/>
              <p:nvPr/>
            </p:nvSpPr>
            <p:spPr>
              <a:xfrm>
                <a:off x="1624232" y="88277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34" name="ph4234"/>
              <p:cNvSpPr/>
              <p:nvPr/>
            </p:nvSpPr>
            <p:spPr>
              <a:xfrm>
                <a:off x="1648789" y="88277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35" name="ph4235"/>
              <p:cNvSpPr/>
              <p:nvPr/>
            </p:nvSpPr>
            <p:spPr>
              <a:xfrm>
                <a:off x="1722458" y="88277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36" name="ph4236"/>
              <p:cNvSpPr/>
              <p:nvPr/>
            </p:nvSpPr>
            <p:spPr>
              <a:xfrm>
                <a:off x="1747014" y="88277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37" name="ph4237"/>
              <p:cNvSpPr/>
              <p:nvPr/>
            </p:nvSpPr>
            <p:spPr>
              <a:xfrm>
                <a:off x="1771570" y="88277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38" name="ph4238"/>
              <p:cNvSpPr/>
              <p:nvPr/>
            </p:nvSpPr>
            <p:spPr>
              <a:xfrm>
                <a:off x="1796127" y="88277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39" name="ph4239"/>
              <p:cNvSpPr/>
              <p:nvPr/>
            </p:nvSpPr>
            <p:spPr>
              <a:xfrm>
                <a:off x="1820683" y="88277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7FD7B8">
                  <a:alpha val="100000"/>
                </a:srgbClr>
              </a:solidFill>
              <a:ln w="5420" cap="flat">
                <a:solidFill>
                  <a:srgbClr val="8CDBB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40" name="ph4240"/>
              <p:cNvSpPr/>
              <p:nvPr/>
            </p:nvSpPr>
            <p:spPr>
              <a:xfrm>
                <a:off x="1845240" y="88277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AE4CB">
                  <a:alpha val="100000"/>
                </a:srgbClr>
              </a:solidFill>
              <a:ln w="5420" cap="flat">
                <a:solidFill>
                  <a:srgbClr val="B0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41" name="ph4241"/>
              <p:cNvSpPr/>
              <p:nvPr/>
            </p:nvSpPr>
            <p:spPr>
              <a:xfrm>
                <a:off x="1869796" y="88277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EEAD5">
                  <a:alpha val="100000"/>
                </a:srgbClr>
              </a:solidFill>
              <a:ln w="5420" cap="flat">
                <a:solidFill>
                  <a:srgbClr val="C2ECD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42" name="ph4242"/>
              <p:cNvSpPr/>
              <p:nvPr/>
            </p:nvSpPr>
            <p:spPr>
              <a:xfrm>
                <a:off x="1894352" y="88277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C0EBD6">
                  <a:alpha val="100000"/>
                </a:srgbClr>
              </a:solidFill>
              <a:ln w="5420" cap="flat">
                <a:solidFill>
                  <a:srgbClr val="C3ECD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43" name="ph4243"/>
              <p:cNvSpPr/>
              <p:nvPr/>
            </p:nvSpPr>
            <p:spPr>
              <a:xfrm>
                <a:off x="1918909" y="88277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6E8D1">
                  <a:alpha val="100000"/>
                </a:srgbClr>
              </a:solidFill>
              <a:ln w="5420" cap="flat">
                <a:solidFill>
                  <a:srgbClr val="BBEAD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44" name="ph4244"/>
              <p:cNvSpPr/>
              <p:nvPr/>
            </p:nvSpPr>
            <p:spPr>
              <a:xfrm>
                <a:off x="1943465" y="88277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8E3CA">
                  <a:alpha val="100000"/>
                </a:srgbClr>
              </a:solidFill>
              <a:ln w="5420" cap="flat">
                <a:solidFill>
                  <a:srgbClr val="AF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45" name="ph4245"/>
              <p:cNvSpPr/>
              <p:nvPr/>
            </p:nvSpPr>
            <p:spPr>
              <a:xfrm>
                <a:off x="1968021" y="88277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46" name="ph4246"/>
              <p:cNvSpPr/>
              <p:nvPr/>
            </p:nvSpPr>
            <p:spPr>
              <a:xfrm>
                <a:off x="1992578" y="88277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89DABC">
                  <a:alpha val="100000"/>
                </a:srgbClr>
              </a:solidFill>
              <a:ln w="5420" cap="flat">
                <a:solidFill>
                  <a:srgbClr val="94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47" name="ph4247"/>
              <p:cNvSpPr/>
              <p:nvPr/>
            </p:nvSpPr>
            <p:spPr>
              <a:xfrm>
                <a:off x="1378669" y="913929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48" name="ph4248"/>
              <p:cNvSpPr/>
              <p:nvPr/>
            </p:nvSpPr>
            <p:spPr>
              <a:xfrm>
                <a:off x="1403225" y="913929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49" name="ph4249"/>
              <p:cNvSpPr/>
              <p:nvPr/>
            </p:nvSpPr>
            <p:spPr>
              <a:xfrm>
                <a:off x="1427782" y="913929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50" name="ph4250"/>
              <p:cNvSpPr/>
              <p:nvPr/>
            </p:nvSpPr>
            <p:spPr>
              <a:xfrm>
                <a:off x="1452338" y="913929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51" name="ph4251"/>
              <p:cNvSpPr/>
              <p:nvPr/>
            </p:nvSpPr>
            <p:spPr>
              <a:xfrm>
                <a:off x="1476894" y="913929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52" name="ph4252"/>
              <p:cNvSpPr/>
              <p:nvPr/>
            </p:nvSpPr>
            <p:spPr>
              <a:xfrm>
                <a:off x="1501451" y="913929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48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53" name="ph4253"/>
              <p:cNvSpPr/>
              <p:nvPr/>
            </p:nvSpPr>
            <p:spPr>
              <a:xfrm>
                <a:off x="1526007" y="913929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54" name="ph4254"/>
              <p:cNvSpPr/>
              <p:nvPr/>
            </p:nvSpPr>
            <p:spPr>
              <a:xfrm>
                <a:off x="1550563" y="913929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55" name="ph4255"/>
              <p:cNvSpPr/>
              <p:nvPr/>
            </p:nvSpPr>
            <p:spPr>
              <a:xfrm>
                <a:off x="1575120" y="913929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56" name="ph4256"/>
              <p:cNvSpPr/>
              <p:nvPr/>
            </p:nvSpPr>
            <p:spPr>
              <a:xfrm>
                <a:off x="1599676" y="913929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57" name="ph4257"/>
              <p:cNvSpPr/>
              <p:nvPr/>
            </p:nvSpPr>
            <p:spPr>
              <a:xfrm>
                <a:off x="1624232" y="913929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58" name="ph4258"/>
              <p:cNvSpPr/>
              <p:nvPr/>
            </p:nvSpPr>
            <p:spPr>
              <a:xfrm>
                <a:off x="1648789" y="913929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799A9">
                  <a:alpha val="100000"/>
                </a:srgbClr>
              </a:solidFill>
              <a:ln w="5420" cap="flat">
                <a:solidFill>
                  <a:srgbClr val="43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59" name="ph4259"/>
              <p:cNvSpPr/>
              <p:nvPr/>
            </p:nvSpPr>
            <p:spPr>
              <a:xfrm>
                <a:off x="1747014" y="913929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60" name="ph4260"/>
              <p:cNvSpPr/>
              <p:nvPr/>
            </p:nvSpPr>
            <p:spPr>
              <a:xfrm>
                <a:off x="1771570" y="913929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61" name="ph4261"/>
              <p:cNvSpPr/>
              <p:nvPr/>
            </p:nvSpPr>
            <p:spPr>
              <a:xfrm>
                <a:off x="1796127" y="913929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6F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62" name="ph4262"/>
              <p:cNvSpPr/>
              <p:nvPr/>
            </p:nvSpPr>
            <p:spPr>
              <a:xfrm>
                <a:off x="1820683" y="913929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8ADABD">
                  <a:alpha val="100000"/>
                </a:srgbClr>
              </a:solidFill>
              <a:ln w="5420" cap="flat">
                <a:solidFill>
                  <a:srgbClr val="95DD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63" name="ph4263"/>
              <p:cNvSpPr/>
              <p:nvPr/>
            </p:nvSpPr>
            <p:spPr>
              <a:xfrm>
                <a:off x="1845240" y="913929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AE4CB">
                  <a:alpha val="100000"/>
                </a:srgbClr>
              </a:solidFill>
              <a:ln w="5420" cap="flat">
                <a:solidFill>
                  <a:srgbClr val="B0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64" name="ph4264"/>
              <p:cNvSpPr/>
              <p:nvPr/>
            </p:nvSpPr>
            <p:spPr>
              <a:xfrm>
                <a:off x="1869796" y="913929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AE9D3">
                  <a:alpha val="100000"/>
                </a:srgbClr>
              </a:solidFill>
              <a:ln w="5420" cap="flat">
                <a:solidFill>
                  <a:srgbClr val="BEEBD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65" name="ph4265"/>
              <p:cNvSpPr/>
              <p:nvPr/>
            </p:nvSpPr>
            <p:spPr>
              <a:xfrm>
                <a:off x="1894352" y="913929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CEAD4">
                  <a:alpha val="100000"/>
                </a:srgbClr>
              </a:solidFill>
              <a:ln w="5420" cap="flat">
                <a:solidFill>
                  <a:srgbClr val="C0EBD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66" name="ph4266"/>
              <p:cNvSpPr/>
              <p:nvPr/>
            </p:nvSpPr>
            <p:spPr>
              <a:xfrm>
                <a:off x="1918909" y="913929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B9E9D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67" name="ph4267"/>
              <p:cNvSpPr/>
              <p:nvPr/>
            </p:nvSpPr>
            <p:spPr>
              <a:xfrm>
                <a:off x="1943465" y="913929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7E3CA">
                  <a:alpha val="100000"/>
                </a:srgbClr>
              </a:solidFill>
              <a:ln w="5420" cap="flat">
                <a:solidFill>
                  <a:srgbClr val="AE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68" name="ph4268"/>
              <p:cNvSpPr/>
              <p:nvPr/>
            </p:nvSpPr>
            <p:spPr>
              <a:xfrm>
                <a:off x="1968021" y="913929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A2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69" name="ph4269"/>
              <p:cNvSpPr/>
              <p:nvPr/>
            </p:nvSpPr>
            <p:spPr>
              <a:xfrm>
                <a:off x="1354113" y="94508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70" name="ph4270"/>
              <p:cNvSpPr/>
              <p:nvPr/>
            </p:nvSpPr>
            <p:spPr>
              <a:xfrm>
                <a:off x="1378669" y="94508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71" name="ph4271"/>
              <p:cNvSpPr/>
              <p:nvPr/>
            </p:nvSpPr>
            <p:spPr>
              <a:xfrm>
                <a:off x="1403225" y="94508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72" name="ph4272"/>
              <p:cNvSpPr/>
              <p:nvPr/>
            </p:nvSpPr>
            <p:spPr>
              <a:xfrm>
                <a:off x="1427782" y="94508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73" name="ph4273"/>
              <p:cNvSpPr/>
              <p:nvPr/>
            </p:nvSpPr>
            <p:spPr>
              <a:xfrm>
                <a:off x="1452338" y="94508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74" name="ph4274"/>
              <p:cNvSpPr/>
              <p:nvPr/>
            </p:nvSpPr>
            <p:spPr>
              <a:xfrm>
                <a:off x="1476894" y="94508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75" name="ph4275"/>
              <p:cNvSpPr/>
              <p:nvPr/>
            </p:nvSpPr>
            <p:spPr>
              <a:xfrm>
                <a:off x="1501451" y="94508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76" name="ph4276"/>
              <p:cNvSpPr/>
              <p:nvPr/>
            </p:nvSpPr>
            <p:spPr>
              <a:xfrm>
                <a:off x="1526007" y="94508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77" name="ph4277"/>
              <p:cNvSpPr/>
              <p:nvPr/>
            </p:nvSpPr>
            <p:spPr>
              <a:xfrm>
                <a:off x="1550563" y="94508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78" name="ph4278"/>
              <p:cNvSpPr/>
              <p:nvPr/>
            </p:nvSpPr>
            <p:spPr>
              <a:xfrm>
                <a:off x="1575120" y="94508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79" name="ph4279"/>
              <p:cNvSpPr/>
              <p:nvPr/>
            </p:nvSpPr>
            <p:spPr>
              <a:xfrm>
                <a:off x="1599676" y="94508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48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80" name="ph4280"/>
              <p:cNvSpPr/>
              <p:nvPr/>
            </p:nvSpPr>
            <p:spPr>
              <a:xfrm>
                <a:off x="1624232" y="94508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48A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81" name="ph4281"/>
              <p:cNvSpPr/>
              <p:nvPr/>
            </p:nvSpPr>
            <p:spPr>
              <a:xfrm>
                <a:off x="1648789" y="94508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48A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82" name="ph4282"/>
              <p:cNvSpPr/>
              <p:nvPr/>
            </p:nvSpPr>
            <p:spPr>
              <a:xfrm>
                <a:off x="1747014" y="94508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83" name="ph4283"/>
              <p:cNvSpPr/>
              <p:nvPr/>
            </p:nvSpPr>
            <p:spPr>
              <a:xfrm>
                <a:off x="1771570" y="94508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84" name="ph4284"/>
              <p:cNvSpPr/>
              <p:nvPr/>
            </p:nvSpPr>
            <p:spPr>
              <a:xfrm>
                <a:off x="1796127" y="94508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85" name="ph4285"/>
              <p:cNvSpPr/>
              <p:nvPr/>
            </p:nvSpPr>
            <p:spPr>
              <a:xfrm>
                <a:off x="1820683" y="94508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82D7B9">
                  <a:alpha val="100000"/>
                </a:srgbClr>
              </a:solidFill>
              <a:ln w="5420" cap="flat">
                <a:solidFill>
                  <a:srgbClr val="8EDBB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86" name="ph4286"/>
              <p:cNvSpPr/>
              <p:nvPr/>
            </p:nvSpPr>
            <p:spPr>
              <a:xfrm>
                <a:off x="1845240" y="94508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87" name="ph4287"/>
              <p:cNvSpPr/>
              <p:nvPr/>
            </p:nvSpPr>
            <p:spPr>
              <a:xfrm>
                <a:off x="1869796" y="94508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7E3CA">
                  <a:alpha val="100000"/>
                </a:srgbClr>
              </a:solidFill>
              <a:ln w="5420" cap="flat">
                <a:solidFill>
                  <a:srgbClr val="AE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88" name="ph4288"/>
              <p:cNvSpPr/>
              <p:nvPr/>
            </p:nvSpPr>
            <p:spPr>
              <a:xfrm>
                <a:off x="1894352" y="94508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BE4CC">
                  <a:alpha val="100000"/>
                </a:srgbClr>
              </a:solidFill>
              <a:ln w="5420" cap="flat">
                <a:solidFill>
                  <a:srgbClr val="B1E6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89" name="ph4289"/>
              <p:cNvSpPr/>
              <p:nvPr/>
            </p:nvSpPr>
            <p:spPr>
              <a:xfrm>
                <a:off x="1918909" y="94508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A6E3C9">
                  <a:alpha val="100000"/>
                </a:srgbClr>
              </a:solidFill>
              <a:ln w="5420" cap="flat">
                <a:solidFill>
                  <a:srgbClr val="AD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90" name="ph4290"/>
              <p:cNvSpPr/>
              <p:nvPr/>
            </p:nvSpPr>
            <p:spPr>
              <a:xfrm>
                <a:off x="1943465" y="94508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A5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91" name="ph4291"/>
              <p:cNvSpPr/>
              <p:nvPr/>
            </p:nvSpPr>
            <p:spPr>
              <a:xfrm>
                <a:off x="1329556" y="976236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92" name="ph4292"/>
              <p:cNvSpPr/>
              <p:nvPr/>
            </p:nvSpPr>
            <p:spPr>
              <a:xfrm>
                <a:off x="1354113" y="976236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93" name="ph4293"/>
              <p:cNvSpPr/>
              <p:nvPr/>
            </p:nvSpPr>
            <p:spPr>
              <a:xfrm>
                <a:off x="1378669" y="976236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48A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94" name="ph4294"/>
              <p:cNvSpPr/>
              <p:nvPr/>
            </p:nvSpPr>
            <p:spPr>
              <a:xfrm>
                <a:off x="1403225" y="976236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95" name="ph4295"/>
              <p:cNvSpPr/>
              <p:nvPr/>
            </p:nvSpPr>
            <p:spPr>
              <a:xfrm>
                <a:off x="1427782" y="976236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96" name="ph4296"/>
              <p:cNvSpPr/>
              <p:nvPr/>
            </p:nvSpPr>
            <p:spPr>
              <a:xfrm>
                <a:off x="1452338" y="976236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97" name="ph4297"/>
              <p:cNvSpPr/>
              <p:nvPr/>
            </p:nvSpPr>
            <p:spPr>
              <a:xfrm>
                <a:off x="1476894" y="976236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48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98" name="ph4298"/>
              <p:cNvSpPr/>
              <p:nvPr/>
            </p:nvSpPr>
            <p:spPr>
              <a:xfrm>
                <a:off x="1501451" y="976236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99" name="ph4299"/>
              <p:cNvSpPr/>
              <p:nvPr/>
            </p:nvSpPr>
            <p:spPr>
              <a:xfrm>
                <a:off x="1526007" y="976236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00" name="ph4300"/>
              <p:cNvSpPr/>
              <p:nvPr/>
            </p:nvSpPr>
            <p:spPr>
              <a:xfrm>
                <a:off x="1550563" y="976236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01" name="ph4301"/>
              <p:cNvSpPr/>
              <p:nvPr/>
            </p:nvSpPr>
            <p:spPr>
              <a:xfrm>
                <a:off x="1575120" y="976236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02" name="ph4302"/>
              <p:cNvSpPr/>
              <p:nvPr/>
            </p:nvSpPr>
            <p:spPr>
              <a:xfrm>
                <a:off x="1599676" y="976236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03" name="ph4303"/>
              <p:cNvSpPr/>
              <p:nvPr/>
            </p:nvSpPr>
            <p:spPr>
              <a:xfrm>
                <a:off x="1624232" y="976236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04" name="ph4304"/>
              <p:cNvSpPr/>
              <p:nvPr/>
            </p:nvSpPr>
            <p:spPr>
              <a:xfrm>
                <a:off x="1648789" y="976236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05" name="ph4305"/>
              <p:cNvSpPr/>
              <p:nvPr/>
            </p:nvSpPr>
            <p:spPr>
              <a:xfrm>
                <a:off x="1673345" y="976236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06" name="ph4306"/>
              <p:cNvSpPr/>
              <p:nvPr/>
            </p:nvSpPr>
            <p:spPr>
              <a:xfrm>
                <a:off x="1771570" y="976236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07" name="ph4307"/>
              <p:cNvSpPr/>
              <p:nvPr/>
            </p:nvSpPr>
            <p:spPr>
              <a:xfrm>
                <a:off x="1796127" y="976236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08" name="ph4308"/>
              <p:cNvSpPr/>
              <p:nvPr/>
            </p:nvSpPr>
            <p:spPr>
              <a:xfrm>
                <a:off x="1820683" y="976236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82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09" name="ph4309"/>
              <p:cNvSpPr/>
              <p:nvPr/>
            </p:nvSpPr>
            <p:spPr>
              <a:xfrm>
                <a:off x="1845240" y="976236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85D8BB">
                  <a:alpha val="100000"/>
                </a:srgbClr>
              </a:solidFill>
              <a:ln w="5420" cap="flat">
                <a:solidFill>
                  <a:srgbClr val="91DCC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10" name="ph4310"/>
              <p:cNvSpPr/>
              <p:nvPr/>
            </p:nvSpPr>
            <p:spPr>
              <a:xfrm>
                <a:off x="1869796" y="976236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90DCBF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11" name="ph4311"/>
              <p:cNvSpPr/>
              <p:nvPr/>
            </p:nvSpPr>
            <p:spPr>
              <a:xfrm>
                <a:off x="1894352" y="976236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95DDC1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12" name="ph4312"/>
              <p:cNvSpPr/>
              <p:nvPr/>
            </p:nvSpPr>
            <p:spPr>
              <a:xfrm>
                <a:off x="1918909" y="976236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94DDC1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13" name="ph4313"/>
              <p:cNvSpPr/>
              <p:nvPr/>
            </p:nvSpPr>
            <p:spPr>
              <a:xfrm>
                <a:off x="1329556" y="1007390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48A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14" name="ph4314"/>
              <p:cNvSpPr/>
              <p:nvPr/>
            </p:nvSpPr>
            <p:spPr>
              <a:xfrm>
                <a:off x="1354113" y="1007390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15" name="ph4315"/>
              <p:cNvSpPr/>
              <p:nvPr/>
            </p:nvSpPr>
            <p:spPr>
              <a:xfrm>
                <a:off x="1378669" y="1007390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16" name="ph4316"/>
              <p:cNvSpPr/>
              <p:nvPr/>
            </p:nvSpPr>
            <p:spPr>
              <a:xfrm>
                <a:off x="1403225" y="1007390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17" name="ph4317"/>
              <p:cNvSpPr/>
              <p:nvPr/>
            </p:nvSpPr>
            <p:spPr>
              <a:xfrm>
                <a:off x="1427782" y="1007390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18" name="ph4318"/>
              <p:cNvSpPr/>
              <p:nvPr/>
            </p:nvSpPr>
            <p:spPr>
              <a:xfrm>
                <a:off x="1452338" y="1007390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19" name="ph4319"/>
              <p:cNvSpPr/>
              <p:nvPr/>
            </p:nvSpPr>
            <p:spPr>
              <a:xfrm>
                <a:off x="1476894" y="1007390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20" name="ph4320"/>
              <p:cNvSpPr/>
              <p:nvPr/>
            </p:nvSpPr>
            <p:spPr>
              <a:xfrm>
                <a:off x="1501451" y="1007390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21" name="ph4321"/>
              <p:cNvSpPr/>
              <p:nvPr/>
            </p:nvSpPr>
            <p:spPr>
              <a:xfrm>
                <a:off x="1526007" y="1007390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22" name="ph4322"/>
              <p:cNvSpPr/>
              <p:nvPr/>
            </p:nvSpPr>
            <p:spPr>
              <a:xfrm>
                <a:off x="1550563" y="1007390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23" name="ph4323"/>
              <p:cNvSpPr/>
              <p:nvPr/>
            </p:nvSpPr>
            <p:spPr>
              <a:xfrm>
                <a:off x="1575120" y="1007390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24" name="ph4324"/>
              <p:cNvSpPr/>
              <p:nvPr/>
            </p:nvSpPr>
            <p:spPr>
              <a:xfrm>
                <a:off x="1599676" y="1007390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25" name="ph4325"/>
              <p:cNvSpPr/>
              <p:nvPr/>
            </p:nvSpPr>
            <p:spPr>
              <a:xfrm>
                <a:off x="1624232" y="1007390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26" name="ph4326"/>
              <p:cNvSpPr/>
              <p:nvPr/>
            </p:nvSpPr>
            <p:spPr>
              <a:xfrm>
                <a:off x="1648789" y="1007390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27" name="ph4327"/>
              <p:cNvSpPr/>
              <p:nvPr/>
            </p:nvSpPr>
            <p:spPr>
              <a:xfrm>
                <a:off x="1673345" y="1007390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28" name="ph4328"/>
              <p:cNvSpPr/>
              <p:nvPr/>
            </p:nvSpPr>
            <p:spPr>
              <a:xfrm>
                <a:off x="1771570" y="1007390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29" name="ph4329"/>
              <p:cNvSpPr/>
              <p:nvPr/>
            </p:nvSpPr>
            <p:spPr>
              <a:xfrm>
                <a:off x="1796127" y="1007390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30" name="ph4330"/>
              <p:cNvSpPr/>
              <p:nvPr/>
            </p:nvSpPr>
            <p:spPr>
              <a:xfrm>
                <a:off x="1820683" y="1007390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62CEAD">
                  <a:alpha val="100000"/>
                </a:srgbClr>
              </a:solidFill>
              <a:ln w="5420" cap="flat">
                <a:solidFill>
                  <a:srgbClr val="74D3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31" name="ph4331"/>
              <p:cNvSpPr/>
              <p:nvPr/>
            </p:nvSpPr>
            <p:spPr>
              <a:xfrm>
                <a:off x="1845240" y="1007390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80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32" name="ph4332"/>
              <p:cNvSpPr/>
              <p:nvPr/>
            </p:nvSpPr>
            <p:spPr>
              <a:xfrm>
                <a:off x="1869796" y="1007390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88D9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33" name="ph4333"/>
              <p:cNvSpPr/>
              <p:nvPr/>
            </p:nvSpPr>
            <p:spPr>
              <a:xfrm>
                <a:off x="1894352" y="1007390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80D7B8">
                  <a:alpha val="100000"/>
                </a:srgbClr>
              </a:solidFill>
              <a:ln w="5420" cap="flat">
                <a:solidFill>
                  <a:srgbClr val="8CDBB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34" name="ph4334"/>
              <p:cNvSpPr/>
              <p:nvPr/>
            </p:nvSpPr>
            <p:spPr>
              <a:xfrm>
                <a:off x="1305000" y="103854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48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35" name="ph4335"/>
              <p:cNvSpPr/>
              <p:nvPr/>
            </p:nvSpPr>
            <p:spPr>
              <a:xfrm>
                <a:off x="1329556" y="103854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36" name="ph4336"/>
              <p:cNvSpPr/>
              <p:nvPr/>
            </p:nvSpPr>
            <p:spPr>
              <a:xfrm>
                <a:off x="1354113" y="103854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37" name="ph4337"/>
              <p:cNvSpPr/>
              <p:nvPr/>
            </p:nvSpPr>
            <p:spPr>
              <a:xfrm>
                <a:off x="1378669" y="103854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B9DA9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38" name="ph4338"/>
              <p:cNvSpPr/>
              <p:nvPr/>
            </p:nvSpPr>
            <p:spPr>
              <a:xfrm>
                <a:off x="1403225" y="103854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39" name="ph4339"/>
              <p:cNvSpPr/>
              <p:nvPr/>
            </p:nvSpPr>
            <p:spPr>
              <a:xfrm>
                <a:off x="1427782" y="103854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40" name="ph4340"/>
              <p:cNvSpPr/>
              <p:nvPr/>
            </p:nvSpPr>
            <p:spPr>
              <a:xfrm>
                <a:off x="1452338" y="103854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41" name="ph4341"/>
              <p:cNvSpPr/>
              <p:nvPr/>
            </p:nvSpPr>
            <p:spPr>
              <a:xfrm>
                <a:off x="1476894" y="103854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42" name="ph4342"/>
              <p:cNvSpPr/>
              <p:nvPr/>
            </p:nvSpPr>
            <p:spPr>
              <a:xfrm>
                <a:off x="1501451" y="103854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43" name="ph4343"/>
              <p:cNvSpPr/>
              <p:nvPr/>
            </p:nvSpPr>
            <p:spPr>
              <a:xfrm>
                <a:off x="1526007" y="103854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44" name="ph4344"/>
              <p:cNvSpPr/>
              <p:nvPr/>
            </p:nvSpPr>
            <p:spPr>
              <a:xfrm>
                <a:off x="1550563" y="103854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45" name="ph4345"/>
              <p:cNvSpPr/>
              <p:nvPr/>
            </p:nvSpPr>
            <p:spPr>
              <a:xfrm>
                <a:off x="1575120" y="103854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46" name="ph4346"/>
              <p:cNvSpPr/>
              <p:nvPr/>
            </p:nvSpPr>
            <p:spPr>
              <a:xfrm>
                <a:off x="1599676" y="103854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47" name="ph4347"/>
              <p:cNvSpPr/>
              <p:nvPr/>
            </p:nvSpPr>
            <p:spPr>
              <a:xfrm>
                <a:off x="1624232" y="103854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48" name="ph4348"/>
              <p:cNvSpPr/>
              <p:nvPr/>
            </p:nvSpPr>
            <p:spPr>
              <a:xfrm>
                <a:off x="1648789" y="103854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49" name="ph4349"/>
              <p:cNvSpPr/>
              <p:nvPr/>
            </p:nvSpPr>
            <p:spPr>
              <a:xfrm>
                <a:off x="1673345" y="103854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50" name="ph4350"/>
              <p:cNvSpPr/>
              <p:nvPr/>
            </p:nvSpPr>
            <p:spPr>
              <a:xfrm>
                <a:off x="1697901" y="103854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4CB0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51" name="ph4351"/>
              <p:cNvSpPr/>
              <p:nvPr/>
            </p:nvSpPr>
            <p:spPr>
              <a:xfrm>
                <a:off x="1771570" y="103854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52" name="ph4352"/>
              <p:cNvSpPr/>
              <p:nvPr/>
            </p:nvSpPr>
            <p:spPr>
              <a:xfrm>
                <a:off x="1796127" y="103854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53" name="ph4353"/>
              <p:cNvSpPr/>
              <p:nvPr/>
            </p:nvSpPr>
            <p:spPr>
              <a:xfrm>
                <a:off x="1820683" y="103854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54" name="ph4354"/>
              <p:cNvSpPr/>
              <p:nvPr/>
            </p:nvSpPr>
            <p:spPr>
              <a:xfrm>
                <a:off x="1845240" y="103854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55" name="ph4355"/>
              <p:cNvSpPr/>
              <p:nvPr/>
            </p:nvSpPr>
            <p:spPr>
              <a:xfrm>
                <a:off x="1869796" y="103854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78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56" name="ph4356"/>
              <p:cNvSpPr/>
              <p:nvPr/>
            </p:nvSpPr>
            <p:spPr>
              <a:xfrm>
                <a:off x="1894352" y="103854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6BD1B0">
                  <a:alpha val="100000"/>
                </a:srgbClr>
              </a:solidFill>
              <a:ln w="5420" cap="flat">
                <a:solidFill>
                  <a:srgbClr val="7BD6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57" name="ph4357"/>
              <p:cNvSpPr/>
              <p:nvPr/>
            </p:nvSpPr>
            <p:spPr>
              <a:xfrm>
                <a:off x="1305000" y="106969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58" name="ph4358"/>
              <p:cNvSpPr/>
              <p:nvPr/>
            </p:nvSpPr>
            <p:spPr>
              <a:xfrm>
                <a:off x="1329556" y="106969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47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59" name="ph4359"/>
              <p:cNvSpPr/>
              <p:nvPr/>
            </p:nvSpPr>
            <p:spPr>
              <a:xfrm>
                <a:off x="1354113" y="106969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60" name="ph4360"/>
              <p:cNvSpPr/>
              <p:nvPr/>
            </p:nvSpPr>
            <p:spPr>
              <a:xfrm>
                <a:off x="1378669" y="106969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61" name="ph4361"/>
              <p:cNvSpPr/>
              <p:nvPr/>
            </p:nvSpPr>
            <p:spPr>
              <a:xfrm>
                <a:off x="1403225" y="106969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62" name="ph4362"/>
              <p:cNvSpPr/>
              <p:nvPr/>
            </p:nvSpPr>
            <p:spPr>
              <a:xfrm>
                <a:off x="1427782" y="106969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63" name="ph4363"/>
              <p:cNvSpPr/>
              <p:nvPr/>
            </p:nvSpPr>
            <p:spPr>
              <a:xfrm>
                <a:off x="1452338" y="106969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64" name="ph4364"/>
              <p:cNvSpPr/>
              <p:nvPr/>
            </p:nvSpPr>
            <p:spPr>
              <a:xfrm>
                <a:off x="1476894" y="106969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65" name="ph4365"/>
              <p:cNvSpPr/>
              <p:nvPr/>
            </p:nvSpPr>
            <p:spPr>
              <a:xfrm>
                <a:off x="1501451" y="106969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47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66" name="ph4366"/>
              <p:cNvSpPr/>
              <p:nvPr/>
            </p:nvSpPr>
            <p:spPr>
              <a:xfrm>
                <a:off x="1526007" y="106969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67" name="ph4367"/>
              <p:cNvSpPr/>
              <p:nvPr/>
            </p:nvSpPr>
            <p:spPr>
              <a:xfrm>
                <a:off x="1550563" y="106969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68" name="ph4368"/>
              <p:cNvSpPr/>
              <p:nvPr/>
            </p:nvSpPr>
            <p:spPr>
              <a:xfrm>
                <a:off x="1575120" y="106969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F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69" name="ph4369"/>
              <p:cNvSpPr/>
              <p:nvPr/>
            </p:nvSpPr>
            <p:spPr>
              <a:xfrm>
                <a:off x="1599676" y="106969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70" name="ph4370"/>
              <p:cNvSpPr/>
              <p:nvPr/>
            </p:nvSpPr>
            <p:spPr>
              <a:xfrm>
                <a:off x="1624232" y="106969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71" name="ph4371"/>
              <p:cNvSpPr/>
              <p:nvPr/>
            </p:nvSpPr>
            <p:spPr>
              <a:xfrm>
                <a:off x="1648789" y="106969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72" name="ph4372"/>
              <p:cNvSpPr/>
              <p:nvPr/>
            </p:nvSpPr>
            <p:spPr>
              <a:xfrm>
                <a:off x="1673345" y="106969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73" name="ph4373"/>
              <p:cNvSpPr/>
              <p:nvPr/>
            </p:nvSpPr>
            <p:spPr>
              <a:xfrm>
                <a:off x="1697901" y="106969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74" name="ph4374"/>
              <p:cNvSpPr/>
              <p:nvPr/>
            </p:nvSpPr>
            <p:spPr>
              <a:xfrm>
                <a:off x="1722458" y="106969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75" name="ph4375"/>
              <p:cNvSpPr/>
              <p:nvPr/>
            </p:nvSpPr>
            <p:spPr>
              <a:xfrm>
                <a:off x="1796127" y="106969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76" name="ph4376"/>
              <p:cNvSpPr/>
              <p:nvPr/>
            </p:nvSpPr>
            <p:spPr>
              <a:xfrm>
                <a:off x="1820683" y="106969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77" name="ph4377"/>
              <p:cNvSpPr/>
              <p:nvPr/>
            </p:nvSpPr>
            <p:spPr>
              <a:xfrm>
                <a:off x="1845240" y="106969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78" name="ph4378"/>
              <p:cNvSpPr/>
              <p:nvPr/>
            </p:nvSpPr>
            <p:spPr>
              <a:xfrm>
                <a:off x="1869796" y="106969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79" name="ph4379"/>
              <p:cNvSpPr/>
              <p:nvPr/>
            </p:nvSpPr>
            <p:spPr>
              <a:xfrm>
                <a:off x="1894352" y="106969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80" name="ph4380"/>
              <p:cNvSpPr/>
              <p:nvPr/>
            </p:nvSpPr>
            <p:spPr>
              <a:xfrm>
                <a:off x="1305000" y="110085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81" name="ph4381"/>
              <p:cNvSpPr/>
              <p:nvPr/>
            </p:nvSpPr>
            <p:spPr>
              <a:xfrm>
                <a:off x="1329556" y="110085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82" name="ph4382"/>
              <p:cNvSpPr/>
              <p:nvPr/>
            </p:nvSpPr>
            <p:spPr>
              <a:xfrm>
                <a:off x="1354113" y="110085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83" name="ph4383"/>
              <p:cNvSpPr/>
              <p:nvPr/>
            </p:nvSpPr>
            <p:spPr>
              <a:xfrm>
                <a:off x="1378669" y="110085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84" name="ph4384"/>
              <p:cNvSpPr/>
              <p:nvPr/>
            </p:nvSpPr>
            <p:spPr>
              <a:xfrm>
                <a:off x="1403225" y="110085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85" name="ph4385"/>
              <p:cNvSpPr/>
              <p:nvPr/>
            </p:nvSpPr>
            <p:spPr>
              <a:xfrm>
                <a:off x="1427782" y="110085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86" name="ph4386"/>
              <p:cNvSpPr/>
              <p:nvPr/>
            </p:nvSpPr>
            <p:spPr>
              <a:xfrm>
                <a:off x="1452338" y="110085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87" name="ph4387"/>
              <p:cNvSpPr/>
              <p:nvPr/>
            </p:nvSpPr>
            <p:spPr>
              <a:xfrm>
                <a:off x="1476894" y="110085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88" name="ph4388"/>
              <p:cNvSpPr/>
              <p:nvPr/>
            </p:nvSpPr>
            <p:spPr>
              <a:xfrm>
                <a:off x="1501451" y="110085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89" name="ph4389"/>
              <p:cNvSpPr/>
              <p:nvPr/>
            </p:nvSpPr>
            <p:spPr>
              <a:xfrm>
                <a:off x="1526007" y="110085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90" name="ph4390"/>
              <p:cNvSpPr/>
              <p:nvPr/>
            </p:nvSpPr>
            <p:spPr>
              <a:xfrm>
                <a:off x="1550563" y="110085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91" name="ph4391"/>
              <p:cNvSpPr/>
              <p:nvPr/>
            </p:nvSpPr>
            <p:spPr>
              <a:xfrm>
                <a:off x="1575120" y="110085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92" name="ph4392"/>
              <p:cNvSpPr/>
              <p:nvPr/>
            </p:nvSpPr>
            <p:spPr>
              <a:xfrm>
                <a:off x="1599676" y="110085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93" name="ph4393"/>
              <p:cNvSpPr/>
              <p:nvPr/>
            </p:nvSpPr>
            <p:spPr>
              <a:xfrm>
                <a:off x="1624232" y="110085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94" name="ph4394"/>
              <p:cNvSpPr/>
              <p:nvPr/>
            </p:nvSpPr>
            <p:spPr>
              <a:xfrm>
                <a:off x="1648789" y="110085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95" name="ph4395"/>
              <p:cNvSpPr/>
              <p:nvPr/>
            </p:nvSpPr>
            <p:spPr>
              <a:xfrm>
                <a:off x="1673345" y="110085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96" name="ph4396"/>
              <p:cNvSpPr/>
              <p:nvPr/>
            </p:nvSpPr>
            <p:spPr>
              <a:xfrm>
                <a:off x="1697901" y="110085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97" name="ph4397"/>
              <p:cNvSpPr/>
              <p:nvPr/>
            </p:nvSpPr>
            <p:spPr>
              <a:xfrm>
                <a:off x="1722458" y="110085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9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98" name="ph4398"/>
              <p:cNvSpPr/>
              <p:nvPr/>
            </p:nvSpPr>
            <p:spPr>
              <a:xfrm>
                <a:off x="1771570" y="110085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4BDAB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99" name="ph4399"/>
              <p:cNvSpPr/>
              <p:nvPr/>
            </p:nvSpPr>
            <p:spPr>
              <a:xfrm>
                <a:off x="1796127" y="110085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00" name="ph4400"/>
              <p:cNvSpPr/>
              <p:nvPr/>
            </p:nvSpPr>
            <p:spPr>
              <a:xfrm>
                <a:off x="1820683" y="110085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01" name="ph4401"/>
              <p:cNvSpPr/>
              <p:nvPr/>
            </p:nvSpPr>
            <p:spPr>
              <a:xfrm>
                <a:off x="1845240" y="110085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02" name="ph4402"/>
              <p:cNvSpPr/>
              <p:nvPr/>
            </p:nvSpPr>
            <p:spPr>
              <a:xfrm>
                <a:off x="1869796" y="110085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E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03" name="ph4403"/>
              <p:cNvSpPr/>
              <p:nvPr/>
            </p:nvSpPr>
            <p:spPr>
              <a:xfrm>
                <a:off x="1894352" y="110085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04" name="ph4404"/>
              <p:cNvSpPr/>
              <p:nvPr/>
            </p:nvSpPr>
            <p:spPr>
              <a:xfrm>
                <a:off x="1329556" y="113200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05" name="ph4405"/>
              <p:cNvSpPr/>
              <p:nvPr/>
            </p:nvSpPr>
            <p:spPr>
              <a:xfrm>
                <a:off x="1354113" y="113200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B9D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06" name="ph4406"/>
              <p:cNvSpPr/>
              <p:nvPr/>
            </p:nvSpPr>
            <p:spPr>
              <a:xfrm>
                <a:off x="1378669" y="113200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07" name="ph4407"/>
              <p:cNvSpPr/>
              <p:nvPr/>
            </p:nvSpPr>
            <p:spPr>
              <a:xfrm>
                <a:off x="1403225" y="113200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08" name="ph4408"/>
              <p:cNvSpPr/>
              <p:nvPr/>
            </p:nvSpPr>
            <p:spPr>
              <a:xfrm>
                <a:off x="1427782" y="113200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09" name="ph4409"/>
              <p:cNvSpPr/>
              <p:nvPr/>
            </p:nvSpPr>
            <p:spPr>
              <a:xfrm>
                <a:off x="1452338" y="113200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10" name="ph4410"/>
              <p:cNvSpPr/>
              <p:nvPr/>
            </p:nvSpPr>
            <p:spPr>
              <a:xfrm>
                <a:off x="1476894" y="113200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B9DA9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11" name="ph4411"/>
              <p:cNvSpPr/>
              <p:nvPr/>
            </p:nvSpPr>
            <p:spPr>
              <a:xfrm>
                <a:off x="1501451" y="113200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12" name="ph4412"/>
              <p:cNvSpPr/>
              <p:nvPr/>
            </p:nvSpPr>
            <p:spPr>
              <a:xfrm>
                <a:off x="1526007" y="113200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13" name="ph4413"/>
              <p:cNvSpPr/>
              <p:nvPr/>
            </p:nvSpPr>
            <p:spPr>
              <a:xfrm>
                <a:off x="1550563" y="113200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14" name="ph4414"/>
              <p:cNvSpPr/>
              <p:nvPr/>
            </p:nvSpPr>
            <p:spPr>
              <a:xfrm>
                <a:off x="1575120" y="113200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15" name="ph4415"/>
              <p:cNvSpPr/>
              <p:nvPr/>
            </p:nvSpPr>
            <p:spPr>
              <a:xfrm>
                <a:off x="1599676" y="113200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16" name="ph4416"/>
              <p:cNvSpPr/>
              <p:nvPr/>
            </p:nvSpPr>
            <p:spPr>
              <a:xfrm>
                <a:off x="1624232" y="113200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17" name="ph4417"/>
              <p:cNvSpPr/>
              <p:nvPr/>
            </p:nvSpPr>
            <p:spPr>
              <a:xfrm>
                <a:off x="1648789" y="113200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4FB6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18" name="ph4418"/>
              <p:cNvSpPr/>
              <p:nvPr/>
            </p:nvSpPr>
            <p:spPr>
              <a:xfrm>
                <a:off x="1673345" y="113200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19" name="ph4419"/>
              <p:cNvSpPr/>
              <p:nvPr/>
            </p:nvSpPr>
            <p:spPr>
              <a:xfrm>
                <a:off x="1697901" y="113200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2BA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20" name="ph4420"/>
              <p:cNvSpPr/>
              <p:nvPr/>
            </p:nvSpPr>
            <p:spPr>
              <a:xfrm>
                <a:off x="1722458" y="113200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21" name="ph4421"/>
              <p:cNvSpPr/>
              <p:nvPr/>
            </p:nvSpPr>
            <p:spPr>
              <a:xfrm>
                <a:off x="1747014" y="113200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22" name="ph4422"/>
              <p:cNvSpPr/>
              <p:nvPr/>
            </p:nvSpPr>
            <p:spPr>
              <a:xfrm>
                <a:off x="1771570" y="113200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23" name="ph4423"/>
              <p:cNvSpPr/>
              <p:nvPr/>
            </p:nvSpPr>
            <p:spPr>
              <a:xfrm>
                <a:off x="1796127" y="113200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24" name="ph4424"/>
              <p:cNvSpPr/>
              <p:nvPr/>
            </p:nvSpPr>
            <p:spPr>
              <a:xfrm>
                <a:off x="1820683" y="113200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25" name="ph4425"/>
              <p:cNvSpPr/>
              <p:nvPr/>
            </p:nvSpPr>
            <p:spPr>
              <a:xfrm>
                <a:off x="1845240" y="113200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26" name="ph4426"/>
              <p:cNvSpPr/>
              <p:nvPr/>
            </p:nvSpPr>
            <p:spPr>
              <a:xfrm>
                <a:off x="1869796" y="113200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27" name="ph4427"/>
              <p:cNvSpPr/>
              <p:nvPr/>
            </p:nvSpPr>
            <p:spPr>
              <a:xfrm>
                <a:off x="1894352" y="113200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28" name="ph4428"/>
              <p:cNvSpPr/>
              <p:nvPr/>
            </p:nvSpPr>
            <p:spPr>
              <a:xfrm>
                <a:off x="1354113" y="116315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29" name="ph4429"/>
              <p:cNvSpPr/>
              <p:nvPr/>
            </p:nvSpPr>
            <p:spPr>
              <a:xfrm>
                <a:off x="1378669" y="116315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30" name="ph4430"/>
              <p:cNvSpPr/>
              <p:nvPr/>
            </p:nvSpPr>
            <p:spPr>
              <a:xfrm>
                <a:off x="1403225" y="116315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47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31" name="ph4431"/>
              <p:cNvSpPr/>
              <p:nvPr/>
            </p:nvSpPr>
            <p:spPr>
              <a:xfrm>
                <a:off x="1427782" y="116315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47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32" name="ph4432"/>
              <p:cNvSpPr/>
              <p:nvPr/>
            </p:nvSpPr>
            <p:spPr>
              <a:xfrm>
                <a:off x="1452338" y="116315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33" name="ph4433"/>
              <p:cNvSpPr/>
              <p:nvPr/>
            </p:nvSpPr>
            <p:spPr>
              <a:xfrm>
                <a:off x="1476894" y="116315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48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34" name="ph4434"/>
              <p:cNvSpPr/>
              <p:nvPr/>
            </p:nvSpPr>
            <p:spPr>
              <a:xfrm>
                <a:off x="1501451" y="116315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35" name="ph4435"/>
              <p:cNvSpPr/>
              <p:nvPr/>
            </p:nvSpPr>
            <p:spPr>
              <a:xfrm>
                <a:off x="1526007" y="116315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42A6AA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36" name="ph4436"/>
              <p:cNvSpPr/>
              <p:nvPr/>
            </p:nvSpPr>
            <p:spPr>
              <a:xfrm>
                <a:off x="1550563" y="116315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48AC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37" name="ph4437"/>
              <p:cNvSpPr/>
              <p:nvPr/>
            </p:nvSpPr>
            <p:spPr>
              <a:xfrm>
                <a:off x="1575120" y="116315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38" name="ph4438"/>
              <p:cNvSpPr/>
              <p:nvPr/>
            </p:nvSpPr>
            <p:spPr>
              <a:xfrm>
                <a:off x="1599676" y="116315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39" name="ph4439"/>
              <p:cNvSpPr/>
              <p:nvPr/>
            </p:nvSpPr>
            <p:spPr>
              <a:xfrm>
                <a:off x="1624232" y="116315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40" name="ph4440"/>
              <p:cNvSpPr/>
              <p:nvPr/>
            </p:nvSpPr>
            <p:spPr>
              <a:xfrm>
                <a:off x="1648789" y="116315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41" name="ph4441"/>
              <p:cNvSpPr/>
              <p:nvPr/>
            </p:nvSpPr>
            <p:spPr>
              <a:xfrm>
                <a:off x="1673345" y="116315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42" name="ph4442"/>
              <p:cNvSpPr/>
              <p:nvPr/>
            </p:nvSpPr>
            <p:spPr>
              <a:xfrm>
                <a:off x="1697901" y="116315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43" name="ph4443"/>
              <p:cNvSpPr/>
              <p:nvPr/>
            </p:nvSpPr>
            <p:spPr>
              <a:xfrm>
                <a:off x="1722458" y="116315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44" name="ph4444"/>
              <p:cNvSpPr/>
              <p:nvPr/>
            </p:nvSpPr>
            <p:spPr>
              <a:xfrm>
                <a:off x="1747014" y="116315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45" name="ph4445"/>
              <p:cNvSpPr/>
              <p:nvPr/>
            </p:nvSpPr>
            <p:spPr>
              <a:xfrm>
                <a:off x="1771570" y="116315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7BFAB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46" name="ph4446"/>
              <p:cNvSpPr/>
              <p:nvPr/>
            </p:nvSpPr>
            <p:spPr>
              <a:xfrm>
                <a:off x="1796127" y="116315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47" name="ph4447"/>
              <p:cNvSpPr/>
              <p:nvPr/>
            </p:nvSpPr>
            <p:spPr>
              <a:xfrm>
                <a:off x="1820683" y="116315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48" name="ph4448"/>
              <p:cNvSpPr/>
              <p:nvPr/>
            </p:nvSpPr>
            <p:spPr>
              <a:xfrm>
                <a:off x="1845240" y="116315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49" name="ph4449"/>
              <p:cNvSpPr/>
              <p:nvPr/>
            </p:nvSpPr>
            <p:spPr>
              <a:xfrm>
                <a:off x="1869796" y="116315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50" name="ph4450"/>
              <p:cNvSpPr/>
              <p:nvPr/>
            </p:nvSpPr>
            <p:spPr>
              <a:xfrm>
                <a:off x="1354113" y="1194312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51" name="ph4451"/>
              <p:cNvSpPr/>
              <p:nvPr/>
            </p:nvSpPr>
            <p:spPr>
              <a:xfrm>
                <a:off x="1378669" y="1194312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52" name="ph4452"/>
              <p:cNvSpPr/>
              <p:nvPr/>
            </p:nvSpPr>
            <p:spPr>
              <a:xfrm>
                <a:off x="1403225" y="1194312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53" name="ph4453"/>
              <p:cNvSpPr/>
              <p:nvPr/>
            </p:nvSpPr>
            <p:spPr>
              <a:xfrm>
                <a:off x="1427782" y="1194312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54" name="ph4454"/>
              <p:cNvSpPr/>
              <p:nvPr/>
            </p:nvSpPr>
            <p:spPr>
              <a:xfrm>
                <a:off x="1452338" y="1194312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55" name="ph4455"/>
              <p:cNvSpPr/>
              <p:nvPr/>
            </p:nvSpPr>
            <p:spPr>
              <a:xfrm>
                <a:off x="1476894" y="1194312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56" name="ph4456"/>
              <p:cNvSpPr/>
              <p:nvPr/>
            </p:nvSpPr>
            <p:spPr>
              <a:xfrm>
                <a:off x="1501451" y="1194312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57" name="ph4457"/>
              <p:cNvSpPr/>
              <p:nvPr/>
            </p:nvSpPr>
            <p:spPr>
              <a:xfrm>
                <a:off x="1526007" y="1194312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58" name="ph4458"/>
              <p:cNvSpPr/>
              <p:nvPr/>
            </p:nvSpPr>
            <p:spPr>
              <a:xfrm>
                <a:off x="1550563" y="1194312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59" name="ph4459"/>
              <p:cNvSpPr/>
              <p:nvPr/>
            </p:nvSpPr>
            <p:spPr>
              <a:xfrm>
                <a:off x="1575120" y="1194312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60" name="ph4460"/>
              <p:cNvSpPr/>
              <p:nvPr/>
            </p:nvSpPr>
            <p:spPr>
              <a:xfrm>
                <a:off x="1599676" y="1194312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61" name="ph4461"/>
              <p:cNvSpPr/>
              <p:nvPr/>
            </p:nvSpPr>
            <p:spPr>
              <a:xfrm>
                <a:off x="1624232" y="1194312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62" name="ph4462"/>
              <p:cNvSpPr/>
              <p:nvPr/>
            </p:nvSpPr>
            <p:spPr>
              <a:xfrm>
                <a:off x="1648789" y="1194312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B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63" name="ph4463"/>
              <p:cNvSpPr/>
              <p:nvPr/>
            </p:nvSpPr>
            <p:spPr>
              <a:xfrm>
                <a:off x="1673345" y="1194312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64" name="ph4464"/>
              <p:cNvSpPr/>
              <p:nvPr/>
            </p:nvSpPr>
            <p:spPr>
              <a:xfrm>
                <a:off x="1697901" y="1194312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65" name="ph4465"/>
              <p:cNvSpPr/>
              <p:nvPr/>
            </p:nvSpPr>
            <p:spPr>
              <a:xfrm>
                <a:off x="1722458" y="1194312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66" name="ph4466"/>
              <p:cNvSpPr/>
              <p:nvPr/>
            </p:nvSpPr>
            <p:spPr>
              <a:xfrm>
                <a:off x="1747014" y="1194312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67" name="ph4467"/>
              <p:cNvSpPr/>
              <p:nvPr/>
            </p:nvSpPr>
            <p:spPr>
              <a:xfrm>
                <a:off x="1771570" y="1194312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68" name="ph4468"/>
              <p:cNvSpPr/>
              <p:nvPr/>
            </p:nvSpPr>
            <p:spPr>
              <a:xfrm>
                <a:off x="1796127" y="1194312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69" name="ph4469"/>
              <p:cNvSpPr/>
              <p:nvPr/>
            </p:nvSpPr>
            <p:spPr>
              <a:xfrm>
                <a:off x="1820683" y="1194312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70" name="ph4470"/>
              <p:cNvSpPr/>
              <p:nvPr/>
            </p:nvSpPr>
            <p:spPr>
              <a:xfrm>
                <a:off x="1845240" y="1194312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71" name="ph4471"/>
              <p:cNvSpPr/>
              <p:nvPr/>
            </p:nvSpPr>
            <p:spPr>
              <a:xfrm>
                <a:off x="1403225" y="1225466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72" name="ph4472"/>
              <p:cNvSpPr/>
              <p:nvPr/>
            </p:nvSpPr>
            <p:spPr>
              <a:xfrm>
                <a:off x="1427782" y="1225466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C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73" name="ph4473"/>
              <p:cNvSpPr/>
              <p:nvPr/>
            </p:nvSpPr>
            <p:spPr>
              <a:xfrm>
                <a:off x="1452338" y="1225466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74" name="ph4474"/>
              <p:cNvSpPr/>
              <p:nvPr/>
            </p:nvSpPr>
            <p:spPr>
              <a:xfrm>
                <a:off x="1476894" y="1225466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75" name="ph4475"/>
              <p:cNvSpPr/>
              <p:nvPr/>
            </p:nvSpPr>
            <p:spPr>
              <a:xfrm>
                <a:off x="1501451" y="1225466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47AAAA">
                  <a:alpha val="100000"/>
                </a:srgbClr>
              </a:solidFill>
              <a:ln w="5420" cap="flat">
                <a:solidFill>
                  <a:srgbClr val="4F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76" name="ph4476"/>
              <p:cNvSpPr/>
              <p:nvPr/>
            </p:nvSpPr>
            <p:spPr>
              <a:xfrm>
                <a:off x="1526007" y="1225466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77" name="ph4477"/>
              <p:cNvSpPr/>
              <p:nvPr/>
            </p:nvSpPr>
            <p:spPr>
              <a:xfrm>
                <a:off x="1550563" y="1225466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78" name="ph4478"/>
              <p:cNvSpPr/>
              <p:nvPr/>
            </p:nvSpPr>
            <p:spPr>
              <a:xfrm>
                <a:off x="1575120" y="1225466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79" name="ph4479"/>
              <p:cNvSpPr/>
              <p:nvPr/>
            </p:nvSpPr>
            <p:spPr>
              <a:xfrm>
                <a:off x="1599676" y="1225466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80" name="ph4480"/>
              <p:cNvSpPr/>
              <p:nvPr/>
            </p:nvSpPr>
            <p:spPr>
              <a:xfrm>
                <a:off x="1624232" y="1225466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81" name="ph4481"/>
              <p:cNvSpPr/>
              <p:nvPr/>
            </p:nvSpPr>
            <p:spPr>
              <a:xfrm>
                <a:off x="1648789" y="1225466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82" name="ph4482"/>
              <p:cNvSpPr/>
              <p:nvPr/>
            </p:nvSpPr>
            <p:spPr>
              <a:xfrm>
                <a:off x="1673345" y="1225466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83" name="ph4483"/>
              <p:cNvSpPr/>
              <p:nvPr/>
            </p:nvSpPr>
            <p:spPr>
              <a:xfrm>
                <a:off x="1697901" y="1225466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84" name="ph4484"/>
              <p:cNvSpPr/>
              <p:nvPr/>
            </p:nvSpPr>
            <p:spPr>
              <a:xfrm>
                <a:off x="1722458" y="1225466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85" name="ph4485"/>
              <p:cNvSpPr/>
              <p:nvPr/>
            </p:nvSpPr>
            <p:spPr>
              <a:xfrm>
                <a:off x="1747014" y="1225466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86" name="ph4486"/>
              <p:cNvSpPr/>
              <p:nvPr/>
            </p:nvSpPr>
            <p:spPr>
              <a:xfrm>
                <a:off x="1771570" y="1225466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87" name="ph4487"/>
              <p:cNvSpPr/>
              <p:nvPr/>
            </p:nvSpPr>
            <p:spPr>
              <a:xfrm>
                <a:off x="1796127" y="1225466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88" name="ph4488"/>
              <p:cNvSpPr/>
              <p:nvPr/>
            </p:nvSpPr>
            <p:spPr>
              <a:xfrm>
                <a:off x="1820683" y="1225466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89" name="ph4489"/>
              <p:cNvSpPr/>
              <p:nvPr/>
            </p:nvSpPr>
            <p:spPr>
              <a:xfrm>
                <a:off x="1427782" y="1256619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90" name="ph4490"/>
              <p:cNvSpPr/>
              <p:nvPr/>
            </p:nvSpPr>
            <p:spPr>
              <a:xfrm>
                <a:off x="1452338" y="1256619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91" name="ph4491"/>
              <p:cNvSpPr/>
              <p:nvPr/>
            </p:nvSpPr>
            <p:spPr>
              <a:xfrm>
                <a:off x="1476894" y="1256619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92" name="ph4492"/>
              <p:cNvSpPr/>
              <p:nvPr/>
            </p:nvSpPr>
            <p:spPr>
              <a:xfrm>
                <a:off x="1501451" y="1256619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93" name="ph4493"/>
              <p:cNvSpPr/>
              <p:nvPr/>
            </p:nvSpPr>
            <p:spPr>
              <a:xfrm>
                <a:off x="1526007" y="1256619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94" name="ph4494"/>
              <p:cNvSpPr/>
              <p:nvPr/>
            </p:nvSpPr>
            <p:spPr>
              <a:xfrm>
                <a:off x="1550563" y="1256619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95" name="ph4495"/>
              <p:cNvSpPr/>
              <p:nvPr/>
            </p:nvSpPr>
            <p:spPr>
              <a:xfrm>
                <a:off x="1575120" y="1256619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2B8AB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96" name="ph4496"/>
              <p:cNvSpPr/>
              <p:nvPr/>
            </p:nvSpPr>
            <p:spPr>
              <a:xfrm>
                <a:off x="1599676" y="1256619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97" name="ph4497"/>
              <p:cNvSpPr/>
              <p:nvPr/>
            </p:nvSpPr>
            <p:spPr>
              <a:xfrm>
                <a:off x="1624232" y="1256619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98" name="ph4498"/>
              <p:cNvSpPr/>
              <p:nvPr/>
            </p:nvSpPr>
            <p:spPr>
              <a:xfrm>
                <a:off x="1648789" y="1256619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99" name="ph4499"/>
              <p:cNvSpPr/>
              <p:nvPr/>
            </p:nvSpPr>
            <p:spPr>
              <a:xfrm>
                <a:off x="1673345" y="1256619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00" name="ph4500"/>
              <p:cNvSpPr/>
              <p:nvPr/>
            </p:nvSpPr>
            <p:spPr>
              <a:xfrm>
                <a:off x="1697901" y="1256619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01" name="ph4501"/>
              <p:cNvSpPr/>
              <p:nvPr/>
            </p:nvSpPr>
            <p:spPr>
              <a:xfrm>
                <a:off x="1722458" y="1256619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64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02" name="ph4502"/>
              <p:cNvSpPr/>
              <p:nvPr/>
            </p:nvSpPr>
            <p:spPr>
              <a:xfrm>
                <a:off x="1747014" y="1256619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03" name="ph4503"/>
              <p:cNvSpPr/>
              <p:nvPr/>
            </p:nvSpPr>
            <p:spPr>
              <a:xfrm>
                <a:off x="1771570" y="1256619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62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04" name="ph4504"/>
              <p:cNvSpPr/>
              <p:nvPr/>
            </p:nvSpPr>
            <p:spPr>
              <a:xfrm>
                <a:off x="1796127" y="1256619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05" name="ph4505"/>
              <p:cNvSpPr/>
              <p:nvPr/>
            </p:nvSpPr>
            <p:spPr>
              <a:xfrm>
                <a:off x="1452338" y="128777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06" name="ph4506"/>
              <p:cNvSpPr/>
              <p:nvPr/>
            </p:nvSpPr>
            <p:spPr>
              <a:xfrm>
                <a:off x="1476894" y="128777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07" name="ph4507"/>
              <p:cNvSpPr/>
              <p:nvPr/>
            </p:nvSpPr>
            <p:spPr>
              <a:xfrm>
                <a:off x="1501451" y="128777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08" name="ph4508"/>
              <p:cNvSpPr/>
              <p:nvPr/>
            </p:nvSpPr>
            <p:spPr>
              <a:xfrm>
                <a:off x="1526007" y="128777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09" name="ph4509"/>
              <p:cNvSpPr/>
              <p:nvPr/>
            </p:nvSpPr>
            <p:spPr>
              <a:xfrm>
                <a:off x="1550563" y="128777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10" name="ph4510"/>
              <p:cNvSpPr/>
              <p:nvPr/>
            </p:nvSpPr>
            <p:spPr>
              <a:xfrm>
                <a:off x="1575120" y="128777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11" name="ph4511"/>
              <p:cNvSpPr/>
              <p:nvPr/>
            </p:nvSpPr>
            <p:spPr>
              <a:xfrm>
                <a:off x="1599676" y="128777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12" name="ph4512"/>
              <p:cNvSpPr/>
              <p:nvPr/>
            </p:nvSpPr>
            <p:spPr>
              <a:xfrm>
                <a:off x="1624232" y="128777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13" name="ph4513"/>
              <p:cNvSpPr/>
              <p:nvPr/>
            </p:nvSpPr>
            <p:spPr>
              <a:xfrm>
                <a:off x="1648789" y="128777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14" name="ph4514"/>
              <p:cNvSpPr/>
              <p:nvPr/>
            </p:nvSpPr>
            <p:spPr>
              <a:xfrm>
                <a:off x="1673345" y="128777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15" name="ph4515"/>
              <p:cNvSpPr/>
              <p:nvPr/>
            </p:nvSpPr>
            <p:spPr>
              <a:xfrm>
                <a:off x="1697901" y="128777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16" name="ph4516"/>
              <p:cNvSpPr/>
              <p:nvPr/>
            </p:nvSpPr>
            <p:spPr>
              <a:xfrm>
                <a:off x="1722458" y="128777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69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17" name="ph4517"/>
              <p:cNvSpPr/>
              <p:nvPr/>
            </p:nvSpPr>
            <p:spPr>
              <a:xfrm>
                <a:off x="1747014" y="128777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18" name="ph4518"/>
              <p:cNvSpPr/>
              <p:nvPr/>
            </p:nvSpPr>
            <p:spPr>
              <a:xfrm>
                <a:off x="1771570" y="128777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19" name="ph4519"/>
              <p:cNvSpPr/>
              <p:nvPr/>
            </p:nvSpPr>
            <p:spPr>
              <a:xfrm>
                <a:off x="1796127" y="128777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20" name="ph4520"/>
              <p:cNvSpPr/>
              <p:nvPr/>
            </p:nvSpPr>
            <p:spPr>
              <a:xfrm>
                <a:off x="1354113" y="131892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52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21" name="ph4521"/>
              <p:cNvSpPr/>
              <p:nvPr/>
            </p:nvSpPr>
            <p:spPr>
              <a:xfrm>
                <a:off x="1378669" y="131892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22" name="ph4522"/>
              <p:cNvSpPr/>
              <p:nvPr/>
            </p:nvSpPr>
            <p:spPr>
              <a:xfrm>
                <a:off x="1403225" y="131892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23" name="ph4523"/>
              <p:cNvSpPr/>
              <p:nvPr/>
            </p:nvSpPr>
            <p:spPr>
              <a:xfrm>
                <a:off x="1427782" y="131892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24" name="ph4524"/>
              <p:cNvSpPr/>
              <p:nvPr/>
            </p:nvSpPr>
            <p:spPr>
              <a:xfrm>
                <a:off x="1452338" y="131892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25" name="ph4525"/>
              <p:cNvSpPr/>
              <p:nvPr/>
            </p:nvSpPr>
            <p:spPr>
              <a:xfrm>
                <a:off x="1476894" y="131892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26" name="ph4526"/>
              <p:cNvSpPr/>
              <p:nvPr/>
            </p:nvSpPr>
            <p:spPr>
              <a:xfrm>
                <a:off x="1501451" y="131892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27" name="ph4527"/>
              <p:cNvSpPr/>
              <p:nvPr/>
            </p:nvSpPr>
            <p:spPr>
              <a:xfrm>
                <a:off x="1526007" y="131892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28" name="ph4528"/>
              <p:cNvSpPr/>
              <p:nvPr/>
            </p:nvSpPr>
            <p:spPr>
              <a:xfrm>
                <a:off x="1550563" y="131892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29" name="ph4529"/>
              <p:cNvSpPr/>
              <p:nvPr/>
            </p:nvSpPr>
            <p:spPr>
              <a:xfrm>
                <a:off x="1575120" y="131892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30" name="ph4530"/>
              <p:cNvSpPr/>
              <p:nvPr/>
            </p:nvSpPr>
            <p:spPr>
              <a:xfrm>
                <a:off x="1599676" y="131892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31" name="ph4531"/>
              <p:cNvSpPr/>
              <p:nvPr/>
            </p:nvSpPr>
            <p:spPr>
              <a:xfrm>
                <a:off x="1624232" y="131892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32" name="ph4532"/>
              <p:cNvSpPr/>
              <p:nvPr/>
            </p:nvSpPr>
            <p:spPr>
              <a:xfrm>
                <a:off x="1648789" y="131892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33" name="ph4533"/>
              <p:cNvSpPr/>
              <p:nvPr/>
            </p:nvSpPr>
            <p:spPr>
              <a:xfrm>
                <a:off x="1673345" y="131892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34" name="ph4534"/>
              <p:cNvSpPr/>
              <p:nvPr/>
            </p:nvSpPr>
            <p:spPr>
              <a:xfrm>
                <a:off x="1697901" y="131892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69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35" name="ph4535"/>
              <p:cNvSpPr/>
              <p:nvPr/>
            </p:nvSpPr>
            <p:spPr>
              <a:xfrm>
                <a:off x="1722458" y="131892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6A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36" name="ph4536"/>
              <p:cNvSpPr/>
              <p:nvPr/>
            </p:nvSpPr>
            <p:spPr>
              <a:xfrm>
                <a:off x="1747014" y="131892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69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37" name="ph4537"/>
              <p:cNvSpPr/>
              <p:nvPr/>
            </p:nvSpPr>
            <p:spPr>
              <a:xfrm>
                <a:off x="1771570" y="131892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67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38" name="ph4538"/>
              <p:cNvSpPr/>
              <p:nvPr/>
            </p:nvSpPr>
            <p:spPr>
              <a:xfrm>
                <a:off x="1329556" y="135008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39" name="ph4539"/>
              <p:cNvSpPr/>
              <p:nvPr/>
            </p:nvSpPr>
            <p:spPr>
              <a:xfrm>
                <a:off x="1354113" y="135008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40" name="ph4540"/>
              <p:cNvSpPr/>
              <p:nvPr/>
            </p:nvSpPr>
            <p:spPr>
              <a:xfrm>
                <a:off x="1378669" y="135008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41" name="ph4541"/>
              <p:cNvSpPr/>
              <p:nvPr/>
            </p:nvSpPr>
            <p:spPr>
              <a:xfrm>
                <a:off x="1403225" y="135008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42" name="ph4542"/>
              <p:cNvSpPr/>
              <p:nvPr/>
            </p:nvSpPr>
            <p:spPr>
              <a:xfrm>
                <a:off x="1427782" y="135008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43" name="ph4543"/>
              <p:cNvSpPr/>
              <p:nvPr/>
            </p:nvSpPr>
            <p:spPr>
              <a:xfrm>
                <a:off x="1452338" y="135008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44" name="ph4544"/>
              <p:cNvSpPr/>
              <p:nvPr/>
            </p:nvSpPr>
            <p:spPr>
              <a:xfrm>
                <a:off x="1476894" y="135008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45" name="ph4545"/>
              <p:cNvSpPr/>
              <p:nvPr/>
            </p:nvSpPr>
            <p:spPr>
              <a:xfrm>
                <a:off x="1501451" y="135008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46" name="ph4546"/>
              <p:cNvSpPr/>
              <p:nvPr/>
            </p:nvSpPr>
            <p:spPr>
              <a:xfrm>
                <a:off x="1526007" y="135008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47" name="ph4547"/>
              <p:cNvSpPr/>
              <p:nvPr/>
            </p:nvSpPr>
            <p:spPr>
              <a:xfrm>
                <a:off x="1550563" y="135008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48" name="ph4548"/>
              <p:cNvSpPr/>
              <p:nvPr/>
            </p:nvSpPr>
            <p:spPr>
              <a:xfrm>
                <a:off x="1575120" y="135008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49" name="ph4549"/>
              <p:cNvSpPr/>
              <p:nvPr/>
            </p:nvSpPr>
            <p:spPr>
              <a:xfrm>
                <a:off x="1599676" y="135008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50" name="ph4550"/>
              <p:cNvSpPr/>
              <p:nvPr/>
            </p:nvSpPr>
            <p:spPr>
              <a:xfrm>
                <a:off x="1624232" y="135008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51" name="ph4551"/>
              <p:cNvSpPr/>
              <p:nvPr/>
            </p:nvSpPr>
            <p:spPr>
              <a:xfrm>
                <a:off x="1648789" y="135008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52" name="ph4552"/>
              <p:cNvSpPr/>
              <p:nvPr/>
            </p:nvSpPr>
            <p:spPr>
              <a:xfrm>
                <a:off x="1673345" y="135008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62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53" name="ph4553"/>
              <p:cNvSpPr/>
              <p:nvPr/>
            </p:nvSpPr>
            <p:spPr>
              <a:xfrm>
                <a:off x="1697901" y="135008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54" name="ph4554"/>
              <p:cNvSpPr/>
              <p:nvPr/>
            </p:nvSpPr>
            <p:spPr>
              <a:xfrm>
                <a:off x="1722458" y="135008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55" name="ph4555"/>
              <p:cNvSpPr/>
              <p:nvPr/>
            </p:nvSpPr>
            <p:spPr>
              <a:xfrm>
                <a:off x="1747014" y="135008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67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56" name="ph4556"/>
              <p:cNvSpPr/>
              <p:nvPr/>
            </p:nvSpPr>
            <p:spPr>
              <a:xfrm>
                <a:off x="1771570" y="135008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57" name="ph4557"/>
              <p:cNvSpPr/>
              <p:nvPr/>
            </p:nvSpPr>
            <p:spPr>
              <a:xfrm>
                <a:off x="1329556" y="138123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54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58" name="ph4558"/>
              <p:cNvSpPr/>
              <p:nvPr/>
            </p:nvSpPr>
            <p:spPr>
              <a:xfrm>
                <a:off x="1354113" y="138123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59" name="ph4559"/>
              <p:cNvSpPr/>
              <p:nvPr/>
            </p:nvSpPr>
            <p:spPr>
              <a:xfrm>
                <a:off x="1378669" y="138123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60" name="ph4560"/>
              <p:cNvSpPr/>
              <p:nvPr/>
            </p:nvSpPr>
            <p:spPr>
              <a:xfrm>
                <a:off x="1403225" y="138123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61" name="ph4561"/>
              <p:cNvSpPr/>
              <p:nvPr/>
            </p:nvSpPr>
            <p:spPr>
              <a:xfrm>
                <a:off x="1427782" y="138123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62" name="ph4562"/>
              <p:cNvSpPr/>
              <p:nvPr/>
            </p:nvSpPr>
            <p:spPr>
              <a:xfrm>
                <a:off x="1452338" y="138123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63" name="ph4563"/>
              <p:cNvSpPr/>
              <p:nvPr/>
            </p:nvSpPr>
            <p:spPr>
              <a:xfrm>
                <a:off x="1476894" y="138123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4FB4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64" name="ph4564"/>
              <p:cNvSpPr/>
              <p:nvPr/>
            </p:nvSpPr>
            <p:spPr>
              <a:xfrm>
                <a:off x="1501451" y="138123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65" name="ph4565"/>
              <p:cNvSpPr/>
              <p:nvPr/>
            </p:nvSpPr>
            <p:spPr>
              <a:xfrm>
                <a:off x="1526007" y="138123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66" name="ph4566"/>
              <p:cNvSpPr/>
              <p:nvPr/>
            </p:nvSpPr>
            <p:spPr>
              <a:xfrm>
                <a:off x="1550563" y="138123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67" name="ph4567"/>
              <p:cNvSpPr/>
              <p:nvPr/>
            </p:nvSpPr>
            <p:spPr>
              <a:xfrm>
                <a:off x="1575120" y="138123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68" name="ph4568"/>
              <p:cNvSpPr/>
              <p:nvPr/>
            </p:nvSpPr>
            <p:spPr>
              <a:xfrm>
                <a:off x="1599676" y="138123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69" name="ph4569"/>
              <p:cNvSpPr/>
              <p:nvPr/>
            </p:nvSpPr>
            <p:spPr>
              <a:xfrm>
                <a:off x="1624232" y="138123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70" name="ph4570"/>
              <p:cNvSpPr/>
              <p:nvPr/>
            </p:nvSpPr>
            <p:spPr>
              <a:xfrm>
                <a:off x="1648789" y="138123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7BFAB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71" name="ph4571"/>
              <p:cNvSpPr/>
              <p:nvPr/>
            </p:nvSpPr>
            <p:spPr>
              <a:xfrm>
                <a:off x="1673345" y="138123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72" name="ph4572"/>
              <p:cNvSpPr/>
              <p:nvPr/>
            </p:nvSpPr>
            <p:spPr>
              <a:xfrm>
                <a:off x="1697901" y="138123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73" name="ph4573"/>
              <p:cNvSpPr/>
              <p:nvPr/>
            </p:nvSpPr>
            <p:spPr>
              <a:xfrm>
                <a:off x="1722458" y="138123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74" name="ph4574"/>
              <p:cNvSpPr/>
              <p:nvPr/>
            </p:nvSpPr>
            <p:spPr>
              <a:xfrm>
                <a:off x="1747014" y="138123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75" name="ph4575"/>
              <p:cNvSpPr/>
              <p:nvPr/>
            </p:nvSpPr>
            <p:spPr>
              <a:xfrm>
                <a:off x="1329556" y="141238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76" name="ph4576"/>
              <p:cNvSpPr/>
              <p:nvPr/>
            </p:nvSpPr>
            <p:spPr>
              <a:xfrm>
                <a:off x="1354113" y="141238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77" name="ph4577"/>
              <p:cNvSpPr/>
              <p:nvPr/>
            </p:nvSpPr>
            <p:spPr>
              <a:xfrm>
                <a:off x="1378669" y="141238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78" name="ph4578"/>
              <p:cNvSpPr/>
              <p:nvPr/>
            </p:nvSpPr>
            <p:spPr>
              <a:xfrm>
                <a:off x="1403225" y="141238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79" name="ph4579"/>
              <p:cNvSpPr/>
              <p:nvPr/>
            </p:nvSpPr>
            <p:spPr>
              <a:xfrm>
                <a:off x="1427782" y="141238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80" name="ph4580"/>
              <p:cNvSpPr/>
              <p:nvPr/>
            </p:nvSpPr>
            <p:spPr>
              <a:xfrm>
                <a:off x="1452338" y="141238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4FB4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81" name="ph4581"/>
              <p:cNvSpPr/>
              <p:nvPr/>
            </p:nvSpPr>
            <p:spPr>
              <a:xfrm>
                <a:off x="1476894" y="141238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82" name="ph4582"/>
              <p:cNvSpPr/>
              <p:nvPr/>
            </p:nvSpPr>
            <p:spPr>
              <a:xfrm>
                <a:off x="1501451" y="141238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83" name="ph4583"/>
              <p:cNvSpPr/>
              <p:nvPr/>
            </p:nvSpPr>
            <p:spPr>
              <a:xfrm>
                <a:off x="1526007" y="141238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84" name="ph4584"/>
              <p:cNvSpPr/>
              <p:nvPr/>
            </p:nvSpPr>
            <p:spPr>
              <a:xfrm>
                <a:off x="1550563" y="141238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85" name="ph4585"/>
              <p:cNvSpPr/>
              <p:nvPr/>
            </p:nvSpPr>
            <p:spPr>
              <a:xfrm>
                <a:off x="1575120" y="141238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86" name="ph4586"/>
              <p:cNvSpPr/>
              <p:nvPr/>
            </p:nvSpPr>
            <p:spPr>
              <a:xfrm>
                <a:off x="1599676" y="141238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9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87" name="ph4587"/>
              <p:cNvSpPr/>
              <p:nvPr/>
            </p:nvSpPr>
            <p:spPr>
              <a:xfrm>
                <a:off x="1624232" y="141238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88" name="ph4588"/>
              <p:cNvSpPr/>
              <p:nvPr/>
            </p:nvSpPr>
            <p:spPr>
              <a:xfrm>
                <a:off x="1648789" y="141238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89" name="ph4589"/>
              <p:cNvSpPr/>
              <p:nvPr/>
            </p:nvSpPr>
            <p:spPr>
              <a:xfrm>
                <a:off x="1673345" y="141238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90" name="ph4590"/>
              <p:cNvSpPr/>
              <p:nvPr/>
            </p:nvSpPr>
            <p:spPr>
              <a:xfrm>
                <a:off x="1697901" y="141238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91" name="ph4591"/>
              <p:cNvSpPr/>
              <p:nvPr/>
            </p:nvSpPr>
            <p:spPr>
              <a:xfrm>
                <a:off x="1722458" y="141238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92" name="ph4592"/>
              <p:cNvSpPr/>
              <p:nvPr/>
            </p:nvSpPr>
            <p:spPr>
              <a:xfrm>
                <a:off x="1354113" y="1443542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93" name="ph4593"/>
              <p:cNvSpPr/>
              <p:nvPr/>
            </p:nvSpPr>
            <p:spPr>
              <a:xfrm>
                <a:off x="1378669" y="1443542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94" name="ph4594"/>
              <p:cNvSpPr/>
              <p:nvPr/>
            </p:nvSpPr>
            <p:spPr>
              <a:xfrm>
                <a:off x="1403225" y="1443542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4FB4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95" name="ph4595"/>
              <p:cNvSpPr/>
              <p:nvPr/>
            </p:nvSpPr>
            <p:spPr>
              <a:xfrm>
                <a:off x="1427782" y="1443542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4FB4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96" name="ph4596"/>
              <p:cNvSpPr/>
              <p:nvPr/>
            </p:nvSpPr>
            <p:spPr>
              <a:xfrm>
                <a:off x="1452338" y="1443542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97" name="ph4597"/>
              <p:cNvSpPr/>
              <p:nvPr/>
            </p:nvSpPr>
            <p:spPr>
              <a:xfrm>
                <a:off x="1476894" y="1443542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98" name="ph4598"/>
              <p:cNvSpPr/>
              <p:nvPr/>
            </p:nvSpPr>
            <p:spPr>
              <a:xfrm>
                <a:off x="1501451" y="1443542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99" name="ph4599"/>
              <p:cNvSpPr/>
              <p:nvPr/>
            </p:nvSpPr>
            <p:spPr>
              <a:xfrm>
                <a:off x="1526007" y="1443542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00" name="ph4600"/>
              <p:cNvSpPr/>
              <p:nvPr/>
            </p:nvSpPr>
            <p:spPr>
              <a:xfrm>
                <a:off x="1550563" y="1443542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57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01" name="ph4601"/>
              <p:cNvSpPr/>
              <p:nvPr/>
            </p:nvSpPr>
            <p:spPr>
              <a:xfrm>
                <a:off x="1575120" y="1443542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02" name="ph4602"/>
              <p:cNvSpPr/>
              <p:nvPr/>
            </p:nvSpPr>
            <p:spPr>
              <a:xfrm>
                <a:off x="1599676" y="1443542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03" name="ph4603"/>
              <p:cNvSpPr/>
              <p:nvPr/>
            </p:nvSpPr>
            <p:spPr>
              <a:xfrm>
                <a:off x="1624232" y="1443542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04" name="ph4604"/>
              <p:cNvSpPr/>
              <p:nvPr/>
            </p:nvSpPr>
            <p:spPr>
              <a:xfrm>
                <a:off x="1648789" y="1443542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05" name="ph4605"/>
              <p:cNvSpPr/>
              <p:nvPr/>
            </p:nvSpPr>
            <p:spPr>
              <a:xfrm>
                <a:off x="1673345" y="1443542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06" name="ph4606"/>
              <p:cNvSpPr/>
              <p:nvPr/>
            </p:nvSpPr>
            <p:spPr>
              <a:xfrm>
                <a:off x="1697901" y="1443542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07" name="ph4607"/>
              <p:cNvSpPr/>
              <p:nvPr/>
            </p:nvSpPr>
            <p:spPr>
              <a:xfrm>
                <a:off x="1427782" y="147469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08" name="ph4608"/>
              <p:cNvSpPr/>
              <p:nvPr/>
            </p:nvSpPr>
            <p:spPr>
              <a:xfrm>
                <a:off x="1452338" y="147469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09" name="ph4609"/>
              <p:cNvSpPr/>
              <p:nvPr/>
            </p:nvSpPr>
            <p:spPr>
              <a:xfrm>
                <a:off x="1476894" y="147469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10" name="ph4610"/>
              <p:cNvSpPr/>
              <p:nvPr/>
            </p:nvSpPr>
            <p:spPr>
              <a:xfrm>
                <a:off x="1501451" y="147469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11" name="ph4611"/>
              <p:cNvSpPr/>
              <p:nvPr/>
            </p:nvSpPr>
            <p:spPr>
              <a:xfrm>
                <a:off x="1526007" y="147469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12" name="ph4612"/>
              <p:cNvSpPr/>
              <p:nvPr/>
            </p:nvSpPr>
            <p:spPr>
              <a:xfrm>
                <a:off x="1550563" y="147469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4FB6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13" name="ph4613"/>
              <p:cNvSpPr/>
              <p:nvPr/>
            </p:nvSpPr>
            <p:spPr>
              <a:xfrm>
                <a:off x="1575120" y="147469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14" name="ph4614"/>
              <p:cNvSpPr/>
              <p:nvPr/>
            </p:nvSpPr>
            <p:spPr>
              <a:xfrm>
                <a:off x="1599676" y="147469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15" name="ph4615"/>
              <p:cNvSpPr/>
              <p:nvPr/>
            </p:nvSpPr>
            <p:spPr>
              <a:xfrm>
                <a:off x="1624232" y="147469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16" name="ph4616"/>
              <p:cNvSpPr/>
              <p:nvPr/>
            </p:nvSpPr>
            <p:spPr>
              <a:xfrm>
                <a:off x="1648789" y="147469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17" name="ph4617"/>
              <p:cNvSpPr/>
              <p:nvPr/>
            </p:nvSpPr>
            <p:spPr>
              <a:xfrm>
                <a:off x="1673345" y="147469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18" name="ph4618"/>
              <p:cNvSpPr/>
              <p:nvPr/>
            </p:nvSpPr>
            <p:spPr>
              <a:xfrm>
                <a:off x="1697901" y="147469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19" name="ph4619"/>
              <p:cNvSpPr/>
              <p:nvPr/>
            </p:nvSpPr>
            <p:spPr>
              <a:xfrm>
                <a:off x="1476894" y="1505849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20" name="ph4620"/>
              <p:cNvSpPr/>
              <p:nvPr/>
            </p:nvSpPr>
            <p:spPr>
              <a:xfrm>
                <a:off x="1501451" y="1505849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21" name="ph4621"/>
              <p:cNvSpPr/>
              <p:nvPr/>
            </p:nvSpPr>
            <p:spPr>
              <a:xfrm>
                <a:off x="1526007" y="1505849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22" name="ph4622"/>
              <p:cNvSpPr/>
              <p:nvPr/>
            </p:nvSpPr>
            <p:spPr>
              <a:xfrm>
                <a:off x="1550563" y="1505849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23" name="ph4623"/>
              <p:cNvSpPr/>
              <p:nvPr/>
            </p:nvSpPr>
            <p:spPr>
              <a:xfrm>
                <a:off x="1575120" y="1505849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24" name="ph4624"/>
              <p:cNvSpPr/>
              <p:nvPr/>
            </p:nvSpPr>
            <p:spPr>
              <a:xfrm>
                <a:off x="1599676" y="1505849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25" name="ph4625"/>
              <p:cNvSpPr/>
              <p:nvPr/>
            </p:nvSpPr>
            <p:spPr>
              <a:xfrm>
                <a:off x="1624232" y="1505849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26" name="ph4626"/>
              <p:cNvSpPr/>
              <p:nvPr/>
            </p:nvSpPr>
            <p:spPr>
              <a:xfrm>
                <a:off x="1648789" y="1505849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2BA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27" name="ph4627"/>
              <p:cNvSpPr/>
              <p:nvPr/>
            </p:nvSpPr>
            <p:spPr>
              <a:xfrm>
                <a:off x="1673345" y="1505849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28" name="ph4628"/>
              <p:cNvSpPr/>
              <p:nvPr/>
            </p:nvSpPr>
            <p:spPr>
              <a:xfrm>
                <a:off x="1697901" y="1505849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29" name="ph4629"/>
              <p:cNvSpPr/>
              <p:nvPr/>
            </p:nvSpPr>
            <p:spPr>
              <a:xfrm>
                <a:off x="1501451" y="153700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30" name="ph4630"/>
              <p:cNvSpPr/>
              <p:nvPr/>
            </p:nvSpPr>
            <p:spPr>
              <a:xfrm>
                <a:off x="1526007" y="153700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4FB6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31" name="ph4631"/>
              <p:cNvSpPr/>
              <p:nvPr/>
            </p:nvSpPr>
            <p:spPr>
              <a:xfrm>
                <a:off x="1550563" y="153700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32" name="ph4632"/>
              <p:cNvSpPr/>
              <p:nvPr/>
            </p:nvSpPr>
            <p:spPr>
              <a:xfrm>
                <a:off x="1575120" y="153700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33" name="ph4633"/>
              <p:cNvSpPr/>
              <p:nvPr/>
            </p:nvSpPr>
            <p:spPr>
              <a:xfrm>
                <a:off x="1599676" y="153700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34" name="ph4634"/>
              <p:cNvSpPr/>
              <p:nvPr/>
            </p:nvSpPr>
            <p:spPr>
              <a:xfrm>
                <a:off x="1624232" y="153700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2B8AB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35" name="ph4635"/>
              <p:cNvSpPr/>
              <p:nvPr/>
            </p:nvSpPr>
            <p:spPr>
              <a:xfrm>
                <a:off x="1648789" y="153700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36" name="ph4636"/>
              <p:cNvSpPr/>
              <p:nvPr/>
            </p:nvSpPr>
            <p:spPr>
              <a:xfrm>
                <a:off x="1673345" y="153700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37" name="ph4637"/>
              <p:cNvSpPr/>
              <p:nvPr/>
            </p:nvSpPr>
            <p:spPr>
              <a:xfrm>
                <a:off x="1697901" y="1537003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399"/>
                    </a:moveTo>
                    <a:lnTo>
                      <a:pt x="938956" y="914399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38" name="ph4638"/>
              <p:cNvSpPr/>
              <p:nvPr/>
            </p:nvSpPr>
            <p:spPr>
              <a:xfrm>
                <a:off x="1526007" y="1568156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39" name="ph4639"/>
              <p:cNvSpPr/>
              <p:nvPr/>
            </p:nvSpPr>
            <p:spPr>
              <a:xfrm>
                <a:off x="1550563" y="1568156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40" name="ph4640"/>
              <p:cNvSpPr/>
              <p:nvPr/>
            </p:nvSpPr>
            <p:spPr>
              <a:xfrm>
                <a:off x="1575120" y="1568156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41" name="ph4641"/>
              <p:cNvSpPr/>
              <p:nvPr/>
            </p:nvSpPr>
            <p:spPr>
              <a:xfrm>
                <a:off x="1599676" y="1568156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42" name="ph4642"/>
              <p:cNvSpPr/>
              <p:nvPr/>
            </p:nvSpPr>
            <p:spPr>
              <a:xfrm>
                <a:off x="1624232" y="1568156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2B8AB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43" name="ph4643"/>
              <p:cNvSpPr/>
              <p:nvPr/>
            </p:nvSpPr>
            <p:spPr>
              <a:xfrm>
                <a:off x="1648789" y="1568156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44" name="ph4644"/>
              <p:cNvSpPr/>
              <p:nvPr/>
            </p:nvSpPr>
            <p:spPr>
              <a:xfrm>
                <a:off x="1673345" y="1568156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2BA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45" name="ph4645"/>
              <p:cNvSpPr/>
              <p:nvPr/>
            </p:nvSpPr>
            <p:spPr>
              <a:xfrm>
                <a:off x="1697901" y="1568156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46" name="ph4646"/>
              <p:cNvSpPr/>
              <p:nvPr/>
            </p:nvSpPr>
            <p:spPr>
              <a:xfrm>
                <a:off x="1722458" y="1568156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47" name="ph4647"/>
              <p:cNvSpPr/>
              <p:nvPr/>
            </p:nvSpPr>
            <p:spPr>
              <a:xfrm>
                <a:off x="1599676" y="1599310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48" name="ph4648"/>
              <p:cNvSpPr/>
              <p:nvPr/>
            </p:nvSpPr>
            <p:spPr>
              <a:xfrm>
                <a:off x="1624232" y="1599310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2B8AB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49" name="ph4649"/>
              <p:cNvSpPr/>
              <p:nvPr/>
            </p:nvSpPr>
            <p:spPr>
              <a:xfrm>
                <a:off x="1648789" y="1599310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50" name="ph4650"/>
              <p:cNvSpPr/>
              <p:nvPr/>
            </p:nvSpPr>
            <p:spPr>
              <a:xfrm>
                <a:off x="1673345" y="1599310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51" name="ph4651"/>
              <p:cNvSpPr/>
              <p:nvPr/>
            </p:nvSpPr>
            <p:spPr>
              <a:xfrm>
                <a:off x="1697901" y="1599310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52" name="ph4652"/>
              <p:cNvSpPr/>
              <p:nvPr/>
            </p:nvSpPr>
            <p:spPr>
              <a:xfrm>
                <a:off x="1722458" y="1599310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53" name="ph4653"/>
              <p:cNvSpPr/>
              <p:nvPr/>
            </p:nvSpPr>
            <p:spPr>
              <a:xfrm>
                <a:off x="1476894" y="163046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54" name="ph4654"/>
              <p:cNvSpPr/>
              <p:nvPr/>
            </p:nvSpPr>
            <p:spPr>
              <a:xfrm>
                <a:off x="1575120" y="163046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55" name="ph4655"/>
              <p:cNvSpPr/>
              <p:nvPr/>
            </p:nvSpPr>
            <p:spPr>
              <a:xfrm>
                <a:off x="1599676" y="163046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56" name="ph4656"/>
              <p:cNvSpPr/>
              <p:nvPr/>
            </p:nvSpPr>
            <p:spPr>
              <a:xfrm>
                <a:off x="1624232" y="163046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57" name="ph4657"/>
              <p:cNvSpPr/>
              <p:nvPr/>
            </p:nvSpPr>
            <p:spPr>
              <a:xfrm>
                <a:off x="1648789" y="163046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58" name="ph4658"/>
              <p:cNvSpPr/>
              <p:nvPr/>
            </p:nvSpPr>
            <p:spPr>
              <a:xfrm>
                <a:off x="1673345" y="163046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59" name="ph4659"/>
              <p:cNvSpPr/>
              <p:nvPr/>
            </p:nvSpPr>
            <p:spPr>
              <a:xfrm>
                <a:off x="1697901" y="163046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2BA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60" name="ph4660"/>
              <p:cNvSpPr/>
              <p:nvPr/>
            </p:nvSpPr>
            <p:spPr>
              <a:xfrm>
                <a:off x="1722458" y="1630464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61" name="ph4661"/>
              <p:cNvSpPr/>
              <p:nvPr/>
            </p:nvSpPr>
            <p:spPr>
              <a:xfrm>
                <a:off x="1452338" y="166161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62" name="ph4662"/>
              <p:cNvSpPr/>
              <p:nvPr/>
            </p:nvSpPr>
            <p:spPr>
              <a:xfrm>
                <a:off x="1476894" y="166161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63" name="ph4663"/>
              <p:cNvSpPr/>
              <p:nvPr/>
            </p:nvSpPr>
            <p:spPr>
              <a:xfrm>
                <a:off x="1501451" y="166161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64" name="ph4664"/>
              <p:cNvSpPr/>
              <p:nvPr/>
            </p:nvSpPr>
            <p:spPr>
              <a:xfrm>
                <a:off x="1526007" y="166161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65" name="ph4665"/>
              <p:cNvSpPr/>
              <p:nvPr/>
            </p:nvSpPr>
            <p:spPr>
              <a:xfrm>
                <a:off x="1550563" y="166161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66" name="ph4666"/>
              <p:cNvSpPr/>
              <p:nvPr/>
            </p:nvSpPr>
            <p:spPr>
              <a:xfrm>
                <a:off x="1575120" y="166161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67" name="ph4667"/>
              <p:cNvSpPr/>
              <p:nvPr/>
            </p:nvSpPr>
            <p:spPr>
              <a:xfrm>
                <a:off x="1599676" y="166161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68" name="ph4668"/>
              <p:cNvSpPr/>
              <p:nvPr/>
            </p:nvSpPr>
            <p:spPr>
              <a:xfrm>
                <a:off x="1624232" y="166161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9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69" name="ph4669"/>
              <p:cNvSpPr/>
              <p:nvPr/>
            </p:nvSpPr>
            <p:spPr>
              <a:xfrm>
                <a:off x="1648789" y="166161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70" name="ph4670"/>
              <p:cNvSpPr/>
              <p:nvPr/>
            </p:nvSpPr>
            <p:spPr>
              <a:xfrm>
                <a:off x="1673345" y="166161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71" name="ph4671"/>
              <p:cNvSpPr/>
              <p:nvPr/>
            </p:nvSpPr>
            <p:spPr>
              <a:xfrm>
                <a:off x="1697901" y="166161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2BA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72" name="ph4672"/>
              <p:cNvSpPr/>
              <p:nvPr/>
            </p:nvSpPr>
            <p:spPr>
              <a:xfrm>
                <a:off x="1722458" y="1661617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73" name="ph4673"/>
              <p:cNvSpPr/>
              <p:nvPr/>
            </p:nvSpPr>
            <p:spPr>
              <a:xfrm>
                <a:off x="1427782" y="169277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74" name="ph4674"/>
              <p:cNvSpPr/>
              <p:nvPr/>
            </p:nvSpPr>
            <p:spPr>
              <a:xfrm>
                <a:off x="1452338" y="169277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75" name="ph4675"/>
              <p:cNvSpPr/>
              <p:nvPr/>
            </p:nvSpPr>
            <p:spPr>
              <a:xfrm>
                <a:off x="1476894" y="169277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76" name="ph4676"/>
              <p:cNvSpPr/>
              <p:nvPr/>
            </p:nvSpPr>
            <p:spPr>
              <a:xfrm>
                <a:off x="1501451" y="169277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77" name="ph4677"/>
              <p:cNvSpPr/>
              <p:nvPr/>
            </p:nvSpPr>
            <p:spPr>
              <a:xfrm>
                <a:off x="1526007" y="169277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78" name="ph4678"/>
              <p:cNvSpPr/>
              <p:nvPr/>
            </p:nvSpPr>
            <p:spPr>
              <a:xfrm>
                <a:off x="1550563" y="169277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79" name="ph4679"/>
              <p:cNvSpPr/>
              <p:nvPr/>
            </p:nvSpPr>
            <p:spPr>
              <a:xfrm>
                <a:off x="1575120" y="169277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80" name="ph4680"/>
              <p:cNvSpPr/>
              <p:nvPr/>
            </p:nvSpPr>
            <p:spPr>
              <a:xfrm>
                <a:off x="1599676" y="169277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81" name="ph4681"/>
              <p:cNvSpPr/>
              <p:nvPr/>
            </p:nvSpPr>
            <p:spPr>
              <a:xfrm>
                <a:off x="1624232" y="169277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82" name="ph4682"/>
              <p:cNvSpPr/>
              <p:nvPr/>
            </p:nvSpPr>
            <p:spPr>
              <a:xfrm>
                <a:off x="1648789" y="169277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2BA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83" name="ph4683"/>
              <p:cNvSpPr/>
              <p:nvPr/>
            </p:nvSpPr>
            <p:spPr>
              <a:xfrm>
                <a:off x="1673345" y="169277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2BA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84" name="ph4684"/>
              <p:cNvSpPr/>
              <p:nvPr/>
            </p:nvSpPr>
            <p:spPr>
              <a:xfrm>
                <a:off x="1697901" y="169277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85" name="ph4685"/>
              <p:cNvSpPr/>
              <p:nvPr/>
            </p:nvSpPr>
            <p:spPr>
              <a:xfrm>
                <a:off x="1722458" y="169277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86" name="ph4686"/>
              <p:cNvSpPr/>
              <p:nvPr/>
            </p:nvSpPr>
            <p:spPr>
              <a:xfrm>
                <a:off x="1747014" y="1692771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87" name="ph4687"/>
              <p:cNvSpPr/>
              <p:nvPr/>
            </p:nvSpPr>
            <p:spPr>
              <a:xfrm>
                <a:off x="1427782" y="172392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88" name="ph4688"/>
              <p:cNvSpPr/>
              <p:nvPr/>
            </p:nvSpPr>
            <p:spPr>
              <a:xfrm>
                <a:off x="1452338" y="172392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89" name="ph4689"/>
              <p:cNvSpPr/>
              <p:nvPr/>
            </p:nvSpPr>
            <p:spPr>
              <a:xfrm>
                <a:off x="1476894" y="172392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90" name="ph4690"/>
              <p:cNvSpPr/>
              <p:nvPr/>
            </p:nvSpPr>
            <p:spPr>
              <a:xfrm>
                <a:off x="1501451" y="172392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2BA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91" name="ph4691"/>
              <p:cNvSpPr/>
              <p:nvPr/>
            </p:nvSpPr>
            <p:spPr>
              <a:xfrm>
                <a:off x="1526007" y="172392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52BA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92" name="ph4692"/>
              <p:cNvSpPr/>
              <p:nvPr/>
            </p:nvSpPr>
            <p:spPr>
              <a:xfrm>
                <a:off x="1550563" y="172392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52BA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93" name="ph4693"/>
              <p:cNvSpPr/>
              <p:nvPr/>
            </p:nvSpPr>
            <p:spPr>
              <a:xfrm>
                <a:off x="1575120" y="172392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2BA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94" name="ph4694"/>
              <p:cNvSpPr/>
              <p:nvPr/>
            </p:nvSpPr>
            <p:spPr>
              <a:xfrm>
                <a:off x="1599676" y="172392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95" name="ph4695"/>
              <p:cNvSpPr/>
              <p:nvPr/>
            </p:nvSpPr>
            <p:spPr>
              <a:xfrm>
                <a:off x="1624232" y="172392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96" name="ph4696"/>
              <p:cNvSpPr/>
              <p:nvPr/>
            </p:nvSpPr>
            <p:spPr>
              <a:xfrm>
                <a:off x="1648789" y="172392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97" name="ph4697"/>
              <p:cNvSpPr/>
              <p:nvPr/>
            </p:nvSpPr>
            <p:spPr>
              <a:xfrm>
                <a:off x="1673345" y="172392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98" name="ph4698"/>
              <p:cNvSpPr/>
              <p:nvPr/>
            </p:nvSpPr>
            <p:spPr>
              <a:xfrm>
                <a:off x="1697901" y="172392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99" name="ph4699"/>
              <p:cNvSpPr/>
              <p:nvPr/>
            </p:nvSpPr>
            <p:spPr>
              <a:xfrm>
                <a:off x="1722458" y="172392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00" name="ph4700"/>
              <p:cNvSpPr/>
              <p:nvPr/>
            </p:nvSpPr>
            <p:spPr>
              <a:xfrm>
                <a:off x="1747014" y="172392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01" name="ph4701"/>
              <p:cNvSpPr/>
              <p:nvPr/>
            </p:nvSpPr>
            <p:spPr>
              <a:xfrm>
                <a:off x="1771570" y="1723925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02" name="ph4702"/>
              <p:cNvSpPr/>
              <p:nvPr/>
            </p:nvSpPr>
            <p:spPr>
              <a:xfrm>
                <a:off x="1427782" y="175507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03" name="ph4703"/>
              <p:cNvSpPr/>
              <p:nvPr/>
            </p:nvSpPr>
            <p:spPr>
              <a:xfrm>
                <a:off x="1452338" y="175507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04" name="ph4704"/>
              <p:cNvSpPr/>
              <p:nvPr/>
            </p:nvSpPr>
            <p:spPr>
              <a:xfrm>
                <a:off x="1476894" y="175507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05" name="ph4705"/>
              <p:cNvSpPr/>
              <p:nvPr/>
            </p:nvSpPr>
            <p:spPr>
              <a:xfrm>
                <a:off x="1501451" y="175507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06" name="ph4706"/>
              <p:cNvSpPr/>
              <p:nvPr/>
            </p:nvSpPr>
            <p:spPr>
              <a:xfrm>
                <a:off x="1526007" y="175507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07" name="ph4707"/>
              <p:cNvSpPr/>
              <p:nvPr/>
            </p:nvSpPr>
            <p:spPr>
              <a:xfrm>
                <a:off x="1550563" y="175507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399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399" y="945553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08" name="ph4708"/>
              <p:cNvSpPr/>
              <p:nvPr/>
            </p:nvSpPr>
            <p:spPr>
              <a:xfrm>
                <a:off x="1575120" y="175507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09" name="ph4709"/>
              <p:cNvSpPr/>
              <p:nvPr/>
            </p:nvSpPr>
            <p:spPr>
              <a:xfrm>
                <a:off x="1599676" y="175507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10" name="ph4710"/>
              <p:cNvSpPr/>
              <p:nvPr/>
            </p:nvSpPr>
            <p:spPr>
              <a:xfrm>
                <a:off x="1624232" y="175507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11" name="ph4711"/>
              <p:cNvSpPr/>
              <p:nvPr/>
            </p:nvSpPr>
            <p:spPr>
              <a:xfrm>
                <a:off x="1648789" y="175507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12" name="ph4712"/>
              <p:cNvSpPr/>
              <p:nvPr/>
            </p:nvSpPr>
            <p:spPr>
              <a:xfrm>
                <a:off x="1673345" y="175507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13" name="ph4713"/>
              <p:cNvSpPr/>
              <p:nvPr/>
            </p:nvSpPr>
            <p:spPr>
              <a:xfrm>
                <a:off x="1697901" y="175507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14" name="ph4714"/>
              <p:cNvSpPr/>
              <p:nvPr/>
            </p:nvSpPr>
            <p:spPr>
              <a:xfrm>
                <a:off x="1722458" y="175507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15" name="ph4715"/>
              <p:cNvSpPr/>
              <p:nvPr/>
            </p:nvSpPr>
            <p:spPr>
              <a:xfrm>
                <a:off x="1747014" y="175507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16" name="ph4716"/>
              <p:cNvSpPr/>
              <p:nvPr/>
            </p:nvSpPr>
            <p:spPr>
              <a:xfrm>
                <a:off x="1771570" y="1755078"/>
                <a:ext cx="938956" cy="945553"/>
              </a:xfrm>
              <a:custGeom>
                <a:avLst/>
                <a:gdLst/>
                <a:ahLst/>
                <a:cxnLst/>
                <a:rect l="0" t="0" r="0" b="0"/>
                <a:pathLst>
                  <a:path w="938956" h="945553">
                    <a:moveTo>
                      <a:pt x="914400" y="914400"/>
                    </a:moveTo>
                    <a:lnTo>
                      <a:pt x="938956" y="914400"/>
                    </a:lnTo>
                    <a:lnTo>
                      <a:pt x="938956" y="945553"/>
                    </a:lnTo>
                    <a:lnTo>
                      <a:pt x="914400" y="945553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17" name="ph4717"/>
              <p:cNvSpPr/>
              <p:nvPr/>
            </p:nvSpPr>
            <p:spPr>
              <a:xfrm>
                <a:off x="2090545" y="667480"/>
                <a:ext cx="914894" cy="952624"/>
              </a:xfrm>
              <a:custGeom>
                <a:avLst/>
                <a:gdLst/>
                <a:ahLst/>
                <a:cxnLst/>
                <a:rect l="0" t="0" r="0" b="0"/>
                <a:pathLst>
                  <a:path w="914894" h="952624">
                    <a:moveTo>
                      <a:pt x="914400" y="914400"/>
                    </a:moveTo>
                    <a:lnTo>
                      <a:pt x="907475" y="952624"/>
                    </a:lnTo>
                    <a:lnTo>
                      <a:pt x="906570" y="941017"/>
                    </a:lnTo>
                    <a:lnTo>
                      <a:pt x="909475" y="909833"/>
                    </a:lnTo>
                    <a:lnTo>
                      <a:pt x="914894" y="90983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000000">
                    <a:alpha val="65098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18" name="ph4718"/>
              <p:cNvSpPr/>
              <p:nvPr/>
            </p:nvSpPr>
            <p:spPr>
              <a:xfrm>
                <a:off x="2075202" y="663205"/>
                <a:ext cx="914531" cy="1196881"/>
              </a:xfrm>
              <a:custGeom>
                <a:avLst/>
                <a:gdLst/>
                <a:ahLst/>
                <a:cxnLst/>
                <a:rect l="0" t="0" r="0" b="0"/>
                <a:pathLst>
                  <a:path w="914531" h="1196881">
                    <a:moveTo>
                      <a:pt x="914400" y="914400"/>
                    </a:moveTo>
                    <a:lnTo>
                      <a:pt x="901336" y="974329"/>
                    </a:lnTo>
                    <a:lnTo>
                      <a:pt x="883376" y="1006273"/>
                    </a:lnTo>
                    <a:lnTo>
                      <a:pt x="866834" y="1028366"/>
                    </a:lnTo>
                    <a:lnTo>
                      <a:pt x="849768" y="1024714"/>
                    </a:lnTo>
                    <a:lnTo>
                      <a:pt x="853606" y="1042269"/>
                    </a:lnTo>
                    <a:lnTo>
                      <a:pt x="848917" y="1051414"/>
                    </a:lnTo>
                    <a:lnTo>
                      <a:pt x="844904" y="1070491"/>
                    </a:lnTo>
                    <a:lnTo>
                      <a:pt x="834730" y="1083136"/>
                    </a:lnTo>
                    <a:lnTo>
                      <a:pt x="825167" y="1081918"/>
                    </a:lnTo>
                    <a:lnTo>
                      <a:pt x="811427" y="1090634"/>
                    </a:lnTo>
                    <a:lnTo>
                      <a:pt x="806008" y="1097302"/>
                    </a:lnTo>
                    <a:lnTo>
                      <a:pt x="805604" y="1110071"/>
                    </a:lnTo>
                    <a:lnTo>
                      <a:pt x="796412" y="1121304"/>
                    </a:lnTo>
                    <a:lnTo>
                      <a:pt x="763240" y="1179657"/>
                    </a:lnTo>
                    <a:lnTo>
                      <a:pt x="734441" y="1196881"/>
                    </a:lnTo>
                    <a:lnTo>
                      <a:pt x="727549" y="1194377"/>
                    </a:lnTo>
                    <a:lnTo>
                      <a:pt x="735139" y="1166833"/>
                    </a:lnTo>
                    <a:lnTo>
                      <a:pt x="740340" y="1138985"/>
                    </a:lnTo>
                    <a:lnTo>
                      <a:pt x="722860" y="1126866"/>
                    </a:lnTo>
                    <a:lnTo>
                      <a:pt x="706133" y="1120461"/>
                    </a:lnTo>
                    <a:lnTo>
                      <a:pt x="686940" y="1121304"/>
                    </a:lnTo>
                    <a:lnTo>
                      <a:pt x="665742" y="1099654"/>
                    </a:lnTo>
                    <a:lnTo>
                      <a:pt x="638415" y="1083911"/>
                    </a:lnTo>
                    <a:lnTo>
                      <a:pt x="600271" y="1041315"/>
                    </a:lnTo>
                    <a:lnTo>
                      <a:pt x="601383" y="1029500"/>
                    </a:lnTo>
                    <a:lnTo>
                      <a:pt x="600423" y="1009676"/>
                    </a:lnTo>
                    <a:lnTo>
                      <a:pt x="612015" y="978355"/>
                    </a:lnTo>
                    <a:lnTo>
                      <a:pt x="623127" y="956456"/>
                    </a:lnTo>
                    <a:lnTo>
                      <a:pt x="638469" y="945112"/>
                    </a:lnTo>
                    <a:lnTo>
                      <a:pt x="682993" y="933560"/>
                    </a:lnTo>
                    <a:lnTo>
                      <a:pt x="694159" y="916184"/>
                    </a:lnTo>
                    <a:lnTo>
                      <a:pt x="695098" y="914108"/>
                    </a:lnTo>
                    <a:lnTo>
                      <a:pt x="914531" y="91410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000000">
                    <a:alpha val="65098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19" name="ph4719"/>
              <p:cNvSpPr/>
              <p:nvPr/>
            </p:nvSpPr>
            <p:spPr>
              <a:xfrm>
                <a:off x="1839521" y="675490"/>
                <a:ext cx="945009" cy="2012347"/>
              </a:xfrm>
              <a:custGeom>
                <a:avLst/>
                <a:gdLst/>
                <a:ahLst/>
                <a:cxnLst/>
                <a:rect l="0" t="0" r="0" b="0"/>
                <a:pathLst>
                  <a:path w="945009" h="2012347">
                    <a:moveTo>
                      <a:pt x="914400" y="914400"/>
                    </a:moveTo>
                    <a:lnTo>
                      <a:pt x="881359" y="922921"/>
                    </a:lnTo>
                    <a:lnTo>
                      <a:pt x="863551" y="932301"/>
                    </a:lnTo>
                    <a:lnTo>
                      <a:pt x="849310" y="946647"/>
                    </a:lnTo>
                    <a:lnTo>
                      <a:pt x="840881" y="964659"/>
                    </a:lnTo>
                    <a:lnTo>
                      <a:pt x="821798" y="986365"/>
                    </a:lnTo>
                    <a:lnTo>
                      <a:pt x="823139" y="1000905"/>
                    </a:lnTo>
                    <a:lnTo>
                      <a:pt x="826334" y="1011239"/>
                    </a:lnTo>
                    <a:lnTo>
                      <a:pt x="824862" y="1032779"/>
                    </a:lnTo>
                    <a:lnTo>
                      <a:pt x="836933" y="1053780"/>
                    </a:lnTo>
                    <a:lnTo>
                      <a:pt x="860869" y="1088185"/>
                    </a:lnTo>
                    <a:lnTo>
                      <a:pt x="865438" y="1141627"/>
                    </a:lnTo>
                    <a:lnTo>
                      <a:pt x="883703" y="1177389"/>
                    </a:lnTo>
                    <a:lnTo>
                      <a:pt x="911695" y="1219085"/>
                    </a:lnTo>
                    <a:lnTo>
                      <a:pt x="933221" y="1230941"/>
                    </a:lnTo>
                    <a:lnTo>
                      <a:pt x="934268" y="1246449"/>
                    </a:lnTo>
                    <a:lnTo>
                      <a:pt x="924334" y="1272056"/>
                    </a:lnTo>
                    <a:lnTo>
                      <a:pt x="911237" y="1283760"/>
                    </a:lnTo>
                    <a:lnTo>
                      <a:pt x="928270" y="1281422"/>
                    </a:lnTo>
                    <a:lnTo>
                      <a:pt x="936754" y="1287274"/>
                    </a:lnTo>
                    <a:lnTo>
                      <a:pt x="945009" y="1308634"/>
                    </a:lnTo>
                    <a:lnTo>
                      <a:pt x="944365" y="1330437"/>
                    </a:lnTo>
                    <a:lnTo>
                      <a:pt x="941574" y="1342722"/>
                    </a:lnTo>
                    <a:lnTo>
                      <a:pt x="936416" y="1347619"/>
                    </a:lnTo>
                    <a:lnTo>
                      <a:pt x="936634" y="1335071"/>
                    </a:lnTo>
                    <a:lnTo>
                      <a:pt x="932981" y="1330713"/>
                    </a:lnTo>
                    <a:lnTo>
                      <a:pt x="926951" y="1336150"/>
                    </a:lnTo>
                    <a:lnTo>
                      <a:pt x="923047" y="1342348"/>
                    </a:lnTo>
                    <a:lnTo>
                      <a:pt x="921422" y="1366766"/>
                    </a:lnTo>
                    <a:lnTo>
                      <a:pt x="917289" y="1378967"/>
                    </a:lnTo>
                    <a:lnTo>
                      <a:pt x="902677" y="1382592"/>
                    </a:lnTo>
                    <a:lnTo>
                      <a:pt x="887858" y="1414632"/>
                    </a:lnTo>
                    <a:lnTo>
                      <a:pt x="874074" y="1432810"/>
                    </a:lnTo>
                    <a:lnTo>
                      <a:pt x="819835" y="1555727"/>
                    </a:lnTo>
                    <a:lnTo>
                      <a:pt x="821907" y="1576271"/>
                    </a:lnTo>
                    <a:lnTo>
                      <a:pt x="811983" y="1582884"/>
                    </a:lnTo>
                    <a:lnTo>
                      <a:pt x="796957" y="1588266"/>
                    </a:lnTo>
                    <a:lnTo>
                      <a:pt x="781756" y="1600550"/>
                    </a:lnTo>
                    <a:lnTo>
                      <a:pt x="771669" y="1614094"/>
                    </a:lnTo>
                    <a:lnTo>
                      <a:pt x="762302" y="1650520"/>
                    </a:lnTo>
                    <a:lnTo>
                      <a:pt x="744353" y="1691524"/>
                    </a:lnTo>
                    <a:lnTo>
                      <a:pt x="733154" y="1674439"/>
                    </a:lnTo>
                    <a:lnTo>
                      <a:pt x="730286" y="1659816"/>
                    </a:lnTo>
                    <a:lnTo>
                      <a:pt x="735270" y="1621675"/>
                    </a:lnTo>
                    <a:lnTo>
                      <a:pt x="754680" y="1559145"/>
                    </a:lnTo>
                    <a:lnTo>
                      <a:pt x="776064" y="1520270"/>
                    </a:lnTo>
                    <a:lnTo>
                      <a:pt x="792377" y="1501843"/>
                    </a:lnTo>
                    <a:lnTo>
                      <a:pt x="805790" y="1464283"/>
                    </a:lnTo>
                    <a:lnTo>
                      <a:pt x="788844" y="1458680"/>
                    </a:lnTo>
                    <a:lnTo>
                      <a:pt x="763011" y="1459289"/>
                    </a:lnTo>
                    <a:lnTo>
                      <a:pt x="767874" y="1441955"/>
                    </a:lnTo>
                    <a:lnTo>
                      <a:pt x="775409" y="1426682"/>
                    </a:lnTo>
                    <a:lnTo>
                      <a:pt x="761942" y="1411464"/>
                    </a:lnTo>
                    <a:lnTo>
                      <a:pt x="753971" y="1409527"/>
                    </a:lnTo>
                    <a:lnTo>
                      <a:pt x="745760" y="1403288"/>
                    </a:lnTo>
                    <a:lnTo>
                      <a:pt x="755389" y="1390616"/>
                    </a:lnTo>
                    <a:lnTo>
                      <a:pt x="760088" y="1377224"/>
                    </a:lnTo>
                    <a:lnTo>
                      <a:pt x="757221" y="1360927"/>
                    </a:lnTo>
                    <a:lnTo>
                      <a:pt x="761255" y="1348656"/>
                    </a:lnTo>
                    <a:lnTo>
                      <a:pt x="754527" y="1350510"/>
                    </a:lnTo>
                    <a:lnTo>
                      <a:pt x="743710" y="1363501"/>
                    </a:lnTo>
                    <a:lnTo>
                      <a:pt x="736982" y="1368688"/>
                    </a:lnTo>
                    <a:lnTo>
                      <a:pt x="732881" y="1357192"/>
                    </a:lnTo>
                    <a:lnTo>
                      <a:pt x="728203" y="1359793"/>
                    </a:lnTo>
                    <a:lnTo>
                      <a:pt x="725161" y="1367692"/>
                    </a:lnTo>
                    <a:lnTo>
                      <a:pt x="718258" y="1372036"/>
                    </a:lnTo>
                    <a:lnTo>
                      <a:pt x="703679" y="1361232"/>
                    </a:lnTo>
                    <a:lnTo>
                      <a:pt x="682426" y="1348864"/>
                    </a:lnTo>
                    <a:lnTo>
                      <a:pt x="670594" y="1327587"/>
                    </a:lnTo>
                    <a:lnTo>
                      <a:pt x="663844" y="1311097"/>
                    </a:lnTo>
                    <a:lnTo>
                      <a:pt x="670703" y="1281256"/>
                    </a:lnTo>
                    <a:lnTo>
                      <a:pt x="685392" y="1275958"/>
                    </a:lnTo>
                    <a:lnTo>
                      <a:pt x="704475" y="1280800"/>
                    </a:lnTo>
                    <a:lnTo>
                      <a:pt x="729490" y="1280758"/>
                    </a:lnTo>
                    <a:lnTo>
                      <a:pt x="725913" y="1274131"/>
                    </a:lnTo>
                    <a:lnTo>
                      <a:pt x="716983" y="1275224"/>
                    </a:lnTo>
                    <a:lnTo>
                      <a:pt x="690615" y="1251014"/>
                    </a:lnTo>
                    <a:lnTo>
                      <a:pt x="682131" y="1236392"/>
                    </a:lnTo>
                    <a:lnTo>
                      <a:pt x="667541" y="1232380"/>
                    </a:lnTo>
                    <a:lnTo>
                      <a:pt x="660889" y="1246435"/>
                    </a:lnTo>
                    <a:lnTo>
                      <a:pt x="653507" y="1250170"/>
                    </a:lnTo>
                    <a:lnTo>
                      <a:pt x="662623" y="1219417"/>
                    </a:lnTo>
                    <a:lnTo>
                      <a:pt x="674542" y="1218158"/>
                    </a:lnTo>
                    <a:lnTo>
                      <a:pt x="692142" y="1209636"/>
                    </a:lnTo>
                    <a:lnTo>
                      <a:pt x="687028" y="1191831"/>
                    </a:lnTo>
                    <a:lnTo>
                      <a:pt x="675916" y="1184043"/>
                    </a:lnTo>
                    <a:lnTo>
                      <a:pt x="655851" y="1193810"/>
                    </a:lnTo>
                    <a:lnTo>
                      <a:pt x="656091" y="1181290"/>
                    </a:lnTo>
                    <a:lnTo>
                      <a:pt x="659853" y="1165256"/>
                    </a:lnTo>
                    <a:lnTo>
                      <a:pt x="674978" y="1165311"/>
                    </a:lnTo>
                    <a:lnTo>
                      <a:pt x="688227" y="1170541"/>
                    </a:lnTo>
                    <a:lnTo>
                      <a:pt x="699503" y="1144643"/>
                    </a:lnTo>
                    <a:lnTo>
                      <a:pt x="700004" y="1133077"/>
                    </a:lnTo>
                    <a:lnTo>
                      <a:pt x="681270" y="1149886"/>
                    </a:lnTo>
                    <a:lnTo>
                      <a:pt x="677061" y="1113626"/>
                    </a:lnTo>
                    <a:lnTo>
                      <a:pt x="695501" y="1078654"/>
                    </a:lnTo>
                    <a:lnTo>
                      <a:pt x="713090" y="1063408"/>
                    </a:lnTo>
                    <a:lnTo>
                      <a:pt x="735062" y="1063851"/>
                    </a:lnTo>
                    <a:lnTo>
                      <a:pt x="757395" y="1061388"/>
                    </a:lnTo>
                    <a:lnTo>
                      <a:pt x="743383" y="1054983"/>
                    </a:lnTo>
                    <a:lnTo>
                      <a:pt x="728999" y="1051511"/>
                    </a:lnTo>
                    <a:lnTo>
                      <a:pt x="739806" y="1037690"/>
                    </a:lnTo>
                    <a:lnTo>
                      <a:pt x="749020" y="1035214"/>
                    </a:lnTo>
                    <a:lnTo>
                      <a:pt x="758071" y="1023164"/>
                    </a:lnTo>
                    <a:lnTo>
                      <a:pt x="736306" y="1024949"/>
                    </a:lnTo>
                    <a:lnTo>
                      <a:pt x="738868" y="1002150"/>
                    </a:lnTo>
                    <a:lnTo>
                      <a:pt x="728291" y="1006785"/>
                    </a:lnTo>
                    <a:lnTo>
                      <a:pt x="715630" y="1008929"/>
                    </a:lnTo>
                    <a:lnTo>
                      <a:pt x="710702" y="1018599"/>
                    </a:lnTo>
                    <a:lnTo>
                      <a:pt x="711672" y="1034661"/>
                    </a:lnTo>
                    <a:lnTo>
                      <a:pt x="707975" y="1045202"/>
                    </a:lnTo>
                    <a:lnTo>
                      <a:pt x="698129" y="1053669"/>
                    </a:lnTo>
                    <a:lnTo>
                      <a:pt x="681499" y="1060268"/>
                    </a:lnTo>
                    <a:lnTo>
                      <a:pt x="679885" y="1048827"/>
                    </a:lnTo>
                    <a:lnTo>
                      <a:pt x="674389" y="1043639"/>
                    </a:lnTo>
                    <a:lnTo>
                      <a:pt x="672339" y="1068139"/>
                    </a:lnTo>
                    <a:lnTo>
                      <a:pt x="667977" y="1076468"/>
                    </a:lnTo>
                    <a:lnTo>
                      <a:pt x="655819" y="1053475"/>
                    </a:lnTo>
                    <a:lnTo>
                      <a:pt x="652166" y="1058110"/>
                    </a:lnTo>
                    <a:lnTo>
                      <a:pt x="652635" y="1064639"/>
                    </a:lnTo>
                    <a:lnTo>
                      <a:pt x="649527" y="1075928"/>
                    </a:lnTo>
                    <a:lnTo>
                      <a:pt x="639102" y="1081808"/>
                    </a:lnTo>
                    <a:lnTo>
                      <a:pt x="639745" y="1096278"/>
                    </a:lnTo>
                    <a:lnTo>
                      <a:pt x="635700" y="1104164"/>
                    </a:lnTo>
                    <a:lnTo>
                      <a:pt x="602310" y="1091602"/>
                    </a:lnTo>
                    <a:lnTo>
                      <a:pt x="601525" y="1095863"/>
                    </a:lnTo>
                    <a:lnTo>
                      <a:pt x="620411" y="1122951"/>
                    </a:lnTo>
                    <a:lnTo>
                      <a:pt x="634206" y="1132206"/>
                    </a:lnTo>
                    <a:lnTo>
                      <a:pt x="635885" y="1146981"/>
                    </a:lnTo>
                    <a:lnTo>
                      <a:pt x="624043" y="1159238"/>
                    </a:lnTo>
                    <a:lnTo>
                      <a:pt x="607708" y="1148655"/>
                    </a:lnTo>
                    <a:lnTo>
                      <a:pt x="604960" y="1149430"/>
                    </a:lnTo>
                    <a:lnTo>
                      <a:pt x="613836" y="1167580"/>
                    </a:lnTo>
                    <a:lnTo>
                      <a:pt x="619430" y="1183434"/>
                    </a:lnTo>
                    <a:lnTo>
                      <a:pt x="613672" y="1196715"/>
                    </a:lnTo>
                    <a:lnTo>
                      <a:pt x="614567" y="1213067"/>
                    </a:lnTo>
                    <a:lnTo>
                      <a:pt x="613323" y="1227897"/>
                    </a:lnTo>
                    <a:lnTo>
                      <a:pt x="609801" y="1240832"/>
                    </a:lnTo>
                    <a:lnTo>
                      <a:pt x="617740" y="1300458"/>
                    </a:lnTo>
                    <a:lnTo>
                      <a:pt x="627303" y="1316672"/>
                    </a:lnTo>
                    <a:lnTo>
                      <a:pt x="636703" y="1332180"/>
                    </a:lnTo>
                    <a:lnTo>
                      <a:pt x="641686" y="1346692"/>
                    </a:lnTo>
                    <a:lnTo>
                      <a:pt x="631709" y="1348809"/>
                    </a:lnTo>
                    <a:lnTo>
                      <a:pt x="615821" y="1336870"/>
                    </a:lnTo>
                    <a:lnTo>
                      <a:pt x="601863" y="1327767"/>
                    </a:lnTo>
                    <a:lnTo>
                      <a:pt x="585233" y="1298660"/>
                    </a:lnTo>
                    <a:lnTo>
                      <a:pt x="582485" y="1287039"/>
                    </a:lnTo>
                    <a:lnTo>
                      <a:pt x="578429" y="1277853"/>
                    </a:lnTo>
                    <a:lnTo>
                      <a:pt x="580392" y="1298950"/>
                    </a:lnTo>
                    <a:lnTo>
                      <a:pt x="586324" y="1322510"/>
                    </a:lnTo>
                    <a:lnTo>
                      <a:pt x="638404" y="1375232"/>
                    </a:lnTo>
                    <a:lnTo>
                      <a:pt x="648022" y="1395458"/>
                    </a:lnTo>
                    <a:lnTo>
                      <a:pt x="655350" y="1411353"/>
                    </a:lnTo>
                    <a:lnTo>
                      <a:pt x="653507" y="1426585"/>
                    </a:lnTo>
                    <a:lnTo>
                      <a:pt x="639931" y="1415808"/>
                    </a:lnTo>
                    <a:lnTo>
                      <a:pt x="628219" y="1402071"/>
                    </a:lnTo>
                    <a:lnTo>
                      <a:pt x="597130" y="1386548"/>
                    </a:lnTo>
                    <a:lnTo>
                      <a:pt x="557928" y="1376740"/>
                    </a:lnTo>
                    <a:lnTo>
                      <a:pt x="535824" y="1340660"/>
                    </a:lnTo>
                    <a:lnTo>
                      <a:pt x="535901" y="1355712"/>
                    </a:lnTo>
                    <a:lnTo>
                      <a:pt x="530994" y="1368481"/>
                    </a:lnTo>
                    <a:lnTo>
                      <a:pt x="517483" y="1352917"/>
                    </a:lnTo>
                    <a:lnTo>
                      <a:pt x="508966" y="1339637"/>
                    </a:lnTo>
                    <a:lnTo>
                      <a:pt x="506109" y="1325083"/>
                    </a:lnTo>
                    <a:lnTo>
                      <a:pt x="489240" y="1326079"/>
                    </a:lnTo>
                    <a:lnTo>
                      <a:pt x="471553" y="1338723"/>
                    </a:lnTo>
                    <a:lnTo>
                      <a:pt x="454443" y="1335721"/>
                    </a:lnTo>
                    <a:lnTo>
                      <a:pt x="452415" y="1311041"/>
                    </a:lnTo>
                    <a:lnTo>
                      <a:pt x="457039" y="1297968"/>
                    </a:lnTo>
                    <a:lnTo>
                      <a:pt x="476242" y="1267048"/>
                    </a:lnTo>
                    <a:lnTo>
                      <a:pt x="494332" y="1251263"/>
                    </a:lnTo>
                    <a:lnTo>
                      <a:pt x="502315" y="1230886"/>
                    </a:lnTo>
                    <a:lnTo>
                      <a:pt x="499588" y="1199288"/>
                    </a:lnTo>
                    <a:lnTo>
                      <a:pt x="496186" y="1231439"/>
                    </a:lnTo>
                    <a:lnTo>
                      <a:pt x="485849" y="1247376"/>
                    </a:lnTo>
                    <a:lnTo>
                      <a:pt x="469601" y="1259550"/>
                    </a:lnTo>
                    <a:lnTo>
                      <a:pt x="448217" y="1281242"/>
                    </a:lnTo>
                    <a:lnTo>
                      <a:pt x="442994" y="1301302"/>
                    </a:lnTo>
                    <a:lnTo>
                      <a:pt x="436320" y="1338862"/>
                    </a:lnTo>
                    <a:lnTo>
                      <a:pt x="445349" y="1351576"/>
                    </a:lnTo>
                    <a:lnTo>
                      <a:pt x="454574" y="1354896"/>
                    </a:lnTo>
                    <a:lnTo>
                      <a:pt x="481825" y="1346374"/>
                    </a:lnTo>
                    <a:lnTo>
                      <a:pt x="495924" y="1350178"/>
                    </a:lnTo>
                    <a:lnTo>
                      <a:pt x="527286" y="1395402"/>
                    </a:lnTo>
                    <a:lnTo>
                      <a:pt x="585680" y="1413290"/>
                    </a:lnTo>
                    <a:lnTo>
                      <a:pt x="606977" y="1424468"/>
                    </a:lnTo>
                    <a:lnTo>
                      <a:pt x="624337" y="1448069"/>
                    </a:lnTo>
                    <a:lnTo>
                      <a:pt x="650432" y="1461655"/>
                    </a:lnTo>
                    <a:lnTo>
                      <a:pt x="670682" y="1481396"/>
                    </a:lnTo>
                    <a:lnTo>
                      <a:pt x="671227" y="1494276"/>
                    </a:lnTo>
                    <a:lnTo>
                      <a:pt x="664215" y="1509507"/>
                    </a:lnTo>
                    <a:lnTo>
                      <a:pt x="661445" y="1530120"/>
                    </a:lnTo>
                    <a:lnTo>
                      <a:pt x="652842" y="1543124"/>
                    </a:lnTo>
                    <a:lnTo>
                      <a:pt x="632188" y="1544619"/>
                    </a:lnTo>
                    <a:lnTo>
                      <a:pt x="619714" y="1541271"/>
                    </a:lnTo>
                    <a:lnTo>
                      <a:pt x="552650" y="1468807"/>
                    </a:lnTo>
                    <a:lnTo>
                      <a:pt x="544646" y="1462139"/>
                    </a:lnTo>
                    <a:lnTo>
                      <a:pt x="519773" y="1424191"/>
                    </a:lnTo>
                    <a:lnTo>
                      <a:pt x="490592" y="1403869"/>
                    </a:lnTo>
                    <a:lnTo>
                      <a:pt x="481563" y="1404298"/>
                    </a:lnTo>
                    <a:lnTo>
                      <a:pt x="523099" y="1441885"/>
                    </a:lnTo>
                    <a:lnTo>
                      <a:pt x="540055" y="1468171"/>
                    </a:lnTo>
                    <a:lnTo>
                      <a:pt x="569923" y="1505025"/>
                    </a:lnTo>
                    <a:lnTo>
                      <a:pt x="591274" y="1520630"/>
                    </a:lnTo>
                    <a:lnTo>
                      <a:pt x="606988" y="1544978"/>
                    </a:lnTo>
                    <a:lnTo>
                      <a:pt x="621589" y="1556392"/>
                    </a:lnTo>
                    <a:lnTo>
                      <a:pt x="661456" y="1572647"/>
                    </a:lnTo>
                    <a:lnTo>
                      <a:pt x="647597" y="1584323"/>
                    </a:lnTo>
                    <a:lnTo>
                      <a:pt x="669722" y="1594270"/>
                    </a:lnTo>
                    <a:lnTo>
                      <a:pt x="672884" y="1612559"/>
                    </a:lnTo>
                    <a:lnTo>
                      <a:pt x="670856" y="1633407"/>
                    </a:lnTo>
                    <a:lnTo>
                      <a:pt x="640149" y="1625162"/>
                    </a:lnTo>
                    <a:lnTo>
                      <a:pt x="639146" y="1640518"/>
                    </a:lnTo>
                    <a:lnTo>
                      <a:pt x="641893" y="1649579"/>
                    </a:lnTo>
                    <a:lnTo>
                      <a:pt x="628328" y="1657063"/>
                    </a:lnTo>
                    <a:lnTo>
                      <a:pt x="609463" y="1646909"/>
                    </a:lnTo>
                    <a:lnTo>
                      <a:pt x="560480" y="1591364"/>
                    </a:lnTo>
                    <a:lnTo>
                      <a:pt x="560894" y="1598793"/>
                    </a:lnTo>
                    <a:lnTo>
                      <a:pt x="564863" y="1607412"/>
                    </a:lnTo>
                    <a:lnTo>
                      <a:pt x="593270" y="1643174"/>
                    </a:lnTo>
                    <a:lnTo>
                      <a:pt x="618623" y="1664617"/>
                    </a:lnTo>
                    <a:lnTo>
                      <a:pt x="640116" y="1674301"/>
                    </a:lnTo>
                    <a:lnTo>
                      <a:pt x="656680" y="1692271"/>
                    </a:lnTo>
                    <a:lnTo>
                      <a:pt x="662525" y="1703145"/>
                    </a:lnTo>
                    <a:lnTo>
                      <a:pt x="666429" y="1719636"/>
                    </a:lnTo>
                    <a:lnTo>
                      <a:pt x="654150" y="1730841"/>
                    </a:lnTo>
                    <a:lnTo>
                      <a:pt x="640171" y="1737025"/>
                    </a:lnTo>
                    <a:lnTo>
                      <a:pt x="626518" y="1725847"/>
                    </a:lnTo>
                    <a:lnTo>
                      <a:pt x="616508" y="1714074"/>
                    </a:lnTo>
                    <a:lnTo>
                      <a:pt x="595189" y="1694084"/>
                    </a:lnTo>
                    <a:lnTo>
                      <a:pt x="588799" y="1671741"/>
                    </a:lnTo>
                    <a:lnTo>
                      <a:pt x="572584" y="1672890"/>
                    </a:lnTo>
                    <a:lnTo>
                      <a:pt x="504812" y="1644557"/>
                    </a:lnTo>
                    <a:lnTo>
                      <a:pt x="450343" y="1641292"/>
                    </a:lnTo>
                    <a:lnTo>
                      <a:pt x="455665" y="1646992"/>
                    </a:lnTo>
                    <a:lnTo>
                      <a:pt x="462556" y="1650783"/>
                    </a:lnTo>
                    <a:lnTo>
                      <a:pt x="505935" y="1657769"/>
                    </a:lnTo>
                    <a:lnTo>
                      <a:pt x="523077" y="1670815"/>
                    </a:lnTo>
                    <a:lnTo>
                      <a:pt x="558757" y="1682394"/>
                    </a:lnTo>
                    <a:lnTo>
                      <a:pt x="579650" y="1685562"/>
                    </a:lnTo>
                    <a:lnTo>
                      <a:pt x="588123" y="1721130"/>
                    </a:lnTo>
                    <a:lnTo>
                      <a:pt x="616998" y="1745602"/>
                    </a:lnTo>
                    <a:lnTo>
                      <a:pt x="620749" y="1763739"/>
                    </a:lnTo>
                    <a:lnTo>
                      <a:pt x="640465" y="1765773"/>
                    </a:lnTo>
                    <a:lnTo>
                      <a:pt x="675153" y="1747982"/>
                    </a:lnTo>
                    <a:lnTo>
                      <a:pt x="697540" y="1754221"/>
                    </a:lnTo>
                    <a:lnTo>
                      <a:pt x="729828" y="1759312"/>
                    </a:lnTo>
                    <a:lnTo>
                      <a:pt x="737211" y="1773672"/>
                    </a:lnTo>
                    <a:lnTo>
                      <a:pt x="742750" y="1800995"/>
                    </a:lnTo>
                    <a:lnTo>
                      <a:pt x="754167" y="1831735"/>
                    </a:lnTo>
                    <a:lnTo>
                      <a:pt x="783773" y="1952936"/>
                    </a:lnTo>
                    <a:lnTo>
                      <a:pt x="810429" y="2012347"/>
                    </a:lnTo>
                    <a:lnTo>
                      <a:pt x="802375" y="2012347"/>
                    </a:lnTo>
                    <a:lnTo>
                      <a:pt x="790392" y="1988504"/>
                    </a:lnTo>
                    <a:lnTo>
                      <a:pt x="772182" y="1941094"/>
                    </a:lnTo>
                    <a:lnTo>
                      <a:pt x="753469" y="1857383"/>
                    </a:lnTo>
                    <a:lnTo>
                      <a:pt x="748039" y="1838638"/>
                    </a:lnTo>
                    <a:lnTo>
                      <a:pt x="741649" y="1831153"/>
                    </a:lnTo>
                    <a:lnTo>
                      <a:pt x="737440" y="1837241"/>
                    </a:lnTo>
                    <a:lnTo>
                      <a:pt x="735629" y="1847907"/>
                    </a:lnTo>
                    <a:lnTo>
                      <a:pt x="738683" y="1856097"/>
                    </a:lnTo>
                    <a:lnTo>
                      <a:pt x="731311" y="1883654"/>
                    </a:lnTo>
                    <a:lnTo>
                      <a:pt x="734506" y="1896299"/>
                    </a:lnTo>
                    <a:lnTo>
                      <a:pt x="746480" y="1909372"/>
                    </a:lnTo>
                    <a:lnTo>
                      <a:pt x="759489" y="1941993"/>
                    </a:lnTo>
                    <a:lnTo>
                      <a:pt x="769881" y="1985917"/>
                    </a:lnTo>
                    <a:lnTo>
                      <a:pt x="755825" y="1968113"/>
                    </a:lnTo>
                    <a:lnTo>
                      <a:pt x="740820" y="1958678"/>
                    </a:lnTo>
                    <a:lnTo>
                      <a:pt x="717473" y="1951442"/>
                    </a:lnTo>
                    <a:lnTo>
                      <a:pt x="696678" y="1938756"/>
                    </a:lnTo>
                    <a:lnTo>
                      <a:pt x="698194" y="1956948"/>
                    </a:lnTo>
                    <a:lnTo>
                      <a:pt x="696198" y="1976593"/>
                    </a:lnTo>
                    <a:lnTo>
                      <a:pt x="680169" y="1970603"/>
                    </a:lnTo>
                    <a:lnTo>
                      <a:pt x="669264" y="1964087"/>
                    </a:lnTo>
                    <a:lnTo>
                      <a:pt x="678915" y="1985018"/>
                    </a:lnTo>
                    <a:lnTo>
                      <a:pt x="657967" y="1978737"/>
                    </a:lnTo>
                    <a:lnTo>
                      <a:pt x="644009" y="1980051"/>
                    </a:lnTo>
                    <a:lnTo>
                      <a:pt x="634936" y="1998631"/>
                    </a:lnTo>
                    <a:lnTo>
                      <a:pt x="622767" y="2009906"/>
                    </a:lnTo>
                    <a:lnTo>
                      <a:pt x="610694" y="2012347"/>
                    </a:lnTo>
                    <a:lnTo>
                      <a:pt x="602893" y="2012347"/>
                    </a:lnTo>
                    <a:lnTo>
                      <a:pt x="578080" y="1996556"/>
                    </a:lnTo>
                    <a:lnTo>
                      <a:pt x="569432" y="1975929"/>
                    </a:lnTo>
                    <a:lnTo>
                      <a:pt x="565856" y="1952964"/>
                    </a:lnTo>
                    <a:lnTo>
                      <a:pt x="564427" y="1980121"/>
                    </a:lnTo>
                    <a:lnTo>
                      <a:pt x="569182" y="2008398"/>
                    </a:lnTo>
                    <a:lnTo>
                      <a:pt x="568875" y="2012347"/>
                    </a:lnTo>
                    <a:lnTo>
                      <a:pt x="315098" y="2012347"/>
                    </a:lnTo>
                    <a:lnTo>
                      <a:pt x="315098" y="901823"/>
                    </a:lnTo>
                    <a:lnTo>
                      <a:pt x="925436" y="90182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000000">
                    <a:alpha val="65098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20" name="ph4720"/>
              <p:cNvSpPr/>
              <p:nvPr/>
            </p:nvSpPr>
            <p:spPr>
              <a:xfrm>
                <a:off x="2045531" y="779011"/>
                <a:ext cx="946503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46503" h="914400">
                    <a:moveTo>
                      <a:pt x="914400" y="914400"/>
                    </a:moveTo>
                    <a:lnTo>
                      <a:pt x="913800" y="906154"/>
                    </a:lnTo>
                    <a:lnTo>
                      <a:pt x="946503" y="852906"/>
                    </a:lnTo>
                    <a:lnTo>
                      <a:pt x="940592" y="87151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000000">
                    <a:alpha val="65098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21" name="ph4721"/>
              <p:cNvSpPr/>
              <p:nvPr/>
            </p:nvSpPr>
            <p:spPr>
              <a:xfrm>
                <a:off x="1793613" y="1248573"/>
                <a:ext cx="977068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77068" h="914400">
                    <a:moveTo>
                      <a:pt x="914400" y="914400"/>
                    </a:moveTo>
                    <a:lnTo>
                      <a:pt x="948465" y="857665"/>
                    </a:lnTo>
                    <a:lnTo>
                      <a:pt x="968246" y="810131"/>
                    </a:lnTo>
                    <a:lnTo>
                      <a:pt x="977068" y="793696"/>
                    </a:lnTo>
                    <a:lnTo>
                      <a:pt x="968508" y="827009"/>
                    </a:lnTo>
                    <a:lnTo>
                      <a:pt x="953547" y="857638"/>
                    </a:lnTo>
                    <a:lnTo>
                      <a:pt x="924552" y="909807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000000">
                    <a:alpha val="65098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22" name="pt4722"/>
              <p:cNvSpPr/>
              <p:nvPr/>
            </p:nvSpPr>
            <p:spPr>
              <a:xfrm>
                <a:off x="2612670" y="2203748"/>
                <a:ext cx="63202" cy="63202"/>
              </a:xfrm>
              <a:prstGeom prst="ellipse">
                <a:avLst/>
              </a:prstGeom>
              <a:solidFill>
                <a:srgbClr val="5ECAAC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23" name="pt4723"/>
              <p:cNvSpPr/>
              <p:nvPr/>
            </p:nvSpPr>
            <p:spPr>
              <a:xfrm>
                <a:off x="2780369" y="1790950"/>
                <a:ext cx="63202" cy="63202"/>
              </a:xfrm>
              <a:prstGeom prst="ellipse">
                <a:avLst/>
              </a:prstGeom>
              <a:solidFill>
                <a:srgbClr val="C3ECD7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24" name="pt4724"/>
              <p:cNvSpPr/>
              <p:nvPr/>
            </p:nvSpPr>
            <p:spPr>
              <a:xfrm>
                <a:off x="2395685" y="2336270"/>
                <a:ext cx="63202" cy="63202"/>
              </a:xfrm>
              <a:prstGeom prst="ellipse">
                <a:avLst/>
              </a:prstGeom>
              <a:solidFill>
                <a:srgbClr val="4FB4AB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25" name="pt4725"/>
              <p:cNvSpPr/>
              <p:nvPr/>
            </p:nvSpPr>
            <p:spPr>
              <a:xfrm>
                <a:off x="2645497" y="1688633"/>
                <a:ext cx="63202" cy="63202"/>
              </a:xfrm>
              <a:prstGeom prst="ellipse">
                <a:avLst/>
              </a:prstGeom>
              <a:solidFill>
                <a:srgbClr val="395C9B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26" name="pt4726"/>
              <p:cNvSpPr/>
              <p:nvPr/>
            </p:nvSpPr>
            <p:spPr>
              <a:xfrm>
                <a:off x="2319497" y="1999657"/>
                <a:ext cx="63202" cy="63202"/>
              </a:xfrm>
              <a:prstGeom prst="ellipse">
                <a:avLst/>
              </a:prstGeom>
              <a:solidFill>
                <a:srgbClr val="3799A9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27" name="pt4727"/>
              <p:cNvSpPr/>
              <p:nvPr/>
            </p:nvSpPr>
            <p:spPr>
              <a:xfrm>
                <a:off x="2368584" y="2309169"/>
                <a:ext cx="117405" cy="117405"/>
              </a:xfrm>
              <a:prstGeom prst="ellipse">
                <a:avLst/>
              </a:prstGeom>
              <a:solidFill>
                <a:srgbClr val="4FB4AB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28" name="pt4728"/>
              <p:cNvSpPr/>
              <p:nvPr/>
            </p:nvSpPr>
            <p:spPr>
              <a:xfrm>
                <a:off x="2407362" y="2073607"/>
                <a:ext cx="117405" cy="117405"/>
              </a:xfrm>
              <a:prstGeom prst="ellipse">
                <a:avLst/>
              </a:prstGeom>
              <a:solidFill>
                <a:srgbClr val="379AA9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29" name="pt4729"/>
              <p:cNvSpPr/>
              <p:nvPr/>
            </p:nvSpPr>
            <p:spPr>
              <a:xfrm>
                <a:off x="2398994" y="2281290"/>
                <a:ext cx="117405" cy="117405"/>
              </a:xfrm>
              <a:prstGeom prst="ellipse">
                <a:avLst/>
              </a:prstGeom>
              <a:solidFill>
                <a:srgbClr val="ACE5CC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40" name="rc4740"/>
              <p:cNvSpPr/>
              <p:nvPr/>
            </p:nvSpPr>
            <p:spPr>
              <a:xfrm>
                <a:off x="2097741" y="1521787"/>
                <a:ext cx="1251309" cy="1221576"/>
              </a:xfrm>
              <a:prstGeom prst="rect">
                <a:avLst/>
              </a:prstGeom>
              <a:noFill/>
              <a:ln w="127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</p:grpSp>
        <p:grpSp>
          <p:nvGrpSpPr>
            <p:cNvPr id="4765" name="Group 4764">
              <a:extLst>
                <a:ext uri="{FF2B5EF4-FFF2-40B4-BE49-F238E27FC236}">
                  <a16:creationId xmlns:a16="http://schemas.microsoft.com/office/drawing/2014/main" id="{71B6FD88-9ACC-7ABC-0017-D40A0F24CB91}"/>
                </a:ext>
              </a:extLst>
            </p:cNvPr>
            <p:cNvGrpSpPr/>
            <p:nvPr/>
          </p:nvGrpSpPr>
          <p:grpSpPr>
            <a:xfrm>
              <a:off x="3342731" y="1408553"/>
              <a:ext cx="5174466" cy="2175121"/>
              <a:chOff x="3342731" y="1408553"/>
              <a:chExt cx="5174466" cy="2175121"/>
            </a:xfrm>
          </p:grpSpPr>
          <p:grpSp>
            <p:nvGrpSpPr>
              <p:cNvPr id="4741" name="Group 4740">
                <a:extLst>
                  <a:ext uri="{FF2B5EF4-FFF2-40B4-BE49-F238E27FC236}">
                    <a16:creationId xmlns:a16="http://schemas.microsoft.com/office/drawing/2014/main" id="{81901A5A-E639-D328-1BDC-B7AFEA600245}"/>
                  </a:ext>
                </a:extLst>
              </p:cNvPr>
              <p:cNvGrpSpPr/>
              <p:nvPr/>
            </p:nvGrpSpPr>
            <p:grpSpPr>
              <a:xfrm>
                <a:off x="3689649" y="2130241"/>
                <a:ext cx="1536171" cy="1453433"/>
                <a:chOff x="2195736" y="1597680"/>
                <a:chExt cx="1152128" cy="1090074"/>
              </a:xfrm>
            </p:grpSpPr>
            <p:sp>
              <p:nvSpPr>
                <p:cNvPr id="4742" name="pl4739">
                  <a:extLst>
                    <a:ext uri="{FF2B5EF4-FFF2-40B4-BE49-F238E27FC236}">
                      <a16:creationId xmlns:a16="http://schemas.microsoft.com/office/drawing/2014/main" id="{48DBAD5D-428F-B88E-BDF2-547AE9179E30}"/>
                    </a:ext>
                  </a:extLst>
                </p:cNvPr>
                <p:cNvSpPr/>
                <p:nvPr/>
              </p:nvSpPr>
              <p:spPr>
                <a:xfrm>
                  <a:off x="2469788" y="1715197"/>
                  <a:ext cx="115465" cy="404083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5465" h="404083">
                      <a:moveTo>
                        <a:pt x="115465" y="0"/>
                      </a:moveTo>
                      <a:lnTo>
                        <a:pt x="0" y="404083"/>
                      </a:lnTo>
                    </a:path>
                  </a:pathLst>
                </a:custGeom>
                <a:ln w="13550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sz="3085"/>
                </a:p>
              </p:txBody>
            </p:sp>
            <p:sp>
              <p:nvSpPr>
                <p:cNvPr id="4743" name="pl4740">
                  <a:extLst>
                    <a:ext uri="{FF2B5EF4-FFF2-40B4-BE49-F238E27FC236}">
                      <a16:creationId xmlns:a16="http://schemas.microsoft.com/office/drawing/2014/main" id="{C5B1B668-7E65-6E3C-EA54-D908A08908A3}"/>
                    </a:ext>
                  </a:extLst>
                </p:cNvPr>
                <p:cNvSpPr/>
                <p:nvPr/>
              </p:nvSpPr>
              <p:spPr>
                <a:xfrm>
                  <a:off x="2483768" y="2072547"/>
                  <a:ext cx="135329" cy="276333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54399" h="255843">
                      <a:moveTo>
                        <a:pt x="154399" y="0"/>
                      </a:moveTo>
                      <a:lnTo>
                        <a:pt x="0" y="255843"/>
                      </a:lnTo>
                    </a:path>
                  </a:pathLst>
                </a:custGeom>
                <a:ln w="13550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sz="3085"/>
                </a:p>
              </p:txBody>
            </p:sp>
            <p:sp>
              <p:nvSpPr>
                <p:cNvPr id="4744" name="pl4738">
                  <a:extLst>
                    <a:ext uri="{FF2B5EF4-FFF2-40B4-BE49-F238E27FC236}">
                      <a16:creationId xmlns:a16="http://schemas.microsoft.com/office/drawing/2014/main" id="{06F59F38-BDEB-E4E9-5905-77508F1D99D2}"/>
                    </a:ext>
                  </a:extLst>
                </p:cNvPr>
                <p:cNvSpPr/>
                <p:nvPr/>
              </p:nvSpPr>
              <p:spPr>
                <a:xfrm>
                  <a:off x="2411760" y="2348880"/>
                  <a:ext cx="360040" cy="45719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292593" h="96699">
                      <a:moveTo>
                        <a:pt x="292593" y="0"/>
                      </a:moveTo>
                      <a:lnTo>
                        <a:pt x="0" y="96699"/>
                      </a:lnTo>
                    </a:path>
                  </a:pathLst>
                </a:custGeom>
                <a:ln w="13550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sz="3085"/>
                </a:p>
              </p:txBody>
            </p:sp>
            <p:sp>
              <p:nvSpPr>
                <p:cNvPr id="4745" name="pg4737">
                  <a:extLst>
                    <a:ext uri="{FF2B5EF4-FFF2-40B4-BE49-F238E27FC236}">
                      <a16:creationId xmlns:a16="http://schemas.microsoft.com/office/drawing/2014/main" id="{EE039327-E962-E4BE-2FD0-399334470CC3}"/>
                    </a:ext>
                  </a:extLst>
                </p:cNvPr>
                <p:cNvSpPr/>
                <p:nvPr/>
              </p:nvSpPr>
              <p:spPr>
                <a:xfrm>
                  <a:off x="2325651" y="2220369"/>
                  <a:ext cx="158117" cy="136934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58117" h="136934">
                      <a:moveTo>
                        <a:pt x="79058" y="0"/>
                      </a:moveTo>
                      <a:lnTo>
                        <a:pt x="158117" y="136934"/>
                      </a:lnTo>
                      <a:lnTo>
                        <a:pt x="0" y="136934"/>
                      </a:lnTo>
                      <a:close/>
                    </a:path>
                  </a:pathLst>
                </a:custGeom>
                <a:solidFill>
                  <a:srgbClr val="FF1493">
                    <a:alpha val="100000"/>
                  </a:srgbClr>
                </a:solidFill>
                <a:ln w="9000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sz="3085"/>
                </a:p>
              </p:txBody>
            </p:sp>
            <p:sp>
              <p:nvSpPr>
                <p:cNvPr id="4746" name="pl4740">
                  <a:extLst>
                    <a:ext uri="{FF2B5EF4-FFF2-40B4-BE49-F238E27FC236}">
                      <a16:creationId xmlns:a16="http://schemas.microsoft.com/office/drawing/2014/main" id="{2488928C-9FE9-A26B-4D23-C6C19BABE58A}"/>
                    </a:ext>
                  </a:extLst>
                </p:cNvPr>
                <p:cNvSpPr/>
                <p:nvPr/>
              </p:nvSpPr>
              <p:spPr>
                <a:xfrm>
                  <a:off x="2267744" y="2298038"/>
                  <a:ext cx="144016" cy="19485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54399" h="255843">
                      <a:moveTo>
                        <a:pt x="154399" y="0"/>
                      </a:moveTo>
                      <a:lnTo>
                        <a:pt x="0" y="255843"/>
                      </a:lnTo>
                    </a:path>
                  </a:pathLst>
                </a:custGeom>
                <a:ln w="13550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sz="3085"/>
                </a:p>
              </p:txBody>
            </p:sp>
            <p:sp>
              <p:nvSpPr>
                <p:cNvPr id="4747" name="pg4743">
                  <a:extLst>
                    <a:ext uri="{FF2B5EF4-FFF2-40B4-BE49-F238E27FC236}">
                      <a16:creationId xmlns:a16="http://schemas.microsoft.com/office/drawing/2014/main" id="{EBC64116-0E77-2B9F-24CD-D35729F48728}"/>
                    </a:ext>
                  </a:extLst>
                </p:cNvPr>
                <p:cNvSpPr/>
                <p:nvPr/>
              </p:nvSpPr>
              <p:spPr>
                <a:xfrm>
                  <a:off x="2585253" y="1597680"/>
                  <a:ext cx="718078" cy="19485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718078" h="194858">
                      <a:moveTo>
                        <a:pt x="27431" y="194858"/>
                      </a:moveTo>
                      <a:lnTo>
                        <a:pt x="690646" y="194858"/>
                      </a:lnTo>
                      <a:lnTo>
                        <a:pt x="689541" y="194836"/>
                      </a:lnTo>
                      <a:lnTo>
                        <a:pt x="693952" y="194658"/>
                      </a:lnTo>
                      <a:lnTo>
                        <a:pt x="698278" y="193775"/>
                      </a:lnTo>
                      <a:lnTo>
                        <a:pt x="702406" y="192210"/>
                      </a:lnTo>
                      <a:lnTo>
                        <a:pt x="706229" y="190002"/>
                      </a:lnTo>
                      <a:lnTo>
                        <a:pt x="709649" y="187210"/>
                      </a:lnTo>
                      <a:lnTo>
                        <a:pt x="712576" y="183906"/>
                      </a:lnTo>
                      <a:lnTo>
                        <a:pt x="714936" y="180174"/>
                      </a:lnTo>
                      <a:lnTo>
                        <a:pt x="716666" y="176113"/>
                      </a:lnTo>
                      <a:lnTo>
                        <a:pt x="717723" y="171827"/>
                      </a:lnTo>
                      <a:lnTo>
                        <a:pt x="718078" y="167426"/>
                      </a:lnTo>
                      <a:lnTo>
                        <a:pt x="718078" y="27431"/>
                      </a:lnTo>
                      <a:lnTo>
                        <a:pt x="717723" y="23031"/>
                      </a:lnTo>
                      <a:lnTo>
                        <a:pt x="716666" y="18745"/>
                      </a:lnTo>
                      <a:lnTo>
                        <a:pt x="714936" y="14683"/>
                      </a:lnTo>
                      <a:lnTo>
                        <a:pt x="712576" y="10952"/>
                      </a:lnTo>
                      <a:lnTo>
                        <a:pt x="709649" y="7647"/>
                      </a:lnTo>
                      <a:lnTo>
                        <a:pt x="706229" y="4855"/>
                      </a:lnTo>
                      <a:lnTo>
                        <a:pt x="702406" y="2648"/>
                      </a:lnTo>
                      <a:lnTo>
                        <a:pt x="698278" y="1083"/>
                      </a:lnTo>
                      <a:lnTo>
                        <a:pt x="693952" y="200"/>
                      </a:lnTo>
                      <a:lnTo>
                        <a:pt x="690646" y="0"/>
                      </a:lnTo>
                      <a:lnTo>
                        <a:pt x="27431" y="0"/>
                      </a:lnTo>
                      <a:lnTo>
                        <a:pt x="30738" y="200"/>
                      </a:lnTo>
                      <a:lnTo>
                        <a:pt x="26327" y="22"/>
                      </a:lnTo>
                      <a:lnTo>
                        <a:pt x="21944" y="554"/>
                      </a:lnTo>
                      <a:lnTo>
                        <a:pt x="17704" y="1782"/>
                      </a:lnTo>
                      <a:lnTo>
                        <a:pt x="13715" y="3675"/>
                      </a:lnTo>
                      <a:lnTo>
                        <a:pt x="10082" y="6183"/>
                      </a:lnTo>
                      <a:lnTo>
                        <a:pt x="6898" y="9241"/>
                      </a:lnTo>
                      <a:lnTo>
                        <a:pt x="4246" y="12770"/>
                      </a:lnTo>
                      <a:lnTo>
                        <a:pt x="2195" y="16679"/>
                      </a:lnTo>
                      <a:lnTo>
                        <a:pt x="797" y="20867"/>
                      </a:lnTo>
                      <a:lnTo>
                        <a:pt x="88" y="25224"/>
                      </a:lnTo>
                      <a:lnTo>
                        <a:pt x="0" y="27431"/>
                      </a:lnTo>
                      <a:lnTo>
                        <a:pt x="0" y="167426"/>
                      </a:lnTo>
                      <a:lnTo>
                        <a:pt x="88" y="165219"/>
                      </a:lnTo>
                      <a:lnTo>
                        <a:pt x="88" y="169633"/>
                      </a:lnTo>
                      <a:lnTo>
                        <a:pt x="797" y="173991"/>
                      </a:lnTo>
                      <a:lnTo>
                        <a:pt x="2195" y="178179"/>
                      </a:lnTo>
                      <a:lnTo>
                        <a:pt x="4246" y="182088"/>
                      </a:lnTo>
                      <a:lnTo>
                        <a:pt x="6898" y="185617"/>
                      </a:lnTo>
                      <a:lnTo>
                        <a:pt x="10082" y="188675"/>
                      </a:lnTo>
                      <a:lnTo>
                        <a:pt x="13715" y="191183"/>
                      </a:lnTo>
                      <a:lnTo>
                        <a:pt x="17704" y="193076"/>
                      </a:lnTo>
                      <a:lnTo>
                        <a:pt x="21944" y="194304"/>
                      </a:lnTo>
                      <a:lnTo>
                        <a:pt x="26327" y="194836"/>
                      </a:lnTo>
                      <a:close/>
                    </a:path>
                  </a:pathLst>
                </a:custGeom>
                <a:solidFill>
                  <a:srgbClr val="FFFFFF">
                    <a:alpha val="100000"/>
                  </a:srgbClr>
                </a:solidFill>
                <a:ln w="6775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sz="3085"/>
                </a:p>
              </p:txBody>
            </p:sp>
            <p:sp>
              <p:nvSpPr>
                <p:cNvPr id="4748" name="pg4745">
                  <a:extLst>
                    <a:ext uri="{FF2B5EF4-FFF2-40B4-BE49-F238E27FC236}">
                      <a16:creationId xmlns:a16="http://schemas.microsoft.com/office/drawing/2014/main" id="{303B3B41-D87D-7C10-79A3-A93B60A34600}"/>
                    </a:ext>
                  </a:extLst>
                </p:cNvPr>
                <p:cNvSpPr/>
                <p:nvPr/>
              </p:nvSpPr>
              <p:spPr>
                <a:xfrm>
                  <a:off x="2555776" y="1916832"/>
                  <a:ext cx="742035" cy="19485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742035" h="194858">
                      <a:moveTo>
                        <a:pt x="27431" y="194858"/>
                      </a:moveTo>
                      <a:lnTo>
                        <a:pt x="714603" y="194858"/>
                      </a:lnTo>
                      <a:lnTo>
                        <a:pt x="713499" y="194836"/>
                      </a:lnTo>
                      <a:lnTo>
                        <a:pt x="717910" y="194658"/>
                      </a:lnTo>
                      <a:lnTo>
                        <a:pt x="722235" y="193775"/>
                      </a:lnTo>
                      <a:lnTo>
                        <a:pt x="726363" y="192210"/>
                      </a:lnTo>
                      <a:lnTo>
                        <a:pt x="730186" y="190002"/>
                      </a:lnTo>
                      <a:lnTo>
                        <a:pt x="733606" y="187210"/>
                      </a:lnTo>
                      <a:lnTo>
                        <a:pt x="736533" y="183906"/>
                      </a:lnTo>
                      <a:lnTo>
                        <a:pt x="738893" y="180174"/>
                      </a:lnTo>
                      <a:lnTo>
                        <a:pt x="740623" y="176113"/>
                      </a:lnTo>
                      <a:lnTo>
                        <a:pt x="741680" y="171827"/>
                      </a:lnTo>
                      <a:lnTo>
                        <a:pt x="742035" y="167426"/>
                      </a:lnTo>
                      <a:lnTo>
                        <a:pt x="742035" y="27431"/>
                      </a:lnTo>
                      <a:lnTo>
                        <a:pt x="741680" y="23031"/>
                      </a:lnTo>
                      <a:lnTo>
                        <a:pt x="740623" y="18745"/>
                      </a:lnTo>
                      <a:lnTo>
                        <a:pt x="738893" y="14683"/>
                      </a:lnTo>
                      <a:lnTo>
                        <a:pt x="736533" y="10952"/>
                      </a:lnTo>
                      <a:lnTo>
                        <a:pt x="733606" y="7647"/>
                      </a:lnTo>
                      <a:lnTo>
                        <a:pt x="730186" y="4855"/>
                      </a:lnTo>
                      <a:lnTo>
                        <a:pt x="726363" y="2648"/>
                      </a:lnTo>
                      <a:lnTo>
                        <a:pt x="722235" y="1083"/>
                      </a:lnTo>
                      <a:lnTo>
                        <a:pt x="717910" y="200"/>
                      </a:lnTo>
                      <a:lnTo>
                        <a:pt x="714603" y="0"/>
                      </a:lnTo>
                      <a:lnTo>
                        <a:pt x="27431" y="0"/>
                      </a:lnTo>
                      <a:lnTo>
                        <a:pt x="30738" y="200"/>
                      </a:lnTo>
                      <a:lnTo>
                        <a:pt x="26327" y="22"/>
                      </a:lnTo>
                      <a:lnTo>
                        <a:pt x="21944" y="554"/>
                      </a:lnTo>
                      <a:lnTo>
                        <a:pt x="17704" y="1782"/>
                      </a:lnTo>
                      <a:lnTo>
                        <a:pt x="13715" y="3675"/>
                      </a:lnTo>
                      <a:lnTo>
                        <a:pt x="10082" y="6183"/>
                      </a:lnTo>
                      <a:lnTo>
                        <a:pt x="6898" y="9241"/>
                      </a:lnTo>
                      <a:lnTo>
                        <a:pt x="4246" y="12770"/>
                      </a:lnTo>
                      <a:lnTo>
                        <a:pt x="2195" y="16679"/>
                      </a:lnTo>
                      <a:lnTo>
                        <a:pt x="797" y="20867"/>
                      </a:lnTo>
                      <a:lnTo>
                        <a:pt x="88" y="25224"/>
                      </a:lnTo>
                      <a:lnTo>
                        <a:pt x="0" y="27431"/>
                      </a:lnTo>
                      <a:lnTo>
                        <a:pt x="0" y="167426"/>
                      </a:lnTo>
                      <a:lnTo>
                        <a:pt x="88" y="165219"/>
                      </a:lnTo>
                      <a:lnTo>
                        <a:pt x="88" y="169633"/>
                      </a:lnTo>
                      <a:lnTo>
                        <a:pt x="797" y="173991"/>
                      </a:lnTo>
                      <a:lnTo>
                        <a:pt x="2195" y="178179"/>
                      </a:lnTo>
                      <a:lnTo>
                        <a:pt x="4246" y="182088"/>
                      </a:lnTo>
                      <a:lnTo>
                        <a:pt x="6898" y="185617"/>
                      </a:lnTo>
                      <a:lnTo>
                        <a:pt x="10082" y="188675"/>
                      </a:lnTo>
                      <a:lnTo>
                        <a:pt x="13715" y="191183"/>
                      </a:lnTo>
                      <a:lnTo>
                        <a:pt x="17704" y="193076"/>
                      </a:lnTo>
                      <a:lnTo>
                        <a:pt x="21944" y="194304"/>
                      </a:lnTo>
                      <a:lnTo>
                        <a:pt x="26327" y="194836"/>
                      </a:lnTo>
                      <a:close/>
                    </a:path>
                  </a:pathLst>
                </a:custGeom>
                <a:solidFill>
                  <a:srgbClr val="FFFFFF">
                    <a:alpha val="100000"/>
                  </a:srgbClr>
                </a:solidFill>
                <a:ln w="6775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sz="3085"/>
                </a:p>
              </p:txBody>
            </p:sp>
            <p:sp>
              <p:nvSpPr>
                <p:cNvPr id="4749" name="pg4741">
                  <a:extLst>
                    <a:ext uri="{FF2B5EF4-FFF2-40B4-BE49-F238E27FC236}">
                      <a16:creationId xmlns:a16="http://schemas.microsoft.com/office/drawing/2014/main" id="{C6DCB1CC-177B-FF4D-2412-87930B8B5781}"/>
                    </a:ext>
                  </a:extLst>
                </p:cNvPr>
                <p:cNvSpPr/>
                <p:nvPr/>
              </p:nvSpPr>
              <p:spPr>
                <a:xfrm>
                  <a:off x="2771800" y="2204864"/>
                  <a:ext cx="576064" cy="19485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570585" h="194858">
                      <a:moveTo>
                        <a:pt x="27431" y="194858"/>
                      </a:moveTo>
                      <a:lnTo>
                        <a:pt x="543153" y="194858"/>
                      </a:lnTo>
                      <a:lnTo>
                        <a:pt x="542049" y="194836"/>
                      </a:lnTo>
                      <a:lnTo>
                        <a:pt x="546460" y="194658"/>
                      </a:lnTo>
                      <a:lnTo>
                        <a:pt x="550785" y="193775"/>
                      </a:lnTo>
                      <a:lnTo>
                        <a:pt x="554913" y="192210"/>
                      </a:lnTo>
                      <a:lnTo>
                        <a:pt x="558736" y="190002"/>
                      </a:lnTo>
                      <a:lnTo>
                        <a:pt x="562156" y="187210"/>
                      </a:lnTo>
                      <a:lnTo>
                        <a:pt x="565083" y="183906"/>
                      </a:lnTo>
                      <a:lnTo>
                        <a:pt x="567443" y="180174"/>
                      </a:lnTo>
                      <a:lnTo>
                        <a:pt x="569173" y="176113"/>
                      </a:lnTo>
                      <a:lnTo>
                        <a:pt x="570230" y="171827"/>
                      </a:lnTo>
                      <a:lnTo>
                        <a:pt x="570585" y="167426"/>
                      </a:lnTo>
                      <a:lnTo>
                        <a:pt x="570585" y="27431"/>
                      </a:lnTo>
                      <a:lnTo>
                        <a:pt x="570230" y="23031"/>
                      </a:lnTo>
                      <a:lnTo>
                        <a:pt x="569173" y="18745"/>
                      </a:lnTo>
                      <a:lnTo>
                        <a:pt x="567443" y="14683"/>
                      </a:lnTo>
                      <a:lnTo>
                        <a:pt x="565083" y="10952"/>
                      </a:lnTo>
                      <a:lnTo>
                        <a:pt x="562156" y="7647"/>
                      </a:lnTo>
                      <a:lnTo>
                        <a:pt x="558736" y="4855"/>
                      </a:lnTo>
                      <a:lnTo>
                        <a:pt x="554913" y="2648"/>
                      </a:lnTo>
                      <a:lnTo>
                        <a:pt x="550785" y="1083"/>
                      </a:lnTo>
                      <a:lnTo>
                        <a:pt x="546460" y="200"/>
                      </a:lnTo>
                      <a:lnTo>
                        <a:pt x="543153" y="0"/>
                      </a:lnTo>
                      <a:lnTo>
                        <a:pt x="27431" y="0"/>
                      </a:lnTo>
                      <a:lnTo>
                        <a:pt x="30738" y="200"/>
                      </a:lnTo>
                      <a:lnTo>
                        <a:pt x="26327" y="22"/>
                      </a:lnTo>
                      <a:lnTo>
                        <a:pt x="21944" y="554"/>
                      </a:lnTo>
                      <a:lnTo>
                        <a:pt x="17704" y="1782"/>
                      </a:lnTo>
                      <a:lnTo>
                        <a:pt x="13715" y="3675"/>
                      </a:lnTo>
                      <a:lnTo>
                        <a:pt x="10082" y="6183"/>
                      </a:lnTo>
                      <a:lnTo>
                        <a:pt x="6898" y="9241"/>
                      </a:lnTo>
                      <a:lnTo>
                        <a:pt x="4246" y="12770"/>
                      </a:lnTo>
                      <a:lnTo>
                        <a:pt x="2195" y="16679"/>
                      </a:lnTo>
                      <a:lnTo>
                        <a:pt x="797" y="20867"/>
                      </a:lnTo>
                      <a:lnTo>
                        <a:pt x="88" y="25224"/>
                      </a:lnTo>
                      <a:lnTo>
                        <a:pt x="0" y="27431"/>
                      </a:lnTo>
                      <a:lnTo>
                        <a:pt x="0" y="167426"/>
                      </a:lnTo>
                      <a:lnTo>
                        <a:pt x="88" y="165219"/>
                      </a:lnTo>
                      <a:lnTo>
                        <a:pt x="88" y="169633"/>
                      </a:lnTo>
                      <a:lnTo>
                        <a:pt x="797" y="173991"/>
                      </a:lnTo>
                      <a:lnTo>
                        <a:pt x="2195" y="178179"/>
                      </a:lnTo>
                      <a:lnTo>
                        <a:pt x="4246" y="182088"/>
                      </a:lnTo>
                      <a:lnTo>
                        <a:pt x="6898" y="185617"/>
                      </a:lnTo>
                      <a:lnTo>
                        <a:pt x="10082" y="188675"/>
                      </a:lnTo>
                      <a:lnTo>
                        <a:pt x="13715" y="191183"/>
                      </a:lnTo>
                      <a:lnTo>
                        <a:pt x="17704" y="193076"/>
                      </a:lnTo>
                      <a:lnTo>
                        <a:pt x="21944" y="194304"/>
                      </a:lnTo>
                      <a:lnTo>
                        <a:pt x="26327" y="194836"/>
                      </a:lnTo>
                      <a:close/>
                    </a:path>
                  </a:pathLst>
                </a:custGeom>
                <a:solidFill>
                  <a:srgbClr val="FFFFFF">
                    <a:alpha val="100000"/>
                  </a:srgbClr>
                </a:solidFill>
                <a:ln w="6775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sz="3085"/>
                </a:p>
              </p:txBody>
            </p:sp>
            <p:sp>
              <p:nvSpPr>
                <p:cNvPr id="4750" name="pg4741">
                  <a:extLst>
                    <a:ext uri="{FF2B5EF4-FFF2-40B4-BE49-F238E27FC236}">
                      <a16:creationId xmlns:a16="http://schemas.microsoft.com/office/drawing/2014/main" id="{CB5E5896-7AEF-6C6F-B6BE-8A1E754E5369}"/>
                    </a:ext>
                  </a:extLst>
                </p:cNvPr>
                <p:cNvSpPr/>
                <p:nvPr/>
              </p:nvSpPr>
              <p:spPr>
                <a:xfrm>
                  <a:off x="2195736" y="2492896"/>
                  <a:ext cx="792088" cy="19485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570585" h="194858">
                      <a:moveTo>
                        <a:pt x="27431" y="194858"/>
                      </a:moveTo>
                      <a:lnTo>
                        <a:pt x="543153" y="194858"/>
                      </a:lnTo>
                      <a:lnTo>
                        <a:pt x="542049" y="194836"/>
                      </a:lnTo>
                      <a:lnTo>
                        <a:pt x="546460" y="194658"/>
                      </a:lnTo>
                      <a:lnTo>
                        <a:pt x="550785" y="193775"/>
                      </a:lnTo>
                      <a:lnTo>
                        <a:pt x="554913" y="192210"/>
                      </a:lnTo>
                      <a:lnTo>
                        <a:pt x="558736" y="190002"/>
                      </a:lnTo>
                      <a:lnTo>
                        <a:pt x="562156" y="187210"/>
                      </a:lnTo>
                      <a:lnTo>
                        <a:pt x="565083" y="183906"/>
                      </a:lnTo>
                      <a:lnTo>
                        <a:pt x="567443" y="180174"/>
                      </a:lnTo>
                      <a:lnTo>
                        <a:pt x="569173" y="176113"/>
                      </a:lnTo>
                      <a:lnTo>
                        <a:pt x="570230" y="171827"/>
                      </a:lnTo>
                      <a:lnTo>
                        <a:pt x="570585" y="167426"/>
                      </a:lnTo>
                      <a:lnTo>
                        <a:pt x="570585" y="27431"/>
                      </a:lnTo>
                      <a:lnTo>
                        <a:pt x="570230" y="23031"/>
                      </a:lnTo>
                      <a:lnTo>
                        <a:pt x="569173" y="18745"/>
                      </a:lnTo>
                      <a:lnTo>
                        <a:pt x="567443" y="14683"/>
                      </a:lnTo>
                      <a:lnTo>
                        <a:pt x="565083" y="10952"/>
                      </a:lnTo>
                      <a:lnTo>
                        <a:pt x="562156" y="7647"/>
                      </a:lnTo>
                      <a:lnTo>
                        <a:pt x="558736" y="4855"/>
                      </a:lnTo>
                      <a:lnTo>
                        <a:pt x="554913" y="2648"/>
                      </a:lnTo>
                      <a:lnTo>
                        <a:pt x="550785" y="1083"/>
                      </a:lnTo>
                      <a:lnTo>
                        <a:pt x="546460" y="200"/>
                      </a:lnTo>
                      <a:lnTo>
                        <a:pt x="543153" y="0"/>
                      </a:lnTo>
                      <a:lnTo>
                        <a:pt x="27431" y="0"/>
                      </a:lnTo>
                      <a:lnTo>
                        <a:pt x="30738" y="200"/>
                      </a:lnTo>
                      <a:lnTo>
                        <a:pt x="26327" y="22"/>
                      </a:lnTo>
                      <a:lnTo>
                        <a:pt x="21944" y="554"/>
                      </a:lnTo>
                      <a:lnTo>
                        <a:pt x="17704" y="1782"/>
                      </a:lnTo>
                      <a:lnTo>
                        <a:pt x="13715" y="3675"/>
                      </a:lnTo>
                      <a:lnTo>
                        <a:pt x="10082" y="6183"/>
                      </a:lnTo>
                      <a:lnTo>
                        <a:pt x="6898" y="9241"/>
                      </a:lnTo>
                      <a:lnTo>
                        <a:pt x="4246" y="12770"/>
                      </a:lnTo>
                      <a:lnTo>
                        <a:pt x="2195" y="16679"/>
                      </a:lnTo>
                      <a:lnTo>
                        <a:pt x="797" y="20867"/>
                      </a:lnTo>
                      <a:lnTo>
                        <a:pt x="88" y="25224"/>
                      </a:lnTo>
                      <a:lnTo>
                        <a:pt x="0" y="27431"/>
                      </a:lnTo>
                      <a:lnTo>
                        <a:pt x="0" y="167426"/>
                      </a:lnTo>
                      <a:lnTo>
                        <a:pt x="88" y="165219"/>
                      </a:lnTo>
                      <a:lnTo>
                        <a:pt x="88" y="169633"/>
                      </a:lnTo>
                      <a:lnTo>
                        <a:pt x="797" y="173991"/>
                      </a:lnTo>
                      <a:lnTo>
                        <a:pt x="2195" y="178179"/>
                      </a:lnTo>
                      <a:lnTo>
                        <a:pt x="4246" y="182088"/>
                      </a:lnTo>
                      <a:lnTo>
                        <a:pt x="6898" y="185617"/>
                      </a:lnTo>
                      <a:lnTo>
                        <a:pt x="10082" y="188675"/>
                      </a:lnTo>
                      <a:lnTo>
                        <a:pt x="13715" y="191183"/>
                      </a:lnTo>
                      <a:lnTo>
                        <a:pt x="17704" y="193076"/>
                      </a:lnTo>
                      <a:lnTo>
                        <a:pt x="21944" y="194304"/>
                      </a:lnTo>
                      <a:lnTo>
                        <a:pt x="26327" y="194836"/>
                      </a:lnTo>
                      <a:close/>
                    </a:path>
                  </a:pathLst>
                </a:custGeom>
                <a:solidFill>
                  <a:srgbClr val="FFFFFF">
                    <a:alpha val="100000"/>
                  </a:srgbClr>
                </a:solidFill>
                <a:ln w="6775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sz="3085" dirty="0"/>
                </a:p>
              </p:txBody>
            </p:sp>
            <p:sp>
              <p:nvSpPr>
                <p:cNvPr id="4751" name="tx4744">
                  <a:extLst>
                    <a:ext uri="{FF2B5EF4-FFF2-40B4-BE49-F238E27FC236}">
                      <a16:creationId xmlns:a16="http://schemas.microsoft.com/office/drawing/2014/main" id="{A99C07CC-57F0-A319-D2C5-F8135CAF0D38}"/>
                    </a:ext>
                  </a:extLst>
                </p:cNvPr>
                <p:cNvSpPr/>
                <p:nvPr/>
              </p:nvSpPr>
              <p:spPr>
                <a:xfrm>
                  <a:off x="2630973" y="1643400"/>
                  <a:ext cx="626638" cy="10341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r>
                    <a:rPr sz="1365" dirty="0">
                      <a:solidFill>
                        <a:srgbClr val="000000">
                          <a:alpha val="100000"/>
                        </a:srgbClr>
                      </a:solidFill>
                      <a:latin typeface="Arial"/>
                      <a:cs typeface="Arial"/>
                    </a:rPr>
                    <a:t>S1</a:t>
                  </a:r>
                  <a:r>
                    <a:rPr lang="en-US" sz="1365" dirty="0">
                      <a:solidFill>
                        <a:srgbClr val="000000">
                          <a:alpha val="100000"/>
                        </a:srgbClr>
                      </a:solidFill>
                      <a:latin typeface="Arial"/>
                      <a:cs typeface="Arial"/>
                    </a:rPr>
                    <a:t>-</a:t>
                  </a:r>
                  <a:r>
                    <a:rPr sz="1365" dirty="0">
                      <a:solidFill>
                        <a:srgbClr val="000000">
                          <a:alpha val="100000"/>
                        </a:srgbClr>
                      </a:solidFill>
                      <a:latin typeface="Arial"/>
                      <a:cs typeface="Arial"/>
                    </a:rPr>
                    <a:t>LOLA</a:t>
                  </a:r>
                </a:p>
              </p:txBody>
            </p:sp>
            <p:sp>
              <p:nvSpPr>
                <p:cNvPr id="4752" name="tx4746">
                  <a:extLst>
                    <a:ext uri="{FF2B5EF4-FFF2-40B4-BE49-F238E27FC236}">
                      <a16:creationId xmlns:a16="http://schemas.microsoft.com/office/drawing/2014/main" id="{9A353F01-66C8-B5A3-8F0B-F40F9F2CCD64}"/>
                    </a:ext>
                  </a:extLst>
                </p:cNvPr>
                <p:cNvSpPr/>
                <p:nvPr/>
              </p:nvSpPr>
              <p:spPr>
                <a:xfrm>
                  <a:off x="2555777" y="1957430"/>
                  <a:ext cx="720079" cy="10341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r>
                    <a:rPr sz="1365" dirty="0">
                      <a:solidFill>
                        <a:srgbClr val="000000">
                          <a:alpha val="100000"/>
                        </a:srgbClr>
                      </a:solidFill>
                      <a:latin typeface="Arial"/>
                      <a:cs typeface="Arial"/>
                    </a:rPr>
                    <a:t>S2</a:t>
                  </a:r>
                  <a:r>
                    <a:rPr lang="en-US" sz="1365" dirty="0">
                      <a:solidFill>
                        <a:srgbClr val="000000">
                          <a:alpha val="100000"/>
                        </a:srgbClr>
                      </a:solidFill>
                      <a:latin typeface="Arial"/>
                      <a:cs typeface="Arial"/>
                    </a:rPr>
                    <a:t>-</a:t>
                  </a:r>
                  <a:r>
                    <a:rPr sz="1365" dirty="0">
                      <a:solidFill>
                        <a:srgbClr val="000000">
                          <a:alpha val="100000"/>
                        </a:srgbClr>
                      </a:solidFill>
                      <a:latin typeface="Arial"/>
                      <a:cs typeface="Arial"/>
                    </a:rPr>
                    <a:t>DEBY</a:t>
                  </a:r>
                </a:p>
              </p:txBody>
            </p:sp>
            <p:sp>
              <p:nvSpPr>
                <p:cNvPr id="4753" name="tx4742">
                  <a:extLst>
                    <a:ext uri="{FF2B5EF4-FFF2-40B4-BE49-F238E27FC236}">
                      <a16:creationId xmlns:a16="http://schemas.microsoft.com/office/drawing/2014/main" id="{62CD1ACE-0566-F8FD-5428-1B2F8C607673}"/>
                    </a:ext>
                  </a:extLst>
                </p:cNvPr>
                <p:cNvSpPr/>
                <p:nvPr/>
              </p:nvSpPr>
              <p:spPr>
                <a:xfrm>
                  <a:off x="2796711" y="2245462"/>
                  <a:ext cx="551153" cy="10341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r>
                    <a:rPr sz="1365" dirty="0">
                      <a:solidFill>
                        <a:srgbClr val="000000">
                          <a:alpha val="100000"/>
                        </a:srgbClr>
                      </a:solidFill>
                      <a:latin typeface="Arial"/>
                      <a:cs typeface="Arial"/>
                    </a:rPr>
                    <a:t>W4</a:t>
                  </a:r>
                  <a:r>
                    <a:rPr lang="en-US" sz="1365" dirty="0">
                      <a:solidFill>
                        <a:srgbClr val="000000">
                          <a:alpha val="100000"/>
                        </a:srgbClr>
                      </a:solidFill>
                      <a:latin typeface="Arial"/>
                      <a:cs typeface="Arial"/>
                    </a:rPr>
                    <a:t>-</a:t>
                  </a:r>
                  <a:r>
                    <a:rPr sz="1365" dirty="0">
                      <a:solidFill>
                        <a:srgbClr val="000000">
                          <a:alpha val="100000"/>
                        </a:srgbClr>
                      </a:solidFill>
                      <a:latin typeface="Arial"/>
                      <a:cs typeface="Arial"/>
                    </a:rPr>
                    <a:t>VA</a:t>
                  </a:r>
                </a:p>
              </p:txBody>
            </p:sp>
            <p:sp>
              <p:nvSpPr>
                <p:cNvPr id="4754" name="tx4742">
                  <a:extLst>
                    <a:ext uri="{FF2B5EF4-FFF2-40B4-BE49-F238E27FC236}">
                      <a16:creationId xmlns:a16="http://schemas.microsoft.com/office/drawing/2014/main" id="{ADF5A5EA-4879-E802-5385-DD4799D3AE93}"/>
                    </a:ext>
                  </a:extLst>
                </p:cNvPr>
                <p:cNvSpPr/>
                <p:nvPr/>
              </p:nvSpPr>
              <p:spPr>
                <a:xfrm>
                  <a:off x="2316203" y="2538616"/>
                  <a:ext cx="551153" cy="10341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r>
                    <a:rPr lang="en-US" sz="1365" dirty="0">
                      <a:solidFill>
                        <a:srgbClr val="000000">
                          <a:alpha val="100000"/>
                        </a:srgbClr>
                      </a:solidFill>
                      <a:latin typeface="Arial"/>
                      <a:cs typeface="Arial"/>
                    </a:rPr>
                    <a:t>York River</a:t>
                  </a:r>
                  <a:endParaRPr sz="1365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endParaRPr>
                </a:p>
              </p:txBody>
            </p:sp>
          </p:grpSp>
          <p:sp>
            <p:nvSpPr>
              <p:cNvPr id="4755" name="tx4057">
                <a:extLst>
                  <a:ext uri="{FF2B5EF4-FFF2-40B4-BE49-F238E27FC236}">
                    <a16:creationId xmlns:a16="http://schemas.microsoft.com/office/drawing/2014/main" id="{5C328FC7-178B-30B3-6BE3-FB22BE228B5B}"/>
                  </a:ext>
                </a:extLst>
              </p:cNvPr>
              <p:cNvSpPr/>
              <p:nvPr/>
            </p:nvSpPr>
            <p:spPr>
              <a:xfrm>
                <a:off x="3342731" y="1408553"/>
                <a:ext cx="1863303" cy="218237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2520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(</a:t>
                </a:r>
                <a:r>
                  <a:rPr lang="en-US" sz="2520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D</a:t>
                </a:r>
                <a:r>
                  <a:rPr sz="2520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) Predicted </a:t>
                </a:r>
              </a:p>
            </p:txBody>
          </p:sp>
          <p:sp>
            <p:nvSpPr>
              <p:cNvPr id="4756" name="tx4067">
                <a:extLst>
                  <a:ext uri="{FF2B5EF4-FFF2-40B4-BE49-F238E27FC236}">
                    <a16:creationId xmlns:a16="http://schemas.microsoft.com/office/drawing/2014/main" id="{86715B8F-63DD-2EFF-E31E-4885585C584B}"/>
                  </a:ext>
                </a:extLst>
              </p:cNvPr>
              <p:cNvSpPr/>
              <p:nvPr/>
            </p:nvSpPr>
            <p:spPr>
              <a:xfrm>
                <a:off x="6806049" y="1410686"/>
                <a:ext cx="1711148" cy="218237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2520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 to </a:t>
                </a:r>
                <a:r>
                  <a:rPr lang="en-US" sz="2520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York River</a:t>
                </a:r>
                <a:endParaRPr sz="2520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endParaRPr>
              </a:p>
            </p:txBody>
          </p:sp>
          <p:grpSp>
            <p:nvGrpSpPr>
              <p:cNvPr id="4757" name="Group 4756">
                <a:extLst>
                  <a:ext uri="{FF2B5EF4-FFF2-40B4-BE49-F238E27FC236}">
                    <a16:creationId xmlns:a16="http://schemas.microsoft.com/office/drawing/2014/main" id="{BDF24369-0F95-E500-18DA-AADBF9339895}"/>
                  </a:ext>
                </a:extLst>
              </p:cNvPr>
              <p:cNvGrpSpPr/>
              <p:nvPr/>
            </p:nvGrpSpPr>
            <p:grpSpPr>
              <a:xfrm>
                <a:off x="5406962" y="1408553"/>
                <a:ext cx="1299945" cy="274375"/>
                <a:chOff x="5253185" y="1043608"/>
                <a:chExt cx="979528" cy="274375"/>
              </a:xfrm>
            </p:grpSpPr>
            <p:sp>
              <p:nvSpPr>
                <p:cNvPr id="4758" name="tx4060">
                  <a:extLst>
                    <a:ext uri="{FF2B5EF4-FFF2-40B4-BE49-F238E27FC236}">
                      <a16:creationId xmlns:a16="http://schemas.microsoft.com/office/drawing/2014/main" id="{EA387ABE-51F1-F36A-C6C3-9EA257837382}"/>
                    </a:ext>
                  </a:extLst>
                </p:cNvPr>
                <p:cNvSpPr/>
                <p:nvPr/>
              </p:nvSpPr>
              <p:spPr>
                <a:xfrm>
                  <a:off x="5253185" y="1043608"/>
                  <a:ext cx="528795" cy="21823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r>
                    <a:rPr lang="en-US" sz="2520" dirty="0">
                      <a:solidFill>
                        <a:srgbClr val="000000">
                          <a:alpha val="100000"/>
                        </a:srgbClr>
                      </a:solidFill>
                      <a:latin typeface="Arial"/>
                      <a:cs typeface="Arial"/>
                    </a:rPr>
                    <a:t>RDA</a:t>
                  </a:r>
                  <a:endParaRPr sz="2520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endParaRPr>
                </a:p>
              </p:txBody>
            </p:sp>
            <p:sp>
              <p:nvSpPr>
                <p:cNvPr id="4759" name="tx4061">
                  <a:extLst>
                    <a:ext uri="{FF2B5EF4-FFF2-40B4-BE49-F238E27FC236}">
                      <a16:creationId xmlns:a16="http://schemas.microsoft.com/office/drawing/2014/main" id="{8E4A7742-33F3-5740-6F0F-416CB918D3CD}"/>
                    </a:ext>
                  </a:extLst>
                </p:cNvPr>
                <p:cNvSpPr/>
                <p:nvPr/>
              </p:nvSpPr>
              <p:spPr>
                <a:xfrm>
                  <a:off x="5781985" y="1164544"/>
                  <a:ext cx="118628" cy="15264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r>
                    <a:rPr sz="1512" dirty="0">
                      <a:solidFill>
                        <a:srgbClr val="000000">
                          <a:alpha val="100000"/>
                        </a:srgbClr>
                      </a:solidFill>
                      <a:latin typeface="Arial"/>
                      <a:cs typeface="Arial"/>
                    </a:rPr>
                    <a:t>o</a:t>
                  </a:r>
                </a:p>
              </p:txBody>
            </p:sp>
            <p:sp>
              <p:nvSpPr>
                <p:cNvPr id="4760" name="tx4062">
                  <a:extLst>
                    <a:ext uri="{FF2B5EF4-FFF2-40B4-BE49-F238E27FC236}">
                      <a16:creationId xmlns:a16="http://schemas.microsoft.com/office/drawing/2014/main" id="{32BEE4C2-F1FF-11A1-D9E3-17080E93827D}"/>
                    </a:ext>
                  </a:extLst>
                </p:cNvPr>
                <p:cNvSpPr/>
                <p:nvPr/>
              </p:nvSpPr>
              <p:spPr>
                <a:xfrm>
                  <a:off x="5873249" y="1163741"/>
                  <a:ext cx="59252" cy="15264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r>
                    <a:rPr sz="1512" dirty="0">
                      <a:solidFill>
                        <a:srgbClr val="000000">
                          <a:alpha val="100000"/>
                        </a:srgbClr>
                      </a:solidFill>
                      <a:latin typeface="Arial"/>
                      <a:cs typeface="Arial"/>
                    </a:rPr>
                    <a:t>f</a:t>
                  </a:r>
                </a:p>
              </p:txBody>
            </p:sp>
            <p:sp>
              <p:nvSpPr>
                <p:cNvPr id="4761" name="tx4063">
                  <a:extLst>
                    <a:ext uri="{FF2B5EF4-FFF2-40B4-BE49-F238E27FC236}">
                      <a16:creationId xmlns:a16="http://schemas.microsoft.com/office/drawing/2014/main" id="{365443C5-B8A3-B6A7-012F-94597D516EB7}"/>
                    </a:ext>
                  </a:extLst>
                </p:cNvPr>
                <p:cNvSpPr/>
                <p:nvPr/>
              </p:nvSpPr>
              <p:spPr>
                <a:xfrm>
                  <a:off x="5924911" y="1163741"/>
                  <a:ext cx="59252" cy="15264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r>
                    <a:rPr sz="1512" dirty="0">
                      <a:solidFill>
                        <a:srgbClr val="000000">
                          <a:alpha val="100000"/>
                        </a:srgbClr>
                      </a:solidFill>
                      <a:latin typeface="Arial"/>
                      <a:cs typeface="Arial"/>
                    </a:rPr>
                    <a:t>f</a:t>
                  </a:r>
                </a:p>
              </p:txBody>
            </p:sp>
            <p:sp>
              <p:nvSpPr>
                <p:cNvPr id="4762" name="tx4064">
                  <a:extLst>
                    <a:ext uri="{FF2B5EF4-FFF2-40B4-BE49-F238E27FC236}">
                      <a16:creationId xmlns:a16="http://schemas.microsoft.com/office/drawing/2014/main" id="{3F7602C2-A16B-DE09-7BEE-3425CF9C4869}"/>
                    </a:ext>
                  </a:extLst>
                </p:cNvPr>
                <p:cNvSpPr/>
                <p:nvPr/>
              </p:nvSpPr>
              <p:spPr>
                <a:xfrm>
                  <a:off x="5967422" y="1163741"/>
                  <a:ext cx="106680" cy="15264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r>
                    <a:rPr sz="1512" dirty="0">
                      <a:solidFill>
                        <a:srgbClr val="000000">
                          <a:alpha val="100000"/>
                        </a:srgbClr>
                      </a:solidFill>
                      <a:latin typeface="Arial"/>
                      <a:cs typeface="Arial"/>
                    </a:rPr>
                    <a:t>s</a:t>
                  </a:r>
                </a:p>
              </p:txBody>
            </p:sp>
            <p:sp>
              <p:nvSpPr>
                <p:cNvPr id="4763" name="tx4065">
                  <a:extLst>
                    <a:ext uri="{FF2B5EF4-FFF2-40B4-BE49-F238E27FC236}">
                      <a16:creationId xmlns:a16="http://schemas.microsoft.com/office/drawing/2014/main" id="{B19EA076-52F2-155C-75A8-6F4F86D47335}"/>
                    </a:ext>
                  </a:extLst>
                </p:cNvPr>
                <p:cNvSpPr/>
                <p:nvPr/>
              </p:nvSpPr>
              <p:spPr>
                <a:xfrm>
                  <a:off x="6023920" y="1165340"/>
                  <a:ext cx="169160" cy="15264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r>
                    <a:rPr sz="1512" dirty="0">
                      <a:solidFill>
                        <a:srgbClr val="000000">
                          <a:alpha val="100000"/>
                        </a:srgbClr>
                      </a:solidFill>
                      <a:latin typeface="Arial"/>
                      <a:cs typeface="Arial"/>
                    </a:rPr>
                    <a:t>e</a:t>
                  </a:r>
                </a:p>
              </p:txBody>
            </p:sp>
            <p:sp>
              <p:nvSpPr>
                <p:cNvPr id="4764" name="tx4066">
                  <a:extLst>
                    <a:ext uri="{FF2B5EF4-FFF2-40B4-BE49-F238E27FC236}">
                      <a16:creationId xmlns:a16="http://schemas.microsoft.com/office/drawing/2014/main" id="{D2FFE758-773A-4929-135D-8BC1D2A596EB}"/>
                    </a:ext>
                  </a:extLst>
                </p:cNvPr>
                <p:cNvSpPr/>
                <p:nvPr/>
              </p:nvSpPr>
              <p:spPr>
                <a:xfrm>
                  <a:off x="6112820" y="1163741"/>
                  <a:ext cx="119893" cy="15264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r>
                    <a:rPr sz="1512" dirty="0">
                      <a:solidFill>
                        <a:srgbClr val="000000">
                          <a:alpha val="100000"/>
                        </a:srgbClr>
                      </a:solidFill>
                      <a:latin typeface="Arial"/>
                      <a:cs typeface="Arial"/>
                    </a:rPr>
                    <a:t>t</a:t>
                  </a:r>
                </a:p>
              </p:txBody>
            </p:sp>
          </p:grpSp>
        </p:grp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55" name="Group 4754">
            <a:extLst>
              <a:ext uri="{FF2B5EF4-FFF2-40B4-BE49-F238E27FC236}">
                <a16:creationId xmlns:a16="http://schemas.microsoft.com/office/drawing/2014/main" id="{D14481FA-1B32-8336-27EE-4152FC31CC6A}"/>
              </a:ext>
            </a:extLst>
          </p:cNvPr>
          <p:cNvGrpSpPr/>
          <p:nvPr/>
        </p:nvGrpSpPr>
        <p:grpSpPr>
          <a:xfrm>
            <a:off x="1783080" y="714059"/>
            <a:ext cx="7132320" cy="4772344"/>
            <a:chOff x="1981200" y="793399"/>
            <a:chExt cx="7924800" cy="5302604"/>
          </a:xfrm>
        </p:grpSpPr>
        <p:sp>
          <p:nvSpPr>
            <p:cNvPr id="3" name="rc3"/>
            <p:cNvSpPr/>
            <p:nvPr/>
          </p:nvSpPr>
          <p:spPr>
            <a:xfrm>
              <a:off x="1981200" y="1219202"/>
              <a:ext cx="7924800" cy="487680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" name="rc4"/>
            <p:cNvSpPr/>
            <p:nvPr/>
          </p:nvSpPr>
          <p:spPr>
            <a:xfrm>
              <a:off x="2521653" y="1219202"/>
              <a:ext cx="6843891" cy="487680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" name="rc5"/>
            <p:cNvSpPr/>
            <p:nvPr/>
          </p:nvSpPr>
          <p:spPr>
            <a:xfrm>
              <a:off x="2614439" y="1311987"/>
              <a:ext cx="6658320" cy="469122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" name="rc6"/>
            <p:cNvSpPr/>
            <p:nvPr/>
          </p:nvSpPr>
          <p:spPr>
            <a:xfrm>
              <a:off x="3342727" y="1848078"/>
              <a:ext cx="4668748" cy="3619485"/>
            </a:xfrm>
            <a:prstGeom prst="rect">
              <a:avLst/>
            </a:prstGeom>
            <a:solidFill>
              <a:srgbClr val="F0F8FF">
                <a:alpha val="100000"/>
              </a:srgbClr>
            </a:solidFill>
          </p:spPr>
          <p:txBody>
            <a:bodyPr/>
            <a:lstStyle/>
            <a:p>
              <a:endParaRPr sz="3085"/>
            </a:p>
          </p:txBody>
        </p:sp>
        <p:sp>
          <p:nvSpPr>
            <p:cNvPr id="7" name="pl7"/>
            <p:cNvSpPr/>
            <p:nvPr/>
          </p:nvSpPr>
          <p:spPr>
            <a:xfrm>
              <a:off x="3782528" y="1848078"/>
              <a:ext cx="0" cy="3619485"/>
            </a:xfrm>
            <a:custGeom>
              <a:avLst/>
              <a:gdLst/>
              <a:ahLst/>
              <a:cxnLst/>
              <a:rect l="0" t="0" r="0" b="0"/>
              <a:pathLst>
                <a:path h="2714613">
                  <a:moveTo>
                    <a:pt x="0" y="2714613"/>
                  </a:moveTo>
                  <a:lnTo>
                    <a:pt x="0" y="2700489"/>
                  </a:lnTo>
                  <a:lnTo>
                    <a:pt x="0" y="2668708"/>
                  </a:lnTo>
                  <a:lnTo>
                    <a:pt x="0" y="2636927"/>
                  </a:lnTo>
                  <a:lnTo>
                    <a:pt x="0" y="2605147"/>
                  </a:lnTo>
                  <a:lnTo>
                    <a:pt x="0" y="2573366"/>
                  </a:lnTo>
                  <a:lnTo>
                    <a:pt x="0" y="2541585"/>
                  </a:lnTo>
                  <a:lnTo>
                    <a:pt x="0" y="2509805"/>
                  </a:lnTo>
                  <a:lnTo>
                    <a:pt x="0" y="2478024"/>
                  </a:lnTo>
                  <a:lnTo>
                    <a:pt x="0" y="2446243"/>
                  </a:lnTo>
                  <a:lnTo>
                    <a:pt x="0" y="2414462"/>
                  </a:lnTo>
                  <a:lnTo>
                    <a:pt x="0" y="2382682"/>
                  </a:lnTo>
                  <a:lnTo>
                    <a:pt x="0" y="2350901"/>
                  </a:lnTo>
                  <a:lnTo>
                    <a:pt x="0" y="2319120"/>
                  </a:lnTo>
                  <a:lnTo>
                    <a:pt x="0" y="2287340"/>
                  </a:lnTo>
                  <a:lnTo>
                    <a:pt x="0" y="2255559"/>
                  </a:lnTo>
                  <a:lnTo>
                    <a:pt x="0" y="2223778"/>
                  </a:lnTo>
                  <a:lnTo>
                    <a:pt x="0" y="2191997"/>
                  </a:lnTo>
                  <a:lnTo>
                    <a:pt x="0" y="2160217"/>
                  </a:lnTo>
                  <a:lnTo>
                    <a:pt x="0" y="2128436"/>
                  </a:lnTo>
                  <a:lnTo>
                    <a:pt x="0" y="2096655"/>
                  </a:lnTo>
                  <a:lnTo>
                    <a:pt x="0" y="2064875"/>
                  </a:lnTo>
                  <a:lnTo>
                    <a:pt x="0" y="2033094"/>
                  </a:lnTo>
                  <a:lnTo>
                    <a:pt x="0" y="2001313"/>
                  </a:lnTo>
                  <a:lnTo>
                    <a:pt x="0" y="1969532"/>
                  </a:lnTo>
                  <a:lnTo>
                    <a:pt x="0" y="1937752"/>
                  </a:lnTo>
                  <a:lnTo>
                    <a:pt x="0" y="1905971"/>
                  </a:lnTo>
                  <a:lnTo>
                    <a:pt x="0" y="1874190"/>
                  </a:lnTo>
                  <a:lnTo>
                    <a:pt x="0" y="1842410"/>
                  </a:lnTo>
                  <a:lnTo>
                    <a:pt x="0" y="1810629"/>
                  </a:lnTo>
                  <a:lnTo>
                    <a:pt x="0" y="1778848"/>
                  </a:lnTo>
                  <a:lnTo>
                    <a:pt x="0" y="1747067"/>
                  </a:lnTo>
                  <a:lnTo>
                    <a:pt x="0" y="1715287"/>
                  </a:lnTo>
                  <a:lnTo>
                    <a:pt x="0" y="1683506"/>
                  </a:lnTo>
                  <a:lnTo>
                    <a:pt x="0" y="1651725"/>
                  </a:lnTo>
                  <a:lnTo>
                    <a:pt x="0" y="1619945"/>
                  </a:lnTo>
                  <a:lnTo>
                    <a:pt x="0" y="1588164"/>
                  </a:lnTo>
                  <a:lnTo>
                    <a:pt x="0" y="1556383"/>
                  </a:lnTo>
                  <a:lnTo>
                    <a:pt x="0" y="1524602"/>
                  </a:lnTo>
                  <a:lnTo>
                    <a:pt x="0" y="1492822"/>
                  </a:lnTo>
                  <a:lnTo>
                    <a:pt x="0" y="1461041"/>
                  </a:lnTo>
                  <a:lnTo>
                    <a:pt x="0" y="1429260"/>
                  </a:lnTo>
                  <a:lnTo>
                    <a:pt x="0" y="1397480"/>
                  </a:lnTo>
                  <a:lnTo>
                    <a:pt x="0" y="1365699"/>
                  </a:lnTo>
                  <a:lnTo>
                    <a:pt x="0" y="1333918"/>
                  </a:lnTo>
                  <a:lnTo>
                    <a:pt x="0" y="1302137"/>
                  </a:lnTo>
                  <a:lnTo>
                    <a:pt x="0" y="1270357"/>
                  </a:lnTo>
                  <a:lnTo>
                    <a:pt x="0" y="1238576"/>
                  </a:lnTo>
                  <a:lnTo>
                    <a:pt x="0" y="1206795"/>
                  </a:lnTo>
                  <a:lnTo>
                    <a:pt x="0" y="1175015"/>
                  </a:lnTo>
                  <a:lnTo>
                    <a:pt x="0" y="1143234"/>
                  </a:lnTo>
                  <a:lnTo>
                    <a:pt x="0" y="1111453"/>
                  </a:lnTo>
                  <a:lnTo>
                    <a:pt x="0" y="1079672"/>
                  </a:lnTo>
                  <a:lnTo>
                    <a:pt x="0" y="1047892"/>
                  </a:lnTo>
                  <a:lnTo>
                    <a:pt x="0" y="1016111"/>
                  </a:lnTo>
                  <a:lnTo>
                    <a:pt x="0" y="984330"/>
                  </a:lnTo>
                  <a:lnTo>
                    <a:pt x="0" y="952550"/>
                  </a:lnTo>
                  <a:lnTo>
                    <a:pt x="0" y="920769"/>
                  </a:lnTo>
                  <a:lnTo>
                    <a:pt x="0" y="888988"/>
                  </a:lnTo>
                  <a:lnTo>
                    <a:pt x="0" y="857207"/>
                  </a:lnTo>
                  <a:lnTo>
                    <a:pt x="0" y="825427"/>
                  </a:lnTo>
                  <a:lnTo>
                    <a:pt x="0" y="793646"/>
                  </a:lnTo>
                  <a:lnTo>
                    <a:pt x="0" y="761865"/>
                  </a:lnTo>
                  <a:lnTo>
                    <a:pt x="0" y="730085"/>
                  </a:lnTo>
                  <a:lnTo>
                    <a:pt x="0" y="698304"/>
                  </a:lnTo>
                  <a:lnTo>
                    <a:pt x="0" y="666523"/>
                  </a:lnTo>
                  <a:lnTo>
                    <a:pt x="0" y="634742"/>
                  </a:lnTo>
                  <a:lnTo>
                    <a:pt x="0" y="602962"/>
                  </a:lnTo>
                  <a:lnTo>
                    <a:pt x="0" y="571181"/>
                  </a:lnTo>
                  <a:lnTo>
                    <a:pt x="0" y="539400"/>
                  </a:lnTo>
                  <a:lnTo>
                    <a:pt x="0" y="507620"/>
                  </a:lnTo>
                  <a:lnTo>
                    <a:pt x="0" y="475839"/>
                  </a:lnTo>
                  <a:lnTo>
                    <a:pt x="0" y="444058"/>
                  </a:lnTo>
                  <a:lnTo>
                    <a:pt x="0" y="412277"/>
                  </a:lnTo>
                  <a:lnTo>
                    <a:pt x="0" y="380497"/>
                  </a:lnTo>
                  <a:lnTo>
                    <a:pt x="0" y="348716"/>
                  </a:lnTo>
                  <a:lnTo>
                    <a:pt x="0" y="316935"/>
                  </a:lnTo>
                  <a:lnTo>
                    <a:pt x="0" y="285155"/>
                  </a:lnTo>
                  <a:lnTo>
                    <a:pt x="0" y="253374"/>
                  </a:lnTo>
                  <a:lnTo>
                    <a:pt x="0" y="221593"/>
                  </a:lnTo>
                  <a:lnTo>
                    <a:pt x="0" y="189812"/>
                  </a:lnTo>
                  <a:lnTo>
                    <a:pt x="0" y="158032"/>
                  </a:lnTo>
                  <a:lnTo>
                    <a:pt x="0" y="126251"/>
                  </a:lnTo>
                  <a:lnTo>
                    <a:pt x="0" y="94470"/>
                  </a:lnTo>
                  <a:lnTo>
                    <a:pt x="0" y="62690"/>
                  </a:lnTo>
                  <a:lnTo>
                    <a:pt x="0" y="30909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" name="pl8"/>
            <p:cNvSpPr/>
            <p:nvPr/>
          </p:nvSpPr>
          <p:spPr>
            <a:xfrm>
              <a:off x="4351493" y="1848078"/>
              <a:ext cx="0" cy="3619485"/>
            </a:xfrm>
            <a:custGeom>
              <a:avLst/>
              <a:gdLst/>
              <a:ahLst/>
              <a:cxnLst/>
              <a:rect l="0" t="0" r="0" b="0"/>
              <a:pathLst>
                <a:path h="2714613">
                  <a:moveTo>
                    <a:pt x="0" y="2714613"/>
                  </a:moveTo>
                  <a:lnTo>
                    <a:pt x="0" y="2700489"/>
                  </a:lnTo>
                  <a:lnTo>
                    <a:pt x="0" y="2668708"/>
                  </a:lnTo>
                  <a:lnTo>
                    <a:pt x="0" y="2636927"/>
                  </a:lnTo>
                  <a:lnTo>
                    <a:pt x="0" y="2605147"/>
                  </a:lnTo>
                  <a:lnTo>
                    <a:pt x="0" y="2573366"/>
                  </a:lnTo>
                  <a:lnTo>
                    <a:pt x="0" y="2541585"/>
                  </a:lnTo>
                  <a:lnTo>
                    <a:pt x="0" y="2509805"/>
                  </a:lnTo>
                  <a:lnTo>
                    <a:pt x="0" y="2478024"/>
                  </a:lnTo>
                  <a:lnTo>
                    <a:pt x="0" y="2446243"/>
                  </a:lnTo>
                  <a:lnTo>
                    <a:pt x="0" y="2414462"/>
                  </a:lnTo>
                  <a:lnTo>
                    <a:pt x="0" y="2382682"/>
                  </a:lnTo>
                  <a:lnTo>
                    <a:pt x="0" y="2350901"/>
                  </a:lnTo>
                  <a:lnTo>
                    <a:pt x="0" y="2319120"/>
                  </a:lnTo>
                  <a:lnTo>
                    <a:pt x="0" y="2287340"/>
                  </a:lnTo>
                  <a:lnTo>
                    <a:pt x="0" y="2255559"/>
                  </a:lnTo>
                  <a:lnTo>
                    <a:pt x="0" y="2223778"/>
                  </a:lnTo>
                  <a:lnTo>
                    <a:pt x="0" y="2191997"/>
                  </a:lnTo>
                  <a:lnTo>
                    <a:pt x="0" y="2160217"/>
                  </a:lnTo>
                  <a:lnTo>
                    <a:pt x="0" y="2128436"/>
                  </a:lnTo>
                  <a:lnTo>
                    <a:pt x="0" y="2096655"/>
                  </a:lnTo>
                  <a:lnTo>
                    <a:pt x="0" y="2064875"/>
                  </a:lnTo>
                  <a:lnTo>
                    <a:pt x="0" y="2033094"/>
                  </a:lnTo>
                  <a:lnTo>
                    <a:pt x="0" y="2001313"/>
                  </a:lnTo>
                  <a:lnTo>
                    <a:pt x="0" y="1969532"/>
                  </a:lnTo>
                  <a:lnTo>
                    <a:pt x="0" y="1937752"/>
                  </a:lnTo>
                  <a:lnTo>
                    <a:pt x="0" y="1905971"/>
                  </a:lnTo>
                  <a:lnTo>
                    <a:pt x="0" y="1874190"/>
                  </a:lnTo>
                  <a:lnTo>
                    <a:pt x="0" y="1842410"/>
                  </a:lnTo>
                  <a:lnTo>
                    <a:pt x="0" y="1810629"/>
                  </a:lnTo>
                  <a:lnTo>
                    <a:pt x="0" y="1778848"/>
                  </a:lnTo>
                  <a:lnTo>
                    <a:pt x="0" y="1747067"/>
                  </a:lnTo>
                  <a:lnTo>
                    <a:pt x="0" y="1715287"/>
                  </a:lnTo>
                  <a:lnTo>
                    <a:pt x="0" y="1683506"/>
                  </a:lnTo>
                  <a:lnTo>
                    <a:pt x="0" y="1651725"/>
                  </a:lnTo>
                  <a:lnTo>
                    <a:pt x="0" y="1619945"/>
                  </a:lnTo>
                  <a:lnTo>
                    <a:pt x="0" y="1588164"/>
                  </a:lnTo>
                  <a:lnTo>
                    <a:pt x="0" y="1556383"/>
                  </a:lnTo>
                  <a:lnTo>
                    <a:pt x="0" y="1524602"/>
                  </a:lnTo>
                  <a:lnTo>
                    <a:pt x="0" y="1492822"/>
                  </a:lnTo>
                  <a:lnTo>
                    <a:pt x="0" y="1461041"/>
                  </a:lnTo>
                  <a:lnTo>
                    <a:pt x="0" y="1429260"/>
                  </a:lnTo>
                  <a:lnTo>
                    <a:pt x="0" y="1397480"/>
                  </a:lnTo>
                  <a:lnTo>
                    <a:pt x="0" y="1365699"/>
                  </a:lnTo>
                  <a:lnTo>
                    <a:pt x="0" y="1333918"/>
                  </a:lnTo>
                  <a:lnTo>
                    <a:pt x="0" y="1302137"/>
                  </a:lnTo>
                  <a:lnTo>
                    <a:pt x="0" y="1270357"/>
                  </a:lnTo>
                  <a:lnTo>
                    <a:pt x="0" y="1238576"/>
                  </a:lnTo>
                  <a:lnTo>
                    <a:pt x="0" y="1206795"/>
                  </a:lnTo>
                  <a:lnTo>
                    <a:pt x="0" y="1175015"/>
                  </a:lnTo>
                  <a:lnTo>
                    <a:pt x="0" y="1143234"/>
                  </a:lnTo>
                  <a:lnTo>
                    <a:pt x="0" y="1111453"/>
                  </a:lnTo>
                  <a:lnTo>
                    <a:pt x="0" y="1079672"/>
                  </a:lnTo>
                  <a:lnTo>
                    <a:pt x="0" y="1047892"/>
                  </a:lnTo>
                  <a:lnTo>
                    <a:pt x="0" y="1016111"/>
                  </a:lnTo>
                  <a:lnTo>
                    <a:pt x="0" y="984330"/>
                  </a:lnTo>
                  <a:lnTo>
                    <a:pt x="0" y="952550"/>
                  </a:lnTo>
                  <a:lnTo>
                    <a:pt x="0" y="920769"/>
                  </a:lnTo>
                  <a:lnTo>
                    <a:pt x="0" y="888988"/>
                  </a:lnTo>
                  <a:lnTo>
                    <a:pt x="0" y="857207"/>
                  </a:lnTo>
                  <a:lnTo>
                    <a:pt x="0" y="825427"/>
                  </a:lnTo>
                  <a:lnTo>
                    <a:pt x="0" y="793646"/>
                  </a:lnTo>
                  <a:lnTo>
                    <a:pt x="0" y="761865"/>
                  </a:lnTo>
                  <a:lnTo>
                    <a:pt x="0" y="730085"/>
                  </a:lnTo>
                  <a:lnTo>
                    <a:pt x="0" y="698304"/>
                  </a:lnTo>
                  <a:lnTo>
                    <a:pt x="0" y="666523"/>
                  </a:lnTo>
                  <a:lnTo>
                    <a:pt x="0" y="634742"/>
                  </a:lnTo>
                  <a:lnTo>
                    <a:pt x="0" y="602962"/>
                  </a:lnTo>
                  <a:lnTo>
                    <a:pt x="0" y="571181"/>
                  </a:lnTo>
                  <a:lnTo>
                    <a:pt x="0" y="539400"/>
                  </a:lnTo>
                  <a:lnTo>
                    <a:pt x="0" y="507620"/>
                  </a:lnTo>
                  <a:lnTo>
                    <a:pt x="0" y="475839"/>
                  </a:lnTo>
                  <a:lnTo>
                    <a:pt x="0" y="444058"/>
                  </a:lnTo>
                  <a:lnTo>
                    <a:pt x="0" y="412277"/>
                  </a:lnTo>
                  <a:lnTo>
                    <a:pt x="0" y="380497"/>
                  </a:lnTo>
                  <a:lnTo>
                    <a:pt x="0" y="348716"/>
                  </a:lnTo>
                  <a:lnTo>
                    <a:pt x="0" y="316935"/>
                  </a:lnTo>
                  <a:lnTo>
                    <a:pt x="0" y="285155"/>
                  </a:lnTo>
                  <a:lnTo>
                    <a:pt x="0" y="253374"/>
                  </a:lnTo>
                  <a:lnTo>
                    <a:pt x="0" y="221593"/>
                  </a:lnTo>
                  <a:lnTo>
                    <a:pt x="0" y="189812"/>
                  </a:lnTo>
                  <a:lnTo>
                    <a:pt x="0" y="158032"/>
                  </a:lnTo>
                  <a:lnTo>
                    <a:pt x="0" y="126251"/>
                  </a:lnTo>
                  <a:lnTo>
                    <a:pt x="0" y="94470"/>
                  </a:lnTo>
                  <a:lnTo>
                    <a:pt x="0" y="62690"/>
                  </a:lnTo>
                  <a:lnTo>
                    <a:pt x="0" y="30909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" name="pl9"/>
            <p:cNvSpPr/>
            <p:nvPr/>
          </p:nvSpPr>
          <p:spPr>
            <a:xfrm>
              <a:off x="4920457" y="1848078"/>
              <a:ext cx="0" cy="3619485"/>
            </a:xfrm>
            <a:custGeom>
              <a:avLst/>
              <a:gdLst/>
              <a:ahLst/>
              <a:cxnLst/>
              <a:rect l="0" t="0" r="0" b="0"/>
              <a:pathLst>
                <a:path h="2714613">
                  <a:moveTo>
                    <a:pt x="0" y="2714613"/>
                  </a:moveTo>
                  <a:lnTo>
                    <a:pt x="0" y="2700489"/>
                  </a:lnTo>
                  <a:lnTo>
                    <a:pt x="0" y="2668708"/>
                  </a:lnTo>
                  <a:lnTo>
                    <a:pt x="0" y="2636927"/>
                  </a:lnTo>
                  <a:lnTo>
                    <a:pt x="0" y="2605147"/>
                  </a:lnTo>
                  <a:lnTo>
                    <a:pt x="0" y="2573366"/>
                  </a:lnTo>
                  <a:lnTo>
                    <a:pt x="0" y="2541585"/>
                  </a:lnTo>
                  <a:lnTo>
                    <a:pt x="0" y="2509805"/>
                  </a:lnTo>
                  <a:lnTo>
                    <a:pt x="0" y="2478024"/>
                  </a:lnTo>
                  <a:lnTo>
                    <a:pt x="0" y="2446243"/>
                  </a:lnTo>
                  <a:lnTo>
                    <a:pt x="0" y="2414462"/>
                  </a:lnTo>
                  <a:lnTo>
                    <a:pt x="0" y="2382682"/>
                  </a:lnTo>
                  <a:lnTo>
                    <a:pt x="0" y="2350901"/>
                  </a:lnTo>
                  <a:lnTo>
                    <a:pt x="0" y="2319120"/>
                  </a:lnTo>
                  <a:lnTo>
                    <a:pt x="0" y="2287340"/>
                  </a:lnTo>
                  <a:lnTo>
                    <a:pt x="0" y="2255559"/>
                  </a:lnTo>
                  <a:lnTo>
                    <a:pt x="0" y="2223778"/>
                  </a:lnTo>
                  <a:lnTo>
                    <a:pt x="0" y="2191997"/>
                  </a:lnTo>
                  <a:lnTo>
                    <a:pt x="0" y="2160217"/>
                  </a:lnTo>
                  <a:lnTo>
                    <a:pt x="0" y="2128436"/>
                  </a:lnTo>
                  <a:lnTo>
                    <a:pt x="0" y="2096655"/>
                  </a:lnTo>
                  <a:lnTo>
                    <a:pt x="0" y="2064875"/>
                  </a:lnTo>
                  <a:lnTo>
                    <a:pt x="0" y="2033094"/>
                  </a:lnTo>
                  <a:lnTo>
                    <a:pt x="0" y="2001313"/>
                  </a:lnTo>
                  <a:lnTo>
                    <a:pt x="0" y="1969532"/>
                  </a:lnTo>
                  <a:lnTo>
                    <a:pt x="0" y="1937752"/>
                  </a:lnTo>
                  <a:lnTo>
                    <a:pt x="0" y="1905971"/>
                  </a:lnTo>
                  <a:lnTo>
                    <a:pt x="0" y="1874190"/>
                  </a:lnTo>
                  <a:lnTo>
                    <a:pt x="0" y="1842410"/>
                  </a:lnTo>
                  <a:lnTo>
                    <a:pt x="0" y="1810629"/>
                  </a:lnTo>
                  <a:lnTo>
                    <a:pt x="0" y="1778848"/>
                  </a:lnTo>
                  <a:lnTo>
                    <a:pt x="0" y="1747067"/>
                  </a:lnTo>
                  <a:lnTo>
                    <a:pt x="0" y="1715287"/>
                  </a:lnTo>
                  <a:lnTo>
                    <a:pt x="0" y="1683506"/>
                  </a:lnTo>
                  <a:lnTo>
                    <a:pt x="0" y="1651725"/>
                  </a:lnTo>
                  <a:lnTo>
                    <a:pt x="0" y="1619945"/>
                  </a:lnTo>
                  <a:lnTo>
                    <a:pt x="0" y="1588164"/>
                  </a:lnTo>
                  <a:lnTo>
                    <a:pt x="0" y="1556383"/>
                  </a:lnTo>
                  <a:lnTo>
                    <a:pt x="0" y="1524602"/>
                  </a:lnTo>
                  <a:lnTo>
                    <a:pt x="0" y="1492822"/>
                  </a:lnTo>
                  <a:lnTo>
                    <a:pt x="0" y="1461041"/>
                  </a:lnTo>
                  <a:lnTo>
                    <a:pt x="0" y="1429260"/>
                  </a:lnTo>
                  <a:lnTo>
                    <a:pt x="0" y="1397480"/>
                  </a:lnTo>
                  <a:lnTo>
                    <a:pt x="0" y="1365699"/>
                  </a:lnTo>
                  <a:lnTo>
                    <a:pt x="0" y="1333918"/>
                  </a:lnTo>
                  <a:lnTo>
                    <a:pt x="0" y="1302137"/>
                  </a:lnTo>
                  <a:lnTo>
                    <a:pt x="0" y="1270357"/>
                  </a:lnTo>
                  <a:lnTo>
                    <a:pt x="0" y="1238576"/>
                  </a:lnTo>
                  <a:lnTo>
                    <a:pt x="0" y="1206795"/>
                  </a:lnTo>
                  <a:lnTo>
                    <a:pt x="0" y="1175015"/>
                  </a:lnTo>
                  <a:lnTo>
                    <a:pt x="0" y="1143234"/>
                  </a:lnTo>
                  <a:lnTo>
                    <a:pt x="0" y="1111453"/>
                  </a:lnTo>
                  <a:lnTo>
                    <a:pt x="0" y="1079672"/>
                  </a:lnTo>
                  <a:lnTo>
                    <a:pt x="0" y="1047892"/>
                  </a:lnTo>
                  <a:lnTo>
                    <a:pt x="0" y="1016111"/>
                  </a:lnTo>
                  <a:lnTo>
                    <a:pt x="0" y="984330"/>
                  </a:lnTo>
                  <a:lnTo>
                    <a:pt x="0" y="952550"/>
                  </a:lnTo>
                  <a:lnTo>
                    <a:pt x="0" y="920769"/>
                  </a:lnTo>
                  <a:lnTo>
                    <a:pt x="0" y="888988"/>
                  </a:lnTo>
                  <a:lnTo>
                    <a:pt x="0" y="857207"/>
                  </a:lnTo>
                  <a:lnTo>
                    <a:pt x="0" y="825427"/>
                  </a:lnTo>
                  <a:lnTo>
                    <a:pt x="0" y="793646"/>
                  </a:lnTo>
                  <a:lnTo>
                    <a:pt x="0" y="761865"/>
                  </a:lnTo>
                  <a:lnTo>
                    <a:pt x="0" y="730085"/>
                  </a:lnTo>
                  <a:lnTo>
                    <a:pt x="0" y="698304"/>
                  </a:lnTo>
                  <a:lnTo>
                    <a:pt x="0" y="666523"/>
                  </a:lnTo>
                  <a:lnTo>
                    <a:pt x="0" y="634742"/>
                  </a:lnTo>
                  <a:lnTo>
                    <a:pt x="0" y="602962"/>
                  </a:lnTo>
                  <a:lnTo>
                    <a:pt x="0" y="571181"/>
                  </a:lnTo>
                  <a:lnTo>
                    <a:pt x="0" y="539400"/>
                  </a:lnTo>
                  <a:lnTo>
                    <a:pt x="0" y="507620"/>
                  </a:lnTo>
                  <a:lnTo>
                    <a:pt x="0" y="475839"/>
                  </a:lnTo>
                  <a:lnTo>
                    <a:pt x="0" y="444058"/>
                  </a:lnTo>
                  <a:lnTo>
                    <a:pt x="0" y="412277"/>
                  </a:lnTo>
                  <a:lnTo>
                    <a:pt x="0" y="380497"/>
                  </a:lnTo>
                  <a:lnTo>
                    <a:pt x="0" y="348716"/>
                  </a:lnTo>
                  <a:lnTo>
                    <a:pt x="0" y="316935"/>
                  </a:lnTo>
                  <a:lnTo>
                    <a:pt x="0" y="285155"/>
                  </a:lnTo>
                  <a:lnTo>
                    <a:pt x="0" y="253374"/>
                  </a:lnTo>
                  <a:lnTo>
                    <a:pt x="0" y="221593"/>
                  </a:lnTo>
                  <a:lnTo>
                    <a:pt x="0" y="189812"/>
                  </a:lnTo>
                  <a:lnTo>
                    <a:pt x="0" y="158032"/>
                  </a:lnTo>
                  <a:lnTo>
                    <a:pt x="0" y="126251"/>
                  </a:lnTo>
                  <a:lnTo>
                    <a:pt x="0" y="94470"/>
                  </a:lnTo>
                  <a:lnTo>
                    <a:pt x="0" y="62690"/>
                  </a:lnTo>
                  <a:lnTo>
                    <a:pt x="0" y="30909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" name="pl10"/>
            <p:cNvSpPr/>
            <p:nvPr/>
          </p:nvSpPr>
          <p:spPr>
            <a:xfrm>
              <a:off x="5489423" y="1848078"/>
              <a:ext cx="0" cy="3619485"/>
            </a:xfrm>
            <a:custGeom>
              <a:avLst/>
              <a:gdLst/>
              <a:ahLst/>
              <a:cxnLst/>
              <a:rect l="0" t="0" r="0" b="0"/>
              <a:pathLst>
                <a:path h="2714613">
                  <a:moveTo>
                    <a:pt x="0" y="2714613"/>
                  </a:moveTo>
                  <a:lnTo>
                    <a:pt x="0" y="2700489"/>
                  </a:lnTo>
                  <a:lnTo>
                    <a:pt x="0" y="2668708"/>
                  </a:lnTo>
                  <a:lnTo>
                    <a:pt x="0" y="2636927"/>
                  </a:lnTo>
                  <a:lnTo>
                    <a:pt x="0" y="2605147"/>
                  </a:lnTo>
                  <a:lnTo>
                    <a:pt x="0" y="2573366"/>
                  </a:lnTo>
                  <a:lnTo>
                    <a:pt x="0" y="2541585"/>
                  </a:lnTo>
                  <a:lnTo>
                    <a:pt x="0" y="2509805"/>
                  </a:lnTo>
                  <a:lnTo>
                    <a:pt x="0" y="2478024"/>
                  </a:lnTo>
                  <a:lnTo>
                    <a:pt x="0" y="2446243"/>
                  </a:lnTo>
                  <a:lnTo>
                    <a:pt x="0" y="2414462"/>
                  </a:lnTo>
                  <a:lnTo>
                    <a:pt x="0" y="2382682"/>
                  </a:lnTo>
                  <a:lnTo>
                    <a:pt x="0" y="2350901"/>
                  </a:lnTo>
                  <a:lnTo>
                    <a:pt x="0" y="2319120"/>
                  </a:lnTo>
                  <a:lnTo>
                    <a:pt x="0" y="2287340"/>
                  </a:lnTo>
                  <a:lnTo>
                    <a:pt x="0" y="2255559"/>
                  </a:lnTo>
                  <a:lnTo>
                    <a:pt x="0" y="2223778"/>
                  </a:lnTo>
                  <a:lnTo>
                    <a:pt x="0" y="2191997"/>
                  </a:lnTo>
                  <a:lnTo>
                    <a:pt x="0" y="2160217"/>
                  </a:lnTo>
                  <a:lnTo>
                    <a:pt x="0" y="2128436"/>
                  </a:lnTo>
                  <a:lnTo>
                    <a:pt x="0" y="2096655"/>
                  </a:lnTo>
                  <a:lnTo>
                    <a:pt x="0" y="2064875"/>
                  </a:lnTo>
                  <a:lnTo>
                    <a:pt x="0" y="2033094"/>
                  </a:lnTo>
                  <a:lnTo>
                    <a:pt x="0" y="2001313"/>
                  </a:lnTo>
                  <a:lnTo>
                    <a:pt x="0" y="1969532"/>
                  </a:lnTo>
                  <a:lnTo>
                    <a:pt x="0" y="1937752"/>
                  </a:lnTo>
                  <a:lnTo>
                    <a:pt x="0" y="1905971"/>
                  </a:lnTo>
                  <a:lnTo>
                    <a:pt x="0" y="1874190"/>
                  </a:lnTo>
                  <a:lnTo>
                    <a:pt x="0" y="1842410"/>
                  </a:lnTo>
                  <a:lnTo>
                    <a:pt x="0" y="1810629"/>
                  </a:lnTo>
                  <a:lnTo>
                    <a:pt x="0" y="1778848"/>
                  </a:lnTo>
                  <a:lnTo>
                    <a:pt x="0" y="1747067"/>
                  </a:lnTo>
                  <a:lnTo>
                    <a:pt x="0" y="1715287"/>
                  </a:lnTo>
                  <a:lnTo>
                    <a:pt x="0" y="1683506"/>
                  </a:lnTo>
                  <a:lnTo>
                    <a:pt x="0" y="1651725"/>
                  </a:lnTo>
                  <a:lnTo>
                    <a:pt x="0" y="1619945"/>
                  </a:lnTo>
                  <a:lnTo>
                    <a:pt x="0" y="1588164"/>
                  </a:lnTo>
                  <a:lnTo>
                    <a:pt x="0" y="1556383"/>
                  </a:lnTo>
                  <a:lnTo>
                    <a:pt x="0" y="1524602"/>
                  </a:lnTo>
                  <a:lnTo>
                    <a:pt x="0" y="1492822"/>
                  </a:lnTo>
                  <a:lnTo>
                    <a:pt x="0" y="1461041"/>
                  </a:lnTo>
                  <a:lnTo>
                    <a:pt x="0" y="1429260"/>
                  </a:lnTo>
                  <a:lnTo>
                    <a:pt x="0" y="1397480"/>
                  </a:lnTo>
                  <a:lnTo>
                    <a:pt x="0" y="1365699"/>
                  </a:lnTo>
                  <a:lnTo>
                    <a:pt x="0" y="1333918"/>
                  </a:lnTo>
                  <a:lnTo>
                    <a:pt x="0" y="1302137"/>
                  </a:lnTo>
                  <a:lnTo>
                    <a:pt x="0" y="1270357"/>
                  </a:lnTo>
                  <a:lnTo>
                    <a:pt x="0" y="1238576"/>
                  </a:lnTo>
                  <a:lnTo>
                    <a:pt x="0" y="1206795"/>
                  </a:lnTo>
                  <a:lnTo>
                    <a:pt x="0" y="1175015"/>
                  </a:lnTo>
                  <a:lnTo>
                    <a:pt x="0" y="1143234"/>
                  </a:lnTo>
                  <a:lnTo>
                    <a:pt x="0" y="1111453"/>
                  </a:lnTo>
                  <a:lnTo>
                    <a:pt x="0" y="1079672"/>
                  </a:lnTo>
                  <a:lnTo>
                    <a:pt x="0" y="1047892"/>
                  </a:lnTo>
                  <a:lnTo>
                    <a:pt x="0" y="1016111"/>
                  </a:lnTo>
                  <a:lnTo>
                    <a:pt x="0" y="984330"/>
                  </a:lnTo>
                  <a:lnTo>
                    <a:pt x="0" y="952550"/>
                  </a:lnTo>
                  <a:lnTo>
                    <a:pt x="0" y="920769"/>
                  </a:lnTo>
                  <a:lnTo>
                    <a:pt x="0" y="888988"/>
                  </a:lnTo>
                  <a:lnTo>
                    <a:pt x="0" y="857207"/>
                  </a:lnTo>
                  <a:lnTo>
                    <a:pt x="0" y="825427"/>
                  </a:lnTo>
                  <a:lnTo>
                    <a:pt x="0" y="793646"/>
                  </a:lnTo>
                  <a:lnTo>
                    <a:pt x="0" y="761865"/>
                  </a:lnTo>
                  <a:lnTo>
                    <a:pt x="0" y="730085"/>
                  </a:lnTo>
                  <a:lnTo>
                    <a:pt x="0" y="698304"/>
                  </a:lnTo>
                  <a:lnTo>
                    <a:pt x="0" y="666523"/>
                  </a:lnTo>
                  <a:lnTo>
                    <a:pt x="0" y="634742"/>
                  </a:lnTo>
                  <a:lnTo>
                    <a:pt x="0" y="602962"/>
                  </a:lnTo>
                  <a:lnTo>
                    <a:pt x="0" y="571181"/>
                  </a:lnTo>
                  <a:lnTo>
                    <a:pt x="0" y="539400"/>
                  </a:lnTo>
                  <a:lnTo>
                    <a:pt x="0" y="507620"/>
                  </a:lnTo>
                  <a:lnTo>
                    <a:pt x="0" y="475839"/>
                  </a:lnTo>
                  <a:lnTo>
                    <a:pt x="0" y="444058"/>
                  </a:lnTo>
                  <a:lnTo>
                    <a:pt x="0" y="412277"/>
                  </a:lnTo>
                  <a:lnTo>
                    <a:pt x="0" y="380497"/>
                  </a:lnTo>
                  <a:lnTo>
                    <a:pt x="0" y="348716"/>
                  </a:lnTo>
                  <a:lnTo>
                    <a:pt x="0" y="316935"/>
                  </a:lnTo>
                  <a:lnTo>
                    <a:pt x="0" y="285155"/>
                  </a:lnTo>
                  <a:lnTo>
                    <a:pt x="0" y="253374"/>
                  </a:lnTo>
                  <a:lnTo>
                    <a:pt x="0" y="221593"/>
                  </a:lnTo>
                  <a:lnTo>
                    <a:pt x="0" y="189812"/>
                  </a:lnTo>
                  <a:lnTo>
                    <a:pt x="0" y="158032"/>
                  </a:lnTo>
                  <a:lnTo>
                    <a:pt x="0" y="126251"/>
                  </a:lnTo>
                  <a:lnTo>
                    <a:pt x="0" y="94470"/>
                  </a:lnTo>
                  <a:lnTo>
                    <a:pt x="0" y="62690"/>
                  </a:lnTo>
                  <a:lnTo>
                    <a:pt x="0" y="30909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" name="pl11"/>
            <p:cNvSpPr/>
            <p:nvPr/>
          </p:nvSpPr>
          <p:spPr>
            <a:xfrm>
              <a:off x="6058387" y="1848078"/>
              <a:ext cx="0" cy="3619485"/>
            </a:xfrm>
            <a:custGeom>
              <a:avLst/>
              <a:gdLst/>
              <a:ahLst/>
              <a:cxnLst/>
              <a:rect l="0" t="0" r="0" b="0"/>
              <a:pathLst>
                <a:path h="2714613">
                  <a:moveTo>
                    <a:pt x="0" y="2714613"/>
                  </a:moveTo>
                  <a:lnTo>
                    <a:pt x="0" y="2700489"/>
                  </a:lnTo>
                  <a:lnTo>
                    <a:pt x="0" y="2668708"/>
                  </a:lnTo>
                  <a:lnTo>
                    <a:pt x="0" y="2636927"/>
                  </a:lnTo>
                  <a:lnTo>
                    <a:pt x="0" y="2605147"/>
                  </a:lnTo>
                  <a:lnTo>
                    <a:pt x="0" y="2573366"/>
                  </a:lnTo>
                  <a:lnTo>
                    <a:pt x="0" y="2541585"/>
                  </a:lnTo>
                  <a:lnTo>
                    <a:pt x="0" y="2509805"/>
                  </a:lnTo>
                  <a:lnTo>
                    <a:pt x="0" y="2478024"/>
                  </a:lnTo>
                  <a:lnTo>
                    <a:pt x="0" y="2446243"/>
                  </a:lnTo>
                  <a:lnTo>
                    <a:pt x="0" y="2414462"/>
                  </a:lnTo>
                  <a:lnTo>
                    <a:pt x="0" y="2382682"/>
                  </a:lnTo>
                  <a:lnTo>
                    <a:pt x="0" y="2350901"/>
                  </a:lnTo>
                  <a:lnTo>
                    <a:pt x="0" y="2319120"/>
                  </a:lnTo>
                  <a:lnTo>
                    <a:pt x="0" y="2287340"/>
                  </a:lnTo>
                  <a:lnTo>
                    <a:pt x="0" y="2255559"/>
                  </a:lnTo>
                  <a:lnTo>
                    <a:pt x="0" y="2223778"/>
                  </a:lnTo>
                  <a:lnTo>
                    <a:pt x="0" y="2191997"/>
                  </a:lnTo>
                  <a:lnTo>
                    <a:pt x="0" y="2160217"/>
                  </a:lnTo>
                  <a:lnTo>
                    <a:pt x="0" y="2128436"/>
                  </a:lnTo>
                  <a:lnTo>
                    <a:pt x="0" y="2096655"/>
                  </a:lnTo>
                  <a:lnTo>
                    <a:pt x="0" y="2064875"/>
                  </a:lnTo>
                  <a:lnTo>
                    <a:pt x="0" y="2033094"/>
                  </a:lnTo>
                  <a:lnTo>
                    <a:pt x="0" y="2001313"/>
                  </a:lnTo>
                  <a:lnTo>
                    <a:pt x="0" y="1969532"/>
                  </a:lnTo>
                  <a:lnTo>
                    <a:pt x="0" y="1937752"/>
                  </a:lnTo>
                  <a:lnTo>
                    <a:pt x="0" y="1905971"/>
                  </a:lnTo>
                  <a:lnTo>
                    <a:pt x="0" y="1874190"/>
                  </a:lnTo>
                  <a:lnTo>
                    <a:pt x="0" y="1842410"/>
                  </a:lnTo>
                  <a:lnTo>
                    <a:pt x="0" y="1810629"/>
                  </a:lnTo>
                  <a:lnTo>
                    <a:pt x="0" y="1778848"/>
                  </a:lnTo>
                  <a:lnTo>
                    <a:pt x="0" y="1747067"/>
                  </a:lnTo>
                  <a:lnTo>
                    <a:pt x="0" y="1715287"/>
                  </a:lnTo>
                  <a:lnTo>
                    <a:pt x="0" y="1683506"/>
                  </a:lnTo>
                  <a:lnTo>
                    <a:pt x="0" y="1651725"/>
                  </a:lnTo>
                  <a:lnTo>
                    <a:pt x="0" y="1619945"/>
                  </a:lnTo>
                  <a:lnTo>
                    <a:pt x="0" y="1588164"/>
                  </a:lnTo>
                  <a:lnTo>
                    <a:pt x="0" y="1556383"/>
                  </a:lnTo>
                  <a:lnTo>
                    <a:pt x="0" y="1524602"/>
                  </a:lnTo>
                  <a:lnTo>
                    <a:pt x="0" y="1492822"/>
                  </a:lnTo>
                  <a:lnTo>
                    <a:pt x="0" y="1461041"/>
                  </a:lnTo>
                  <a:lnTo>
                    <a:pt x="0" y="1429260"/>
                  </a:lnTo>
                  <a:lnTo>
                    <a:pt x="0" y="1397480"/>
                  </a:lnTo>
                  <a:lnTo>
                    <a:pt x="0" y="1365699"/>
                  </a:lnTo>
                  <a:lnTo>
                    <a:pt x="0" y="1333918"/>
                  </a:lnTo>
                  <a:lnTo>
                    <a:pt x="0" y="1302137"/>
                  </a:lnTo>
                  <a:lnTo>
                    <a:pt x="0" y="1270357"/>
                  </a:lnTo>
                  <a:lnTo>
                    <a:pt x="0" y="1238576"/>
                  </a:lnTo>
                  <a:lnTo>
                    <a:pt x="0" y="1206795"/>
                  </a:lnTo>
                  <a:lnTo>
                    <a:pt x="0" y="1175015"/>
                  </a:lnTo>
                  <a:lnTo>
                    <a:pt x="0" y="1143234"/>
                  </a:lnTo>
                  <a:lnTo>
                    <a:pt x="0" y="1111453"/>
                  </a:lnTo>
                  <a:lnTo>
                    <a:pt x="0" y="1079672"/>
                  </a:lnTo>
                  <a:lnTo>
                    <a:pt x="0" y="1047892"/>
                  </a:lnTo>
                  <a:lnTo>
                    <a:pt x="0" y="1016111"/>
                  </a:lnTo>
                  <a:lnTo>
                    <a:pt x="0" y="984330"/>
                  </a:lnTo>
                  <a:lnTo>
                    <a:pt x="0" y="952550"/>
                  </a:lnTo>
                  <a:lnTo>
                    <a:pt x="0" y="920769"/>
                  </a:lnTo>
                  <a:lnTo>
                    <a:pt x="0" y="888988"/>
                  </a:lnTo>
                  <a:lnTo>
                    <a:pt x="0" y="857207"/>
                  </a:lnTo>
                  <a:lnTo>
                    <a:pt x="0" y="825427"/>
                  </a:lnTo>
                  <a:lnTo>
                    <a:pt x="0" y="793646"/>
                  </a:lnTo>
                  <a:lnTo>
                    <a:pt x="0" y="761865"/>
                  </a:lnTo>
                  <a:lnTo>
                    <a:pt x="0" y="730085"/>
                  </a:lnTo>
                  <a:lnTo>
                    <a:pt x="0" y="698304"/>
                  </a:lnTo>
                  <a:lnTo>
                    <a:pt x="0" y="666523"/>
                  </a:lnTo>
                  <a:lnTo>
                    <a:pt x="0" y="634742"/>
                  </a:lnTo>
                  <a:lnTo>
                    <a:pt x="0" y="602962"/>
                  </a:lnTo>
                  <a:lnTo>
                    <a:pt x="0" y="571181"/>
                  </a:lnTo>
                  <a:lnTo>
                    <a:pt x="0" y="539400"/>
                  </a:lnTo>
                  <a:lnTo>
                    <a:pt x="0" y="507620"/>
                  </a:lnTo>
                  <a:lnTo>
                    <a:pt x="0" y="475839"/>
                  </a:lnTo>
                  <a:lnTo>
                    <a:pt x="0" y="444058"/>
                  </a:lnTo>
                  <a:lnTo>
                    <a:pt x="0" y="412277"/>
                  </a:lnTo>
                  <a:lnTo>
                    <a:pt x="0" y="380497"/>
                  </a:lnTo>
                  <a:lnTo>
                    <a:pt x="0" y="348716"/>
                  </a:lnTo>
                  <a:lnTo>
                    <a:pt x="0" y="316935"/>
                  </a:lnTo>
                  <a:lnTo>
                    <a:pt x="0" y="285155"/>
                  </a:lnTo>
                  <a:lnTo>
                    <a:pt x="0" y="253374"/>
                  </a:lnTo>
                  <a:lnTo>
                    <a:pt x="0" y="221593"/>
                  </a:lnTo>
                  <a:lnTo>
                    <a:pt x="0" y="189812"/>
                  </a:lnTo>
                  <a:lnTo>
                    <a:pt x="0" y="158032"/>
                  </a:lnTo>
                  <a:lnTo>
                    <a:pt x="0" y="126251"/>
                  </a:lnTo>
                  <a:lnTo>
                    <a:pt x="0" y="94470"/>
                  </a:lnTo>
                  <a:lnTo>
                    <a:pt x="0" y="62690"/>
                  </a:lnTo>
                  <a:lnTo>
                    <a:pt x="0" y="30909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" name="pl12"/>
            <p:cNvSpPr/>
            <p:nvPr/>
          </p:nvSpPr>
          <p:spPr>
            <a:xfrm>
              <a:off x="6627352" y="1848078"/>
              <a:ext cx="0" cy="3619485"/>
            </a:xfrm>
            <a:custGeom>
              <a:avLst/>
              <a:gdLst/>
              <a:ahLst/>
              <a:cxnLst/>
              <a:rect l="0" t="0" r="0" b="0"/>
              <a:pathLst>
                <a:path h="2714613">
                  <a:moveTo>
                    <a:pt x="0" y="2714613"/>
                  </a:moveTo>
                  <a:lnTo>
                    <a:pt x="0" y="2700489"/>
                  </a:lnTo>
                  <a:lnTo>
                    <a:pt x="0" y="2668708"/>
                  </a:lnTo>
                  <a:lnTo>
                    <a:pt x="0" y="2636927"/>
                  </a:lnTo>
                  <a:lnTo>
                    <a:pt x="0" y="2605147"/>
                  </a:lnTo>
                  <a:lnTo>
                    <a:pt x="0" y="2573366"/>
                  </a:lnTo>
                  <a:lnTo>
                    <a:pt x="0" y="2541585"/>
                  </a:lnTo>
                  <a:lnTo>
                    <a:pt x="0" y="2509805"/>
                  </a:lnTo>
                  <a:lnTo>
                    <a:pt x="0" y="2478024"/>
                  </a:lnTo>
                  <a:lnTo>
                    <a:pt x="0" y="2446243"/>
                  </a:lnTo>
                  <a:lnTo>
                    <a:pt x="0" y="2414462"/>
                  </a:lnTo>
                  <a:lnTo>
                    <a:pt x="0" y="2382682"/>
                  </a:lnTo>
                  <a:lnTo>
                    <a:pt x="0" y="2350901"/>
                  </a:lnTo>
                  <a:lnTo>
                    <a:pt x="0" y="2319120"/>
                  </a:lnTo>
                  <a:lnTo>
                    <a:pt x="0" y="2287340"/>
                  </a:lnTo>
                  <a:lnTo>
                    <a:pt x="0" y="2255559"/>
                  </a:lnTo>
                  <a:lnTo>
                    <a:pt x="0" y="2223778"/>
                  </a:lnTo>
                  <a:lnTo>
                    <a:pt x="0" y="2191997"/>
                  </a:lnTo>
                  <a:lnTo>
                    <a:pt x="0" y="2160217"/>
                  </a:lnTo>
                  <a:lnTo>
                    <a:pt x="0" y="2128436"/>
                  </a:lnTo>
                  <a:lnTo>
                    <a:pt x="0" y="2096655"/>
                  </a:lnTo>
                  <a:lnTo>
                    <a:pt x="0" y="2064875"/>
                  </a:lnTo>
                  <a:lnTo>
                    <a:pt x="0" y="2033094"/>
                  </a:lnTo>
                  <a:lnTo>
                    <a:pt x="0" y="2001313"/>
                  </a:lnTo>
                  <a:lnTo>
                    <a:pt x="0" y="1969532"/>
                  </a:lnTo>
                  <a:lnTo>
                    <a:pt x="0" y="1937752"/>
                  </a:lnTo>
                  <a:lnTo>
                    <a:pt x="0" y="1905971"/>
                  </a:lnTo>
                  <a:lnTo>
                    <a:pt x="0" y="1874190"/>
                  </a:lnTo>
                  <a:lnTo>
                    <a:pt x="0" y="1842410"/>
                  </a:lnTo>
                  <a:lnTo>
                    <a:pt x="0" y="1810629"/>
                  </a:lnTo>
                  <a:lnTo>
                    <a:pt x="0" y="1778848"/>
                  </a:lnTo>
                  <a:lnTo>
                    <a:pt x="0" y="1747067"/>
                  </a:lnTo>
                  <a:lnTo>
                    <a:pt x="0" y="1715287"/>
                  </a:lnTo>
                  <a:lnTo>
                    <a:pt x="0" y="1683506"/>
                  </a:lnTo>
                  <a:lnTo>
                    <a:pt x="0" y="1651725"/>
                  </a:lnTo>
                  <a:lnTo>
                    <a:pt x="0" y="1619945"/>
                  </a:lnTo>
                  <a:lnTo>
                    <a:pt x="0" y="1588164"/>
                  </a:lnTo>
                  <a:lnTo>
                    <a:pt x="0" y="1556383"/>
                  </a:lnTo>
                  <a:lnTo>
                    <a:pt x="0" y="1524602"/>
                  </a:lnTo>
                  <a:lnTo>
                    <a:pt x="0" y="1492822"/>
                  </a:lnTo>
                  <a:lnTo>
                    <a:pt x="0" y="1461041"/>
                  </a:lnTo>
                  <a:lnTo>
                    <a:pt x="0" y="1429260"/>
                  </a:lnTo>
                  <a:lnTo>
                    <a:pt x="0" y="1397480"/>
                  </a:lnTo>
                  <a:lnTo>
                    <a:pt x="0" y="1365699"/>
                  </a:lnTo>
                  <a:lnTo>
                    <a:pt x="0" y="1333918"/>
                  </a:lnTo>
                  <a:lnTo>
                    <a:pt x="0" y="1302137"/>
                  </a:lnTo>
                  <a:lnTo>
                    <a:pt x="0" y="1270357"/>
                  </a:lnTo>
                  <a:lnTo>
                    <a:pt x="0" y="1238576"/>
                  </a:lnTo>
                  <a:lnTo>
                    <a:pt x="0" y="1206795"/>
                  </a:lnTo>
                  <a:lnTo>
                    <a:pt x="0" y="1175015"/>
                  </a:lnTo>
                  <a:lnTo>
                    <a:pt x="0" y="1143234"/>
                  </a:lnTo>
                  <a:lnTo>
                    <a:pt x="0" y="1111453"/>
                  </a:lnTo>
                  <a:lnTo>
                    <a:pt x="0" y="1079672"/>
                  </a:lnTo>
                  <a:lnTo>
                    <a:pt x="0" y="1047892"/>
                  </a:lnTo>
                  <a:lnTo>
                    <a:pt x="0" y="1016111"/>
                  </a:lnTo>
                  <a:lnTo>
                    <a:pt x="0" y="984330"/>
                  </a:lnTo>
                  <a:lnTo>
                    <a:pt x="0" y="952550"/>
                  </a:lnTo>
                  <a:lnTo>
                    <a:pt x="0" y="920769"/>
                  </a:lnTo>
                  <a:lnTo>
                    <a:pt x="0" y="888988"/>
                  </a:lnTo>
                  <a:lnTo>
                    <a:pt x="0" y="857207"/>
                  </a:lnTo>
                  <a:lnTo>
                    <a:pt x="0" y="825427"/>
                  </a:lnTo>
                  <a:lnTo>
                    <a:pt x="0" y="793646"/>
                  </a:lnTo>
                  <a:lnTo>
                    <a:pt x="0" y="761865"/>
                  </a:lnTo>
                  <a:lnTo>
                    <a:pt x="0" y="730085"/>
                  </a:lnTo>
                  <a:lnTo>
                    <a:pt x="0" y="698304"/>
                  </a:lnTo>
                  <a:lnTo>
                    <a:pt x="0" y="666523"/>
                  </a:lnTo>
                  <a:lnTo>
                    <a:pt x="0" y="634742"/>
                  </a:lnTo>
                  <a:lnTo>
                    <a:pt x="0" y="602962"/>
                  </a:lnTo>
                  <a:lnTo>
                    <a:pt x="0" y="571181"/>
                  </a:lnTo>
                  <a:lnTo>
                    <a:pt x="0" y="539400"/>
                  </a:lnTo>
                  <a:lnTo>
                    <a:pt x="0" y="507620"/>
                  </a:lnTo>
                  <a:lnTo>
                    <a:pt x="0" y="475839"/>
                  </a:lnTo>
                  <a:lnTo>
                    <a:pt x="0" y="444058"/>
                  </a:lnTo>
                  <a:lnTo>
                    <a:pt x="0" y="412277"/>
                  </a:lnTo>
                  <a:lnTo>
                    <a:pt x="0" y="380497"/>
                  </a:lnTo>
                  <a:lnTo>
                    <a:pt x="0" y="348716"/>
                  </a:lnTo>
                  <a:lnTo>
                    <a:pt x="0" y="316935"/>
                  </a:lnTo>
                  <a:lnTo>
                    <a:pt x="0" y="285155"/>
                  </a:lnTo>
                  <a:lnTo>
                    <a:pt x="0" y="253374"/>
                  </a:lnTo>
                  <a:lnTo>
                    <a:pt x="0" y="221593"/>
                  </a:lnTo>
                  <a:lnTo>
                    <a:pt x="0" y="189812"/>
                  </a:lnTo>
                  <a:lnTo>
                    <a:pt x="0" y="158032"/>
                  </a:lnTo>
                  <a:lnTo>
                    <a:pt x="0" y="126251"/>
                  </a:lnTo>
                  <a:lnTo>
                    <a:pt x="0" y="94470"/>
                  </a:lnTo>
                  <a:lnTo>
                    <a:pt x="0" y="62690"/>
                  </a:lnTo>
                  <a:lnTo>
                    <a:pt x="0" y="30909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" name="pl13"/>
            <p:cNvSpPr/>
            <p:nvPr/>
          </p:nvSpPr>
          <p:spPr>
            <a:xfrm>
              <a:off x="7196316" y="1848078"/>
              <a:ext cx="0" cy="3619485"/>
            </a:xfrm>
            <a:custGeom>
              <a:avLst/>
              <a:gdLst/>
              <a:ahLst/>
              <a:cxnLst/>
              <a:rect l="0" t="0" r="0" b="0"/>
              <a:pathLst>
                <a:path h="2714613">
                  <a:moveTo>
                    <a:pt x="0" y="2714613"/>
                  </a:moveTo>
                  <a:lnTo>
                    <a:pt x="0" y="2700489"/>
                  </a:lnTo>
                  <a:lnTo>
                    <a:pt x="0" y="2668708"/>
                  </a:lnTo>
                  <a:lnTo>
                    <a:pt x="0" y="2636927"/>
                  </a:lnTo>
                  <a:lnTo>
                    <a:pt x="0" y="2605147"/>
                  </a:lnTo>
                  <a:lnTo>
                    <a:pt x="0" y="2573366"/>
                  </a:lnTo>
                  <a:lnTo>
                    <a:pt x="0" y="2541585"/>
                  </a:lnTo>
                  <a:lnTo>
                    <a:pt x="0" y="2509805"/>
                  </a:lnTo>
                  <a:lnTo>
                    <a:pt x="0" y="2478024"/>
                  </a:lnTo>
                  <a:lnTo>
                    <a:pt x="0" y="2446243"/>
                  </a:lnTo>
                  <a:lnTo>
                    <a:pt x="0" y="2414462"/>
                  </a:lnTo>
                  <a:lnTo>
                    <a:pt x="0" y="2382682"/>
                  </a:lnTo>
                  <a:lnTo>
                    <a:pt x="0" y="2350901"/>
                  </a:lnTo>
                  <a:lnTo>
                    <a:pt x="0" y="2319120"/>
                  </a:lnTo>
                  <a:lnTo>
                    <a:pt x="0" y="2287340"/>
                  </a:lnTo>
                  <a:lnTo>
                    <a:pt x="0" y="2255559"/>
                  </a:lnTo>
                  <a:lnTo>
                    <a:pt x="0" y="2223778"/>
                  </a:lnTo>
                  <a:lnTo>
                    <a:pt x="0" y="2191997"/>
                  </a:lnTo>
                  <a:lnTo>
                    <a:pt x="0" y="2160217"/>
                  </a:lnTo>
                  <a:lnTo>
                    <a:pt x="0" y="2128436"/>
                  </a:lnTo>
                  <a:lnTo>
                    <a:pt x="0" y="2096655"/>
                  </a:lnTo>
                  <a:lnTo>
                    <a:pt x="0" y="2064875"/>
                  </a:lnTo>
                  <a:lnTo>
                    <a:pt x="0" y="2033094"/>
                  </a:lnTo>
                  <a:lnTo>
                    <a:pt x="0" y="2001313"/>
                  </a:lnTo>
                  <a:lnTo>
                    <a:pt x="0" y="1969532"/>
                  </a:lnTo>
                  <a:lnTo>
                    <a:pt x="0" y="1937752"/>
                  </a:lnTo>
                  <a:lnTo>
                    <a:pt x="0" y="1905971"/>
                  </a:lnTo>
                  <a:lnTo>
                    <a:pt x="0" y="1874190"/>
                  </a:lnTo>
                  <a:lnTo>
                    <a:pt x="0" y="1842410"/>
                  </a:lnTo>
                  <a:lnTo>
                    <a:pt x="0" y="1810629"/>
                  </a:lnTo>
                  <a:lnTo>
                    <a:pt x="0" y="1778848"/>
                  </a:lnTo>
                  <a:lnTo>
                    <a:pt x="0" y="1747067"/>
                  </a:lnTo>
                  <a:lnTo>
                    <a:pt x="0" y="1715287"/>
                  </a:lnTo>
                  <a:lnTo>
                    <a:pt x="0" y="1683506"/>
                  </a:lnTo>
                  <a:lnTo>
                    <a:pt x="0" y="1651725"/>
                  </a:lnTo>
                  <a:lnTo>
                    <a:pt x="0" y="1619945"/>
                  </a:lnTo>
                  <a:lnTo>
                    <a:pt x="0" y="1588164"/>
                  </a:lnTo>
                  <a:lnTo>
                    <a:pt x="0" y="1556383"/>
                  </a:lnTo>
                  <a:lnTo>
                    <a:pt x="0" y="1524602"/>
                  </a:lnTo>
                  <a:lnTo>
                    <a:pt x="0" y="1492822"/>
                  </a:lnTo>
                  <a:lnTo>
                    <a:pt x="0" y="1461041"/>
                  </a:lnTo>
                  <a:lnTo>
                    <a:pt x="0" y="1429260"/>
                  </a:lnTo>
                  <a:lnTo>
                    <a:pt x="0" y="1397480"/>
                  </a:lnTo>
                  <a:lnTo>
                    <a:pt x="0" y="1365699"/>
                  </a:lnTo>
                  <a:lnTo>
                    <a:pt x="0" y="1333918"/>
                  </a:lnTo>
                  <a:lnTo>
                    <a:pt x="0" y="1302137"/>
                  </a:lnTo>
                  <a:lnTo>
                    <a:pt x="0" y="1270357"/>
                  </a:lnTo>
                  <a:lnTo>
                    <a:pt x="0" y="1238576"/>
                  </a:lnTo>
                  <a:lnTo>
                    <a:pt x="0" y="1206795"/>
                  </a:lnTo>
                  <a:lnTo>
                    <a:pt x="0" y="1175015"/>
                  </a:lnTo>
                  <a:lnTo>
                    <a:pt x="0" y="1143234"/>
                  </a:lnTo>
                  <a:lnTo>
                    <a:pt x="0" y="1111453"/>
                  </a:lnTo>
                  <a:lnTo>
                    <a:pt x="0" y="1079672"/>
                  </a:lnTo>
                  <a:lnTo>
                    <a:pt x="0" y="1047892"/>
                  </a:lnTo>
                  <a:lnTo>
                    <a:pt x="0" y="1016111"/>
                  </a:lnTo>
                  <a:lnTo>
                    <a:pt x="0" y="984330"/>
                  </a:lnTo>
                  <a:lnTo>
                    <a:pt x="0" y="952550"/>
                  </a:lnTo>
                  <a:lnTo>
                    <a:pt x="0" y="920769"/>
                  </a:lnTo>
                  <a:lnTo>
                    <a:pt x="0" y="888988"/>
                  </a:lnTo>
                  <a:lnTo>
                    <a:pt x="0" y="857207"/>
                  </a:lnTo>
                  <a:lnTo>
                    <a:pt x="0" y="825427"/>
                  </a:lnTo>
                  <a:lnTo>
                    <a:pt x="0" y="793646"/>
                  </a:lnTo>
                  <a:lnTo>
                    <a:pt x="0" y="761865"/>
                  </a:lnTo>
                  <a:lnTo>
                    <a:pt x="0" y="730085"/>
                  </a:lnTo>
                  <a:lnTo>
                    <a:pt x="0" y="698304"/>
                  </a:lnTo>
                  <a:lnTo>
                    <a:pt x="0" y="666523"/>
                  </a:lnTo>
                  <a:lnTo>
                    <a:pt x="0" y="634742"/>
                  </a:lnTo>
                  <a:lnTo>
                    <a:pt x="0" y="602962"/>
                  </a:lnTo>
                  <a:lnTo>
                    <a:pt x="0" y="571181"/>
                  </a:lnTo>
                  <a:lnTo>
                    <a:pt x="0" y="539400"/>
                  </a:lnTo>
                  <a:lnTo>
                    <a:pt x="0" y="507620"/>
                  </a:lnTo>
                  <a:lnTo>
                    <a:pt x="0" y="475839"/>
                  </a:lnTo>
                  <a:lnTo>
                    <a:pt x="0" y="444058"/>
                  </a:lnTo>
                  <a:lnTo>
                    <a:pt x="0" y="412277"/>
                  </a:lnTo>
                  <a:lnTo>
                    <a:pt x="0" y="380497"/>
                  </a:lnTo>
                  <a:lnTo>
                    <a:pt x="0" y="348716"/>
                  </a:lnTo>
                  <a:lnTo>
                    <a:pt x="0" y="316935"/>
                  </a:lnTo>
                  <a:lnTo>
                    <a:pt x="0" y="285155"/>
                  </a:lnTo>
                  <a:lnTo>
                    <a:pt x="0" y="253374"/>
                  </a:lnTo>
                  <a:lnTo>
                    <a:pt x="0" y="221593"/>
                  </a:lnTo>
                  <a:lnTo>
                    <a:pt x="0" y="189812"/>
                  </a:lnTo>
                  <a:lnTo>
                    <a:pt x="0" y="158032"/>
                  </a:lnTo>
                  <a:lnTo>
                    <a:pt x="0" y="126251"/>
                  </a:lnTo>
                  <a:lnTo>
                    <a:pt x="0" y="94470"/>
                  </a:lnTo>
                  <a:lnTo>
                    <a:pt x="0" y="62690"/>
                  </a:lnTo>
                  <a:lnTo>
                    <a:pt x="0" y="30909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" name="pl14"/>
            <p:cNvSpPr/>
            <p:nvPr/>
          </p:nvSpPr>
          <p:spPr>
            <a:xfrm>
              <a:off x="7765281" y="1848078"/>
              <a:ext cx="0" cy="3619485"/>
            </a:xfrm>
            <a:custGeom>
              <a:avLst/>
              <a:gdLst/>
              <a:ahLst/>
              <a:cxnLst/>
              <a:rect l="0" t="0" r="0" b="0"/>
              <a:pathLst>
                <a:path h="2714613">
                  <a:moveTo>
                    <a:pt x="0" y="2714613"/>
                  </a:moveTo>
                  <a:lnTo>
                    <a:pt x="0" y="2700489"/>
                  </a:lnTo>
                  <a:lnTo>
                    <a:pt x="0" y="2668708"/>
                  </a:lnTo>
                  <a:lnTo>
                    <a:pt x="0" y="2636927"/>
                  </a:lnTo>
                  <a:lnTo>
                    <a:pt x="0" y="2605147"/>
                  </a:lnTo>
                  <a:lnTo>
                    <a:pt x="0" y="2573366"/>
                  </a:lnTo>
                  <a:lnTo>
                    <a:pt x="0" y="2541585"/>
                  </a:lnTo>
                  <a:lnTo>
                    <a:pt x="0" y="2509805"/>
                  </a:lnTo>
                  <a:lnTo>
                    <a:pt x="0" y="2478024"/>
                  </a:lnTo>
                  <a:lnTo>
                    <a:pt x="0" y="2446243"/>
                  </a:lnTo>
                  <a:lnTo>
                    <a:pt x="0" y="2414462"/>
                  </a:lnTo>
                  <a:lnTo>
                    <a:pt x="0" y="2382682"/>
                  </a:lnTo>
                  <a:lnTo>
                    <a:pt x="0" y="2350901"/>
                  </a:lnTo>
                  <a:lnTo>
                    <a:pt x="0" y="2319120"/>
                  </a:lnTo>
                  <a:lnTo>
                    <a:pt x="0" y="2287340"/>
                  </a:lnTo>
                  <a:lnTo>
                    <a:pt x="0" y="2255559"/>
                  </a:lnTo>
                  <a:lnTo>
                    <a:pt x="0" y="2223778"/>
                  </a:lnTo>
                  <a:lnTo>
                    <a:pt x="0" y="2191997"/>
                  </a:lnTo>
                  <a:lnTo>
                    <a:pt x="0" y="2160217"/>
                  </a:lnTo>
                  <a:lnTo>
                    <a:pt x="0" y="2128436"/>
                  </a:lnTo>
                  <a:lnTo>
                    <a:pt x="0" y="2096655"/>
                  </a:lnTo>
                  <a:lnTo>
                    <a:pt x="0" y="2064875"/>
                  </a:lnTo>
                  <a:lnTo>
                    <a:pt x="0" y="2033094"/>
                  </a:lnTo>
                  <a:lnTo>
                    <a:pt x="0" y="2001313"/>
                  </a:lnTo>
                  <a:lnTo>
                    <a:pt x="0" y="1969532"/>
                  </a:lnTo>
                  <a:lnTo>
                    <a:pt x="0" y="1937752"/>
                  </a:lnTo>
                  <a:lnTo>
                    <a:pt x="0" y="1905971"/>
                  </a:lnTo>
                  <a:lnTo>
                    <a:pt x="0" y="1874190"/>
                  </a:lnTo>
                  <a:lnTo>
                    <a:pt x="0" y="1842410"/>
                  </a:lnTo>
                  <a:lnTo>
                    <a:pt x="0" y="1810629"/>
                  </a:lnTo>
                  <a:lnTo>
                    <a:pt x="0" y="1778848"/>
                  </a:lnTo>
                  <a:lnTo>
                    <a:pt x="0" y="1747067"/>
                  </a:lnTo>
                  <a:lnTo>
                    <a:pt x="0" y="1715287"/>
                  </a:lnTo>
                  <a:lnTo>
                    <a:pt x="0" y="1683506"/>
                  </a:lnTo>
                  <a:lnTo>
                    <a:pt x="0" y="1651725"/>
                  </a:lnTo>
                  <a:lnTo>
                    <a:pt x="0" y="1619945"/>
                  </a:lnTo>
                  <a:lnTo>
                    <a:pt x="0" y="1588164"/>
                  </a:lnTo>
                  <a:lnTo>
                    <a:pt x="0" y="1556383"/>
                  </a:lnTo>
                  <a:lnTo>
                    <a:pt x="0" y="1524602"/>
                  </a:lnTo>
                  <a:lnTo>
                    <a:pt x="0" y="1492822"/>
                  </a:lnTo>
                  <a:lnTo>
                    <a:pt x="0" y="1461041"/>
                  </a:lnTo>
                  <a:lnTo>
                    <a:pt x="0" y="1429260"/>
                  </a:lnTo>
                  <a:lnTo>
                    <a:pt x="0" y="1397480"/>
                  </a:lnTo>
                  <a:lnTo>
                    <a:pt x="0" y="1365699"/>
                  </a:lnTo>
                  <a:lnTo>
                    <a:pt x="0" y="1333918"/>
                  </a:lnTo>
                  <a:lnTo>
                    <a:pt x="0" y="1302137"/>
                  </a:lnTo>
                  <a:lnTo>
                    <a:pt x="0" y="1270357"/>
                  </a:lnTo>
                  <a:lnTo>
                    <a:pt x="0" y="1238576"/>
                  </a:lnTo>
                  <a:lnTo>
                    <a:pt x="0" y="1206795"/>
                  </a:lnTo>
                  <a:lnTo>
                    <a:pt x="0" y="1175015"/>
                  </a:lnTo>
                  <a:lnTo>
                    <a:pt x="0" y="1143234"/>
                  </a:lnTo>
                  <a:lnTo>
                    <a:pt x="0" y="1111453"/>
                  </a:lnTo>
                  <a:lnTo>
                    <a:pt x="0" y="1079672"/>
                  </a:lnTo>
                  <a:lnTo>
                    <a:pt x="0" y="1047892"/>
                  </a:lnTo>
                  <a:lnTo>
                    <a:pt x="0" y="1016111"/>
                  </a:lnTo>
                  <a:lnTo>
                    <a:pt x="0" y="984330"/>
                  </a:lnTo>
                  <a:lnTo>
                    <a:pt x="0" y="952550"/>
                  </a:lnTo>
                  <a:lnTo>
                    <a:pt x="0" y="920769"/>
                  </a:lnTo>
                  <a:lnTo>
                    <a:pt x="0" y="888988"/>
                  </a:lnTo>
                  <a:lnTo>
                    <a:pt x="0" y="857207"/>
                  </a:lnTo>
                  <a:lnTo>
                    <a:pt x="0" y="825427"/>
                  </a:lnTo>
                  <a:lnTo>
                    <a:pt x="0" y="793646"/>
                  </a:lnTo>
                  <a:lnTo>
                    <a:pt x="0" y="761865"/>
                  </a:lnTo>
                  <a:lnTo>
                    <a:pt x="0" y="730085"/>
                  </a:lnTo>
                  <a:lnTo>
                    <a:pt x="0" y="698304"/>
                  </a:lnTo>
                  <a:lnTo>
                    <a:pt x="0" y="666523"/>
                  </a:lnTo>
                  <a:lnTo>
                    <a:pt x="0" y="634742"/>
                  </a:lnTo>
                  <a:lnTo>
                    <a:pt x="0" y="602962"/>
                  </a:lnTo>
                  <a:lnTo>
                    <a:pt x="0" y="571181"/>
                  </a:lnTo>
                  <a:lnTo>
                    <a:pt x="0" y="539400"/>
                  </a:lnTo>
                  <a:lnTo>
                    <a:pt x="0" y="507620"/>
                  </a:lnTo>
                  <a:lnTo>
                    <a:pt x="0" y="475839"/>
                  </a:lnTo>
                  <a:lnTo>
                    <a:pt x="0" y="444058"/>
                  </a:lnTo>
                  <a:lnTo>
                    <a:pt x="0" y="412277"/>
                  </a:lnTo>
                  <a:lnTo>
                    <a:pt x="0" y="380497"/>
                  </a:lnTo>
                  <a:lnTo>
                    <a:pt x="0" y="348716"/>
                  </a:lnTo>
                  <a:lnTo>
                    <a:pt x="0" y="316935"/>
                  </a:lnTo>
                  <a:lnTo>
                    <a:pt x="0" y="285155"/>
                  </a:lnTo>
                  <a:lnTo>
                    <a:pt x="0" y="253374"/>
                  </a:lnTo>
                  <a:lnTo>
                    <a:pt x="0" y="221593"/>
                  </a:lnTo>
                  <a:lnTo>
                    <a:pt x="0" y="189812"/>
                  </a:lnTo>
                  <a:lnTo>
                    <a:pt x="0" y="158032"/>
                  </a:lnTo>
                  <a:lnTo>
                    <a:pt x="0" y="126251"/>
                  </a:lnTo>
                  <a:lnTo>
                    <a:pt x="0" y="94470"/>
                  </a:lnTo>
                  <a:lnTo>
                    <a:pt x="0" y="62690"/>
                  </a:lnTo>
                  <a:lnTo>
                    <a:pt x="0" y="30909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" name="pl15"/>
            <p:cNvSpPr/>
            <p:nvPr/>
          </p:nvSpPr>
          <p:spPr>
            <a:xfrm>
              <a:off x="3342727" y="5130924"/>
              <a:ext cx="4668748" cy="0"/>
            </a:xfrm>
            <a:custGeom>
              <a:avLst/>
              <a:gdLst/>
              <a:ahLst/>
              <a:cxnLst/>
              <a:rect l="0" t="0" r="0" b="0"/>
              <a:pathLst>
                <a:path w="3501561">
                  <a:moveTo>
                    <a:pt x="0" y="0"/>
                  </a:moveTo>
                  <a:lnTo>
                    <a:pt x="19506" y="0"/>
                  </a:lnTo>
                  <a:lnTo>
                    <a:pt x="58299" y="0"/>
                  </a:lnTo>
                  <a:lnTo>
                    <a:pt x="97093" y="0"/>
                  </a:lnTo>
                  <a:lnTo>
                    <a:pt x="135886" y="0"/>
                  </a:lnTo>
                  <a:lnTo>
                    <a:pt x="174679" y="0"/>
                  </a:lnTo>
                  <a:lnTo>
                    <a:pt x="213472" y="0"/>
                  </a:lnTo>
                  <a:lnTo>
                    <a:pt x="252265" y="0"/>
                  </a:lnTo>
                  <a:lnTo>
                    <a:pt x="291058" y="0"/>
                  </a:lnTo>
                  <a:lnTo>
                    <a:pt x="329851" y="0"/>
                  </a:lnTo>
                  <a:lnTo>
                    <a:pt x="368644" y="0"/>
                  </a:lnTo>
                  <a:lnTo>
                    <a:pt x="407437" y="0"/>
                  </a:lnTo>
                  <a:lnTo>
                    <a:pt x="446230" y="0"/>
                  </a:lnTo>
                  <a:lnTo>
                    <a:pt x="485023" y="0"/>
                  </a:lnTo>
                  <a:lnTo>
                    <a:pt x="523816" y="0"/>
                  </a:lnTo>
                  <a:lnTo>
                    <a:pt x="562609" y="0"/>
                  </a:lnTo>
                  <a:lnTo>
                    <a:pt x="601402" y="0"/>
                  </a:lnTo>
                  <a:lnTo>
                    <a:pt x="640195" y="0"/>
                  </a:lnTo>
                  <a:lnTo>
                    <a:pt x="678988" y="0"/>
                  </a:lnTo>
                  <a:lnTo>
                    <a:pt x="717781" y="0"/>
                  </a:lnTo>
                  <a:lnTo>
                    <a:pt x="756574" y="0"/>
                  </a:lnTo>
                  <a:lnTo>
                    <a:pt x="795367" y="0"/>
                  </a:lnTo>
                  <a:lnTo>
                    <a:pt x="834160" y="0"/>
                  </a:lnTo>
                  <a:lnTo>
                    <a:pt x="872954" y="0"/>
                  </a:lnTo>
                  <a:lnTo>
                    <a:pt x="911747" y="0"/>
                  </a:lnTo>
                  <a:lnTo>
                    <a:pt x="950540" y="0"/>
                  </a:lnTo>
                  <a:lnTo>
                    <a:pt x="989333" y="0"/>
                  </a:lnTo>
                  <a:lnTo>
                    <a:pt x="1028126" y="0"/>
                  </a:lnTo>
                  <a:lnTo>
                    <a:pt x="1066919" y="0"/>
                  </a:lnTo>
                  <a:lnTo>
                    <a:pt x="1105712" y="0"/>
                  </a:lnTo>
                  <a:lnTo>
                    <a:pt x="1144505" y="0"/>
                  </a:lnTo>
                  <a:lnTo>
                    <a:pt x="1183298" y="0"/>
                  </a:lnTo>
                  <a:lnTo>
                    <a:pt x="1222091" y="0"/>
                  </a:lnTo>
                  <a:lnTo>
                    <a:pt x="1260884" y="0"/>
                  </a:lnTo>
                  <a:lnTo>
                    <a:pt x="1299677" y="0"/>
                  </a:lnTo>
                  <a:lnTo>
                    <a:pt x="1338470" y="0"/>
                  </a:lnTo>
                  <a:lnTo>
                    <a:pt x="1377263" y="0"/>
                  </a:lnTo>
                  <a:lnTo>
                    <a:pt x="1416056" y="0"/>
                  </a:lnTo>
                  <a:lnTo>
                    <a:pt x="1454849" y="0"/>
                  </a:lnTo>
                  <a:lnTo>
                    <a:pt x="1493642" y="0"/>
                  </a:lnTo>
                  <a:lnTo>
                    <a:pt x="1532435" y="0"/>
                  </a:lnTo>
                  <a:lnTo>
                    <a:pt x="1571228" y="0"/>
                  </a:lnTo>
                  <a:lnTo>
                    <a:pt x="1610021" y="0"/>
                  </a:lnTo>
                  <a:lnTo>
                    <a:pt x="1648815" y="0"/>
                  </a:lnTo>
                  <a:lnTo>
                    <a:pt x="1687608" y="0"/>
                  </a:lnTo>
                  <a:lnTo>
                    <a:pt x="1726401" y="0"/>
                  </a:lnTo>
                  <a:lnTo>
                    <a:pt x="1765194" y="0"/>
                  </a:lnTo>
                  <a:lnTo>
                    <a:pt x="1803987" y="0"/>
                  </a:lnTo>
                  <a:lnTo>
                    <a:pt x="1842780" y="0"/>
                  </a:lnTo>
                  <a:lnTo>
                    <a:pt x="1881573" y="0"/>
                  </a:lnTo>
                  <a:lnTo>
                    <a:pt x="1920366" y="0"/>
                  </a:lnTo>
                  <a:lnTo>
                    <a:pt x="1959159" y="0"/>
                  </a:lnTo>
                  <a:lnTo>
                    <a:pt x="1997952" y="0"/>
                  </a:lnTo>
                  <a:lnTo>
                    <a:pt x="2036745" y="0"/>
                  </a:lnTo>
                  <a:lnTo>
                    <a:pt x="2075538" y="0"/>
                  </a:lnTo>
                  <a:lnTo>
                    <a:pt x="2114331" y="0"/>
                  </a:lnTo>
                  <a:lnTo>
                    <a:pt x="2153124" y="0"/>
                  </a:lnTo>
                  <a:lnTo>
                    <a:pt x="2191917" y="0"/>
                  </a:lnTo>
                  <a:lnTo>
                    <a:pt x="2230710" y="0"/>
                  </a:lnTo>
                  <a:lnTo>
                    <a:pt x="2269503" y="0"/>
                  </a:lnTo>
                  <a:lnTo>
                    <a:pt x="2308296" y="0"/>
                  </a:lnTo>
                  <a:lnTo>
                    <a:pt x="2347089" y="0"/>
                  </a:lnTo>
                  <a:lnTo>
                    <a:pt x="2385882" y="0"/>
                  </a:lnTo>
                  <a:lnTo>
                    <a:pt x="2424676" y="0"/>
                  </a:lnTo>
                  <a:lnTo>
                    <a:pt x="2463469" y="0"/>
                  </a:lnTo>
                  <a:lnTo>
                    <a:pt x="2502262" y="0"/>
                  </a:lnTo>
                  <a:lnTo>
                    <a:pt x="2541055" y="0"/>
                  </a:lnTo>
                  <a:lnTo>
                    <a:pt x="2579848" y="0"/>
                  </a:lnTo>
                  <a:lnTo>
                    <a:pt x="2618641" y="0"/>
                  </a:lnTo>
                  <a:lnTo>
                    <a:pt x="2657434" y="0"/>
                  </a:lnTo>
                  <a:lnTo>
                    <a:pt x="2696227" y="0"/>
                  </a:lnTo>
                  <a:lnTo>
                    <a:pt x="2735020" y="0"/>
                  </a:lnTo>
                  <a:lnTo>
                    <a:pt x="2773813" y="0"/>
                  </a:lnTo>
                  <a:lnTo>
                    <a:pt x="2812606" y="0"/>
                  </a:lnTo>
                  <a:lnTo>
                    <a:pt x="2851399" y="0"/>
                  </a:lnTo>
                  <a:lnTo>
                    <a:pt x="2890192" y="0"/>
                  </a:lnTo>
                  <a:lnTo>
                    <a:pt x="2928985" y="0"/>
                  </a:lnTo>
                  <a:lnTo>
                    <a:pt x="2967778" y="0"/>
                  </a:lnTo>
                  <a:lnTo>
                    <a:pt x="3006571" y="0"/>
                  </a:lnTo>
                  <a:lnTo>
                    <a:pt x="3045364" y="0"/>
                  </a:lnTo>
                  <a:lnTo>
                    <a:pt x="3084157" y="0"/>
                  </a:lnTo>
                  <a:lnTo>
                    <a:pt x="3122950" y="0"/>
                  </a:lnTo>
                  <a:lnTo>
                    <a:pt x="3161743" y="0"/>
                  </a:lnTo>
                  <a:lnTo>
                    <a:pt x="3200537" y="0"/>
                  </a:lnTo>
                  <a:lnTo>
                    <a:pt x="3239330" y="0"/>
                  </a:lnTo>
                  <a:lnTo>
                    <a:pt x="3278123" y="0"/>
                  </a:lnTo>
                  <a:lnTo>
                    <a:pt x="3316916" y="0"/>
                  </a:lnTo>
                  <a:lnTo>
                    <a:pt x="3355709" y="0"/>
                  </a:lnTo>
                  <a:lnTo>
                    <a:pt x="3394502" y="0"/>
                  </a:lnTo>
                  <a:lnTo>
                    <a:pt x="3433295" y="0"/>
                  </a:lnTo>
                  <a:lnTo>
                    <a:pt x="3472088" y="0"/>
                  </a:lnTo>
                  <a:lnTo>
                    <a:pt x="3501561" y="0"/>
                  </a:lnTo>
                  <a:lnTo>
                    <a:pt x="3501561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" name="pl16"/>
            <p:cNvSpPr/>
            <p:nvPr/>
          </p:nvSpPr>
          <p:spPr>
            <a:xfrm>
              <a:off x="3342727" y="4431748"/>
              <a:ext cx="4668748" cy="0"/>
            </a:xfrm>
            <a:custGeom>
              <a:avLst/>
              <a:gdLst/>
              <a:ahLst/>
              <a:cxnLst/>
              <a:rect l="0" t="0" r="0" b="0"/>
              <a:pathLst>
                <a:path w="3501561">
                  <a:moveTo>
                    <a:pt x="0" y="0"/>
                  </a:moveTo>
                  <a:lnTo>
                    <a:pt x="19506" y="0"/>
                  </a:lnTo>
                  <a:lnTo>
                    <a:pt x="58299" y="0"/>
                  </a:lnTo>
                  <a:lnTo>
                    <a:pt x="97093" y="0"/>
                  </a:lnTo>
                  <a:lnTo>
                    <a:pt x="135886" y="0"/>
                  </a:lnTo>
                  <a:lnTo>
                    <a:pt x="174679" y="0"/>
                  </a:lnTo>
                  <a:lnTo>
                    <a:pt x="213472" y="0"/>
                  </a:lnTo>
                  <a:lnTo>
                    <a:pt x="252265" y="0"/>
                  </a:lnTo>
                  <a:lnTo>
                    <a:pt x="291058" y="0"/>
                  </a:lnTo>
                  <a:lnTo>
                    <a:pt x="329851" y="0"/>
                  </a:lnTo>
                  <a:lnTo>
                    <a:pt x="368644" y="0"/>
                  </a:lnTo>
                  <a:lnTo>
                    <a:pt x="407437" y="0"/>
                  </a:lnTo>
                  <a:lnTo>
                    <a:pt x="446230" y="0"/>
                  </a:lnTo>
                  <a:lnTo>
                    <a:pt x="485023" y="0"/>
                  </a:lnTo>
                  <a:lnTo>
                    <a:pt x="523816" y="0"/>
                  </a:lnTo>
                  <a:lnTo>
                    <a:pt x="562609" y="0"/>
                  </a:lnTo>
                  <a:lnTo>
                    <a:pt x="601402" y="0"/>
                  </a:lnTo>
                  <a:lnTo>
                    <a:pt x="640195" y="0"/>
                  </a:lnTo>
                  <a:lnTo>
                    <a:pt x="678988" y="0"/>
                  </a:lnTo>
                  <a:lnTo>
                    <a:pt x="717781" y="0"/>
                  </a:lnTo>
                  <a:lnTo>
                    <a:pt x="756574" y="0"/>
                  </a:lnTo>
                  <a:lnTo>
                    <a:pt x="795367" y="0"/>
                  </a:lnTo>
                  <a:lnTo>
                    <a:pt x="834160" y="0"/>
                  </a:lnTo>
                  <a:lnTo>
                    <a:pt x="872954" y="0"/>
                  </a:lnTo>
                  <a:lnTo>
                    <a:pt x="911747" y="0"/>
                  </a:lnTo>
                  <a:lnTo>
                    <a:pt x="950540" y="0"/>
                  </a:lnTo>
                  <a:lnTo>
                    <a:pt x="989333" y="0"/>
                  </a:lnTo>
                  <a:lnTo>
                    <a:pt x="1028126" y="0"/>
                  </a:lnTo>
                  <a:lnTo>
                    <a:pt x="1066919" y="0"/>
                  </a:lnTo>
                  <a:lnTo>
                    <a:pt x="1105712" y="0"/>
                  </a:lnTo>
                  <a:lnTo>
                    <a:pt x="1144505" y="0"/>
                  </a:lnTo>
                  <a:lnTo>
                    <a:pt x="1183298" y="0"/>
                  </a:lnTo>
                  <a:lnTo>
                    <a:pt x="1222091" y="0"/>
                  </a:lnTo>
                  <a:lnTo>
                    <a:pt x="1260884" y="0"/>
                  </a:lnTo>
                  <a:lnTo>
                    <a:pt x="1299677" y="0"/>
                  </a:lnTo>
                  <a:lnTo>
                    <a:pt x="1338470" y="0"/>
                  </a:lnTo>
                  <a:lnTo>
                    <a:pt x="1377263" y="0"/>
                  </a:lnTo>
                  <a:lnTo>
                    <a:pt x="1416056" y="0"/>
                  </a:lnTo>
                  <a:lnTo>
                    <a:pt x="1454849" y="0"/>
                  </a:lnTo>
                  <a:lnTo>
                    <a:pt x="1493642" y="0"/>
                  </a:lnTo>
                  <a:lnTo>
                    <a:pt x="1532435" y="0"/>
                  </a:lnTo>
                  <a:lnTo>
                    <a:pt x="1571228" y="0"/>
                  </a:lnTo>
                  <a:lnTo>
                    <a:pt x="1610021" y="0"/>
                  </a:lnTo>
                  <a:lnTo>
                    <a:pt x="1648815" y="0"/>
                  </a:lnTo>
                  <a:lnTo>
                    <a:pt x="1687608" y="0"/>
                  </a:lnTo>
                  <a:lnTo>
                    <a:pt x="1726401" y="0"/>
                  </a:lnTo>
                  <a:lnTo>
                    <a:pt x="1765194" y="0"/>
                  </a:lnTo>
                  <a:lnTo>
                    <a:pt x="1803987" y="0"/>
                  </a:lnTo>
                  <a:lnTo>
                    <a:pt x="1842780" y="0"/>
                  </a:lnTo>
                  <a:lnTo>
                    <a:pt x="1881573" y="0"/>
                  </a:lnTo>
                  <a:lnTo>
                    <a:pt x="1920366" y="0"/>
                  </a:lnTo>
                  <a:lnTo>
                    <a:pt x="1959159" y="0"/>
                  </a:lnTo>
                  <a:lnTo>
                    <a:pt x="1997952" y="0"/>
                  </a:lnTo>
                  <a:lnTo>
                    <a:pt x="2036745" y="0"/>
                  </a:lnTo>
                  <a:lnTo>
                    <a:pt x="2075538" y="0"/>
                  </a:lnTo>
                  <a:lnTo>
                    <a:pt x="2114331" y="0"/>
                  </a:lnTo>
                  <a:lnTo>
                    <a:pt x="2153124" y="0"/>
                  </a:lnTo>
                  <a:lnTo>
                    <a:pt x="2191917" y="0"/>
                  </a:lnTo>
                  <a:lnTo>
                    <a:pt x="2230710" y="0"/>
                  </a:lnTo>
                  <a:lnTo>
                    <a:pt x="2269503" y="0"/>
                  </a:lnTo>
                  <a:lnTo>
                    <a:pt x="2308296" y="0"/>
                  </a:lnTo>
                  <a:lnTo>
                    <a:pt x="2347089" y="0"/>
                  </a:lnTo>
                  <a:lnTo>
                    <a:pt x="2385882" y="0"/>
                  </a:lnTo>
                  <a:lnTo>
                    <a:pt x="2424676" y="0"/>
                  </a:lnTo>
                  <a:lnTo>
                    <a:pt x="2463469" y="0"/>
                  </a:lnTo>
                  <a:lnTo>
                    <a:pt x="2502262" y="0"/>
                  </a:lnTo>
                  <a:lnTo>
                    <a:pt x="2541055" y="0"/>
                  </a:lnTo>
                  <a:lnTo>
                    <a:pt x="2579848" y="0"/>
                  </a:lnTo>
                  <a:lnTo>
                    <a:pt x="2618641" y="0"/>
                  </a:lnTo>
                  <a:lnTo>
                    <a:pt x="2657434" y="0"/>
                  </a:lnTo>
                  <a:lnTo>
                    <a:pt x="2696227" y="0"/>
                  </a:lnTo>
                  <a:lnTo>
                    <a:pt x="2735020" y="0"/>
                  </a:lnTo>
                  <a:lnTo>
                    <a:pt x="2773813" y="0"/>
                  </a:lnTo>
                  <a:lnTo>
                    <a:pt x="2812606" y="0"/>
                  </a:lnTo>
                  <a:lnTo>
                    <a:pt x="2851399" y="0"/>
                  </a:lnTo>
                  <a:lnTo>
                    <a:pt x="2890192" y="0"/>
                  </a:lnTo>
                  <a:lnTo>
                    <a:pt x="2928985" y="0"/>
                  </a:lnTo>
                  <a:lnTo>
                    <a:pt x="2967778" y="0"/>
                  </a:lnTo>
                  <a:lnTo>
                    <a:pt x="3006571" y="0"/>
                  </a:lnTo>
                  <a:lnTo>
                    <a:pt x="3045364" y="0"/>
                  </a:lnTo>
                  <a:lnTo>
                    <a:pt x="3084157" y="0"/>
                  </a:lnTo>
                  <a:lnTo>
                    <a:pt x="3122950" y="0"/>
                  </a:lnTo>
                  <a:lnTo>
                    <a:pt x="3161743" y="0"/>
                  </a:lnTo>
                  <a:lnTo>
                    <a:pt x="3200537" y="0"/>
                  </a:lnTo>
                  <a:lnTo>
                    <a:pt x="3239330" y="0"/>
                  </a:lnTo>
                  <a:lnTo>
                    <a:pt x="3278123" y="0"/>
                  </a:lnTo>
                  <a:lnTo>
                    <a:pt x="3316916" y="0"/>
                  </a:lnTo>
                  <a:lnTo>
                    <a:pt x="3355709" y="0"/>
                  </a:lnTo>
                  <a:lnTo>
                    <a:pt x="3394502" y="0"/>
                  </a:lnTo>
                  <a:lnTo>
                    <a:pt x="3433295" y="0"/>
                  </a:lnTo>
                  <a:lnTo>
                    <a:pt x="3472088" y="0"/>
                  </a:lnTo>
                  <a:lnTo>
                    <a:pt x="3501561" y="0"/>
                  </a:lnTo>
                  <a:lnTo>
                    <a:pt x="3501561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" name="pl17"/>
            <p:cNvSpPr/>
            <p:nvPr/>
          </p:nvSpPr>
          <p:spPr>
            <a:xfrm>
              <a:off x="3342727" y="3732572"/>
              <a:ext cx="4668748" cy="0"/>
            </a:xfrm>
            <a:custGeom>
              <a:avLst/>
              <a:gdLst/>
              <a:ahLst/>
              <a:cxnLst/>
              <a:rect l="0" t="0" r="0" b="0"/>
              <a:pathLst>
                <a:path w="3501561">
                  <a:moveTo>
                    <a:pt x="0" y="0"/>
                  </a:moveTo>
                  <a:lnTo>
                    <a:pt x="19506" y="0"/>
                  </a:lnTo>
                  <a:lnTo>
                    <a:pt x="58299" y="0"/>
                  </a:lnTo>
                  <a:lnTo>
                    <a:pt x="97093" y="0"/>
                  </a:lnTo>
                  <a:lnTo>
                    <a:pt x="135886" y="0"/>
                  </a:lnTo>
                  <a:lnTo>
                    <a:pt x="174679" y="0"/>
                  </a:lnTo>
                  <a:lnTo>
                    <a:pt x="213472" y="0"/>
                  </a:lnTo>
                  <a:lnTo>
                    <a:pt x="252265" y="0"/>
                  </a:lnTo>
                  <a:lnTo>
                    <a:pt x="291058" y="0"/>
                  </a:lnTo>
                  <a:lnTo>
                    <a:pt x="329851" y="0"/>
                  </a:lnTo>
                  <a:lnTo>
                    <a:pt x="368644" y="0"/>
                  </a:lnTo>
                  <a:lnTo>
                    <a:pt x="407437" y="0"/>
                  </a:lnTo>
                  <a:lnTo>
                    <a:pt x="446230" y="0"/>
                  </a:lnTo>
                  <a:lnTo>
                    <a:pt x="485023" y="0"/>
                  </a:lnTo>
                  <a:lnTo>
                    <a:pt x="523816" y="0"/>
                  </a:lnTo>
                  <a:lnTo>
                    <a:pt x="562609" y="0"/>
                  </a:lnTo>
                  <a:lnTo>
                    <a:pt x="601402" y="0"/>
                  </a:lnTo>
                  <a:lnTo>
                    <a:pt x="640195" y="0"/>
                  </a:lnTo>
                  <a:lnTo>
                    <a:pt x="678988" y="0"/>
                  </a:lnTo>
                  <a:lnTo>
                    <a:pt x="717781" y="0"/>
                  </a:lnTo>
                  <a:lnTo>
                    <a:pt x="756574" y="0"/>
                  </a:lnTo>
                  <a:lnTo>
                    <a:pt x="795367" y="0"/>
                  </a:lnTo>
                  <a:lnTo>
                    <a:pt x="834160" y="0"/>
                  </a:lnTo>
                  <a:lnTo>
                    <a:pt x="872954" y="0"/>
                  </a:lnTo>
                  <a:lnTo>
                    <a:pt x="911747" y="0"/>
                  </a:lnTo>
                  <a:lnTo>
                    <a:pt x="950540" y="0"/>
                  </a:lnTo>
                  <a:lnTo>
                    <a:pt x="989333" y="0"/>
                  </a:lnTo>
                  <a:lnTo>
                    <a:pt x="1028126" y="0"/>
                  </a:lnTo>
                  <a:lnTo>
                    <a:pt x="1066919" y="0"/>
                  </a:lnTo>
                  <a:lnTo>
                    <a:pt x="1105712" y="0"/>
                  </a:lnTo>
                  <a:lnTo>
                    <a:pt x="1144505" y="0"/>
                  </a:lnTo>
                  <a:lnTo>
                    <a:pt x="1183298" y="0"/>
                  </a:lnTo>
                  <a:lnTo>
                    <a:pt x="1222091" y="0"/>
                  </a:lnTo>
                  <a:lnTo>
                    <a:pt x="1260884" y="0"/>
                  </a:lnTo>
                  <a:lnTo>
                    <a:pt x="1299677" y="0"/>
                  </a:lnTo>
                  <a:lnTo>
                    <a:pt x="1338470" y="0"/>
                  </a:lnTo>
                  <a:lnTo>
                    <a:pt x="1377263" y="0"/>
                  </a:lnTo>
                  <a:lnTo>
                    <a:pt x="1416056" y="0"/>
                  </a:lnTo>
                  <a:lnTo>
                    <a:pt x="1454849" y="0"/>
                  </a:lnTo>
                  <a:lnTo>
                    <a:pt x="1493642" y="0"/>
                  </a:lnTo>
                  <a:lnTo>
                    <a:pt x="1532435" y="0"/>
                  </a:lnTo>
                  <a:lnTo>
                    <a:pt x="1571228" y="0"/>
                  </a:lnTo>
                  <a:lnTo>
                    <a:pt x="1610021" y="0"/>
                  </a:lnTo>
                  <a:lnTo>
                    <a:pt x="1648815" y="0"/>
                  </a:lnTo>
                  <a:lnTo>
                    <a:pt x="1687608" y="0"/>
                  </a:lnTo>
                  <a:lnTo>
                    <a:pt x="1726401" y="0"/>
                  </a:lnTo>
                  <a:lnTo>
                    <a:pt x="1765194" y="0"/>
                  </a:lnTo>
                  <a:lnTo>
                    <a:pt x="1803987" y="0"/>
                  </a:lnTo>
                  <a:lnTo>
                    <a:pt x="1842780" y="0"/>
                  </a:lnTo>
                  <a:lnTo>
                    <a:pt x="1881573" y="0"/>
                  </a:lnTo>
                  <a:lnTo>
                    <a:pt x="1920366" y="0"/>
                  </a:lnTo>
                  <a:lnTo>
                    <a:pt x="1959159" y="0"/>
                  </a:lnTo>
                  <a:lnTo>
                    <a:pt x="1997952" y="0"/>
                  </a:lnTo>
                  <a:lnTo>
                    <a:pt x="2036745" y="0"/>
                  </a:lnTo>
                  <a:lnTo>
                    <a:pt x="2075538" y="0"/>
                  </a:lnTo>
                  <a:lnTo>
                    <a:pt x="2114331" y="0"/>
                  </a:lnTo>
                  <a:lnTo>
                    <a:pt x="2153124" y="0"/>
                  </a:lnTo>
                  <a:lnTo>
                    <a:pt x="2191917" y="0"/>
                  </a:lnTo>
                  <a:lnTo>
                    <a:pt x="2230710" y="0"/>
                  </a:lnTo>
                  <a:lnTo>
                    <a:pt x="2269503" y="0"/>
                  </a:lnTo>
                  <a:lnTo>
                    <a:pt x="2308296" y="0"/>
                  </a:lnTo>
                  <a:lnTo>
                    <a:pt x="2347089" y="0"/>
                  </a:lnTo>
                  <a:lnTo>
                    <a:pt x="2385882" y="0"/>
                  </a:lnTo>
                  <a:lnTo>
                    <a:pt x="2424676" y="0"/>
                  </a:lnTo>
                  <a:lnTo>
                    <a:pt x="2463469" y="0"/>
                  </a:lnTo>
                  <a:lnTo>
                    <a:pt x="2502262" y="0"/>
                  </a:lnTo>
                  <a:lnTo>
                    <a:pt x="2541055" y="0"/>
                  </a:lnTo>
                  <a:lnTo>
                    <a:pt x="2579848" y="0"/>
                  </a:lnTo>
                  <a:lnTo>
                    <a:pt x="2618641" y="0"/>
                  </a:lnTo>
                  <a:lnTo>
                    <a:pt x="2657434" y="0"/>
                  </a:lnTo>
                  <a:lnTo>
                    <a:pt x="2696227" y="0"/>
                  </a:lnTo>
                  <a:lnTo>
                    <a:pt x="2735020" y="0"/>
                  </a:lnTo>
                  <a:lnTo>
                    <a:pt x="2773813" y="0"/>
                  </a:lnTo>
                  <a:lnTo>
                    <a:pt x="2812606" y="0"/>
                  </a:lnTo>
                  <a:lnTo>
                    <a:pt x="2851399" y="0"/>
                  </a:lnTo>
                  <a:lnTo>
                    <a:pt x="2890192" y="0"/>
                  </a:lnTo>
                  <a:lnTo>
                    <a:pt x="2928985" y="0"/>
                  </a:lnTo>
                  <a:lnTo>
                    <a:pt x="2967778" y="0"/>
                  </a:lnTo>
                  <a:lnTo>
                    <a:pt x="3006571" y="0"/>
                  </a:lnTo>
                  <a:lnTo>
                    <a:pt x="3045364" y="0"/>
                  </a:lnTo>
                  <a:lnTo>
                    <a:pt x="3084157" y="0"/>
                  </a:lnTo>
                  <a:lnTo>
                    <a:pt x="3122950" y="0"/>
                  </a:lnTo>
                  <a:lnTo>
                    <a:pt x="3161743" y="0"/>
                  </a:lnTo>
                  <a:lnTo>
                    <a:pt x="3200537" y="0"/>
                  </a:lnTo>
                  <a:lnTo>
                    <a:pt x="3239330" y="0"/>
                  </a:lnTo>
                  <a:lnTo>
                    <a:pt x="3278123" y="0"/>
                  </a:lnTo>
                  <a:lnTo>
                    <a:pt x="3316916" y="0"/>
                  </a:lnTo>
                  <a:lnTo>
                    <a:pt x="3355709" y="0"/>
                  </a:lnTo>
                  <a:lnTo>
                    <a:pt x="3394502" y="0"/>
                  </a:lnTo>
                  <a:lnTo>
                    <a:pt x="3433295" y="0"/>
                  </a:lnTo>
                  <a:lnTo>
                    <a:pt x="3472088" y="0"/>
                  </a:lnTo>
                  <a:lnTo>
                    <a:pt x="3501561" y="0"/>
                  </a:lnTo>
                  <a:lnTo>
                    <a:pt x="3501561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" name="pl18"/>
            <p:cNvSpPr/>
            <p:nvPr/>
          </p:nvSpPr>
          <p:spPr>
            <a:xfrm>
              <a:off x="3342727" y="3033396"/>
              <a:ext cx="4668748" cy="0"/>
            </a:xfrm>
            <a:custGeom>
              <a:avLst/>
              <a:gdLst/>
              <a:ahLst/>
              <a:cxnLst/>
              <a:rect l="0" t="0" r="0" b="0"/>
              <a:pathLst>
                <a:path w="3501561">
                  <a:moveTo>
                    <a:pt x="0" y="0"/>
                  </a:moveTo>
                  <a:lnTo>
                    <a:pt x="19506" y="0"/>
                  </a:lnTo>
                  <a:lnTo>
                    <a:pt x="58299" y="0"/>
                  </a:lnTo>
                  <a:lnTo>
                    <a:pt x="97093" y="0"/>
                  </a:lnTo>
                  <a:lnTo>
                    <a:pt x="135886" y="0"/>
                  </a:lnTo>
                  <a:lnTo>
                    <a:pt x="174679" y="0"/>
                  </a:lnTo>
                  <a:lnTo>
                    <a:pt x="213472" y="0"/>
                  </a:lnTo>
                  <a:lnTo>
                    <a:pt x="252265" y="0"/>
                  </a:lnTo>
                  <a:lnTo>
                    <a:pt x="291058" y="0"/>
                  </a:lnTo>
                  <a:lnTo>
                    <a:pt x="329851" y="0"/>
                  </a:lnTo>
                  <a:lnTo>
                    <a:pt x="368644" y="0"/>
                  </a:lnTo>
                  <a:lnTo>
                    <a:pt x="407437" y="0"/>
                  </a:lnTo>
                  <a:lnTo>
                    <a:pt x="446230" y="0"/>
                  </a:lnTo>
                  <a:lnTo>
                    <a:pt x="485023" y="0"/>
                  </a:lnTo>
                  <a:lnTo>
                    <a:pt x="523816" y="0"/>
                  </a:lnTo>
                  <a:lnTo>
                    <a:pt x="562609" y="0"/>
                  </a:lnTo>
                  <a:lnTo>
                    <a:pt x="601402" y="0"/>
                  </a:lnTo>
                  <a:lnTo>
                    <a:pt x="640195" y="0"/>
                  </a:lnTo>
                  <a:lnTo>
                    <a:pt x="678988" y="0"/>
                  </a:lnTo>
                  <a:lnTo>
                    <a:pt x="717781" y="0"/>
                  </a:lnTo>
                  <a:lnTo>
                    <a:pt x="756574" y="0"/>
                  </a:lnTo>
                  <a:lnTo>
                    <a:pt x="795367" y="0"/>
                  </a:lnTo>
                  <a:lnTo>
                    <a:pt x="834160" y="0"/>
                  </a:lnTo>
                  <a:lnTo>
                    <a:pt x="872954" y="0"/>
                  </a:lnTo>
                  <a:lnTo>
                    <a:pt x="911747" y="0"/>
                  </a:lnTo>
                  <a:lnTo>
                    <a:pt x="950540" y="0"/>
                  </a:lnTo>
                  <a:lnTo>
                    <a:pt x="989333" y="0"/>
                  </a:lnTo>
                  <a:lnTo>
                    <a:pt x="1028126" y="0"/>
                  </a:lnTo>
                  <a:lnTo>
                    <a:pt x="1066919" y="0"/>
                  </a:lnTo>
                  <a:lnTo>
                    <a:pt x="1105712" y="0"/>
                  </a:lnTo>
                  <a:lnTo>
                    <a:pt x="1144505" y="0"/>
                  </a:lnTo>
                  <a:lnTo>
                    <a:pt x="1183298" y="0"/>
                  </a:lnTo>
                  <a:lnTo>
                    <a:pt x="1222091" y="0"/>
                  </a:lnTo>
                  <a:lnTo>
                    <a:pt x="1260884" y="0"/>
                  </a:lnTo>
                  <a:lnTo>
                    <a:pt x="1299677" y="0"/>
                  </a:lnTo>
                  <a:lnTo>
                    <a:pt x="1338470" y="0"/>
                  </a:lnTo>
                  <a:lnTo>
                    <a:pt x="1377263" y="0"/>
                  </a:lnTo>
                  <a:lnTo>
                    <a:pt x="1416056" y="0"/>
                  </a:lnTo>
                  <a:lnTo>
                    <a:pt x="1454849" y="0"/>
                  </a:lnTo>
                  <a:lnTo>
                    <a:pt x="1493642" y="0"/>
                  </a:lnTo>
                  <a:lnTo>
                    <a:pt x="1532435" y="0"/>
                  </a:lnTo>
                  <a:lnTo>
                    <a:pt x="1571228" y="0"/>
                  </a:lnTo>
                  <a:lnTo>
                    <a:pt x="1610021" y="0"/>
                  </a:lnTo>
                  <a:lnTo>
                    <a:pt x="1648815" y="0"/>
                  </a:lnTo>
                  <a:lnTo>
                    <a:pt x="1687608" y="0"/>
                  </a:lnTo>
                  <a:lnTo>
                    <a:pt x="1726401" y="0"/>
                  </a:lnTo>
                  <a:lnTo>
                    <a:pt x="1765194" y="0"/>
                  </a:lnTo>
                  <a:lnTo>
                    <a:pt x="1803987" y="0"/>
                  </a:lnTo>
                  <a:lnTo>
                    <a:pt x="1842780" y="0"/>
                  </a:lnTo>
                  <a:lnTo>
                    <a:pt x="1881573" y="0"/>
                  </a:lnTo>
                  <a:lnTo>
                    <a:pt x="1920366" y="0"/>
                  </a:lnTo>
                  <a:lnTo>
                    <a:pt x="1959159" y="0"/>
                  </a:lnTo>
                  <a:lnTo>
                    <a:pt x="1997952" y="0"/>
                  </a:lnTo>
                  <a:lnTo>
                    <a:pt x="2036745" y="0"/>
                  </a:lnTo>
                  <a:lnTo>
                    <a:pt x="2075538" y="0"/>
                  </a:lnTo>
                  <a:lnTo>
                    <a:pt x="2114331" y="0"/>
                  </a:lnTo>
                  <a:lnTo>
                    <a:pt x="2153124" y="0"/>
                  </a:lnTo>
                  <a:lnTo>
                    <a:pt x="2191917" y="0"/>
                  </a:lnTo>
                  <a:lnTo>
                    <a:pt x="2230710" y="0"/>
                  </a:lnTo>
                  <a:lnTo>
                    <a:pt x="2269503" y="0"/>
                  </a:lnTo>
                  <a:lnTo>
                    <a:pt x="2308296" y="0"/>
                  </a:lnTo>
                  <a:lnTo>
                    <a:pt x="2347089" y="0"/>
                  </a:lnTo>
                  <a:lnTo>
                    <a:pt x="2385882" y="0"/>
                  </a:lnTo>
                  <a:lnTo>
                    <a:pt x="2424676" y="0"/>
                  </a:lnTo>
                  <a:lnTo>
                    <a:pt x="2463469" y="0"/>
                  </a:lnTo>
                  <a:lnTo>
                    <a:pt x="2502262" y="0"/>
                  </a:lnTo>
                  <a:lnTo>
                    <a:pt x="2541055" y="0"/>
                  </a:lnTo>
                  <a:lnTo>
                    <a:pt x="2579848" y="0"/>
                  </a:lnTo>
                  <a:lnTo>
                    <a:pt x="2618641" y="0"/>
                  </a:lnTo>
                  <a:lnTo>
                    <a:pt x="2657434" y="0"/>
                  </a:lnTo>
                  <a:lnTo>
                    <a:pt x="2696227" y="0"/>
                  </a:lnTo>
                  <a:lnTo>
                    <a:pt x="2735020" y="0"/>
                  </a:lnTo>
                  <a:lnTo>
                    <a:pt x="2773813" y="0"/>
                  </a:lnTo>
                  <a:lnTo>
                    <a:pt x="2812606" y="0"/>
                  </a:lnTo>
                  <a:lnTo>
                    <a:pt x="2851399" y="0"/>
                  </a:lnTo>
                  <a:lnTo>
                    <a:pt x="2890192" y="0"/>
                  </a:lnTo>
                  <a:lnTo>
                    <a:pt x="2928985" y="0"/>
                  </a:lnTo>
                  <a:lnTo>
                    <a:pt x="2967778" y="0"/>
                  </a:lnTo>
                  <a:lnTo>
                    <a:pt x="3006571" y="0"/>
                  </a:lnTo>
                  <a:lnTo>
                    <a:pt x="3045364" y="0"/>
                  </a:lnTo>
                  <a:lnTo>
                    <a:pt x="3084157" y="0"/>
                  </a:lnTo>
                  <a:lnTo>
                    <a:pt x="3122950" y="0"/>
                  </a:lnTo>
                  <a:lnTo>
                    <a:pt x="3161743" y="0"/>
                  </a:lnTo>
                  <a:lnTo>
                    <a:pt x="3200537" y="0"/>
                  </a:lnTo>
                  <a:lnTo>
                    <a:pt x="3239330" y="0"/>
                  </a:lnTo>
                  <a:lnTo>
                    <a:pt x="3278123" y="0"/>
                  </a:lnTo>
                  <a:lnTo>
                    <a:pt x="3316916" y="0"/>
                  </a:lnTo>
                  <a:lnTo>
                    <a:pt x="3355709" y="0"/>
                  </a:lnTo>
                  <a:lnTo>
                    <a:pt x="3394502" y="0"/>
                  </a:lnTo>
                  <a:lnTo>
                    <a:pt x="3433295" y="0"/>
                  </a:lnTo>
                  <a:lnTo>
                    <a:pt x="3472088" y="0"/>
                  </a:lnTo>
                  <a:lnTo>
                    <a:pt x="3501561" y="0"/>
                  </a:lnTo>
                  <a:lnTo>
                    <a:pt x="3501561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" name="pl19"/>
            <p:cNvSpPr/>
            <p:nvPr/>
          </p:nvSpPr>
          <p:spPr>
            <a:xfrm>
              <a:off x="3342727" y="2334219"/>
              <a:ext cx="4668748" cy="0"/>
            </a:xfrm>
            <a:custGeom>
              <a:avLst/>
              <a:gdLst/>
              <a:ahLst/>
              <a:cxnLst/>
              <a:rect l="0" t="0" r="0" b="0"/>
              <a:pathLst>
                <a:path w="3501561">
                  <a:moveTo>
                    <a:pt x="0" y="0"/>
                  </a:moveTo>
                  <a:lnTo>
                    <a:pt x="19506" y="0"/>
                  </a:lnTo>
                  <a:lnTo>
                    <a:pt x="58299" y="0"/>
                  </a:lnTo>
                  <a:lnTo>
                    <a:pt x="97093" y="0"/>
                  </a:lnTo>
                  <a:lnTo>
                    <a:pt x="135886" y="0"/>
                  </a:lnTo>
                  <a:lnTo>
                    <a:pt x="174679" y="0"/>
                  </a:lnTo>
                  <a:lnTo>
                    <a:pt x="213472" y="0"/>
                  </a:lnTo>
                  <a:lnTo>
                    <a:pt x="252265" y="0"/>
                  </a:lnTo>
                  <a:lnTo>
                    <a:pt x="291058" y="0"/>
                  </a:lnTo>
                  <a:lnTo>
                    <a:pt x="329851" y="0"/>
                  </a:lnTo>
                  <a:lnTo>
                    <a:pt x="368644" y="0"/>
                  </a:lnTo>
                  <a:lnTo>
                    <a:pt x="407437" y="0"/>
                  </a:lnTo>
                  <a:lnTo>
                    <a:pt x="446230" y="0"/>
                  </a:lnTo>
                  <a:lnTo>
                    <a:pt x="485023" y="0"/>
                  </a:lnTo>
                  <a:lnTo>
                    <a:pt x="523816" y="0"/>
                  </a:lnTo>
                  <a:lnTo>
                    <a:pt x="562609" y="0"/>
                  </a:lnTo>
                  <a:lnTo>
                    <a:pt x="601402" y="0"/>
                  </a:lnTo>
                  <a:lnTo>
                    <a:pt x="640195" y="0"/>
                  </a:lnTo>
                  <a:lnTo>
                    <a:pt x="678988" y="0"/>
                  </a:lnTo>
                  <a:lnTo>
                    <a:pt x="717781" y="0"/>
                  </a:lnTo>
                  <a:lnTo>
                    <a:pt x="756574" y="0"/>
                  </a:lnTo>
                  <a:lnTo>
                    <a:pt x="795367" y="0"/>
                  </a:lnTo>
                  <a:lnTo>
                    <a:pt x="834160" y="0"/>
                  </a:lnTo>
                  <a:lnTo>
                    <a:pt x="872954" y="0"/>
                  </a:lnTo>
                  <a:lnTo>
                    <a:pt x="911747" y="0"/>
                  </a:lnTo>
                  <a:lnTo>
                    <a:pt x="950540" y="0"/>
                  </a:lnTo>
                  <a:lnTo>
                    <a:pt x="989333" y="0"/>
                  </a:lnTo>
                  <a:lnTo>
                    <a:pt x="1028126" y="0"/>
                  </a:lnTo>
                  <a:lnTo>
                    <a:pt x="1066919" y="0"/>
                  </a:lnTo>
                  <a:lnTo>
                    <a:pt x="1105712" y="0"/>
                  </a:lnTo>
                  <a:lnTo>
                    <a:pt x="1144505" y="0"/>
                  </a:lnTo>
                  <a:lnTo>
                    <a:pt x="1183298" y="0"/>
                  </a:lnTo>
                  <a:lnTo>
                    <a:pt x="1222091" y="0"/>
                  </a:lnTo>
                  <a:lnTo>
                    <a:pt x="1260884" y="0"/>
                  </a:lnTo>
                  <a:lnTo>
                    <a:pt x="1299677" y="0"/>
                  </a:lnTo>
                  <a:lnTo>
                    <a:pt x="1338470" y="0"/>
                  </a:lnTo>
                  <a:lnTo>
                    <a:pt x="1377263" y="0"/>
                  </a:lnTo>
                  <a:lnTo>
                    <a:pt x="1416056" y="0"/>
                  </a:lnTo>
                  <a:lnTo>
                    <a:pt x="1454849" y="0"/>
                  </a:lnTo>
                  <a:lnTo>
                    <a:pt x="1493642" y="0"/>
                  </a:lnTo>
                  <a:lnTo>
                    <a:pt x="1532435" y="0"/>
                  </a:lnTo>
                  <a:lnTo>
                    <a:pt x="1571228" y="0"/>
                  </a:lnTo>
                  <a:lnTo>
                    <a:pt x="1610021" y="0"/>
                  </a:lnTo>
                  <a:lnTo>
                    <a:pt x="1648815" y="0"/>
                  </a:lnTo>
                  <a:lnTo>
                    <a:pt x="1687608" y="0"/>
                  </a:lnTo>
                  <a:lnTo>
                    <a:pt x="1726401" y="0"/>
                  </a:lnTo>
                  <a:lnTo>
                    <a:pt x="1765194" y="0"/>
                  </a:lnTo>
                  <a:lnTo>
                    <a:pt x="1803987" y="0"/>
                  </a:lnTo>
                  <a:lnTo>
                    <a:pt x="1842780" y="0"/>
                  </a:lnTo>
                  <a:lnTo>
                    <a:pt x="1881573" y="0"/>
                  </a:lnTo>
                  <a:lnTo>
                    <a:pt x="1920366" y="0"/>
                  </a:lnTo>
                  <a:lnTo>
                    <a:pt x="1959159" y="0"/>
                  </a:lnTo>
                  <a:lnTo>
                    <a:pt x="1997952" y="0"/>
                  </a:lnTo>
                  <a:lnTo>
                    <a:pt x="2036745" y="0"/>
                  </a:lnTo>
                  <a:lnTo>
                    <a:pt x="2075538" y="0"/>
                  </a:lnTo>
                  <a:lnTo>
                    <a:pt x="2114331" y="0"/>
                  </a:lnTo>
                  <a:lnTo>
                    <a:pt x="2153124" y="0"/>
                  </a:lnTo>
                  <a:lnTo>
                    <a:pt x="2191917" y="0"/>
                  </a:lnTo>
                  <a:lnTo>
                    <a:pt x="2230710" y="0"/>
                  </a:lnTo>
                  <a:lnTo>
                    <a:pt x="2269503" y="0"/>
                  </a:lnTo>
                  <a:lnTo>
                    <a:pt x="2308296" y="0"/>
                  </a:lnTo>
                  <a:lnTo>
                    <a:pt x="2347089" y="0"/>
                  </a:lnTo>
                  <a:lnTo>
                    <a:pt x="2385882" y="0"/>
                  </a:lnTo>
                  <a:lnTo>
                    <a:pt x="2424676" y="0"/>
                  </a:lnTo>
                  <a:lnTo>
                    <a:pt x="2463469" y="0"/>
                  </a:lnTo>
                  <a:lnTo>
                    <a:pt x="2502262" y="0"/>
                  </a:lnTo>
                  <a:lnTo>
                    <a:pt x="2541055" y="0"/>
                  </a:lnTo>
                  <a:lnTo>
                    <a:pt x="2579848" y="0"/>
                  </a:lnTo>
                  <a:lnTo>
                    <a:pt x="2618641" y="0"/>
                  </a:lnTo>
                  <a:lnTo>
                    <a:pt x="2657434" y="0"/>
                  </a:lnTo>
                  <a:lnTo>
                    <a:pt x="2696227" y="0"/>
                  </a:lnTo>
                  <a:lnTo>
                    <a:pt x="2735020" y="0"/>
                  </a:lnTo>
                  <a:lnTo>
                    <a:pt x="2773813" y="0"/>
                  </a:lnTo>
                  <a:lnTo>
                    <a:pt x="2812606" y="0"/>
                  </a:lnTo>
                  <a:lnTo>
                    <a:pt x="2851399" y="0"/>
                  </a:lnTo>
                  <a:lnTo>
                    <a:pt x="2890192" y="0"/>
                  </a:lnTo>
                  <a:lnTo>
                    <a:pt x="2928985" y="0"/>
                  </a:lnTo>
                  <a:lnTo>
                    <a:pt x="2967778" y="0"/>
                  </a:lnTo>
                  <a:lnTo>
                    <a:pt x="3006571" y="0"/>
                  </a:lnTo>
                  <a:lnTo>
                    <a:pt x="3045364" y="0"/>
                  </a:lnTo>
                  <a:lnTo>
                    <a:pt x="3084157" y="0"/>
                  </a:lnTo>
                  <a:lnTo>
                    <a:pt x="3122950" y="0"/>
                  </a:lnTo>
                  <a:lnTo>
                    <a:pt x="3161743" y="0"/>
                  </a:lnTo>
                  <a:lnTo>
                    <a:pt x="3200537" y="0"/>
                  </a:lnTo>
                  <a:lnTo>
                    <a:pt x="3239330" y="0"/>
                  </a:lnTo>
                  <a:lnTo>
                    <a:pt x="3278123" y="0"/>
                  </a:lnTo>
                  <a:lnTo>
                    <a:pt x="3316916" y="0"/>
                  </a:lnTo>
                  <a:lnTo>
                    <a:pt x="3355709" y="0"/>
                  </a:lnTo>
                  <a:lnTo>
                    <a:pt x="3394502" y="0"/>
                  </a:lnTo>
                  <a:lnTo>
                    <a:pt x="3433295" y="0"/>
                  </a:lnTo>
                  <a:lnTo>
                    <a:pt x="3472088" y="0"/>
                  </a:lnTo>
                  <a:lnTo>
                    <a:pt x="3501561" y="0"/>
                  </a:lnTo>
                  <a:lnTo>
                    <a:pt x="3501561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" name="ph20"/>
            <p:cNvSpPr/>
            <p:nvPr/>
          </p:nvSpPr>
          <p:spPr>
            <a:xfrm>
              <a:off x="5854343" y="7933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" name="ph21"/>
            <p:cNvSpPr/>
            <p:nvPr/>
          </p:nvSpPr>
          <p:spPr>
            <a:xfrm>
              <a:off x="5866855" y="7933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" name="ph22"/>
            <p:cNvSpPr/>
            <p:nvPr/>
          </p:nvSpPr>
          <p:spPr>
            <a:xfrm>
              <a:off x="5879368" y="7933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" name="ph23"/>
            <p:cNvSpPr/>
            <p:nvPr/>
          </p:nvSpPr>
          <p:spPr>
            <a:xfrm>
              <a:off x="5904392" y="7933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" name="ph24"/>
            <p:cNvSpPr/>
            <p:nvPr/>
          </p:nvSpPr>
          <p:spPr>
            <a:xfrm>
              <a:off x="5916904" y="7933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" name="ph25"/>
            <p:cNvSpPr/>
            <p:nvPr/>
          </p:nvSpPr>
          <p:spPr>
            <a:xfrm>
              <a:off x="5929417" y="7933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" name="ph26"/>
            <p:cNvSpPr/>
            <p:nvPr/>
          </p:nvSpPr>
          <p:spPr>
            <a:xfrm>
              <a:off x="6504985" y="7933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" name="ph27"/>
            <p:cNvSpPr/>
            <p:nvPr/>
          </p:nvSpPr>
          <p:spPr>
            <a:xfrm>
              <a:off x="6517497" y="7933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" name="ph28"/>
            <p:cNvSpPr/>
            <p:nvPr/>
          </p:nvSpPr>
          <p:spPr>
            <a:xfrm>
              <a:off x="6530011" y="7933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" name="ph29"/>
            <p:cNvSpPr/>
            <p:nvPr/>
          </p:nvSpPr>
          <p:spPr>
            <a:xfrm>
              <a:off x="5829317" y="80877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" name="ph30"/>
            <p:cNvSpPr/>
            <p:nvPr/>
          </p:nvSpPr>
          <p:spPr>
            <a:xfrm>
              <a:off x="5841831" y="80877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" name="ph31"/>
            <p:cNvSpPr/>
            <p:nvPr/>
          </p:nvSpPr>
          <p:spPr>
            <a:xfrm>
              <a:off x="5854343" y="80877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" name="ph32"/>
            <p:cNvSpPr/>
            <p:nvPr/>
          </p:nvSpPr>
          <p:spPr>
            <a:xfrm>
              <a:off x="5866855" y="80877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" name="ph33"/>
            <p:cNvSpPr/>
            <p:nvPr/>
          </p:nvSpPr>
          <p:spPr>
            <a:xfrm>
              <a:off x="5879368" y="80877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" name="ph34"/>
            <p:cNvSpPr/>
            <p:nvPr/>
          </p:nvSpPr>
          <p:spPr>
            <a:xfrm>
              <a:off x="5891880" y="80877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" name="ph35"/>
            <p:cNvSpPr/>
            <p:nvPr/>
          </p:nvSpPr>
          <p:spPr>
            <a:xfrm>
              <a:off x="5904392" y="80877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" name="ph36"/>
            <p:cNvSpPr/>
            <p:nvPr/>
          </p:nvSpPr>
          <p:spPr>
            <a:xfrm>
              <a:off x="5916904" y="80877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" name="ph37"/>
            <p:cNvSpPr/>
            <p:nvPr/>
          </p:nvSpPr>
          <p:spPr>
            <a:xfrm>
              <a:off x="5929417" y="80877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" name="ph38"/>
            <p:cNvSpPr/>
            <p:nvPr/>
          </p:nvSpPr>
          <p:spPr>
            <a:xfrm>
              <a:off x="6492473" y="80877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" name="ph39"/>
            <p:cNvSpPr/>
            <p:nvPr/>
          </p:nvSpPr>
          <p:spPr>
            <a:xfrm>
              <a:off x="6504985" y="80877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" name="ph40"/>
            <p:cNvSpPr/>
            <p:nvPr/>
          </p:nvSpPr>
          <p:spPr>
            <a:xfrm>
              <a:off x="6517497" y="80877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" name="ph41"/>
            <p:cNvSpPr/>
            <p:nvPr/>
          </p:nvSpPr>
          <p:spPr>
            <a:xfrm>
              <a:off x="6530011" y="80877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" name="ph42"/>
            <p:cNvSpPr/>
            <p:nvPr/>
          </p:nvSpPr>
          <p:spPr>
            <a:xfrm>
              <a:off x="6542523" y="80877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" name="ph43"/>
            <p:cNvSpPr/>
            <p:nvPr/>
          </p:nvSpPr>
          <p:spPr>
            <a:xfrm>
              <a:off x="5816805" y="8241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" name="ph44"/>
            <p:cNvSpPr/>
            <p:nvPr/>
          </p:nvSpPr>
          <p:spPr>
            <a:xfrm>
              <a:off x="5829317" y="8241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" name="ph45"/>
            <p:cNvSpPr/>
            <p:nvPr/>
          </p:nvSpPr>
          <p:spPr>
            <a:xfrm>
              <a:off x="5841831" y="8241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" name="ph46"/>
            <p:cNvSpPr/>
            <p:nvPr/>
          </p:nvSpPr>
          <p:spPr>
            <a:xfrm>
              <a:off x="5854343" y="8241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" name="ph47"/>
            <p:cNvSpPr/>
            <p:nvPr/>
          </p:nvSpPr>
          <p:spPr>
            <a:xfrm>
              <a:off x="5866855" y="8241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8" name="ph48"/>
            <p:cNvSpPr/>
            <p:nvPr/>
          </p:nvSpPr>
          <p:spPr>
            <a:xfrm>
              <a:off x="5879368" y="8241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9" name="ph49"/>
            <p:cNvSpPr/>
            <p:nvPr/>
          </p:nvSpPr>
          <p:spPr>
            <a:xfrm>
              <a:off x="5891880" y="8241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0" name="ph50"/>
            <p:cNvSpPr/>
            <p:nvPr/>
          </p:nvSpPr>
          <p:spPr>
            <a:xfrm>
              <a:off x="5904392" y="8241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1" name="ph51"/>
            <p:cNvSpPr/>
            <p:nvPr/>
          </p:nvSpPr>
          <p:spPr>
            <a:xfrm>
              <a:off x="5916904" y="8241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2" name="ph52"/>
            <p:cNvSpPr/>
            <p:nvPr/>
          </p:nvSpPr>
          <p:spPr>
            <a:xfrm>
              <a:off x="5929417" y="8241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3" name="ph53"/>
            <p:cNvSpPr/>
            <p:nvPr/>
          </p:nvSpPr>
          <p:spPr>
            <a:xfrm>
              <a:off x="5941929" y="8241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4" name="ph54"/>
            <p:cNvSpPr/>
            <p:nvPr/>
          </p:nvSpPr>
          <p:spPr>
            <a:xfrm>
              <a:off x="6492473" y="8241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5" name="ph55"/>
            <p:cNvSpPr/>
            <p:nvPr/>
          </p:nvSpPr>
          <p:spPr>
            <a:xfrm>
              <a:off x="6504985" y="8241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6" name="ph56"/>
            <p:cNvSpPr/>
            <p:nvPr/>
          </p:nvSpPr>
          <p:spPr>
            <a:xfrm>
              <a:off x="6517497" y="8241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7" name="ph57"/>
            <p:cNvSpPr/>
            <p:nvPr/>
          </p:nvSpPr>
          <p:spPr>
            <a:xfrm>
              <a:off x="6530011" y="8241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8" name="ph58"/>
            <p:cNvSpPr/>
            <p:nvPr/>
          </p:nvSpPr>
          <p:spPr>
            <a:xfrm>
              <a:off x="6542523" y="8241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9" name="ph59"/>
            <p:cNvSpPr/>
            <p:nvPr/>
          </p:nvSpPr>
          <p:spPr>
            <a:xfrm>
              <a:off x="5754244" y="8395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0" name="ph60"/>
            <p:cNvSpPr/>
            <p:nvPr/>
          </p:nvSpPr>
          <p:spPr>
            <a:xfrm>
              <a:off x="5766756" y="8395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1" name="ph61"/>
            <p:cNvSpPr/>
            <p:nvPr/>
          </p:nvSpPr>
          <p:spPr>
            <a:xfrm>
              <a:off x="5779268" y="8395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2" name="ph62"/>
            <p:cNvSpPr/>
            <p:nvPr/>
          </p:nvSpPr>
          <p:spPr>
            <a:xfrm>
              <a:off x="5791781" y="8395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3" name="ph63"/>
            <p:cNvSpPr/>
            <p:nvPr/>
          </p:nvSpPr>
          <p:spPr>
            <a:xfrm>
              <a:off x="5804293" y="8395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4" name="ph64"/>
            <p:cNvSpPr/>
            <p:nvPr/>
          </p:nvSpPr>
          <p:spPr>
            <a:xfrm>
              <a:off x="5816805" y="8395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5" name="ph65"/>
            <p:cNvSpPr/>
            <p:nvPr/>
          </p:nvSpPr>
          <p:spPr>
            <a:xfrm>
              <a:off x="5829317" y="8395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6" name="ph66"/>
            <p:cNvSpPr/>
            <p:nvPr/>
          </p:nvSpPr>
          <p:spPr>
            <a:xfrm>
              <a:off x="5841831" y="8395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7" name="ph67"/>
            <p:cNvSpPr/>
            <p:nvPr/>
          </p:nvSpPr>
          <p:spPr>
            <a:xfrm>
              <a:off x="5854343" y="8395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8" name="ph68"/>
            <p:cNvSpPr/>
            <p:nvPr/>
          </p:nvSpPr>
          <p:spPr>
            <a:xfrm>
              <a:off x="5866855" y="8395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9" name="ph69"/>
            <p:cNvSpPr/>
            <p:nvPr/>
          </p:nvSpPr>
          <p:spPr>
            <a:xfrm>
              <a:off x="5879368" y="8395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0" name="ph70"/>
            <p:cNvSpPr/>
            <p:nvPr/>
          </p:nvSpPr>
          <p:spPr>
            <a:xfrm>
              <a:off x="5891880" y="8395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1" name="ph71"/>
            <p:cNvSpPr/>
            <p:nvPr/>
          </p:nvSpPr>
          <p:spPr>
            <a:xfrm>
              <a:off x="5904392" y="8395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2" name="ph72"/>
            <p:cNvSpPr/>
            <p:nvPr/>
          </p:nvSpPr>
          <p:spPr>
            <a:xfrm>
              <a:off x="5916904" y="8395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3" name="ph73"/>
            <p:cNvSpPr/>
            <p:nvPr/>
          </p:nvSpPr>
          <p:spPr>
            <a:xfrm>
              <a:off x="5929417" y="8395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4" name="ph74"/>
            <p:cNvSpPr/>
            <p:nvPr/>
          </p:nvSpPr>
          <p:spPr>
            <a:xfrm>
              <a:off x="6504985" y="8395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5" name="ph75"/>
            <p:cNvSpPr/>
            <p:nvPr/>
          </p:nvSpPr>
          <p:spPr>
            <a:xfrm>
              <a:off x="6517497" y="8395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6" name="ph76"/>
            <p:cNvSpPr/>
            <p:nvPr/>
          </p:nvSpPr>
          <p:spPr>
            <a:xfrm>
              <a:off x="6530011" y="8395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7" name="ph77"/>
            <p:cNvSpPr/>
            <p:nvPr/>
          </p:nvSpPr>
          <p:spPr>
            <a:xfrm>
              <a:off x="5716707" y="8549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8" name="ph78"/>
            <p:cNvSpPr/>
            <p:nvPr/>
          </p:nvSpPr>
          <p:spPr>
            <a:xfrm>
              <a:off x="5729219" y="8549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9" name="ph79"/>
            <p:cNvSpPr/>
            <p:nvPr/>
          </p:nvSpPr>
          <p:spPr>
            <a:xfrm>
              <a:off x="5741732" y="8549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0" name="ph80"/>
            <p:cNvSpPr/>
            <p:nvPr/>
          </p:nvSpPr>
          <p:spPr>
            <a:xfrm>
              <a:off x="5754244" y="8549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1" name="ph81"/>
            <p:cNvSpPr/>
            <p:nvPr/>
          </p:nvSpPr>
          <p:spPr>
            <a:xfrm>
              <a:off x="5766756" y="8549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2" name="ph82"/>
            <p:cNvSpPr/>
            <p:nvPr/>
          </p:nvSpPr>
          <p:spPr>
            <a:xfrm>
              <a:off x="5779268" y="8549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3" name="ph83"/>
            <p:cNvSpPr/>
            <p:nvPr/>
          </p:nvSpPr>
          <p:spPr>
            <a:xfrm>
              <a:off x="5791781" y="8549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4" name="ph84"/>
            <p:cNvSpPr/>
            <p:nvPr/>
          </p:nvSpPr>
          <p:spPr>
            <a:xfrm>
              <a:off x="5804293" y="8549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5" name="ph85"/>
            <p:cNvSpPr/>
            <p:nvPr/>
          </p:nvSpPr>
          <p:spPr>
            <a:xfrm>
              <a:off x="5816805" y="8549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6" name="ph86"/>
            <p:cNvSpPr/>
            <p:nvPr/>
          </p:nvSpPr>
          <p:spPr>
            <a:xfrm>
              <a:off x="5829317" y="8549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7" name="ph87"/>
            <p:cNvSpPr/>
            <p:nvPr/>
          </p:nvSpPr>
          <p:spPr>
            <a:xfrm>
              <a:off x="5841831" y="8549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8" name="ph88"/>
            <p:cNvSpPr/>
            <p:nvPr/>
          </p:nvSpPr>
          <p:spPr>
            <a:xfrm>
              <a:off x="5854343" y="8549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9" name="ph89"/>
            <p:cNvSpPr/>
            <p:nvPr/>
          </p:nvSpPr>
          <p:spPr>
            <a:xfrm>
              <a:off x="5866855" y="8549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0" name="ph90"/>
            <p:cNvSpPr/>
            <p:nvPr/>
          </p:nvSpPr>
          <p:spPr>
            <a:xfrm>
              <a:off x="5879368" y="8549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1" name="ph91"/>
            <p:cNvSpPr/>
            <p:nvPr/>
          </p:nvSpPr>
          <p:spPr>
            <a:xfrm>
              <a:off x="5891880" y="8549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2" name="ph92"/>
            <p:cNvSpPr/>
            <p:nvPr/>
          </p:nvSpPr>
          <p:spPr>
            <a:xfrm>
              <a:off x="5904392" y="8549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3" name="ph93"/>
            <p:cNvSpPr/>
            <p:nvPr/>
          </p:nvSpPr>
          <p:spPr>
            <a:xfrm>
              <a:off x="5916904" y="8549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4" name="ph94"/>
            <p:cNvSpPr/>
            <p:nvPr/>
          </p:nvSpPr>
          <p:spPr>
            <a:xfrm>
              <a:off x="6517497" y="8549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5" name="ph95"/>
            <p:cNvSpPr/>
            <p:nvPr/>
          </p:nvSpPr>
          <p:spPr>
            <a:xfrm>
              <a:off x="5704195" y="8702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6" name="ph96"/>
            <p:cNvSpPr/>
            <p:nvPr/>
          </p:nvSpPr>
          <p:spPr>
            <a:xfrm>
              <a:off x="5716707" y="8702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7" name="ph97"/>
            <p:cNvSpPr/>
            <p:nvPr/>
          </p:nvSpPr>
          <p:spPr>
            <a:xfrm>
              <a:off x="5729219" y="8702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8" name="ph98"/>
            <p:cNvSpPr/>
            <p:nvPr/>
          </p:nvSpPr>
          <p:spPr>
            <a:xfrm>
              <a:off x="5741732" y="8702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9" name="ph99"/>
            <p:cNvSpPr/>
            <p:nvPr/>
          </p:nvSpPr>
          <p:spPr>
            <a:xfrm>
              <a:off x="5754244" y="8702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0" name="ph100"/>
            <p:cNvSpPr/>
            <p:nvPr/>
          </p:nvSpPr>
          <p:spPr>
            <a:xfrm>
              <a:off x="5766756" y="8702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1" name="ph101"/>
            <p:cNvSpPr/>
            <p:nvPr/>
          </p:nvSpPr>
          <p:spPr>
            <a:xfrm>
              <a:off x="5779268" y="8702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2" name="ph102"/>
            <p:cNvSpPr/>
            <p:nvPr/>
          </p:nvSpPr>
          <p:spPr>
            <a:xfrm>
              <a:off x="5791781" y="8702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3" name="ph103"/>
            <p:cNvSpPr/>
            <p:nvPr/>
          </p:nvSpPr>
          <p:spPr>
            <a:xfrm>
              <a:off x="5804293" y="8702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4" name="ph104"/>
            <p:cNvSpPr/>
            <p:nvPr/>
          </p:nvSpPr>
          <p:spPr>
            <a:xfrm>
              <a:off x="5816805" y="8702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5" name="ph105"/>
            <p:cNvSpPr/>
            <p:nvPr/>
          </p:nvSpPr>
          <p:spPr>
            <a:xfrm>
              <a:off x="5829317" y="8702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6" name="ph106"/>
            <p:cNvSpPr/>
            <p:nvPr/>
          </p:nvSpPr>
          <p:spPr>
            <a:xfrm>
              <a:off x="5841831" y="8702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7" name="ph107"/>
            <p:cNvSpPr/>
            <p:nvPr/>
          </p:nvSpPr>
          <p:spPr>
            <a:xfrm>
              <a:off x="5854343" y="8702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8" name="ph108"/>
            <p:cNvSpPr/>
            <p:nvPr/>
          </p:nvSpPr>
          <p:spPr>
            <a:xfrm>
              <a:off x="5866855" y="8702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9" name="ph109"/>
            <p:cNvSpPr/>
            <p:nvPr/>
          </p:nvSpPr>
          <p:spPr>
            <a:xfrm>
              <a:off x="5879368" y="8702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0" name="ph110"/>
            <p:cNvSpPr/>
            <p:nvPr/>
          </p:nvSpPr>
          <p:spPr>
            <a:xfrm>
              <a:off x="5679169" y="8856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1" name="ph111"/>
            <p:cNvSpPr/>
            <p:nvPr/>
          </p:nvSpPr>
          <p:spPr>
            <a:xfrm>
              <a:off x="5691683" y="8856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2" name="ph112"/>
            <p:cNvSpPr/>
            <p:nvPr/>
          </p:nvSpPr>
          <p:spPr>
            <a:xfrm>
              <a:off x="5704195" y="8856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3" name="ph113"/>
            <p:cNvSpPr/>
            <p:nvPr/>
          </p:nvSpPr>
          <p:spPr>
            <a:xfrm>
              <a:off x="5716707" y="8856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4" name="ph114"/>
            <p:cNvSpPr/>
            <p:nvPr/>
          </p:nvSpPr>
          <p:spPr>
            <a:xfrm>
              <a:off x="5729219" y="8856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5" name="ph115"/>
            <p:cNvSpPr/>
            <p:nvPr/>
          </p:nvSpPr>
          <p:spPr>
            <a:xfrm>
              <a:off x="5741732" y="8856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6" name="ph116"/>
            <p:cNvSpPr/>
            <p:nvPr/>
          </p:nvSpPr>
          <p:spPr>
            <a:xfrm>
              <a:off x="5754244" y="8856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7" name="ph117"/>
            <p:cNvSpPr/>
            <p:nvPr/>
          </p:nvSpPr>
          <p:spPr>
            <a:xfrm>
              <a:off x="5766756" y="8856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8" name="ph118"/>
            <p:cNvSpPr/>
            <p:nvPr/>
          </p:nvSpPr>
          <p:spPr>
            <a:xfrm>
              <a:off x="5779268" y="8856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9" name="ph119"/>
            <p:cNvSpPr/>
            <p:nvPr/>
          </p:nvSpPr>
          <p:spPr>
            <a:xfrm>
              <a:off x="5791781" y="8856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0" name="ph120"/>
            <p:cNvSpPr/>
            <p:nvPr/>
          </p:nvSpPr>
          <p:spPr>
            <a:xfrm>
              <a:off x="5804293" y="8856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1" name="ph121"/>
            <p:cNvSpPr/>
            <p:nvPr/>
          </p:nvSpPr>
          <p:spPr>
            <a:xfrm>
              <a:off x="5816805" y="8856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2" name="ph122"/>
            <p:cNvSpPr/>
            <p:nvPr/>
          </p:nvSpPr>
          <p:spPr>
            <a:xfrm>
              <a:off x="5829317" y="8856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3" name="ph123"/>
            <p:cNvSpPr/>
            <p:nvPr/>
          </p:nvSpPr>
          <p:spPr>
            <a:xfrm>
              <a:off x="5841831" y="8856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4" name="ph124"/>
            <p:cNvSpPr/>
            <p:nvPr/>
          </p:nvSpPr>
          <p:spPr>
            <a:xfrm>
              <a:off x="5641632" y="9010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5" name="ph125"/>
            <p:cNvSpPr/>
            <p:nvPr/>
          </p:nvSpPr>
          <p:spPr>
            <a:xfrm>
              <a:off x="5654145" y="9010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6" name="ph126"/>
            <p:cNvSpPr/>
            <p:nvPr/>
          </p:nvSpPr>
          <p:spPr>
            <a:xfrm>
              <a:off x="5666657" y="9010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7" name="ph127"/>
            <p:cNvSpPr/>
            <p:nvPr/>
          </p:nvSpPr>
          <p:spPr>
            <a:xfrm>
              <a:off x="5679169" y="9010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8" name="ph128"/>
            <p:cNvSpPr/>
            <p:nvPr/>
          </p:nvSpPr>
          <p:spPr>
            <a:xfrm>
              <a:off x="5691683" y="9010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9" name="ph129"/>
            <p:cNvSpPr/>
            <p:nvPr/>
          </p:nvSpPr>
          <p:spPr>
            <a:xfrm>
              <a:off x="5704195" y="9010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0" name="ph130"/>
            <p:cNvSpPr/>
            <p:nvPr/>
          </p:nvSpPr>
          <p:spPr>
            <a:xfrm>
              <a:off x="5716707" y="9010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1" name="ph131"/>
            <p:cNvSpPr/>
            <p:nvPr/>
          </p:nvSpPr>
          <p:spPr>
            <a:xfrm>
              <a:off x="5729219" y="9010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2" name="ph132"/>
            <p:cNvSpPr/>
            <p:nvPr/>
          </p:nvSpPr>
          <p:spPr>
            <a:xfrm>
              <a:off x="5741732" y="9010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3" name="ph133"/>
            <p:cNvSpPr/>
            <p:nvPr/>
          </p:nvSpPr>
          <p:spPr>
            <a:xfrm>
              <a:off x="5754244" y="9010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4" name="ph134"/>
            <p:cNvSpPr/>
            <p:nvPr/>
          </p:nvSpPr>
          <p:spPr>
            <a:xfrm>
              <a:off x="5766756" y="9010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5" name="ph135"/>
            <p:cNvSpPr/>
            <p:nvPr/>
          </p:nvSpPr>
          <p:spPr>
            <a:xfrm>
              <a:off x="5779268" y="9010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6" name="ph136"/>
            <p:cNvSpPr/>
            <p:nvPr/>
          </p:nvSpPr>
          <p:spPr>
            <a:xfrm>
              <a:off x="5791781" y="9010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7" name="ph137"/>
            <p:cNvSpPr/>
            <p:nvPr/>
          </p:nvSpPr>
          <p:spPr>
            <a:xfrm>
              <a:off x="5804293" y="9010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8" name="ph138"/>
            <p:cNvSpPr/>
            <p:nvPr/>
          </p:nvSpPr>
          <p:spPr>
            <a:xfrm>
              <a:off x="5616608" y="91640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9" name="ph139"/>
            <p:cNvSpPr/>
            <p:nvPr/>
          </p:nvSpPr>
          <p:spPr>
            <a:xfrm>
              <a:off x="5629120" y="91640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0" name="ph140"/>
            <p:cNvSpPr/>
            <p:nvPr/>
          </p:nvSpPr>
          <p:spPr>
            <a:xfrm>
              <a:off x="5641632" y="91640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1" name="ph141"/>
            <p:cNvSpPr/>
            <p:nvPr/>
          </p:nvSpPr>
          <p:spPr>
            <a:xfrm>
              <a:off x="5654145" y="91640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2" name="ph142"/>
            <p:cNvSpPr/>
            <p:nvPr/>
          </p:nvSpPr>
          <p:spPr>
            <a:xfrm>
              <a:off x="5666657" y="91640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3" name="ph143"/>
            <p:cNvSpPr/>
            <p:nvPr/>
          </p:nvSpPr>
          <p:spPr>
            <a:xfrm>
              <a:off x="5679169" y="91640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4" name="ph144"/>
            <p:cNvSpPr/>
            <p:nvPr/>
          </p:nvSpPr>
          <p:spPr>
            <a:xfrm>
              <a:off x="5691683" y="91640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5" name="ph145"/>
            <p:cNvSpPr/>
            <p:nvPr/>
          </p:nvSpPr>
          <p:spPr>
            <a:xfrm>
              <a:off x="5704195" y="91640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6" name="ph146"/>
            <p:cNvSpPr/>
            <p:nvPr/>
          </p:nvSpPr>
          <p:spPr>
            <a:xfrm>
              <a:off x="5716707" y="91640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7" name="ph147"/>
            <p:cNvSpPr/>
            <p:nvPr/>
          </p:nvSpPr>
          <p:spPr>
            <a:xfrm>
              <a:off x="5729219" y="91640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8" name="ph148"/>
            <p:cNvSpPr/>
            <p:nvPr/>
          </p:nvSpPr>
          <p:spPr>
            <a:xfrm>
              <a:off x="5741732" y="91640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9" name="ph149"/>
            <p:cNvSpPr/>
            <p:nvPr/>
          </p:nvSpPr>
          <p:spPr>
            <a:xfrm>
              <a:off x="5754244" y="91640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0" name="ph150"/>
            <p:cNvSpPr/>
            <p:nvPr/>
          </p:nvSpPr>
          <p:spPr>
            <a:xfrm>
              <a:off x="5604096" y="9317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1" name="ph151"/>
            <p:cNvSpPr/>
            <p:nvPr/>
          </p:nvSpPr>
          <p:spPr>
            <a:xfrm>
              <a:off x="5616608" y="9317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2" name="ph152"/>
            <p:cNvSpPr/>
            <p:nvPr/>
          </p:nvSpPr>
          <p:spPr>
            <a:xfrm>
              <a:off x="5629120" y="9317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3" name="ph153"/>
            <p:cNvSpPr/>
            <p:nvPr/>
          </p:nvSpPr>
          <p:spPr>
            <a:xfrm>
              <a:off x="5641632" y="9317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4" name="ph154"/>
            <p:cNvSpPr/>
            <p:nvPr/>
          </p:nvSpPr>
          <p:spPr>
            <a:xfrm>
              <a:off x="5654145" y="9317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5" name="ph155"/>
            <p:cNvSpPr/>
            <p:nvPr/>
          </p:nvSpPr>
          <p:spPr>
            <a:xfrm>
              <a:off x="5666657" y="9317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6" name="ph156"/>
            <p:cNvSpPr/>
            <p:nvPr/>
          </p:nvSpPr>
          <p:spPr>
            <a:xfrm>
              <a:off x="5679169" y="9317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7" name="ph157"/>
            <p:cNvSpPr/>
            <p:nvPr/>
          </p:nvSpPr>
          <p:spPr>
            <a:xfrm>
              <a:off x="5691683" y="9317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8" name="ph158"/>
            <p:cNvSpPr/>
            <p:nvPr/>
          </p:nvSpPr>
          <p:spPr>
            <a:xfrm>
              <a:off x="5704195" y="9317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9" name="ph159"/>
            <p:cNvSpPr/>
            <p:nvPr/>
          </p:nvSpPr>
          <p:spPr>
            <a:xfrm>
              <a:off x="5716707" y="9317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0" name="ph160"/>
            <p:cNvSpPr/>
            <p:nvPr/>
          </p:nvSpPr>
          <p:spPr>
            <a:xfrm>
              <a:off x="5729219" y="9317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1" name="ph161"/>
            <p:cNvSpPr/>
            <p:nvPr/>
          </p:nvSpPr>
          <p:spPr>
            <a:xfrm>
              <a:off x="5591583" y="9471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2" name="ph162"/>
            <p:cNvSpPr/>
            <p:nvPr/>
          </p:nvSpPr>
          <p:spPr>
            <a:xfrm>
              <a:off x="5604096" y="9471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3" name="ph163"/>
            <p:cNvSpPr/>
            <p:nvPr/>
          </p:nvSpPr>
          <p:spPr>
            <a:xfrm>
              <a:off x="5616608" y="9471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4" name="ph164"/>
            <p:cNvSpPr/>
            <p:nvPr/>
          </p:nvSpPr>
          <p:spPr>
            <a:xfrm>
              <a:off x="5629120" y="9471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5" name="ph165"/>
            <p:cNvSpPr/>
            <p:nvPr/>
          </p:nvSpPr>
          <p:spPr>
            <a:xfrm>
              <a:off x="5641632" y="9471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6" name="ph166"/>
            <p:cNvSpPr/>
            <p:nvPr/>
          </p:nvSpPr>
          <p:spPr>
            <a:xfrm>
              <a:off x="5654145" y="9471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7" name="ph167"/>
            <p:cNvSpPr/>
            <p:nvPr/>
          </p:nvSpPr>
          <p:spPr>
            <a:xfrm>
              <a:off x="5666657" y="9471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8" name="ph168"/>
            <p:cNvSpPr/>
            <p:nvPr/>
          </p:nvSpPr>
          <p:spPr>
            <a:xfrm>
              <a:off x="5679169" y="9471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9" name="ph169"/>
            <p:cNvSpPr/>
            <p:nvPr/>
          </p:nvSpPr>
          <p:spPr>
            <a:xfrm>
              <a:off x="5691683" y="9471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0" name="ph170"/>
            <p:cNvSpPr/>
            <p:nvPr/>
          </p:nvSpPr>
          <p:spPr>
            <a:xfrm>
              <a:off x="5704195" y="9471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1" name="ph171"/>
            <p:cNvSpPr/>
            <p:nvPr/>
          </p:nvSpPr>
          <p:spPr>
            <a:xfrm>
              <a:off x="5579071" y="96253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2" name="ph172"/>
            <p:cNvSpPr/>
            <p:nvPr/>
          </p:nvSpPr>
          <p:spPr>
            <a:xfrm>
              <a:off x="5591583" y="96253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3" name="ph173"/>
            <p:cNvSpPr/>
            <p:nvPr/>
          </p:nvSpPr>
          <p:spPr>
            <a:xfrm>
              <a:off x="5604096" y="96253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4" name="ph174"/>
            <p:cNvSpPr/>
            <p:nvPr/>
          </p:nvSpPr>
          <p:spPr>
            <a:xfrm>
              <a:off x="5616608" y="96253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5" name="ph175"/>
            <p:cNvSpPr/>
            <p:nvPr/>
          </p:nvSpPr>
          <p:spPr>
            <a:xfrm>
              <a:off x="5629120" y="96253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6" name="ph176"/>
            <p:cNvSpPr/>
            <p:nvPr/>
          </p:nvSpPr>
          <p:spPr>
            <a:xfrm>
              <a:off x="5641632" y="96253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7" name="ph177"/>
            <p:cNvSpPr/>
            <p:nvPr/>
          </p:nvSpPr>
          <p:spPr>
            <a:xfrm>
              <a:off x="5654145" y="96253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8" name="ph178"/>
            <p:cNvSpPr/>
            <p:nvPr/>
          </p:nvSpPr>
          <p:spPr>
            <a:xfrm>
              <a:off x="5666657" y="96253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9" name="ph179"/>
            <p:cNvSpPr/>
            <p:nvPr/>
          </p:nvSpPr>
          <p:spPr>
            <a:xfrm>
              <a:off x="5679169" y="96253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0" name="ph180"/>
            <p:cNvSpPr/>
            <p:nvPr/>
          </p:nvSpPr>
          <p:spPr>
            <a:xfrm>
              <a:off x="5541533" y="97791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1" name="ph181"/>
            <p:cNvSpPr/>
            <p:nvPr/>
          </p:nvSpPr>
          <p:spPr>
            <a:xfrm>
              <a:off x="5554047" y="97791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2" name="ph182"/>
            <p:cNvSpPr/>
            <p:nvPr/>
          </p:nvSpPr>
          <p:spPr>
            <a:xfrm>
              <a:off x="5566559" y="97791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3" name="ph183"/>
            <p:cNvSpPr/>
            <p:nvPr/>
          </p:nvSpPr>
          <p:spPr>
            <a:xfrm>
              <a:off x="5579071" y="97791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4" name="ph184"/>
            <p:cNvSpPr/>
            <p:nvPr/>
          </p:nvSpPr>
          <p:spPr>
            <a:xfrm>
              <a:off x="5591583" y="97791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5" name="ph185"/>
            <p:cNvSpPr/>
            <p:nvPr/>
          </p:nvSpPr>
          <p:spPr>
            <a:xfrm>
              <a:off x="5604096" y="97791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6" name="ph186"/>
            <p:cNvSpPr/>
            <p:nvPr/>
          </p:nvSpPr>
          <p:spPr>
            <a:xfrm>
              <a:off x="5616608" y="97791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7" name="ph187"/>
            <p:cNvSpPr/>
            <p:nvPr/>
          </p:nvSpPr>
          <p:spPr>
            <a:xfrm>
              <a:off x="5629120" y="97791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8" name="ph188"/>
            <p:cNvSpPr/>
            <p:nvPr/>
          </p:nvSpPr>
          <p:spPr>
            <a:xfrm>
              <a:off x="5641632" y="97791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9" name="ph189"/>
            <p:cNvSpPr/>
            <p:nvPr/>
          </p:nvSpPr>
          <p:spPr>
            <a:xfrm>
              <a:off x="5654145" y="97791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0" name="ph190"/>
            <p:cNvSpPr/>
            <p:nvPr/>
          </p:nvSpPr>
          <p:spPr>
            <a:xfrm>
              <a:off x="5529021" y="99328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1" name="ph191"/>
            <p:cNvSpPr/>
            <p:nvPr/>
          </p:nvSpPr>
          <p:spPr>
            <a:xfrm>
              <a:off x="5541533" y="99328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2" name="ph192"/>
            <p:cNvSpPr/>
            <p:nvPr/>
          </p:nvSpPr>
          <p:spPr>
            <a:xfrm>
              <a:off x="5554047" y="99328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3" name="ph193"/>
            <p:cNvSpPr/>
            <p:nvPr/>
          </p:nvSpPr>
          <p:spPr>
            <a:xfrm>
              <a:off x="5566559" y="99328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4" name="ph194"/>
            <p:cNvSpPr/>
            <p:nvPr/>
          </p:nvSpPr>
          <p:spPr>
            <a:xfrm>
              <a:off x="5579071" y="99328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5" name="ph195"/>
            <p:cNvSpPr/>
            <p:nvPr/>
          </p:nvSpPr>
          <p:spPr>
            <a:xfrm>
              <a:off x="5591583" y="99328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6" name="ph196"/>
            <p:cNvSpPr/>
            <p:nvPr/>
          </p:nvSpPr>
          <p:spPr>
            <a:xfrm>
              <a:off x="5604096" y="99328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7" name="ph197"/>
            <p:cNvSpPr/>
            <p:nvPr/>
          </p:nvSpPr>
          <p:spPr>
            <a:xfrm>
              <a:off x="5616608" y="99328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8" name="ph198"/>
            <p:cNvSpPr/>
            <p:nvPr/>
          </p:nvSpPr>
          <p:spPr>
            <a:xfrm>
              <a:off x="5629120" y="99328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9" name="ph199"/>
            <p:cNvSpPr/>
            <p:nvPr/>
          </p:nvSpPr>
          <p:spPr>
            <a:xfrm>
              <a:off x="6542523" y="99328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0" name="ph200"/>
            <p:cNvSpPr/>
            <p:nvPr/>
          </p:nvSpPr>
          <p:spPr>
            <a:xfrm>
              <a:off x="5466460" y="100866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1" name="ph201"/>
            <p:cNvSpPr/>
            <p:nvPr/>
          </p:nvSpPr>
          <p:spPr>
            <a:xfrm>
              <a:off x="5478972" y="100866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2" name="ph202"/>
            <p:cNvSpPr/>
            <p:nvPr/>
          </p:nvSpPr>
          <p:spPr>
            <a:xfrm>
              <a:off x="5491484" y="100866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3" name="ph203"/>
            <p:cNvSpPr/>
            <p:nvPr/>
          </p:nvSpPr>
          <p:spPr>
            <a:xfrm>
              <a:off x="5503996" y="100866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4" name="ph204"/>
            <p:cNvSpPr/>
            <p:nvPr/>
          </p:nvSpPr>
          <p:spPr>
            <a:xfrm>
              <a:off x="5516509" y="100866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5" name="ph205"/>
            <p:cNvSpPr/>
            <p:nvPr/>
          </p:nvSpPr>
          <p:spPr>
            <a:xfrm>
              <a:off x="5529021" y="100866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6" name="ph206"/>
            <p:cNvSpPr/>
            <p:nvPr/>
          </p:nvSpPr>
          <p:spPr>
            <a:xfrm>
              <a:off x="5541533" y="100866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7" name="ph207"/>
            <p:cNvSpPr/>
            <p:nvPr/>
          </p:nvSpPr>
          <p:spPr>
            <a:xfrm>
              <a:off x="5554047" y="100866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8" name="ph208"/>
            <p:cNvSpPr/>
            <p:nvPr/>
          </p:nvSpPr>
          <p:spPr>
            <a:xfrm>
              <a:off x="5566559" y="100866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9" name="ph209"/>
            <p:cNvSpPr/>
            <p:nvPr/>
          </p:nvSpPr>
          <p:spPr>
            <a:xfrm>
              <a:off x="5579071" y="100866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0" name="ph210"/>
            <p:cNvSpPr/>
            <p:nvPr/>
          </p:nvSpPr>
          <p:spPr>
            <a:xfrm>
              <a:off x="5591583" y="100866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1" name="ph211"/>
            <p:cNvSpPr/>
            <p:nvPr/>
          </p:nvSpPr>
          <p:spPr>
            <a:xfrm>
              <a:off x="5604096" y="100866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2" name="ph212"/>
            <p:cNvSpPr/>
            <p:nvPr/>
          </p:nvSpPr>
          <p:spPr>
            <a:xfrm>
              <a:off x="5616608" y="100866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3" name="ph213"/>
            <p:cNvSpPr/>
            <p:nvPr/>
          </p:nvSpPr>
          <p:spPr>
            <a:xfrm>
              <a:off x="6504985" y="100866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4" name="ph214"/>
            <p:cNvSpPr/>
            <p:nvPr/>
          </p:nvSpPr>
          <p:spPr>
            <a:xfrm>
              <a:off x="6517497" y="100866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5" name="ph215"/>
            <p:cNvSpPr/>
            <p:nvPr/>
          </p:nvSpPr>
          <p:spPr>
            <a:xfrm>
              <a:off x="6530011" y="100866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6" name="ph216"/>
            <p:cNvSpPr/>
            <p:nvPr/>
          </p:nvSpPr>
          <p:spPr>
            <a:xfrm>
              <a:off x="6542523" y="100866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7" name="ph217"/>
            <p:cNvSpPr/>
            <p:nvPr/>
          </p:nvSpPr>
          <p:spPr>
            <a:xfrm>
              <a:off x="6555035" y="100866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8" name="ph218"/>
            <p:cNvSpPr/>
            <p:nvPr/>
          </p:nvSpPr>
          <p:spPr>
            <a:xfrm>
              <a:off x="5453947" y="1024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9" name="ph219"/>
            <p:cNvSpPr/>
            <p:nvPr/>
          </p:nvSpPr>
          <p:spPr>
            <a:xfrm>
              <a:off x="5466460" y="1024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0" name="ph220"/>
            <p:cNvSpPr/>
            <p:nvPr/>
          </p:nvSpPr>
          <p:spPr>
            <a:xfrm>
              <a:off x="5478972" y="1024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1" name="ph221"/>
            <p:cNvSpPr/>
            <p:nvPr/>
          </p:nvSpPr>
          <p:spPr>
            <a:xfrm>
              <a:off x="5491484" y="1024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2" name="ph222"/>
            <p:cNvSpPr/>
            <p:nvPr/>
          </p:nvSpPr>
          <p:spPr>
            <a:xfrm>
              <a:off x="5503996" y="1024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3" name="ph223"/>
            <p:cNvSpPr/>
            <p:nvPr/>
          </p:nvSpPr>
          <p:spPr>
            <a:xfrm>
              <a:off x="5516509" y="1024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4" name="ph224"/>
            <p:cNvSpPr/>
            <p:nvPr/>
          </p:nvSpPr>
          <p:spPr>
            <a:xfrm>
              <a:off x="5529021" y="1024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5" name="ph225"/>
            <p:cNvSpPr/>
            <p:nvPr/>
          </p:nvSpPr>
          <p:spPr>
            <a:xfrm>
              <a:off x="5541533" y="1024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6" name="ph226"/>
            <p:cNvSpPr/>
            <p:nvPr/>
          </p:nvSpPr>
          <p:spPr>
            <a:xfrm>
              <a:off x="5554047" y="1024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7" name="ph227"/>
            <p:cNvSpPr/>
            <p:nvPr/>
          </p:nvSpPr>
          <p:spPr>
            <a:xfrm>
              <a:off x="5566559" y="1024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8" name="ph228"/>
            <p:cNvSpPr/>
            <p:nvPr/>
          </p:nvSpPr>
          <p:spPr>
            <a:xfrm>
              <a:off x="5579071" y="1024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9" name="ph229"/>
            <p:cNvSpPr/>
            <p:nvPr/>
          </p:nvSpPr>
          <p:spPr>
            <a:xfrm>
              <a:off x="5591583" y="1024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0" name="ph230"/>
            <p:cNvSpPr/>
            <p:nvPr/>
          </p:nvSpPr>
          <p:spPr>
            <a:xfrm>
              <a:off x="5604096" y="1024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1" name="ph231"/>
            <p:cNvSpPr/>
            <p:nvPr/>
          </p:nvSpPr>
          <p:spPr>
            <a:xfrm>
              <a:off x="6404887" y="1024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2" name="ph232"/>
            <p:cNvSpPr/>
            <p:nvPr/>
          </p:nvSpPr>
          <p:spPr>
            <a:xfrm>
              <a:off x="6417399" y="1024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3" name="ph233"/>
            <p:cNvSpPr/>
            <p:nvPr/>
          </p:nvSpPr>
          <p:spPr>
            <a:xfrm>
              <a:off x="6429912" y="1024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4" name="ph234"/>
            <p:cNvSpPr/>
            <p:nvPr/>
          </p:nvSpPr>
          <p:spPr>
            <a:xfrm>
              <a:off x="6442424" y="1024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5" name="ph235"/>
            <p:cNvSpPr/>
            <p:nvPr/>
          </p:nvSpPr>
          <p:spPr>
            <a:xfrm>
              <a:off x="6479961" y="1024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6" name="ph236"/>
            <p:cNvSpPr/>
            <p:nvPr/>
          </p:nvSpPr>
          <p:spPr>
            <a:xfrm>
              <a:off x="6492473" y="1024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48E">
                <a:alpha val="100000"/>
              </a:srgbClr>
            </a:solidFill>
            <a:ln w="5420" cap="flat">
              <a:solidFill>
                <a:srgbClr val="3B54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7" name="ph237"/>
            <p:cNvSpPr/>
            <p:nvPr/>
          </p:nvSpPr>
          <p:spPr>
            <a:xfrm>
              <a:off x="6504985" y="1024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8" name="ph238"/>
            <p:cNvSpPr/>
            <p:nvPr/>
          </p:nvSpPr>
          <p:spPr>
            <a:xfrm>
              <a:off x="6517497" y="1024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9" name="ph239"/>
            <p:cNvSpPr/>
            <p:nvPr/>
          </p:nvSpPr>
          <p:spPr>
            <a:xfrm>
              <a:off x="6530011" y="1024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0" name="ph240"/>
            <p:cNvSpPr/>
            <p:nvPr/>
          </p:nvSpPr>
          <p:spPr>
            <a:xfrm>
              <a:off x="6542523" y="1024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1" name="ph241"/>
            <p:cNvSpPr/>
            <p:nvPr/>
          </p:nvSpPr>
          <p:spPr>
            <a:xfrm>
              <a:off x="6555035" y="1024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2" name="ph242"/>
            <p:cNvSpPr/>
            <p:nvPr/>
          </p:nvSpPr>
          <p:spPr>
            <a:xfrm>
              <a:off x="6567548" y="1024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3" name="ph243"/>
            <p:cNvSpPr/>
            <p:nvPr/>
          </p:nvSpPr>
          <p:spPr>
            <a:xfrm>
              <a:off x="5453947" y="1039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4" name="ph244"/>
            <p:cNvSpPr/>
            <p:nvPr/>
          </p:nvSpPr>
          <p:spPr>
            <a:xfrm>
              <a:off x="5466460" y="1039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5" name="ph245"/>
            <p:cNvSpPr/>
            <p:nvPr/>
          </p:nvSpPr>
          <p:spPr>
            <a:xfrm>
              <a:off x="5478972" y="1039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6" name="ph246"/>
            <p:cNvSpPr/>
            <p:nvPr/>
          </p:nvSpPr>
          <p:spPr>
            <a:xfrm>
              <a:off x="5491484" y="1039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7" name="ph247"/>
            <p:cNvSpPr/>
            <p:nvPr/>
          </p:nvSpPr>
          <p:spPr>
            <a:xfrm>
              <a:off x="5503996" y="1039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8" name="ph248"/>
            <p:cNvSpPr/>
            <p:nvPr/>
          </p:nvSpPr>
          <p:spPr>
            <a:xfrm>
              <a:off x="5516509" y="1039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9" name="ph249"/>
            <p:cNvSpPr/>
            <p:nvPr/>
          </p:nvSpPr>
          <p:spPr>
            <a:xfrm>
              <a:off x="5529021" y="1039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0" name="ph250"/>
            <p:cNvSpPr/>
            <p:nvPr/>
          </p:nvSpPr>
          <p:spPr>
            <a:xfrm>
              <a:off x="5541533" y="1039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1" name="ph251"/>
            <p:cNvSpPr/>
            <p:nvPr/>
          </p:nvSpPr>
          <p:spPr>
            <a:xfrm>
              <a:off x="5554047" y="1039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2" name="ph252"/>
            <p:cNvSpPr/>
            <p:nvPr/>
          </p:nvSpPr>
          <p:spPr>
            <a:xfrm>
              <a:off x="5566559" y="1039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3" name="ph253"/>
            <p:cNvSpPr/>
            <p:nvPr/>
          </p:nvSpPr>
          <p:spPr>
            <a:xfrm>
              <a:off x="5579071" y="1039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4" name="ph254"/>
            <p:cNvSpPr/>
            <p:nvPr/>
          </p:nvSpPr>
          <p:spPr>
            <a:xfrm>
              <a:off x="5591583" y="1039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5" name="ph255"/>
            <p:cNvSpPr/>
            <p:nvPr/>
          </p:nvSpPr>
          <p:spPr>
            <a:xfrm>
              <a:off x="6392375" y="1039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6" name="ph256"/>
            <p:cNvSpPr/>
            <p:nvPr/>
          </p:nvSpPr>
          <p:spPr>
            <a:xfrm>
              <a:off x="6404887" y="1039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7" name="ph257"/>
            <p:cNvSpPr/>
            <p:nvPr/>
          </p:nvSpPr>
          <p:spPr>
            <a:xfrm>
              <a:off x="6417399" y="1039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8" name="ph258"/>
            <p:cNvSpPr/>
            <p:nvPr/>
          </p:nvSpPr>
          <p:spPr>
            <a:xfrm>
              <a:off x="6429912" y="1039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9" name="ph259"/>
            <p:cNvSpPr/>
            <p:nvPr/>
          </p:nvSpPr>
          <p:spPr>
            <a:xfrm>
              <a:off x="6442424" y="1039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0" name="ph260"/>
            <p:cNvSpPr/>
            <p:nvPr/>
          </p:nvSpPr>
          <p:spPr>
            <a:xfrm>
              <a:off x="6454936" y="1039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1" name="ph261"/>
            <p:cNvSpPr/>
            <p:nvPr/>
          </p:nvSpPr>
          <p:spPr>
            <a:xfrm>
              <a:off x="6467448" y="1039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2" name="ph262"/>
            <p:cNvSpPr/>
            <p:nvPr/>
          </p:nvSpPr>
          <p:spPr>
            <a:xfrm>
              <a:off x="6479961" y="1039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3" name="ph263"/>
            <p:cNvSpPr/>
            <p:nvPr/>
          </p:nvSpPr>
          <p:spPr>
            <a:xfrm>
              <a:off x="6492473" y="1039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4" name="ph264"/>
            <p:cNvSpPr/>
            <p:nvPr/>
          </p:nvSpPr>
          <p:spPr>
            <a:xfrm>
              <a:off x="6504985" y="1039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5" name="ph265"/>
            <p:cNvSpPr/>
            <p:nvPr/>
          </p:nvSpPr>
          <p:spPr>
            <a:xfrm>
              <a:off x="6517497" y="1039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6" name="ph266"/>
            <p:cNvSpPr/>
            <p:nvPr/>
          </p:nvSpPr>
          <p:spPr>
            <a:xfrm>
              <a:off x="6530011" y="1039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7" name="ph267"/>
            <p:cNvSpPr/>
            <p:nvPr/>
          </p:nvSpPr>
          <p:spPr>
            <a:xfrm>
              <a:off x="6542523" y="1039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8" name="ph268"/>
            <p:cNvSpPr/>
            <p:nvPr/>
          </p:nvSpPr>
          <p:spPr>
            <a:xfrm>
              <a:off x="6555035" y="1039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9" name="ph269"/>
            <p:cNvSpPr/>
            <p:nvPr/>
          </p:nvSpPr>
          <p:spPr>
            <a:xfrm>
              <a:off x="5453947" y="1054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0" name="ph270"/>
            <p:cNvSpPr/>
            <p:nvPr/>
          </p:nvSpPr>
          <p:spPr>
            <a:xfrm>
              <a:off x="5466460" y="1054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1" name="ph271"/>
            <p:cNvSpPr/>
            <p:nvPr/>
          </p:nvSpPr>
          <p:spPr>
            <a:xfrm>
              <a:off x="5478972" y="1054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2" name="ph272"/>
            <p:cNvSpPr/>
            <p:nvPr/>
          </p:nvSpPr>
          <p:spPr>
            <a:xfrm>
              <a:off x="5491484" y="1054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3" name="ph273"/>
            <p:cNvSpPr/>
            <p:nvPr/>
          </p:nvSpPr>
          <p:spPr>
            <a:xfrm>
              <a:off x="5503996" y="1054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4" name="ph274"/>
            <p:cNvSpPr/>
            <p:nvPr/>
          </p:nvSpPr>
          <p:spPr>
            <a:xfrm>
              <a:off x="5516509" y="1054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5" name="ph275"/>
            <p:cNvSpPr/>
            <p:nvPr/>
          </p:nvSpPr>
          <p:spPr>
            <a:xfrm>
              <a:off x="5529021" y="1054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6" name="ph276"/>
            <p:cNvSpPr/>
            <p:nvPr/>
          </p:nvSpPr>
          <p:spPr>
            <a:xfrm>
              <a:off x="5541533" y="1054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7" name="ph277"/>
            <p:cNvSpPr/>
            <p:nvPr/>
          </p:nvSpPr>
          <p:spPr>
            <a:xfrm>
              <a:off x="5554047" y="1054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8" name="ph278"/>
            <p:cNvSpPr/>
            <p:nvPr/>
          </p:nvSpPr>
          <p:spPr>
            <a:xfrm>
              <a:off x="5566559" y="1054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9" name="ph279"/>
            <p:cNvSpPr/>
            <p:nvPr/>
          </p:nvSpPr>
          <p:spPr>
            <a:xfrm>
              <a:off x="5579071" y="1054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0" name="ph280"/>
            <p:cNvSpPr/>
            <p:nvPr/>
          </p:nvSpPr>
          <p:spPr>
            <a:xfrm>
              <a:off x="5591583" y="1054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1" name="ph281"/>
            <p:cNvSpPr/>
            <p:nvPr/>
          </p:nvSpPr>
          <p:spPr>
            <a:xfrm>
              <a:off x="6292276" y="1054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2" name="ph282"/>
            <p:cNvSpPr/>
            <p:nvPr/>
          </p:nvSpPr>
          <p:spPr>
            <a:xfrm>
              <a:off x="6304788" y="1054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3" name="ph283"/>
            <p:cNvSpPr/>
            <p:nvPr/>
          </p:nvSpPr>
          <p:spPr>
            <a:xfrm>
              <a:off x="6317300" y="1054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4" name="ph284"/>
            <p:cNvSpPr/>
            <p:nvPr/>
          </p:nvSpPr>
          <p:spPr>
            <a:xfrm>
              <a:off x="6329812" y="1054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5" name="ph285"/>
            <p:cNvSpPr/>
            <p:nvPr/>
          </p:nvSpPr>
          <p:spPr>
            <a:xfrm>
              <a:off x="6367349" y="1054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6" name="ph286"/>
            <p:cNvSpPr/>
            <p:nvPr/>
          </p:nvSpPr>
          <p:spPr>
            <a:xfrm>
              <a:off x="6379861" y="1054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7" name="ph287"/>
            <p:cNvSpPr/>
            <p:nvPr/>
          </p:nvSpPr>
          <p:spPr>
            <a:xfrm>
              <a:off x="6392375" y="1054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8" name="ph288"/>
            <p:cNvSpPr/>
            <p:nvPr/>
          </p:nvSpPr>
          <p:spPr>
            <a:xfrm>
              <a:off x="6404887" y="1054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9" name="ph289"/>
            <p:cNvSpPr/>
            <p:nvPr/>
          </p:nvSpPr>
          <p:spPr>
            <a:xfrm>
              <a:off x="6417399" y="1054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0" name="ph290"/>
            <p:cNvSpPr/>
            <p:nvPr/>
          </p:nvSpPr>
          <p:spPr>
            <a:xfrm>
              <a:off x="6429912" y="1054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1" name="ph291"/>
            <p:cNvSpPr/>
            <p:nvPr/>
          </p:nvSpPr>
          <p:spPr>
            <a:xfrm>
              <a:off x="6442424" y="1054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2" name="ph292"/>
            <p:cNvSpPr/>
            <p:nvPr/>
          </p:nvSpPr>
          <p:spPr>
            <a:xfrm>
              <a:off x="6454936" y="1054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3" name="ph293"/>
            <p:cNvSpPr/>
            <p:nvPr/>
          </p:nvSpPr>
          <p:spPr>
            <a:xfrm>
              <a:off x="6467448" y="1054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4" name="ph294"/>
            <p:cNvSpPr/>
            <p:nvPr/>
          </p:nvSpPr>
          <p:spPr>
            <a:xfrm>
              <a:off x="6479961" y="1054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5" name="ph295"/>
            <p:cNvSpPr/>
            <p:nvPr/>
          </p:nvSpPr>
          <p:spPr>
            <a:xfrm>
              <a:off x="6492473" y="1054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6" name="ph296"/>
            <p:cNvSpPr/>
            <p:nvPr/>
          </p:nvSpPr>
          <p:spPr>
            <a:xfrm>
              <a:off x="6504985" y="1054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7" name="ph297"/>
            <p:cNvSpPr/>
            <p:nvPr/>
          </p:nvSpPr>
          <p:spPr>
            <a:xfrm>
              <a:off x="6517497" y="1054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8" name="ph298"/>
            <p:cNvSpPr/>
            <p:nvPr/>
          </p:nvSpPr>
          <p:spPr>
            <a:xfrm>
              <a:off x="6530011" y="1054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9" name="ph299"/>
            <p:cNvSpPr/>
            <p:nvPr/>
          </p:nvSpPr>
          <p:spPr>
            <a:xfrm>
              <a:off x="6542523" y="1054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0" name="ph300"/>
            <p:cNvSpPr/>
            <p:nvPr/>
          </p:nvSpPr>
          <p:spPr>
            <a:xfrm>
              <a:off x="6555035" y="1054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1" name="ph301"/>
            <p:cNvSpPr/>
            <p:nvPr/>
          </p:nvSpPr>
          <p:spPr>
            <a:xfrm>
              <a:off x="5441435" y="1070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2" name="ph302"/>
            <p:cNvSpPr/>
            <p:nvPr/>
          </p:nvSpPr>
          <p:spPr>
            <a:xfrm>
              <a:off x="5453947" y="1070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3" name="ph303"/>
            <p:cNvSpPr/>
            <p:nvPr/>
          </p:nvSpPr>
          <p:spPr>
            <a:xfrm>
              <a:off x="5466460" y="1070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4" name="ph304"/>
            <p:cNvSpPr/>
            <p:nvPr/>
          </p:nvSpPr>
          <p:spPr>
            <a:xfrm>
              <a:off x="5478972" y="1070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5" name="ph305"/>
            <p:cNvSpPr/>
            <p:nvPr/>
          </p:nvSpPr>
          <p:spPr>
            <a:xfrm>
              <a:off x="5491484" y="1070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6" name="ph306"/>
            <p:cNvSpPr/>
            <p:nvPr/>
          </p:nvSpPr>
          <p:spPr>
            <a:xfrm>
              <a:off x="5503996" y="1070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7" name="ph307"/>
            <p:cNvSpPr/>
            <p:nvPr/>
          </p:nvSpPr>
          <p:spPr>
            <a:xfrm>
              <a:off x="5516509" y="1070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8" name="ph308"/>
            <p:cNvSpPr/>
            <p:nvPr/>
          </p:nvSpPr>
          <p:spPr>
            <a:xfrm>
              <a:off x="5529021" y="1070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9" name="ph309"/>
            <p:cNvSpPr/>
            <p:nvPr/>
          </p:nvSpPr>
          <p:spPr>
            <a:xfrm>
              <a:off x="5541533" y="1070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0" name="ph310"/>
            <p:cNvSpPr/>
            <p:nvPr/>
          </p:nvSpPr>
          <p:spPr>
            <a:xfrm>
              <a:off x="5554047" y="1070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1" name="ph311"/>
            <p:cNvSpPr/>
            <p:nvPr/>
          </p:nvSpPr>
          <p:spPr>
            <a:xfrm>
              <a:off x="5566559" y="1070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2" name="ph312"/>
            <p:cNvSpPr/>
            <p:nvPr/>
          </p:nvSpPr>
          <p:spPr>
            <a:xfrm>
              <a:off x="5579071" y="1070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3" name="ph313"/>
            <p:cNvSpPr/>
            <p:nvPr/>
          </p:nvSpPr>
          <p:spPr>
            <a:xfrm>
              <a:off x="6279763" y="1070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4" name="ph314"/>
            <p:cNvSpPr/>
            <p:nvPr/>
          </p:nvSpPr>
          <p:spPr>
            <a:xfrm>
              <a:off x="6292276" y="1070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5" name="ph315"/>
            <p:cNvSpPr/>
            <p:nvPr/>
          </p:nvSpPr>
          <p:spPr>
            <a:xfrm>
              <a:off x="6304788" y="1070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6" name="ph316"/>
            <p:cNvSpPr/>
            <p:nvPr/>
          </p:nvSpPr>
          <p:spPr>
            <a:xfrm>
              <a:off x="6317300" y="1070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7" name="ph317"/>
            <p:cNvSpPr/>
            <p:nvPr/>
          </p:nvSpPr>
          <p:spPr>
            <a:xfrm>
              <a:off x="6329812" y="1070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8" name="ph318"/>
            <p:cNvSpPr/>
            <p:nvPr/>
          </p:nvSpPr>
          <p:spPr>
            <a:xfrm>
              <a:off x="6342325" y="1070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9" name="ph319"/>
            <p:cNvSpPr/>
            <p:nvPr/>
          </p:nvSpPr>
          <p:spPr>
            <a:xfrm>
              <a:off x="6354837" y="1070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0" name="ph320"/>
            <p:cNvSpPr/>
            <p:nvPr/>
          </p:nvSpPr>
          <p:spPr>
            <a:xfrm>
              <a:off x="6367349" y="1070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1" name="ph321"/>
            <p:cNvSpPr/>
            <p:nvPr/>
          </p:nvSpPr>
          <p:spPr>
            <a:xfrm>
              <a:off x="6379861" y="1070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2" name="ph322"/>
            <p:cNvSpPr/>
            <p:nvPr/>
          </p:nvSpPr>
          <p:spPr>
            <a:xfrm>
              <a:off x="6392375" y="1070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3" name="ph323"/>
            <p:cNvSpPr/>
            <p:nvPr/>
          </p:nvSpPr>
          <p:spPr>
            <a:xfrm>
              <a:off x="6404887" y="1070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4" name="ph324"/>
            <p:cNvSpPr/>
            <p:nvPr/>
          </p:nvSpPr>
          <p:spPr>
            <a:xfrm>
              <a:off x="6417399" y="1070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5" name="ph325"/>
            <p:cNvSpPr/>
            <p:nvPr/>
          </p:nvSpPr>
          <p:spPr>
            <a:xfrm>
              <a:off x="6429912" y="1070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6" name="ph326"/>
            <p:cNvSpPr/>
            <p:nvPr/>
          </p:nvSpPr>
          <p:spPr>
            <a:xfrm>
              <a:off x="6442424" y="1070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7" name="ph327"/>
            <p:cNvSpPr/>
            <p:nvPr/>
          </p:nvSpPr>
          <p:spPr>
            <a:xfrm>
              <a:off x="6454936" y="1070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8" name="ph328"/>
            <p:cNvSpPr/>
            <p:nvPr/>
          </p:nvSpPr>
          <p:spPr>
            <a:xfrm>
              <a:off x="6467448" y="1070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9" name="ph329"/>
            <p:cNvSpPr/>
            <p:nvPr/>
          </p:nvSpPr>
          <p:spPr>
            <a:xfrm>
              <a:off x="6479961" y="1070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0" name="ph330"/>
            <p:cNvSpPr/>
            <p:nvPr/>
          </p:nvSpPr>
          <p:spPr>
            <a:xfrm>
              <a:off x="6492473" y="1070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1" name="ph331"/>
            <p:cNvSpPr/>
            <p:nvPr/>
          </p:nvSpPr>
          <p:spPr>
            <a:xfrm>
              <a:off x="6504985" y="1070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2" name="ph332"/>
            <p:cNvSpPr/>
            <p:nvPr/>
          </p:nvSpPr>
          <p:spPr>
            <a:xfrm>
              <a:off x="6517497" y="1070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3" name="ph333"/>
            <p:cNvSpPr/>
            <p:nvPr/>
          </p:nvSpPr>
          <p:spPr>
            <a:xfrm>
              <a:off x="6530011" y="1070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4" name="ph334"/>
            <p:cNvSpPr/>
            <p:nvPr/>
          </p:nvSpPr>
          <p:spPr>
            <a:xfrm>
              <a:off x="6542523" y="1070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5" name="ph335"/>
            <p:cNvSpPr/>
            <p:nvPr/>
          </p:nvSpPr>
          <p:spPr>
            <a:xfrm>
              <a:off x="6555035" y="1070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6" name="ph336"/>
            <p:cNvSpPr/>
            <p:nvPr/>
          </p:nvSpPr>
          <p:spPr>
            <a:xfrm>
              <a:off x="5416411" y="1085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7" name="ph337"/>
            <p:cNvSpPr/>
            <p:nvPr/>
          </p:nvSpPr>
          <p:spPr>
            <a:xfrm>
              <a:off x="5428923" y="1085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8" name="ph338"/>
            <p:cNvSpPr/>
            <p:nvPr/>
          </p:nvSpPr>
          <p:spPr>
            <a:xfrm>
              <a:off x="5441435" y="1085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9" name="ph339"/>
            <p:cNvSpPr/>
            <p:nvPr/>
          </p:nvSpPr>
          <p:spPr>
            <a:xfrm>
              <a:off x="5453947" y="1085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0" name="ph340"/>
            <p:cNvSpPr/>
            <p:nvPr/>
          </p:nvSpPr>
          <p:spPr>
            <a:xfrm>
              <a:off x="5466460" y="1085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1" name="ph341"/>
            <p:cNvSpPr/>
            <p:nvPr/>
          </p:nvSpPr>
          <p:spPr>
            <a:xfrm>
              <a:off x="5478972" y="1085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2" name="ph342"/>
            <p:cNvSpPr/>
            <p:nvPr/>
          </p:nvSpPr>
          <p:spPr>
            <a:xfrm>
              <a:off x="5491484" y="1085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3" name="ph343"/>
            <p:cNvSpPr/>
            <p:nvPr/>
          </p:nvSpPr>
          <p:spPr>
            <a:xfrm>
              <a:off x="5503996" y="1085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4" name="ph344"/>
            <p:cNvSpPr/>
            <p:nvPr/>
          </p:nvSpPr>
          <p:spPr>
            <a:xfrm>
              <a:off x="5516509" y="1085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5" name="ph345"/>
            <p:cNvSpPr/>
            <p:nvPr/>
          </p:nvSpPr>
          <p:spPr>
            <a:xfrm>
              <a:off x="5529021" y="1085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6" name="ph346"/>
            <p:cNvSpPr/>
            <p:nvPr/>
          </p:nvSpPr>
          <p:spPr>
            <a:xfrm>
              <a:off x="5541533" y="1085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7" name="ph347"/>
            <p:cNvSpPr/>
            <p:nvPr/>
          </p:nvSpPr>
          <p:spPr>
            <a:xfrm>
              <a:off x="6279763" y="1085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8" name="ph348"/>
            <p:cNvSpPr/>
            <p:nvPr/>
          </p:nvSpPr>
          <p:spPr>
            <a:xfrm>
              <a:off x="6292276" y="1085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9" name="ph349"/>
            <p:cNvSpPr/>
            <p:nvPr/>
          </p:nvSpPr>
          <p:spPr>
            <a:xfrm>
              <a:off x="6304788" y="1085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0" name="ph350"/>
            <p:cNvSpPr/>
            <p:nvPr/>
          </p:nvSpPr>
          <p:spPr>
            <a:xfrm>
              <a:off x="6317300" y="1085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1" name="ph351"/>
            <p:cNvSpPr/>
            <p:nvPr/>
          </p:nvSpPr>
          <p:spPr>
            <a:xfrm>
              <a:off x="6329812" y="1085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2" name="ph352"/>
            <p:cNvSpPr/>
            <p:nvPr/>
          </p:nvSpPr>
          <p:spPr>
            <a:xfrm>
              <a:off x="6342325" y="1085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3" name="ph353"/>
            <p:cNvSpPr/>
            <p:nvPr/>
          </p:nvSpPr>
          <p:spPr>
            <a:xfrm>
              <a:off x="6354837" y="1085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4" name="ph354"/>
            <p:cNvSpPr/>
            <p:nvPr/>
          </p:nvSpPr>
          <p:spPr>
            <a:xfrm>
              <a:off x="6367349" y="1085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5" name="ph355"/>
            <p:cNvSpPr/>
            <p:nvPr/>
          </p:nvSpPr>
          <p:spPr>
            <a:xfrm>
              <a:off x="6379861" y="1085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6" name="ph356"/>
            <p:cNvSpPr/>
            <p:nvPr/>
          </p:nvSpPr>
          <p:spPr>
            <a:xfrm>
              <a:off x="6392375" y="1085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7" name="ph357"/>
            <p:cNvSpPr/>
            <p:nvPr/>
          </p:nvSpPr>
          <p:spPr>
            <a:xfrm>
              <a:off x="6404887" y="1085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8" name="ph358"/>
            <p:cNvSpPr/>
            <p:nvPr/>
          </p:nvSpPr>
          <p:spPr>
            <a:xfrm>
              <a:off x="6417399" y="1085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9" name="ph359"/>
            <p:cNvSpPr/>
            <p:nvPr/>
          </p:nvSpPr>
          <p:spPr>
            <a:xfrm>
              <a:off x="6429912" y="1085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0" name="ph360"/>
            <p:cNvSpPr/>
            <p:nvPr/>
          </p:nvSpPr>
          <p:spPr>
            <a:xfrm>
              <a:off x="6442424" y="1085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1" name="ph361"/>
            <p:cNvSpPr/>
            <p:nvPr/>
          </p:nvSpPr>
          <p:spPr>
            <a:xfrm>
              <a:off x="6454936" y="1085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2" name="ph362"/>
            <p:cNvSpPr/>
            <p:nvPr/>
          </p:nvSpPr>
          <p:spPr>
            <a:xfrm>
              <a:off x="6467448" y="1085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3" name="ph363"/>
            <p:cNvSpPr/>
            <p:nvPr/>
          </p:nvSpPr>
          <p:spPr>
            <a:xfrm>
              <a:off x="6479961" y="1085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4" name="ph364"/>
            <p:cNvSpPr/>
            <p:nvPr/>
          </p:nvSpPr>
          <p:spPr>
            <a:xfrm>
              <a:off x="6492473" y="1085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5" name="ph365"/>
            <p:cNvSpPr/>
            <p:nvPr/>
          </p:nvSpPr>
          <p:spPr>
            <a:xfrm>
              <a:off x="6504985" y="1085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6" name="ph366"/>
            <p:cNvSpPr/>
            <p:nvPr/>
          </p:nvSpPr>
          <p:spPr>
            <a:xfrm>
              <a:off x="6517497" y="1085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7" name="ph367"/>
            <p:cNvSpPr/>
            <p:nvPr/>
          </p:nvSpPr>
          <p:spPr>
            <a:xfrm>
              <a:off x="6530011" y="1085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8" name="ph368"/>
            <p:cNvSpPr/>
            <p:nvPr/>
          </p:nvSpPr>
          <p:spPr>
            <a:xfrm>
              <a:off x="6542523" y="1085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9" name="ph369"/>
            <p:cNvSpPr/>
            <p:nvPr/>
          </p:nvSpPr>
          <p:spPr>
            <a:xfrm>
              <a:off x="6555035" y="1085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0" name="ph370"/>
            <p:cNvSpPr/>
            <p:nvPr/>
          </p:nvSpPr>
          <p:spPr>
            <a:xfrm>
              <a:off x="5416411" y="1100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1" name="ph371"/>
            <p:cNvSpPr/>
            <p:nvPr/>
          </p:nvSpPr>
          <p:spPr>
            <a:xfrm>
              <a:off x="5428923" y="1100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2" name="ph372"/>
            <p:cNvSpPr/>
            <p:nvPr/>
          </p:nvSpPr>
          <p:spPr>
            <a:xfrm>
              <a:off x="5441435" y="1100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3" name="ph373"/>
            <p:cNvSpPr/>
            <p:nvPr/>
          </p:nvSpPr>
          <p:spPr>
            <a:xfrm>
              <a:off x="5453947" y="1100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4" name="ph374"/>
            <p:cNvSpPr/>
            <p:nvPr/>
          </p:nvSpPr>
          <p:spPr>
            <a:xfrm>
              <a:off x="5466460" y="1100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5" name="ph375"/>
            <p:cNvSpPr/>
            <p:nvPr/>
          </p:nvSpPr>
          <p:spPr>
            <a:xfrm>
              <a:off x="5478972" y="1100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6" name="ph376"/>
            <p:cNvSpPr/>
            <p:nvPr/>
          </p:nvSpPr>
          <p:spPr>
            <a:xfrm>
              <a:off x="5491484" y="1100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7" name="ph377"/>
            <p:cNvSpPr/>
            <p:nvPr/>
          </p:nvSpPr>
          <p:spPr>
            <a:xfrm>
              <a:off x="5503996" y="1100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8" name="ph378"/>
            <p:cNvSpPr/>
            <p:nvPr/>
          </p:nvSpPr>
          <p:spPr>
            <a:xfrm>
              <a:off x="5516509" y="1100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9" name="ph379"/>
            <p:cNvSpPr/>
            <p:nvPr/>
          </p:nvSpPr>
          <p:spPr>
            <a:xfrm>
              <a:off x="6279763" y="1100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0" name="ph380"/>
            <p:cNvSpPr/>
            <p:nvPr/>
          </p:nvSpPr>
          <p:spPr>
            <a:xfrm>
              <a:off x="6292276" y="1100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1" name="ph381"/>
            <p:cNvSpPr/>
            <p:nvPr/>
          </p:nvSpPr>
          <p:spPr>
            <a:xfrm>
              <a:off x="6304788" y="1100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2" name="ph382"/>
            <p:cNvSpPr/>
            <p:nvPr/>
          </p:nvSpPr>
          <p:spPr>
            <a:xfrm>
              <a:off x="6317300" y="1100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3" name="ph383"/>
            <p:cNvSpPr/>
            <p:nvPr/>
          </p:nvSpPr>
          <p:spPr>
            <a:xfrm>
              <a:off x="6329812" y="1100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4" name="ph384"/>
            <p:cNvSpPr/>
            <p:nvPr/>
          </p:nvSpPr>
          <p:spPr>
            <a:xfrm>
              <a:off x="6342325" y="1100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5" name="ph385"/>
            <p:cNvSpPr/>
            <p:nvPr/>
          </p:nvSpPr>
          <p:spPr>
            <a:xfrm>
              <a:off x="6354837" y="1100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6" name="ph386"/>
            <p:cNvSpPr/>
            <p:nvPr/>
          </p:nvSpPr>
          <p:spPr>
            <a:xfrm>
              <a:off x="6367349" y="1100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7" name="ph387"/>
            <p:cNvSpPr/>
            <p:nvPr/>
          </p:nvSpPr>
          <p:spPr>
            <a:xfrm>
              <a:off x="6379861" y="1100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8" name="ph388"/>
            <p:cNvSpPr/>
            <p:nvPr/>
          </p:nvSpPr>
          <p:spPr>
            <a:xfrm>
              <a:off x="6392375" y="1100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9" name="ph389"/>
            <p:cNvSpPr/>
            <p:nvPr/>
          </p:nvSpPr>
          <p:spPr>
            <a:xfrm>
              <a:off x="6404887" y="1100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0" name="ph390"/>
            <p:cNvSpPr/>
            <p:nvPr/>
          </p:nvSpPr>
          <p:spPr>
            <a:xfrm>
              <a:off x="6417399" y="1100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1" name="ph391"/>
            <p:cNvSpPr/>
            <p:nvPr/>
          </p:nvSpPr>
          <p:spPr>
            <a:xfrm>
              <a:off x="6429912" y="1100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2" name="ph392"/>
            <p:cNvSpPr/>
            <p:nvPr/>
          </p:nvSpPr>
          <p:spPr>
            <a:xfrm>
              <a:off x="6442424" y="1100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3" name="ph393"/>
            <p:cNvSpPr/>
            <p:nvPr/>
          </p:nvSpPr>
          <p:spPr>
            <a:xfrm>
              <a:off x="6454936" y="1100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4" name="ph394"/>
            <p:cNvSpPr/>
            <p:nvPr/>
          </p:nvSpPr>
          <p:spPr>
            <a:xfrm>
              <a:off x="6467448" y="1100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F89">
                <a:alpha val="100000"/>
              </a:srgbClr>
            </a:solidFill>
            <a:ln w="5420" cap="flat">
              <a:solidFill>
                <a:srgbClr val="3B4F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5" name="ph395"/>
            <p:cNvSpPr/>
            <p:nvPr/>
          </p:nvSpPr>
          <p:spPr>
            <a:xfrm>
              <a:off x="6479961" y="1100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F89">
                <a:alpha val="100000"/>
              </a:srgbClr>
            </a:solidFill>
            <a:ln w="5420" cap="flat">
              <a:solidFill>
                <a:srgbClr val="3B4F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6" name="ph396"/>
            <p:cNvSpPr/>
            <p:nvPr/>
          </p:nvSpPr>
          <p:spPr>
            <a:xfrm>
              <a:off x="6492473" y="1100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7" name="ph397"/>
            <p:cNvSpPr/>
            <p:nvPr/>
          </p:nvSpPr>
          <p:spPr>
            <a:xfrm>
              <a:off x="6504985" y="1100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8" name="ph398"/>
            <p:cNvSpPr/>
            <p:nvPr/>
          </p:nvSpPr>
          <p:spPr>
            <a:xfrm>
              <a:off x="6517497" y="1100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9" name="ph399"/>
            <p:cNvSpPr/>
            <p:nvPr/>
          </p:nvSpPr>
          <p:spPr>
            <a:xfrm>
              <a:off x="6530011" y="1100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0" name="ph400"/>
            <p:cNvSpPr/>
            <p:nvPr/>
          </p:nvSpPr>
          <p:spPr>
            <a:xfrm>
              <a:off x="6542523" y="1100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1" name="ph401"/>
            <p:cNvSpPr/>
            <p:nvPr/>
          </p:nvSpPr>
          <p:spPr>
            <a:xfrm>
              <a:off x="6555035" y="1100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2" name="ph402"/>
            <p:cNvSpPr/>
            <p:nvPr/>
          </p:nvSpPr>
          <p:spPr>
            <a:xfrm>
              <a:off x="6567548" y="1100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3" name="ph403"/>
            <p:cNvSpPr/>
            <p:nvPr/>
          </p:nvSpPr>
          <p:spPr>
            <a:xfrm>
              <a:off x="5416411" y="11162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4" name="ph404"/>
            <p:cNvSpPr/>
            <p:nvPr/>
          </p:nvSpPr>
          <p:spPr>
            <a:xfrm>
              <a:off x="5428923" y="11162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5" name="ph405"/>
            <p:cNvSpPr/>
            <p:nvPr/>
          </p:nvSpPr>
          <p:spPr>
            <a:xfrm>
              <a:off x="5441435" y="11162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6" name="ph406"/>
            <p:cNvSpPr/>
            <p:nvPr/>
          </p:nvSpPr>
          <p:spPr>
            <a:xfrm>
              <a:off x="5453947" y="11162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7" name="ph407"/>
            <p:cNvSpPr/>
            <p:nvPr/>
          </p:nvSpPr>
          <p:spPr>
            <a:xfrm>
              <a:off x="5466460" y="11162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8" name="ph408"/>
            <p:cNvSpPr/>
            <p:nvPr/>
          </p:nvSpPr>
          <p:spPr>
            <a:xfrm>
              <a:off x="5478972" y="11162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9" name="ph409"/>
            <p:cNvSpPr/>
            <p:nvPr/>
          </p:nvSpPr>
          <p:spPr>
            <a:xfrm>
              <a:off x="6267251" y="11162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0" name="ph410"/>
            <p:cNvSpPr/>
            <p:nvPr/>
          </p:nvSpPr>
          <p:spPr>
            <a:xfrm>
              <a:off x="6279763" y="11162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1" name="ph411"/>
            <p:cNvSpPr/>
            <p:nvPr/>
          </p:nvSpPr>
          <p:spPr>
            <a:xfrm>
              <a:off x="6292276" y="11162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2" name="ph412"/>
            <p:cNvSpPr/>
            <p:nvPr/>
          </p:nvSpPr>
          <p:spPr>
            <a:xfrm>
              <a:off x="6304788" y="11162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3" name="ph413"/>
            <p:cNvSpPr/>
            <p:nvPr/>
          </p:nvSpPr>
          <p:spPr>
            <a:xfrm>
              <a:off x="6317300" y="11162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4" name="ph414"/>
            <p:cNvSpPr/>
            <p:nvPr/>
          </p:nvSpPr>
          <p:spPr>
            <a:xfrm>
              <a:off x="6329812" y="11162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5" name="ph415"/>
            <p:cNvSpPr/>
            <p:nvPr/>
          </p:nvSpPr>
          <p:spPr>
            <a:xfrm>
              <a:off x="6342325" y="11162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6" name="ph416"/>
            <p:cNvSpPr/>
            <p:nvPr/>
          </p:nvSpPr>
          <p:spPr>
            <a:xfrm>
              <a:off x="6354837" y="11162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7" name="ph417"/>
            <p:cNvSpPr/>
            <p:nvPr/>
          </p:nvSpPr>
          <p:spPr>
            <a:xfrm>
              <a:off x="6367349" y="11162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8" name="ph418"/>
            <p:cNvSpPr/>
            <p:nvPr/>
          </p:nvSpPr>
          <p:spPr>
            <a:xfrm>
              <a:off x="6379861" y="11162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9" name="ph419"/>
            <p:cNvSpPr/>
            <p:nvPr/>
          </p:nvSpPr>
          <p:spPr>
            <a:xfrm>
              <a:off x="6392375" y="11162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0" name="ph420"/>
            <p:cNvSpPr/>
            <p:nvPr/>
          </p:nvSpPr>
          <p:spPr>
            <a:xfrm>
              <a:off x="6454936" y="11162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1" name="ph421"/>
            <p:cNvSpPr/>
            <p:nvPr/>
          </p:nvSpPr>
          <p:spPr>
            <a:xfrm>
              <a:off x="6467448" y="11162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2" name="ph422"/>
            <p:cNvSpPr/>
            <p:nvPr/>
          </p:nvSpPr>
          <p:spPr>
            <a:xfrm>
              <a:off x="6479961" y="11162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3" name="ph423"/>
            <p:cNvSpPr/>
            <p:nvPr/>
          </p:nvSpPr>
          <p:spPr>
            <a:xfrm>
              <a:off x="6492473" y="11162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4" name="ph424"/>
            <p:cNvSpPr/>
            <p:nvPr/>
          </p:nvSpPr>
          <p:spPr>
            <a:xfrm>
              <a:off x="6504985" y="11162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5" name="ph425"/>
            <p:cNvSpPr/>
            <p:nvPr/>
          </p:nvSpPr>
          <p:spPr>
            <a:xfrm>
              <a:off x="6517497" y="11162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6" name="ph426"/>
            <p:cNvSpPr/>
            <p:nvPr/>
          </p:nvSpPr>
          <p:spPr>
            <a:xfrm>
              <a:off x="6530011" y="11162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7" name="ph427"/>
            <p:cNvSpPr/>
            <p:nvPr/>
          </p:nvSpPr>
          <p:spPr>
            <a:xfrm>
              <a:off x="6542523" y="11162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8" name="ph428"/>
            <p:cNvSpPr/>
            <p:nvPr/>
          </p:nvSpPr>
          <p:spPr>
            <a:xfrm>
              <a:off x="6555035" y="11162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9" name="ph429"/>
            <p:cNvSpPr/>
            <p:nvPr/>
          </p:nvSpPr>
          <p:spPr>
            <a:xfrm>
              <a:off x="5416411" y="11316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0" name="ph430"/>
            <p:cNvSpPr/>
            <p:nvPr/>
          </p:nvSpPr>
          <p:spPr>
            <a:xfrm>
              <a:off x="5428923" y="11316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1" name="ph431"/>
            <p:cNvSpPr/>
            <p:nvPr/>
          </p:nvSpPr>
          <p:spPr>
            <a:xfrm>
              <a:off x="5441435" y="11316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2" name="ph432"/>
            <p:cNvSpPr/>
            <p:nvPr/>
          </p:nvSpPr>
          <p:spPr>
            <a:xfrm>
              <a:off x="5453947" y="11316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3" name="ph433"/>
            <p:cNvSpPr/>
            <p:nvPr/>
          </p:nvSpPr>
          <p:spPr>
            <a:xfrm>
              <a:off x="6217201" y="11316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4" name="ph434"/>
            <p:cNvSpPr/>
            <p:nvPr/>
          </p:nvSpPr>
          <p:spPr>
            <a:xfrm>
              <a:off x="6229713" y="11316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D84">
                <a:alpha val="100000"/>
              </a:srgbClr>
            </a:solidFill>
            <a:ln w="5420" cap="flat">
              <a:solidFill>
                <a:srgbClr val="3C4D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5" name="ph435"/>
            <p:cNvSpPr/>
            <p:nvPr/>
          </p:nvSpPr>
          <p:spPr>
            <a:xfrm>
              <a:off x="6242225" y="11316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6" name="ph436"/>
            <p:cNvSpPr/>
            <p:nvPr/>
          </p:nvSpPr>
          <p:spPr>
            <a:xfrm>
              <a:off x="6254739" y="11316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7" name="ph437"/>
            <p:cNvSpPr/>
            <p:nvPr/>
          </p:nvSpPr>
          <p:spPr>
            <a:xfrm>
              <a:off x="6267251" y="11316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8" name="ph438"/>
            <p:cNvSpPr/>
            <p:nvPr/>
          </p:nvSpPr>
          <p:spPr>
            <a:xfrm>
              <a:off x="6279763" y="11316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9" name="ph439"/>
            <p:cNvSpPr/>
            <p:nvPr/>
          </p:nvSpPr>
          <p:spPr>
            <a:xfrm>
              <a:off x="6292276" y="11316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0" name="ph440"/>
            <p:cNvSpPr/>
            <p:nvPr/>
          </p:nvSpPr>
          <p:spPr>
            <a:xfrm>
              <a:off x="6304788" y="11316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1" name="ph441"/>
            <p:cNvSpPr/>
            <p:nvPr/>
          </p:nvSpPr>
          <p:spPr>
            <a:xfrm>
              <a:off x="6317300" y="11316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2" name="ph442"/>
            <p:cNvSpPr/>
            <p:nvPr/>
          </p:nvSpPr>
          <p:spPr>
            <a:xfrm>
              <a:off x="6329812" y="11316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3" name="ph443"/>
            <p:cNvSpPr/>
            <p:nvPr/>
          </p:nvSpPr>
          <p:spPr>
            <a:xfrm>
              <a:off x="6429912" y="11316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4" name="ph444"/>
            <p:cNvSpPr/>
            <p:nvPr/>
          </p:nvSpPr>
          <p:spPr>
            <a:xfrm>
              <a:off x="6442424" y="11316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5" name="ph445"/>
            <p:cNvSpPr/>
            <p:nvPr/>
          </p:nvSpPr>
          <p:spPr>
            <a:xfrm>
              <a:off x="6454936" y="11316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6" name="ph446"/>
            <p:cNvSpPr/>
            <p:nvPr/>
          </p:nvSpPr>
          <p:spPr>
            <a:xfrm>
              <a:off x="6467448" y="11316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7" name="ph447"/>
            <p:cNvSpPr/>
            <p:nvPr/>
          </p:nvSpPr>
          <p:spPr>
            <a:xfrm>
              <a:off x="6479961" y="11316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8" name="ph448"/>
            <p:cNvSpPr/>
            <p:nvPr/>
          </p:nvSpPr>
          <p:spPr>
            <a:xfrm>
              <a:off x="6492473" y="11316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9" name="ph449"/>
            <p:cNvSpPr/>
            <p:nvPr/>
          </p:nvSpPr>
          <p:spPr>
            <a:xfrm>
              <a:off x="6504985" y="11316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0" name="ph450"/>
            <p:cNvSpPr/>
            <p:nvPr/>
          </p:nvSpPr>
          <p:spPr>
            <a:xfrm>
              <a:off x="6517497" y="11316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1" name="ph451"/>
            <p:cNvSpPr/>
            <p:nvPr/>
          </p:nvSpPr>
          <p:spPr>
            <a:xfrm>
              <a:off x="6530011" y="11316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2" name="ph452"/>
            <p:cNvSpPr/>
            <p:nvPr/>
          </p:nvSpPr>
          <p:spPr>
            <a:xfrm>
              <a:off x="6542523" y="11316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3" name="ph453"/>
            <p:cNvSpPr/>
            <p:nvPr/>
          </p:nvSpPr>
          <p:spPr>
            <a:xfrm>
              <a:off x="6092077" y="11470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4" name="ph454"/>
            <p:cNvSpPr/>
            <p:nvPr/>
          </p:nvSpPr>
          <p:spPr>
            <a:xfrm>
              <a:off x="6104589" y="11470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5" name="ph455"/>
            <p:cNvSpPr/>
            <p:nvPr/>
          </p:nvSpPr>
          <p:spPr>
            <a:xfrm>
              <a:off x="6117103" y="11470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6" name="ph456"/>
            <p:cNvSpPr/>
            <p:nvPr/>
          </p:nvSpPr>
          <p:spPr>
            <a:xfrm>
              <a:off x="6129615" y="11470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7" name="ph457"/>
            <p:cNvSpPr/>
            <p:nvPr/>
          </p:nvSpPr>
          <p:spPr>
            <a:xfrm>
              <a:off x="6142127" y="11470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8" name="ph458"/>
            <p:cNvSpPr/>
            <p:nvPr/>
          </p:nvSpPr>
          <p:spPr>
            <a:xfrm>
              <a:off x="6154640" y="11470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9" name="ph459"/>
            <p:cNvSpPr/>
            <p:nvPr/>
          </p:nvSpPr>
          <p:spPr>
            <a:xfrm>
              <a:off x="6167152" y="11470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0" name="ph460"/>
            <p:cNvSpPr/>
            <p:nvPr/>
          </p:nvSpPr>
          <p:spPr>
            <a:xfrm>
              <a:off x="6179664" y="11470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1" name="ph461"/>
            <p:cNvSpPr/>
            <p:nvPr/>
          </p:nvSpPr>
          <p:spPr>
            <a:xfrm>
              <a:off x="6192176" y="11470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2" name="ph462"/>
            <p:cNvSpPr/>
            <p:nvPr/>
          </p:nvSpPr>
          <p:spPr>
            <a:xfrm>
              <a:off x="6204689" y="11470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3" name="ph463"/>
            <p:cNvSpPr/>
            <p:nvPr/>
          </p:nvSpPr>
          <p:spPr>
            <a:xfrm>
              <a:off x="6217201" y="11470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4" name="ph464"/>
            <p:cNvSpPr/>
            <p:nvPr/>
          </p:nvSpPr>
          <p:spPr>
            <a:xfrm>
              <a:off x="6229713" y="11470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5" name="ph465"/>
            <p:cNvSpPr/>
            <p:nvPr/>
          </p:nvSpPr>
          <p:spPr>
            <a:xfrm>
              <a:off x="6242225" y="11470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6" name="ph466"/>
            <p:cNvSpPr/>
            <p:nvPr/>
          </p:nvSpPr>
          <p:spPr>
            <a:xfrm>
              <a:off x="6254739" y="11470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7" name="ph467"/>
            <p:cNvSpPr/>
            <p:nvPr/>
          </p:nvSpPr>
          <p:spPr>
            <a:xfrm>
              <a:off x="6267251" y="11470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8" name="ph468"/>
            <p:cNvSpPr/>
            <p:nvPr/>
          </p:nvSpPr>
          <p:spPr>
            <a:xfrm>
              <a:off x="6279763" y="11470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9" name="ph469"/>
            <p:cNvSpPr/>
            <p:nvPr/>
          </p:nvSpPr>
          <p:spPr>
            <a:xfrm>
              <a:off x="6292276" y="11470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0" name="ph470"/>
            <p:cNvSpPr/>
            <p:nvPr/>
          </p:nvSpPr>
          <p:spPr>
            <a:xfrm>
              <a:off x="6304788" y="11470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1" name="ph471"/>
            <p:cNvSpPr/>
            <p:nvPr/>
          </p:nvSpPr>
          <p:spPr>
            <a:xfrm>
              <a:off x="6317300" y="11470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2" name="ph472"/>
            <p:cNvSpPr/>
            <p:nvPr/>
          </p:nvSpPr>
          <p:spPr>
            <a:xfrm>
              <a:off x="6329812" y="11470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3" name="ph473"/>
            <p:cNvSpPr/>
            <p:nvPr/>
          </p:nvSpPr>
          <p:spPr>
            <a:xfrm>
              <a:off x="6404887" y="11470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4" name="ph474"/>
            <p:cNvSpPr/>
            <p:nvPr/>
          </p:nvSpPr>
          <p:spPr>
            <a:xfrm>
              <a:off x="6417399" y="11470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5" name="ph475"/>
            <p:cNvSpPr/>
            <p:nvPr/>
          </p:nvSpPr>
          <p:spPr>
            <a:xfrm>
              <a:off x="6429912" y="11470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6" name="ph476"/>
            <p:cNvSpPr/>
            <p:nvPr/>
          </p:nvSpPr>
          <p:spPr>
            <a:xfrm>
              <a:off x="6442424" y="11470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7" name="ph477"/>
            <p:cNvSpPr/>
            <p:nvPr/>
          </p:nvSpPr>
          <p:spPr>
            <a:xfrm>
              <a:off x="6454936" y="11470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8" name="ph478"/>
            <p:cNvSpPr/>
            <p:nvPr/>
          </p:nvSpPr>
          <p:spPr>
            <a:xfrm>
              <a:off x="6467448" y="11470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9" name="ph479"/>
            <p:cNvSpPr/>
            <p:nvPr/>
          </p:nvSpPr>
          <p:spPr>
            <a:xfrm>
              <a:off x="6479961" y="11470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D85">
                <a:alpha val="100000"/>
              </a:srgbClr>
            </a:solidFill>
            <a:ln w="5420" cap="flat">
              <a:solidFill>
                <a:srgbClr val="3B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80" name="ph480"/>
            <p:cNvSpPr/>
            <p:nvPr/>
          </p:nvSpPr>
          <p:spPr>
            <a:xfrm>
              <a:off x="6492473" y="11470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81" name="ph481"/>
            <p:cNvSpPr/>
            <p:nvPr/>
          </p:nvSpPr>
          <p:spPr>
            <a:xfrm>
              <a:off x="6504985" y="11470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82" name="ph482"/>
            <p:cNvSpPr/>
            <p:nvPr/>
          </p:nvSpPr>
          <p:spPr>
            <a:xfrm>
              <a:off x="6517497" y="11470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83" name="ph483"/>
            <p:cNvSpPr/>
            <p:nvPr/>
          </p:nvSpPr>
          <p:spPr>
            <a:xfrm>
              <a:off x="6079565" y="11624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84" name="ph484"/>
            <p:cNvSpPr/>
            <p:nvPr/>
          </p:nvSpPr>
          <p:spPr>
            <a:xfrm>
              <a:off x="6092077" y="11624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85" name="ph485"/>
            <p:cNvSpPr/>
            <p:nvPr/>
          </p:nvSpPr>
          <p:spPr>
            <a:xfrm>
              <a:off x="6104589" y="11624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86" name="ph486"/>
            <p:cNvSpPr/>
            <p:nvPr/>
          </p:nvSpPr>
          <p:spPr>
            <a:xfrm>
              <a:off x="6117103" y="11624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87" name="ph487"/>
            <p:cNvSpPr/>
            <p:nvPr/>
          </p:nvSpPr>
          <p:spPr>
            <a:xfrm>
              <a:off x="6129615" y="11624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88" name="ph488"/>
            <p:cNvSpPr/>
            <p:nvPr/>
          </p:nvSpPr>
          <p:spPr>
            <a:xfrm>
              <a:off x="6142127" y="11624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89" name="ph489"/>
            <p:cNvSpPr/>
            <p:nvPr/>
          </p:nvSpPr>
          <p:spPr>
            <a:xfrm>
              <a:off x="6154640" y="11624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90" name="ph490"/>
            <p:cNvSpPr/>
            <p:nvPr/>
          </p:nvSpPr>
          <p:spPr>
            <a:xfrm>
              <a:off x="6167152" y="11624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91" name="ph491"/>
            <p:cNvSpPr/>
            <p:nvPr/>
          </p:nvSpPr>
          <p:spPr>
            <a:xfrm>
              <a:off x="6179664" y="11624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92" name="ph492"/>
            <p:cNvSpPr/>
            <p:nvPr/>
          </p:nvSpPr>
          <p:spPr>
            <a:xfrm>
              <a:off x="6192176" y="11624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93" name="ph493"/>
            <p:cNvSpPr/>
            <p:nvPr/>
          </p:nvSpPr>
          <p:spPr>
            <a:xfrm>
              <a:off x="6204689" y="11624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A82">
                <a:alpha val="100000"/>
              </a:srgbClr>
            </a:solidFill>
            <a:ln w="5420" cap="flat">
              <a:solidFill>
                <a:srgbClr val="3C4A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94" name="ph494"/>
            <p:cNvSpPr/>
            <p:nvPr/>
          </p:nvSpPr>
          <p:spPr>
            <a:xfrm>
              <a:off x="6217201" y="11624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95" name="ph495"/>
            <p:cNvSpPr/>
            <p:nvPr/>
          </p:nvSpPr>
          <p:spPr>
            <a:xfrm>
              <a:off x="6229713" y="11624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96" name="ph496"/>
            <p:cNvSpPr/>
            <p:nvPr/>
          </p:nvSpPr>
          <p:spPr>
            <a:xfrm>
              <a:off x="6242225" y="11624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97" name="ph497"/>
            <p:cNvSpPr/>
            <p:nvPr/>
          </p:nvSpPr>
          <p:spPr>
            <a:xfrm>
              <a:off x="6254739" y="11624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98" name="ph498"/>
            <p:cNvSpPr/>
            <p:nvPr/>
          </p:nvSpPr>
          <p:spPr>
            <a:xfrm>
              <a:off x="6267251" y="11624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99" name="ph499"/>
            <p:cNvSpPr/>
            <p:nvPr/>
          </p:nvSpPr>
          <p:spPr>
            <a:xfrm>
              <a:off x="6279763" y="11624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00" name="ph500"/>
            <p:cNvSpPr/>
            <p:nvPr/>
          </p:nvSpPr>
          <p:spPr>
            <a:xfrm>
              <a:off x="6292276" y="11624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01" name="ph501"/>
            <p:cNvSpPr/>
            <p:nvPr/>
          </p:nvSpPr>
          <p:spPr>
            <a:xfrm>
              <a:off x="6304788" y="11624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02" name="ph502"/>
            <p:cNvSpPr/>
            <p:nvPr/>
          </p:nvSpPr>
          <p:spPr>
            <a:xfrm>
              <a:off x="6317300" y="11624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03" name="ph503"/>
            <p:cNvSpPr/>
            <p:nvPr/>
          </p:nvSpPr>
          <p:spPr>
            <a:xfrm>
              <a:off x="6392375" y="11624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04" name="ph504"/>
            <p:cNvSpPr/>
            <p:nvPr/>
          </p:nvSpPr>
          <p:spPr>
            <a:xfrm>
              <a:off x="6404887" y="11624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05" name="ph505"/>
            <p:cNvSpPr/>
            <p:nvPr/>
          </p:nvSpPr>
          <p:spPr>
            <a:xfrm>
              <a:off x="6417399" y="11624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06" name="ph506"/>
            <p:cNvSpPr/>
            <p:nvPr/>
          </p:nvSpPr>
          <p:spPr>
            <a:xfrm>
              <a:off x="6429912" y="11624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07" name="ph507"/>
            <p:cNvSpPr/>
            <p:nvPr/>
          </p:nvSpPr>
          <p:spPr>
            <a:xfrm>
              <a:off x="6442424" y="11624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08" name="ph508"/>
            <p:cNvSpPr/>
            <p:nvPr/>
          </p:nvSpPr>
          <p:spPr>
            <a:xfrm>
              <a:off x="6454936" y="11624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09" name="ph509"/>
            <p:cNvSpPr/>
            <p:nvPr/>
          </p:nvSpPr>
          <p:spPr>
            <a:xfrm>
              <a:off x="6467448" y="11624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10" name="ph510"/>
            <p:cNvSpPr/>
            <p:nvPr/>
          </p:nvSpPr>
          <p:spPr>
            <a:xfrm>
              <a:off x="6479961" y="11624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11" name="ph511"/>
            <p:cNvSpPr/>
            <p:nvPr/>
          </p:nvSpPr>
          <p:spPr>
            <a:xfrm>
              <a:off x="6492473" y="11624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12" name="ph512"/>
            <p:cNvSpPr/>
            <p:nvPr/>
          </p:nvSpPr>
          <p:spPr>
            <a:xfrm>
              <a:off x="6504985" y="11624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13" name="ph513"/>
            <p:cNvSpPr/>
            <p:nvPr/>
          </p:nvSpPr>
          <p:spPr>
            <a:xfrm>
              <a:off x="6067053" y="11777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14" name="ph514"/>
            <p:cNvSpPr/>
            <p:nvPr/>
          </p:nvSpPr>
          <p:spPr>
            <a:xfrm>
              <a:off x="6079565" y="11777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15" name="ph515"/>
            <p:cNvSpPr/>
            <p:nvPr/>
          </p:nvSpPr>
          <p:spPr>
            <a:xfrm>
              <a:off x="6092077" y="11777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16" name="ph516"/>
            <p:cNvSpPr/>
            <p:nvPr/>
          </p:nvSpPr>
          <p:spPr>
            <a:xfrm>
              <a:off x="6104589" y="11777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17" name="ph517"/>
            <p:cNvSpPr/>
            <p:nvPr/>
          </p:nvSpPr>
          <p:spPr>
            <a:xfrm>
              <a:off x="6117103" y="11777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18" name="ph518"/>
            <p:cNvSpPr/>
            <p:nvPr/>
          </p:nvSpPr>
          <p:spPr>
            <a:xfrm>
              <a:off x="6129615" y="11777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19" name="ph519"/>
            <p:cNvSpPr/>
            <p:nvPr/>
          </p:nvSpPr>
          <p:spPr>
            <a:xfrm>
              <a:off x="6142127" y="11777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20" name="ph520"/>
            <p:cNvSpPr/>
            <p:nvPr/>
          </p:nvSpPr>
          <p:spPr>
            <a:xfrm>
              <a:off x="6154640" y="11777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21" name="ph521"/>
            <p:cNvSpPr/>
            <p:nvPr/>
          </p:nvSpPr>
          <p:spPr>
            <a:xfrm>
              <a:off x="6167152" y="11777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22" name="ph522"/>
            <p:cNvSpPr/>
            <p:nvPr/>
          </p:nvSpPr>
          <p:spPr>
            <a:xfrm>
              <a:off x="6179664" y="11777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23" name="ph523"/>
            <p:cNvSpPr/>
            <p:nvPr/>
          </p:nvSpPr>
          <p:spPr>
            <a:xfrm>
              <a:off x="6192176" y="11777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24" name="ph524"/>
            <p:cNvSpPr/>
            <p:nvPr/>
          </p:nvSpPr>
          <p:spPr>
            <a:xfrm>
              <a:off x="6204689" y="11777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25" name="ph525"/>
            <p:cNvSpPr/>
            <p:nvPr/>
          </p:nvSpPr>
          <p:spPr>
            <a:xfrm>
              <a:off x="6217201" y="11777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26" name="ph526"/>
            <p:cNvSpPr/>
            <p:nvPr/>
          </p:nvSpPr>
          <p:spPr>
            <a:xfrm>
              <a:off x="6229713" y="11777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27" name="ph527"/>
            <p:cNvSpPr/>
            <p:nvPr/>
          </p:nvSpPr>
          <p:spPr>
            <a:xfrm>
              <a:off x="6242225" y="11777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28" name="ph528"/>
            <p:cNvSpPr/>
            <p:nvPr/>
          </p:nvSpPr>
          <p:spPr>
            <a:xfrm>
              <a:off x="6254739" y="11777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29" name="ph529"/>
            <p:cNvSpPr/>
            <p:nvPr/>
          </p:nvSpPr>
          <p:spPr>
            <a:xfrm>
              <a:off x="6267251" y="11777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30" name="ph530"/>
            <p:cNvSpPr/>
            <p:nvPr/>
          </p:nvSpPr>
          <p:spPr>
            <a:xfrm>
              <a:off x="6279763" y="11777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D85">
                <a:alpha val="100000"/>
              </a:srgbClr>
            </a:solidFill>
            <a:ln w="5420" cap="flat">
              <a:solidFill>
                <a:srgbClr val="3B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31" name="ph531"/>
            <p:cNvSpPr/>
            <p:nvPr/>
          </p:nvSpPr>
          <p:spPr>
            <a:xfrm>
              <a:off x="6292276" y="11777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32" name="ph532"/>
            <p:cNvSpPr/>
            <p:nvPr/>
          </p:nvSpPr>
          <p:spPr>
            <a:xfrm>
              <a:off x="6304788" y="11777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33" name="ph533"/>
            <p:cNvSpPr/>
            <p:nvPr/>
          </p:nvSpPr>
          <p:spPr>
            <a:xfrm>
              <a:off x="6392375" y="11777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34" name="ph534"/>
            <p:cNvSpPr/>
            <p:nvPr/>
          </p:nvSpPr>
          <p:spPr>
            <a:xfrm>
              <a:off x="6404887" y="11777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35" name="ph535"/>
            <p:cNvSpPr/>
            <p:nvPr/>
          </p:nvSpPr>
          <p:spPr>
            <a:xfrm>
              <a:off x="6417399" y="11777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36" name="ph536"/>
            <p:cNvSpPr/>
            <p:nvPr/>
          </p:nvSpPr>
          <p:spPr>
            <a:xfrm>
              <a:off x="6429912" y="11777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37" name="ph537"/>
            <p:cNvSpPr/>
            <p:nvPr/>
          </p:nvSpPr>
          <p:spPr>
            <a:xfrm>
              <a:off x="6442424" y="11777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38" name="ph538"/>
            <p:cNvSpPr/>
            <p:nvPr/>
          </p:nvSpPr>
          <p:spPr>
            <a:xfrm>
              <a:off x="6454936" y="11777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39" name="ph539"/>
            <p:cNvSpPr/>
            <p:nvPr/>
          </p:nvSpPr>
          <p:spPr>
            <a:xfrm>
              <a:off x="6467448" y="11777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40" name="ph540"/>
            <p:cNvSpPr/>
            <p:nvPr/>
          </p:nvSpPr>
          <p:spPr>
            <a:xfrm>
              <a:off x="6479961" y="11777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41" name="ph541"/>
            <p:cNvSpPr/>
            <p:nvPr/>
          </p:nvSpPr>
          <p:spPr>
            <a:xfrm>
              <a:off x="6067053" y="11931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42" name="ph542"/>
            <p:cNvSpPr/>
            <p:nvPr/>
          </p:nvSpPr>
          <p:spPr>
            <a:xfrm>
              <a:off x="6079565" y="11931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43" name="ph543"/>
            <p:cNvSpPr/>
            <p:nvPr/>
          </p:nvSpPr>
          <p:spPr>
            <a:xfrm>
              <a:off x="6092077" y="11931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44" name="ph544"/>
            <p:cNvSpPr/>
            <p:nvPr/>
          </p:nvSpPr>
          <p:spPr>
            <a:xfrm>
              <a:off x="6104589" y="11931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45" name="ph545"/>
            <p:cNvSpPr/>
            <p:nvPr/>
          </p:nvSpPr>
          <p:spPr>
            <a:xfrm>
              <a:off x="6117103" y="11931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46" name="ph546"/>
            <p:cNvSpPr/>
            <p:nvPr/>
          </p:nvSpPr>
          <p:spPr>
            <a:xfrm>
              <a:off x="6129615" y="11931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47" name="ph547"/>
            <p:cNvSpPr/>
            <p:nvPr/>
          </p:nvSpPr>
          <p:spPr>
            <a:xfrm>
              <a:off x="6142127" y="11931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48" name="ph548"/>
            <p:cNvSpPr/>
            <p:nvPr/>
          </p:nvSpPr>
          <p:spPr>
            <a:xfrm>
              <a:off x="6154640" y="11931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49" name="ph549"/>
            <p:cNvSpPr/>
            <p:nvPr/>
          </p:nvSpPr>
          <p:spPr>
            <a:xfrm>
              <a:off x="6167152" y="11931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50" name="ph550"/>
            <p:cNvSpPr/>
            <p:nvPr/>
          </p:nvSpPr>
          <p:spPr>
            <a:xfrm>
              <a:off x="6179664" y="11931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51" name="ph551"/>
            <p:cNvSpPr/>
            <p:nvPr/>
          </p:nvSpPr>
          <p:spPr>
            <a:xfrm>
              <a:off x="6192176" y="11931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52" name="ph552"/>
            <p:cNvSpPr/>
            <p:nvPr/>
          </p:nvSpPr>
          <p:spPr>
            <a:xfrm>
              <a:off x="6204689" y="11931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53" name="ph553"/>
            <p:cNvSpPr/>
            <p:nvPr/>
          </p:nvSpPr>
          <p:spPr>
            <a:xfrm>
              <a:off x="6217201" y="11931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54" name="ph554"/>
            <p:cNvSpPr/>
            <p:nvPr/>
          </p:nvSpPr>
          <p:spPr>
            <a:xfrm>
              <a:off x="6229713" y="11931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55" name="ph555"/>
            <p:cNvSpPr/>
            <p:nvPr/>
          </p:nvSpPr>
          <p:spPr>
            <a:xfrm>
              <a:off x="6242225" y="11931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56" name="ph556"/>
            <p:cNvSpPr/>
            <p:nvPr/>
          </p:nvSpPr>
          <p:spPr>
            <a:xfrm>
              <a:off x="6254739" y="11931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57" name="ph557"/>
            <p:cNvSpPr/>
            <p:nvPr/>
          </p:nvSpPr>
          <p:spPr>
            <a:xfrm>
              <a:off x="6392375" y="11931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58" name="ph558"/>
            <p:cNvSpPr/>
            <p:nvPr/>
          </p:nvSpPr>
          <p:spPr>
            <a:xfrm>
              <a:off x="6404887" y="11931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59" name="ph559"/>
            <p:cNvSpPr/>
            <p:nvPr/>
          </p:nvSpPr>
          <p:spPr>
            <a:xfrm>
              <a:off x="6417399" y="11931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60" name="ph560"/>
            <p:cNvSpPr/>
            <p:nvPr/>
          </p:nvSpPr>
          <p:spPr>
            <a:xfrm>
              <a:off x="6429912" y="11931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61" name="ph561"/>
            <p:cNvSpPr/>
            <p:nvPr/>
          </p:nvSpPr>
          <p:spPr>
            <a:xfrm>
              <a:off x="6442424" y="11931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A82">
                <a:alpha val="100000"/>
              </a:srgbClr>
            </a:solidFill>
            <a:ln w="5420" cap="flat">
              <a:solidFill>
                <a:srgbClr val="3C4A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62" name="ph562"/>
            <p:cNvSpPr/>
            <p:nvPr/>
          </p:nvSpPr>
          <p:spPr>
            <a:xfrm>
              <a:off x="6454936" y="11931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63" name="ph563"/>
            <p:cNvSpPr/>
            <p:nvPr/>
          </p:nvSpPr>
          <p:spPr>
            <a:xfrm>
              <a:off x="6054540" y="12085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64" name="ph564"/>
            <p:cNvSpPr/>
            <p:nvPr/>
          </p:nvSpPr>
          <p:spPr>
            <a:xfrm>
              <a:off x="6067053" y="12085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65" name="ph565"/>
            <p:cNvSpPr/>
            <p:nvPr/>
          </p:nvSpPr>
          <p:spPr>
            <a:xfrm>
              <a:off x="6079565" y="12085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66" name="ph566"/>
            <p:cNvSpPr/>
            <p:nvPr/>
          </p:nvSpPr>
          <p:spPr>
            <a:xfrm>
              <a:off x="6092077" y="12085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67" name="ph567"/>
            <p:cNvSpPr/>
            <p:nvPr/>
          </p:nvSpPr>
          <p:spPr>
            <a:xfrm>
              <a:off x="6104589" y="12085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68" name="ph568"/>
            <p:cNvSpPr/>
            <p:nvPr/>
          </p:nvSpPr>
          <p:spPr>
            <a:xfrm>
              <a:off x="6117103" y="12085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69" name="ph569"/>
            <p:cNvSpPr/>
            <p:nvPr/>
          </p:nvSpPr>
          <p:spPr>
            <a:xfrm>
              <a:off x="6129615" y="12085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70" name="ph570"/>
            <p:cNvSpPr/>
            <p:nvPr/>
          </p:nvSpPr>
          <p:spPr>
            <a:xfrm>
              <a:off x="6142127" y="12085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71" name="ph571"/>
            <p:cNvSpPr/>
            <p:nvPr/>
          </p:nvSpPr>
          <p:spPr>
            <a:xfrm>
              <a:off x="6154640" y="12085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72" name="ph572"/>
            <p:cNvSpPr/>
            <p:nvPr/>
          </p:nvSpPr>
          <p:spPr>
            <a:xfrm>
              <a:off x="6167152" y="12085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73" name="ph573"/>
            <p:cNvSpPr/>
            <p:nvPr/>
          </p:nvSpPr>
          <p:spPr>
            <a:xfrm>
              <a:off x="6179664" y="12085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74" name="ph574"/>
            <p:cNvSpPr/>
            <p:nvPr/>
          </p:nvSpPr>
          <p:spPr>
            <a:xfrm>
              <a:off x="6192176" y="12085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75" name="ph575"/>
            <p:cNvSpPr/>
            <p:nvPr/>
          </p:nvSpPr>
          <p:spPr>
            <a:xfrm>
              <a:off x="6204689" y="12085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76" name="ph576"/>
            <p:cNvSpPr/>
            <p:nvPr/>
          </p:nvSpPr>
          <p:spPr>
            <a:xfrm>
              <a:off x="6217201" y="12085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A82">
                <a:alpha val="100000"/>
              </a:srgbClr>
            </a:solidFill>
            <a:ln w="5420" cap="flat">
              <a:solidFill>
                <a:srgbClr val="3C4A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77" name="ph577"/>
            <p:cNvSpPr/>
            <p:nvPr/>
          </p:nvSpPr>
          <p:spPr>
            <a:xfrm>
              <a:off x="6379861" y="12085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78" name="ph578"/>
            <p:cNvSpPr/>
            <p:nvPr/>
          </p:nvSpPr>
          <p:spPr>
            <a:xfrm>
              <a:off x="6392375" y="12085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79" name="ph579"/>
            <p:cNvSpPr/>
            <p:nvPr/>
          </p:nvSpPr>
          <p:spPr>
            <a:xfrm>
              <a:off x="6404887" y="12085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80" name="ph580"/>
            <p:cNvSpPr/>
            <p:nvPr/>
          </p:nvSpPr>
          <p:spPr>
            <a:xfrm>
              <a:off x="6417399" y="12085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81" name="ph581"/>
            <p:cNvSpPr/>
            <p:nvPr/>
          </p:nvSpPr>
          <p:spPr>
            <a:xfrm>
              <a:off x="6429912" y="12085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82" name="ph582"/>
            <p:cNvSpPr/>
            <p:nvPr/>
          </p:nvSpPr>
          <p:spPr>
            <a:xfrm>
              <a:off x="6442424" y="12085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83" name="ph583"/>
            <p:cNvSpPr/>
            <p:nvPr/>
          </p:nvSpPr>
          <p:spPr>
            <a:xfrm>
              <a:off x="5991979" y="122392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765">
                <a:alpha val="100000"/>
              </a:srgbClr>
            </a:solidFill>
            <a:ln w="5420" cap="flat">
              <a:solidFill>
                <a:srgbClr val="3B37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84" name="ph584"/>
            <p:cNvSpPr/>
            <p:nvPr/>
          </p:nvSpPr>
          <p:spPr>
            <a:xfrm>
              <a:off x="6004491" y="122392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85" name="ph585"/>
            <p:cNvSpPr/>
            <p:nvPr/>
          </p:nvSpPr>
          <p:spPr>
            <a:xfrm>
              <a:off x="6017004" y="122392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86" name="ph586"/>
            <p:cNvSpPr/>
            <p:nvPr/>
          </p:nvSpPr>
          <p:spPr>
            <a:xfrm>
              <a:off x="6029516" y="122392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87" name="ph587"/>
            <p:cNvSpPr/>
            <p:nvPr/>
          </p:nvSpPr>
          <p:spPr>
            <a:xfrm>
              <a:off x="6042028" y="122392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88" name="ph588"/>
            <p:cNvSpPr/>
            <p:nvPr/>
          </p:nvSpPr>
          <p:spPr>
            <a:xfrm>
              <a:off x="6054540" y="122392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89" name="ph589"/>
            <p:cNvSpPr/>
            <p:nvPr/>
          </p:nvSpPr>
          <p:spPr>
            <a:xfrm>
              <a:off x="6067053" y="122392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90" name="ph590"/>
            <p:cNvSpPr/>
            <p:nvPr/>
          </p:nvSpPr>
          <p:spPr>
            <a:xfrm>
              <a:off x="6079565" y="122392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91" name="ph591"/>
            <p:cNvSpPr/>
            <p:nvPr/>
          </p:nvSpPr>
          <p:spPr>
            <a:xfrm>
              <a:off x="6092077" y="122392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92" name="ph592"/>
            <p:cNvSpPr/>
            <p:nvPr/>
          </p:nvSpPr>
          <p:spPr>
            <a:xfrm>
              <a:off x="6104589" y="122392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93" name="ph593"/>
            <p:cNvSpPr/>
            <p:nvPr/>
          </p:nvSpPr>
          <p:spPr>
            <a:xfrm>
              <a:off x="6117103" y="122392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94" name="ph594"/>
            <p:cNvSpPr/>
            <p:nvPr/>
          </p:nvSpPr>
          <p:spPr>
            <a:xfrm>
              <a:off x="6129615" y="122392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95" name="ph595"/>
            <p:cNvSpPr/>
            <p:nvPr/>
          </p:nvSpPr>
          <p:spPr>
            <a:xfrm>
              <a:off x="6142127" y="122392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96" name="ph596"/>
            <p:cNvSpPr/>
            <p:nvPr/>
          </p:nvSpPr>
          <p:spPr>
            <a:xfrm>
              <a:off x="6154640" y="122392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97" name="ph597"/>
            <p:cNvSpPr/>
            <p:nvPr/>
          </p:nvSpPr>
          <p:spPr>
            <a:xfrm>
              <a:off x="6179664" y="122392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87D">
                <a:alpha val="100000"/>
              </a:srgbClr>
            </a:solidFill>
            <a:ln w="5420" cap="flat">
              <a:solidFill>
                <a:srgbClr val="3C48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98" name="ph598"/>
            <p:cNvSpPr/>
            <p:nvPr/>
          </p:nvSpPr>
          <p:spPr>
            <a:xfrm>
              <a:off x="6192176" y="122392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99" name="ph599"/>
            <p:cNvSpPr/>
            <p:nvPr/>
          </p:nvSpPr>
          <p:spPr>
            <a:xfrm>
              <a:off x="6204689" y="122392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00" name="ph600"/>
            <p:cNvSpPr/>
            <p:nvPr/>
          </p:nvSpPr>
          <p:spPr>
            <a:xfrm>
              <a:off x="6379861" y="122392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01" name="ph601"/>
            <p:cNvSpPr/>
            <p:nvPr/>
          </p:nvSpPr>
          <p:spPr>
            <a:xfrm>
              <a:off x="6392375" y="122392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02" name="ph602"/>
            <p:cNvSpPr/>
            <p:nvPr/>
          </p:nvSpPr>
          <p:spPr>
            <a:xfrm>
              <a:off x="6404887" y="122392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03" name="ph603"/>
            <p:cNvSpPr/>
            <p:nvPr/>
          </p:nvSpPr>
          <p:spPr>
            <a:xfrm>
              <a:off x="6417399" y="122392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04" name="ph604"/>
            <p:cNvSpPr/>
            <p:nvPr/>
          </p:nvSpPr>
          <p:spPr>
            <a:xfrm>
              <a:off x="6429912" y="122392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05" name="ph605"/>
            <p:cNvSpPr/>
            <p:nvPr/>
          </p:nvSpPr>
          <p:spPr>
            <a:xfrm>
              <a:off x="5954441" y="12393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175">
                <a:alpha val="100000"/>
              </a:srgbClr>
            </a:solidFill>
            <a:ln w="5420" cap="flat">
              <a:solidFill>
                <a:srgbClr val="3C41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06" name="ph606"/>
            <p:cNvSpPr/>
            <p:nvPr/>
          </p:nvSpPr>
          <p:spPr>
            <a:xfrm>
              <a:off x="5966953" y="12393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07" name="ph607"/>
            <p:cNvSpPr/>
            <p:nvPr/>
          </p:nvSpPr>
          <p:spPr>
            <a:xfrm>
              <a:off x="5979467" y="12393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08" name="ph608"/>
            <p:cNvSpPr/>
            <p:nvPr/>
          </p:nvSpPr>
          <p:spPr>
            <a:xfrm>
              <a:off x="5991979" y="12393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09" name="ph609"/>
            <p:cNvSpPr/>
            <p:nvPr/>
          </p:nvSpPr>
          <p:spPr>
            <a:xfrm>
              <a:off x="6004491" y="12393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10" name="ph610"/>
            <p:cNvSpPr/>
            <p:nvPr/>
          </p:nvSpPr>
          <p:spPr>
            <a:xfrm>
              <a:off x="6017004" y="12393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11" name="ph611"/>
            <p:cNvSpPr/>
            <p:nvPr/>
          </p:nvSpPr>
          <p:spPr>
            <a:xfrm>
              <a:off x="6029516" y="12393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12" name="ph612"/>
            <p:cNvSpPr/>
            <p:nvPr/>
          </p:nvSpPr>
          <p:spPr>
            <a:xfrm>
              <a:off x="6042028" y="12393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13" name="ph613"/>
            <p:cNvSpPr/>
            <p:nvPr/>
          </p:nvSpPr>
          <p:spPr>
            <a:xfrm>
              <a:off x="6054540" y="12393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14" name="ph614"/>
            <p:cNvSpPr/>
            <p:nvPr/>
          </p:nvSpPr>
          <p:spPr>
            <a:xfrm>
              <a:off x="6067053" y="12393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15" name="ph615"/>
            <p:cNvSpPr/>
            <p:nvPr/>
          </p:nvSpPr>
          <p:spPr>
            <a:xfrm>
              <a:off x="6079565" y="12393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16" name="ph616"/>
            <p:cNvSpPr/>
            <p:nvPr/>
          </p:nvSpPr>
          <p:spPr>
            <a:xfrm>
              <a:off x="6092077" y="12393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17" name="ph617"/>
            <p:cNvSpPr/>
            <p:nvPr/>
          </p:nvSpPr>
          <p:spPr>
            <a:xfrm>
              <a:off x="6104589" y="12393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18" name="ph618"/>
            <p:cNvSpPr/>
            <p:nvPr/>
          </p:nvSpPr>
          <p:spPr>
            <a:xfrm>
              <a:off x="6129615" y="12393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19" name="ph619"/>
            <p:cNvSpPr/>
            <p:nvPr/>
          </p:nvSpPr>
          <p:spPr>
            <a:xfrm>
              <a:off x="6142127" y="12393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20" name="ph620"/>
            <p:cNvSpPr/>
            <p:nvPr/>
          </p:nvSpPr>
          <p:spPr>
            <a:xfrm>
              <a:off x="6379861" y="12393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21" name="ph621"/>
            <p:cNvSpPr/>
            <p:nvPr/>
          </p:nvSpPr>
          <p:spPr>
            <a:xfrm>
              <a:off x="6392375" y="12393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22" name="ph622"/>
            <p:cNvSpPr/>
            <p:nvPr/>
          </p:nvSpPr>
          <p:spPr>
            <a:xfrm>
              <a:off x="6404887" y="12393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23" name="ph623"/>
            <p:cNvSpPr/>
            <p:nvPr/>
          </p:nvSpPr>
          <p:spPr>
            <a:xfrm>
              <a:off x="6417399" y="12393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24" name="ph624"/>
            <p:cNvSpPr/>
            <p:nvPr/>
          </p:nvSpPr>
          <p:spPr>
            <a:xfrm>
              <a:off x="6429912" y="12393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25" name="ph625"/>
            <p:cNvSpPr/>
            <p:nvPr/>
          </p:nvSpPr>
          <p:spPr>
            <a:xfrm>
              <a:off x="5941929" y="12546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26" name="ph626"/>
            <p:cNvSpPr/>
            <p:nvPr/>
          </p:nvSpPr>
          <p:spPr>
            <a:xfrm>
              <a:off x="5954441" y="12546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27" name="ph627"/>
            <p:cNvSpPr/>
            <p:nvPr/>
          </p:nvSpPr>
          <p:spPr>
            <a:xfrm>
              <a:off x="5966953" y="12546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28" name="ph628"/>
            <p:cNvSpPr/>
            <p:nvPr/>
          </p:nvSpPr>
          <p:spPr>
            <a:xfrm>
              <a:off x="5979467" y="12546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29" name="ph629"/>
            <p:cNvSpPr/>
            <p:nvPr/>
          </p:nvSpPr>
          <p:spPr>
            <a:xfrm>
              <a:off x="5991979" y="12546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30" name="ph630"/>
            <p:cNvSpPr/>
            <p:nvPr/>
          </p:nvSpPr>
          <p:spPr>
            <a:xfrm>
              <a:off x="6004491" y="12546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31" name="ph631"/>
            <p:cNvSpPr/>
            <p:nvPr/>
          </p:nvSpPr>
          <p:spPr>
            <a:xfrm>
              <a:off x="6017004" y="12546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32" name="ph632"/>
            <p:cNvSpPr/>
            <p:nvPr/>
          </p:nvSpPr>
          <p:spPr>
            <a:xfrm>
              <a:off x="6029516" y="12546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33" name="ph633"/>
            <p:cNvSpPr/>
            <p:nvPr/>
          </p:nvSpPr>
          <p:spPr>
            <a:xfrm>
              <a:off x="6042028" y="12546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34" name="ph634"/>
            <p:cNvSpPr/>
            <p:nvPr/>
          </p:nvSpPr>
          <p:spPr>
            <a:xfrm>
              <a:off x="6054540" y="12546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35" name="ph635"/>
            <p:cNvSpPr/>
            <p:nvPr/>
          </p:nvSpPr>
          <p:spPr>
            <a:xfrm>
              <a:off x="6067053" y="12546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36" name="ph636"/>
            <p:cNvSpPr/>
            <p:nvPr/>
          </p:nvSpPr>
          <p:spPr>
            <a:xfrm>
              <a:off x="6079565" y="12546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37" name="ph637"/>
            <p:cNvSpPr/>
            <p:nvPr/>
          </p:nvSpPr>
          <p:spPr>
            <a:xfrm>
              <a:off x="6092077" y="12546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38" name="ph638"/>
            <p:cNvSpPr/>
            <p:nvPr/>
          </p:nvSpPr>
          <p:spPr>
            <a:xfrm>
              <a:off x="6379861" y="12546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39" name="ph639"/>
            <p:cNvSpPr/>
            <p:nvPr/>
          </p:nvSpPr>
          <p:spPr>
            <a:xfrm>
              <a:off x="6392375" y="12546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40" name="ph640"/>
            <p:cNvSpPr/>
            <p:nvPr/>
          </p:nvSpPr>
          <p:spPr>
            <a:xfrm>
              <a:off x="6404887" y="12546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41" name="ph641"/>
            <p:cNvSpPr/>
            <p:nvPr/>
          </p:nvSpPr>
          <p:spPr>
            <a:xfrm>
              <a:off x="6417399" y="12546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42" name="ph642"/>
            <p:cNvSpPr/>
            <p:nvPr/>
          </p:nvSpPr>
          <p:spPr>
            <a:xfrm>
              <a:off x="6429912" y="12546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43" name="ph643"/>
            <p:cNvSpPr/>
            <p:nvPr/>
          </p:nvSpPr>
          <p:spPr>
            <a:xfrm>
              <a:off x="6442424" y="12546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44" name="ph644"/>
            <p:cNvSpPr/>
            <p:nvPr/>
          </p:nvSpPr>
          <p:spPr>
            <a:xfrm>
              <a:off x="6454936" y="12546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45" name="ph645"/>
            <p:cNvSpPr/>
            <p:nvPr/>
          </p:nvSpPr>
          <p:spPr>
            <a:xfrm>
              <a:off x="6504985" y="12546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46" name="ph646"/>
            <p:cNvSpPr/>
            <p:nvPr/>
          </p:nvSpPr>
          <p:spPr>
            <a:xfrm>
              <a:off x="6517497" y="12546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47" name="ph647"/>
            <p:cNvSpPr/>
            <p:nvPr/>
          </p:nvSpPr>
          <p:spPr>
            <a:xfrm>
              <a:off x="6530011" y="12546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48" name="ph648"/>
            <p:cNvSpPr/>
            <p:nvPr/>
          </p:nvSpPr>
          <p:spPr>
            <a:xfrm>
              <a:off x="6542523" y="12546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49" name="ph649"/>
            <p:cNvSpPr/>
            <p:nvPr/>
          </p:nvSpPr>
          <p:spPr>
            <a:xfrm>
              <a:off x="6555035" y="12546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50" name="ph650"/>
            <p:cNvSpPr/>
            <p:nvPr/>
          </p:nvSpPr>
          <p:spPr>
            <a:xfrm>
              <a:off x="5929417" y="127005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51" name="ph651"/>
            <p:cNvSpPr/>
            <p:nvPr/>
          </p:nvSpPr>
          <p:spPr>
            <a:xfrm>
              <a:off x="5941929" y="127005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52" name="ph652"/>
            <p:cNvSpPr/>
            <p:nvPr/>
          </p:nvSpPr>
          <p:spPr>
            <a:xfrm>
              <a:off x="5954441" y="127005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53" name="ph653"/>
            <p:cNvSpPr/>
            <p:nvPr/>
          </p:nvSpPr>
          <p:spPr>
            <a:xfrm>
              <a:off x="5966953" y="127005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376">
                <a:alpha val="100000"/>
              </a:srgbClr>
            </a:solidFill>
            <a:ln w="5420" cap="flat">
              <a:solidFill>
                <a:srgbClr val="3C43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54" name="ph654"/>
            <p:cNvSpPr/>
            <p:nvPr/>
          </p:nvSpPr>
          <p:spPr>
            <a:xfrm>
              <a:off x="5979467" y="127005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55" name="ph655"/>
            <p:cNvSpPr/>
            <p:nvPr/>
          </p:nvSpPr>
          <p:spPr>
            <a:xfrm>
              <a:off x="5991979" y="127005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56" name="ph656"/>
            <p:cNvSpPr/>
            <p:nvPr/>
          </p:nvSpPr>
          <p:spPr>
            <a:xfrm>
              <a:off x="6004491" y="127005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57" name="ph657"/>
            <p:cNvSpPr/>
            <p:nvPr/>
          </p:nvSpPr>
          <p:spPr>
            <a:xfrm>
              <a:off x="6017004" y="127005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58" name="ph658"/>
            <p:cNvSpPr/>
            <p:nvPr/>
          </p:nvSpPr>
          <p:spPr>
            <a:xfrm>
              <a:off x="6029516" y="127005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59" name="ph659"/>
            <p:cNvSpPr/>
            <p:nvPr/>
          </p:nvSpPr>
          <p:spPr>
            <a:xfrm>
              <a:off x="6042028" y="127005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60" name="ph660"/>
            <p:cNvSpPr/>
            <p:nvPr/>
          </p:nvSpPr>
          <p:spPr>
            <a:xfrm>
              <a:off x="6054540" y="127005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61" name="ph661"/>
            <p:cNvSpPr/>
            <p:nvPr/>
          </p:nvSpPr>
          <p:spPr>
            <a:xfrm>
              <a:off x="6067053" y="127005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62" name="ph662"/>
            <p:cNvSpPr/>
            <p:nvPr/>
          </p:nvSpPr>
          <p:spPr>
            <a:xfrm>
              <a:off x="6079565" y="127005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63" name="ph663"/>
            <p:cNvSpPr/>
            <p:nvPr/>
          </p:nvSpPr>
          <p:spPr>
            <a:xfrm>
              <a:off x="6392375" y="127005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64" name="ph664"/>
            <p:cNvSpPr/>
            <p:nvPr/>
          </p:nvSpPr>
          <p:spPr>
            <a:xfrm>
              <a:off x="6404887" y="127005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65" name="ph665"/>
            <p:cNvSpPr/>
            <p:nvPr/>
          </p:nvSpPr>
          <p:spPr>
            <a:xfrm>
              <a:off x="6417399" y="127005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66" name="ph666"/>
            <p:cNvSpPr/>
            <p:nvPr/>
          </p:nvSpPr>
          <p:spPr>
            <a:xfrm>
              <a:off x="6429912" y="127005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87D">
                <a:alpha val="100000"/>
              </a:srgbClr>
            </a:solidFill>
            <a:ln w="5420" cap="flat">
              <a:solidFill>
                <a:srgbClr val="3C48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67" name="ph667"/>
            <p:cNvSpPr/>
            <p:nvPr/>
          </p:nvSpPr>
          <p:spPr>
            <a:xfrm>
              <a:off x="6442424" y="127005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87D">
                <a:alpha val="100000"/>
              </a:srgbClr>
            </a:solidFill>
            <a:ln w="5420" cap="flat">
              <a:solidFill>
                <a:srgbClr val="3C48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68" name="ph668"/>
            <p:cNvSpPr/>
            <p:nvPr/>
          </p:nvSpPr>
          <p:spPr>
            <a:xfrm>
              <a:off x="6454936" y="127005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69" name="ph669"/>
            <p:cNvSpPr/>
            <p:nvPr/>
          </p:nvSpPr>
          <p:spPr>
            <a:xfrm>
              <a:off x="6467448" y="127005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70" name="ph670"/>
            <p:cNvSpPr/>
            <p:nvPr/>
          </p:nvSpPr>
          <p:spPr>
            <a:xfrm>
              <a:off x="6492473" y="127005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71" name="ph671"/>
            <p:cNvSpPr/>
            <p:nvPr/>
          </p:nvSpPr>
          <p:spPr>
            <a:xfrm>
              <a:off x="6504985" y="127005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72" name="ph672"/>
            <p:cNvSpPr/>
            <p:nvPr/>
          </p:nvSpPr>
          <p:spPr>
            <a:xfrm>
              <a:off x="6517497" y="127005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73" name="ph673"/>
            <p:cNvSpPr/>
            <p:nvPr/>
          </p:nvSpPr>
          <p:spPr>
            <a:xfrm>
              <a:off x="6530011" y="127005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74" name="ph674"/>
            <p:cNvSpPr/>
            <p:nvPr/>
          </p:nvSpPr>
          <p:spPr>
            <a:xfrm>
              <a:off x="6542523" y="127005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75" name="ph675"/>
            <p:cNvSpPr/>
            <p:nvPr/>
          </p:nvSpPr>
          <p:spPr>
            <a:xfrm>
              <a:off x="6555035" y="127005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76" name="ph676"/>
            <p:cNvSpPr/>
            <p:nvPr/>
          </p:nvSpPr>
          <p:spPr>
            <a:xfrm>
              <a:off x="6567548" y="127005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77" name="ph677"/>
            <p:cNvSpPr/>
            <p:nvPr/>
          </p:nvSpPr>
          <p:spPr>
            <a:xfrm>
              <a:off x="5916904" y="12854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78" name="ph678"/>
            <p:cNvSpPr/>
            <p:nvPr/>
          </p:nvSpPr>
          <p:spPr>
            <a:xfrm>
              <a:off x="5929417" y="12854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79" name="ph679"/>
            <p:cNvSpPr/>
            <p:nvPr/>
          </p:nvSpPr>
          <p:spPr>
            <a:xfrm>
              <a:off x="5941929" y="12854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80" name="ph680"/>
            <p:cNvSpPr/>
            <p:nvPr/>
          </p:nvSpPr>
          <p:spPr>
            <a:xfrm>
              <a:off x="5954441" y="12854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81" name="ph681"/>
            <p:cNvSpPr/>
            <p:nvPr/>
          </p:nvSpPr>
          <p:spPr>
            <a:xfrm>
              <a:off x="5966953" y="12854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82" name="ph682"/>
            <p:cNvSpPr/>
            <p:nvPr/>
          </p:nvSpPr>
          <p:spPr>
            <a:xfrm>
              <a:off x="5979467" y="12854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83" name="ph683"/>
            <p:cNvSpPr/>
            <p:nvPr/>
          </p:nvSpPr>
          <p:spPr>
            <a:xfrm>
              <a:off x="5991979" y="12854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175">
                <a:alpha val="100000"/>
              </a:srgbClr>
            </a:solidFill>
            <a:ln w="5420" cap="flat">
              <a:solidFill>
                <a:srgbClr val="3C41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84" name="ph684"/>
            <p:cNvSpPr/>
            <p:nvPr/>
          </p:nvSpPr>
          <p:spPr>
            <a:xfrm>
              <a:off x="6004491" y="12854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85" name="ph685"/>
            <p:cNvSpPr/>
            <p:nvPr/>
          </p:nvSpPr>
          <p:spPr>
            <a:xfrm>
              <a:off x="6017004" y="12854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86" name="ph686"/>
            <p:cNvSpPr/>
            <p:nvPr/>
          </p:nvSpPr>
          <p:spPr>
            <a:xfrm>
              <a:off x="6029516" y="12854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87" name="ph687"/>
            <p:cNvSpPr/>
            <p:nvPr/>
          </p:nvSpPr>
          <p:spPr>
            <a:xfrm>
              <a:off x="6042028" y="12854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C6C">
                <a:alpha val="100000"/>
              </a:srgbClr>
            </a:solidFill>
            <a:ln w="5420" cap="flat">
              <a:solidFill>
                <a:srgbClr val="3B3C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88" name="ph688"/>
            <p:cNvSpPr/>
            <p:nvPr/>
          </p:nvSpPr>
          <p:spPr>
            <a:xfrm>
              <a:off x="6392375" y="12854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89" name="ph689"/>
            <p:cNvSpPr/>
            <p:nvPr/>
          </p:nvSpPr>
          <p:spPr>
            <a:xfrm>
              <a:off x="6404887" y="12854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90" name="ph690"/>
            <p:cNvSpPr/>
            <p:nvPr/>
          </p:nvSpPr>
          <p:spPr>
            <a:xfrm>
              <a:off x="6417399" y="12854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91" name="ph691"/>
            <p:cNvSpPr/>
            <p:nvPr/>
          </p:nvSpPr>
          <p:spPr>
            <a:xfrm>
              <a:off x="6429912" y="12854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92" name="ph692"/>
            <p:cNvSpPr/>
            <p:nvPr/>
          </p:nvSpPr>
          <p:spPr>
            <a:xfrm>
              <a:off x="6442424" y="12854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93" name="ph693"/>
            <p:cNvSpPr/>
            <p:nvPr/>
          </p:nvSpPr>
          <p:spPr>
            <a:xfrm>
              <a:off x="6454936" y="12854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94" name="ph694"/>
            <p:cNvSpPr/>
            <p:nvPr/>
          </p:nvSpPr>
          <p:spPr>
            <a:xfrm>
              <a:off x="6467448" y="12854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95" name="ph695"/>
            <p:cNvSpPr/>
            <p:nvPr/>
          </p:nvSpPr>
          <p:spPr>
            <a:xfrm>
              <a:off x="6479961" y="12854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96" name="ph696"/>
            <p:cNvSpPr/>
            <p:nvPr/>
          </p:nvSpPr>
          <p:spPr>
            <a:xfrm>
              <a:off x="6492473" y="12854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97" name="ph697"/>
            <p:cNvSpPr/>
            <p:nvPr/>
          </p:nvSpPr>
          <p:spPr>
            <a:xfrm>
              <a:off x="6504985" y="12854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98" name="ph698"/>
            <p:cNvSpPr/>
            <p:nvPr/>
          </p:nvSpPr>
          <p:spPr>
            <a:xfrm>
              <a:off x="6517497" y="12854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99" name="ph699"/>
            <p:cNvSpPr/>
            <p:nvPr/>
          </p:nvSpPr>
          <p:spPr>
            <a:xfrm>
              <a:off x="6530011" y="12854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00" name="ph700"/>
            <p:cNvSpPr/>
            <p:nvPr/>
          </p:nvSpPr>
          <p:spPr>
            <a:xfrm>
              <a:off x="6542523" y="12854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01" name="ph701"/>
            <p:cNvSpPr/>
            <p:nvPr/>
          </p:nvSpPr>
          <p:spPr>
            <a:xfrm>
              <a:off x="6555035" y="12854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02" name="ph702"/>
            <p:cNvSpPr/>
            <p:nvPr/>
          </p:nvSpPr>
          <p:spPr>
            <a:xfrm>
              <a:off x="6567548" y="12854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03" name="ph703"/>
            <p:cNvSpPr/>
            <p:nvPr/>
          </p:nvSpPr>
          <p:spPr>
            <a:xfrm>
              <a:off x="5904392" y="13008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04" name="ph704"/>
            <p:cNvSpPr/>
            <p:nvPr/>
          </p:nvSpPr>
          <p:spPr>
            <a:xfrm>
              <a:off x="5916904" y="13008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05" name="ph705"/>
            <p:cNvSpPr/>
            <p:nvPr/>
          </p:nvSpPr>
          <p:spPr>
            <a:xfrm>
              <a:off x="5929417" y="13008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06" name="ph706"/>
            <p:cNvSpPr/>
            <p:nvPr/>
          </p:nvSpPr>
          <p:spPr>
            <a:xfrm>
              <a:off x="5941929" y="13008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07" name="ph707"/>
            <p:cNvSpPr/>
            <p:nvPr/>
          </p:nvSpPr>
          <p:spPr>
            <a:xfrm>
              <a:off x="5954441" y="13008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08" name="ph708"/>
            <p:cNvSpPr/>
            <p:nvPr/>
          </p:nvSpPr>
          <p:spPr>
            <a:xfrm>
              <a:off x="5966953" y="13008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09" name="ph709"/>
            <p:cNvSpPr/>
            <p:nvPr/>
          </p:nvSpPr>
          <p:spPr>
            <a:xfrm>
              <a:off x="5979467" y="13008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10" name="ph710"/>
            <p:cNvSpPr/>
            <p:nvPr/>
          </p:nvSpPr>
          <p:spPr>
            <a:xfrm>
              <a:off x="5991979" y="13008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11" name="ph711"/>
            <p:cNvSpPr/>
            <p:nvPr/>
          </p:nvSpPr>
          <p:spPr>
            <a:xfrm>
              <a:off x="6004491" y="13008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12" name="ph712"/>
            <p:cNvSpPr/>
            <p:nvPr/>
          </p:nvSpPr>
          <p:spPr>
            <a:xfrm>
              <a:off x="6404887" y="13008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13" name="ph713"/>
            <p:cNvSpPr/>
            <p:nvPr/>
          </p:nvSpPr>
          <p:spPr>
            <a:xfrm>
              <a:off x="6417399" y="13008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14" name="ph714"/>
            <p:cNvSpPr/>
            <p:nvPr/>
          </p:nvSpPr>
          <p:spPr>
            <a:xfrm>
              <a:off x="6429912" y="13008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15" name="ph715"/>
            <p:cNvSpPr/>
            <p:nvPr/>
          </p:nvSpPr>
          <p:spPr>
            <a:xfrm>
              <a:off x="6442424" y="13008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16" name="ph716"/>
            <p:cNvSpPr/>
            <p:nvPr/>
          </p:nvSpPr>
          <p:spPr>
            <a:xfrm>
              <a:off x="6454936" y="13008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17" name="ph717"/>
            <p:cNvSpPr/>
            <p:nvPr/>
          </p:nvSpPr>
          <p:spPr>
            <a:xfrm>
              <a:off x="6467448" y="13008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18" name="ph718"/>
            <p:cNvSpPr/>
            <p:nvPr/>
          </p:nvSpPr>
          <p:spPr>
            <a:xfrm>
              <a:off x="6479961" y="13008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19" name="ph719"/>
            <p:cNvSpPr/>
            <p:nvPr/>
          </p:nvSpPr>
          <p:spPr>
            <a:xfrm>
              <a:off x="6492473" y="13008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20" name="ph720"/>
            <p:cNvSpPr/>
            <p:nvPr/>
          </p:nvSpPr>
          <p:spPr>
            <a:xfrm>
              <a:off x="6504985" y="13008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21" name="ph721"/>
            <p:cNvSpPr/>
            <p:nvPr/>
          </p:nvSpPr>
          <p:spPr>
            <a:xfrm>
              <a:off x="6517497" y="13008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22" name="ph722"/>
            <p:cNvSpPr/>
            <p:nvPr/>
          </p:nvSpPr>
          <p:spPr>
            <a:xfrm>
              <a:off x="6530011" y="13008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23" name="ph723"/>
            <p:cNvSpPr/>
            <p:nvPr/>
          </p:nvSpPr>
          <p:spPr>
            <a:xfrm>
              <a:off x="6542523" y="13008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24" name="ph724"/>
            <p:cNvSpPr/>
            <p:nvPr/>
          </p:nvSpPr>
          <p:spPr>
            <a:xfrm>
              <a:off x="6555035" y="13008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25" name="ph725"/>
            <p:cNvSpPr/>
            <p:nvPr/>
          </p:nvSpPr>
          <p:spPr>
            <a:xfrm>
              <a:off x="5891880" y="13161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26" name="ph726"/>
            <p:cNvSpPr/>
            <p:nvPr/>
          </p:nvSpPr>
          <p:spPr>
            <a:xfrm>
              <a:off x="5904392" y="13161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27" name="ph727"/>
            <p:cNvSpPr/>
            <p:nvPr/>
          </p:nvSpPr>
          <p:spPr>
            <a:xfrm>
              <a:off x="5916904" y="13161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28" name="ph728"/>
            <p:cNvSpPr/>
            <p:nvPr/>
          </p:nvSpPr>
          <p:spPr>
            <a:xfrm>
              <a:off x="5929417" y="13161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29" name="ph729"/>
            <p:cNvSpPr/>
            <p:nvPr/>
          </p:nvSpPr>
          <p:spPr>
            <a:xfrm>
              <a:off x="5941929" y="13161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30" name="ph730"/>
            <p:cNvSpPr/>
            <p:nvPr/>
          </p:nvSpPr>
          <p:spPr>
            <a:xfrm>
              <a:off x="5954441" y="13161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31" name="ph731"/>
            <p:cNvSpPr/>
            <p:nvPr/>
          </p:nvSpPr>
          <p:spPr>
            <a:xfrm>
              <a:off x="5966953" y="13161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32" name="ph732"/>
            <p:cNvSpPr/>
            <p:nvPr/>
          </p:nvSpPr>
          <p:spPr>
            <a:xfrm>
              <a:off x="6417399" y="13161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33" name="ph733"/>
            <p:cNvSpPr/>
            <p:nvPr/>
          </p:nvSpPr>
          <p:spPr>
            <a:xfrm>
              <a:off x="6429912" y="13161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34" name="ph734"/>
            <p:cNvSpPr/>
            <p:nvPr/>
          </p:nvSpPr>
          <p:spPr>
            <a:xfrm>
              <a:off x="6442424" y="13161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35" name="ph735"/>
            <p:cNvSpPr/>
            <p:nvPr/>
          </p:nvSpPr>
          <p:spPr>
            <a:xfrm>
              <a:off x="6454936" y="13161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36" name="ph736"/>
            <p:cNvSpPr/>
            <p:nvPr/>
          </p:nvSpPr>
          <p:spPr>
            <a:xfrm>
              <a:off x="6467448" y="13161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37" name="ph737"/>
            <p:cNvSpPr/>
            <p:nvPr/>
          </p:nvSpPr>
          <p:spPr>
            <a:xfrm>
              <a:off x="6479961" y="13161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38" name="ph738"/>
            <p:cNvSpPr/>
            <p:nvPr/>
          </p:nvSpPr>
          <p:spPr>
            <a:xfrm>
              <a:off x="6492473" y="13161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39" name="ph739"/>
            <p:cNvSpPr/>
            <p:nvPr/>
          </p:nvSpPr>
          <p:spPr>
            <a:xfrm>
              <a:off x="6504985" y="13161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A82">
                <a:alpha val="100000"/>
              </a:srgbClr>
            </a:solidFill>
            <a:ln w="5420" cap="flat">
              <a:solidFill>
                <a:srgbClr val="3C4A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40" name="ph740"/>
            <p:cNvSpPr/>
            <p:nvPr/>
          </p:nvSpPr>
          <p:spPr>
            <a:xfrm>
              <a:off x="6517497" y="13161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41" name="ph741"/>
            <p:cNvSpPr/>
            <p:nvPr/>
          </p:nvSpPr>
          <p:spPr>
            <a:xfrm>
              <a:off x="6530011" y="13161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42" name="ph742"/>
            <p:cNvSpPr/>
            <p:nvPr/>
          </p:nvSpPr>
          <p:spPr>
            <a:xfrm>
              <a:off x="6542523" y="13161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43" name="ph743"/>
            <p:cNvSpPr/>
            <p:nvPr/>
          </p:nvSpPr>
          <p:spPr>
            <a:xfrm>
              <a:off x="5891880" y="13315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44" name="ph744"/>
            <p:cNvSpPr/>
            <p:nvPr/>
          </p:nvSpPr>
          <p:spPr>
            <a:xfrm>
              <a:off x="5904392" y="13315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45" name="ph745"/>
            <p:cNvSpPr/>
            <p:nvPr/>
          </p:nvSpPr>
          <p:spPr>
            <a:xfrm>
              <a:off x="5916904" y="13315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46" name="ph746"/>
            <p:cNvSpPr/>
            <p:nvPr/>
          </p:nvSpPr>
          <p:spPr>
            <a:xfrm>
              <a:off x="5929417" y="13315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47" name="ph747"/>
            <p:cNvSpPr/>
            <p:nvPr/>
          </p:nvSpPr>
          <p:spPr>
            <a:xfrm>
              <a:off x="5941929" y="13315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48" name="ph748"/>
            <p:cNvSpPr/>
            <p:nvPr/>
          </p:nvSpPr>
          <p:spPr>
            <a:xfrm>
              <a:off x="5954441" y="13315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49" name="ph749"/>
            <p:cNvSpPr/>
            <p:nvPr/>
          </p:nvSpPr>
          <p:spPr>
            <a:xfrm>
              <a:off x="6442424" y="13315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50" name="ph750"/>
            <p:cNvSpPr/>
            <p:nvPr/>
          </p:nvSpPr>
          <p:spPr>
            <a:xfrm>
              <a:off x="6454936" y="13315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51" name="ph751"/>
            <p:cNvSpPr/>
            <p:nvPr/>
          </p:nvSpPr>
          <p:spPr>
            <a:xfrm>
              <a:off x="6467448" y="13315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52" name="ph752"/>
            <p:cNvSpPr/>
            <p:nvPr/>
          </p:nvSpPr>
          <p:spPr>
            <a:xfrm>
              <a:off x="6479961" y="13315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53" name="ph753"/>
            <p:cNvSpPr/>
            <p:nvPr/>
          </p:nvSpPr>
          <p:spPr>
            <a:xfrm>
              <a:off x="6492473" y="13315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54" name="ph754"/>
            <p:cNvSpPr/>
            <p:nvPr/>
          </p:nvSpPr>
          <p:spPr>
            <a:xfrm>
              <a:off x="6504985" y="13315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55" name="ph755"/>
            <p:cNvSpPr/>
            <p:nvPr/>
          </p:nvSpPr>
          <p:spPr>
            <a:xfrm>
              <a:off x="6517497" y="13315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56" name="ph756"/>
            <p:cNvSpPr/>
            <p:nvPr/>
          </p:nvSpPr>
          <p:spPr>
            <a:xfrm>
              <a:off x="5879368" y="13469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57" name="ph757"/>
            <p:cNvSpPr/>
            <p:nvPr/>
          </p:nvSpPr>
          <p:spPr>
            <a:xfrm>
              <a:off x="5891880" y="13469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58" name="ph758"/>
            <p:cNvSpPr/>
            <p:nvPr/>
          </p:nvSpPr>
          <p:spPr>
            <a:xfrm>
              <a:off x="5904392" y="13469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59" name="ph759"/>
            <p:cNvSpPr/>
            <p:nvPr/>
          </p:nvSpPr>
          <p:spPr>
            <a:xfrm>
              <a:off x="5916904" y="13469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60" name="ph760"/>
            <p:cNvSpPr/>
            <p:nvPr/>
          </p:nvSpPr>
          <p:spPr>
            <a:xfrm>
              <a:off x="5929417" y="13469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61" name="ph761"/>
            <p:cNvSpPr/>
            <p:nvPr/>
          </p:nvSpPr>
          <p:spPr>
            <a:xfrm>
              <a:off x="5941929" y="13469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62" name="ph762"/>
            <p:cNvSpPr/>
            <p:nvPr/>
          </p:nvSpPr>
          <p:spPr>
            <a:xfrm>
              <a:off x="6467448" y="13469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63" name="ph763"/>
            <p:cNvSpPr/>
            <p:nvPr/>
          </p:nvSpPr>
          <p:spPr>
            <a:xfrm>
              <a:off x="6479961" y="13469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64" name="ph764"/>
            <p:cNvSpPr/>
            <p:nvPr/>
          </p:nvSpPr>
          <p:spPr>
            <a:xfrm>
              <a:off x="6492473" y="13469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65" name="ph765"/>
            <p:cNvSpPr/>
            <p:nvPr/>
          </p:nvSpPr>
          <p:spPr>
            <a:xfrm>
              <a:off x="5866855" y="136230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66" name="ph766"/>
            <p:cNvSpPr/>
            <p:nvPr/>
          </p:nvSpPr>
          <p:spPr>
            <a:xfrm>
              <a:off x="5879368" y="136230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67" name="ph767"/>
            <p:cNvSpPr/>
            <p:nvPr/>
          </p:nvSpPr>
          <p:spPr>
            <a:xfrm>
              <a:off x="5891880" y="136230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68" name="ph768"/>
            <p:cNvSpPr/>
            <p:nvPr/>
          </p:nvSpPr>
          <p:spPr>
            <a:xfrm>
              <a:off x="5904392" y="136230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69" name="ph769"/>
            <p:cNvSpPr/>
            <p:nvPr/>
          </p:nvSpPr>
          <p:spPr>
            <a:xfrm>
              <a:off x="5916904" y="136230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70" name="ph770"/>
            <p:cNvSpPr/>
            <p:nvPr/>
          </p:nvSpPr>
          <p:spPr>
            <a:xfrm>
              <a:off x="5929417" y="136230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71" name="ph771"/>
            <p:cNvSpPr/>
            <p:nvPr/>
          </p:nvSpPr>
          <p:spPr>
            <a:xfrm>
              <a:off x="5866855" y="137768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72" name="ph772"/>
            <p:cNvSpPr/>
            <p:nvPr/>
          </p:nvSpPr>
          <p:spPr>
            <a:xfrm>
              <a:off x="5879368" y="137768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73" name="ph773"/>
            <p:cNvSpPr/>
            <p:nvPr/>
          </p:nvSpPr>
          <p:spPr>
            <a:xfrm>
              <a:off x="5891880" y="137768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74" name="ph774"/>
            <p:cNvSpPr/>
            <p:nvPr/>
          </p:nvSpPr>
          <p:spPr>
            <a:xfrm>
              <a:off x="5904392" y="137768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75" name="ph775"/>
            <p:cNvSpPr/>
            <p:nvPr/>
          </p:nvSpPr>
          <p:spPr>
            <a:xfrm>
              <a:off x="5916904" y="137768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76" name="ph776"/>
            <p:cNvSpPr/>
            <p:nvPr/>
          </p:nvSpPr>
          <p:spPr>
            <a:xfrm>
              <a:off x="5854343" y="139305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77" name="ph777"/>
            <p:cNvSpPr/>
            <p:nvPr/>
          </p:nvSpPr>
          <p:spPr>
            <a:xfrm>
              <a:off x="5866855" y="139305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78" name="ph778"/>
            <p:cNvSpPr/>
            <p:nvPr/>
          </p:nvSpPr>
          <p:spPr>
            <a:xfrm>
              <a:off x="5879368" y="139305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79" name="ph779"/>
            <p:cNvSpPr/>
            <p:nvPr/>
          </p:nvSpPr>
          <p:spPr>
            <a:xfrm>
              <a:off x="5891880" y="139305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80" name="ph780"/>
            <p:cNvSpPr/>
            <p:nvPr/>
          </p:nvSpPr>
          <p:spPr>
            <a:xfrm>
              <a:off x="5904392" y="139305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81" name="ph781"/>
            <p:cNvSpPr/>
            <p:nvPr/>
          </p:nvSpPr>
          <p:spPr>
            <a:xfrm>
              <a:off x="5916904" y="139305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82" name="ph782"/>
            <p:cNvSpPr/>
            <p:nvPr/>
          </p:nvSpPr>
          <p:spPr>
            <a:xfrm>
              <a:off x="5854343" y="140843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83" name="ph783"/>
            <p:cNvSpPr/>
            <p:nvPr/>
          </p:nvSpPr>
          <p:spPr>
            <a:xfrm>
              <a:off x="5866855" y="140843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84" name="ph784"/>
            <p:cNvSpPr/>
            <p:nvPr/>
          </p:nvSpPr>
          <p:spPr>
            <a:xfrm>
              <a:off x="5879368" y="140843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85" name="ph785"/>
            <p:cNvSpPr/>
            <p:nvPr/>
          </p:nvSpPr>
          <p:spPr>
            <a:xfrm>
              <a:off x="5891880" y="140843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86" name="ph786"/>
            <p:cNvSpPr/>
            <p:nvPr/>
          </p:nvSpPr>
          <p:spPr>
            <a:xfrm>
              <a:off x="5904392" y="140843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87" name="ph787"/>
            <p:cNvSpPr/>
            <p:nvPr/>
          </p:nvSpPr>
          <p:spPr>
            <a:xfrm>
              <a:off x="5916904" y="140843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88" name="ph788"/>
            <p:cNvSpPr/>
            <p:nvPr/>
          </p:nvSpPr>
          <p:spPr>
            <a:xfrm>
              <a:off x="5854343" y="142381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89" name="ph789"/>
            <p:cNvSpPr/>
            <p:nvPr/>
          </p:nvSpPr>
          <p:spPr>
            <a:xfrm>
              <a:off x="5866855" y="142381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90" name="ph790"/>
            <p:cNvSpPr/>
            <p:nvPr/>
          </p:nvSpPr>
          <p:spPr>
            <a:xfrm>
              <a:off x="5879368" y="142381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91" name="ph791"/>
            <p:cNvSpPr/>
            <p:nvPr/>
          </p:nvSpPr>
          <p:spPr>
            <a:xfrm>
              <a:off x="5891880" y="142381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92" name="ph792"/>
            <p:cNvSpPr/>
            <p:nvPr/>
          </p:nvSpPr>
          <p:spPr>
            <a:xfrm>
              <a:off x="5904392" y="142381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93" name="ph793"/>
            <p:cNvSpPr/>
            <p:nvPr/>
          </p:nvSpPr>
          <p:spPr>
            <a:xfrm>
              <a:off x="5916904" y="142381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94" name="ph794"/>
            <p:cNvSpPr/>
            <p:nvPr/>
          </p:nvSpPr>
          <p:spPr>
            <a:xfrm>
              <a:off x="5854343" y="14391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95" name="ph795"/>
            <p:cNvSpPr/>
            <p:nvPr/>
          </p:nvSpPr>
          <p:spPr>
            <a:xfrm>
              <a:off x="5866855" y="14391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96" name="ph796"/>
            <p:cNvSpPr/>
            <p:nvPr/>
          </p:nvSpPr>
          <p:spPr>
            <a:xfrm>
              <a:off x="5879368" y="14391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97" name="ph797"/>
            <p:cNvSpPr/>
            <p:nvPr/>
          </p:nvSpPr>
          <p:spPr>
            <a:xfrm>
              <a:off x="5891880" y="14391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98" name="ph798"/>
            <p:cNvSpPr/>
            <p:nvPr/>
          </p:nvSpPr>
          <p:spPr>
            <a:xfrm>
              <a:off x="5904392" y="14391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99" name="ph799"/>
            <p:cNvSpPr/>
            <p:nvPr/>
          </p:nvSpPr>
          <p:spPr>
            <a:xfrm>
              <a:off x="5916904" y="14391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00" name="ph800"/>
            <p:cNvSpPr/>
            <p:nvPr/>
          </p:nvSpPr>
          <p:spPr>
            <a:xfrm>
              <a:off x="5929417" y="14391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01" name="ph801"/>
            <p:cNvSpPr/>
            <p:nvPr/>
          </p:nvSpPr>
          <p:spPr>
            <a:xfrm>
              <a:off x="5841831" y="14545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02" name="ph802"/>
            <p:cNvSpPr/>
            <p:nvPr/>
          </p:nvSpPr>
          <p:spPr>
            <a:xfrm>
              <a:off x="5854343" y="14545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03" name="ph803"/>
            <p:cNvSpPr/>
            <p:nvPr/>
          </p:nvSpPr>
          <p:spPr>
            <a:xfrm>
              <a:off x="5866855" y="14545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04" name="ph804"/>
            <p:cNvSpPr/>
            <p:nvPr/>
          </p:nvSpPr>
          <p:spPr>
            <a:xfrm>
              <a:off x="5879368" y="14545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05" name="ph805"/>
            <p:cNvSpPr/>
            <p:nvPr/>
          </p:nvSpPr>
          <p:spPr>
            <a:xfrm>
              <a:off x="5891880" y="14545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06" name="ph806"/>
            <p:cNvSpPr/>
            <p:nvPr/>
          </p:nvSpPr>
          <p:spPr>
            <a:xfrm>
              <a:off x="5904392" y="14545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07" name="ph807"/>
            <p:cNvSpPr/>
            <p:nvPr/>
          </p:nvSpPr>
          <p:spPr>
            <a:xfrm>
              <a:off x="5916904" y="14545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08" name="ph808"/>
            <p:cNvSpPr/>
            <p:nvPr/>
          </p:nvSpPr>
          <p:spPr>
            <a:xfrm>
              <a:off x="5829317" y="14699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09" name="ph809"/>
            <p:cNvSpPr/>
            <p:nvPr/>
          </p:nvSpPr>
          <p:spPr>
            <a:xfrm>
              <a:off x="5841831" y="14699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10" name="ph810"/>
            <p:cNvSpPr/>
            <p:nvPr/>
          </p:nvSpPr>
          <p:spPr>
            <a:xfrm>
              <a:off x="5854343" y="14699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11" name="ph811"/>
            <p:cNvSpPr/>
            <p:nvPr/>
          </p:nvSpPr>
          <p:spPr>
            <a:xfrm>
              <a:off x="5866855" y="14699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12" name="ph812"/>
            <p:cNvSpPr/>
            <p:nvPr/>
          </p:nvSpPr>
          <p:spPr>
            <a:xfrm>
              <a:off x="5879368" y="14699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13" name="ph813"/>
            <p:cNvSpPr/>
            <p:nvPr/>
          </p:nvSpPr>
          <p:spPr>
            <a:xfrm>
              <a:off x="5891880" y="14699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14" name="ph814"/>
            <p:cNvSpPr/>
            <p:nvPr/>
          </p:nvSpPr>
          <p:spPr>
            <a:xfrm>
              <a:off x="5904392" y="14699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15" name="ph815"/>
            <p:cNvSpPr/>
            <p:nvPr/>
          </p:nvSpPr>
          <p:spPr>
            <a:xfrm>
              <a:off x="5829317" y="14853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16" name="ph816"/>
            <p:cNvSpPr/>
            <p:nvPr/>
          </p:nvSpPr>
          <p:spPr>
            <a:xfrm>
              <a:off x="5841831" y="14853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17" name="ph817"/>
            <p:cNvSpPr/>
            <p:nvPr/>
          </p:nvSpPr>
          <p:spPr>
            <a:xfrm>
              <a:off x="5854343" y="14853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18" name="ph818"/>
            <p:cNvSpPr/>
            <p:nvPr/>
          </p:nvSpPr>
          <p:spPr>
            <a:xfrm>
              <a:off x="5866855" y="14853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19" name="ph819"/>
            <p:cNvSpPr/>
            <p:nvPr/>
          </p:nvSpPr>
          <p:spPr>
            <a:xfrm>
              <a:off x="5879368" y="14853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20" name="ph820"/>
            <p:cNvSpPr/>
            <p:nvPr/>
          </p:nvSpPr>
          <p:spPr>
            <a:xfrm>
              <a:off x="5891880" y="14853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21" name="ph821"/>
            <p:cNvSpPr/>
            <p:nvPr/>
          </p:nvSpPr>
          <p:spPr>
            <a:xfrm>
              <a:off x="5904392" y="14853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22" name="ph822"/>
            <p:cNvSpPr/>
            <p:nvPr/>
          </p:nvSpPr>
          <p:spPr>
            <a:xfrm>
              <a:off x="5929417" y="14853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23" name="ph823"/>
            <p:cNvSpPr/>
            <p:nvPr/>
          </p:nvSpPr>
          <p:spPr>
            <a:xfrm>
              <a:off x="5941929" y="14853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24" name="ph824"/>
            <p:cNvSpPr/>
            <p:nvPr/>
          </p:nvSpPr>
          <p:spPr>
            <a:xfrm>
              <a:off x="5954441" y="14853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25" name="ph825"/>
            <p:cNvSpPr/>
            <p:nvPr/>
          </p:nvSpPr>
          <p:spPr>
            <a:xfrm>
              <a:off x="5966953" y="14853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26" name="ph826"/>
            <p:cNvSpPr/>
            <p:nvPr/>
          </p:nvSpPr>
          <p:spPr>
            <a:xfrm>
              <a:off x="5829317" y="15006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27" name="ph827"/>
            <p:cNvSpPr/>
            <p:nvPr/>
          </p:nvSpPr>
          <p:spPr>
            <a:xfrm>
              <a:off x="5841831" y="15006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28" name="ph828"/>
            <p:cNvSpPr/>
            <p:nvPr/>
          </p:nvSpPr>
          <p:spPr>
            <a:xfrm>
              <a:off x="5854343" y="15006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29" name="ph829"/>
            <p:cNvSpPr/>
            <p:nvPr/>
          </p:nvSpPr>
          <p:spPr>
            <a:xfrm>
              <a:off x="5866855" y="15006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30" name="ph830"/>
            <p:cNvSpPr/>
            <p:nvPr/>
          </p:nvSpPr>
          <p:spPr>
            <a:xfrm>
              <a:off x="5879368" y="15006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31" name="ph831"/>
            <p:cNvSpPr/>
            <p:nvPr/>
          </p:nvSpPr>
          <p:spPr>
            <a:xfrm>
              <a:off x="5891880" y="15006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32" name="ph832"/>
            <p:cNvSpPr/>
            <p:nvPr/>
          </p:nvSpPr>
          <p:spPr>
            <a:xfrm>
              <a:off x="5904392" y="15006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33" name="ph833"/>
            <p:cNvSpPr/>
            <p:nvPr/>
          </p:nvSpPr>
          <p:spPr>
            <a:xfrm>
              <a:off x="5916904" y="15006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34" name="ph834"/>
            <p:cNvSpPr/>
            <p:nvPr/>
          </p:nvSpPr>
          <p:spPr>
            <a:xfrm>
              <a:off x="5929417" y="15006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35" name="ph835"/>
            <p:cNvSpPr/>
            <p:nvPr/>
          </p:nvSpPr>
          <p:spPr>
            <a:xfrm>
              <a:off x="5941929" y="15006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36" name="ph836"/>
            <p:cNvSpPr/>
            <p:nvPr/>
          </p:nvSpPr>
          <p:spPr>
            <a:xfrm>
              <a:off x="5954441" y="15006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37" name="ph837"/>
            <p:cNvSpPr/>
            <p:nvPr/>
          </p:nvSpPr>
          <p:spPr>
            <a:xfrm>
              <a:off x="5966953" y="15006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38" name="ph838"/>
            <p:cNvSpPr/>
            <p:nvPr/>
          </p:nvSpPr>
          <p:spPr>
            <a:xfrm>
              <a:off x="5979467" y="15006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39" name="ph839"/>
            <p:cNvSpPr/>
            <p:nvPr/>
          </p:nvSpPr>
          <p:spPr>
            <a:xfrm>
              <a:off x="5854343" y="15160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40" name="ph840"/>
            <p:cNvSpPr/>
            <p:nvPr/>
          </p:nvSpPr>
          <p:spPr>
            <a:xfrm>
              <a:off x="5866855" y="15160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41" name="ph841"/>
            <p:cNvSpPr/>
            <p:nvPr/>
          </p:nvSpPr>
          <p:spPr>
            <a:xfrm>
              <a:off x="5879368" y="15160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42" name="ph842"/>
            <p:cNvSpPr/>
            <p:nvPr/>
          </p:nvSpPr>
          <p:spPr>
            <a:xfrm>
              <a:off x="5891880" y="15160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43" name="ph843"/>
            <p:cNvSpPr/>
            <p:nvPr/>
          </p:nvSpPr>
          <p:spPr>
            <a:xfrm>
              <a:off x="5904392" y="15160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44" name="ph844"/>
            <p:cNvSpPr/>
            <p:nvPr/>
          </p:nvSpPr>
          <p:spPr>
            <a:xfrm>
              <a:off x="5916904" y="15160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45" name="ph845"/>
            <p:cNvSpPr/>
            <p:nvPr/>
          </p:nvSpPr>
          <p:spPr>
            <a:xfrm>
              <a:off x="5929417" y="15160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46" name="ph846"/>
            <p:cNvSpPr/>
            <p:nvPr/>
          </p:nvSpPr>
          <p:spPr>
            <a:xfrm>
              <a:off x="5941929" y="15160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47" name="ph847"/>
            <p:cNvSpPr/>
            <p:nvPr/>
          </p:nvSpPr>
          <p:spPr>
            <a:xfrm>
              <a:off x="5954441" y="15160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48" name="ph848"/>
            <p:cNvSpPr/>
            <p:nvPr/>
          </p:nvSpPr>
          <p:spPr>
            <a:xfrm>
              <a:off x="5966953" y="15160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49" name="ph849"/>
            <p:cNvSpPr/>
            <p:nvPr/>
          </p:nvSpPr>
          <p:spPr>
            <a:xfrm>
              <a:off x="5979467" y="15160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50" name="ph850"/>
            <p:cNvSpPr/>
            <p:nvPr/>
          </p:nvSpPr>
          <p:spPr>
            <a:xfrm>
              <a:off x="5991979" y="15160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51" name="ph851"/>
            <p:cNvSpPr/>
            <p:nvPr/>
          </p:nvSpPr>
          <p:spPr>
            <a:xfrm>
              <a:off x="5804293" y="15314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52" name="ph852"/>
            <p:cNvSpPr/>
            <p:nvPr/>
          </p:nvSpPr>
          <p:spPr>
            <a:xfrm>
              <a:off x="5816805" y="15314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53" name="ph853"/>
            <p:cNvSpPr/>
            <p:nvPr/>
          </p:nvSpPr>
          <p:spPr>
            <a:xfrm>
              <a:off x="5829317" y="15314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54" name="ph854"/>
            <p:cNvSpPr/>
            <p:nvPr/>
          </p:nvSpPr>
          <p:spPr>
            <a:xfrm>
              <a:off x="5841831" y="15314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55" name="ph855"/>
            <p:cNvSpPr/>
            <p:nvPr/>
          </p:nvSpPr>
          <p:spPr>
            <a:xfrm>
              <a:off x="5879368" y="15314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56" name="ph856"/>
            <p:cNvSpPr/>
            <p:nvPr/>
          </p:nvSpPr>
          <p:spPr>
            <a:xfrm>
              <a:off x="5891880" y="15314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57" name="ph857"/>
            <p:cNvSpPr/>
            <p:nvPr/>
          </p:nvSpPr>
          <p:spPr>
            <a:xfrm>
              <a:off x="5904392" y="15314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58" name="ph858"/>
            <p:cNvSpPr/>
            <p:nvPr/>
          </p:nvSpPr>
          <p:spPr>
            <a:xfrm>
              <a:off x="5916904" y="15314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59" name="ph859"/>
            <p:cNvSpPr/>
            <p:nvPr/>
          </p:nvSpPr>
          <p:spPr>
            <a:xfrm>
              <a:off x="5929417" y="15314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60" name="ph860"/>
            <p:cNvSpPr/>
            <p:nvPr/>
          </p:nvSpPr>
          <p:spPr>
            <a:xfrm>
              <a:off x="5941929" y="15314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61" name="ph861"/>
            <p:cNvSpPr/>
            <p:nvPr/>
          </p:nvSpPr>
          <p:spPr>
            <a:xfrm>
              <a:off x="5954441" y="15314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62" name="ph862"/>
            <p:cNvSpPr/>
            <p:nvPr/>
          </p:nvSpPr>
          <p:spPr>
            <a:xfrm>
              <a:off x="5966953" y="15314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63" name="ph863"/>
            <p:cNvSpPr/>
            <p:nvPr/>
          </p:nvSpPr>
          <p:spPr>
            <a:xfrm>
              <a:off x="5979467" y="15314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64" name="ph864"/>
            <p:cNvSpPr/>
            <p:nvPr/>
          </p:nvSpPr>
          <p:spPr>
            <a:xfrm>
              <a:off x="5991979" y="15314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65" name="ph865"/>
            <p:cNvSpPr/>
            <p:nvPr/>
          </p:nvSpPr>
          <p:spPr>
            <a:xfrm>
              <a:off x="5791781" y="15468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A82">
                <a:alpha val="100000"/>
              </a:srgbClr>
            </a:solidFill>
            <a:ln w="5420" cap="flat">
              <a:solidFill>
                <a:srgbClr val="3C4A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66" name="ph866"/>
            <p:cNvSpPr/>
            <p:nvPr/>
          </p:nvSpPr>
          <p:spPr>
            <a:xfrm>
              <a:off x="5804293" y="15468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67" name="ph867"/>
            <p:cNvSpPr/>
            <p:nvPr/>
          </p:nvSpPr>
          <p:spPr>
            <a:xfrm>
              <a:off x="5816805" y="15468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68" name="ph868"/>
            <p:cNvSpPr/>
            <p:nvPr/>
          </p:nvSpPr>
          <p:spPr>
            <a:xfrm>
              <a:off x="5829317" y="15468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69" name="ph869"/>
            <p:cNvSpPr/>
            <p:nvPr/>
          </p:nvSpPr>
          <p:spPr>
            <a:xfrm>
              <a:off x="5841831" y="15468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70" name="ph870"/>
            <p:cNvSpPr/>
            <p:nvPr/>
          </p:nvSpPr>
          <p:spPr>
            <a:xfrm>
              <a:off x="5854343" y="15468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71" name="ph871"/>
            <p:cNvSpPr/>
            <p:nvPr/>
          </p:nvSpPr>
          <p:spPr>
            <a:xfrm>
              <a:off x="5866855" y="15468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72" name="ph872"/>
            <p:cNvSpPr/>
            <p:nvPr/>
          </p:nvSpPr>
          <p:spPr>
            <a:xfrm>
              <a:off x="5879368" y="15468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73" name="ph873"/>
            <p:cNvSpPr/>
            <p:nvPr/>
          </p:nvSpPr>
          <p:spPr>
            <a:xfrm>
              <a:off x="5891880" y="15468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74" name="ph874"/>
            <p:cNvSpPr/>
            <p:nvPr/>
          </p:nvSpPr>
          <p:spPr>
            <a:xfrm>
              <a:off x="5904392" y="15468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75" name="ph875"/>
            <p:cNvSpPr/>
            <p:nvPr/>
          </p:nvSpPr>
          <p:spPr>
            <a:xfrm>
              <a:off x="5916904" y="15468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76" name="ph876"/>
            <p:cNvSpPr/>
            <p:nvPr/>
          </p:nvSpPr>
          <p:spPr>
            <a:xfrm>
              <a:off x="5929417" y="15468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77" name="ph877"/>
            <p:cNvSpPr/>
            <p:nvPr/>
          </p:nvSpPr>
          <p:spPr>
            <a:xfrm>
              <a:off x="5941929" y="15468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78" name="ph878"/>
            <p:cNvSpPr/>
            <p:nvPr/>
          </p:nvSpPr>
          <p:spPr>
            <a:xfrm>
              <a:off x="5954441" y="15468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79" name="ph879"/>
            <p:cNvSpPr/>
            <p:nvPr/>
          </p:nvSpPr>
          <p:spPr>
            <a:xfrm>
              <a:off x="5966953" y="15468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80" name="ph880"/>
            <p:cNvSpPr/>
            <p:nvPr/>
          </p:nvSpPr>
          <p:spPr>
            <a:xfrm>
              <a:off x="5979467" y="15468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81" name="ph881"/>
            <p:cNvSpPr/>
            <p:nvPr/>
          </p:nvSpPr>
          <p:spPr>
            <a:xfrm>
              <a:off x="5991979" y="15468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82" name="ph882"/>
            <p:cNvSpPr/>
            <p:nvPr/>
          </p:nvSpPr>
          <p:spPr>
            <a:xfrm>
              <a:off x="6004491" y="15468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83" name="ph883"/>
            <p:cNvSpPr/>
            <p:nvPr/>
          </p:nvSpPr>
          <p:spPr>
            <a:xfrm>
              <a:off x="5791781" y="15621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84" name="ph884"/>
            <p:cNvSpPr/>
            <p:nvPr/>
          </p:nvSpPr>
          <p:spPr>
            <a:xfrm>
              <a:off x="5804293" y="15621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85" name="ph885"/>
            <p:cNvSpPr/>
            <p:nvPr/>
          </p:nvSpPr>
          <p:spPr>
            <a:xfrm>
              <a:off x="5816805" y="15621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86" name="ph886"/>
            <p:cNvSpPr/>
            <p:nvPr/>
          </p:nvSpPr>
          <p:spPr>
            <a:xfrm>
              <a:off x="5829317" y="15621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87" name="ph887"/>
            <p:cNvSpPr/>
            <p:nvPr/>
          </p:nvSpPr>
          <p:spPr>
            <a:xfrm>
              <a:off x="5841831" y="15621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88" name="ph888"/>
            <p:cNvSpPr/>
            <p:nvPr/>
          </p:nvSpPr>
          <p:spPr>
            <a:xfrm>
              <a:off x="5854343" y="15621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89" name="ph889"/>
            <p:cNvSpPr/>
            <p:nvPr/>
          </p:nvSpPr>
          <p:spPr>
            <a:xfrm>
              <a:off x="5866855" y="15621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90" name="ph890"/>
            <p:cNvSpPr/>
            <p:nvPr/>
          </p:nvSpPr>
          <p:spPr>
            <a:xfrm>
              <a:off x="5879368" y="15621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91" name="ph891"/>
            <p:cNvSpPr/>
            <p:nvPr/>
          </p:nvSpPr>
          <p:spPr>
            <a:xfrm>
              <a:off x="5891880" y="15621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92" name="ph892"/>
            <p:cNvSpPr/>
            <p:nvPr/>
          </p:nvSpPr>
          <p:spPr>
            <a:xfrm>
              <a:off x="5904392" y="15621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93" name="ph893"/>
            <p:cNvSpPr/>
            <p:nvPr/>
          </p:nvSpPr>
          <p:spPr>
            <a:xfrm>
              <a:off x="5916904" y="15621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B98">
                <a:alpha val="100000"/>
              </a:srgbClr>
            </a:solidFill>
            <a:ln w="5420" cap="flat">
              <a:solidFill>
                <a:srgbClr val="3A5B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94" name="ph894"/>
            <p:cNvSpPr/>
            <p:nvPr/>
          </p:nvSpPr>
          <p:spPr>
            <a:xfrm>
              <a:off x="5929417" y="15621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95" name="ph895"/>
            <p:cNvSpPr/>
            <p:nvPr/>
          </p:nvSpPr>
          <p:spPr>
            <a:xfrm>
              <a:off x="5941929" y="15621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96" name="ph896"/>
            <p:cNvSpPr/>
            <p:nvPr/>
          </p:nvSpPr>
          <p:spPr>
            <a:xfrm>
              <a:off x="5954441" y="15621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97" name="ph897"/>
            <p:cNvSpPr/>
            <p:nvPr/>
          </p:nvSpPr>
          <p:spPr>
            <a:xfrm>
              <a:off x="5966953" y="15621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98" name="ph898"/>
            <p:cNvSpPr/>
            <p:nvPr/>
          </p:nvSpPr>
          <p:spPr>
            <a:xfrm>
              <a:off x="5979467" y="15621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99" name="ph899"/>
            <p:cNvSpPr/>
            <p:nvPr/>
          </p:nvSpPr>
          <p:spPr>
            <a:xfrm>
              <a:off x="5991979" y="15621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00" name="ph900"/>
            <p:cNvSpPr/>
            <p:nvPr/>
          </p:nvSpPr>
          <p:spPr>
            <a:xfrm>
              <a:off x="6004491" y="15621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01" name="ph901"/>
            <p:cNvSpPr/>
            <p:nvPr/>
          </p:nvSpPr>
          <p:spPr>
            <a:xfrm>
              <a:off x="5791781" y="15775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02" name="ph902"/>
            <p:cNvSpPr/>
            <p:nvPr/>
          </p:nvSpPr>
          <p:spPr>
            <a:xfrm>
              <a:off x="5804293" y="15775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03" name="ph903"/>
            <p:cNvSpPr/>
            <p:nvPr/>
          </p:nvSpPr>
          <p:spPr>
            <a:xfrm>
              <a:off x="5816805" y="15775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04" name="ph904"/>
            <p:cNvSpPr/>
            <p:nvPr/>
          </p:nvSpPr>
          <p:spPr>
            <a:xfrm>
              <a:off x="5829317" y="15775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05" name="ph905"/>
            <p:cNvSpPr/>
            <p:nvPr/>
          </p:nvSpPr>
          <p:spPr>
            <a:xfrm>
              <a:off x="5841831" y="15775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073">
                <a:alpha val="100000"/>
              </a:srgbClr>
            </a:solidFill>
            <a:ln w="5420" cap="flat">
              <a:solidFill>
                <a:srgbClr val="3B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06" name="ph906"/>
            <p:cNvSpPr/>
            <p:nvPr/>
          </p:nvSpPr>
          <p:spPr>
            <a:xfrm>
              <a:off x="5854343" y="15775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07" name="ph907"/>
            <p:cNvSpPr/>
            <p:nvPr/>
          </p:nvSpPr>
          <p:spPr>
            <a:xfrm>
              <a:off x="5866855" y="15775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08" name="ph908"/>
            <p:cNvSpPr/>
            <p:nvPr/>
          </p:nvSpPr>
          <p:spPr>
            <a:xfrm>
              <a:off x="5879368" y="15775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09" name="ph909"/>
            <p:cNvSpPr/>
            <p:nvPr/>
          </p:nvSpPr>
          <p:spPr>
            <a:xfrm>
              <a:off x="5891880" y="15775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10" name="ph910"/>
            <p:cNvSpPr/>
            <p:nvPr/>
          </p:nvSpPr>
          <p:spPr>
            <a:xfrm>
              <a:off x="5904392" y="15775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11" name="ph911"/>
            <p:cNvSpPr/>
            <p:nvPr/>
          </p:nvSpPr>
          <p:spPr>
            <a:xfrm>
              <a:off x="5916904" y="15775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12" name="ph912"/>
            <p:cNvSpPr/>
            <p:nvPr/>
          </p:nvSpPr>
          <p:spPr>
            <a:xfrm>
              <a:off x="5929417" y="15775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13" name="ph913"/>
            <p:cNvSpPr/>
            <p:nvPr/>
          </p:nvSpPr>
          <p:spPr>
            <a:xfrm>
              <a:off x="5941929" y="15775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14" name="ph914"/>
            <p:cNvSpPr/>
            <p:nvPr/>
          </p:nvSpPr>
          <p:spPr>
            <a:xfrm>
              <a:off x="5954441" y="15775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15" name="ph915"/>
            <p:cNvSpPr/>
            <p:nvPr/>
          </p:nvSpPr>
          <p:spPr>
            <a:xfrm>
              <a:off x="5966953" y="15775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16" name="ph916"/>
            <p:cNvSpPr/>
            <p:nvPr/>
          </p:nvSpPr>
          <p:spPr>
            <a:xfrm>
              <a:off x="5979467" y="15775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17" name="ph917"/>
            <p:cNvSpPr/>
            <p:nvPr/>
          </p:nvSpPr>
          <p:spPr>
            <a:xfrm>
              <a:off x="5991979" y="15775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18" name="ph918"/>
            <p:cNvSpPr/>
            <p:nvPr/>
          </p:nvSpPr>
          <p:spPr>
            <a:xfrm>
              <a:off x="6004491" y="15775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19" name="ph919"/>
            <p:cNvSpPr/>
            <p:nvPr/>
          </p:nvSpPr>
          <p:spPr>
            <a:xfrm>
              <a:off x="5641632" y="1592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20" name="ph920"/>
            <p:cNvSpPr/>
            <p:nvPr/>
          </p:nvSpPr>
          <p:spPr>
            <a:xfrm>
              <a:off x="5691683" y="1592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21" name="ph921"/>
            <p:cNvSpPr/>
            <p:nvPr/>
          </p:nvSpPr>
          <p:spPr>
            <a:xfrm>
              <a:off x="5704195" y="1592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22" name="ph922"/>
            <p:cNvSpPr/>
            <p:nvPr/>
          </p:nvSpPr>
          <p:spPr>
            <a:xfrm>
              <a:off x="5716707" y="1592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23" name="ph923"/>
            <p:cNvSpPr/>
            <p:nvPr/>
          </p:nvSpPr>
          <p:spPr>
            <a:xfrm>
              <a:off x="5729219" y="1592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24" name="ph924"/>
            <p:cNvSpPr/>
            <p:nvPr/>
          </p:nvSpPr>
          <p:spPr>
            <a:xfrm>
              <a:off x="5741732" y="1592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25" name="ph925"/>
            <p:cNvSpPr/>
            <p:nvPr/>
          </p:nvSpPr>
          <p:spPr>
            <a:xfrm>
              <a:off x="5754244" y="1592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26" name="ph926"/>
            <p:cNvSpPr/>
            <p:nvPr/>
          </p:nvSpPr>
          <p:spPr>
            <a:xfrm>
              <a:off x="5766756" y="1592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27" name="ph927"/>
            <p:cNvSpPr/>
            <p:nvPr/>
          </p:nvSpPr>
          <p:spPr>
            <a:xfrm>
              <a:off x="5779268" y="1592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28" name="ph928"/>
            <p:cNvSpPr/>
            <p:nvPr/>
          </p:nvSpPr>
          <p:spPr>
            <a:xfrm>
              <a:off x="5791781" y="1592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C6E">
                <a:alpha val="100000"/>
              </a:srgbClr>
            </a:solidFill>
            <a:ln w="5420" cap="flat">
              <a:solidFill>
                <a:srgbClr val="3B3C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29" name="ph929"/>
            <p:cNvSpPr/>
            <p:nvPr/>
          </p:nvSpPr>
          <p:spPr>
            <a:xfrm>
              <a:off x="5804293" y="1592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30" name="ph930"/>
            <p:cNvSpPr/>
            <p:nvPr/>
          </p:nvSpPr>
          <p:spPr>
            <a:xfrm>
              <a:off x="5816805" y="1592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31" name="ph931"/>
            <p:cNvSpPr/>
            <p:nvPr/>
          </p:nvSpPr>
          <p:spPr>
            <a:xfrm>
              <a:off x="5829317" y="1592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32" name="ph932"/>
            <p:cNvSpPr/>
            <p:nvPr/>
          </p:nvSpPr>
          <p:spPr>
            <a:xfrm>
              <a:off x="5841831" y="1592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33" name="ph933"/>
            <p:cNvSpPr/>
            <p:nvPr/>
          </p:nvSpPr>
          <p:spPr>
            <a:xfrm>
              <a:off x="5854343" y="1592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34" name="ph934"/>
            <p:cNvSpPr/>
            <p:nvPr/>
          </p:nvSpPr>
          <p:spPr>
            <a:xfrm>
              <a:off x="5866855" y="1592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35" name="ph935"/>
            <p:cNvSpPr/>
            <p:nvPr/>
          </p:nvSpPr>
          <p:spPr>
            <a:xfrm>
              <a:off x="5879368" y="1592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36" name="ph936"/>
            <p:cNvSpPr/>
            <p:nvPr/>
          </p:nvSpPr>
          <p:spPr>
            <a:xfrm>
              <a:off x="5891880" y="1592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37" name="ph937"/>
            <p:cNvSpPr/>
            <p:nvPr/>
          </p:nvSpPr>
          <p:spPr>
            <a:xfrm>
              <a:off x="5904392" y="1592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38" name="ph938"/>
            <p:cNvSpPr/>
            <p:nvPr/>
          </p:nvSpPr>
          <p:spPr>
            <a:xfrm>
              <a:off x="5916904" y="1592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39" name="ph939"/>
            <p:cNvSpPr/>
            <p:nvPr/>
          </p:nvSpPr>
          <p:spPr>
            <a:xfrm>
              <a:off x="5929417" y="1592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40" name="ph940"/>
            <p:cNvSpPr/>
            <p:nvPr/>
          </p:nvSpPr>
          <p:spPr>
            <a:xfrm>
              <a:off x="5941929" y="1592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41" name="ph941"/>
            <p:cNvSpPr/>
            <p:nvPr/>
          </p:nvSpPr>
          <p:spPr>
            <a:xfrm>
              <a:off x="5954441" y="1592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42" name="ph942"/>
            <p:cNvSpPr/>
            <p:nvPr/>
          </p:nvSpPr>
          <p:spPr>
            <a:xfrm>
              <a:off x="5966953" y="1592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43" name="ph943"/>
            <p:cNvSpPr/>
            <p:nvPr/>
          </p:nvSpPr>
          <p:spPr>
            <a:xfrm>
              <a:off x="5979467" y="1592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44" name="ph944"/>
            <p:cNvSpPr/>
            <p:nvPr/>
          </p:nvSpPr>
          <p:spPr>
            <a:xfrm>
              <a:off x="5991979" y="1592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45" name="ph945"/>
            <p:cNvSpPr/>
            <p:nvPr/>
          </p:nvSpPr>
          <p:spPr>
            <a:xfrm>
              <a:off x="5503996" y="1608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46" name="ph946"/>
            <p:cNvSpPr/>
            <p:nvPr/>
          </p:nvSpPr>
          <p:spPr>
            <a:xfrm>
              <a:off x="5516509" y="1608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47" name="ph947"/>
            <p:cNvSpPr/>
            <p:nvPr/>
          </p:nvSpPr>
          <p:spPr>
            <a:xfrm>
              <a:off x="5529021" y="1608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48" name="ph948"/>
            <p:cNvSpPr/>
            <p:nvPr/>
          </p:nvSpPr>
          <p:spPr>
            <a:xfrm>
              <a:off x="5604096" y="1608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49" name="ph949"/>
            <p:cNvSpPr/>
            <p:nvPr/>
          </p:nvSpPr>
          <p:spPr>
            <a:xfrm>
              <a:off x="5616608" y="1608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50" name="ph950"/>
            <p:cNvSpPr/>
            <p:nvPr/>
          </p:nvSpPr>
          <p:spPr>
            <a:xfrm>
              <a:off x="5629120" y="1608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51" name="ph951"/>
            <p:cNvSpPr/>
            <p:nvPr/>
          </p:nvSpPr>
          <p:spPr>
            <a:xfrm>
              <a:off x="5641632" y="1608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52" name="ph952"/>
            <p:cNvSpPr/>
            <p:nvPr/>
          </p:nvSpPr>
          <p:spPr>
            <a:xfrm>
              <a:off x="5654145" y="1608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53" name="ph953"/>
            <p:cNvSpPr/>
            <p:nvPr/>
          </p:nvSpPr>
          <p:spPr>
            <a:xfrm>
              <a:off x="5666657" y="1608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54" name="ph954"/>
            <p:cNvSpPr/>
            <p:nvPr/>
          </p:nvSpPr>
          <p:spPr>
            <a:xfrm>
              <a:off x="5679169" y="1608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55" name="ph955"/>
            <p:cNvSpPr/>
            <p:nvPr/>
          </p:nvSpPr>
          <p:spPr>
            <a:xfrm>
              <a:off x="5691683" y="1608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56" name="ph956"/>
            <p:cNvSpPr/>
            <p:nvPr/>
          </p:nvSpPr>
          <p:spPr>
            <a:xfrm>
              <a:off x="5704195" y="1608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57" name="ph957"/>
            <p:cNvSpPr/>
            <p:nvPr/>
          </p:nvSpPr>
          <p:spPr>
            <a:xfrm>
              <a:off x="5716707" y="1608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58" name="ph958"/>
            <p:cNvSpPr/>
            <p:nvPr/>
          </p:nvSpPr>
          <p:spPr>
            <a:xfrm>
              <a:off x="5729219" y="1608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59" name="ph959"/>
            <p:cNvSpPr/>
            <p:nvPr/>
          </p:nvSpPr>
          <p:spPr>
            <a:xfrm>
              <a:off x="5741732" y="1608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60" name="ph960"/>
            <p:cNvSpPr/>
            <p:nvPr/>
          </p:nvSpPr>
          <p:spPr>
            <a:xfrm>
              <a:off x="5754244" y="1608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61" name="ph961"/>
            <p:cNvSpPr/>
            <p:nvPr/>
          </p:nvSpPr>
          <p:spPr>
            <a:xfrm>
              <a:off x="5766756" y="1608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62" name="ph962"/>
            <p:cNvSpPr/>
            <p:nvPr/>
          </p:nvSpPr>
          <p:spPr>
            <a:xfrm>
              <a:off x="5779268" y="1608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63" name="ph963"/>
            <p:cNvSpPr/>
            <p:nvPr/>
          </p:nvSpPr>
          <p:spPr>
            <a:xfrm>
              <a:off x="5791781" y="1608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64" name="ph964"/>
            <p:cNvSpPr/>
            <p:nvPr/>
          </p:nvSpPr>
          <p:spPr>
            <a:xfrm>
              <a:off x="5804293" y="1608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65" name="ph965"/>
            <p:cNvSpPr/>
            <p:nvPr/>
          </p:nvSpPr>
          <p:spPr>
            <a:xfrm>
              <a:off x="5816805" y="1608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66" name="ph966"/>
            <p:cNvSpPr/>
            <p:nvPr/>
          </p:nvSpPr>
          <p:spPr>
            <a:xfrm>
              <a:off x="5829317" y="1608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67" name="ph967"/>
            <p:cNvSpPr/>
            <p:nvPr/>
          </p:nvSpPr>
          <p:spPr>
            <a:xfrm>
              <a:off x="5841831" y="1608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68" name="ph968"/>
            <p:cNvSpPr/>
            <p:nvPr/>
          </p:nvSpPr>
          <p:spPr>
            <a:xfrm>
              <a:off x="5854343" y="1608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69" name="ph969"/>
            <p:cNvSpPr/>
            <p:nvPr/>
          </p:nvSpPr>
          <p:spPr>
            <a:xfrm>
              <a:off x="5866855" y="1608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70" name="ph970"/>
            <p:cNvSpPr/>
            <p:nvPr/>
          </p:nvSpPr>
          <p:spPr>
            <a:xfrm>
              <a:off x="5879368" y="1608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71" name="ph971"/>
            <p:cNvSpPr/>
            <p:nvPr/>
          </p:nvSpPr>
          <p:spPr>
            <a:xfrm>
              <a:off x="5891880" y="1608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72" name="ph972"/>
            <p:cNvSpPr/>
            <p:nvPr/>
          </p:nvSpPr>
          <p:spPr>
            <a:xfrm>
              <a:off x="5904392" y="1608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73" name="ph973"/>
            <p:cNvSpPr/>
            <p:nvPr/>
          </p:nvSpPr>
          <p:spPr>
            <a:xfrm>
              <a:off x="5916904" y="1608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74" name="ph974"/>
            <p:cNvSpPr/>
            <p:nvPr/>
          </p:nvSpPr>
          <p:spPr>
            <a:xfrm>
              <a:off x="5929417" y="1608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75" name="ph975"/>
            <p:cNvSpPr/>
            <p:nvPr/>
          </p:nvSpPr>
          <p:spPr>
            <a:xfrm>
              <a:off x="5941929" y="1608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76" name="ph976"/>
            <p:cNvSpPr/>
            <p:nvPr/>
          </p:nvSpPr>
          <p:spPr>
            <a:xfrm>
              <a:off x="5954441" y="1608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77" name="ph977"/>
            <p:cNvSpPr/>
            <p:nvPr/>
          </p:nvSpPr>
          <p:spPr>
            <a:xfrm>
              <a:off x="5491484" y="1623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78" name="ph978"/>
            <p:cNvSpPr/>
            <p:nvPr/>
          </p:nvSpPr>
          <p:spPr>
            <a:xfrm>
              <a:off x="5503996" y="1623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79" name="ph979"/>
            <p:cNvSpPr/>
            <p:nvPr/>
          </p:nvSpPr>
          <p:spPr>
            <a:xfrm>
              <a:off x="5516509" y="1623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80" name="ph980"/>
            <p:cNvSpPr/>
            <p:nvPr/>
          </p:nvSpPr>
          <p:spPr>
            <a:xfrm>
              <a:off x="5529021" y="1623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81" name="ph981"/>
            <p:cNvSpPr/>
            <p:nvPr/>
          </p:nvSpPr>
          <p:spPr>
            <a:xfrm>
              <a:off x="5541533" y="1623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82" name="ph982"/>
            <p:cNvSpPr/>
            <p:nvPr/>
          </p:nvSpPr>
          <p:spPr>
            <a:xfrm>
              <a:off x="5579071" y="1623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83" name="ph983"/>
            <p:cNvSpPr/>
            <p:nvPr/>
          </p:nvSpPr>
          <p:spPr>
            <a:xfrm>
              <a:off x="5591583" y="1623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84" name="ph984"/>
            <p:cNvSpPr/>
            <p:nvPr/>
          </p:nvSpPr>
          <p:spPr>
            <a:xfrm>
              <a:off x="5604096" y="1623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85" name="ph985"/>
            <p:cNvSpPr/>
            <p:nvPr/>
          </p:nvSpPr>
          <p:spPr>
            <a:xfrm>
              <a:off x="5616608" y="1623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86" name="ph986"/>
            <p:cNvSpPr/>
            <p:nvPr/>
          </p:nvSpPr>
          <p:spPr>
            <a:xfrm>
              <a:off x="5629120" y="1623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87" name="ph987"/>
            <p:cNvSpPr/>
            <p:nvPr/>
          </p:nvSpPr>
          <p:spPr>
            <a:xfrm>
              <a:off x="5641632" y="1623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88" name="ph988"/>
            <p:cNvSpPr/>
            <p:nvPr/>
          </p:nvSpPr>
          <p:spPr>
            <a:xfrm>
              <a:off x="5654145" y="1623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89" name="ph989"/>
            <p:cNvSpPr/>
            <p:nvPr/>
          </p:nvSpPr>
          <p:spPr>
            <a:xfrm>
              <a:off x="5666657" y="1623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90" name="ph990"/>
            <p:cNvSpPr/>
            <p:nvPr/>
          </p:nvSpPr>
          <p:spPr>
            <a:xfrm>
              <a:off x="5679169" y="1623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DA4">
                <a:alpha val="100000"/>
              </a:srgbClr>
            </a:solidFill>
            <a:ln w="5420" cap="flat">
              <a:solidFill>
                <a:srgbClr val="3A7D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91" name="ph991"/>
            <p:cNvSpPr/>
            <p:nvPr/>
          </p:nvSpPr>
          <p:spPr>
            <a:xfrm>
              <a:off x="5691683" y="1623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92" name="ph992"/>
            <p:cNvSpPr/>
            <p:nvPr/>
          </p:nvSpPr>
          <p:spPr>
            <a:xfrm>
              <a:off x="5704195" y="1623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93" name="ph993"/>
            <p:cNvSpPr/>
            <p:nvPr/>
          </p:nvSpPr>
          <p:spPr>
            <a:xfrm>
              <a:off x="5716707" y="1623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94" name="ph994"/>
            <p:cNvSpPr/>
            <p:nvPr/>
          </p:nvSpPr>
          <p:spPr>
            <a:xfrm>
              <a:off x="5729219" y="1623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95" name="ph995"/>
            <p:cNvSpPr/>
            <p:nvPr/>
          </p:nvSpPr>
          <p:spPr>
            <a:xfrm>
              <a:off x="5741732" y="1623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96" name="ph996"/>
            <p:cNvSpPr/>
            <p:nvPr/>
          </p:nvSpPr>
          <p:spPr>
            <a:xfrm>
              <a:off x="5754244" y="1623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97" name="ph997"/>
            <p:cNvSpPr/>
            <p:nvPr/>
          </p:nvSpPr>
          <p:spPr>
            <a:xfrm>
              <a:off x="5766756" y="1623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98" name="ph998"/>
            <p:cNvSpPr/>
            <p:nvPr/>
          </p:nvSpPr>
          <p:spPr>
            <a:xfrm>
              <a:off x="5779268" y="1623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99" name="ph999"/>
            <p:cNvSpPr/>
            <p:nvPr/>
          </p:nvSpPr>
          <p:spPr>
            <a:xfrm>
              <a:off x="5791781" y="1623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00" name="ph1000"/>
            <p:cNvSpPr/>
            <p:nvPr/>
          </p:nvSpPr>
          <p:spPr>
            <a:xfrm>
              <a:off x="5804293" y="1623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01" name="ph1001"/>
            <p:cNvSpPr/>
            <p:nvPr/>
          </p:nvSpPr>
          <p:spPr>
            <a:xfrm>
              <a:off x="5816805" y="1623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02" name="ph1002"/>
            <p:cNvSpPr/>
            <p:nvPr/>
          </p:nvSpPr>
          <p:spPr>
            <a:xfrm>
              <a:off x="5829317" y="1623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03" name="ph1003"/>
            <p:cNvSpPr/>
            <p:nvPr/>
          </p:nvSpPr>
          <p:spPr>
            <a:xfrm>
              <a:off x="5841831" y="1623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04" name="ph1004"/>
            <p:cNvSpPr/>
            <p:nvPr/>
          </p:nvSpPr>
          <p:spPr>
            <a:xfrm>
              <a:off x="5854343" y="1623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05" name="ph1005"/>
            <p:cNvSpPr/>
            <p:nvPr/>
          </p:nvSpPr>
          <p:spPr>
            <a:xfrm>
              <a:off x="5866855" y="1623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06" name="ph1006"/>
            <p:cNvSpPr/>
            <p:nvPr/>
          </p:nvSpPr>
          <p:spPr>
            <a:xfrm>
              <a:off x="5891880" y="1623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07" name="ph1007"/>
            <p:cNvSpPr/>
            <p:nvPr/>
          </p:nvSpPr>
          <p:spPr>
            <a:xfrm>
              <a:off x="5904392" y="1623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08" name="ph1008"/>
            <p:cNvSpPr/>
            <p:nvPr/>
          </p:nvSpPr>
          <p:spPr>
            <a:xfrm>
              <a:off x="5491484" y="1639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09" name="ph1009"/>
            <p:cNvSpPr/>
            <p:nvPr/>
          </p:nvSpPr>
          <p:spPr>
            <a:xfrm>
              <a:off x="5503996" y="1639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10" name="ph1010"/>
            <p:cNvSpPr/>
            <p:nvPr/>
          </p:nvSpPr>
          <p:spPr>
            <a:xfrm>
              <a:off x="5516509" y="1639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11" name="ph1011"/>
            <p:cNvSpPr/>
            <p:nvPr/>
          </p:nvSpPr>
          <p:spPr>
            <a:xfrm>
              <a:off x="5529021" y="1639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12" name="ph1012"/>
            <p:cNvSpPr/>
            <p:nvPr/>
          </p:nvSpPr>
          <p:spPr>
            <a:xfrm>
              <a:off x="5541533" y="1639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13" name="ph1013"/>
            <p:cNvSpPr/>
            <p:nvPr/>
          </p:nvSpPr>
          <p:spPr>
            <a:xfrm>
              <a:off x="5554047" y="1639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14" name="ph1014"/>
            <p:cNvSpPr/>
            <p:nvPr/>
          </p:nvSpPr>
          <p:spPr>
            <a:xfrm>
              <a:off x="5566559" y="1639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15" name="ph1015"/>
            <p:cNvSpPr/>
            <p:nvPr/>
          </p:nvSpPr>
          <p:spPr>
            <a:xfrm>
              <a:off x="5579071" y="1639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16" name="ph1016"/>
            <p:cNvSpPr/>
            <p:nvPr/>
          </p:nvSpPr>
          <p:spPr>
            <a:xfrm>
              <a:off x="5591583" y="1639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17" name="ph1017"/>
            <p:cNvSpPr/>
            <p:nvPr/>
          </p:nvSpPr>
          <p:spPr>
            <a:xfrm>
              <a:off x="5604096" y="1639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18" name="ph1018"/>
            <p:cNvSpPr/>
            <p:nvPr/>
          </p:nvSpPr>
          <p:spPr>
            <a:xfrm>
              <a:off x="5616608" y="1639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19" name="ph1019"/>
            <p:cNvSpPr/>
            <p:nvPr/>
          </p:nvSpPr>
          <p:spPr>
            <a:xfrm>
              <a:off x="5629120" y="1639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20" name="ph1020"/>
            <p:cNvSpPr/>
            <p:nvPr/>
          </p:nvSpPr>
          <p:spPr>
            <a:xfrm>
              <a:off x="5641632" y="1639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21" name="ph1021"/>
            <p:cNvSpPr/>
            <p:nvPr/>
          </p:nvSpPr>
          <p:spPr>
            <a:xfrm>
              <a:off x="5654145" y="1639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22" name="ph1022"/>
            <p:cNvSpPr/>
            <p:nvPr/>
          </p:nvSpPr>
          <p:spPr>
            <a:xfrm>
              <a:off x="5666657" y="1639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23" name="ph1023"/>
            <p:cNvSpPr/>
            <p:nvPr/>
          </p:nvSpPr>
          <p:spPr>
            <a:xfrm>
              <a:off x="5679169" y="1639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24" name="ph1024"/>
            <p:cNvSpPr/>
            <p:nvPr/>
          </p:nvSpPr>
          <p:spPr>
            <a:xfrm>
              <a:off x="5691683" y="1639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25" name="ph1025"/>
            <p:cNvSpPr/>
            <p:nvPr/>
          </p:nvSpPr>
          <p:spPr>
            <a:xfrm>
              <a:off x="5704195" y="1639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26" name="ph1026"/>
            <p:cNvSpPr/>
            <p:nvPr/>
          </p:nvSpPr>
          <p:spPr>
            <a:xfrm>
              <a:off x="5716707" y="1639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27" name="ph1027"/>
            <p:cNvSpPr/>
            <p:nvPr/>
          </p:nvSpPr>
          <p:spPr>
            <a:xfrm>
              <a:off x="5729219" y="1639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28" name="ph1028"/>
            <p:cNvSpPr/>
            <p:nvPr/>
          </p:nvSpPr>
          <p:spPr>
            <a:xfrm>
              <a:off x="5741732" y="1639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29" name="ph1029"/>
            <p:cNvSpPr/>
            <p:nvPr/>
          </p:nvSpPr>
          <p:spPr>
            <a:xfrm>
              <a:off x="5754244" y="1639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30" name="ph1030"/>
            <p:cNvSpPr/>
            <p:nvPr/>
          </p:nvSpPr>
          <p:spPr>
            <a:xfrm>
              <a:off x="5766756" y="1639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31" name="ph1031"/>
            <p:cNvSpPr/>
            <p:nvPr/>
          </p:nvSpPr>
          <p:spPr>
            <a:xfrm>
              <a:off x="5779268" y="1639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32" name="ph1032"/>
            <p:cNvSpPr/>
            <p:nvPr/>
          </p:nvSpPr>
          <p:spPr>
            <a:xfrm>
              <a:off x="5791781" y="1639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33" name="ph1033"/>
            <p:cNvSpPr/>
            <p:nvPr/>
          </p:nvSpPr>
          <p:spPr>
            <a:xfrm>
              <a:off x="5804293" y="1639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34" name="ph1034"/>
            <p:cNvSpPr/>
            <p:nvPr/>
          </p:nvSpPr>
          <p:spPr>
            <a:xfrm>
              <a:off x="5816805" y="1639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35" name="ph1035"/>
            <p:cNvSpPr/>
            <p:nvPr/>
          </p:nvSpPr>
          <p:spPr>
            <a:xfrm>
              <a:off x="5503996" y="16544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36" name="ph1036"/>
            <p:cNvSpPr/>
            <p:nvPr/>
          </p:nvSpPr>
          <p:spPr>
            <a:xfrm>
              <a:off x="5516509" y="16544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37" name="ph1037"/>
            <p:cNvSpPr/>
            <p:nvPr/>
          </p:nvSpPr>
          <p:spPr>
            <a:xfrm>
              <a:off x="5529021" y="16544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38" name="ph1038"/>
            <p:cNvSpPr/>
            <p:nvPr/>
          </p:nvSpPr>
          <p:spPr>
            <a:xfrm>
              <a:off x="5541533" y="16544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39" name="ph1039"/>
            <p:cNvSpPr/>
            <p:nvPr/>
          </p:nvSpPr>
          <p:spPr>
            <a:xfrm>
              <a:off x="5554047" y="16544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40" name="ph1040"/>
            <p:cNvSpPr/>
            <p:nvPr/>
          </p:nvSpPr>
          <p:spPr>
            <a:xfrm>
              <a:off x="5566559" y="16544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41" name="ph1041"/>
            <p:cNvSpPr/>
            <p:nvPr/>
          </p:nvSpPr>
          <p:spPr>
            <a:xfrm>
              <a:off x="5579071" y="16544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42" name="ph1042"/>
            <p:cNvSpPr/>
            <p:nvPr/>
          </p:nvSpPr>
          <p:spPr>
            <a:xfrm>
              <a:off x="5591583" y="16544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43" name="ph1043"/>
            <p:cNvSpPr/>
            <p:nvPr/>
          </p:nvSpPr>
          <p:spPr>
            <a:xfrm>
              <a:off x="5604096" y="16544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44" name="ph1044"/>
            <p:cNvSpPr/>
            <p:nvPr/>
          </p:nvSpPr>
          <p:spPr>
            <a:xfrm>
              <a:off x="5616608" y="16544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45" name="ph1045"/>
            <p:cNvSpPr/>
            <p:nvPr/>
          </p:nvSpPr>
          <p:spPr>
            <a:xfrm>
              <a:off x="5629120" y="16544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46" name="ph1046"/>
            <p:cNvSpPr/>
            <p:nvPr/>
          </p:nvSpPr>
          <p:spPr>
            <a:xfrm>
              <a:off x="5641632" y="16544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47" name="ph1047"/>
            <p:cNvSpPr/>
            <p:nvPr/>
          </p:nvSpPr>
          <p:spPr>
            <a:xfrm>
              <a:off x="5654145" y="16544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48" name="ph1048"/>
            <p:cNvSpPr/>
            <p:nvPr/>
          </p:nvSpPr>
          <p:spPr>
            <a:xfrm>
              <a:off x="5666657" y="16544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49" name="ph1049"/>
            <p:cNvSpPr/>
            <p:nvPr/>
          </p:nvSpPr>
          <p:spPr>
            <a:xfrm>
              <a:off x="5679169" y="16544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50" name="ph1050"/>
            <p:cNvSpPr/>
            <p:nvPr/>
          </p:nvSpPr>
          <p:spPr>
            <a:xfrm>
              <a:off x="5691683" y="16544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51" name="ph1051"/>
            <p:cNvSpPr/>
            <p:nvPr/>
          </p:nvSpPr>
          <p:spPr>
            <a:xfrm>
              <a:off x="5704195" y="16544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52" name="ph1052"/>
            <p:cNvSpPr/>
            <p:nvPr/>
          </p:nvSpPr>
          <p:spPr>
            <a:xfrm>
              <a:off x="5716707" y="16544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53" name="ph1053"/>
            <p:cNvSpPr/>
            <p:nvPr/>
          </p:nvSpPr>
          <p:spPr>
            <a:xfrm>
              <a:off x="5729219" y="16544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54" name="ph1054"/>
            <p:cNvSpPr/>
            <p:nvPr/>
          </p:nvSpPr>
          <p:spPr>
            <a:xfrm>
              <a:off x="5741732" y="16544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55" name="ph1055"/>
            <p:cNvSpPr/>
            <p:nvPr/>
          </p:nvSpPr>
          <p:spPr>
            <a:xfrm>
              <a:off x="5766756" y="16544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56" name="ph1056"/>
            <p:cNvSpPr/>
            <p:nvPr/>
          </p:nvSpPr>
          <p:spPr>
            <a:xfrm>
              <a:off x="5503996" y="16698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57" name="ph1057"/>
            <p:cNvSpPr/>
            <p:nvPr/>
          </p:nvSpPr>
          <p:spPr>
            <a:xfrm>
              <a:off x="5516509" y="16698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58" name="ph1058"/>
            <p:cNvSpPr/>
            <p:nvPr/>
          </p:nvSpPr>
          <p:spPr>
            <a:xfrm>
              <a:off x="5529021" y="16698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59" name="ph1059"/>
            <p:cNvSpPr/>
            <p:nvPr/>
          </p:nvSpPr>
          <p:spPr>
            <a:xfrm>
              <a:off x="5541533" y="16698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60" name="ph1060"/>
            <p:cNvSpPr/>
            <p:nvPr/>
          </p:nvSpPr>
          <p:spPr>
            <a:xfrm>
              <a:off x="5554047" y="16698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61" name="ph1061"/>
            <p:cNvSpPr/>
            <p:nvPr/>
          </p:nvSpPr>
          <p:spPr>
            <a:xfrm>
              <a:off x="5566559" y="16698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62" name="ph1062"/>
            <p:cNvSpPr/>
            <p:nvPr/>
          </p:nvSpPr>
          <p:spPr>
            <a:xfrm>
              <a:off x="5579071" y="16698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63" name="ph1063"/>
            <p:cNvSpPr/>
            <p:nvPr/>
          </p:nvSpPr>
          <p:spPr>
            <a:xfrm>
              <a:off x="5591583" y="16698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64" name="ph1064"/>
            <p:cNvSpPr/>
            <p:nvPr/>
          </p:nvSpPr>
          <p:spPr>
            <a:xfrm>
              <a:off x="5604096" y="16698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65" name="ph1065"/>
            <p:cNvSpPr/>
            <p:nvPr/>
          </p:nvSpPr>
          <p:spPr>
            <a:xfrm>
              <a:off x="5616608" y="16698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66" name="ph1066"/>
            <p:cNvSpPr/>
            <p:nvPr/>
          </p:nvSpPr>
          <p:spPr>
            <a:xfrm>
              <a:off x="5629120" y="16698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67" name="ph1067"/>
            <p:cNvSpPr/>
            <p:nvPr/>
          </p:nvSpPr>
          <p:spPr>
            <a:xfrm>
              <a:off x="5491484" y="16852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68" name="ph1068"/>
            <p:cNvSpPr/>
            <p:nvPr/>
          </p:nvSpPr>
          <p:spPr>
            <a:xfrm>
              <a:off x="5503996" y="16852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69" name="ph1069"/>
            <p:cNvSpPr/>
            <p:nvPr/>
          </p:nvSpPr>
          <p:spPr>
            <a:xfrm>
              <a:off x="5516509" y="16852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70" name="ph1070"/>
            <p:cNvSpPr/>
            <p:nvPr/>
          </p:nvSpPr>
          <p:spPr>
            <a:xfrm>
              <a:off x="5529021" y="16852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71" name="ph1071"/>
            <p:cNvSpPr/>
            <p:nvPr/>
          </p:nvSpPr>
          <p:spPr>
            <a:xfrm>
              <a:off x="5541533" y="16852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72" name="ph1072"/>
            <p:cNvSpPr/>
            <p:nvPr/>
          </p:nvSpPr>
          <p:spPr>
            <a:xfrm>
              <a:off x="5554047" y="16852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73" name="ph1073"/>
            <p:cNvSpPr/>
            <p:nvPr/>
          </p:nvSpPr>
          <p:spPr>
            <a:xfrm>
              <a:off x="5566559" y="16852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74" name="ph1074"/>
            <p:cNvSpPr/>
            <p:nvPr/>
          </p:nvSpPr>
          <p:spPr>
            <a:xfrm>
              <a:off x="5579071" y="16852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75" name="ph1075"/>
            <p:cNvSpPr/>
            <p:nvPr/>
          </p:nvSpPr>
          <p:spPr>
            <a:xfrm>
              <a:off x="5591583" y="16852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76" name="ph1076"/>
            <p:cNvSpPr/>
            <p:nvPr/>
          </p:nvSpPr>
          <p:spPr>
            <a:xfrm>
              <a:off x="5478972" y="170057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77" name="ph1077"/>
            <p:cNvSpPr/>
            <p:nvPr/>
          </p:nvSpPr>
          <p:spPr>
            <a:xfrm>
              <a:off x="5491484" y="170057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78" name="ph1078"/>
            <p:cNvSpPr/>
            <p:nvPr/>
          </p:nvSpPr>
          <p:spPr>
            <a:xfrm>
              <a:off x="5503996" y="170057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79" name="ph1079"/>
            <p:cNvSpPr/>
            <p:nvPr/>
          </p:nvSpPr>
          <p:spPr>
            <a:xfrm>
              <a:off x="5516509" y="170057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80" name="ph1080"/>
            <p:cNvSpPr/>
            <p:nvPr/>
          </p:nvSpPr>
          <p:spPr>
            <a:xfrm>
              <a:off x="5529021" y="170057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81" name="ph1081"/>
            <p:cNvSpPr/>
            <p:nvPr/>
          </p:nvSpPr>
          <p:spPr>
            <a:xfrm>
              <a:off x="5541533" y="170057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82" name="ph1082"/>
            <p:cNvSpPr/>
            <p:nvPr/>
          </p:nvSpPr>
          <p:spPr>
            <a:xfrm>
              <a:off x="5554047" y="170057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83" name="ph1083"/>
            <p:cNvSpPr/>
            <p:nvPr/>
          </p:nvSpPr>
          <p:spPr>
            <a:xfrm>
              <a:off x="5566559" y="170057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84" name="ph1084"/>
            <p:cNvSpPr/>
            <p:nvPr/>
          </p:nvSpPr>
          <p:spPr>
            <a:xfrm>
              <a:off x="5466460" y="171595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85" name="ph1085"/>
            <p:cNvSpPr/>
            <p:nvPr/>
          </p:nvSpPr>
          <p:spPr>
            <a:xfrm>
              <a:off x="5478972" y="171595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86" name="ph1086"/>
            <p:cNvSpPr/>
            <p:nvPr/>
          </p:nvSpPr>
          <p:spPr>
            <a:xfrm>
              <a:off x="5491484" y="171595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87" name="ph1087"/>
            <p:cNvSpPr/>
            <p:nvPr/>
          </p:nvSpPr>
          <p:spPr>
            <a:xfrm>
              <a:off x="5503996" y="171595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88" name="ph1088"/>
            <p:cNvSpPr/>
            <p:nvPr/>
          </p:nvSpPr>
          <p:spPr>
            <a:xfrm>
              <a:off x="5516509" y="171595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89" name="ph1089"/>
            <p:cNvSpPr/>
            <p:nvPr/>
          </p:nvSpPr>
          <p:spPr>
            <a:xfrm>
              <a:off x="5529021" y="171595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90" name="ph1090"/>
            <p:cNvSpPr/>
            <p:nvPr/>
          </p:nvSpPr>
          <p:spPr>
            <a:xfrm>
              <a:off x="5541533" y="171595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91" name="ph1091"/>
            <p:cNvSpPr/>
            <p:nvPr/>
          </p:nvSpPr>
          <p:spPr>
            <a:xfrm>
              <a:off x="5466460" y="173132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92" name="ph1092"/>
            <p:cNvSpPr/>
            <p:nvPr/>
          </p:nvSpPr>
          <p:spPr>
            <a:xfrm>
              <a:off x="5478972" y="173132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93" name="ph1093"/>
            <p:cNvSpPr/>
            <p:nvPr/>
          </p:nvSpPr>
          <p:spPr>
            <a:xfrm>
              <a:off x="5491484" y="173132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94" name="ph1094"/>
            <p:cNvSpPr/>
            <p:nvPr/>
          </p:nvSpPr>
          <p:spPr>
            <a:xfrm>
              <a:off x="5503996" y="173132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95" name="ph1095"/>
            <p:cNvSpPr/>
            <p:nvPr/>
          </p:nvSpPr>
          <p:spPr>
            <a:xfrm>
              <a:off x="5516509" y="173132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96" name="ph1096"/>
            <p:cNvSpPr/>
            <p:nvPr/>
          </p:nvSpPr>
          <p:spPr>
            <a:xfrm>
              <a:off x="5529021" y="173132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97" name="ph1097"/>
            <p:cNvSpPr/>
            <p:nvPr/>
          </p:nvSpPr>
          <p:spPr>
            <a:xfrm>
              <a:off x="5541533" y="173132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98" name="ph1098"/>
            <p:cNvSpPr/>
            <p:nvPr/>
          </p:nvSpPr>
          <p:spPr>
            <a:xfrm>
              <a:off x="5466460" y="174670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99" name="ph1099"/>
            <p:cNvSpPr/>
            <p:nvPr/>
          </p:nvSpPr>
          <p:spPr>
            <a:xfrm>
              <a:off x="5478972" y="174670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00" name="ph1100"/>
            <p:cNvSpPr/>
            <p:nvPr/>
          </p:nvSpPr>
          <p:spPr>
            <a:xfrm>
              <a:off x="5491484" y="174670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01" name="ph1101"/>
            <p:cNvSpPr/>
            <p:nvPr/>
          </p:nvSpPr>
          <p:spPr>
            <a:xfrm>
              <a:off x="5503996" y="174670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02" name="ph1102"/>
            <p:cNvSpPr/>
            <p:nvPr/>
          </p:nvSpPr>
          <p:spPr>
            <a:xfrm>
              <a:off x="5516509" y="174670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03" name="ph1103"/>
            <p:cNvSpPr/>
            <p:nvPr/>
          </p:nvSpPr>
          <p:spPr>
            <a:xfrm>
              <a:off x="5529021" y="174670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04" name="ph1104"/>
            <p:cNvSpPr/>
            <p:nvPr/>
          </p:nvSpPr>
          <p:spPr>
            <a:xfrm>
              <a:off x="5541533" y="174670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05" name="ph1105"/>
            <p:cNvSpPr/>
            <p:nvPr/>
          </p:nvSpPr>
          <p:spPr>
            <a:xfrm>
              <a:off x="5466460" y="176208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06" name="ph1106"/>
            <p:cNvSpPr/>
            <p:nvPr/>
          </p:nvSpPr>
          <p:spPr>
            <a:xfrm>
              <a:off x="5478972" y="176208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07" name="ph1107"/>
            <p:cNvSpPr/>
            <p:nvPr/>
          </p:nvSpPr>
          <p:spPr>
            <a:xfrm>
              <a:off x="5491484" y="176208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08" name="ph1108"/>
            <p:cNvSpPr/>
            <p:nvPr/>
          </p:nvSpPr>
          <p:spPr>
            <a:xfrm>
              <a:off x="5503996" y="176208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09" name="ph1109"/>
            <p:cNvSpPr/>
            <p:nvPr/>
          </p:nvSpPr>
          <p:spPr>
            <a:xfrm>
              <a:off x="5516509" y="176208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10" name="ph1110"/>
            <p:cNvSpPr/>
            <p:nvPr/>
          </p:nvSpPr>
          <p:spPr>
            <a:xfrm>
              <a:off x="5529021" y="176208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11" name="ph1111"/>
            <p:cNvSpPr/>
            <p:nvPr/>
          </p:nvSpPr>
          <p:spPr>
            <a:xfrm>
              <a:off x="5541533" y="176208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12" name="ph1112"/>
            <p:cNvSpPr/>
            <p:nvPr/>
          </p:nvSpPr>
          <p:spPr>
            <a:xfrm>
              <a:off x="5391385" y="177745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13" name="ph1113"/>
            <p:cNvSpPr/>
            <p:nvPr/>
          </p:nvSpPr>
          <p:spPr>
            <a:xfrm>
              <a:off x="5403897" y="177745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14" name="ph1114"/>
            <p:cNvSpPr/>
            <p:nvPr/>
          </p:nvSpPr>
          <p:spPr>
            <a:xfrm>
              <a:off x="5491484" y="177745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15" name="ph1115"/>
            <p:cNvSpPr/>
            <p:nvPr/>
          </p:nvSpPr>
          <p:spPr>
            <a:xfrm>
              <a:off x="5503996" y="177745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16" name="ph1116"/>
            <p:cNvSpPr/>
            <p:nvPr/>
          </p:nvSpPr>
          <p:spPr>
            <a:xfrm>
              <a:off x="5516509" y="177745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17" name="ph1117"/>
            <p:cNvSpPr/>
            <p:nvPr/>
          </p:nvSpPr>
          <p:spPr>
            <a:xfrm>
              <a:off x="5529021" y="177745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18" name="ph1118"/>
            <p:cNvSpPr/>
            <p:nvPr/>
          </p:nvSpPr>
          <p:spPr>
            <a:xfrm>
              <a:off x="5541533" y="177745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19" name="ph1119"/>
            <p:cNvSpPr/>
            <p:nvPr/>
          </p:nvSpPr>
          <p:spPr>
            <a:xfrm>
              <a:off x="5366360" y="179283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20" name="ph1120"/>
            <p:cNvSpPr/>
            <p:nvPr/>
          </p:nvSpPr>
          <p:spPr>
            <a:xfrm>
              <a:off x="5378873" y="179283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21" name="ph1121"/>
            <p:cNvSpPr/>
            <p:nvPr/>
          </p:nvSpPr>
          <p:spPr>
            <a:xfrm>
              <a:off x="5391385" y="179283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22" name="ph1122"/>
            <p:cNvSpPr/>
            <p:nvPr/>
          </p:nvSpPr>
          <p:spPr>
            <a:xfrm>
              <a:off x="5403897" y="179283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23" name="ph1123"/>
            <p:cNvSpPr/>
            <p:nvPr/>
          </p:nvSpPr>
          <p:spPr>
            <a:xfrm>
              <a:off x="5416411" y="179283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24" name="ph1124"/>
            <p:cNvSpPr/>
            <p:nvPr/>
          </p:nvSpPr>
          <p:spPr>
            <a:xfrm>
              <a:off x="5491484" y="179283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25" name="ph1125"/>
            <p:cNvSpPr/>
            <p:nvPr/>
          </p:nvSpPr>
          <p:spPr>
            <a:xfrm>
              <a:off x="5503996" y="179283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26" name="ph1126"/>
            <p:cNvSpPr/>
            <p:nvPr/>
          </p:nvSpPr>
          <p:spPr>
            <a:xfrm>
              <a:off x="5516509" y="179283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27" name="ph1127"/>
            <p:cNvSpPr/>
            <p:nvPr/>
          </p:nvSpPr>
          <p:spPr>
            <a:xfrm>
              <a:off x="5529021" y="179283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28" name="ph1128"/>
            <p:cNvSpPr/>
            <p:nvPr/>
          </p:nvSpPr>
          <p:spPr>
            <a:xfrm>
              <a:off x="5541533" y="179283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29" name="ph1129"/>
            <p:cNvSpPr/>
            <p:nvPr/>
          </p:nvSpPr>
          <p:spPr>
            <a:xfrm>
              <a:off x="5341336" y="18082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30" name="ph1130"/>
            <p:cNvSpPr/>
            <p:nvPr/>
          </p:nvSpPr>
          <p:spPr>
            <a:xfrm>
              <a:off x="5353848" y="18082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31" name="ph1131"/>
            <p:cNvSpPr/>
            <p:nvPr/>
          </p:nvSpPr>
          <p:spPr>
            <a:xfrm>
              <a:off x="5366360" y="18082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32" name="ph1132"/>
            <p:cNvSpPr/>
            <p:nvPr/>
          </p:nvSpPr>
          <p:spPr>
            <a:xfrm>
              <a:off x="5378873" y="18082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33" name="ph1133"/>
            <p:cNvSpPr/>
            <p:nvPr/>
          </p:nvSpPr>
          <p:spPr>
            <a:xfrm>
              <a:off x="5391385" y="18082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34" name="ph1134"/>
            <p:cNvSpPr/>
            <p:nvPr/>
          </p:nvSpPr>
          <p:spPr>
            <a:xfrm>
              <a:off x="5403897" y="18082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35" name="ph1135"/>
            <p:cNvSpPr/>
            <p:nvPr/>
          </p:nvSpPr>
          <p:spPr>
            <a:xfrm>
              <a:off x="5416411" y="18082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36" name="ph1136"/>
            <p:cNvSpPr/>
            <p:nvPr/>
          </p:nvSpPr>
          <p:spPr>
            <a:xfrm>
              <a:off x="5478972" y="18082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37" name="ph1137"/>
            <p:cNvSpPr/>
            <p:nvPr/>
          </p:nvSpPr>
          <p:spPr>
            <a:xfrm>
              <a:off x="5491484" y="18082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38" name="ph1138"/>
            <p:cNvSpPr/>
            <p:nvPr/>
          </p:nvSpPr>
          <p:spPr>
            <a:xfrm>
              <a:off x="5503996" y="18082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39" name="ph1139"/>
            <p:cNvSpPr/>
            <p:nvPr/>
          </p:nvSpPr>
          <p:spPr>
            <a:xfrm>
              <a:off x="5516509" y="18082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40" name="ph1140"/>
            <p:cNvSpPr/>
            <p:nvPr/>
          </p:nvSpPr>
          <p:spPr>
            <a:xfrm>
              <a:off x="5529021" y="18082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41" name="ph1141"/>
            <p:cNvSpPr/>
            <p:nvPr/>
          </p:nvSpPr>
          <p:spPr>
            <a:xfrm>
              <a:off x="5328824" y="18235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42" name="ph1142"/>
            <p:cNvSpPr/>
            <p:nvPr/>
          </p:nvSpPr>
          <p:spPr>
            <a:xfrm>
              <a:off x="5341336" y="18235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43" name="ph1143"/>
            <p:cNvSpPr/>
            <p:nvPr/>
          </p:nvSpPr>
          <p:spPr>
            <a:xfrm>
              <a:off x="5353848" y="18235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44" name="ph1144"/>
            <p:cNvSpPr/>
            <p:nvPr/>
          </p:nvSpPr>
          <p:spPr>
            <a:xfrm>
              <a:off x="5366360" y="18235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CB0AB">
                <a:alpha val="100000"/>
              </a:srgbClr>
            </a:solidFill>
            <a:ln w="5420" cap="flat">
              <a:solidFill>
                <a:srgbClr val="4C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45" name="ph1145"/>
            <p:cNvSpPr/>
            <p:nvPr/>
          </p:nvSpPr>
          <p:spPr>
            <a:xfrm>
              <a:off x="5378873" y="18235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46" name="ph1146"/>
            <p:cNvSpPr/>
            <p:nvPr/>
          </p:nvSpPr>
          <p:spPr>
            <a:xfrm>
              <a:off x="5391385" y="18235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47" name="ph1147"/>
            <p:cNvSpPr/>
            <p:nvPr/>
          </p:nvSpPr>
          <p:spPr>
            <a:xfrm>
              <a:off x="5403897" y="18235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48" name="ph1148"/>
            <p:cNvSpPr/>
            <p:nvPr/>
          </p:nvSpPr>
          <p:spPr>
            <a:xfrm>
              <a:off x="5416411" y="18235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49" name="ph1149"/>
            <p:cNvSpPr/>
            <p:nvPr/>
          </p:nvSpPr>
          <p:spPr>
            <a:xfrm>
              <a:off x="5478972" y="18235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50" name="ph1150"/>
            <p:cNvSpPr/>
            <p:nvPr/>
          </p:nvSpPr>
          <p:spPr>
            <a:xfrm>
              <a:off x="5491484" y="18235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51" name="ph1151"/>
            <p:cNvSpPr/>
            <p:nvPr/>
          </p:nvSpPr>
          <p:spPr>
            <a:xfrm>
              <a:off x="5503996" y="18235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52" name="ph1152"/>
            <p:cNvSpPr/>
            <p:nvPr/>
          </p:nvSpPr>
          <p:spPr>
            <a:xfrm>
              <a:off x="5516509" y="18235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53" name="ph1153"/>
            <p:cNvSpPr/>
            <p:nvPr/>
          </p:nvSpPr>
          <p:spPr>
            <a:xfrm>
              <a:off x="5529021" y="18235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54" name="ph1154"/>
            <p:cNvSpPr/>
            <p:nvPr/>
          </p:nvSpPr>
          <p:spPr>
            <a:xfrm>
              <a:off x="5266261" y="18389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55" name="ph1155"/>
            <p:cNvSpPr/>
            <p:nvPr/>
          </p:nvSpPr>
          <p:spPr>
            <a:xfrm>
              <a:off x="5278775" y="18389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56" name="ph1156"/>
            <p:cNvSpPr/>
            <p:nvPr/>
          </p:nvSpPr>
          <p:spPr>
            <a:xfrm>
              <a:off x="5291287" y="18389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57" name="ph1157"/>
            <p:cNvSpPr/>
            <p:nvPr/>
          </p:nvSpPr>
          <p:spPr>
            <a:xfrm>
              <a:off x="5303799" y="18389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58" name="ph1158"/>
            <p:cNvSpPr/>
            <p:nvPr/>
          </p:nvSpPr>
          <p:spPr>
            <a:xfrm>
              <a:off x="5316311" y="18389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59" name="ph1159"/>
            <p:cNvSpPr/>
            <p:nvPr/>
          </p:nvSpPr>
          <p:spPr>
            <a:xfrm>
              <a:off x="5328824" y="18389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60" name="ph1160"/>
            <p:cNvSpPr/>
            <p:nvPr/>
          </p:nvSpPr>
          <p:spPr>
            <a:xfrm>
              <a:off x="5341336" y="18389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61" name="ph1161"/>
            <p:cNvSpPr/>
            <p:nvPr/>
          </p:nvSpPr>
          <p:spPr>
            <a:xfrm>
              <a:off x="5353848" y="18389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62" name="ph1162"/>
            <p:cNvSpPr/>
            <p:nvPr/>
          </p:nvSpPr>
          <p:spPr>
            <a:xfrm>
              <a:off x="5366360" y="18389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63" name="ph1163"/>
            <p:cNvSpPr/>
            <p:nvPr/>
          </p:nvSpPr>
          <p:spPr>
            <a:xfrm>
              <a:off x="5378873" y="18389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64" name="ph1164"/>
            <p:cNvSpPr/>
            <p:nvPr/>
          </p:nvSpPr>
          <p:spPr>
            <a:xfrm>
              <a:off x="5391385" y="18389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65" name="ph1165"/>
            <p:cNvSpPr/>
            <p:nvPr/>
          </p:nvSpPr>
          <p:spPr>
            <a:xfrm>
              <a:off x="5403897" y="18389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66" name="ph1166"/>
            <p:cNvSpPr/>
            <p:nvPr/>
          </p:nvSpPr>
          <p:spPr>
            <a:xfrm>
              <a:off x="5466460" y="18389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67" name="ph1167"/>
            <p:cNvSpPr/>
            <p:nvPr/>
          </p:nvSpPr>
          <p:spPr>
            <a:xfrm>
              <a:off x="5478972" y="18389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68" name="ph1168"/>
            <p:cNvSpPr/>
            <p:nvPr/>
          </p:nvSpPr>
          <p:spPr>
            <a:xfrm>
              <a:off x="5491484" y="18389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69" name="ph1169"/>
            <p:cNvSpPr/>
            <p:nvPr/>
          </p:nvSpPr>
          <p:spPr>
            <a:xfrm>
              <a:off x="5503996" y="18389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70" name="ph1170"/>
            <p:cNvSpPr/>
            <p:nvPr/>
          </p:nvSpPr>
          <p:spPr>
            <a:xfrm>
              <a:off x="5516509" y="18389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71" name="ph1171"/>
            <p:cNvSpPr/>
            <p:nvPr/>
          </p:nvSpPr>
          <p:spPr>
            <a:xfrm>
              <a:off x="5529021" y="18389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72" name="ph1172"/>
            <p:cNvSpPr/>
            <p:nvPr/>
          </p:nvSpPr>
          <p:spPr>
            <a:xfrm>
              <a:off x="5253749" y="185433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73" name="ph1173"/>
            <p:cNvSpPr/>
            <p:nvPr/>
          </p:nvSpPr>
          <p:spPr>
            <a:xfrm>
              <a:off x="5266261" y="185433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74" name="ph1174"/>
            <p:cNvSpPr/>
            <p:nvPr/>
          </p:nvSpPr>
          <p:spPr>
            <a:xfrm>
              <a:off x="5278775" y="185433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75" name="ph1175"/>
            <p:cNvSpPr/>
            <p:nvPr/>
          </p:nvSpPr>
          <p:spPr>
            <a:xfrm>
              <a:off x="5291287" y="185433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76" name="ph1176"/>
            <p:cNvSpPr/>
            <p:nvPr/>
          </p:nvSpPr>
          <p:spPr>
            <a:xfrm>
              <a:off x="5303799" y="185433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77" name="ph1177"/>
            <p:cNvSpPr/>
            <p:nvPr/>
          </p:nvSpPr>
          <p:spPr>
            <a:xfrm>
              <a:off x="5316311" y="185433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78" name="ph1178"/>
            <p:cNvSpPr/>
            <p:nvPr/>
          </p:nvSpPr>
          <p:spPr>
            <a:xfrm>
              <a:off x="5328824" y="185433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79" name="ph1179"/>
            <p:cNvSpPr/>
            <p:nvPr/>
          </p:nvSpPr>
          <p:spPr>
            <a:xfrm>
              <a:off x="5341336" y="185433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80" name="ph1180"/>
            <p:cNvSpPr/>
            <p:nvPr/>
          </p:nvSpPr>
          <p:spPr>
            <a:xfrm>
              <a:off x="5353848" y="185433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81" name="ph1181"/>
            <p:cNvSpPr/>
            <p:nvPr/>
          </p:nvSpPr>
          <p:spPr>
            <a:xfrm>
              <a:off x="5366360" y="185433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82" name="ph1182"/>
            <p:cNvSpPr/>
            <p:nvPr/>
          </p:nvSpPr>
          <p:spPr>
            <a:xfrm>
              <a:off x="5378873" y="185433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83" name="ph1183"/>
            <p:cNvSpPr/>
            <p:nvPr/>
          </p:nvSpPr>
          <p:spPr>
            <a:xfrm>
              <a:off x="5391385" y="185433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84" name="ph1184"/>
            <p:cNvSpPr/>
            <p:nvPr/>
          </p:nvSpPr>
          <p:spPr>
            <a:xfrm>
              <a:off x="5453947" y="185433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85" name="ph1185"/>
            <p:cNvSpPr/>
            <p:nvPr/>
          </p:nvSpPr>
          <p:spPr>
            <a:xfrm>
              <a:off x="5466460" y="185433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86" name="ph1186"/>
            <p:cNvSpPr/>
            <p:nvPr/>
          </p:nvSpPr>
          <p:spPr>
            <a:xfrm>
              <a:off x="5478972" y="185433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87" name="ph1187"/>
            <p:cNvSpPr/>
            <p:nvPr/>
          </p:nvSpPr>
          <p:spPr>
            <a:xfrm>
              <a:off x="5491484" y="185433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88" name="ph1188"/>
            <p:cNvSpPr/>
            <p:nvPr/>
          </p:nvSpPr>
          <p:spPr>
            <a:xfrm>
              <a:off x="5503996" y="185433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89" name="ph1189"/>
            <p:cNvSpPr/>
            <p:nvPr/>
          </p:nvSpPr>
          <p:spPr>
            <a:xfrm>
              <a:off x="5516509" y="185433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90" name="ph1190"/>
            <p:cNvSpPr/>
            <p:nvPr/>
          </p:nvSpPr>
          <p:spPr>
            <a:xfrm>
              <a:off x="5529021" y="185433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91" name="ph1191"/>
            <p:cNvSpPr/>
            <p:nvPr/>
          </p:nvSpPr>
          <p:spPr>
            <a:xfrm>
              <a:off x="5228724" y="186971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92" name="ph1192"/>
            <p:cNvSpPr/>
            <p:nvPr/>
          </p:nvSpPr>
          <p:spPr>
            <a:xfrm>
              <a:off x="5241237" y="186971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93" name="ph1193"/>
            <p:cNvSpPr/>
            <p:nvPr/>
          </p:nvSpPr>
          <p:spPr>
            <a:xfrm>
              <a:off x="5253749" y="186971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94" name="ph1194"/>
            <p:cNvSpPr/>
            <p:nvPr/>
          </p:nvSpPr>
          <p:spPr>
            <a:xfrm>
              <a:off x="5266261" y="186971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95" name="ph1195"/>
            <p:cNvSpPr/>
            <p:nvPr/>
          </p:nvSpPr>
          <p:spPr>
            <a:xfrm>
              <a:off x="5278775" y="186971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96" name="ph1196"/>
            <p:cNvSpPr/>
            <p:nvPr/>
          </p:nvSpPr>
          <p:spPr>
            <a:xfrm>
              <a:off x="5291287" y="186971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97" name="ph1197"/>
            <p:cNvSpPr/>
            <p:nvPr/>
          </p:nvSpPr>
          <p:spPr>
            <a:xfrm>
              <a:off x="5303799" y="186971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98" name="ph1198"/>
            <p:cNvSpPr/>
            <p:nvPr/>
          </p:nvSpPr>
          <p:spPr>
            <a:xfrm>
              <a:off x="5316311" y="186971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99" name="ph1199"/>
            <p:cNvSpPr/>
            <p:nvPr/>
          </p:nvSpPr>
          <p:spPr>
            <a:xfrm>
              <a:off x="5328824" y="186971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00" name="ph1200"/>
            <p:cNvSpPr/>
            <p:nvPr/>
          </p:nvSpPr>
          <p:spPr>
            <a:xfrm>
              <a:off x="5341336" y="186971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01" name="ph1201"/>
            <p:cNvSpPr/>
            <p:nvPr/>
          </p:nvSpPr>
          <p:spPr>
            <a:xfrm>
              <a:off x="5353848" y="186971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02" name="ph1202"/>
            <p:cNvSpPr/>
            <p:nvPr/>
          </p:nvSpPr>
          <p:spPr>
            <a:xfrm>
              <a:off x="5366360" y="186971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03" name="ph1203"/>
            <p:cNvSpPr/>
            <p:nvPr/>
          </p:nvSpPr>
          <p:spPr>
            <a:xfrm>
              <a:off x="5441435" y="186971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04" name="ph1204"/>
            <p:cNvSpPr/>
            <p:nvPr/>
          </p:nvSpPr>
          <p:spPr>
            <a:xfrm>
              <a:off x="5453947" y="186971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05" name="ph1205"/>
            <p:cNvSpPr/>
            <p:nvPr/>
          </p:nvSpPr>
          <p:spPr>
            <a:xfrm>
              <a:off x="5466460" y="186971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06" name="ph1206"/>
            <p:cNvSpPr/>
            <p:nvPr/>
          </p:nvSpPr>
          <p:spPr>
            <a:xfrm>
              <a:off x="5478972" y="186971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07" name="ph1207"/>
            <p:cNvSpPr/>
            <p:nvPr/>
          </p:nvSpPr>
          <p:spPr>
            <a:xfrm>
              <a:off x="5491484" y="186971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08" name="ph1208"/>
            <p:cNvSpPr/>
            <p:nvPr/>
          </p:nvSpPr>
          <p:spPr>
            <a:xfrm>
              <a:off x="5503996" y="186971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09" name="ph1209"/>
            <p:cNvSpPr/>
            <p:nvPr/>
          </p:nvSpPr>
          <p:spPr>
            <a:xfrm>
              <a:off x="5203700" y="18850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10" name="ph1210"/>
            <p:cNvSpPr/>
            <p:nvPr/>
          </p:nvSpPr>
          <p:spPr>
            <a:xfrm>
              <a:off x="5216212" y="18850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11" name="ph1211"/>
            <p:cNvSpPr/>
            <p:nvPr/>
          </p:nvSpPr>
          <p:spPr>
            <a:xfrm>
              <a:off x="5228724" y="18850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12" name="ph1212"/>
            <p:cNvSpPr/>
            <p:nvPr/>
          </p:nvSpPr>
          <p:spPr>
            <a:xfrm>
              <a:off x="5241237" y="18850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13" name="ph1213"/>
            <p:cNvSpPr/>
            <p:nvPr/>
          </p:nvSpPr>
          <p:spPr>
            <a:xfrm>
              <a:off x="5253749" y="18850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14" name="ph1214"/>
            <p:cNvSpPr/>
            <p:nvPr/>
          </p:nvSpPr>
          <p:spPr>
            <a:xfrm>
              <a:off x="5266261" y="18850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15" name="ph1215"/>
            <p:cNvSpPr/>
            <p:nvPr/>
          </p:nvSpPr>
          <p:spPr>
            <a:xfrm>
              <a:off x="5278775" y="18850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16" name="ph1216"/>
            <p:cNvSpPr/>
            <p:nvPr/>
          </p:nvSpPr>
          <p:spPr>
            <a:xfrm>
              <a:off x="5291287" y="18850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17" name="ph1217"/>
            <p:cNvSpPr/>
            <p:nvPr/>
          </p:nvSpPr>
          <p:spPr>
            <a:xfrm>
              <a:off x="5303799" y="18850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18" name="ph1218"/>
            <p:cNvSpPr/>
            <p:nvPr/>
          </p:nvSpPr>
          <p:spPr>
            <a:xfrm>
              <a:off x="5316311" y="18850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19" name="ph1219"/>
            <p:cNvSpPr/>
            <p:nvPr/>
          </p:nvSpPr>
          <p:spPr>
            <a:xfrm>
              <a:off x="5328824" y="18850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20" name="ph1220"/>
            <p:cNvSpPr/>
            <p:nvPr/>
          </p:nvSpPr>
          <p:spPr>
            <a:xfrm>
              <a:off x="5341336" y="18850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21" name="ph1221"/>
            <p:cNvSpPr/>
            <p:nvPr/>
          </p:nvSpPr>
          <p:spPr>
            <a:xfrm>
              <a:off x="5353848" y="18850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22" name="ph1222"/>
            <p:cNvSpPr/>
            <p:nvPr/>
          </p:nvSpPr>
          <p:spPr>
            <a:xfrm>
              <a:off x="5366360" y="18850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23" name="ph1223"/>
            <p:cNvSpPr/>
            <p:nvPr/>
          </p:nvSpPr>
          <p:spPr>
            <a:xfrm>
              <a:off x="5378873" y="18850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24" name="ph1224"/>
            <p:cNvSpPr/>
            <p:nvPr/>
          </p:nvSpPr>
          <p:spPr>
            <a:xfrm>
              <a:off x="5391385" y="18850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25" name="ph1225"/>
            <p:cNvSpPr/>
            <p:nvPr/>
          </p:nvSpPr>
          <p:spPr>
            <a:xfrm>
              <a:off x="5403897" y="18850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26" name="ph1226"/>
            <p:cNvSpPr/>
            <p:nvPr/>
          </p:nvSpPr>
          <p:spPr>
            <a:xfrm>
              <a:off x="5428923" y="18850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27" name="ph1227"/>
            <p:cNvSpPr/>
            <p:nvPr/>
          </p:nvSpPr>
          <p:spPr>
            <a:xfrm>
              <a:off x="5441435" y="18850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28" name="ph1228"/>
            <p:cNvSpPr/>
            <p:nvPr/>
          </p:nvSpPr>
          <p:spPr>
            <a:xfrm>
              <a:off x="5453947" y="18850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29" name="ph1229"/>
            <p:cNvSpPr/>
            <p:nvPr/>
          </p:nvSpPr>
          <p:spPr>
            <a:xfrm>
              <a:off x="5466460" y="18850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30" name="ph1230"/>
            <p:cNvSpPr/>
            <p:nvPr/>
          </p:nvSpPr>
          <p:spPr>
            <a:xfrm>
              <a:off x="5478972" y="18850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31" name="ph1231"/>
            <p:cNvSpPr/>
            <p:nvPr/>
          </p:nvSpPr>
          <p:spPr>
            <a:xfrm>
              <a:off x="5491484" y="18850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32" name="ph1232"/>
            <p:cNvSpPr/>
            <p:nvPr/>
          </p:nvSpPr>
          <p:spPr>
            <a:xfrm>
              <a:off x="5503996" y="18850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33" name="ph1233"/>
            <p:cNvSpPr/>
            <p:nvPr/>
          </p:nvSpPr>
          <p:spPr>
            <a:xfrm>
              <a:off x="5203700" y="19004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34" name="ph1234"/>
            <p:cNvSpPr/>
            <p:nvPr/>
          </p:nvSpPr>
          <p:spPr>
            <a:xfrm>
              <a:off x="5216212" y="19004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35" name="ph1235"/>
            <p:cNvSpPr/>
            <p:nvPr/>
          </p:nvSpPr>
          <p:spPr>
            <a:xfrm>
              <a:off x="5228724" y="19004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36" name="ph1236"/>
            <p:cNvSpPr/>
            <p:nvPr/>
          </p:nvSpPr>
          <p:spPr>
            <a:xfrm>
              <a:off x="5241237" y="19004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37" name="ph1237"/>
            <p:cNvSpPr/>
            <p:nvPr/>
          </p:nvSpPr>
          <p:spPr>
            <a:xfrm>
              <a:off x="5253749" y="19004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38" name="ph1238"/>
            <p:cNvSpPr/>
            <p:nvPr/>
          </p:nvSpPr>
          <p:spPr>
            <a:xfrm>
              <a:off x="5266261" y="19004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39" name="ph1239"/>
            <p:cNvSpPr/>
            <p:nvPr/>
          </p:nvSpPr>
          <p:spPr>
            <a:xfrm>
              <a:off x="5278775" y="19004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40" name="ph1240"/>
            <p:cNvSpPr/>
            <p:nvPr/>
          </p:nvSpPr>
          <p:spPr>
            <a:xfrm>
              <a:off x="5291287" y="19004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41" name="ph1241"/>
            <p:cNvSpPr/>
            <p:nvPr/>
          </p:nvSpPr>
          <p:spPr>
            <a:xfrm>
              <a:off x="5303799" y="19004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42" name="ph1242"/>
            <p:cNvSpPr/>
            <p:nvPr/>
          </p:nvSpPr>
          <p:spPr>
            <a:xfrm>
              <a:off x="5316311" y="19004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43" name="ph1243"/>
            <p:cNvSpPr/>
            <p:nvPr/>
          </p:nvSpPr>
          <p:spPr>
            <a:xfrm>
              <a:off x="5328824" y="19004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44" name="ph1244"/>
            <p:cNvSpPr/>
            <p:nvPr/>
          </p:nvSpPr>
          <p:spPr>
            <a:xfrm>
              <a:off x="5341336" y="19004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45" name="ph1245"/>
            <p:cNvSpPr/>
            <p:nvPr/>
          </p:nvSpPr>
          <p:spPr>
            <a:xfrm>
              <a:off x="5353848" y="19004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46" name="ph1246"/>
            <p:cNvSpPr/>
            <p:nvPr/>
          </p:nvSpPr>
          <p:spPr>
            <a:xfrm>
              <a:off x="5366360" y="19004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47" name="ph1247"/>
            <p:cNvSpPr/>
            <p:nvPr/>
          </p:nvSpPr>
          <p:spPr>
            <a:xfrm>
              <a:off x="5378873" y="19004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48" name="ph1248"/>
            <p:cNvSpPr/>
            <p:nvPr/>
          </p:nvSpPr>
          <p:spPr>
            <a:xfrm>
              <a:off x="5391385" y="19004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49" name="ph1249"/>
            <p:cNvSpPr/>
            <p:nvPr/>
          </p:nvSpPr>
          <p:spPr>
            <a:xfrm>
              <a:off x="5403897" y="19004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50" name="ph1250"/>
            <p:cNvSpPr/>
            <p:nvPr/>
          </p:nvSpPr>
          <p:spPr>
            <a:xfrm>
              <a:off x="5416411" y="19004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51" name="ph1251"/>
            <p:cNvSpPr/>
            <p:nvPr/>
          </p:nvSpPr>
          <p:spPr>
            <a:xfrm>
              <a:off x="5428923" y="19004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52" name="ph1252"/>
            <p:cNvSpPr/>
            <p:nvPr/>
          </p:nvSpPr>
          <p:spPr>
            <a:xfrm>
              <a:off x="5441435" y="19004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53" name="ph1253"/>
            <p:cNvSpPr/>
            <p:nvPr/>
          </p:nvSpPr>
          <p:spPr>
            <a:xfrm>
              <a:off x="5453947" y="19004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54" name="ph1254"/>
            <p:cNvSpPr/>
            <p:nvPr/>
          </p:nvSpPr>
          <p:spPr>
            <a:xfrm>
              <a:off x="5466460" y="19004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55" name="ph1255"/>
            <p:cNvSpPr/>
            <p:nvPr/>
          </p:nvSpPr>
          <p:spPr>
            <a:xfrm>
              <a:off x="5478972" y="19004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56" name="ph1256"/>
            <p:cNvSpPr/>
            <p:nvPr/>
          </p:nvSpPr>
          <p:spPr>
            <a:xfrm>
              <a:off x="5491484" y="19004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57" name="ph1257"/>
            <p:cNvSpPr/>
            <p:nvPr/>
          </p:nvSpPr>
          <p:spPr>
            <a:xfrm>
              <a:off x="5203700" y="19158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58" name="ph1258"/>
            <p:cNvSpPr/>
            <p:nvPr/>
          </p:nvSpPr>
          <p:spPr>
            <a:xfrm>
              <a:off x="5216212" y="19158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59" name="ph1259"/>
            <p:cNvSpPr/>
            <p:nvPr/>
          </p:nvSpPr>
          <p:spPr>
            <a:xfrm>
              <a:off x="5228724" y="19158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60" name="ph1260"/>
            <p:cNvSpPr/>
            <p:nvPr/>
          </p:nvSpPr>
          <p:spPr>
            <a:xfrm>
              <a:off x="5241237" y="19158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61" name="ph1261"/>
            <p:cNvSpPr/>
            <p:nvPr/>
          </p:nvSpPr>
          <p:spPr>
            <a:xfrm>
              <a:off x="5253749" y="19158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62" name="ph1262"/>
            <p:cNvSpPr/>
            <p:nvPr/>
          </p:nvSpPr>
          <p:spPr>
            <a:xfrm>
              <a:off x="5266261" y="19158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63" name="ph1263"/>
            <p:cNvSpPr/>
            <p:nvPr/>
          </p:nvSpPr>
          <p:spPr>
            <a:xfrm>
              <a:off x="5278775" y="19158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64" name="ph1264"/>
            <p:cNvSpPr/>
            <p:nvPr/>
          </p:nvSpPr>
          <p:spPr>
            <a:xfrm>
              <a:off x="5291287" y="19158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65" name="ph1265"/>
            <p:cNvSpPr/>
            <p:nvPr/>
          </p:nvSpPr>
          <p:spPr>
            <a:xfrm>
              <a:off x="5303799" y="19158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66" name="ph1266"/>
            <p:cNvSpPr/>
            <p:nvPr/>
          </p:nvSpPr>
          <p:spPr>
            <a:xfrm>
              <a:off x="5316311" y="19158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67" name="ph1267"/>
            <p:cNvSpPr/>
            <p:nvPr/>
          </p:nvSpPr>
          <p:spPr>
            <a:xfrm>
              <a:off x="5328824" y="19158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68" name="ph1268"/>
            <p:cNvSpPr/>
            <p:nvPr/>
          </p:nvSpPr>
          <p:spPr>
            <a:xfrm>
              <a:off x="5341336" y="19158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69" name="ph1269"/>
            <p:cNvSpPr/>
            <p:nvPr/>
          </p:nvSpPr>
          <p:spPr>
            <a:xfrm>
              <a:off x="5353848" y="19158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70" name="ph1270"/>
            <p:cNvSpPr/>
            <p:nvPr/>
          </p:nvSpPr>
          <p:spPr>
            <a:xfrm>
              <a:off x="5366360" y="19158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71" name="ph1271"/>
            <p:cNvSpPr/>
            <p:nvPr/>
          </p:nvSpPr>
          <p:spPr>
            <a:xfrm>
              <a:off x="5378873" y="19158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72" name="ph1272"/>
            <p:cNvSpPr/>
            <p:nvPr/>
          </p:nvSpPr>
          <p:spPr>
            <a:xfrm>
              <a:off x="5391385" y="19158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73" name="ph1273"/>
            <p:cNvSpPr/>
            <p:nvPr/>
          </p:nvSpPr>
          <p:spPr>
            <a:xfrm>
              <a:off x="5403897" y="19158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74" name="ph1274"/>
            <p:cNvSpPr/>
            <p:nvPr/>
          </p:nvSpPr>
          <p:spPr>
            <a:xfrm>
              <a:off x="5416411" y="19158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75" name="ph1275"/>
            <p:cNvSpPr/>
            <p:nvPr/>
          </p:nvSpPr>
          <p:spPr>
            <a:xfrm>
              <a:off x="5428923" y="19158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76" name="ph1276"/>
            <p:cNvSpPr/>
            <p:nvPr/>
          </p:nvSpPr>
          <p:spPr>
            <a:xfrm>
              <a:off x="5441435" y="19158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77" name="ph1277"/>
            <p:cNvSpPr/>
            <p:nvPr/>
          </p:nvSpPr>
          <p:spPr>
            <a:xfrm>
              <a:off x="5453947" y="19158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78" name="ph1278"/>
            <p:cNvSpPr/>
            <p:nvPr/>
          </p:nvSpPr>
          <p:spPr>
            <a:xfrm>
              <a:off x="5466460" y="19158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79" name="ph1279"/>
            <p:cNvSpPr/>
            <p:nvPr/>
          </p:nvSpPr>
          <p:spPr>
            <a:xfrm>
              <a:off x="5478972" y="19158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80" name="ph1280"/>
            <p:cNvSpPr/>
            <p:nvPr/>
          </p:nvSpPr>
          <p:spPr>
            <a:xfrm>
              <a:off x="5166163" y="193121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81" name="ph1281"/>
            <p:cNvSpPr/>
            <p:nvPr/>
          </p:nvSpPr>
          <p:spPr>
            <a:xfrm>
              <a:off x="5178675" y="193121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82" name="ph1282"/>
            <p:cNvSpPr/>
            <p:nvPr/>
          </p:nvSpPr>
          <p:spPr>
            <a:xfrm>
              <a:off x="5203700" y="193121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83" name="ph1283"/>
            <p:cNvSpPr/>
            <p:nvPr/>
          </p:nvSpPr>
          <p:spPr>
            <a:xfrm>
              <a:off x="5216212" y="193121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84" name="ph1284"/>
            <p:cNvSpPr/>
            <p:nvPr/>
          </p:nvSpPr>
          <p:spPr>
            <a:xfrm>
              <a:off x="5228724" y="193121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85" name="ph1285"/>
            <p:cNvSpPr/>
            <p:nvPr/>
          </p:nvSpPr>
          <p:spPr>
            <a:xfrm>
              <a:off x="5241237" y="193121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86" name="ph1286"/>
            <p:cNvSpPr/>
            <p:nvPr/>
          </p:nvSpPr>
          <p:spPr>
            <a:xfrm>
              <a:off x="5253749" y="193121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87" name="ph1287"/>
            <p:cNvSpPr/>
            <p:nvPr/>
          </p:nvSpPr>
          <p:spPr>
            <a:xfrm>
              <a:off x="5266261" y="193121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88" name="ph1288"/>
            <p:cNvSpPr/>
            <p:nvPr/>
          </p:nvSpPr>
          <p:spPr>
            <a:xfrm>
              <a:off x="5278775" y="193121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89" name="ph1289"/>
            <p:cNvSpPr/>
            <p:nvPr/>
          </p:nvSpPr>
          <p:spPr>
            <a:xfrm>
              <a:off x="5291287" y="193121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90" name="ph1290"/>
            <p:cNvSpPr/>
            <p:nvPr/>
          </p:nvSpPr>
          <p:spPr>
            <a:xfrm>
              <a:off x="5328824" y="193121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91" name="ph1291"/>
            <p:cNvSpPr/>
            <p:nvPr/>
          </p:nvSpPr>
          <p:spPr>
            <a:xfrm>
              <a:off x="5341336" y="193121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92" name="ph1292"/>
            <p:cNvSpPr/>
            <p:nvPr/>
          </p:nvSpPr>
          <p:spPr>
            <a:xfrm>
              <a:off x="5353848" y="193121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93" name="ph1293"/>
            <p:cNvSpPr/>
            <p:nvPr/>
          </p:nvSpPr>
          <p:spPr>
            <a:xfrm>
              <a:off x="5366360" y="193121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94" name="ph1294"/>
            <p:cNvSpPr/>
            <p:nvPr/>
          </p:nvSpPr>
          <p:spPr>
            <a:xfrm>
              <a:off x="5378873" y="193121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95" name="ph1295"/>
            <p:cNvSpPr/>
            <p:nvPr/>
          </p:nvSpPr>
          <p:spPr>
            <a:xfrm>
              <a:off x="5391385" y="193121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96" name="ph1296"/>
            <p:cNvSpPr/>
            <p:nvPr/>
          </p:nvSpPr>
          <p:spPr>
            <a:xfrm>
              <a:off x="5403897" y="193121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97" name="ph1297"/>
            <p:cNvSpPr/>
            <p:nvPr/>
          </p:nvSpPr>
          <p:spPr>
            <a:xfrm>
              <a:off x="5416411" y="193121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98" name="ph1298"/>
            <p:cNvSpPr/>
            <p:nvPr/>
          </p:nvSpPr>
          <p:spPr>
            <a:xfrm>
              <a:off x="5428923" y="193121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99" name="ph1299"/>
            <p:cNvSpPr/>
            <p:nvPr/>
          </p:nvSpPr>
          <p:spPr>
            <a:xfrm>
              <a:off x="5441435" y="193121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00" name="ph1300"/>
            <p:cNvSpPr/>
            <p:nvPr/>
          </p:nvSpPr>
          <p:spPr>
            <a:xfrm>
              <a:off x="5453947" y="193121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01" name="ph1301"/>
            <p:cNvSpPr/>
            <p:nvPr/>
          </p:nvSpPr>
          <p:spPr>
            <a:xfrm>
              <a:off x="5466460" y="193121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02" name="ph1302"/>
            <p:cNvSpPr/>
            <p:nvPr/>
          </p:nvSpPr>
          <p:spPr>
            <a:xfrm>
              <a:off x="5153651" y="194659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03" name="ph1303"/>
            <p:cNvSpPr/>
            <p:nvPr/>
          </p:nvSpPr>
          <p:spPr>
            <a:xfrm>
              <a:off x="5166163" y="194659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04" name="ph1304"/>
            <p:cNvSpPr/>
            <p:nvPr/>
          </p:nvSpPr>
          <p:spPr>
            <a:xfrm>
              <a:off x="5178675" y="194659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05" name="ph1305"/>
            <p:cNvSpPr/>
            <p:nvPr/>
          </p:nvSpPr>
          <p:spPr>
            <a:xfrm>
              <a:off x="5191188" y="194659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06" name="ph1306"/>
            <p:cNvSpPr/>
            <p:nvPr/>
          </p:nvSpPr>
          <p:spPr>
            <a:xfrm>
              <a:off x="5203700" y="194659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07" name="ph1307"/>
            <p:cNvSpPr/>
            <p:nvPr/>
          </p:nvSpPr>
          <p:spPr>
            <a:xfrm>
              <a:off x="5216212" y="194659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08" name="ph1308"/>
            <p:cNvSpPr/>
            <p:nvPr/>
          </p:nvSpPr>
          <p:spPr>
            <a:xfrm>
              <a:off x="5228724" y="194659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09" name="ph1309"/>
            <p:cNvSpPr/>
            <p:nvPr/>
          </p:nvSpPr>
          <p:spPr>
            <a:xfrm>
              <a:off x="5241237" y="194659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10" name="ph1310"/>
            <p:cNvSpPr/>
            <p:nvPr/>
          </p:nvSpPr>
          <p:spPr>
            <a:xfrm>
              <a:off x="5253749" y="194659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11" name="ph1311"/>
            <p:cNvSpPr/>
            <p:nvPr/>
          </p:nvSpPr>
          <p:spPr>
            <a:xfrm>
              <a:off x="5266261" y="194659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12" name="ph1312"/>
            <p:cNvSpPr/>
            <p:nvPr/>
          </p:nvSpPr>
          <p:spPr>
            <a:xfrm>
              <a:off x="5278775" y="194659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13" name="ph1313"/>
            <p:cNvSpPr/>
            <p:nvPr/>
          </p:nvSpPr>
          <p:spPr>
            <a:xfrm>
              <a:off x="5291287" y="194659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14" name="ph1314"/>
            <p:cNvSpPr/>
            <p:nvPr/>
          </p:nvSpPr>
          <p:spPr>
            <a:xfrm>
              <a:off x="5341336" y="194659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15" name="ph1315"/>
            <p:cNvSpPr/>
            <p:nvPr/>
          </p:nvSpPr>
          <p:spPr>
            <a:xfrm>
              <a:off x="5353848" y="194659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16" name="ph1316"/>
            <p:cNvSpPr/>
            <p:nvPr/>
          </p:nvSpPr>
          <p:spPr>
            <a:xfrm>
              <a:off x="5366360" y="194659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17" name="ph1317"/>
            <p:cNvSpPr/>
            <p:nvPr/>
          </p:nvSpPr>
          <p:spPr>
            <a:xfrm>
              <a:off x="5378873" y="194659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18" name="ph1318"/>
            <p:cNvSpPr/>
            <p:nvPr/>
          </p:nvSpPr>
          <p:spPr>
            <a:xfrm>
              <a:off x="5391385" y="194659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19" name="ph1319"/>
            <p:cNvSpPr/>
            <p:nvPr/>
          </p:nvSpPr>
          <p:spPr>
            <a:xfrm>
              <a:off x="5403897" y="194659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20" name="ph1320"/>
            <p:cNvSpPr/>
            <p:nvPr/>
          </p:nvSpPr>
          <p:spPr>
            <a:xfrm>
              <a:off x="5416411" y="194659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21" name="ph1321"/>
            <p:cNvSpPr/>
            <p:nvPr/>
          </p:nvSpPr>
          <p:spPr>
            <a:xfrm>
              <a:off x="5428923" y="194659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22" name="ph1322"/>
            <p:cNvSpPr/>
            <p:nvPr/>
          </p:nvSpPr>
          <p:spPr>
            <a:xfrm>
              <a:off x="5441435" y="194659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23" name="ph1323"/>
            <p:cNvSpPr/>
            <p:nvPr/>
          </p:nvSpPr>
          <p:spPr>
            <a:xfrm>
              <a:off x="5453947" y="194659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24" name="ph1324"/>
            <p:cNvSpPr/>
            <p:nvPr/>
          </p:nvSpPr>
          <p:spPr>
            <a:xfrm>
              <a:off x="5141139" y="19619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25" name="ph1325"/>
            <p:cNvSpPr/>
            <p:nvPr/>
          </p:nvSpPr>
          <p:spPr>
            <a:xfrm>
              <a:off x="5153651" y="19619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26" name="ph1326"/>
            <p:cNvSpPr/>
            <p:nvPr/>
          </p:nvSpPr>
          <p:spPr>
            <a:xfrm>
              <a:off x="5166163" y="19619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4BDAB">
                <a:alpha val="100000"/>
              </a:srgbClr>
            </a:solidFill>
            <a:ln w="5420" cap="flat">
              <a:solidFill>
                <a:srgbClr val="54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27" name="ph1327"/>
            <p:cNvSpPr/>
            <p:nvPr/>
          </p:nvSpPr>
          <p:spPr>
            <a:xfrm>
              <a:off x="5178675" y="19619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28" name="ph1328"/>
            <p:cNvSpPr/>
            <p:nvPr/>
          </p:nvSpPr>
          <p:spPr>
            <a:xfrm>
              <a:off x="5191188" y="19619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29" name="ph1329"/>
            <p:cNvSpPr/>
            <p:nvPr/>
          </p:nvSpPr>
          <p:spPr>
            <a:xfrm>
              <a:off x="5203700" y="19619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30" name="ph1330"/>
            <p:cNvSpPr/>
            <p:nvPr/>
          </p:nvSpPr>
          <p:spPr>
            <a:xfrm>
              <a:off x="5216212" y="19619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31" name="ph1331"/>
            <p:cNvSpPr/>
            <p:nvPr/>
          </p:nvSpPr>
          <p:spPr>
            <a:xfrm>
              <a:off x="5228724" y="19619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32" name="ph1332"/>
            <p:cNvSpPr/>
            <p:nvPr/>
          </p:nvSpPr>
          <p:spPr>
            <a:xfrm>
              <a:off x="5241237" y="19619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33" name="ph1333"/>
            <p:cNvSpPr/>
            <p:nvPr/>
          </p:nvSpPr>
          <p:spPr>
            <a:xfrm>
              <a:off x="5253749" y="19619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34" name="ph1334"/>
            <p:cNvSpPr/>
            <p:nvPr/>
          </p:nvSpPr>
          <p:spPr>
            <a:xfrm>
              <a:off x="5266261" y="19619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35" name="ph1335"/>
            <p:cNvSpPr/>
            <p:nvPr/>
          </p:nvSpPr>
          <p:spPr>
            <a:xfrm>
              <a:off x="5278775" y="19619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36" name="ph1336"/>
            <p:cNvSpPr/>
            <p:nvPr/>
          </p:nvSpPr>
          <p:spPr>
            <a:xfrm>
              <a:off x="5291287" y="19619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37" name="ph1337"/>
            <p:cNvSpPr/>
            <p:nvPr/>
          </p:nvSpPr>
          <p:spPr>
            <a:xfrm>
              <a:off x="5341336" y="19619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38" name="ph1338"/>
            <p:cNvSpPr/>
            <p:nvPr/>
          </p:nvSpPr>
          <p:spPr>
            <a:xfrm>
              <a:off x="5353848" y="19619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39" name="ph1339"/>
            <p:cNvSpPr/>
            <p:nvPr/>
          </p:nvSpPr>
          <p:spPr>
            <a:xfrm>
              <a:off x="5366360" y="19619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40" name="ph1340"/>
            <p:cNvSpPr/>
            <p:nvPr/>
          </p:nvSpPr>
          <p:spPr>
            <a:xfrm>
              <a:off x="5378873" y="19619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41" name="ph1341"/>
            <p:cNvSpPr/>
            <p:nvPr/>
          </p:nvSpPr>
          <p:spPr>
            <a:xfrm>
              <a:off x="5391385" y="19619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42" name="ph1342"/>
            <p:cNvSpPr/>
            <p:nvPr/>
          </p:nvSpPr>
          <p:spPr>
            <a:xfrm>
              <a:off x="5403897" y="19619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43" name="ph1343"/>
            <p:cNvSpPr/>
            <p:nvPr/>
          </p:nvSpPr>
          <p:spPr>
            <a:xfrm>
              <a:off x="5416411" y="19619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44" name="ph1344"/>
            <p:cNvSpPr/>
            <p:nvPr/>
          </p:nvSpPr>
          <p:spPr>
            <a:xfrm>
              <a:off x="5428923" y="19619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45" name="ph1345"/>
            <p:cNvSpPr/>
            <p:nvPr/>
          </p:nvSpPr>
          <p:spPr>
            <a:xfrm>
              <a:off x="5441435" y="19619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46" name="ph1346"/>
            <p:cNvSpPr/>
            <p:nvPr/>
          </p:nvSpPr>
          <p:spPr>
            <a:xfrm>
              <a:off x="5128625" y="197734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47" name="ph1347"/>
            <p:cNvSpPr/>
            <p:nvPr/>
          </p:nvSpPr>
          <p:spPr>
            <a:xfrm>
              <a:off x="5141139" y="197734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48" name="ph1348"/>
            <p:cNvSpPr/>
            <p:nvPr/>
          </p:nvSpPr>
          <p:spPr>
            <a:xfrm>
              <a:off x="5153651" y="197734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49" name="ph1349"/>
            <p:cNvSpPr/>
            <p:nvPr/>
          </p:nvSpPr>
          <p:spPr>
            <a:xfrm>
              <a:off x="5166163" y="197734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50" name="ph1350"/>
            <p:cNvSpPr/>
            <p:nvPr/>
          </p:nvSpPr>
          <p:spPr>
            <a:xfrm>
              <a:off x="5178675" y="197734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51" name="ph1351"/>
            <p:cNvSpPr/>
            <p:nvPr/>
          </p:nvSpPr>
          <p:spPr>
            <a:xfrm>
              <a:off x="5191188" y="197734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52" name="ph1352"/>
            <p:cNvSpPr/>
            <p:nvPr/>
          </p:nvSpPr>
          <p:spPr>
            <a:xfrm>
              <a:off x="5203700" y="197734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53" name="ph1353"/>
            <p:cNvSpPr/>
            <p:nvPr/>
          </p:nvSpPr>
          <p:spPr>
            <a:xfrm>
              <a:off x="5216212" y="197734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54" name="ph1354"/>
            <p:cNvSpPr/>
            <p:nvPr/>
          </p:nvSpPr>
          <p:spPr>
            <a:xfrm>
              <a:off x="5228724" y="197734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55" name="ph1355"/>
            <p:cNvSpPr/>
            <p:nvPr/>
          </p:nvSpPr>
          <p:spPr>
            <a:xfrm>
              <a:off x="5241237" y="197734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56" name="ph1356"/>
            <p:cNvSpPr/>
            <p:nvPr/>
          </p:nvSpPr>
          <p:spPr>
            <a:xfrm>
              <a:off x="5253749" y="197734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57" name="ph1357"/>
            <p:cNvSpPr/>
            <p:nvPr/>
          </p:nvSpPr>
          <p:spPr>
            <a:xfrm>
              <a:off x="5266261" y="197734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58" name="ph1358"/>
            <p:cNvSpPr/>
            <p:nvPr/>
          </p:nvSpPr>
          <p:spPr>
            <a:xfrm>
              <a:off x="5278775" y="197734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59" name="ph1359"/>
            <p:cNvSpPr/>
            <p:nvPr/>
          </p:nvSpPr>
          <p:spPr>
            <a:xfrm>
              <a:off x="5291287" y="197734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60" name="ph1360"/>
            <p:cNvSpPr/>
            <p:nvPr/>
          </p:nvSpPr>
          <p:spPr>
            <a:xfrm>
              <a:off x="5303799" y="197734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61" name="ph1361"/>
            <p:cNvSpPr/>
            <p:nvPr/>
          </p:nvSpPr>
          <p:spPr>
            <a:xfrm>
              <a:off x="5353848" y="197734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62" name="ph1362"/>
            <p:cNvSpPr/>
            <p:nvPr/>
          </p:nvSpPr>
          <p:spPr>
            <a:xfrm>
              <a:off x="5366360" y="197734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63" name="ph1363"/>
            <p:cNvSpPr/>
            <p:nvPr/>
          </p:nvSpPr>
          <p:spPr>
            <a:xfrm>
              <a:off x="5378873" y="197734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64" name="ph1364"/>
            <p:cNvSpPr/>
            <p:nvPr/>
          </p:nvSpPr>
          <p:spPr>
            <a:xfrm>
              <a:off x="5391385" y="197734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65" name="ph1365"/>
            <p:cNvSpPr/>
            <p:nvPr/>
          </p:nvSpPr>
          <p:spPr>
            <a:xfrm>
              <a:off x="5403897" y="197734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66" name="ph1366"/>
            <p:cNvSpPr/>
            <p:nvPr/>
          </p:nvSpPr>
          <p:spPr>
            <a:xfrm>
              <a:off x="5416411" y="197734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67" name="ph1367"/>
            <p:cNvSpPr/>
            <p:nvPr/>
          </p:nvSpPr>
          <p:spPr>
            <a:xfrm>
              <a:off x="5428923" y="197734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68" name="ph1368"/>
            <p:cNvSpPr/>
            <p:nvPr/>
          </p:nvSpPr>
          <p:spPr>
            <a:xfrm>
              <a:off x="5128625" y="19927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69" name="ph1369"/>
            <p:cNvSpPr/>
            <p:nvPr/>
          </p:nvSpPr>
          <p:spPr>
            <a:xfrm>
              <a:off x="5141139" y="19927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70" name="ph1370"/>
            <p:cNvSpPr/>
            <p:nvPr/>
          </p:nvSpPr>
          <p:spPr>
            <a:xfrm>
              <a:off x="5153651" y="19927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71" name="ph1371"/>
            <p:cNvSpPr/>
            <p:nvPr/>
          </p:nvSpPr>
          <p:spPr>
            <a:xfrm>
              <a:off x="5166163" y="19927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72" name="ph1372"/>
            <p:cNvSpPr/>
            <p:nvPr/>
          </p:nvSpPr>
          <p:spPr>
            <a:xfrm>
              <a:off x="5178675" y="19927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73" name="ph1373"/>
            <p:cNvSpPr/>
            <p:nvPr/>
          </p:nvSpPr>
          <p:spPr>
            <a:xfrm>
              <a:off x="5191188" y="19927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74" name="ph1374"/>
            <p:cNvSpPr/>
            <p:nvPr/>
          </p:nvSpPr>
          <p:spPr>
            <a:xfrm>
              <a:off x="5203700" y="19927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75" name="ph1375"/>
            <p:cNvSpPr/>
            <p:nvPr/>
          </p:nvSpPr>
          <p:spPr>
            <a:xfrm>
              <a:off x="5216212" y="19927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76" name="ph1376"/>
            <p:cNvSpPr/>
            <p:nvPr/>
          </p:nvSpPr>
          <p:spPr>
            <a:xfrm>
              <a:off x="5228724" y="19927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77" name="ph1377"/>
            <p:cNvSpPr/>
            <p:nvPr/>
          </p:nvSpPr>
          <p:spPr>
            <a:xfrm>
              <a:off x="5241237" y="19927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78" name="ph1378"/>
            <p:cNvSpPr/>
            <p:nvPr/>
          </p:nvSpPr>
          <p:spPr>
            <a:xfrm>
              <a:off x="5253749" y="19927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79" name="ph1379"/>
            <p:cNvSpPr/>
            <p:nvPr/>
          </p:nvSpPr>
          <p:spPr>
            <a:xfrm>
              <a:off x="5266261" y="19927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80" name="ph1380"/>
            <p:cNvSpPr/>
            <p:nvPr/>
          </p:nvSpPr>
          <p:spPr>
            <a:xfrm>
              <a:off x="5278775" y="19927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81" name="ph1381"/>
            <p:cNvSpPr/>
            <p:nvPr/>
          </p:nvSpPr>
          <p:spPr>
            <a:xfrm>
              <a:off x="5291287" y="19927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82" name="ph1382"/>
            <p:cNvSpPr/>
            <p:nvPr/>
          </p:nvSpPr>
          <p:spPr>
            <a:xfrm>
              <a:off x="5303799" y="19927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83" name="ph1383"/>
            <p:cNvSpPr/>
            <p:nvPr/>
          </p:nvSpPr>
          <p:spPr>
            <a:xfrm>
              <a:off x="5353848" y="19927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84" name="ph1384"/>
            <p:cNvSpPr/>
            <p:nvPr/>
          </p:nvSpPr>
          <p:spPr>
            <a:xfrm>
              <a:off x="5366360" y="19927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85" name="ph1385"/>
            <p:cNvSpPr/>
            <p:nvPr/>
          </p:nvSpPr>
          <p:spPr>
            <a:xfrm>
              <a:off x="5378873" y="19927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86" name="ph1386"/>
            <p:cNvSpPr/>
            <p:nvPr/>
          </p:nvSpPr>
          <p:spPr>
            <a:xfrm>
              <a:off x="5391385" y="19927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87" name="ph1387"/>
            <p:cNvSpPr/>
            <p:nvPr/>
          </p:nvSpPr>
          <p:spPr>
            <a:xfrm>
              <a:off x="5403897" y="19927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88" name="ph1388"/>
            <p:cNvSpPr/>
            <p:nvPr/>
          </p:nvSpPr>
          <p:spPr>
            <a:xfrm>
              <a:off x="5416411" y="19927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89" name="ph1389"/>
            <p:cNvSpPr/>
            <p:nvPr/>
          </p:nvSpPr>
          <p:spPr>
            <a:xfrm>
              <a:off x="5116113" y="20080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90" name="ph1390"/>
            <p:cNvSpPr/>
            <p:nvPr/>
          </p:nvSpPr>
          <p:spPr>
            <a:xfrm>
              <a:off x="5128625" y="20080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91" name="ph1391"/>
            <p:cNvSpPr/>
            <p:nvPr/>
          </p:nvSpPr>
          <p:spPr>
            <a:xfrm>
              <a:off x="5141139" y="20080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92" name="ph1392"/>
            <p:cNvSpPr/>
            <p:nvPr/>
          </p:nvSpPr>
          <p:spPr>
            <a:xfrm>
              <a:off x="5153651" y="20080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93" name="ph1393"/>
            <p:cNvSpPr/>
            <p:nvPr/>
          </p:nvSpPr>
          <p:spPr>
            <a:xfrm>
              <a:off x="5166163" y="20080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94" name="ph1394"/>
            <p:cNvSpPr/>
            <p:nvPr/>
          </p:nvSpPr>
          <p:spPr>
            <a:xfrm>
              <a:off x="5178675" y="20080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95" name="ph1395"/>
            <p:cNvSpPr/>
            <p:nvPr/>
          </p:nvSpPr>
          <p:spPr>
            <a:xfrm>
              <a:off x="5191188" y="20080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96" name="ph1396"/>
            <p:cNvSpPr/>
            <p:nvPr/>
          </p:nvSpPr>
          <p:spPr>
            <a:xfrm>
              <a:off x="5203700" y="20080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97" name="ph1397"/>
            <p:cNvSpPr/>
            <p:nvPr/>
          </p:nvSpPr>
          <p:spPr>
            <a:xfrm>
              <a:off x="5216212" y="20080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98" name="ph1398"/>
            <p:cNvSpPr/>
            <p:nvPr/>
          </p:nvSpPr>
          <p:spPr>
            <a:xfrm>
              <a:off x="5228724" y="20080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99" name="ph1399"/>
            <p:cNvSpPr/>
            <p:nvPr/>
          </p:nvSpPr>
          <p:spPr>
            <a:xfrm>
              <a:off x="5241237" y="20080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00" name="ph1400"/>
            <p:cNvSpPr/>
            <p:nvPr/>
          </p:nvSpPr>
          <p:spPr>
            <a:xfrm>
              <a:off x="5253749" y="20080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01" name="ph1401"/>
            <p:cNvSpPr/>
            <p:nvPr/>
          </p:nvSpPr>
          <p:spPr>
            <a:xfrm>
              <a:off x="5266261" y="20080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02" name="ph1402"/>
            <p:cNvSpPr/>
            <p:nvPr/>
          </p:nvSpPr>
          <p:spPr>
            <a:xfrm>
              <a:off x="5278775" y="20080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03" name="ph1403"/>
            <p:cNvSpPr/>
            <p:nvPr/>
          </p:nvSpPr>
          <p:spPr>
            <a:xfrm>
              <a:off x="5291287" y="20080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04" name="ph1404"/>
            <p:cNvSpPr/>
            <p:nvPr/>
          </p:nvSpPr>
          <p:spPr>
            <a:xfrm>
              <a:off x="5303799" y="20080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05" name="ph1405"/>
            <p:cNvSpPr/>
            <p:nvPr/>
          </p:nvSpPr>
          <p:spPr>
            <a:xfrm>
              <a:off x="5316311" y="20080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06" name="ph1406"/>
            <p:cNvSpPr/>
            <p:nvPr/>
          </p:nvSpPr>
          <p:spPr>
            <a:xfrm>
              <a:off x="5353848" y="20080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07" name="ph1407"/>
            <p:cNvSpPr/>
            <p:nvPr/>
          </p:nvSpPr>
          <p:spPr>
            <a:xfrm>
              <a:off x="5366360" y="20080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08" name="ph1408"/>
            <p:cNvSpPr/>
            <p:nvPr/>
          </p:nvSpPr>
          <p:spPr>
            <a:xfrm>
              <a:off x="5378873" y="20080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09" name="ph1409"/>
            <p:cNvSpPr/>
            <p:nvPr/>
          </p:nvSpPr>
          <p:spPr>
            <a:xfrm>
              <a:off x="5391385" y="20080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10" name="ph1410"/>
            <p:cNvSpPr/>
            <p:nvPr/>
          </p:nvSpPr>
          <p:spPr>
            <a:xfrm>
              <a:off x="5403897" y="20080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11" name="ph1411"/>
            <p:cNvSpPr/>
            <p:nvPr/>
          </p:nvSpPr>
          <p:spPr>
            <a:xfrm>
              <a:off x="5416411" y="20080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12" name="ph1412"/>
            <p:cNvSpPr/>
            <p:nvPr/>
          </p:nvSpPr>
          <p:spPr>
            <a:xfrm>
              <a:off x="5116113" y="20234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13" name="ph1413"/>
            <p:cNvSpPr/>
            <p:nvPr/>
          </p:nvSpPr>
          <p:spPr>
            <a:xfrm>
              <a:off x="5128625" y="20234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14" name="ph1414"/>
            <p:cNvSpPr/>
            <p:nvPr/>
          </p:nvSpPr>
          <p:spPr>
            <a:xfrm>
              <a:off x="5141139" y="20234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15" name="ph1415"/>
            <p:cNvSpPr/>
            <p:nvPr/>
          </p:nvSpPr>
          <p:spPr>
            <a:xfrm>
              <a:off x="5153651" y="20234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16" name="ph1416"/>
            <p:cNvSpPr/>
            <p:nvPr/>
          </p:nvSpPr>
          <p:spPr>
            <a:xfrm>
              <a:off x="5166163" y="20234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17" name="ph1417"/>
            <p:cNvSpPr/>
            <p:nvPr/>
          </p:nvSpPr>
          <p:spPr>
            <a:xfrm>
              <a:off x="5178675" y="20234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18" name="ph1418"/>
            <p:cNvSpPr/>
            <p:nvPr/>
          </p:nvSpPr>
          <p:spPr>
            <a:xfrm>
              <a:off x="5191188" y="20234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19" name="ph1419"/>
            <p:cNvSpPr/>
            <p:nvPr/>
          </p:nvSpPr>
          <p:spPr>
            <a:xfrm>
              <a:off x="5203700" y="20234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20" name="ph1420"/>
            <p:cNvSpPr/>
            <p:nvPr/>
          </p:nvSpPr>
          <p:spPr>
            <a:xfrm>
              <a:off x="5216212" y="20234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21" name="ph1421"/>
            <p:cNvSpPr/>
            <p:nvPr/>
          </p:nvSpPr>
          <p:spPr>
            <a:xfrm>
              <a:off x="5228724" y="20234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22" name="ph1422"/>
            <p:cNvSpPr/>
            <p:nvPr/>
          </p:nvSpPr>
          <p:spPr>
            <a:xfrm>
              <a:off x="5241237" y="20234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23" name="ph1423"/>
            <p:cNvSpPr/>
            <p:nvPr/>
          </p:nvSpPr>
          <p:spPr>
            <a:xfrm>
              <a:off x="5253749" y="20234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24" name="ph1424"/>
            <p:cNvSpPr/>
            <p:nvPr/>
          </p:nvSpPr>
          <p:spPr>
            <a:xfrm>
              <a:off x="5266261" y="20234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25" name="ph1425"/>
            <p:cNvSpPr/>
            <p:nvPr/>
          </p:nvSpPr>
          <p:spPr>
            <a:xfrm>
              <a:off x="5278775" y="20234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26" name="ph1426"/>
            <p:cNvSpPr/>
            <p:nvPr/>
          </p:nvSpPr>
          <p:spPr>
            <a:xfrm>
              <a:off x="5291287" y="20234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27" name="ph1427"/>
            <p:cNvSpPr/>
            <p:nvPr/>
          </p:nvSpPr>
          <p:spPr>
            <a:xfrm>
              <a:off x="5303799" y="20234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28" name="ph1428"/>
            <p:cNvSpPr/>
            <p:nvPr/>
          </p:nvSpPr>
          <p:spPr>
            <a:xfrm>
              <a:off x="5316311" y="20234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29" name="ph1429"/>
            <p:cNvSpPr/>
            <p:nvPr/>
          </p:nvSpPr>
          <p:spPr>
            <a:xfrm>
              <a:off x="5328824" y="20234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30" name="ph1430"/>
            <p:cNvSpPr/>
            <p:nvPr/>
          </p:nvSpPr>
          <p:spPr>
            <a:xfrm>
              <a:off x="5366360" y="20234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31" name="ph1431"/>
            <p:cNvSpPr/>
            <p:nvPr/>
          </p:nvSpPr>
          <p:spPr>
            <a:xfrm>
              <a:off x="5378873" y="20234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32" name="ph1432"/>
            <p:cNvSpPr/>
            <p:nvPr/>
          </p:nvSpPr>
          <p:spPr>
            <a:xfrm>
              <a:off x="5391385" y="20234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33" name="ph1433"/>
            <p:cNvSpPr/>
            <p:nvPr/>
          </p:nvSpPr>
          <p:spPr>
            <a:xfrm>
              <a:off x="5403897" y="20234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34" name="ph1434"/>
            <p:cNvSpPr/>
            <p:nvPr/>
          </p:nvSpPr>
          <p:spPr>
            <a:xfrm>
              <a:off x="5416411" y="20234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35" name="ph1435"/>
            <p:cNvSpPr/>
            <p:nvPr/>
          </p:nvSpPr>
          <p:spPr>
            <a:xfrm>
              <a:off x="5116113" y="20388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36" name="ph1436"/>
            <p:cNvSpPr/>
            <p:nvPr/>
          </p:nvSpPr>
          <p:spPr>
            <a:xfrm>
              <a:off x="5128625" y="20388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37" name="ph1437"/>
            <p:cNvSpPr/>
            <p:nvPr/>
          </p:nvSpPr>
          <p:spPr>
            <a:xfrm>
              <a:off x="5141139" y="20388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38" name="ph1438"/>
            <p:cNvSpPr/>
            <p:nvPr/>
          </p:nvSpPr>
          <p:spPr>
            <a:xfrm>
              <a:off x="5153651" y="20388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39" name="ph1439"/>
            <p:cNvSpPr/>
            <p:nvPr/>
          </p:nvSpPr>
          <p:spPr>
            <a:xfrm>
              <a:off x="5166163" y="20388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40" name="ph1440"/>
            <p:cNvSpPr/>
            <p:nvPr/>
          </p:nvSpPr>
          <p:spPr>
            <a:xfrm>
              <a:off x="5178675" y="20388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41" name="ph1441"/>
            <p:cNvSpPr/>
            <p:nvPr/>
          </p:nvSpPr>
          <p:spPr>
            <a:xfrm>
              <a:off x="5191188" y="20388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42" name="ph1442"/>
            <p:cNvSpPr/>
            <p:nvPr/>
          </p:nvSpPr>
          <p:spPr>
            <a:xfrm>
              <a:off x="5203700" y="20388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43" name="ph1443"/>
            <p:cNvSpPr/>
            <p:nvPr/>
          </p:nvSpPr>
          <p:spPr>
            <a:xfrm>
              <a:off x="5216212" y="20388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44" name="ph1444"/>
            <p:cNvSpPr/>
            <p:nvPr/>
          </p:nvSpPr>
          <p:spPr>
            <a:xfrm>
              <a:off x="5228724" y="20388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45" name="ph1445"/>
            <p:cNvSpPr/>
            <p:nvPr/>
          </p:nvSpPr>
          <p:spPr>
            <a:xfrm>
              <a:off x="5241237" y="20388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46" name="ph1446"/>
            <p:cNvSpPr/>
            <p:nvPr/>
          </p:nvSpPr>
          <p:spPr>
            <a:xfrm>
              <a:off x="5253749" y="20388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47" name="ph1447"/>
            <p:cNvSpPr/>
            <p:nvPr/>
          </p:nvSpPr>
          <p:spPr>
            <a:xfrm>
              <a:off x="5266261" y="20388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48" name="ph1448"/>
            <p:cNvSpPr/>
            <p:nvPr/>
          </p:nvSpPr>
          <p:spPr>
            <a:xfrm>
              <a:off x="5278775" y="20388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49" name="ph1449"/>
            <p:cNvSpPr/>
            <p:nvPr/>
          </p:nvSpPr>
          <p:spPr>
            <a:xfrm>
              <a:off x="5291287" y="20388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50" name="ph1450"/>
            <p:cNvSpPr/>
            <p:nvPr/>
          </p:nvSpPr>
          <p:spPr>
            <a:xfrm>
              <a:off x="5303799" y="20388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51" name="ph1451"/>
            <p:cNvSpPr/>
            <p:nvPr/>
          </p:nvSpPr>
          <p:spPr>
            <a:xfrm>
              <a:off x="5316311" y="20388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52" name="ph1452"/>
            <p:cNvSpPr/>
            <p:nvPr/>
          </p:nvSpPr>
          <p:spPr>
            <a:xfrm>
              <a:off x="5328824" y="20388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53" name="ph1453"/>
            <p:cNvSpPr/>
            <p:nvPr/>
          </p:nvSpPr>
          <p:spPr>
            <a:xfrm>
              <a:off x="5353848" y="20388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54" name="ph1454"/>
            <p:cNvSpPr/>
            <p:nvPr/>
          </p:nvSpPr>
          <p:spPr>
            <a:xfrm>
              <a:off x="5366360" y="20388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55" name="ph1455"/>
            <p:cNvSpPr/>
            <p:nvPr/>
          </p:nvSpPr>
          <p:spPr>
            <a:xfrm>
              <a:off x="5378873" y="20388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56" name="ph1456"/>
            <p:cNvSpPr/>
            <p:nvPr/>
          </p:nvSpPr>
          <p:spPr>
            <a:xfrm>
              <a:off x="5391385" y="20388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57" name="ph1457"/>
            <p:cNvSpPr/>
            <p:nvPr/>
          </p:nvSpPr>
          <p:spPr>
            <a:xfrm>
              <a:off x="5403897" y="20388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58" name="ph1458"/>
            <p:cNvSpPr/>
            <p:nvPr/>
          </p:nvSpPr>
          <p:spPr>
            <a:xfrm>
              <a:off x="5416411" y="20388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59" name="ph1459"/>
            <p:cNvSpPr/>
            <p:nvPr/>
          </p:nvSpPr>
          <p:spPr>
            <a:xfrm>
              <a:off x="5128625" y="20542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60" name="ph1460"/>
            <p:cNvSpPr/>
            <p:nvPr/>
          </p:nvSpPr>
          <p:spPr>
            <a:xfrm>
              <a:off x="5141139" y="20542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61" name="ph1461"/>
            <p:cNvSpPr/>
            <p:nvPr/>
          </p:nvSpPr>
          <p:spPr>
            <a:xfrm>
              <a:off x="5153651" y="20542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62" name="ph1462"/>
            <p:cNvSpPr/>
            <p:nvPr/>
          </p:nvSpPr>
          <p:spPr>
            <a:xfrm>
              <a:off x="5166163" y="20542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63" name="ph1463"/>
            <p:cNvSpPr/>
            <p:nvPr/>
          </p:nvSpPr>
          <p:spPr>
            <a:xfrm>
              <a:off x="5178675" y="20542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64" name="ph1464"/>
            <p:cNvSpPr/>
            <p:nvPr/>
          </p:nvSpPr>
          <p:spPr>
            <a:xfrm>
              <a:off x="5191188" y="20542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65" name="ph1465"/>
            <p:cNvSpPr/>
            <p:nvPr/>
          </p:nvSpPr>
          <p:spPr>
            <a:xfrm>
              <a:off x="5203700" y="20542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66" name="ph1466"/>
            <p:cNvSpPr/>
            <p:nvPr/>
          </p:nvSpPr>
          <p:spPr>
            <a:xfrm>
              <a:off x="5216212" y="20542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67" name="ph1467"/>
            <p:cNvSpPr/>
            <p:nvPr/>
          </p:nvSpPr>
          <p:spPr>
            <a:xfrm>
              <a:off x="5228724" y="20542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68" name="ph1468"/>
            <p:cNvSpPr/>
            <p:nvPr/>
          </p:nvSpPr>
          <p:spPr>
            <a:xfrm>
              <a:off x="5241237" y="20542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69" name="ph1469"/>
            <p:cNvSpPr/>
            <p:nvPr/>
          </p:nvSpPr>
          <p:spPr>
            <a:xfrm>
              <a:off x="5253749" y="20542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70" name="ph1470"/>
            <p:cNvSpPr/>
            <p:nvPr/>
          </p:nvSpPr>
          <p:spPr>
            <a:xfrm>
              <a:off x="5266261" y="20542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71" name="ph1471"/>
            <p:cNvSpPr/>
            <p:nvPr/>
          </p:nvSpPr>
          <p:spPr>
            <a:xfrm>
              <a:off x="5278775" y="20542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72" name="ph1472"/>
            <p:cNvSpPr/>
            <p:nvPr/>
          </p:nvSpPr>
          <p:spPr>
            <a:xfrm>
              <a:off x="5291287" y="20542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73" name="ph1473"/>
            <p:cNvSpPr/>
            <p:nvPr/>
          </p:nvSpPr>
          <p:spPr>
            <a:xfrm>
              <a:off x="5303799" y="20542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74" name="ph1474"/>
            <p:cNvSpPr/>
            <p:nvPr/>
          </p:nvSpPr>
          <p:spPr>
            <a:xfrm>
              <a:off x="5316311" y="20542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75" name="ph1475"/>
            <p:cNvSpPr/>
            <p:nvPr/>
          </p:nvSpPr>
          <p:spPr>
            <a:xfrm>
              <a:off x="5328824" y="20542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76" name="ph1476"/>
            <p:cNvSpPr/>
            <p:nvPr/>
          </p:nvSpPr>
          <p:spPr>
            <a:xfrm>
              <a:off x="5341336" y="20542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77" name="ph1477"/>
            <p:cNvSpPr/>
            <p:nvPr/>
          </p:nvSpPr>
          <p:spPr>
            <a:xfrm>
              <a:off x="5353848" y="20542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78" name="ph1478"/>
            <p:cNvSpPr/>
            <p:nvPr/>
          </p:nvSpPr>
          <p:spPr>
            <a:xfrm>
              <a:off x="5366360" y="20542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79" name="ph1479"/>
            <p:cNvSpPr/>
            <p:nvPr/>
          </p:nvSpPr>
          <p:spPr>
            <a:xfrm>
              <a:off x="5378873" y="20542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80" name="ph1480"/>
            <p:cNvSpPr/>
            <p:nvPr/>
          </p:nvSpPr>
          <p:spPr>
            <a:xfrm>
              <a:off x="5391385" y="20542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81" name="ph1481"/>
            <p:cNvSpPr/>
            <p:nvPr/>
          </p:nvSpPr>
          <p:spPr>
            <a:xfrm>
              <a:off x="5403897" y="20542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82" name="ph1482"/>
            <p:cNvSpPr/>
            <p:nvPr/>
          </p:nvSpPr>
          <p:spPr>
            <a:xfrm>
              <a:off x="5416411" y="20542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83" name="ph1483"/>
            <p:cNvSpPr/>
            <p:nvPr/>
          </p:nvSpPr>
          <p:spPr>
            <a:xfrm>
              <a:off x="5141139" y="20695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84" name="ph1484"/>
            <p:cNvSpPr/>
            <p:nvPr/>
          </p:nvSpPr>
          <p:spPr>
            <a:xfrm>
              <a:off x="5153651" y="20695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85" name="ph1485"/>
            <p:cNvSpPr/>
            <p:nvPr/>
          </p:nvSpPr>
          <p:spPr>
            <a:xfrm>
              <a:off x="5166163" y="20695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86" name="ph1486"/>
            <p:cNvSpPr/>
            <p:nvPr/>
          </p:nvSpPr>
          <p:spPr>
            <a:xfrm>
              <a:off x="5178675" y="20695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87" name="ph1487"/>
            <p:cNvSpPr/>
            <p:nvPr/>
          </p:nvSpPr>
          <p:spPr>
            <a:xfrm>
              <a:off x="5191188" y="20695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88" name="ph1488"/>
            <p:cNvSpPr/>
            <p:nvPr/>
          </p:nvSpPr>
          <p:spPr>
            <a:xfrm>
              <a:off x="5203700" y="20695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89" name="ph1489"/>
            <p:cNvSpPr/>
            <p:nvPr/>
          </p:nvSpPr>
          <p:spPr>
            <a:xfrm>
              <a:off x="5216212" y="20695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90" name="ph1490"/>
            <p:cNvSpPr/>
            <p:nvPr/>
          </p:nvSpPr>
          <p:spPr>
            <a:xfrm>
              <a:off x="5228724" y="20695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91" name="ph1491"/>
            <p:cNvSpPr/>
            <p:nvPr/>
          </p:nvSpPr>
          <p:spPr>
            <a:xfrm>
              <a:off x="5241237" y="20695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92" name="ph1492"/>
            <p:cNvSpPr/>
            <p:nvPr/>
          </p:nvSpPr>
          <p:spPr>
            <a:xfrm>
              <a:off x="5253749" y="20695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93" name="ph1493"/>
            <p:cNvSpPr/>
            <p:nvPr/>
          </p:nvSpPr>
          <p:spPr>
            <a:xfrm>
              <a:off x="5266261" y="20695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94" name="ph1494"/>
            <p:cNvSpPr/>
            <p:nvPr/>
          </p:nvSpPr>
          <p:spPr>
            <a:xfrm>
              <a:off x="5278775" y="20695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95" name="ph1495"/>
            <p:cNvSpPr/>
            <p:nvPr/>
          </p:nvSpPr>
          <p:spPr>
            <a:xfrm>
              <a:off x="5291287" y="20695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96" name="ph1496"/>
            <p:cNvSpPr/>
            <p:nvPr/>
          </p:nvSpPr>
          <p:spPr>
            <a:xfrm>
              <a:off x="5303799" y="20695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97" name="ph1497"/>
            <p:cNvSpPr/>
            <p:nvPr/>
          </p:nvSpPr>
          <p:spPr>
            <a:xfrm>
              <a:off x="5316311" y="20695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98" name="ph1498"/>
            <p:cNvSpPr/>
            <p:nvPr/>
          </p:nvSpPr>
          <p:spPr>
            <a:xfrm>
              <a:off x="5328824" y="20695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99" name="ph1499"/>
            <p:cNvSpPr/>
            <p:nvPr/>
          </p:nvSpPr>
          <p:spPr>
            <a:xfrm>
              <a:off x="5341336" y="20695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00" name="ph1500"/>
            <p:cNvSpPr/>
            <p:nvPr/>
          </p:nvSpPr>
          <p:spPr>
            <a:xfrm>
              <a:off x="5353848" y="20695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01" name="ph1501"/>
            <p:cNvSpPr/>
            <p:nvPr/>
          </p:nvSpPr>
          <p:spPr>
            <a:xfrm>
              <a:off x="5366360" y="20695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02" name="ph1502"/>
            <p:cNvSpPr/>
            <p:nvPr/>
          </p:nvSpPr>
          <p:spPr>
            <a:xfrm>
              <a:off x="5378873" y="20695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03" name="ph1503"/>
            <p:cNvSpPr/>
            <p:nvPr/>
          </p:nvSpPr>
          <p:spPr>
            <a:xfrm>
              <a:off x="5391385" y="20695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04" name="ph1504"/>
            <p:cNvSpPr/>
            <p:nvPr/>
          </p:nvSpPr>
          <p:spPr>
            <a:xfrm>
              <a:off x="5403897" y="20695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05" name="ph1505"/>
            <p:cNvSpPr/>
            <p:nvPr/>
          </p:nvSpPr>
          <p:spPr>
            <a:xfrm>
              <a:off x="5141139" y="20849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06" name="ph1506"/>
            <p:cNvSpPr/>
            <p:nvPr/>
          </p:nvSpPr>
          <p:spPr>
            <a:xfrm>
              <a:off x="5153651" y="20849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07" name="ph1507"/>
            <p:cNvSpPr/>
            <p:nvPr/>
          </p:nvSpPr>
          <p:spPr>
            <a:xfrm>
              <a:off x="5166163" y="20849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08" name="ph1508"/>
            <p:cNvSpPr/>
            <p:nvPr/>
          </p:nvSpPr>
          <p:spPr>
            <a:xfrm>
              <a:off x="5178675" y="20849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09" name="ph1509"/>
            <p:cNvSpPr/>
            <p:nvPr/>
          </p:nvSpPr>
          <p:spPr>
            <a:xfrm>
              <a:off x="5191188" y="20849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10" name="ph1510"/>
            <p:cNvSpPr/>
            <p:nvPr/>
          </p:nvSpPr>
          <p:spPr>
            <a:xfrm>
              <a:off x="5203700" y="20849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11" name="ph1511"/>
            <p:cNvSpPr/>
            <p:nvPr/>
          </p:nvSpPr>
          <p:spPr>
            <a:xfrm>
              <a:off x="5216212" y="20849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12" name="ph1512"/>
            <p:cNvSpPr/>
            <p:nvPr/>
          </p:nvSpPr>
          <p:spPr>
            <a:xfrm>
              <a:off x="5228724" y="20849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13" name="ph1513"/>
            <p:cNvSpPr/>
            <p:nvPr/>
          </p:nvSpPr>
          <p:spPr>
            <a:xfrm>
              <a:off x="5241237" y="20849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14" name="ph1514"/>
            <p:cNvSpPr/>
            <p:nvPr/>
          </p:nvSpPr>
          <p:spPr>
            <a:xfrm>
              <a:off x="5253749" y="20849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15" name="ph1515"/>
            <p:cNvSpPr/>
            <p:nvPr/>
          </p:nvSpPr>
          <p:spPr>
            <a:xfrm>
              <a:off x="5266261" y="20849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16" name="ph1516"/>
            <p:cNvSpPr/>
            <p:nvPr/>
          </p:nvSpPr>
          <p:spPr>
            <a:xfrm>
              <a:off x="5278775" y="20849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17" name="ph1517"/>
            <p:cNvSpPr/>
            <p:nvPr/>
          </p:nvSpPr>
          <p:spPr>
            <a:xfrm>
              <a:off x="5291287" y="20849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18" name="ph1518"/>
            <p:cNvSpPr/>
            <p:nvPr/>
          </p:nvSpPr>
          <p:spPr>
            <a:xfrm>
              <a:off x="5303799" y="20849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19" name="ph1519"/>
            <p:cNvSpPr/>
            <p:nvPr/>
          </p:nvSpPr>
          <p:spPr>
            <a:xfrm>
              <a:off x="5316311" y="20849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20" name="ph1520"/>
            <p:cNvSpPr/>
            <p:nvPr/>
          </p:nvSpPr>
          <p:spPr>
            <a:xfrm>
              <a:off x="5328824" y="20849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21" name="ph1521"/>
            <p:cNvSpPr/>
            <p:nvPr/>
          </p:nvSpPr>
          <p:spPr>
            <a:xfrm>
              <a:off x="5341336" y="20849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22" name="ph1522"/>
            <p:cNvSpPr/>
            <p:nvPr/>
          </p:nvSpPr>
          <p:spPr>
            <a:xfrm>
              <a:off x="5353848" y="20849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23" name="ph1523"/>
            <p:cNvSpPr/>
            <p:nvPr/>
          </p:nvSpPr>
          <p:spPr>
            <a:xfrm>
              <a:off x="5366360" y="20849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24" name="ph1524"/>
            <p:cNvSpPr/>
            <p:nvPr/>
          </p:nvSpPr>
          <p:spPr>
            <a:xfrm>
              <a:off x="5378873" y="20849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25" name="ph1525"/>
            <p:cNvSpPr/>
            <p:nvPr/>
          </p:nvSpPr>
          <p:spPr>
            <a:xfrm>
              <a:off x="5391385" y="20849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26" name="ph1526"/>
            <p:cNvSpPr/>
            <p:nvPr/>
          </p:nvSpPr>
          <p:spPr>
            <a:xfrm>
              <a:off x="5166163" y="21003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27" name="ph1527"/>
            <p:cNvSpPr/>
            <p:nvPr/>
          </p:nvSpPr>
          <p:spPr>
            <a:xfrm>
              <a:off x="5178675" y="21003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28" name="ph1528"/>
            <p:cNvSpPr/>
            <p:nvPr/>
          </p:nvSpPr>
          <p:spPr>
            <a:xfrm>
              <a:off x="5191188" y="21003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29" name="ph1529"/>
            <p:cNvSpPr/>
            <p:nvPr/>
          </p:nvSpPr>
          <p:spPr>
            <a:xfrm>
              <a:off x="5203700" y="21003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30" name="ph1530"/>
            <p:cNvSpPr/>
            <p:nvPr/>
          </p:nvSpPr>
          <p:spPr>
            <a:xfrm>
              <a:off x="5216212" y="21003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31" name="ph1531"/>
            <p:cNvSpPr/>
            <p:nvPr/>
          </p:nvSpPr>
          <p:spPr>
            <a:xfrm>
              <a:off x="5228724" y="21003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32" name="ph1532"/>
            <p:cNvSpPr/>
            <p:nvPr/>
          </p:nvSpPr>
          <p:spPr>
            <a:xfrm>
              <a:off x="5241237" y="21003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33" name="ph1533"/>
            <p:cNvSpPr/>
            <p:nvPr/>
          </p:nvSpPr>
          <p:spPr>
            <a:xfrm>
              <a:off x="5253749" y="21003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34" name="ph1534"/>
            <p:cNvSpPr/>
            <p:nvPr/>
          </p:nvSpPr>
          <p:spPr>
            <a:xfrm>
              <a:off x="5266261" y="21003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35" name="ph1535"/>
            <p:cNvSpPr/>
            <p:nvPr/>
          </p:nvSpPr>
          <p:spPr>
            <a:xfrm>
              <a:off x="5278775" y="21003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36" name="ph1536"/>
            <p:cNvSpPr/>
            <p:nvPr/>
          </p:nvSpPr>
          <p:spPr>
            <a:xfrm>
              <a:off x="5291287" y="21003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37" name="ph1537"/>
            <p:cNvSpPr/>
            <p:nvPr/>
          </p:nvSpPr>
          <p:spPr>
            <a:xfrm>
              <a:off x="5303799" y="21003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38" name="ph1538"/>
            <p:cNvSpPr/>
            <p:nvPr/>
          </p:nvSpPr>
          <p:spPr>
            <a:xfrm>
              <a:off x="5316311" y="21003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39" name="ph1539"/>
            <p:cNvSpPr/>
            <p:nvPr/>
          </p:nvSpPr>
          <p:spPr>
            <a:xfrm>
              <a:off x="5328824" y="21003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40" name="ph1540"/>
            <p:cNvSpPr/>
            <p:nvPr/>
          </p:nvSpPr>
          <p:spPr>
            <a:xfrm>
              <a:off x="5341336" y="21003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41" name="ph1541"/>
            <p:cNvSpPr/>
            <p:nvPr/>
          </p:nvSpPr>
          <p:spPr>
            <a:xfrm>
              <a:off x="5353848" y="21003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42" name="ph1542"/>
            <p:cNvSpPr/>
            <p:nvPr/>
          </p:nvSpPr>
          <p:spPr>
            <a:xfrm>
              <a:off x="5366360" y="21003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43" name="ph1543"/>
            <p:cNvSpPr/>
            <p:nvPr/>
          </p:nvSpPr>
          <p:spPr>
            <a:xfrm>
              <a:off x="5378873" y="21003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44" name="ph1544"/>
            <p:cNvSpPr/>
            <p:nvPr/>
          </p:nvSpPr>
          <p:spPr>
            <a:xfrm>
              <a:off x="5178675" y="21157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45" name="ph1545"/>
            <p:cNvSpPr/>
            <p:nvPr/>
          </p:nvSpPr>
          <p:spPr>
            <a:xfrm>
              <a:off x="5191188" y="21157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46" name="ph1546"/>
            <p:cNvSpPr/>
            <p:nvPr/>
          </p:nvSpPr>
          <p:spPr>
            <a:xfrm>
              <a:off x="5203700" y="21157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47" name="ph1547"/>
            <p:cNvSpPr/>
            <p:nvPr/>
          </p:nvSpPr>
          <p:spPr>
            <a:xfrm>
              <a:off x="5216212" y="21157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48" name="ph1548"/>
            <p:cNvSpPr/>
            <p:nvPr/>
          </p:nvSpPr>
          <p:spPr>
            <a:xfrm>
              <a:off x="5228724" y="21157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49" name="ph1549"/>
            <p:cNvSpPr/>
            <p:nvPr/>
          </p:nvSpPr>
          <p:spPr>
            <a:xfrm>
              <a:off x="5241237" y="21157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50" name="ph1550"/>
            <p:cNvSpPr/>
            <p:nvPr/>
          </p:nvSpPr>
          <p:spPr>
            <a:xfrm>
              <a:off x="5253749" y="21157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51" name="ph1551"/>
            <p:cNvSpPr/>
            <p:nvPr/>
          </p:nvSpPr>
          <p:spPr>
            <a:xfrm>
              <a:off x="5266261" y="21157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52" name="ph1552"/>
            <p:cNvSpPr/>
            <p:nvPr/>
          </p:nvSpPr>
          <p:spPr>
            <a:xfrm>
              <a:off x="5278775" y="21157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53" name="ph1553"/>
            <p:cNvSpPr/>
            <p:nvPr/>
          </p:nvSpPr>
          <p:spPr>
            <a:xfrm>
              <a:off x="5291287" y="21157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54" name="ph1554"/>
            <p:cNvSpPr/>
            <p:nvPr/>
          </p:nvSpPr>
          <p:spPr>
            <a:xfrm>
              <a:off x="5303799" y="21157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55" name="ph1555"/>
            <p:cNvSpPr/>
            <p:nvPr/>
          </p:nvSpPr>
          <p:spPr>
            <a:xfrm>
              <a:off x="5316311" y="21157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56" name="ph1556"/>
            <p:cNvSpPr/>
            <p:nvPr/>
          </p:nvSpPr>
          <p:spPr>
            <a:xfrm>
              <a:off x="5328824" y="21157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57" name="ph1557"/>
            <p:cNvSpPr/>
            <p:nvPr/>
          </p:nvSpPr>
          <p:spPr>
            <a:xfrm>
              <a:off x="5341336" y="21157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58" name="ph1558"/>
            <p:cNvSpPr/>
            <p:nvPr/>
          </p:nvSpPr>
          <p:spPr>
            <a:xfrm>
              <a:off x="5353848" y="21157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59" name="ph1559"/>
            <p:cNvSpPr/>
            <p:nvPr/>
          </p:nvSpPr>
          <p:spPr>
            <a:xfrm>
              <a:off x="5366360" y="21157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60" name="ph1560"/>
            <p:cNvSpPr/>
            <p:nvPr/>
          </p:nvSpPr>
          <p:spPr>
            <a:xfrm>
              <a:off x="5191188" y="21311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61" name="ph1561"/>
            <p:cNvSpPr/>
            <p:nvPr/>
          </p:nvSpPr>
          <p:spPr>
            <a:xfrm>
              <a:off x="5203700" y="21311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62" name="ph1562"/>
            <p:cNvSpPr/>
            <p:nvPr/>
          </p:nvSpPr>
          <p:spPr>
            <a:xfrm>
              <a:off x="5216212" y="21311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63" name="ph1563"/>
            <p:cNvSpPr/>
            <p:nvPr/>
          </p:nvSpPr>
          <p:spPr>
            <a:xfrm>
              <a:off x="5228724" y="21311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64" name="ph1564"/>
            <p:cNvSpPr/>
            <p:nvPr/>
          </p:nvSpPr>
          <p:spPr>
            <a:xfrm>
              <a:off x="5241237" y="21311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65" name="ph1565"/>
            <p:cNvSpPr/>
            <p:nvPr/>
          </p:nvSpPr>
          <p:spPr>
            <a:xfrm>
              <a:off x="5253749" y="21311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66" name="ph1566"/>
            <p:cNvSpPr/>
            <p:nvPr/>
          </p:nvSpPr>
          <p:spPr>
            <a:xfrm>
              <a:off x="5266261" y="21311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67" name="ph1567"/>
            <p:cNvSpPr/>
            <p:nvPr/>
          </p:nvSpPr>
          <p:spPr>
            <a:xfrm>
              <a:off x="5278775" y="21311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68" name="ph1568"/>
            <p:cNvSpPr/>
            <p:nvPr/>
          </p:nvSpPr>
          <p:spPr>
            <a:xfrm>
              <a:off x="5291287" y="21311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69" name="ph1569"/>
            <p:cNvSpPr/>
            <p:nvPr/>
          </p:nvSpPr>
          <p:spPr>
            <a:xfrm>
              <a:off x="5303799" y="21311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70" name="ph1570"/>
            <p:cNvSpPr/>
            <p:nvPr/>
          </p:nvSpPr>
          <p:spPr>
            <a:xfrm>
              <a:off x="5316311" y="21311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71" name="ph1571"/>
            <p:cNvSpPr/>
            <p:nvPr/>
          </p:nvSpPr>
          <p:spPr>
            <a:xfrm>
              <a:off x="5328824" y="21311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72" name="ph1572"/>
            <p:cNvSpPr/>
            <p:nvPr/>
          </p:nvSpPr>
          <p:spPr>
            <a:xfrm>
              <a:off x="5341336" y="21311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73" name="ph1573"/>
            <p:cNvSpPr/>
            <p:nvPr/>
          </p:nvSpPr>
          <p:spPr>
            <a:xfrm>
              <a:off x="5353848" y="21311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74" name="ph1574"/>
            <p:cNvSpPr/>
            <p:nvPr/>
          </p:nvSpPr>
          <p:spPr>
            <a:xfrm>
              <a:off x="5366360" y="21311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75" name="ph1575"/>
            <p:cNvSpPr/>
            <p:nvPr/>
          </p:nvSpPr>
          <p:spPr>
            <a:xfrm>
              <a:off x="5141139" y="21464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76" name="ph1576"/>
            <p:cNvSpPr/>
            <p:nvPr/>
          </p:nvSpPr>
          <p:spPr>
            <a:xfrm>
              <a:off x="5153651" y="21464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77" name="ph1577"/>
            <p:cNvSpPr/>
            <p:nvPr/>
          </p:nvSpPr>
          <p:spPr>
            <a:xfrm>
              <a:off x="5166163" y="21464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78" name="ph1578"/>
            <p:cNvSpPr/>
            <p:nvPr/>
          </p:nvSpPr>
          <p:spPr>
            <a:xfrm>
              <a:off x="5178675" y="21464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79" name="ph1579"/>
            <p:cNvSpPr/>
            <p:nvPr/>
          </p:nvSpPr>
          <p:spPr>
            <a:xfrm>
              <a:off x="5191188" y="21464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80" name="ph1580"/>
            <p:cNvSpPr/>
            <p:nvPr/>
          </p:nvSpPr>
          <p:spPr>
            <a:xfrm>
              <a:off x="5203700" y="21464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81" name="ph1581"/>
            <p:cNvSpPr/>
            <p:nvPr/>
          </p:nvSpPr>
          <p:spPr>
            <a:xfrm>
              <a:off x="5216212" y="21464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82" name="ph1582"/>
            <p:cNvSpPr/>
            <p:nvPr/>
          </p:nvSpPr>
          <p:spPr>
            <a:xfrm>
              <a:off x="5228724" y="21464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83" name="ph1583"/>
            <p:cNvSpPr/>
            <p:nvPr/>
          </p:nvSpPr>
          <p:spPr>
            <a:xfrm>
              <a:off x="5241237" y="21464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84" name="ph1584"/>
            <p:cNvSpPr/>
            <p:nvPr/>
          </p:nvSpPr>
          <p:spPr>
            <a:xfrm>
              <a:off x="5253749" y="21464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85" name="ph1585"/>
            <p:cNvSpPr/>
            <p:nvPr/>
          </p:nvSpPr>
          <p:spPr>
            <a:xfrm>
              <a:off x="5266261" y="21464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86" name="ph1586"/>
            <p:cNvSpPr/>
            <p:nvPr/>
          </p:nvSpPr>
          <p:spPr>
            <a:xfrm>
              <a:off x="5278775" y="21464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87" name="ph1587"/>
            <p:cNvSpPr/>
            <p:nvPr/>
          </p:nvSpPr>
          <p:spPr>
            <a:xfrm>
              <a:off x="5291287" y="21464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88" name="ph1588"/>
            <p:cNvSpPr/>
            <p:nvPr/>
          </p:nvSpPr>
          <p:spPr>
            <a:xfrm>
              <a:off x="5303799" y="21464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89" name="ph1589"/>
            <p:cNvSpPr/>
            <p:nvPr/>
          </p:nvSpPr>
          <p:spPr>
            <a:xfrm>
              <a:off x="5316311" y="21464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90" name="ph1590"/>
            <p:cNvSpPr/>
            <p:nvPr/>
          </p:nvSpPr>
          <p:spPr>
            <a:xfrm>
              <a:off x="5328824" y="21464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91" name="ph1591"/>
            <p:cNvSpPr/>
            <p:nvPr/>
          </p:nvSpPr>
          <p:spPr>
            <a:xfrm>
              <a:off x="5341336" y="21464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92" name="ph1592"/>
            <p:cNvSpPr/>
            <p:nvPr/>
          </p:nvSpPr>
          <p:spPr>
            <a:xfrm>
              <a:off x="5353848" y="21464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93" name="ph1593"/>
            <p:cNvSpPr/>
            <p:nvPr/>
          </p:nvSpPr>
          <p:spPr>
            <a:xfrm>
              <a:off x="5128625" y="21618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94" name="ph1594"/>
            <p:cNvSpPr/>
            <p:nvPr/>
          </p:nvSpPr>
          <p:spPr>
            <a:xfrm>
              <a:off x="5141139" y="21618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95" name="ph1595"/>
            <p:cNvSpPr/>
            <p:nvPr/>
          </p:nvSpPr>
          <p:spPr>
            <a:xfrm>
              <a:off x="5153651" y="21618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96" name="ph1596"/>
            <p:cNvSpPr/>
            <p:nvPr/>
          </p:nvSpPr>
          <p:spPr>
            <a:xfrm>
              <a:off x="5166163" y="21618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97" name="ph1597"/>
            <p:cNvSpPr/>
            <p:nvPr/>
          </p:nvSpPr>
          <p:spPr>
            <a:xfrm>
              <a:off x="5178675" y="21618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98" name="ph1598"/>
            <p:cNvSpPr/>
            <p:nvPr/>
          </p:nvSpPr>
          <p:spPr>
            <a:xfrm>
              <a:off x="5191188" y="21618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99" name="ph1599"/>
            <p:cNvSpPr/>
            <p:nvPr/>
          </p:nvSpPr>
          <p:spPr>
            <a:xfrm>
              <a:off x="5203700" y="21618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00" name="ph1600"/>
            <p:cNvSpPr/>
            <p:nvPr/>
          </p:nvSpPr>
          <p:spPr>
            <a:xfrm>
              <a:off x="5216212" y="21618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01" name="ph1601"/>
            <p:cNvSpPr/>
            <p:nvPr/>
          </p:nvSpPr>
          <p:spPr>
            <a:xfrm>
              <a:off x="5228724" y="21618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02" name="ph1602"/>
            <p:cNvSpPr/>
            <p:nvPr/>
          </p:nvSpPr>
          <p:spPr>
            <a:xfrm>
              <a:off x="5241237" y="21618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03" name="ph1603"/>
            <p:cNvSpPr/>
            <p:nvPr/>
          </p:nvSpPr>
          <p:spPr>
            <a:xfrm>
              <a:off x="5253749" y="21618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04" name="ph1604"/>
            <p:cNvSpPr/>
            <p:nvPr/>
          </p:nvSpPr>
          <p:spPr>
            <a:xfrm>
              <a:off x="5266261" y="21618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05" name="ph1605"/>
            <p:cNvSpPr/>
            <p:nvPr/>
          </p:nvSpPr>
          <p:spPr>
            <a:xfrm>
              <a:off x="5278775" y="21618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06" name="ph1606"/>
            <p:cNvSpPr/>
            <p:nvPr/>
          </p:nvSpPr>
          <p:spPr>
            <a:xfrm>
              <a:off x="5291287" y="21618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07" name="ph1607"/>
            <p:cNvSpPr/>
            <p:nvPr/>
          </p:nvSpPr>
          <p:spPr>
            <a:xfrm>
              <a:off x="5303799" y="21618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08" name="ph1608"/>
            <p:cNvSpPr/>
            <p:nvPr/>
          </p:nvSpPr>
          <p:spPr>
            <a:xfrm>
              <a:off x="5316311" y="21618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09" name="ph1609"/>
            <p:cNvSpPr/>
            <p:nvPr/>
          </p:nvSpPr>
          <p:spPr>
            <a:xfrm>
              <a:off x="5328824" y="21618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10" name="ph1610"/>
            <p:cNvSpPr/>
            <p:nvPr/>
          </p:nvSpPr>
          <p:spPr>
            <a:xfrm>
              <a:off x="5341336" y="21618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11" name="ph1611"/>
            <p:cNvSpPr/>
            <p:nvPr/>
          </p:nvSpPr>
          <p:spPr>
            <a:xfrm>
              <a:off x="5353848" y="21618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12" name="ph1612"/>
            <p:cNvSpPr/>
            <p:nvPr/>
          </p:nvSpPr>
          <p:spPr>
            <a:xfrm>
              <a:off x="5128625" y="21772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13" name="ph1613"/>
            <p:cNvSpPr/>
            <p:nvPr/>
          </p:nvSpPr>
          <p:spPr>
            <a:xfrm>
              <a:off x="5141139" y="21772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14" name="ph1614"/>
            <p:cNvSpPr/>
            <p:nvPr/>
          </p:nvSpPr>
          <p:spPr>
            <a:xfrm>
              <a:off x="5153651" y="21772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15" name="ph1615"/>
            <p:cNvSpPr/>
            <p:nvPr/>
          </p:nvSpPr>
          <p:spPr>
            <a:xfrm>
              <a:off x="5166163" y="21772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16" name="ph1616"/>
            <p:cNvSpPr/>
            <p:nvPr/>
          </p:nvSpPr>
          <p:spPr>
            <a:xfrm>
              <a:off x="5178675" y="21772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17" name="ph1617"/>
            <p:cNvSpPr/>
            <p:nvPr/>
          </p:nvSpPr>
          <p:spPr>
            <a:xfrm>
              <a:off x="5191188" y="21772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18" name="ph1618"/>
            <p:cNvSpPr/>
            <p:nvPr/>
          </p:nvSpPr>
          <p:spPr>
            <a:xfrm>
              <a:off x="5203700" y="21772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19" name="ph1619"/>
            <p:cNvSpPr/>
            <p:nvPr/>
          </p:nvSpPr>
          <p:spPr>
            <a:xfrm>
              <a:off x="5216212" y="21772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20" name="ph1620"/>
            <p:cNvSpPr/>
            <p:nvPr/>
          </p:nvSpPr>
          <p:spPr>
            <a:xfrm>
              <a:off x="5228724" y="21772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21" name="ph1621"/>
            <p:cNvSpPr/>
            <p:nvPr/>
          </p:nvSpPr>
          <p:spPr>
            <a:xfrm>
              <a:off x="5241237" y="21772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22" name="ph1622"/>
            <p:cNvSpPr/>
            <p:nvPr/>
          </p:nvSpPr>
          <p:spPr>
            <a:xfrm>
              <a:off x="5253749" y="21772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23" name="ph1623"/>
            <p:cNvSpPr/>
            <p:nvPr/>
          </p:nvSpPr>
          <p:spPr>
            <a:xfrm>
              <a:off x="5266261" y="21772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24" name="ph1624"/>
            <p:cNvSpPr/>
            <p:nvPr/>
          </p:nvSpPr>
          <p:spPr>
            <a:xfrm>
              <a:off x="5278775" y="21772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25" name="ph1625"/>
            <p:cNvSpPr/>
            <p:nvPr/>
          </p:nvSpPr>
          <p:spPr>
            <a:xfrm>
              <a:off x="5291287" y="21772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26" name="ph1626"/>
            <p:cNvSpPr/>
            <p:nvPr/>
          </p:nvSpPr>
          <p:spPr>
            <a:xfrm>
              <a:off x="5303799" y="21772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27" name="ph1627"/>
            <p:cNvSpPr/>
            <p:nvPr/>
          </p:nvSpPr>
          <p:spPr>
            <a:xfrm>
              <a:off x="5316311" y="21772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28" name="ph1628"/>
            <p:cNvSpPr/>
            <p:nvPr/>
          </p:nvSpPr>
          <p:spPr>
            <a:xfrm>
              <a:off x="5328824" y="21772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29" name="ph1629"/>
            <p:cNvSpPr/>
            <p:nvPr/>
          </p:nvSpPr>
          <p:spPr>
            <a:xfrm>
              <a:off x="5341336" y="21772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30" name="ph1630"/>
            <p:cNvSpPr/>
            <p:nvPr/>
          </p:nvSpPr>
          <p:spPr>
            <a:xfrm>
              <a:off x="5128625" y="21926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31" name="ph1631"/>
            <p:cNvSpPr/>
            <p:nvPr/>
          </p:nvSpPr>
          <p:spPr>
            <a:xfrm>
              <a:off x="5141139" y="21926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32" name="ph1632"/>
            <p:cNvSpPr/>
            <p:nvPr/>
          </p:nvSpPr>
          <p:spPr>
            <a:xfrm>
              <a:off x="5153651" y="21926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33" name="ph1633"/>
            <p:cNvSpPr/>
            <p:nvPr/>
          </p:nvSpPr>
          <p:spPr>
            <a:xfrm>
              <a:off x="5166163" y="21926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34" name="ph1634"/>
            <p:cNvSpPr/>
            <p:nvPr/>
          </p:nvSpPr>
          <p:spPr>
            <a:xfrm>
              <a:off x="5178675" y="21926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35" name="ph1635"/>
            <p:cNvSpPr/>
            <p:nvPr/>
          </p:nvSpPr>
          <p:spPr>
            <a:xfrm>
              <a:off x="5191188" y="21926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36" name="ph1636"/>
            <p:cNvSpPr/>
            <p:nvPr/>
          </p:nvSpPr>
          <p:spPr>
            <a:xfrm>
              <a:off x="5203700" y="21926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37" name="ph1637"/>
            <p:cNvSpPr/>
            <p:nvPr/>
          </p:nvSpPr>
          <p:spPr>
            <a:xfrm>
              <a:off x="5216212" y="21926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38" name="ph1638"/>
            <p:cNvSpPr/>
            <p:nvPr/>
          </p:nvSpPr>
          <p:spPr>
            <a:xfrm>
              <a:off x="5228724" y="21926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39" name="ph1639"/>
            <p:cNvSpPr/>
            <p:nvPr/>
          </p:nvSpPr>
          <p:spPr>
            <a:xfrm>
              <a:off x="5241237" y="21926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40" name="ph1640"/>
            <p:cNvSpPr/>
            <p:nvPr/>
          </p:nvSpPr>
          <p:spPr>
            <a:xfrm>
              <a:off x="5253749" y="21926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41" name="ph1641"/>
            <p:cNvSpPr/>
            <p:nvPr/>
          </p:nvSpPr>
          <p:spPr>
            <a:xfrm>
              <a:off x="5266261" y="21926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42" name="ph1642"/>
            <p:cNvSpPr/>
            <p:nvPr/>
          </p:nvSpPr>
          <p:spPr>
            <a:xfrm>
              <a:off x="5278775" y="21926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43" name="ph1643"/>
            <p:cNvSpPr/>
            <p:nvPr/>
          </p:nvSpPr>
          <p:spPr>
            <a:xfrm>
              <a:off x="5291287" y="21926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44" name="ph1644"/>
            <p:cNvSpPr/>
            <p:nvPr/>
          </p:nvSpPr>
          <p:spPr>
            <a:xfrm>
              <a:off x="5303799" y="21926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45" name="ph1645"/>
            <p:cNvSpPr/>
            <p:nvPr/>
          </p:nvSpPr>
          <p:spPr>
            <a:xfrm>
              <a:off x="5316311" y="21926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46" name="ph1646"/>
            <p:cNvSpPr/>
            <p:nvPr/>
          </p:nvSpPr>
          <p:spPr>
            <a:xfrm>
              <a:off x="5328824" y="21926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47" name="ph1647"/>
            <p:cNvSpPr/>
            <p:nvPr/>
          </p:nvSpPr>
          <p:spPr>
            <a:xfrm>
              <a:off x="5141139" y="22079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48" name="ph1648"/>
            <p:cNvSpPr/>
            <p:nvPr/>
          </p:nvSpPr>
          <p:spPr>
            <a:xfrm>
              <a:off x="5153651" y="22079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49" name="ph1649"/>
            <p:cNvSpPr/>
            <p:nvPr/>
          </p:nvSpPr>
          <p:spPr>
            <a:xfrm>
              <a:off x="5166163" y="22079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50" name="ph1650"/>
            <p:cNvSpPr/>
            <p:nvPr/>
          </p:nvSpPr>
          <p:spPr>
            <a:xfrm>
              <a:off x="5178675" y="22079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51" name="ph1651"/>
            <p:cNvSpPr/>
            <p:nvPr/>
          </p:nvSpPr>
          <p:spPr>
            <a:xfrm>
              <a:off x="5191188" y="22079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52" name="ph1652"/>
            <p:cNvSpPr/>
            <p:nvPr/>
          </p:nvSpPr>
          <p:spPr>
            <a:xfrm>
              <a:off x="5203700" y="22079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53" name="ph1653"/>
            <p:cNvSpPr/>
            <p:nvPr/>
          </p:nvSpPr>
          <p:spPr>
            <a:xfrm>
              <a:off x="5216212" y="22079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54" name="ph1654"/>
            <p:cNvSpPr/>
            <p:nvPr/>
          </p:nvSpPr>
          <p:spPr>
            <a:xfrm>
              <a:off x="5228724" y="22079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55" name="ph1655"/>
            <p:cNvSpPr/>
            <p:nvPr/>
          </p:nvSpPr>
          <p:spPr>
            <a:xfrm>
              <a:off x="5241237" y="22079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56" name="ph1656"/>
            <p:cNvSpPr/>
            <p:nvPr/>
          </p:nvSpPr>
          <p:spPr>
            <a:xfrm>
              <a:off x="5253749" y="22079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57" name="ph1657"/>
            <p:cNvSpPr/>
            <p:nvPr/>
          </p:nvSpPr>
          <p:spPr>
            <a:xfrm>
              <a:off x="5266261" y="22079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58" name="ph1658"/>
            <p:cNvSpPr/>
            <p:nvPr/>
          </p:nvSpPr>
          <p:spPr>
            <a:xfrm>
              <a:off x="5278775" y="22079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59" name="ph1659"/>
            <p:cNvSpPr/>
            <p:nvPr/>
          </p:nvSpPr>
          <p:spPr>
            <a:xfrm>
              <a:off x="5291287" y="22079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60" name="ph1660"/>
            <p:cNvSpPr/>
            <p:nvPr/>
          </p:nvSpPr>
          <p:spPr>
            <a:xfrm>
              <a:off x="5303799" y="22079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61" name="ph1661"/>
            <p:cNvSpPr/>
            <p:nvPr/>
          </p:nvSpPr>
          <p:spPr>
            <a:xfrm>
              <a:off x="5316311" y="22079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62" name="ph1662"/>
            <p:cNvSpPr/>
            <p:nvPr/>
          </p:nvSpPr>
          <p:spPr>
            <a:xfrm>
              <a:off x="5178675" y="22233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63" name="ph1663"/>
            <p:cNvSpPr/>
            <p:nvPr/>
          </p:nvSpPr>
          <p:spPr>
            <a:xfrm>
              <a:off x="5191188" y="22233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64" name="ph1664"/>
            <p:cNvSpPr/>
            <p:nvPr/>
          </p:nvSpPr>
          <p:spPr>
            <a:xfrm>
              <a:off x="5203700" y="22233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65" name="ph1665"/>
            <p:cNvSpPr/>
            <p:nvPr/>
          </p:nvSpPr>
          <p:spPr>
            <a:xfrm>
              <a:off x="5216212" y="22233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66" name="ph1666"/>
            <p:cNvSpPr/>
            <p:nvPr/>
          </p:nvSpPr>
          <p:spPr>
            <a:xfrm>
              <a:off x="5228724" y="22233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67" name="ph1667"/>
            <p:cNvSpPr/>
            <p:nvPr/>
          </p:nvSpPr>
          <p:spPr>
            <a:xfrm>
              <a:off x="5241237" y="22233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68" name="ph1668"/>
            <p:cNvSpPr/>
            <p:nvPr/>
          </p:nvSpPr>
          <p:spPr>
            <a:xfrm>
              <a:off x="5253749" y="22233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69" name="ph1669"/>
            <p:cNvSpPr/>
            <p:nvPr/>
          </p:nvSpPr>
          <p:spPr>
            <a:xfrm>
              <a:off x="5266261" y="22233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70" name="ph1670"/>
            <p:cNvSpPr/>
            <p:nvPr/>
          </p:nvSpPr>
          <p:spPr>
            <a:xfrm>
              <a:off x="5278775" y="22233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71" name="ph1671"/>
            <p:cNvSpPr/>
            <p:nvPr/>
          </p:nvSpPr>
          <p:spPr>
            <a:xfrm>
              <a:off x="5291287" y="22233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72" name="ph1672"/>
            <p:cNvSpPr/>
            <p:nvPr/>
          </p:nvSpPr>
          <p:spPr>
            <a:xfrm>
              <a:off x="5303799" y="22233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73" name="ph1673"/>
            <p:cNvSpPr/>
            <p:nvPr/>
          </p:nvSpPr>
          <p:spPr>
            <a:xfrm>
              <a:off x="5316311" y="22233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74" name="ph1674"/>
            <p:cNvSpPr/>
            <p:nvPr/>
          </p:nvSpPr>
          <p:spPr>
            <a:xfrm>
              <a:off x="5203700" y="223873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75" name="ph1675"/>
            <p:cNvSpPr/>
            <p:nvPr/>
          </p:nvSpPr>
          <p:spPr>
            <a:xfrm>
              <a:off x="5216212" y="223873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76" name="ph1676"/>
            <p:cNvSpPr/>
            <p:nvPr/>
          </p:nvSpPr>
          <p:spPr>
            <a:xfrm>
              <a:off x="5228724" y="223873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77" name="ph1677"/>
            <p:cNvSpPr/>
            <p:nvPr/>
          </p:nvSpPr>
          <p:spPr>
            <a:xfrm>
              <a:off x="5241237" y="223873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78" name="ph1678"/>
            <p:cNvSpPr/>
            <p:nvPr/>
          </p:nvSpPr>
          <p:spPr>
            <a:xfrm>
              <a:off x="5253749" y="223873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79" name="ph1679"/>
            <p:cNvSpPr/>
            <p:nvPr/>
          </p:nvSpPr>
          <p:spPr>
            <a:xfrm>
              <a:off x="5266261" y="223873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80" name="ph1680"/>
            <p:cNvSpPr/>
            <p:nvPr/>
          </p:nvSpPr>
          <p:spPr>
            <a:xfrm>
              <a:off x="5278775" y="223873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81" name="ph1681"/>
            <p:cNvSpPr/>
            <p:nvPr/>
          </p:nvSpPr>
          <p:spPr>
            <a:xfrm>
              <a:off x="5291287" y="223873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82" name="ph1682"/>
            <p:cNvSpPr/>
            <p:nvPr/>
          </p:nvSpPr>
          <p:spPr>
            <a:xfrm>
              <a:off x="5303799" y="223873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83" name="ph1683"/>
            <p:cNvSpPr/>
            <p:nvPr/>
          </p:nvSpPr>
          <p:spPr>
            <a:xfrm>
              <a:off x="5316311" y="223873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84" name="ph1684"/>
            <p:cNvSpPr/>
            <p:nvPr/>
          </p:nvSpPr>
          <p:spPr>
            <a:xfrm>
              <a:off x="5216212" y="22541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85" name="ph1685"/>
            <p:cNvSpPr/>
            <p:nvPr/>
          </p:nvSpPr>
          <p:spPr>
            <a:xfrm>
              <a:off x="5228724" y="22541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86" name="ph1686"/>
            <p:cNvSpPr/>
            <p:nvPr/>
          </p:nvSpPr>
          <p:spPr>
            <a:xfrm>
              <a:off x="5241237" y="22541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87" name="ph1687"/>
            <p:cNvSpPr/>
            <p:nvPr/>
          </p:nvSpPr>
          <p:spPr>
            <a:xfrm>
              <a:off x="5253749" y="22541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88" name="ph1688"/>
            <p:cNvSpPr/>
            <p:nvPr/>
          </p:nvSpPr>
          <p:spPr>
            <a:xfrm>
              <a:off x="5266261" y="22541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89" name="ph1689"/>
            <p:cNvSpPr/>
            <p:nvPr/>
          </p:nvSpPr>
          <p:spPr>
            <a:xfrm>
              <a:off x="5278775" y="22541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90" name="ph1690"/>
            <p:cNvSpPr/>
            <p:nvPr/>
          </p:nvSpPr>
          <p:spPr>
            <a:xfrm>
              <a:off x="5291287" y="22541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91" name="ph1691"/>
            <p:cNvSpPr/>
            <p:nvPr/>
          </p:nvSpPr>
          <p:spPr>
            <a:xfrm>
              <a:off x="5303799" y="22541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92" name="ph1692"/>
            <p:cNvSpPr/>
            <p:nvPr/>
          </p:nvSpPr>
          <p:spPr>
            <a:xfrm>
              <a:off x="5316311" y="22541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93" name="ph1693"/>
            <p:cNvSpPr/>
            <p:nvPr/>
          </p:nvSpPr>
          <p:spPr>
            <a:xfrm>
              <a:off x="5228724" y="22694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94" name="ph1694"/>
            <p:cNvSpPr/>
            <p:nvPr/>
          </p:nvSpPr>
          <p:spPr>
            <a:xfrm>
              <a:off x="5241237" y="22694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95" name="ph1695"/>
            <p:cNvSpPr/>
            <p:nvPr/>
          </p:nvSpPr>
          <p:spPr>
            <a:xfrm>
              <a:off x="5253749" y="22694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96" name="ph1696"/>
            <p:cNvSpPr/>
            <p:nvPr/>
          </p:nvSpPr>
          <p:spPr>
            <a:xfrm>
              <a:off x="5266261" y="22694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97" name="ph1697"/>
            <p:cNvSpPr/>
            <p:nvPr/>
          </p:nvSpPr>
          <p:spPr>
            <a:xfrm>
              <a:off x="5278775" y="22694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4AA">
                <a:alpha val="100000"/>
              </a:srgbClr>
            </a:solidFill>
            <a:ln w="5420" cap="flat">
              <a:solidFill>
                <a:srgbClr val="42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98" name="ph1698"/>
            <p:cNvSpPr/>
            <p:nvPr/>
          </p:nvSpPr>
          <p:spPr>
            <a:xfrm>
              <a:off x="5291287" y="22694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99" name="ph1699"/>
            <p:cNvSpPr/>
            <p:nvPr/>
          </p:nvSpPr>
          <p:spPr>
            <a:xfrm>
              <a:off x="5303799" y="22694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00" name="ph1700"/>
            <p:cNvSpPr/>
            <p:nvPr/>
          </p:nvSpPr>
          <p:spPr>
            <a:xfrm>
              <a:off x="5316311" y="22694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01" name="ph1701"/>
            <p:cNvSpPr/>
            <p:nvPr/>
          </p:nvSpPr>
          <p:spPr>
            <a:xfrm>
              <a:off x="5328824" y="22694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02" name="ph1702"/>
            <p:cNvSpPr/>
            <p:nvPr/>
          </p:nvSpPr>
          <p:spPr>
            <a:xfrm>
              <a:off x="5266261" y="22848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03" name="ph1703"/>
            <p:cNvSpPr/>
            <p:nvPr/>
          </p:nvSpPr>
          <p:spPr>
            <a:xfrm>
              <a:off x="5278775" y="22848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04" name="ph1704"/>
            <p:cNvSpPr/>
            <p:nvPr/>
          </p:nvSpPr>
          <p:spPr>
            <a:xfrm>
              <a:off x="5291287" y="22848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05" name="ph1705"/>
            <p:cNvSpPr/>
            <p:nvPr/>
          </p:nvSpPr>
          <p:spPr>
            <a:xfrm>
              <a:off x="5303799" y="22848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06" name="ph1706"/>
            <p:cNvSpPr/>
            <p:nvPr/>
          </p:nvSpPr>
          <p:spPr>
            <a:xfrm>
              <a:off x="5316311" y="22848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07" name="ph1707"/>
            <p:cNvSpPr/>
            <p:nvPr/>
          </p:nvSpPr>
          <p:spPr>
            <a:xfrm>
              <a:off x="5328824" y="22848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08" name="ph1708"/>
            <p:cNvSpPr/>
            <p:nvPr/>
          </p:nvSpPr>
          <p:spPr>
            <a:xfrm>
              <a:off x="5203700" y="230023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09" name="ph1709"/>
            <p:cNvSpPr/>
            <p:nvPr/>
          </p:nvSpPr>
          <p:spPr>
            <a:xfrm>
              <a:off x="5253749" y="230023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10" name="ph1710"/>
            <p:cNvSpPr/>
            <p:nvPr/>
          </p:nvSpPr>
          <p:spPr>
            <a:xfrm>
              <a:off x="5266261" y="230023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11" name="ph1711"/>
            <p:cNvSpPr/>
            <p:nvPr/>
          </p:nvSpPr>
          <p:spPr>
            <a:xfrm>
              <a:off x="5278775" y="230023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12" name="ph1712"/>
            <p:cNvSpPr/>
            <p:nvPr/>
          </p:nvSpPr>
          <p:spPr>
            <a:xfrm>
              <a:off x="5291287" y="230023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13" name="ph1713"/>
            <p:cNvSpPr/>
            <p:nvPr/>
          </p:nvSpPr>
          <p:spPr>
            <a:xfrm>
              <a:off x="5303799" y="230023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14" name="ph1714"/>
            <p:cNvSpPr/>
            <p:nvPr/>
          </p:nvSpPr>
          <p:spPr>
            <a:xfrm>
              <a:off x="5316311" y="230023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15" name="ph1715"/>
            <p:cNvSpPr/>
            <p:nvPr/>
          </p:nvSpPr>
          <p:spPr>
            <a:xfrm>
              <a:off x="5328824" y="230023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16" name="ph1716"/>
            <p:cNvSpPr/>
            <p:nvPr/>
          </p:nvSpPr>
          <p:spPr>
            <a:xfrm>
              <a:off x="5191188" y="231561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17" name="ph1717"/>
            <p:cNvSpPr/>
            <p:nvPr/>
          </p:nvSpPr>
          <p:spPr>
            <a:xfrm>
              <a:off x="5203700" y="231561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18" name="ph1718"/>
            <p:cNvSpPr/>
            <p:nvPr/>
          </p:nvSpPr>
          <p:spPr>
            <a:xfrm>
              <a:off x="5216212" y="231561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19" name="ph1719"/>
            <p:cNvSpPr/>
            <p:nvPr/>
          </p:nvSpPr>
          <p:spPr>
            <a:xfrm>
              <a:off x="5228724" y="231561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20" name="ph1720"/>
            <p:cNvSpPr/>
            <p:nvPr/>
          </p:nvSpPr>
          <p:spPr>
            <a:xfrm>
              <a:off x="5241237" y="231561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21" name="ph1721"/>
            <p:cNvSpPr/>
            <p:nvPr/>
          </p:nvSpPr>
          <p:spPr>
            <a:xfrm>
              <a:off x="5253749" y="231561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22" name="ph1722"/>
            <p:cNvSpPr/>
            <p:nvPr/>
          </p:nvSpPr>
          <p:spPr>
            <a:xfrm>
              <a:off x="5266261" y="231561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23" name="ph1723"/>
            <p:cNvSpPr/>
            <p:nvPr/>
          </p:nvSpPr>
          <p:spPr>
            <a:xfrm>
              <a:off x="5278775" y="231561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24" name="ph1724"/>
            <p:cNvSpPr/>
            <p:nvPr/>
          </p:nvSpPr>
          <p:spPr>
            <a:xfrm>
              <a:off x="5291287" y="231561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25" name="ph1725"/>
            <p:cNvSpPr/>
            <p:nvPr/>
          </p:nvSpPr>
          <p:spPr>
            <a:xfrm>
              <a:off x="5303799" y="231561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26" name="ph1726"/>
            <p:cNvSpPr/>
            <p:nvPr/>
          </p:nvSpPr>
          <p:spPr>
            <a:xfrm>
              <a:off x="5316311" y="231561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27" name="ph1727"/>
            <p:cNvSpPr/>
            <p:nvPr/>
          </p:nvSpPr>
          <p:spPr>
            <a:xfrm>
              <a:off x="5328824" y="231561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28" name="ph1728"/>
            <p:cNvSpPr/>
            <p:nvPr/>
          </p:nvSpPr>
          <p:spPr>
            <a:xfrm>
              <a:off x="5178675" y="23309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29" name="ph1729"/>
            <p:cNvSpPr/>
            <p:nvPr/>
          </p:nvSpPr>
          <p:spPr>
            <a:xfrm>
              <a:off x="5191188" y="23309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30" name="ph1730"/>
            <p:cNvSpPr/>
            <p:nvPr/>
          </p:nvSpPr>
          <p:spPr>
            <a:xfrm>
              <a:off x="5203700" y="23309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31" name="ph1731"/>
            <p:cNvSpPr/>
            <p:nvPr/>
          </p:nvSpPr>
          <p:spPr>
            <a:xfrm>
              <a:off x="5216212" y="23309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32" name="ph1732"/>
            <p:cNvSpPr/>
            <p:nvPr/>
          </p:nvSpPr>
          <p:spPr>
            <a:xfrm>
              <a:off x="5228724" y="23309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33" name="ph1733"/>
            <p:cNvSpPr/>
            <p:nvPr/>
          </p:nvSpPr>
          <p:spPr>
            <a:xfrm>
              <a:off x="5241237" y="23309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34" name="ph1734"/>
            <p:cNvSpPr/>
            <p:nvPr/>
          </p:nvSpPr>
          <p:spPr>
            <a:xfrm>
              <a:off x="5253749" y="23309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35" name="ph1735"/>
            <p:cNvSpPr/>
            <p:nvPr/>
          </p:nvSpPr>
          <p:spPr>
            <a:xfrm>
              <a:off x="5266261" y="23309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36" name="ph1736"/>
            <p:cNvSpPr/>
            <p:nvPr/>
          </p:nvSpPr>
          <p:spPr>
            <a:xfrm>
              <a:off x="5278775" y="23309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37" name="ph1737"/>
            <p:cNvSpPr/>
            <p:nvPr/>
          </p:nvSpPr>
          <p:spPr>
            <a:xfrm>
              <a:off x="5291287" y="23309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38" name="ph1738"/>
            <p:cNvSpPr/>
            <p:nvPr/>
          </p:nvSpPr>
          <p:spPr>
            <a:xfrm>
              <a:off x="5303799" y="23309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39" name="ph1739"/>
            <p:cNvSpPr/>
            <p:nvPr/>
          </p:nvSpPr>
          <p:spPr>
            <a:xfrm>
              <a:off x="5316311" y="23309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40" name="ph1740"/>
            <p:cNvSpPr/>
            <p:nvPr/>
          </p:nvSpPr>
          <p:spPr>
            <a:xfrm>
              <a:off x="5328824" y="23309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41" name="ph1741"/>
            <p:cNvSpPr/>
            <p:nvPr/>
          </p:nvSpPr>
          <p:spPr>
            <a:xfrm>
              <a:off x="5341336" y="23309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42" name="ph1742"/>
            <p:cNvSpPr/>
            <p:nvPr/>
          </p:nvSpPr>
          <p:spPr>
            <a:xfrm>
              <a:off x="5178675" y="234636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43" name="ph1743"/>
            <p:cNvSpPr/>
            <p:nvPr/>
          </p:nvSpPr>
          <p:spPr>
            <a:xfrm>
              <a:off x="5191188" y="234636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44" name="ph1744"/>
            <p:cNvSpPr/>
            <p:nvPr/>
          </p:nvSpPr>
          <p:spPr>
            <a:xfrm>
              <a:off x="5203700" y="234636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45" name="ph1745"/>
            <p:cNvSpPr/>
            <p:nvPr/>
          </p:nvSpPr>
          <p:spPr>
            <a:xfrm>
              <a:off x="5216212" y="234636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46" name="ph1746"/>
            <p:cNvSpPr/>
            <p:nvPr/>
          </p:nvSpPr>
          <p:spPr>
            <a:xfrm>
              <a:off x="5228724" y="234636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47" name="ph1747"/>
            <p:cNvSpPr/>
            <p:nvPr/>
          </p:nvSpPr>
          <p:spPr>
            <a:xfrm>
              <a:off x="5241237" y="234636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48" name="ph1748"/>
            <p:cNvSpPr/>
            <p:nvPr/>
          </p:nvSpPr>
          <p:spPr>
            <a:xfrm>
              <a:off x="5253749" y="234636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49" name="ph1749"/>
            <p:cNvSpPr/>
            <p:nvPr/>
          </p:nvSpPr>
          <p:spPr>
            <a:xfrm>
              <a:off x="5266261" y="234636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50" name="ph1750"/>
            <p:cNvSpPr/>
            <p:nvPr/>
          </p:nvSpPr>
          <p:spPr>
            <a:xfrm>
              <a:off x="5278775" y="234636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51" name="ph1751"/>
            <p:cNvSpPr/>
            <p:nvPr/>
          </p:nvSpPr>
          <p:spPr>
            <a:xfrm>
              <a:off x="5291287" y="234636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5A8">
                <a:alpha val="100000"/>
              </a:srgbClr>
            </a:solidFill>
            <a:ln w="5420" cap="flat">
              <a:solidFill>
                <a:srgbClr val="3595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52" name="ph1752"/>
            <p:cNvSpPr/>
            <p:nvPr/>
          </p:nvSpPr>
          <p:spPr>
            <a:xfrm>
              <a:off x="5303799" y="234636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53" name="ph1753"/>
            <p:cNvSpPr/>
            <p:nvPr/>
          </p:nvSpPr>
          <p:spPr>
            <a:xfrm>
              <a:off x="5316311" y="234636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54" name="ph1754"/>
            <p:cNvSpPr/>
            <p:nvPr/>
          </p:nvSpPr>
          <p:spPr>
            <a:xfrm>
              <a:off x="5328824" y="234636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55" name="ph1755"/>
            <p:cNvSpPr/>
            <p:nvPr/>
          </p:nvSpPr>
          <p:spPr>
            <a:xfrm>
              <a:off x="5341336" y="234636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56" name="ph1756"/>
            <p:cNvSpPr/>
            <p:nvPr/>
          </p:nvSpPr>
          <p:spPr>
            <a:xfrm>
              <a:off x="5353848" y="234636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57" name="ph1757"/>
            <p:cNvSpPr/>
            <p:nvPr/>
          </p:nvSpPr>
          <p:spPr>
            <a:xfrm>
              <a:off x="5178675" y="236174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58" name="ph1758"/>
            <p:cNvSpPr/>
            <p:nvPr/>
          </p:nvSpPr>
          <p:spPr>
            <a:xfrm>
              <a:off x="5191188" y="236174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59" name="ph1759"/>
            <p:cNvSpPr/>
            <p:nvPr/>
          </p:nvSpPr>
          <p:spPr>
            <a:xfrm>
              <a:off x="5203700" y="236174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60" name="ph1760"/>
            <p:cNvSpPr/>
            <p:nvPr/>
          </p:nvSpPr>
          <p:spPr>
            <a:xfrm>
              <a:off x="5216212" y="236174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61" name="ph1761"/>
            <p:cNvSpPr/>
            <p:nvPr/>
          </p:nvSpPr>
          <p:spPr>
            <a:xfrm>
              <a:off x="5228724" y="236174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62" name="ph1762"/>
            <p:cNvSpPr/>
            <p:nvPr/>
          </p:nvSpPr>
          <p:spPr>
            <a:xfrm>
              <a:off x="5241237" y="236174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63" name="ph1763"/>
            <p:cNvSpPr/>
            <p:nvPr/>
          </p:nvSpPr>
          <p:spPr>
            <a:xfrm>
              <a:off x="5253749" y="236174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64" name="ph1764"/>
            <p:cNvSpPr/>
            <p:nvPr/>
          </p:nvSpPr>
          <p:spPr>
            <a:xfrm>
              <a:off x="5266261" y="236174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65" name="ph1765"/>
            <p:cNvSpPr/>
            <p:nvPr/>
          </p:nvSpPr>
          <p:spPr>
            <a:xfrm>
              <a:off x="5278775" y="236174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66" name="ph1766"/>
            <p:cNvSpPr/>
            <p:nvPr/>
          </p:nvSpPr>
          <p:spPr>
            <a:xfrm>
              <a:off x="5291287" y="236174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67" name="ph1767"/>
            <p:cNvSpPr/>
            <p:nvPr/>
          </p:nvSpPr>
          <p:spPr>
            <a:xfrm>
              <a:off x="5303799" y="236174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68" name="ph1768"/>
            <p:cNvSpPr/>
            <p:nvPr/>
          </p:nvSpPr>
          <p:spPr>
            <a:xfrm>
              <a:off x="5316311" y="236174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69" name="ph1769"/>
            <p:cNvSpPr/>
            <p:nvPr/>
          </p:nvSpPr>
          <p:spPr>
            <a:xfrm>
              <a:off x="5328824" y="236174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70" name="ph1770"/>
            <p:cNvSpPr/>
            <p:nvPr/>
          </p:nvSpPr>
          <p:spPr>
            <a:xfrm>
              <a:off x="5341336" y="236174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71" name="ph1771"/>
            <p:cNvSpPr/>
            <p:nvPr/>
          </p:nvSpPr>
          <p:spPr>
            <a:xfrm>
              <a:off x="5353848" y="236174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72" name="ph1772"/>
            <p:cNvSpPr/>
            <p:nvPr/>
          </p:nvSpPr>
          <p:spPr>
            <a:xfrm>
              <a:off x="5178675" y="237711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73" name="ph1773"/>
            <p:cNvSpPr/>
            <p:nvPr/>
          </p:nvSpPr>
          <p:spPr>
            <a:xfrm>
              <a:off x="5191188" y="237711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74" name="ph1774"/>
            <p:cNvSpPr/>
            <p:nvPr/>
          </p:nvSpPr>
          <p:spPr>
            <a:xfrm>
              <a:off x="5203700" y="237711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75" name="ph1775"/>
            <p:cNvSpPr/>
            <p:nvPr/>
          </p:nvSpPr>
          <p:spPr>
            <a:xfrm>
              <a:off x="5216212" y="237711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76" name="ph1776"/>
            <p:cNvSpPr/>
            <p:nvPr/>
          </p:nvSpPr>
          <p:spPr>
            <a:xfrm>
              <a:off x="5228724" y="237711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77" name="ph1777"/>
            <p:cNvSpPr/>
            <p:nvPr/>
          </p:nvSpPr>
          <p:spPr>
            <a:xfrm>
              <a:off x="5241237" y="237711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78" name="ph1778"/>
            <p:cNvSpPr/>
            <p:nvPr/>
          </p:nvSpPr>
          <p:spPr>
            <a:xfrm>
              <a:off x="5253749" y="237711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79" name="ph1779"/>
            <p:cNvSpPr/>
            <p:nvPr/>
          </p:nvSpPr>
          <p:spPr>
            <a:xfrm>
              <a:off x="5266261" y="237711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80" name="ph1780"/>
            <p:cNvSpPr/>
            <p:nvPr/>
          </p:nvSpPr>
          <p:spPr>
            <a:xfrm>
              <a:off x="5278775" y="237711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81" name="ph1781"/>
            <p:cNvSpPr/>
            <p:nvPr/>
          </p:nvSpPr>
          <p:spPr>
            <a:xfrm>
              <a:off x="5291287" y="237711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82" name="ph1782"/>
            <p:cNvSpPr/>
            <p:nvPr/>
          </p:nvSpPr>
          <p:spPr>
            <a:xfrm>
              <a:off x="5303799" y="237711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83" name="ph1783"/>
            <p:cNvSpPr/>
            <p:nvPr/>
          </p:nvSpPr>
          <p:spPr>
            <a:xfrm>
              <a:off x="5316311" y="237711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84" name="ph1784"/>
            <p:cNvSpPr/>
            <p:nvPr/>
          </p:nvSpPr>
          <p:spPr>
            <a:xfrm>
              <a:off x="5328824" y="237711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85" name="ph1785"/>
            <p:cNvSpPr/>
            <p:nvPr/>
          </p:nvSpPr>
          <p:spPr>
            <a:xfrm>
              <a:off x="5341336" y="237711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86" name="ph1786"/>
            <p:cNvSpPr/>
            <p:nvPr/>
          </p:nvSpPr>
          <p:spPr>
            <a:xfrm>
              <a:off x="5353848" y="237711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87" name="ph1787"/>
            <p:cNvSpPr/>
            <p:nvPr/>
          </p:nvSpPr>
          <p:spPr>
            <a:xfrm>
              <a:off x="5366360" y="237711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88" name="ph1788"/>
            <p:cNvSpPr/>
            <p:nvPr/>
          </p:nvSpPr>
          <p:spPr>
            <a:xfrm>
              <a:off x="5191188" y="239249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89" name="ph1789"/>
            <p:cNvSpPr/>
            <p:nvPr/>
          </p:nvSpPr>
          <p:spPr>
            <a:xfrm>
              <a:off x="5203700" y="239249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90" name="ph1790"/>
            <p:cNvSpPr/>
            <p:nvPr/>
          </p:nvSpPr>
          <p:spPr>
            <a:xfrm>
              <a:off x="5216212" y="239249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91" name="ph1791"/>
            <p:cNvSpPr/>
            <p:nvPr/>
          </p:nvSpPr>
          <p:spPr>
            <a:xfrm>
              <a:off x="5228724" y="239249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92" name="ph1792"/>
            <p:cNvSpPr/>
            <p:nvPr/>
          </p:nvSpPr>
          <p:spPr>
            <a:xfrm>
              <a:off x="5241237" y="239249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93" name="ph1793"/>
            <p:cNvSpPr/>
            <p:nvPr/>
          </p:nvSpPr>
          <p:spPr>
            <a:xfrm>
              <a:off x="5253749" y="239249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94" name="ph1794"/>
            <p:cNvSpPr/>
            <p:nvPr/>
          </p:nvSpPr>
          <p:spPr>
            <a:xfrm>
              <a:off x="5266261" y="239249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95" name="ph1795"/>
            <p:cNvSpPr/>
            <p:nvPr/>
          </p:nvSpPr>
          <p:spPr>
            <a:xfrm>
              <a:off x="5278775" y="239249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96" name="ph1796"/>
            <p:cNvSpPr/>
            <p:nvPr/>
          </p:nvSpPr>
          <p:spPr>
            <a:xfrm>
              <a:off x="5291287" y="239249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97" name="ph1797"/>
            <p:cNvSpPr/>
            <p:nvPr/>
          </p:nvSpPr>
          <p:spPr>
            <a:xfrm>
              <a:off x="5303799" y="239249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98" name="ph1798"/>
            <p:cNvSpPr/>
            <p:nvPr/>
          </p:nvSpPr>
          <p:spPr>
            <a:xfrm>
              <a:off x="5316311" y="239249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99" name="ph1799"/>
            <p:cNvSpPr/>
            <p:nvPr/>
          </p:nvSpPr>
          <p:spPr>
            <a:xfrm>
              <a:off x="5328824" y="239249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00" name="ph1800"/>
            <p:cNvSpPr/>
            <p:nvPr/>
          </p:nvSpPr>
          <p:spPr>
            <a:xfrm>
              <a:off x="5341336" y="239249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01" name="ph1801"/>
            <p:cNvSpPr/>
            <p:nvPr/>
          </p:nvSpPr>
          <p:spPr>
            <a:xfrm>
              <a:off x="5353848" y="239249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02" name="ph1802"/>
            <p:cNvSpPr/>
            <p:nvPr/>
          </p:nvSpPr>
          <p:spPr>
            <a:xfrm>
              <a:off x="5366360" y="239249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03" name="ph1803"/>
            <p:cNvSpPr/>
            <p:nvPr/>
          </p:nvSpPr>
          <p:spPr>
            <a:xfrm>
              <a:off x="5153651" y="240786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04" name="ph1804"/>
            <p:cNvSpPr/>
            <p:nvPr/>
          </p:nvSpPr>
          <p:spPr>
            <a:xfrm>
              <a:off x="5166163" y="240786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05" name="ph1805"/>
            <p:cNvSpPr/>
            <p:nvPr/>
          </p:nvSpPr>
          <p:spPr>
            <a:xfrm>
              <a:off x="5178675" y="240786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06" name="ph1806"/>
            <p:cNvSpPr/>
            <p:nvPr/>
          </p:nvSpPr>
          <p:spPr>
            <a:xfrm>
              <a:off x="5191188" y="240786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07" name="ph1807"/>
            <p:cNvSpPr/>
            <p:nvPr/>
          </p:nvSpPr>
          <p:spPr>
            <a:xfrm>
              <a:off x="5203700" y="240786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08" name="ph1808"/>
            <p:cNvSpPr/>
            <p:nvPr/>
          </p:nvSpPr>
          <p:spPr>
            <a:xfrm>
              <a:off x="5216212" y="240786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09" name="ph1809"/>
            <p:cNvSpPr/>
            <p:nvPr/>
          </p:nvSpPr>
          <p:spPr>
            <a:xfrm>
              <a:off x="5228724" y="240786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10" name="ph1810"/>
            <p:cNvSpPr/>
            <p:nvPr/>
          </p:nvSpPr>
          <p:spPr>
            <a:xfrm>
              <a:off x="5241237" y="240786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11" name="ph1811"/>
            <p:cNvSpPr/>
            <p:nvPr/>
          </p:nvSpPr>
          <p:spPr>
            <a:xfrm>
              <a:off x="5253749" y="240786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12" name="ph1812"/>
            <p:cNvSpPr/>
            <p:nvPr/>
          </p:nvSpPr>
          <p:spPr>
            <a:xfrm>
              <a:off x="5266261" y="240786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13" name="ph1813"/>
            <p:cNvSpPr/>
            <p:nvPr/>
          </p:nvSpPr>
          <p:spPr>
            <a:xfrm>
              <a:off x="5278775" y="240786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14" name="ph1814"/>
            <p:cNvSpPr/>
            <p:nvPr/>
          </p:nvSpPr>
          <p:spPr>
            <a:xfrm>
              <a:off x="5291287" y="240786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15" name="ph1815"/>
            <p:cNvSpPr/>
            <p:nvPr/>
          </p:nvSpPr>
          <p:spPr>
            <a:xfrm>
              <a:off x="5303799" y="240786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16" name="ph1816"/>
            <p:cNvSpPr/>
            <p:nvPr/>
          </p:nvSpPr>
          <p:spPr>
            <a:xfrm>
              <a:off x="5316311" y="240786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17" name="ph1817"/>
            <p:cNvSpPr/>
            <p:nvPr/>
          </p:nvSpPr>
          <p:spPr>
            <a:xfrm>
              <a:off x="5328824" y="240786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18" name="ph1818"/>
            <p:cNvSpPr/>
            <p:nvPr/>
          </p:nvSpPr>
          <p:spPr>
            <a:xfrm>
              <a:off x="5341336" y="240786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19" name="ph1819"/>
            <p:cNvSpPr/>
            <p:nvPr/>
          </p:nvSpPr>
          <p:spPr>
            <a:xfrm>
              <a:off x="5353848" y="240786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20" name="ph1820"/>
            <p:cNvSpPr/>
            <p:nvPr/>
          </p:nvSpPr>
          <p:spPr>
            <a:xfrm>
              <a:off x="5153651" y="242324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21" name="ph1821"/>
            <p:cNvSpPr/>
            <p:nvPr/>
          </p:nvSpPr>
          <p:spPr>
            <a:xfrm>
              <a:off x="5166163" y="242324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22" name="ph1822"/>
            <p:cNvSpPr/>
            <p:nvPr/>
          </p:nvSpPr>
          <p:spPr>
            <a:xfrm>
              <a:off x="5178675" y="242324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23" name="ph1823"/>
            <p:cNvSpPr/>
            <p:nvPr/>
          </p:nvSpPr>
          <p:spPr>
            <a:xfrm>
              <a:off x="5191188" y="242324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24" name="ph1824"/>
            <p:cNvSpPr/>
            <p:nvPr/>
          </p:nvSpPr>
          <p:spPr>
            <a:xfrm>
              <a:off x="5203700" y="242324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25" name="ph1825"/>
            <p:cNvSpPr/>
            <p:nvPr/>
          </p:nvSpPr>
          <p:spPr>
            <a:xfrm>
              <a:off x="5216212" y="242324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26" name="ph1826"/>
            <p:cNvSpPr/>
            <p:nvPr/>
          </p:nvSpPr>
          <p:spPr>
            <a:xfrm>
              <a:off x="5228724" y="242324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27" name="ph1827"/>
            <p:cNvSpPr/>
            <p:nvPr/>
          </p:nvSpPr>
          <p:spPr>
            <a:xfrm>
              <a:off x="5241237" y="242324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28" name="ph1828"/>
            <p:cNvSpPr/>
            <p:nvPr/>
          </p:nvSpPr>
          <p:spPr>
            <a:xfrm>
              <a:off x="5253749" y="242324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29" name="ph1829"/>
            <p:cNvSpPr/>
            <p:nvPr/>
          </p:nvSpPr>
          <p:spPr>
            <a:xfrm>
              <a:off x="5266261" y="242324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30" name="ph1830"/>
            <p:cNvSpPr/>
            <p:nvPr/>
          </p:nvSpPr>
          <p:spPr>
            <a:xfrm>
              <a:off x="5278775" y="242324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31" name="ph1831"/>
            <p:cNvSpPr/>
            <p:nvPr/>
          </p:nvSpPr>
          <p:spPr>
            <a:xfrm>
              <a:off x="5291287" y="242324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32" name="ph1832"/>
            <p:cNvSpPr/>
            <p:nvPr/>
          </p:nvSpPr>
          <p:spPr>
            <a:xfrm>
              <a:off x="5303799" y="242324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33" name="ph1833"/>
            <p:cNvSpPr/>
            <p:nvPr/>
          </p:nvSpPr>
          <p:spPr>
            <a:xfrm>
              <a:off x="5316311" y="242324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34" name="ph1834"/>
            <p:cNvSpPr/>
            <p:nvPr/>
          </p:nvSpPr>
          <p:spPr>
            <a:xfrm>
              <a:off x="5328824" y="242324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35" name="ph1835"/>
            <p:cNvSpPr/>
            <p:nvPr/>
          </p:nvSpPr>
          <p:spPr>
            <a:xfrm>
              <a:off x="5341336" y="242324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36" name="ph1836"/>
            <p:cNvSpPr/>
            <p:nvPr/>
          </p:nvSpPr>
          <p:spPr>
            <a:xfrm>
              <a:off x="5153651" y="24386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37" name="ph1837"/>
            <p:cNvSpPr/>
            <p:nvPr/>
          </p:nvSpPr>
          <p:spPr>
            <a:xfrm>
              <a:off x="5166163" y="24386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38" name="ph1838"/>
            <p:cNvSpPr/>
            <p:nvPr/>
          </p:nvSpPr>
          <p:spPr>
            <a:xfrm>
              <a:off x="5178675" y="24386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39" name="ph1839"/>
            <p:cNvSpPr/>
            <p:nvPr/>
          </p:nvSpPr>
          <p:spPr>
            <a:xfrm>
              <a:off x="5191188" y="24386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40" name="ph1840"/>
            <p:cNvSpPr/>
            <p:nvPr/>
          </p:nvSpPr>
          <p:spPr>
            <a:xfrm>
              <a:off x="5203700" y="24386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41" name="ph1841"/>
            <p:cNvSpPr/>
            <p:nvPr/>
          </p:nvSpPr>
          <p:spPr>
            <a:xfrm>
              <a:off x="5216212" y="24386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42" name="ph1842"/>
            <p:cNvSpPr/>
            <p:nvPr/>
          </p:nvSpPr>
          <p:spPr>
            <a:xfrm>
              <a:off x="5228724" y="24386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43" name="ph1843"/>
            <p:cNvSpPr/>
            <p:nvPr/>
          </p:nvSpPr>
          <p:spPr>
            <a:xfrm>
              <a:off x="5241237" y="24386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44" name="ph1844"/>
            <p:cNvSpPr/>
            <p:nvPr/>
          </p:nvSpPr>
          <p:spPr>
            <a:xfrm>
              <a:off x="5253749" y="24386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45" name="ph1845"/>
            <p:cNvSpPr/>
            <p:nvPr/>
          </p:nvSpPr>
          <p:spPr>
            <a:xfrm>
              <a:off x="5266261" y="24386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46" name="ph1846"/>
            <p:cNvSpPr/>
            <p:nvPr/>
          </p:nvSpPr>
          <p:spPr>
            <a:xfrm>
              <a:off x="5278775" y="24386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47" name="ph1847"/>
            <p:cNvSpPr/>
            <p:nvPr/>
          </p:nvSpPr>
          <p:spPr>
            <a:xfrm>
              <a:off x="5291287" y="24386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48" name="ph1848"/>
            <p:cNvSpPr/>
            <p:nvPr/>
          </p:nvSpPr>
          <p:spPr>
            <a:xfrm>
              <a:off x="5303799" y="24386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49" name="ph1849"/>
            <p:cNvSpPr/>
            <p:nvPr/>
          </p:nvSpPr>
          <p:spPr>
            <a:xfrm>
              <a:off x="5316311" y="24386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50" name="ph1850"/>
            <p:cNvSpPr/>
            <p:nvPr/>
          </p:nvSpPr>
          <p:spPr>
            <a:xfrm>
              <a:off x="5328824" y="24386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51" name="ph1851"/>
            <p:cNvSpPr/>
            <p:nvPr/>
          </p:nvSpPr>
          <p:spPr>
            <a:xfrm>
              <a:off x="5153651" y="24539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52" name="ph1852"/>
            <p:cNvSpPr/>
            <p:nvPr/>
          </p:nvSpPr>
          <p:spPr>
            <a:xfrm>
              <a:off x="5166163" y="24539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53" name="ph1853"/>
            <p:cNvSpPr/>
            <p:nvPr/>
          </p:nvSpPr>
          <p:spPr>
            <a:xfrm>
              <a:off x="5178675" y="24539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54" name="ph1854"/>
            <p:cNvSpPr/>
            <p:nvPr/>
          </p:nvSpPr>
          <p:spPr>
            <a:xfrm>
              <a:off x="5191188" y="24539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55" name="ph1855"/>
            <p:cNvSpPr/>
            <p:nvPr/>
          </p:nvSpPr>
          <p:spPr>
            <a:xfrm>
              <a:off x="5203700" y="24539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56" name="ph1856"/>
            <p:cNvSpPr/>
            <p:nvPr/>
          </p:nvSpPr>
          <p:spPr>
            <a:xfrm>
              <a:off x="5216212" y="24539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57" name="ph1857"/>
            <p:cNvSpPr/>
            <p:nvPr/>
          </p:nvSpPr>
          <p:spPr>
            <a:xfrm>
              <a:off x="5228724" y="24539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58" name="ph1858"/>
            <p:cNvSpPr/>
            <p:nvPr/>
          </p:nvSpPr>
          <p:spPr>
            <a:xfrm>
              <a:off x="5241237" y="24539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59" name="ph1859"/>
            <p:cNvSpPr/>
            <p:nvPr/>
          </p:nvSpPr>
          <p:spPr>
            <a:xfrm>
              <a:off x="5253749" y="24539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60" name="ph1860"/>
            <p:cNvSpPr/>
            <p:nvPr/>
          </p:nvSpPr>
          <p:spPr>
            <a:xfrm>
              <a:off x="5266261" y="24539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61" name="ph1861"/>
            <p:cNvSpPr/>
            <p:nvPr/>
          </p:nvSpPr>
          <p:spPr>
            <a:xfrm>
              <a:off x="5278775" y="24539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62" name="ph1862"/>
            <p:cNvSpPr/>
            <p:nvPr/>
          </p:nvSpPr>
          <p:spPr>
            <a:xfrm>
              <a:off x="5291287" y="24539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63" name="ph1863"/>
            <p:cNvSpPr/>
            <p:nvPr/>
          </p:nvSpPr>
          <p:spPr>
            <a:xfrm>
              <a:off x="5303799" y="24539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64" name="ph1864"/>
            <p:cNvSpPr/>
            <p:nvPr/>
          </p:nvSpPr>
          <p:spPr>
            <a:xfrm>
              <a:off x="5316311" y="24539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65" name="ph1865"/>
            <p:cNvSpPr/>
            <p:nvPr/>
          </p:nvSpPr>
          <p:spPr>
            <a:xfrm>
              <a:off x="5141139" y="24693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66" name="ph1866"/>
            <p:cNvSpPr/>
            <p:nvPr/>
          </p:nvSpPr>
          <p:spPr>
            <a:xfrm>
              <a:off x="5153651" y="24693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67" name="ph1867"/>
            <p:cNvSpPr/>
            <p:nvPr/>
          </p:nvSpPr>
          <p:spPr>
            <a:xfrm>
              <a:off x="5166163" y="24693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68" name="ph1868"/>
            <p:cNvSpPr/>
            <p:nvPr/>
          </p:nvSpPr>
          <p:spPr>
            <a:xfrm>
              <a:off x="5178675" y="24693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69" name="ph1869"/>
            <p:cNvSpPr/>
            <p:nvPr/>
          </p:nvSpPr>
          <p:spPr>
            <a:xfrm>
              <a:off x="5191188" y="24693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70" name="ph1870"/>
            <p:cNvSpPr/>
            <p:nvPr/>
          </p:nvSpPr>
          <p:spPr>
            <a:xfrm>
              <a:off x="5203700" y="24693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71" name="ph1871"/>
            <p:cNvSpPr/>
            <p:nvPr/>
          </p:nvSpPr>
          <p:spPr>
            <a:xfrm>
              <a:off x="5216212" y="24693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72" name="ph1872"/>
            <p:cNvSpPr/>
            <p:nvPr/>
          </p:nvSpPr>
          <p:spPr>
            <a:xfrm>
              <a:off x="5228724" y="24693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73" name="ph1873"/>
            <p:cNvSpPr/>
            <p:nvPr/>
          </p:nvSpPr>
          <p:spPr>
            <a:xfrm>
              <a:off x="5241237" y="24693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74" name="ph1874"/>
            <p:cNvSpPr/>
            <p:nvPr/>
          </p:nvSpPr>
          <p:spPr>
            <a:xfrm>
              <a:off x="5253749" y="24693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75" name="ph1875"/>
            <p:cNvSpPr/>
            <p:nvPr/>
          </p:nvSpPr>
          <p:spPr>
            <a:xfrm>
              <a:off x="5266261" y="24693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76" name="ph1876"/>
            <p:cNvSpPr/>
            <p:nvPr/>
          </p:nvSpPr>
          <p:spPr>
            <a:xfrm>
              <a:off x="5278775" y="24693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77" name="ph1877"/>
            <p:cNvSpPr/>
            <p:nvPr/>
          </p:nvSpPr>
          <p:spPr>
            <a:xfrm>
              <a:off x="5291287" y="24693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78" name="ph1878"/>
            <p:cNvSpPr/>
            <p:nvPr/>
          </p:nvSpPr>
          <p:spPr>
            <a:xfrm>
              <a:off x="5141139" y="24847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79" name="ph1879"/>
            <p:cNvSpPr/>
            <p:nvPr/>
          </p:nvSpPr>
          <p:spPr>
            <a:xfrm>
              <a:off x="5153651" y="24847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80" name="ph1880"/>
            <p:cNvSpPr/>
            <p:nvPr/>
          </p:nvSpPr>
          <p:spPr>
            <a:xfrm>
              <a:off x="5166163" y="24847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81" name="ph1881"/>
            <p:cNvSpPr/>
            <p:nvPr/>
          </p:nvSpPr>
          <p:spPr>
            <a:xfrm>
              <a:off x="5178675" y="24847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82" name="ph1882"/>
            <p:cNvSpPr/>
            <p:nvPr/>
          </p:nvSpPr>
          <p:spPr>
            <a:xfrm>
              <a:off x="5191188" y="24847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83" name="ph1883"/>
            <p:cNvSpPr/>
            <p:nvPr/>
          </p:nvSpPr>
          <p:spPr>
            <a:xfrm>
              <a:off x="5203700" y="24847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84" name="ph1884"/>
            <p:cNvSpPr/>
            <p:nvPr/>
          </p:nvSpPr>
          <p:spPr>
            <a:xfrm>
              <a:off x="5216212" y="24847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85" name="ph1885"/>
            <p:cNvSpPr/>
            <p:nvPr/>
          </p:nvSpPr>
          <p:spPr>
            <a:xfrm>
              <a:off x="5228724" y="24847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86" name="ph1886"/>
            <p:cNvSpPr/>
            <p:nvPr/>
          </p:nvSpPr>
          <p:spPr>
            <a:xfrm>
              <a:off x="5241237" y="24847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87" name="ph1887"/>
            <p:cNvSpPr/>
            <p:nvPr/>
          </p:nvSpPr>
          <p:spPr>
            <a:xfrm>
              <a:off x="5253749" y="24847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88" name="ph1888"/>
            <p:cNvSpPr/>
            <p:nvPr/>
          </p:nvSpPr>
          <p:spPr>
            <a:xfrm>
              <a:off x="5266261" y="24847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89" name="ph1889"/>
            <p:cNvSpPr/>
            <p:nvPr/>
          </p:nvSpPr>
          <p:spPr>
            <a:xfrm>
              <a:off x="5278775" y="24847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DA4">
                <a:alpha val="100000"/>
              </a:srgbClr>
            </a:solidFill>
            <a:ln w="5420" cap="flat">
              <a:solidFill>
                <a:srgbClr val="3A7D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90" name="ph1890"/>
            <p:cNvSpPr/>
            <p:nvPr/>
          </p:nvSpPr>
          <p:spPr>
            <a:xfrm>
              <a:off x="5141139" y="250012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91" name="ph1891"/>
            <p:cNvSpPr/>
            <p:nvPr/>
          </p:nvSpPr>
          <p:spPr>
            <a:xfrm>
              <a:off x="5153651" y="250012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92" name="ph1892"/>
            <p:cNvSpPr/>
            <p:nvPr/>
          </p:nvSpPr>
          <p:spPr>
            <a:xfrm>
              <a:off x="5166163" y="250012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93" name="ph1893"/>
            <p:cNvSpPr/>
            <p:nvPr/>
          </p:nvSpPr>
          <p:spPr>
            <a:xfrm>
              <a:off x="5178675" y="250012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94" name="ph1894"/>
            <p:cNvSpPr/>
            <p:nvPr/>
          </p:nvSpPr>
          <p:spPr>
            <a:xfrm>
              <a:off x="5191188" y="250012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95" name="ph1895"/>
            <p:cNvSpPr/>
            <p:nvPr/>
          </p:nvSpPr>
          <p:spPr>
            <a:xfrm>
              <a:off x="5203700" y="250012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96" name="ph1896"/>
            <p:cNvSpPr/>
            <p:nvPr/>
          </p:nvSpPr>
          <p:spPr>
            <a:xfrm>
              <a:off x="5216212" y="250012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97" name="ph1897"/>
            <p:cNvSpPr/>
            <p:nvPr/>
          </p:nvSpPr>
          <p:spPr>
            <a:xfrm>
              <a:off x="5228724" y="250012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98" name="ph1898"/>
            <p:cNvSpPr/>
            <p:nvPr/>
          </p:nvSpPr>
          <p:spPr>
            <a:xfrm>
              <a:off x="5241237" y="250012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99" name="ph1899"/>
            <p:cNvSpPr/>
            <p:nvPr/>
          </p:nvSpPr>
          <p:spPr>
            <a:xfrm>
              <a:off x="5253749" y="250012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00" name="ph1900"/>
            <p:cNvSpPr/>
            <p:nvPr/>
          </p:nvSpPr>
          <p:spPr>
            <a:xfrm>
              <a:off x="5266261" y="250012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01" name="ph1901"/>
            <p:cNvSpPr/>
            <p:nvPr/>
          </p:nvSpPr>
          <p:spPr>
            <a:xfrm>
              <a:off x="5116113" y="25154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02" name="ph1902"/>
            <p:cNvSpPr/>
            <p:nvPr/>
          </p:nvSpPr>
          <p:spPr>
            <a:xfrm>
              <a:off x="5128625" y="25154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03" name="ph1903"/>
            <p:cNvSpPr/>
            <p:nvPr/>
          </p:nvSpPr>
          <p:spPr>
            <a:xfrm>
              <a:off x="5141139" y="25154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04" name="ph1904"/>
            <p:cNvSpPr/>
            <p:nvPr/>
          </p:nvSpPr>
          <p:spPr>
            <a:xfrm>
              <a:off x="5153651" y="25154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05" name="ph1905"/>
            <p:cNvSpPr/>
            <p:nvPr/>
          </p:nvSpPr>
          <p:spPr>
            <a:xfrm>
              <a:off x="5166163" y="25154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06" name="ph1906"/>
            <p:cNvSpPr/>
            <p:nvPr/>
          </p:nvSpPr>
          <p:spPr>
            <a:xfrm>
              <a:off x="5178675" y="25154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07" name="ph1907"/>
            <p:cNvSpPr/>
            <p:nvPr/>
          </p:nvSpPr>
          <p:spPr>
            <a:xfrm>
              <a:off x="5191188" y="25154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08" name="ph1908"/>
            <p:cNvSpPr/>
            <p:nvPr/>
          </p:nvSpPr>
          <p:spPr>
            <a:xfrm>
              <a:off x="5203700" y="25154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09" name="ph1909"/>
            <p:cNvSpPr/>
            <p:nvPr/>
          </p:nvSpPr>
          <p:spPr>
            <a:xfrm>
              <a:off x="5216212" y="25154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10" name="ph1910"/>
            <p:cNvSpPr/>
            <p:nvPr/>
          </p:nvSpPr>
          <p:spPr>
            <a:xfrm>
              <a:off x="5228724" y="25154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11" name="ph1911"/>
            <p:cNvSpPr/>
            <p:nvPr/>
          </p:nvSpPr>
          <p:spPr>
            <a:xfrm>
              <a:off x="5241237" y="25154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12" name="ph1912"/>
            <p:cNvSpPr/>
            <p:nvPr/>
          </p:nvSpPr>
          <p:spPr>
            <a:xfrm>
              <a:off x="5253749" y="25154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13" name="ph1913"/>
            <p:cNvSpPr/>
            <p:nvPr/>
          </p:nvSpPr>
          <p:spPr>
            <a:xfrm>
              <a:off x="5266261" y="25154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14" name="ph1914"/>
            <p:cNvSpPr/>
            <p:nvPr/>
          </p:nvSpPr>
          <p:spPr>
            <a:xfrm>
              <a:off x="5103601" y="253087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15" name="ph1915"/>
            <p:cNvSpPr/>
            <p:nvPr/>
          </p:nvSpPr>
          <p:spPr>
            <a:xfrm>
              <a:off x="5116113" y="253087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16" name="ph1916"/>
            <p:cNvSpPr/>
            <p:nvPr/>
          </p:nvSpPr>
          <p:spPr>
            <a:xfrm>
              <a:off x="5128625" y="253087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17" name="ph1917"/>
            <p:cNvSpPr/>
            <p:nvPr/>
          </p:nvSpPr>
          <p:spPr>
            <a:xfrm>
              <a:off x="5141139" y="253087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18" name="ph1918"/>
            <p:cNvSpPr/>
            <p:nvPr/>
          </p:nvSpPr>
          <p:spPr>
            <a:xfrm>
              <a:off x="5153651" y="253087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19" name="ph1919"/>
            <p:cNvSpPr/>
            <p:nvPr/>
          </p:nvSpPr>
          <p:spPr>
            <a:xfrm>
              <a:off x="5166163" y="253087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20" name="ph1920"/>
            <p:cNvSpPr/>
            <p:nvPr/>
          </p:nvSpPr>
          <p:spPr>
            <a:xfrm>
              <a:off x="5178675" y="253087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21" name="ph1921"/>
            <p:cNvSpPr/>
            <p:nvPr/>
          </p:nvSpPr>
          <p:spPr>
            <a:xfrm>
              <a:off x="5191188" y="253087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22" name="ph1922"/>
            <p:cNvSpPr/>
            <p:nvPr/>
          </p:nvSpPr>
          <p:spPr>
            <a:xfrm>
              <a:off x="5203700" y="253087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23" name="ph1923"/>
            <p:cNvSpPr/>
            <p:nvPr/>
          </p:nvSpPr>
          <p:spPr>
            <a:xfrm>
              <a:off x="5216212" y="253087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24" name="ph1924"/>
            <p:cNvSpPr/>
            <p:nvPr/>
          </p:nvSpPr>
          <p:spPr>
            <a:xfrm>
              <a:off x="5228724" y="253087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25" name="ph1925"/>
            <p:cNvSpPr/>
            <p:nvPr/>
          </p:nvSpPr>
          <p:spPr>
            <a:xfrm>
              <a:off x="5241237" y="253087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26" name="ph1926"/>
            <p:cNvSpPr/>
            <p:nvPr/>
          </p:nvSpPr>
          <p:spPr>
            <a:xfrm>
              <a:off x="5253749" y="253087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27" name="ph1927"/>
            <p:cNvSpPr/>
            <p:nvPr/>
          </p:nvSpPr>
          <p:spPr>
            <a:xfrm>
              <a:off x="5266261" y="253087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28" name="ph1928"/>
            <p:cNvSpPr/>
            <p:nvPr/>
          </p:nvSpPr>
          <p:spPr>
            <a:xfrm>
              <a:off x="5103601" y="25462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29" name="ph1929"/>
            <p:cNvSpPr/>
            <p:nvPr/>
          </p:nvSpPr>
          <p:spPr>
            <a:xfrm>
              <a:off x="5116113" y="25462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30" name="ph1930"/>
            <p:cNvSpPr/>
            <p:nvPr/>
          </p:nvSpPr>
          <p:spPr>
            <a:xfrm>
              <a:off x="5128625" y="25462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31" name="ph1931"/>
            <p:cNvSpPr/>
            <p:nvPr/>
          </p:nvSpPr>
          <p:spPr>
            <a:xfrm>
              <a:off x="5141139" y="25462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32" name="ph1932"/>
            <p:cNvSpPr/>
            <p:nvPr/>
          </p:nvSpPr>
          <p:spPr>
            <a:xfrm>
              <a:off x="5153651" y="25462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33" name="ph1933"/>
            <p:cNvSpPr/>
            <p:nvPr/>
          </p:nvSpPr>
          <p:spPr>
            <a:xfrm>
              <a:off x="5166163" y="25462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34" name="ph1934"/>
            <p:cNvSpPr/>
            <p:nvPr/>
          </p:nvSpPr>
          <p:spPr>
            <a:xfrm>
              <a:off x="5178675" y="25462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35" name="ph1935"/>
            <p:cNvSpPr/>
            <p:nvPr/>
          </p:nvSpPr>
          <p:spPr>
            <a:xfrm>
              <a:off x="5191188" y="25462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36" name="ph1936"/>
            <p:cNvSpPr/>
            <p:nvPr/>
          </p:nvSpPr>
          <p:spPr>
            <a:xfrm>
              <a:off x="5203700" y="25462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37" name="ph1937"/>
            <p:cNvSpPr/>
            <p:nvPr/>
          </p:nvSpPr>
          <p:spPr>
            <a:xfrm>
              <a:off x="5216212" y="25462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38" name="ph1938"/>
            <p:cNvSpPr/>
            <p:nvPr/>
          </p:nvSpPr>
          <p:spPr>
            <a:xfrm>
              <a:off x="5228724" y="25462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39" name="ph1939"/>
            <p:cNvSpPr/>
            <p:nvPr/>
          </p:nvSpPr>
          <p:spPr>
            <a:xfrm>
              <a:off x="5241237" y="25462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40" name="ph1940"/>
            <p:cNvSpPr/>
            <p:nvPr/>
          </p:nvSpPr>
          <p:spPr>
            <a:xfrm>
              <a:off x="5253749" y="25462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41" name="ph1941"/>
            <p:cNvSpPr/>
            <p:nvPr/>
          </p:nvSpPr>
          <p:spPr>
            <a:xfrm>
              <a:off x="5091088" y="25616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42" name="ph1942"/>
            <p:cNvSpPr/>
            <p:nvPr/>
          </p:nvSpPr>
          <p:spPr>
            <a:xfrm>
              <a:off x="5103601" y="25616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43" name="ph1943"/>
            <p:cNvSpPr/>
            <p:nvPr/>
          </p:nvSpPr>
          <p:spPr>
            <a:xfrm>
              <a:off x="5116113" y="25616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44" name="ph1944"/>
            <p:cNvSpPr/>
            <p:nvPr/>
          </p:nvSpPr>
          <p:spPr>
            <a:xfrm>
              <a:off x="5128625" y="25616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45" name="ph1945"/>
            <p:cNvSpPr/>
            <p:nvPr/>
          </p:nvSpPr>
          <p:spPr>
            <a:xfrm>
              <a:off x="5141139" y="25616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46" name="ph1946"/>
            <p:cNvSpPr/>
            <p:nvPr/>
          </p:nvSpPr>
          <p:spPr>
            <a:xfrm>
              <a:off x="5153651" y="25616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47" name="ph1947"/>
            <p:cNvSpPr/>
            <p:nvPr/>
          </p:nvSpPr>
          <p:spPr>
            <a:xfrm>
              <a:off x="5166163" y="25616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48" name="ph1948"/>
            <p:cNvSpPr/>
            <p:nvPr/>
          </p:nvSpPr>
          <p:spPr>
            <a:xfrm>
              <a:off x="5178675" y="25616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49" name="ph1949"/>
            <p:cNvSpPr/>
            <p:nvPr/>
          </p:nvSpPr>
          <p:spPr>
            <a:xfrm>
              <a:off x="5191188" y="25616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50" name="ph1950"/>
            <p:cNvSpPr/>
            <p:nvPr/>
          </p:nvSpPr>
          <p:spPr>
            <a:xfrm>
              <a:off x="5203700" y="25616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51" name="ph1951"/>
            <p:cNvSpPr/>
            <p:nvPr/>
          </p:nvSpPr>
          <p:spPr>
            <a:xfrm>
              <a:off x="5216212" y="25616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52" name="ph1952"/>
            <p:cNvSpPr/>
            <p:nvPr/>
          </p:nvSpPr>
          <p:spPr>
            <a:xfrm>
              <a:off x="5228724" y="25616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53" name="ph1953"/>
            <p:cNvSpPr/>
            <p:nvPr/>
          </p:nvSpPr>
          <p:spPr>
            <a:xfrm>
              <a:off x="5241237" y="25616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54" name="ph1954"/>
            <p:cNvSpPr/>
            <p:nvPr/>
          </p:nvSpPr>
          <p:spPr>
            <a:xfrm>
              <a:off x="5078576" y="25770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55" name="ph1955"/>
            <p:cNvSpPr/>
            <p:nvPr/>
          </p:nvSpPr>
          <p:spPr>
            <a:xfrm>
              <a:off x="5091088" y="25770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56" name="ph1956"/>
            <p:cNvSpPr/>
            <p:nvPr/>
          </p:nvSpPr>
          <p:spPr>
            <a:xfrm>
              <a:off x="5103601" y="25770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57" name="ph1957"/>
            <p:cNvSpPr/>
            <p:nvPr/>
          </p:nvSpPr>
          <p:spPr>
            <a:xfrm>
              <a:off x="5116113" y="25770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58" name="ph1958"/>
            <p:cNvSpPr/>
            <p:nvPr/>
          </p:nvSpPr>
          <p:spPr>
            <a:xfrm>
              <a:off x="5128625" y="25770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59" name="ph1959"/>
            <p:cNvSpPr/>
            <p:nvPr/>
          </p:nvSpPr>
          <p:spPr>
            <a:xfrm>
              <a:off x="5141139" y="25770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60" name="ph1960"/>
            <p:cNvSpPr/>
            <p:nvPr/>
          </p:nvSpPr>
          <p:spPr>
            <a:xfrm>
              <a:off x="5153651" y="25770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61" name="ph1961"/>
            <p:cNvSpPr/>
            <p:nvPr/>
          </p:nvSpPr>
          <p:spPr>
            <a:xfrm>
              <a:off x="5166163" y="25770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62" name="ph1962"/>
            <p:cNvSpPr/>
            <p:nvPr/>
          </p:nvSpPr>
          <p:spPr>
            <a:xfrm>
              <a:off x="5178675" y="25770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63" name="ph1963"/>
            <p:cNvSpPr/>
            <p:nvPr/>
          </p:nvSpPr>
          <p:spPr>
            <a:xfrm>
              <a:off x="5191188" y="25770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64" name="ph1964"/>
            <p:cNvSpPr/>
            <p:nvPr/>
          </p:nvSpPr>
          <p:spPr>
            <a:xfrm>
              <a:off x="5203700" y="25770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65" name="ph1965"/>
            <p:cNvSpPr/>
            <p:nvPr/>
          </p:nvSpPr>
          <p:spPr>
            <a:xfrm>
              <a:off x="5216212" y="25770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66" name="ph1966"/>
            <p:cNvSpPr/>
            <p:nvPr/>
          </p:nvSpPr>
          <p:spPr>
            <a:xfrm>
              <a:off x="5053552" y="25923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67" name="ph1967"/>
            <p:cNvSpPr/>
            <p:nvPr/>
          </p:nvSpPr>
          <p:spPr>
            <a:xfrm>
              <a:off x="5066064" y="25923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68" name="ph1968"/>
            <p:cNvSpPr/>
            <p:nvPr/>
          </p:nvSpPr>
          <p:spPr>
            <a:xfrm>
              <a:off x="5078576" y="25923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69" name="ph1969"/>
            <p:cNvSpPr/>
            <p:nvPr/>
          </p:nvSpPr>
          <p:spPr>
            <a:xfrm>
              <a:off x="5091088" y="25923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70" name="ph1970"/>
            <p:cNvSpPr/>
            <p:nvPr/>
          </p:nvSpPr>
          <p:spPr>
            <a:xfrm>
              <a:off x="5103601" y="25923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71" name="ph1971"/>
            <p:cNvSpPr/>
            <p:nvPr/>
          </p:nvSpPr>
          <p:spPr>
            <a:xfrm>
              <a:off x="5116113" y="25923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72" name="ph1972"/>
            <p:cNvSpPr/>
            <p:nvPr/>
          </p:nvSpPr>
          <p:spPr>
            <a:xfrm>
              <a:off x="5128625" y="25923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73" name="ph1973"/>
            <p:cNvSpPr/>
            <p:nvPr/>
          </p:nvSpPr>
          <p:spPr>
            <a:xfrm>
              <a:off x="5141139" y="25923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74" name="ph1974"/>
            <p:cNvSpPr/>
            <p:nvPr/>
          </p:nvSpPr>
          <p:spPr>
            <a:xfrm>
              <a:off x="5153651" y="25923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75" name="ph1975"/>
            <p:cNvSpPr/>
            <p:nvPr/>
          </p:nvSpPr>
          <p:spPr>
            <a:xfrm>
              <a:off x="5041039" y="26077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76" name="ph1976"/>
            <p:cNvSpPr/>
            <p:nvPr/>
          </p:nvSpPr>
          <p:spPr>
            <a:xfrm>
              <a:off x="5053552" y="26077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77" name="ph1977"/>
            <p:cNvSpPr/>
            <p:nvPr/>
          </p:nvSpPr>
          <p:spPr>
            <a:xfrm>
              <a:off x="5066064" y="26077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78" name="ph1978"/>
            <p:cNvSpPr/>
            <p:nvPr/>
          </p:nvSpPr>
          <p:spPr>
            <a:xfrm>
              <a:off x="5078576" y="26077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79" name="ph1979"/>
            <p:cNvSpPr/>
            <p:nvPr/>
          </p:nvSpPr>
          <p:spPr>
            <a:xfrm>
              <a:off x="5091088" y="26077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80" name="ph1980"/>
            <p:cNvSpPr/>
            <p:nvPr/>
          </p:nvSpPr>
          <p:spPr>
            <a:xfrm>
              <a:off x="5103601" y="26077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81" name="ph1981"/>
            <p:cNvSpPr/>
            <p:nvPr/>
          </p:nvSpPr>
          <p:spPr>
            <a:xfrm>
              <a:off x="5116113" y="26077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82" name="ph1982"/>
            <p:cNvSpPr/>
            <p:nvPr/>
          </p:nvSpPr>
          <p:spPr>
            <a:xfrm>
              <a:off x="5128625" y="26077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83" name="ph1983"/>
            <p:cNvSpPr/>
            <p:nvPr/>
          </p:nvSpPr>
          <p:spPr>
            <a:xfrm>
              <a:off x="5016015" y="26231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84" name="ph1984"/>
            <p:cNvSpPr/>
            <p:nvPr/>
          </p:nvSpPr>
          <p:spPr>
            <a:xfrm>
              <a:off x="5028527" y="26231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85" name="ph1985"/>
            <p:cNvSpPr/>
            <p:nvPr/>
          </p:nvSpPr>
          <p:spPr>
            <a:xfrm>
              <a:off x="5041039" y="26231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86" name="ph1986"/>
            <p:cNvSpPr/>
            <p:nvPr/>
          </p:nvSpPr>
          <p:spPr>
            <a:xfrm>
              <a:off x="5053552" y="26231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87" name="ph1987"/>
            <p:cNvSpPr/>
            <p:nvPr/>
          </p:nvSpPr>
          <p:spPr>
            <a:xfrm>
              <a:off x="5066064" y="26231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88" name="ph1988"/>
            <p:cNvSpPr/>
            <p:nvPr/>
          </p:nvSpPr>
          <p:spPr>
            <a:xfrm>
              <a:off x="5078576" y="26231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89" name="ph1989"/>
            <p:cNvSpPr/>
            <p:nvPr/>
          </p:nvSpPr>
          <p:spPr>
            <a:xfrm>
              <a:off x="5091088" y="26231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90" name="ph1990"/>
            <p:cNvSpPr/>
            <p:nvPr/>
          </p:nvSpPr>
          <p:spPr>
            <a:xfrm>
              <a:off x="5103601" y="26231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91" name="ph1991"/>
            <p:cNvSpPr/>
            <p:nvPr/>
          </p:nvSpPr>
          <p:spPr>
            <a:xfrm>
              <a:off x="5116113" y="26231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92" name="ph1992"/>
            <p:cNvSpPr/>
            <p:nvPr/>
          </p:nvSpPr>
          <p:spPr>
            <a:xfrm>
              <a:off x="4978477" y="26385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93" name="ph1993"/>
            <p:cNvSpPr/>
            <p:nvPr/>
          </p:nvSpPr>
          <p:spPr>
            <a:xfrm>
              <a:off x="4990989" y="26385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94" name="ph1994"/>
            <p:cNvSpPr/>
            <p:nvPr/>
          </p:nvSpPr>
          <p:spPr>
            <a:xfrm>
              <a:off x="5003503" y="26385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95" name="ph1995"/>
            <p:cNvSpPr/>
            <p:nvPr/>
          </p:nvSpPr>
          <p:spPr>
            <a:xfrm>
              <a:off x="5016015" y="26385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96" name="ph1996"/>
            <p:cNvSpPr/>
            <p:nvPr/>
          </p:nvSpPr>
          <p:spPr>
            <a:xfrm>
              <a:off x="5028527" y="26385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97" name="ph1997"/>
            <p:cNvSpPr/>
            <p:nvPr/>
          </p:nvSpPr>
          <p:spPr>
            <a:xfrm>
              <a:off x="5041039" y="26385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98" name="ph1998"/>
            <p:cNvSpPr/>
            <p:nvPr/>
          </p:nvSpPr>
          <p:spPr>
            <a:xfrm>
              <a:off x="5053552" y="26385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99" name="ph1999"/>
            <p:cNvSpPr/>
            <p:nvPr/>
          </p:nvSpPr>
          <p:spPr>
            <a:xfrm>
              <a:off x="5066064" y="26385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00" name="ph2000"/>
            <p:cNvSpPr/>
            <p:nvPr/>
          </p:nvSpPr>
          <p:spPr>
            <a:xfrm>
              <a:off x="5078576" y="26385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01" name="ph2001"/>
            <p:cNvSpPr/>
            <p:nvPr/>
          </p:nvSpPr>
          <p:spPr>
            <a:xfrm>
              <a:off x="5091088" y="26385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02" name="ph2002"/>
            <p:cNvSpPr/>
            <p:nvPr/>
          </p:nvSpPr>
          <p:spPr>
            <a:xfrm>
              <a:off x="5103601" y="26385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03" name="ph2003"/>
            <p:cNvSpPr/>
            <p:nvPr/>
          </p:nvSpPr>
          <p:spPr>
            <a:xfrm>
              <a:off x="4953452" y="26538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04" name="ph2004"/>
            <p:cNvSpPr/>
            <p:nvPr/>
          </p:nvSpPr>
          <p:spPr>
            <a:xfrm>
              <a:off x="4965965" y="26538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05" name="ph2005"/>
            <p:cNvSpPr/>
            <p:nvPr/>
          </p:nvSpPr>
          <p:spPr>
            <a:xfrm>
              <a:off x="4978477" y="26538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06" name="ph2006"/>
            <p:cNvSpPr/>
            <p:nvPr/>
          </p:nvSpPr>
          <p:spPr>
            <a:xfrm>
              <a:off x="4990989" y="26538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07" name="ph2007"/>
            <p:cNvSpPr/>
            <p:nvPr/>
          </p:nvSpPr>
          <p:spPr>
            <a:xfrm>
              <a:off x="5003503" y="26538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08" name="ph2008"/>
            <p:cNvSpPr/>
            <p:nvPr/>
          </p:nvSpPr>
          <p:spPr>
            <a:xfrm>
              <a:off x="5016015" y="26538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09" name="ph2009"/>
            <p:cNvSpPr/>
            <p:nvPr/>
          </p:nvSpPr>
          <p:spPr>
            <a:xfrm>
              <a:off x="5028527" y="26538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10" name="ph2010"/>
            <p:cNvSpPr/>
            <p:nvPr/>
          </p:nvSpPr>
          <p:spPr>
            <a:xfrm>
              <a:off x="5041039" y="26538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11" name="ph2011"/>
            <p:cNvSpPr/>
            <p:nvPr/>
          </p:nvSpPr>
          <p:spPr>
            <a:xfrm>
              <a:off x="5053552" y="26538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12" name="ph2012"/>
            <p:cNvSpPr/>
            <p:nvPr/>
          </p:nvSpPr>
          <p:spPr>
            <a:xfrm>
              <a:off x="5066064" y="26538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13" name="ph2013"/>
            <p:cNvSpPr/>
            <p:nvPr/>
          </p:nvSpPr>
          <p:spPr>
            <a:xfrm>
              <a:off x="5078576" y="26538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14" name="ph2014"/>
            <p:cNvSpPr/>
            <p:nvPr/>
          </p:nvSpPr>
          <p:spPr>
            <a:xfrm>
              <a:off x="5091088" y="26538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15" name="ph2015"/>
            <p:cNvSpPr/>
            <p:nvPr/>
          </p:nvSpPr>
          <p:spPr>
            <a:xfrm>
              <a:off x="4940940" y="26692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16" name="ph2016"/>
            <p:cNvSpPr/>
            <p:nvPr/>
          </p:nvSpPr>
          <p:spPr>
            <a:xfrm>
              <a:off x="4953452" y="26692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17" name="ph2017"/>
            <p:cNvSpPr/>
            <p:nvPr/>
          </p:nvSpPr>
          <p:spPr>
            <a:xfrm>
              <a:off x="4965965" y="26692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18" name="ph2018"/>
            <p:cNvSpPr/>
            <p:nvPr/>
          </p:nvSpPr>
          <p:spPr>
            <a:xfrm>
              <a:off x="4978477" y="26692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19" name="ph2019"/>
            <p:cNvSpPr/>
            <p:nvPr/>
          </p:nvSpPr>
          <p:spPr>
            <a:xfrm>
              <a:off x="4990989" y="26692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20" name="ph2020"/>
            <p:cNvSpPr/>
            <p:nvPr/>
          </p:nvSpPr>
          <p:spPr>
            <a:xfrm>
              <a:off x="5003503" y="26692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21" name="ph2021"/>
            <p:cNvSpPr/>
            <p:nvPr/>
          </p:nvSpPr>
          <p:spPr>
            <a:xfrm>
              <a:off x="5016015" y="26692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22" name="ph2022"/>
            <p:cNvSpPr/>
            <p:nvPr/>
          </p:nvSpPr>
          <p:spPr>
            <a:xfrm>
              <a:off x="5028527" y="26692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23" name="ph2023"/>
            <p:cNvSpPr/>
            <p:nvPr/>
          </p:nvSpPr>
          <p:spPr>
            <a:xfrm>
              <a:off x="5041039" y="26692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24" name="ph2024"/>
            <p:cNvSpPr/>
            <p:nvPr/>
          </p:nvSpPr>
          <p:spPr>
            <a:xfrm>
              <a:off x="5053552" y="26692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25" name="ph2025"/>
            <p:cNvSpPr/>
            <p:nvPr/>
          </p:nvSpPr>
          <p:spPr>
            <a:xfrm>
              <a:off x="5066064" y="26692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26" name="ph2026"/>
            <p:cNvSpPr/>
            <p:nvPr/>
          </p:nvSpPr>
          <p:spPr>
            <a:xfrm>
              <a:off x="5078576" y="26692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27" name="ph2027"/>
            <p:cNvSpPr/>
            <p:nvPr/>
          </p:nvSpPr>
          <p:spPr>
            <a:xfrm>
              <a:off x="5091088" y="26692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28" name="ph2028"/>
            <p:cNvSpPr/>
            <p:nvPr/>
          </p:nvSpPr>
          <p:spPr>
            <a:xfrm>
              <a:off x="4928428" y="268463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29" name="ph2029"/>
            <p:cNvSpPr/>
            <p:nvPr/>
          </p:nvSpPr>
          <p:spPr>
            <a:xfrm>
              <a:off x="4940940" y="268463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30" name="ph2030"/>
            <p:cNvSpPr/>
            <p:nvPr/>
          </p:nvSpPr>
          <p:spPr>
            <a:xfrm>
              <a:off x="4953452" y="268463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31" name="ph2031"/>
            <p:cNvSpPr/>
            <p:nvPr/>
          </p:nvSpPr>
          <p:spPr>
            <a:xfrm>
              <a:off x="4965965" y="268463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32" name="ph2032"/>
            <p:cNvSpPr/>
            <p:nvPr/>
          </p:nvSpPr>
          <p:spPr>
            <a:xfrm>
              <a:off x="4978477" y="268463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33" name="ph2033"/>
            <p:cNvSpPr/>
            <p:nvPr/>
          </p:nvSpPr>
          <p:spPr>
            <a:xfrm>
              <a:off x="4990989" y="268463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34" name="ph2034"/>
            <p:cNvSpPr/>
            <p:nvPr/>
          </p:nvSpPr>
          <p:spPr>
            <a:xfrm>
              <a:off x="5003503" y="268463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35" name="ph2035"/>
            <p:cNvSpPr/>
            <p:nvPr/>
          </p:nvSpPr>
          <p:spPr>
            <a:xfrm>
              <a:off x="5016015" y="268463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36" name="ph2036"/>
            <p:cNvSpPr/>
            <p:nvPr/>
          </p:nvSpPr>
          <p:spPr>
            <a:xfrm>
              <a:off x="5028527" y="268463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37" name="ph2037"/>
            <p:cNvSpPr/>
            <p:nvPr/>
          </p:nvSpPr>
          <p:spPr>
            <a:xfrm>
              <a:off x="5041039" y="268463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38" name="ph2038"/>
            <p:cNvSpPr/>
            <p:nvPr/>
          </p:nvSpPr>
          <p:spPr>
            <a:xfrm>
              <a:off x="5053552" y="268463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39" name="ph2039"/>
            <p:cNvSpPr/>
            <p:nvPr/>
          </p:nvSpPr>
          <p:spPr>
            <a:xfrm>
              <a:off x="5066064" y="268463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40" name="ph2040"/>
            <p:cNvSpPr/>
            <p:nvPr/>
          </p:nvSpPr>
          <p:spPr>
            <a:xfrm>
              <a:off x="5078576" y="268463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41" name="ph2041"/>
            <p:cNvSpPr/>
            <p:nvPr/>
          </p:nvSpPr>
          <p:spPr>
            <a:xfrm>
              <a:off x="4915916" y="270001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42" name="ph2042"/>
            <p:cNvSpPr/>
            <p:nvPr/>
          </p:nvSpPr>
          <p:spPr>
            <a:xfrm>
              <a:off x="4928428" y="270001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43" name="ph2043"/>
            <p:cNvSpPr/>
            <p:nvPr/>
          </p:nvSpPr>
          <p:spPr>
            <a:xfrm>
              <a:off x="4940940" y="270001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44" name="ph2044"/>
            <p:cNvSpPr/>
            <p:nvPr/>
          </p:nvSpPr>
          <p:spPr>
            <a:xfrm>
              <a:off x="4953452" y="270001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45" name="ph2045"/>
            <p:cNvSpPr/>
            <p:nvPr/>
          </p:nvSpPr>
          <p:spPr>
            <a:xfrm>
              <a:off x="4965965" y="270001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46" name="ph2046"/>
            <p:cNvSpPr/>
            <p:nvPr/>
          </p:nvSpPr>
          <p:spPr>
            <a:xfrm>
              <a:off x="4978477" y="270001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47" name="ph2047"/>
            <p:cNvSpPr/>
            <p:nvPr/>
          </p:nvSpPr>
          <p:spPr>
            <a:xfrm>
              <a:off x="4990989" y="270001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48" name="ph2048"/>
            <p:cNvSpPr/>
            <p:nvPr/>
          </p:nvSpPr>
          <p:spPr>
            <a:xfrm>
              <a:off x="4903403" y="271538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49" name="ph2049"/>
            <p:cNvSpPr/>
            <p:nvPr/>
          </p:nvSpPr>
          <p:spPr>
            <a:xfrm>
              <a:off x="4915916" y="271538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50" name="ph2050"/>
            <p:cNvSpPr/>
            <p:nvPr/>
          </p:nvSpPr>
          <p:spPr>
            <a:xfrm>
              <a:off x="4928428" y="271538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51" name="ph2051"/>
            <p:cNvSpPr/>
            <p:nvPr/>
          </p:nvSpPr>
          <p:spPr>
            <a:xfrm>
              <a:off x="4940940" y="271538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52" name="ph2052"/>
            <p:cNvSpPr/>
            <p:nvPr/>
          </p:nvSpPr>
          <p:spPr>
            <a:xfrm>
              <a:off x="4953452" y="271538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53" name="ph2053"/>
            <p:cNvSpPr/>
            <p:nvPr/>
          </p:nvSpPr>
          <p:spPr>
            <a:xfrm>
              <a:off x="4965965" y="271538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54" name="ph2054"/>
            <p:cNvSpPr/>
            <p:nvPr/>
          </p:nvSpPr>
          <p:spPr>
            <a:xfrm>
              <a:off x="4978477" y="271538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55" name="ph2055"/>
            <p:cNvSpPr/>
            <p:nvPr/>
          </p:nvSpPr>
          <p:spPr>
            <a:xfrm>
              <a:off x="4890891" y="273076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56" name="ph2056"/>
            <p:cNvSpPr/>
            <p:nvPr/>
          </p:nvSpPr>
          <p:spPr>
            <a:xfrm>
              <a:off x="4903403" y="273076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57" name="ph2057"/>
            <p:cNvSpPr/>
            <p:nvPr/>
          </p:nvSpPr>
          <p:spPr>
            <a:xfrm>
              <a:off x="4915916" y="273076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58" name="ph2058"/>
            <p:cNvSpPr/>
            <p:nvPr/>
          </p:nvSpPr>
          <p:spPr>
            <a:xfrm>
              <a:off x="4928428" y="273076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59" name="ph2059"/>
            <p:cNvSpPr/>
            <p:nvPr/>
          </p:nvSpPr>
          <p:spPr>
            <a:xfrm>
              <a:off x="4940940" y="273076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60" name="ph2060"/>
            <p:cNvSpPr/>
            <p:nvPr/>
          </p:nvSpPr>
          <p:spPr>
            <a:xfrm>
              <a:off x="4953452" y="273076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61" name="ph2061"/>
            <p:cNvSpPr/>
            <p:nvPr/>
          </p:nvSpPr>
          <p:spPr>
            <a:xfrm>
              <a:off x="4965965" y="273076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62" name="ph2062"/>
            <p:cNvSpPr/>
            <p:nvPr/>
          </p:nvSpPr>
          <p:spPr>
            <a:xfrm>
              <a:off x="4890891" y="27461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63" name="ph2063"/>
            <p:cNvSpPr/>
            <p:nvPr/>
          </p:nvSpPr>
          <p:spPr>
            <a:xfrm>
              <a:off x="4903403" y="27461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64" name="ph2064"/>
            <p:cNvSpPr/>
            <p:nvPr/>
          </p:nvSpPr>
          <p:spPr>
            <a:xfrm>
              <a:off x="4915916" y="27461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65" name="ph2065"/>
            <p:cNvSpPr/>
            <p:nvPr/>
          </p:nvSpPr>
          <p:spPr>
            <a:xfrm>
              <a:off x="4928428" y="27461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66" name="ph2066"/>
            <p:cNvSpPr/>
            <p:nvPr/>
          </p:nvSpPr>
          <p:spPr>
            <a:xfrm>
              <a:off x="4940940" y="27461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67" name="ph2067"/>
            <p:cNvSpPr/>
            <p:nvPr/>
          </p:nvSpPr>
          <p:spPr>
            <a:xfrm>
              <a:off x="4953452" y="27461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68" name="ph2068"/>
            <p:cNvSpPr/>
            <p:nvPr/>
          </p:nvSpPr>
          <p:spPr>
            <a:xfrm>
              <a:off x="4865867" y="27615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69" name="ph2069"/>
            <p:cNvSpPr/>
            <p:nvPr/>
          </p:nvSpPr>
          <p:spPr>
            <a:xfrm>
              <a:off x="4878379" y="27615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70" name="ph2070"/>
            <p:cNvSpPr/>
            <p:nvPr/>
          </p:nvSpPr>
          <p:spPr>
            <a:xfrm>
              <a:off x="4890891" y="27615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71" name="ph2071"/>
            <p:cNvSpPr/>
            <p:nvPr/>
          </p:nvSpPr>
          <p:spPr>
            <a:xfrm>
              <a:off x="4903403" y="27615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72" name="ph2072"/>
            <p:cNvSpPr/>
            <p:nvPr/>
          </p:nvSpPr>
          <p:spPr>
            <a:xfrm>
              <a:off x="4915916" y="27615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73" name="ph2073"/>
            <p:cNvSpPr/>
            <p:nvPr/>
          </p:nvSpPr>
          <p:spPr>
            <a:xfrm>
              <a:off x="4928428" y="27615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74" name="ph2074"/>
            <p:cNvSpPr/>
            <p:nvPr/>
          </p:nvSpPr>
          <p:spPr>
            <a:xfrm>
              <a:off x="4940940" y="27615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75" name="ph2075"/>
            <p:cNvSpPr/>
            <p:nvPr/>
          </p:nvSpPr>
          <p:spPr>
            <a:xfrm>
              <a:off x="4853353" y="27768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76" name="ph2076"/>
            <p:cNvSpPr/>
            <p:nvPr/>
          </p:nvSpPr>
          <p:spPr>
            <a:xfrm>
              <a:off x="4865867" y="27768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77" name="ph2077"/>
            <p:cNvSpPr/>
            <p:nvPr/>
          </p:nvSpPr>
          <p:spPr>
            <a:xfrm>
              <a:off x="4878379" y="27768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78" name="ph2078"/>
            <p:cNvSpPr/>
            <p:nvPr/>
          </p:nvSpPr>
          <p:spPr>
            <a:xfrm>
              <a:off x="4890891" y="27768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79" name="ph2079"/>
            <p:cNvSpPr/>
            <p:nvPr/>
          </p:nvSpPr>
          <p:spPr>
            <a:xfrm>
              <a:off x="4903403" y="27768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80" name="ph2080"/>
            <p:cNvSpPr/>
            <p:nvPr/>
          </p:nvSpPr>
          <p:spPr>
            <a:xfrm>
              <a:off x="4915916" y="27768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81" name="ph2081"/>
            <p:cNvSpPr/>
            <p:nvPr/>
          </p:nvSpPr>
          <p:spPr>
            <a:xfrm>
              <a:off x="4928428" y="27768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82" name="ph2082"/>
            <p:cNvSpPr/>
            <p:nvPr/>
          </p:nvSpPr>
          <p:spPr>
            <a:xfrm>
              <a:off x="4940940" y="27768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83" name="ph2083"/>
            <p:cNvSpPr/>
            <p:nvPr/>
          </p:nvSpPr>
          <p:spPr>
            <a:xfrm>
              <a:off x="4828329" y="27922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84" name="ph2084"/>
            <p:cNvSpPr/>
            <p:nvPr/>
          </p:nvSpPr>
          <p:spPr>
            <a:xfrm>
              <a:off x="4840841" y="27922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85" name="ph2085"/>
            <p:cNvSpPr/>
            <p:nvPr/>
          </p:nvSpPr>
          <p:spPr>
            <a:xfrm>
              <a:off x="4853353" y="27922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86" name="ph2086"/>
            <p:cNvSpPr/>
            <p:nvPr/>
          </p:nvSpPr>
          <p:spPr>
            <a:xfrm>
              <a:off x="4865867" y="27922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87" name="ph2087"/>
            <p:cNvSpPr/>
            <p:nvPr/>
          </p:nvSpPr>
          <p:spPr>
            <a:xfrm>
              <a:off x="4878379" y="27922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88" name="ph2088"/>
            <p:cNvSpPr/>
            <p:nvPr/>
          </p:nvSpPr>
          <p:spPr>
            <a:xfrm>
              <a:off x="4890891" y="27922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89" name="ph2089"/>
            <p:cNvSpPr/>
            <p:nvPr/>
          </p:nvSpPr>
          <p:spPr>
            <a:xfrm>
              <a:off x="4903403" y="27922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90" name="ph2090"/>
            <p:cNvSpPr/>
            <p:nvPr/>
          </p:nvSpPr>
          <p:spPr>
            <a:xfrm>
              <a:off x="4915916" y="27922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91" name="ph2091"/>
            <p:cNvSpPr/>
            <p:nvPr/>
          </p:nvSpPr>
          <p:spPr>
            <a:xfrm>
              <a:off x="4928428" y="27922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92" name="ph2092"/>
            <p:cNvSpPr/>
            <p:nvPr/>
          </p:nvSpPr>
          <p:spPr>
            <a:xfrm>
              <a:off x="4815816" y="28076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93" name="ph2093"/>
            <p:cNvSpPr/>
            <p:nvPr/>
          </p:nvSpPr>
          <p:spPr>
            <a:xfrm>
              <a:off x="4828329" y="28076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94" name="ph2094"/>
            <p:cNvSpPr/>
            <p:nvPr/>
          </p:nvSpPr>
          <p:spPr>
            <a:xfrm>
              <a:off x="4840841" y="28076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95" name="ph2095"/>
            <p:cNvSpPr/>
            <p:nvPr/>
          </p:nvSpPr>
          <p:spPr>
            <a:xfrm>
              <a:off x="4853353" y="28076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96" name="ph2096"/>
            <p:cNvSpPr/>
            <p:nvPr/>
          </p:nvSpPr>
          <p:spPr>
            <a:xfrm>
              <a:off x="4865867" y="28076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97" name="ph2097"/>
            <p:cNvSpPr/>
            <p:nvPr/>
          </p:nvSpPr>
          <p:spPr>
            <a:xfrm>
              <a:off x="4878379" y="28076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98" name="ph2098"/>
            <p:cNvSpPr/>
            <p:nvPr/>
          </p:nvSpPr>
          <p:spPr>
            <a:xfrm>
              <a:off x="4890891" y="28076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99" name="ph2099"/>
            <p:cNvSpPr/>
            <p:nvPr/>
          </p:nvSpPr>
          <p:spPr>
            <a:xfrm>
              <a:off x="4903403" y="28076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00" name="ph2100"/>
            <p:cNvSpPr/>
            <p:nvPr/>
          </p:nvSpPr>
          <p:spPr>
            <a:xfrm>
              <a:off x="4753255" y="282301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01" name="ph2101"/>
            <p:cNvSpPr/>
            <p:nvPr/>
          </p:nvSpPr>
          <p:spPr>
            <a:xfrm>
              <a:off x="4765767" y="282301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02" name="ph2102"/>
            <p:cNvSpPr/>
            <p:nvPr/>
          </p:nvSpPr>
          <p:spPr>
            <a:xfrm>
              <a:off x="4778280" y="282301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03" name="ph2103"/>
            <p:cNvSpPr/>
            <p:nvPr/>
          </p:nvSpPr>
          <p:spPr>
            <a:xfrm>
              <a:off x="4790792" y="282301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04" name="ph2104"/>
            <p:cNvSpPr/>
            <p:nvPr/>
          </p:nvSpPr>
          <p:spPr>
            <a:xfrm>
              <a:off x="4803304" y="282301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05" name="ph2105"/>
            <p:cNvSpPr/>
            <p:nvPr/>
          </p:nvSpPr>
          <p:spPr>
            <a:xfrm>
              <a:off x="4815816" y="282301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06" name="ph2106"/>
            <p:cNvSpPr/>
            <p:nvPr/>
          </p:nvSpPr>
          <p:spPr>
            <a:xfrm>
              <a:off x="4828329" y="282301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07" name="ph2107"/>
            <p:cNvSpPr/>
            <p:nvPr/>
          </p:nvSpPr>
          <p:spPr>
            <a:xfrm>
              <a:off x="4840841" y="282301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08" name="ph2108"/>
            <p:cNvSpPr/>
            <p:nvPr/>
          </p:nvSpPr>
          <p:spPr>
            <a:xfrm>
              <a:off x="4853353" y="282301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09" name="ph2109"/>
            <p:cNvSpPr/>
            <p:nvPr/>
          </p:nvSpPr>
          <p:spPr>
            <a:xfrm>
              <a:off x="4865867" y="282301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10" name="ph2110"/>
            <p:cNvSpPr/>
            <p:nvPr/>
          </p:nvSpPr>
          <p:spPr>
            <a:xfrm>
              <a:off x="4878379" y="282301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11" name="ph2111"/>
            <p:cNvSpPr/>
            <p:nvPr/>
          </p:nvSpPr>
          <p:spPr>
            <a:xfrm>
              <a:off x="4890891" y="282301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12" name="ph2112"/>
            <p:cNvSpPr/>
            <p:nvPr/>
          </p:nvSpPr>
          <p:spPr>
            <a:xfrm>
              <a:off x="4728231" y="283839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13" name="ph2113"/>
            <p:cNvSpPr/>
            <p:nvPr/>
          </p:nvSpPr>
          <p:spPr>
            <a:xfrm>
              <a:off x="4740743" y="283839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14" name="ph2114"/>
            <p:cNvSpPr/>
            <p:nvPr/>
          </p:nvSpPr>
          <p:spPr>
            <a:xfrm>
              <a:off x="4753255" y="283839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15" name="ph2115"/>
            <p:cNvSpPr/>
            <p:nvPr/>
          </p:nvSpPr>
          <p:spPr>
            <a:xfrm>
              <a:off x="4765767" y="283839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16" name="ph2116"/>
            <p:cNvSpPr/>
            <p:nvPr/>
          </p:nvSpPr>
          <p:spPr>
            <a:xfrm>
              <a:off x="4778280" y="283839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17" name="ph2117"/>
            <p:cNvSpPr/>
            <p:nvPr/>
          </p:nvSpPr>
          <p:spPr>
            <a:xfrm>
              <a:off x="4790792" y="283839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18" name="ph2118"/>
            <p:cNvSpPr/>
            <p:nvPr/>
          </p:nvSpPr>
          <p:spPr>
            <a:xfrm>
              <a:off x="4803304" y="283839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19" name="ph2119"/>
            <p:cNvSpPr/>
            <p:nvPr/>
          </p:nvSpPr>
          <p:spPr>
            <a:xfrm>
              <a:off x="4815816" y="283839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20" name="ph2120"/>
            <p:cNvSpPr/>
            <p:nvPr/>
          </p:nvSpPr>
          <p:spPr>
            <a:xfrm>
              <a:off x="4828329" y="283839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21" name="ph2121"/>
            <p:cNvSpPr/>
            <p:nvPr/>
          </p:nvSpPr>
          <p:spPr>
            <a:xfrm>
              <a:off x="4840841" y="283839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22" name="ph2122"/>
            <p:cNvSpPr/>
            <p:nvPr/>
          </p:nvSpPr>
          <p:spPr>
            <a:xfrm>
              <a:off x="4853353" y="283839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23" name="ph2123"/>
            <p:cNvSpPr/>
            <p:nvPr/>
          </p:nvSpPr>
          <p:spPr>
            <a:xfrm>
              <a:off x="4865867" y="283839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24" name="ph2124"/>
            <p:cNvSpPr/>
            <p:nvPr/>
          </p:nvSpPr>
          <p:spPr>
            <a:xfrm>
              <a:off x="4878379" y="283839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25" name="ph2125"/>
            <p:cNvSpPr/>
            <p:nvPr/>
          </p:nvSpPr>
          <p:spPr>
            <a:xfrm>
              <a:off x="4715717" y="285376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26" name="ph2126"/>
            <p:cNvSpPr/>
            <p:nvPr/>
          </p:nvSpPr>
          <p:spPr>
            <a:xfrm>
              <a:off x="4728231" y="285376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27" name="ph2127"/>
            <p:cNvSpPr/>
            <p:nvPr/>
          </p:nvSpPr>
          <p:spPr>
            <a:xfrm>
              <a:off x="4740743" y="285376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28" name="ph2128"/>
            <p:cNvSpPr/>
            <p:nvPr/>
          </p:nvSpPr>
          <p:spPr>
            <a:xfrm>
              <a:off x="4753255" y="285376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29" name="ph2129"/>
            <p:cNvSpPr/>
            <p:nvPr/>
          </p:nvSpPr>
          <p:spPr>
            <a:xfrm>
              <a:off x="4765767" y="285376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30" name="ph2130"/>
            <p:cNvSpPr/>
            <p:nvPr/>
          </p:nvSpPr>
          <p:spPr>
            <a:xfrm>
              <a:off x="4778280" y="285376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31" name="ph2131"/>
            <p:cNvSpPr/>
            <p:nvPr/>
          </p:nvSpPr>
          <p:spPr>
            <a:xfrm>
              <a:off x="4790792" y="285376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32" name="ph2132"/>
            <p:cNvSpPr/>
            <p:nvPr/>
          </p:nvSpPr>
          <p:spPr>
            <a:xfrm>
              <a:off x="4803304" y="285376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33" name="ph2133"/>
            <p:cNvSpPr/>
            <p:nvPr/>
          </p:nvSpPr>
          <p:spPr>
            <a:xfrm>
              <a:off x="4815816" y="285376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34" name="ph2134"/>
            <p:cNvSpPr/>
            <p:nvPr/>
          </p:nvSpPr>
          <p:spPr>
            <a:xfrm>
              <a:off x="4828329" y="285376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35" name="ph2135"/>
            <p:cNvSpPr/>
            <p:nvPr/>
          </p:nvSpPr>
          <p:spPr>
            <a:xfrm>
              <a:off x="4840841" y="285376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36" name="ph2136"/>
            <p:cNvSpPr/>
            <p:nvPr/>
          </p:nvSpPr>
          <p:spPr>
            <a:xfrm>
              <a:off x="4853353" y="285376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37" name="ph2137"/>
            <p:cNvSpPr/>
            <p:nvPr/>
          </p:nvSpPr>
          <p:spPr>
            <a:xfrm>
              <a:off x="4715717" y="286914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38" name="ph2138"/>
            <p:cNvSpPr/>
            <p:nvPr/>
          </p:nvSpPr>
          <p:spPr>
            <a:xfrm>
              <a:off x="4728231" y="286914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39" name="ph2139"/>
            <p:cNvSpPr/>
            <p:nvPr/>
          </p:nvSpPr>
          <p:spPr>
            <a:xfrm>
              <a:off x="4740743" y="286914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40" name="ph2140"/>
            <p:cNvSpPr/>
            <p:nvPr/>
          </p:nvSpPr>
          <p:spPr>
            <a:xfrm>
              <a:off x="4753255" y="286914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41" name="ph2141"/>
            <p:cNvSpPr/>
            <p:nvPr/>
          </p:nvSpPr>
          <p:spPr>
            <a:xfrm>
              <a:off x="4765767" y="286914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42" name="ph2142"/>
            <p:cNvSpPr/>
            <p:nvPr/>
          </p:nvSpPr>
          <p:spPr>
            <a:xfrm>
              <a:off x="4778280" y="286914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43" name="ph2143"/>
            <p:cNvSpPr/>
            <p:nvPr/>
          </p:nvSpPr>
          <p:spPr>
            <a:xfrm>
              <a:off x="4790792" y="286914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44" name="ph2144"/>
            <p:cNvSpPr/>
            <p:nvPr/>
          </p:nvSpPr>
          <p:spPr>
            <a:xfrm>
              <a:off x="4803304" y="286914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45" name="ph2145"/>
            <p:cNvSpPr/>
            <p:nvPr/>
          </p:nvSpPr>
          <p:spPr>
            <a:xfrm>
              <a:off x="4815816" y="286914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46" name="ph2146"/>
            <p:cNvSpPr/>
            <p:nvPr/>
          </p:nvSpPr>
          <p:spPr>
            <a:xfrm>
              <a:off x="4828329" y="286914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47" name="ph2147"/>
            <p:cNvSpPr/>
            <p:nvPr/>
          </p:nvSpPr>
          <p:spPr>
            <a:xfrm>
              <a:off x="4840841" y="286914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48" name="ph2148"/>
            <p:cNvSpPr/>
            <p:nvPr/>
          </p:nvSpPr>
          <p:spPr>
            <a:xfrm>
              <a:off x="4715717" y="288452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49" name="ph2149"/>
            <p:cNvSpPr/>
            <p:nvPr/>
          </p:nvSpPr>
          <p:spPr>
            <a:xfrm>
              <a:off x="4728231" y="288452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50" name="ph2150"/>
            <p:cNvSpPr/>
            <p:nvPr/>
          </p:nvSpPr>
          <p:spPr>
            <a:xfrm>
              <a:off x="4740743" y="288452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51" name="ph2151"/>
            <p:cNvSpPr/>
            <p:nvPr/>
          </p:nvSpPr>
          <p:spPr>
            <a:xfrm>
              <a:off x="4753255" y="288452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52" name="ph2152"/>
            <p:cNvSpPr/>
            <p:nvPr/>
          </p:nvSpPr>
          <p:spPr>
            <a:xfrm>
              <a:off x="4765767" y="288452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53" name="ph2153"/>
            <p:cNvSpPr/>
            <p:nvPr/>
          </p:nvSpPr>
          <p:spPr>
            <a:xfrm>
              <a:off x="4778280" y="288452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54" name="ph2154"/>
            <p:cNvSpPr/>
            <p:nvPr/>
          </p:nvSpPr>
          <p:spPr>
            <a:xfrm>
              <a:off x="4790792" y="288452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55" name="ph2155"/>
            <p:cNvSpPr/>
            <p:nvPr/>
          </p:nvSpPr>
          <p:spPr>
            <a:xfrm>
              <a:off x="4803304" y="288452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56" name="ph2156"/>
            <p:cNvSpPr/>
            <p:nvPr/>
          </p:nvSpPr>
          <p:spPr>
            <a:xfrm>
              <a:off x="4715717" y="289989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57" name="ph2157"/>
            <p:cNvSpPr/>
            <p:nvPr/>
          </p:nvSpPr>
          <p:spPr>
            <a:xfrm>
              <a:off x="4728231" y="289989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58" name="ph2158"/>
            <p:cNvSpPr/>
            <p:nvPr/>
          </p:nvSpPr>
          <p:spPr>
            <a:xfrm>
              <a:off x="4740743" y="289989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59" name="ph2159"/>
            <p:cNvSpPr/>
            <p:nvPr/>
          </p:nvSpPr>
          <p:spPr>
            <a:xfrm>
              <a:off x="4753255" y="289989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60" name="ph2160"/>
            <p:cNvSpPr/>
            <p:nvPr/>
          </p:nvSpPr>
          <p:spPr>
            <a:xfrm>
              <a:off x="4765767" y="289989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61" name="ph2161"/>
            <p:cNvSpPr/>
            <p:nvPr/>
          </p:nvSpPr>
          <p:spPr>
            <a:xfrm>
              <a:off x="4778280" y="289989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62" name="ph2162"/>
            <p:cNvSpPr/>
            <p:nvPr/>
          </p:nvSpPr>
          <p:spPr>
            <a:xfrm>
              <a:off x="4790792" y="289989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63" name="ph2163"/>
            <p:cNvSpPr/>
            <p:nvPr/>
          </p:nvSpPr>
          <p:spPr>
            <a:xfrm>
              <a:off x="4690693" y="291527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64" name="ph2164"/>
            <p:cNvSpPr/>
            <p:nvPr/>
          </p:nvSpPr>
          <p:spPr>
            <a:xfrm>
              <a:off x="4703205" y="291527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65" name="ph2165"/>
            <p:cNvSpPr/>
            <p:nvPr/>
          </p:nvSpPr>
          <p:spPr>
            <a:xfrm>
              <a:off x="4715717" y="291527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66" name="ph2166"/>
            <p:cNvSpPr/>
            <p:nvPr/>
          </p:nvSpPr>
          <p:spPr>
            <a:xfrm>
              <a:off x="4728231" y="291527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67" name="ph2167"/>
            <p:cNvSpPr/>
            <p:nvPr/>
          </p:nvSpPr>
          <p:spPr>
            <a:xfrm>
              <a:off x="4740743" y="291527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68" name="ph2168"/>
            <p:cNvSpPr/>
            <p:nvPr/>
          </p:nvSpPr>
          <p:spPr>
            <a:xfrm>
              <a:off x="4753255" y="291527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69" name="ph2169"/>
            <p:cNvSpPr/>
            <p:nvPr/>
          </p:nvSpPr>
          <p:spPr>
            <a:xfrm>
              <a:off x="4765767" y="291527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70" name="ph2170"/>
            <p:cNvSpPr/>
            <p:nvPr/>
          </p:nvSpPr>
          <p:spPr>
            <a:xfrm>
              <a:off x="4778280" y="291527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71" name="ph2171"/>
            <p:cNvSpPr/>
            <p:nvPr/>
          </p:nvSpPr>
          <p:spPr>
            <a:xfrm>
              <a:off x="4690693" y="293064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72" name="ph2172"/>
            <p:cNvSpPr/>
            <p:nvPr/>
          </p:nvSpPr>
          <p:spPr>
            <a:xfrm>
              <a:off x="4703205" y="293064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73" name="ph2173"/>
            <p:cNvSpPr/>
            <p:nvPr/>
          </p:nvSpPr>
          <p:spPr>
            <a:xfrm>
              <a:off x="4715717" y="293064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74" name="ph2174"/>
            <p:cNvSpPr/>
            <p:nvPr/>
          </p:nvSpPr>
          <p:spPr>
            <a:xfrm>
              <a:off x="4728231" y="293064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75" name="ph2175"/>
            <p:cNvSpPr/>
            <p:nvPr/>
          </p:nvSpPr>
          <p:spPr>
            <a:xfrm>
              <a:off x="4740743" y="293064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76" name="ph2176"/>
            <p:cNvSpPr/>
            <p:nvPr/>
          </p:nvSpPr>
          <p:spPr>
            <a:xfrm>
              <a:off x="4753255" y="293064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77" name="ph2177"/>
            <p:cNvSpPr/>
            <p:nvPr/>
          </p:nvSpPr>
          <p:spPr>
            <a:xfrm>
              <a:off x="4765767" y="293064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78" name="ph2178"/>
            <p:cNvSpPr/>
            <p:nvPr/>
          </p:nvSpPr>
          <p:spPr>
            <a:xfrm>
              <a:off x="4678180" y="294602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79" name="ph2179"/>
            <p:cNvSpPr/>
            <p:nvPr/>
          </p:nvSpPr>
          <p:spPr>
            <a:xfrm>
              <a:off x="4690693" y="294602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80" name="ph2180"/>
            <p:cNvSpPr/>
            <p:nvPr/>
          </p:nvSpPr>
          <p:spPr>
            <a:xfrm>
              <a:off x="4703205" y="294602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81" name="ph2181"/>
            <p:cNvSpPr/>
            <p:nvPr/>
          </p:nvSpPr>
          <p:spPr>
            <a:xfrm>
              <a:off x="4715717" y="294602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82" name="ph2182"/>
            <p:cNvSpPr/>
            <p:nvPr/>
          </p:nvSpPr>
          <p:spPr>
            <a:xfrm>
              <a:off x="4728231" y="294602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83" name="ph2183"/>
            <p:cNvSpPr/>
            <p:nvPr/>
          </p:nvSpPr>
          <p:spPr>
            <a:xfrm>
              <a:off x="4740743" y="294602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84" name="ph2184"/>
            <p:cNvSpPr/>
            <p:nvPr/>
          </p:nvSpPr>
          <p:spPr>
            <a:xfrm>
              <a:off x="4753255" y="294602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85" name="ph2185"/>
            <p:cNvSpPr/>
            <p:nvPr/>
          </p:nvSpPr>
          <p:spPr>
            <a:xfrm>
              <a:off x="4678180" y="29614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86" name="ph2186"/>
            <p:cNvSpPr/>
            <p:nvPr/>
          </p:nvSpPr>
          <p:spPr>
            <a:xfrm>
              <a:off x="4690693" y="29614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87" name="ph2187"/>
            <p:cNvSpPr/>
            <p:nvPr/>
          </p:nvSpPr>
          <p:spPr>
            <a:xfrm>
              <a:off x="4703205" y="29614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88" name="ph2188"/>
            <p:cNvSpPr/>
            <p:nvPr/>
          </p:nvSpPr>
          <p:spPr>
            <a:xfrm>
              <a:off x="4715717" y="29614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89" name="ph2189"/>
            <p:cNvSpPr/>
            <p:nvPr/>
          </p:nvSpPr>
          <p:spPr>
            <a:xfrm>
              <a:off x="4728231" y="29614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90" name="ph2190"/>
            <p:cNvSpPr/>
            <p:nvPr/>
          </p:nvSpPr>
          <p:spPr>
            <a:xfrm>
              <a:off x="4740743" y="29614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91" name="ph2191"/>
            <p:cNvSpPr/>
            <p:nvPr/>
          </p:nvSpPr>
          <p:spPr>
            <a:xfrm>
              <a:off x="4665668" y="297677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92" name="ph2192"/>
            <p:cNvSpPr/>
            <p:nvPr/>
          </p:nvSpPr>
          <p:spPr>
            <a:xfrm>
              <a:off x="4678180" y="297677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93" name="ph2193"/>
            <p:cNvSpPr/>
            <p:nvPr/>
          </p:nvSpPr>
          <p:spPr>
            <a:xfrm>
              <a:off x="4690693" y="297677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94" name="ph2194"/>
            <p:cNvSpPr/>
            <p:nvPr/>
          </p:nvSpPr>
          <p:spPr>
            <a:xfrm>
              <a:off x="4703205" y="297677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95" name="ph2195"/>
            <p:cNvSpPr/>
            <p:nvPr/>
          </p:nvSpPr>
          <p:spPr>
            <a:xfrm>
              <a:off x="4715717" y="297677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96" name="ph2196"/>
            <p:cNvSpPr/>
            <p:nvPr/>
          </p:nvSpPr>
          <p:spPr>
            <a:xfrm>
              <a:off x="4728231" y="297677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97" name="ph2197"/>
            <p:cNvSpPr/>
            <p:nvPr/>
          </p:nvSpPr>
          <p:spPr>
            <a:xfrm>
              <a:off x="4665668" y="299215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98" name="ph2198"/>
            <p:cNvSpPr/>
            <p:nvPr/>
          </p:nvSpPr>
          <p:spPr>
            <a:xfrm>
              <a:off x="4678180" y="299215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99" name="ph2199"/>
            <p:cNvSpPr/>
            <p:nvPr/>
          </p:nvSpPr>
          <p:spPr>
            <a:xfrm>
              <a:off x="4690693" y="299215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00" name="ph2200"/>
            <p:cNvSpPr/>
            <p:nvPr/>
          </p:nvSpPr>
          <p:spPr>
            <a:xfrm>
              <a:off x="4703205" y="299215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01" name="ph2201"/>
            <p:cNvSpPr/>
            <p:nvPr/>
          </p:nvSpPr>
          <p:spPr>
            <a:xfrm>
              <a:off x="4715717" y="299215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02" name="ph2202"/>
            <p:cNvSpPr/>
            <p:nvPr/>
          </p:nvSpPr>
          <p:spPr>
            <a:xfrm>
              <a:off x="4653156" y="30075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03" name="ph2203"/>
            <p:cNvSpPr/>
            <p:nvPr/>
          </p:nvSpPr>
          <p:spPr>
            <a:xfrm>
              <a:off x="4665668" y="30075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04" name="ph2204"/>
            <p:cNvSpPr/>
            <p:nvPr/>
          </p:nvSpPr>
          <p:spPr>
            <a:xfrm>
              <a:off x="4678180" y="30075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05" name="ph2205"/>
            <p:cNvSpPr/>
            <p:nvPr/>
          </p:nvSpPr>
          <p:spPr>
            <a:xfrm>
              <a:off x="4690693" y="30075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06" name="ph2206"/>
            <p:cNvSpPr/>
            <p:nvPr/>
          </p:nvSpPr>
          <p:spPr>
            <a:xfrm>
              <a:off x="4703205" y="30075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07" name="ph2207"/>
            <p:cNvSpPr/>
            <p:nvPr/>
          </p:nvSpPr>
          <p:spPr>
            <a:xfrm>
              <a:off x="4715717" y="30075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08" name="ph2208"/>
            <p:cNvSpPr/>
            <p:nvPr/>
          </p:nvSpPr>
          <p:spPr>
            <a:xfrm>
              <a:off x="4653156" y="302290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09" name="ph2209"/>
            <p:cNvSpPr/>
            <p:nvPr/>
          </p:nvSpPr>
          <p:spPr>
            <a:xfrm>
              <a:off x="4665668" y="302290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10" name="ph2210"/>
            <p:cNvSpPr/>
            <p:nvPr/>
          </p:nvSpPr>
          <p:spPr>
            <a:xfrm>
              <a:off x="4678180" y="302290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11" name="ph2211"/>
            <p:cNvSpPr/>
            <p:nvPr/>
          </p:nvSpPr>
          <p:spPr>
            <a:xfrm>
              <a:off x="4690693" y="302290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12" name="ph2212"/>
            <p:cNvSpPr/>
            <p:nvPr/>
          </p:nvSpPr>
          <p:spPr>
            <a:xfrm>
              <a:off x="4703205" y="302290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13" name="ph2213"/>
            <p:cNvSpPr/>
            <p:nvPr/>
          </p:nvSpPr>
          <p:spPr>
            <a:xfrm>
              <a:off x="4640644" y="303828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14" name="ph2214"/>
            <p:cNvSpPr/>
            <p:nvPr/>
          </p:nvSpPr>
          <p:spPr>
            <a:xfrm>
              <a:off x="4653156" y="303828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15" name="ph2215"/>
            <p:cNvSpPr/>
            <p:nvPr/>
          </p:nvSpPr>
          <p:spPr>
            <a:xfrm>
              <a:off x="4665668" y="303828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16" name="ph2216"/>
            <p:cNvSpPr/>
            <p:nvPr/>
          </p:nvSpPr>
          <p:spPr>
            <a:xfrm>
              <a:off x="4678180" y="303828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17" name="ph2217"/>
            <p:cNvSpPr/>
            <p:nvPr/>
          </p:nvSpPr>
          <p:spPr>
            <a:xfrm>
              <a:off x="4690693" y="303828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18" name="ph2218"/>
            <p:cNvSpPr/>
            <p:nvPr/>
          </p:nvSpPr>
          <p:spPr>
            <a:xfrm>
              <a:off x="4703205" y="303828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19" name="ph2219"/>
            <p:cNvSpPr/>
            <p:nvPr/>
          </p:nvSpPr>
          <p:spPr>
            <a:xfrm>
              <a:off x="4640644" y="305365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20" name="ph2220"/>
            <p:cNvSpPr/>
            <p:nvPr/>
          </p:nvSpPr>
          <p:spPr>
            <a:xfrm>
              <a:off x="4653156" y="305365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21" name="ph2221"/>
            <p:cNvSpPr/>
            <p:nvPr/>
          </p:nvSpPr>
          <p:spPr>
            <a:xfrm>
              <a:off x="4665668" y="305365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22" name="ph2222"/>
            <p:cNvSpPr/>
            <p:nvPr/>
          </p:nvSpPr>
          <p:spPr>
            <a:xfrm>
              <a:off x="4678180" y="305365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23" name="ph2223"/>
            <p:cNvSpPr/>
            <p:nvPr/>
          </p:nvSpPr>
          <p:spPr>
            <a:xfrm>
              <a:off x="4690693" y="305365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24" name="ph2224"/>
            <p:cNvSpPr/>
            <p:nvPr/>
          </p:nvSpPr>
          <p:spPr>
            <a:xfrm>
              <a:off x="4703205" y="305365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25" name="ph2225"/>
            <p:cNvSpPr/>
            <p:nvPr/>
          </p:nvSpPr>
          <p:spPr>
            <a:xfrm>
              <a:off x="4640644" y="306903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26" name="ph2226"/>
            <p:cNvSpPr/>
            <p:nvPr/>
          </p:nvSpPr>
          <p:spPr>
            <a:xfrm>
              <a:off x="4653156" y="306903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27" name="ph2227"/>
            <p:cNvSpPr/>
            <p:nvPr/>
          </p:nvSpPr>
          <p:spPr>
            <a:xfrm>
              <a:off x="4665668" y="306903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28" name="ph2228"/>
            <p:cNvSpPr/>
            <p:nvPr/>
          </p:nvSpPr>
          <p:spPr>
            <a:xfrm>
              <a:off x="4678180" y="306903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29" name="ph2229"/>
            <p:cNvSpPr/>
            <p:nvPr/>
          </p:nvSpPr>
          <p:spPr>
            <a:xfrm>
              <a:off x="4690693" y="306903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30" name="ph2230"/>
            <p:cNvSpPr/>
            <p:nvPr/>
          </p:nvSpPr>
          <p:spPr>
            <a:xfrm>
              <a:off x="3902415" y="308440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31" name="ph2231"/>
            <p:cNvSpPr/>
            <p:nvPr/>
          </p:nvSpPr>
          <p:spPr>
            <a:xfrm>
              <a:off x="3914927" y="308440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32" name="ph2232"/>
            <p:cNvSpPr/>
            <p:nvPr/>
          </p:nvSpPr>
          <p:spPr>
            <a:xfrm>
              <a:off x="3927439" y="308440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33" name="ph2233"/>
            <p:cNvSpPr/>
            <p:nvPr/>
          </p:nvSpPr>
          <p:spPr>
            <a:xfrm>
              <a:off x="3939951" y="308440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34" name="ph2234"/>
            <p:cNvSpPr/>
            <p:nvPr/>
          </p:nvSpPr>
          <p:spPr>
            <a:xfrm>
              <a:off x="4640644" y="308440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35" name="ph2235"/>
            <p:cNvSpPr/>
            <p:nvPr/>
          </p:nvSpPr>
          <p:spPr>
            <a:xfrm>
              <a:off x="4653156" y="308440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36" name="ph2236"/>
            <p:cNvSpPr/>
            <p:nvPr/>
          </p:nvSpPr>
          <p:spPr>
            <a:xfrm>
              <a:off x="4665668" y="308440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37" name="ph2237"/>
            <p:cNvSpPr/>
            <p:nvPr/>
          </p:nvSpPr>
          <p:spPr>
            <a:xfrm>
              <a:off x="4678180" y="308440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38" name="ph2238"/>
            <p:cNvSpPr/>
            <p:nvPr/>
          </p:nvSpPr>
          <p:spPr>
            <a:xfrm>
              <a:off x="3902415" y="309978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39" name="ph2239"/>
            <p:cNvSpPr/>
            <p:nvPr/>
          </p:nvSpPr>
          <p:spPr>
            <a:xfrm>
              <a:off x="3914927" y="309978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40" name="ph2240"/>
            <p:cNvSpPr/>
            <p:nvPr/>
          </p:nvSpPr>
          <p:spPr>
            <a:xfrm>
              <a:off x="3927439" y="309978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41" name="ph2241"/>
            <p:cNvSpPr/>
            <p:nvPr/>
          </p:nvSpPr>
          <p:spPr>
            <a:xfrm>
              <a:off x="3939951" y="309978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42" name="ph2242"/>
            <p:cNvSpPr/>
            <p:nvPr/>
          </p:nvSpPr>
          <p:spPr>
            <a:xfrm>
              <a:off x="3952464" y="309978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43" name="ph2243"/>
            <p:cNvSpPr/>
            <p:nvPr/>
          </p:nvSpPr>
          <p:spPr>
            <a:xfrm>
              <a:off x="4002513" y="309978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44" name="ph2244"/>
            <p:cNvSpPr/>
            <p:nvPr/>
          </p:nvSpPr>
          <p:spPr>
            <a:xfrm>
              <a:off x="4015025" y="309978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45" name="ph2245"/>
            <p:cNvSpPr/>
            <p:nvPr/>
          </p:nvSpPr>
          <p:spPr>
            <a:xfrm>
              <a:off x="4027537" y="309978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46" name="ph2246"/>
            <p:cNvSpPr/>
            <p:nvPr/>
          </p:nvSpPr>
          <p:spPr>
            <a:xfrm>
              <a:off x="4040051" y="309978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47" name="ph2247"/>
            <p:cNvSpPr/>
            <p:nvPr/>
          </p:nvSpPr>
          <p:spPr>
            <a:xfrm>
              <a:off x="4052563" y="309978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48" name="ph2248"/>
            <p:cNvSpPr/>
            <p:nvPr/>
          </p:nvSpPr>
          <p:spPr>
            <a:xfrm>
              <a:off x="4640644" y="309978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49" name="ph2249"/>
            <p:cNvSpPr/>
            <p:nvPr/>
          </p:nvSpPr>
          <p:spPr>
            <a:xfrm>
              <a:off x="4653156" y="309978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50" name="ph2250"/>
            <p:cNvSpPr/>
            <p:nvPr/>
          </p:nvSpPr>
          <p:spPr>
            <a:xfrm>
              <a:off x="4665668" y="309978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51" name="ph2251"/>
            <p:cNvSpPr/>
            <p:nvPr/>
          </p:nvSpPr>
          <p:spPr>
            <a:xfrm>
              <a:off x="4678180" y="309978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52" name="ph2252"/>
            <p:cNvSpPr/>
            <p:nvPr/>
          </p:nvSpPr>
          <p:spPr>
            <a:xfrm>
              <a:off x="4690693" y="309978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53" name="ph2253"/>
            <p:cNvSpPr/>
            <p:nvPr/>
          </p:nvSpPr>
          <p:spPr>
            <a:xfrm>
              <a:off x="3814828" y="311516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54" name="ph2254"/>
            <p:cNvSpPr/>
            <p:nvPr/>
          </p:nvSpPr>
          <p:spPr>
            <a:xfrm>
              <a:off x="3827340" y="311516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55" name="ph2255"/>
            <p:cNvSpPr/>
            <p:nvPr/>
          </p:nvSpPr>
          <p:spPr>
            <a:xfrm>
              <a:off x="3889901" y="311516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56" name="ph2256"/>
            <p:cNvSpPr/>
            <p:nvPr/>
          </p:nvSpPr>
          <p:spPr>
            <a:xfrm>
              <a:off x="3902415" y="311516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57" name="ph2257"/>
            <p:cNvSpPr/>
            <p:nvPr/>
          </p:nvSpPr>
          <p:spPr>
            <a:xfrm>
              <a:off x="3914927" y="311516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58" name="ph2258"/>
            <p:cNvSpPr/>
            <p:nvPr/>
          </p:nvSpPr>
          <p:spPr>
            <a:xfrm>
              <a:off x="3927439" y="311516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59" name="ph2259"/>
            <p:cNvSpPr/>
            <p:nvPr/>
          </p:nvSpPr>
          <p:spPr>
            <a:xfrm>
              <a:off x="3939951" y="311516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60" name="ph2260"/>
            <p:cNvSpPr/>
            <p:nvPr/>
          </p:nvSpPr>
          <p:spPr>
            <a:xfrm>
              <a:off x="3952464" y="311516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61" name="ph2261"/>
            <p:cNvSpPr/>
            <p:nvPr/>
          </p:nvSpPr>
          <p:spPr>
            <a:xfrm>
              <a:off x="4002513" y="311516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62" name="ph2262"/>
            <p:cNvSpPr/>
            <p:nvPr/>
          </p:nvSpPr>
          <p:spPr>
            <a:xfrm>
              <a:off x="4015025" y="311516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63" name="ph2263"/>
            <p:cNvSpPr/>
            <p:nvPr/>
          </p:nvSpPr>
          <p:spPr>
            <a:xfrm>
              <a:off x="4027537" y="311516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64" name="ph2264"/>
            <p:cNvSpPr/>
            <p:nvPr/>
          </p:nvSpPr>
          <p:spPr>
            <a:xfrm>
              <a:off x="4040051" y="311516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65" name="ph2265"/>
            <p:cNvSpPr/>
            <p:nvPr/>
          </p:nvSpPr>
          <p:spPr>
            <a:xfrm>
              <a:off x="4052563" y="311516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66" name="ph2266"/>
            <p:cNvSpPr/>
            <p:nvPr/>
          </p:nvSpPr>
          <p:spPr>
            <a:xfrm>
              <a:off x="4065075" y="311516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67" name="ph2267"/>
            <p:cNvSpPr/>
            <p:nvPr/>
          </p:nvSpPr>
          <p:spPr>
            <a:xfrm>
              <a:off x="4077587" y="311516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68" name="ph2268"/>
            <p:cNvSpPr/>
            <p:nvPr/>
          </p:nvSpPr>
          <p:spPr>
            <a:xfrm>
              <a:off x="4090100" y="311516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69" name="ph2269"/>
            <p:cNvSpPr/>
            <p:nvPr/>
          </p:nvSpPr>
          <p:spPr>
            <a:xfrm>
              <a:off x="4102612" y="311516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70" name="ph2270"/>
            <p:cNvSpPr/>
            <p:nvPr/>
          </p:nvSpPr>
          <p:spPr>
            <a:xfrm>
              <a:off x="4115124" y="311516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71" name="ph2271"/>
            <p:cNvSpPr/>
            <p:nvPr/>
          </p:nvSpPr>
          <p:spPr>
            <a:xfrm>
              <a:off x="4127637" y="311516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72" name="ph2272"/>
            <p:cNvSpPr/>
            <p:nvPr/>
          </p:nvSpPr>
          <p:spPr>
            <a:xfrm>
              <a:off x="4140149" y="311516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73" name="ph2273"/>
            <p:cNvSpPr/>
            <p:nvPr/>
          </p:nvSpPr>
          <p:spPr>
            <a:xfrm>
              <a:off x="4640644" y="311516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74" name="ph2274"/>
            <p:cNvSpPr/>
            <p:nvPr/>
          </p:nvSpPr>
          <p:spPr>
            <a:xfrm>
              <a:off x="4653156" y="311516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75" name="ph2275"/>
            <p:cNvSpPr/>
            <p:nvPr/>
          </p:nvSpPr>
          <p:spPr>
            <a:xfrm>
              <a:off x="4665668" y="311516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76" name="ph2276"/>
            <p:cNvSpPr/>
            <p:nvPr/>
          </p:nvSpPr>
          <p:spPr>
            <a:xfrm>
              <a:off x="4678180" y="311516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77" name="ph2277"/>
            <p:cNvSpPr/>
            <p:nvPr/>
          </p:nvSpPr>
          <p:spPr>
            <a:xfrm>
              <a:off x="4690693" y="311516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78" name="ph2278"/>
            <p:cNvSpPr/>
            <p:nvPr/>
          </p:nvSpPr>
          <p:spPr>
            <a:xfrm>
              <a:off x="3652167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79" name="ph2279"/>
            <p:cNvSpPr/>
            <p:nvPr/>
          </p:nvSpPr>
          <p:spPr>
            <a:xfrm>
              <a:off x="3664679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80" name="ph2280"/>
            <p:cNvSpPr/>
            <p:nvPr/>
          </p:nvSpPr>
          <p:spPr>
            <a:xfrm>
              <a:off x="3677192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81" name="ph2281"/>
            <p:cNvSpPr/>
            <p:nvPr/>
          </p:nvSpPr>
          <p:spPr>
            <a:xfrm>
              <a:off x="3689704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82" name="ph2282"/>
            <p:cNvSpPr/>
            <p:nvPr/>
          </p:nvSpPr>
          <p:spPr>
            <a:xfrm>
              <a:off x="3702216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83" name="ph2283"/>
            <p:cNvSpPr/>
            <p:nvPr/>
          </p:nvSpPr>
          <p:spPr>
            <a:xfrm>
              <a:off x="3764779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84" name="ph2284"/>
            <p:cNvSpPr/>
            <p:nvPr/>
          </p:nvSpPr>
          <p:spPr>
            <a:xfrm>
              <a:off x="3777291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85" name="ph2285"/>
            <p:cNvSpPr/>
            <p:nvPr/>
          </p:nvSpPr>
          <p:spPr>
            <a:xfrm>
              <a:off x="3789803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86" name="ph2286"/>
            <p:cNvSpPr/>
            <p:nvPr/>
          </p:nvSpPr>
          <p:spPr>
            <a:xfrm>
              <a:off x="3802315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87" name="ph2287"/>
            <p:cNvSpPr/>
            <p:nvPr/>
          </p:nvSpPr>
          <p:spPr>
            <a:xfrm>
              <a:off x="3814828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88" name="ph2288"/>
            <p:cNvSpPr/>
            <p:nvPr/>
          </p:nvSpPr>
          <p:spPr>
            <a:xfrm>
              <a:off x="3827340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89" name="ph2289"/>
            <p:cNvSpPr/>
            <p:nvPr/>
          </p:nvSpPr>
          <p:spPr>
            <a:xfrm>
              <a:off x="3839852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90" name="ph2290"/>
            <p:cNvSpPr/>
            <p:nvPr/>
          </p:nvSpPr>
          <p:spPr>
            <a:xfrm>
              <a:off x="3852365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91" name="ph2291"/>
            <p:cNvSpPr/>
            <p:nvPr/>
          </p:nvSpPr>
          <p:spPr>
            <a:xfrm>
              <a:off x="3864877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92" name="ph2292"/>
            <p:cNvSpPr/>
            <p:nvPr/>
          </p:nvSpPr>
          <p:spPr>
            <a:xfrm>
              <a:off x="3877389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93" name="ph2293"/>
            <p:cNvSpPr/>
            <p:nvPr/>
          </p:nvSpPr>
          <p:spPr>
            <a:xfrm>
              <a:off x="3889901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94" name="ph2294"/>
            <p:cNvSpPr/>
            <p:nvPr/>
          </p:nvSpPr>
          <p:spPr>
            <a:xfrm>
              <a:off x="3902415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693">
                <a:alpha val="100000"/>
              </a:srgbClr>
            </a:solidFill>
            <a:ln w="5420" cap="flat">
              <a:solidFill>
                <a:srgbClr val="3A56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95" name="ph2295"/>
            <p:cNvSpPr/>
            <p:nvPr/>
          </p:nvSpPr>
          <p:spPr>
            <a:xfrm>
              <a:off x="3914927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96" name="ph2296"/>
            <p:cNvSpPr/>
            <p:nvPr/>
          </p:nvSpPr>
          <p:spPr>
            <a:xfrm>
              <a:off x="3927439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97" name="ph2297"/>
            <p:cNvSpPr/>
            <p:nvPr/>
          </p:nvSpPr>
          <p:spPr>
            <a:xfrm>
              <a:off x="3939951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98" name="ph2298"/>
            <p:cNvSpPr/>
            <p:nvPr/>
          </p:nvSpPr>
          <p:spPr>
            <a:xfrm>
              <a:off x="3952464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99" name="ph2299"/>
            <p:cNvSpPr/>
            <p:nvPr/>
          </p:nvSpPr>
          <p:spPr>
            <a:xfrm>
              <a:off x="3964976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00" name="ph2300"/>
            <p:cNvSpPr/>
            <p:nvPr/>
          </p:nvSpPr>
          <p:spPr>
            <a:xfrm>
              <a:off x="3977488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01" name="ph2301"/>
            <p:cNvSpPr/>
            <p:nvPr/>
          </p:nvSpPr>
          <p:spPr>
            <a:xfrm>
              <a:off x="3990001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02" name="ph2302"/>
            <p:cNvSpPr/>
            <p:nvPr/>
          </p:nvSpPr>
          <p:spPr>
            <a:xfrm>
              <a:off x="4002513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03" name="ph2303"/>
            <p:cNvSpPr/>
            <p:nvPr/>
          </p:nvSpPr>
          <p:spPr>
            <a:xfrm>
              <a:off x="4015025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04" name="ph2304"/>
            <p:cNvSpPr/>
            <p:nvPr/>
          </p:nvSpPr>
          <p:spPr>
            <a:xfrm>
              <a:off x="4027537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05" name="ph2305"/>
            <p:cNvSpPr/>
            <p:nvPr/>
          </p:nvSpPr>
          <p:spPr>
            <a:xfrm>
              <a:off x="4040051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06" name="ph2306"/>
            <p:cNvSpPr/>
            <p:nvPr/>
          </p:nvSpPr>
          <p:spPr>
            <a:xfrm>
              <a:off x="4052563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07" name="ph2307"/>
            <p:cNvSpPr/>
            <p:nvPr/>
          </p:nvSpPr>
          <p:spPr>
            <a:xfrm>
              <a:off x="4065075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08" name="ph2308"/>
            <p:cNvSpPr/>
            <p:nvPr/>
          </p:nvSpPr>
          <p:spPr>
            <a:xfrm>
              <a:off x="4077587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09" name="ph2309"/>
            <p:cNvSpPr/>
            <p:nvPr/>
          </p:nvSpPr>
          <p:spPr>
            <a:xfrm>
              <a:off x="4090100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10" name="ph2310"/>
            <p:cNvSpPr/>
            <p:nvPr/>
          </p:nvSpPr>
          <p:spPr>
            <a:xfrm>
              <a:off x="4102612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11" name="ph2311"/>
            <p:cNvSpPr/>
            <p:nvPr/>
          </p:nvSpPr>
          <p:spPr>
            <a:xfrm>
              <a:off x="4115124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12" name="ph2312"/>
            <p:cNvSpPr/>
            <p:nvPr/>
          </p:nvSpPr>
          <p:spPr>
            <a:xfrm>
              <a:off x="4127637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13" name="ph2313"/>
            <p:cNvSpPr/>
            <p:nvPr/>
          </p:nvSpPr>
          <p:spPr>
            <a:xfrm>
              <a:off x="4140149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14" name="ph2314"/>
            <p:cNvSpPr/>
            <p:nvPr/>
          </p:nvSpPr>
          <p:spPr>
            <a:xfrm>
              <a:off x="4152661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15" name="ph2315"/>
            <p:cNvSpPr/>
            <p:nvPr/>
          </p:nvSpPr>
          <p:spPr>
            <a:xfrm>
              <a:off x="4190199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16" name="ph2316"/>
            <p:cNvSpPr/>
            <p:nvPr/>
          </p:nvSpPr>
          <p:spPr>
            <a:xfrm>
              <a:off x="4640644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17" name="ph2317"/>
            <p:cNvSpPr/>
            <p:nvPr/>
          </p:nvSpPr>
          <p:spPr>
            <a:xfrm>
              <a:off x="4653156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18" name="ph2318"/>
            <p:cNvSpPr/>
            <p:nvPr/>
          </p:nvSpPr>
          <p:spPr>
            <a:xfrm>
              <a:off x="4665668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F89">
                <a:alpha val="100000"/>
              </a:srgbClr>
            </a:solidFill>
            <a:ln w="5420" cap="flat">
              <a:solidFill>
                <a:srgbClr val="3B4F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19" name="ph2319"/>
            <p:cNvSpPr/>
            <p:nvPr/>
          </p:nvSpPr>
          <p:spPr>
            <a:xfrm>
              <a:off x="4678180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20" name="ph2320"/>
            <p:cNvSpPr/>
            <p:nvPr/>
          </p:nvSpPr>
          <p:spPr>
            <a:xfrm>
              <a:off x="4690693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21" name="ph2321"/>
            <p:cNvSpPr/>
            <p:nvPr/>
          </p:nvSpPr>
          <p:spPr>
            <a:xfrm>
              <a:off x="3639655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22" name="ph2322"/>
            <p:cNvSpPr/>
            <p:nvPr/>
          </p:nvSpPr>
          <p:spPr>
            <a:xfrm>
              <a:off x="3652167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23" name="ph2323"/>
            <p:cNvSpPr/>
            <p:nvPr/>
          </p:nvSpPr>
          <p:spPr>
            <a:xfrm>
              <a:off x="3664679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24" name="ph2324"/>
            <p:cNvSpPr/>
            <p:nvPr/>
          </p:nvSpPr>
          <p:spPr>
            <a:xfrm>
              <a:off x="3677192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25" name="ph2325"/>
            <p:cNvSpPr/>
            <p:nvPr/>
          </p:nvSpPr>
          <p:spPr>
            <a:xfrm>
              <a:off x="3689704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26" name="ph2326"/>
            <p:cNvSpPr/>
            <p:nvPr/>
          </p:nvSpPr>
          <p:spPr>
            <a:xfrm>
              <a:off x="3702216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27" name="ph2327"/>
            <p:cNvSpPr/>
            <p:nvPr/>
          </p:nvSpPr>
          <p:spPr>
            <a:xfrm>
              <a:off x="3714729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28" name="ph2328"/>
            <p:cNvSpPr/>
            <p:nvPr/>
          </p:nvSpPr>
          <p:spPr>
            <a:xfrm>
              <a:off x="3727241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29" name="ph2329"/>
            <p:cNvSpPr/>
            <p:nvPr/>
          </p:nvSpPr>
          <p:spPr>
            <a:xfrm>
              <a:off x="3739753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30" name="ph2330"/>
            <p:cNvSpPr/>
            <p:nvPr/>
          </p:nvSpPr>
          <p:spPr>
            <a:xfrm>
              <a:off x="3752265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31" name="ph2331"/>
            <p:cNvSpPr/>
            <p:nvPr/>
          </p:nvSpPr>
          <p:spPr>
            <a:xfrm>
              <a:off x="3764779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32" name="ph2332"/>
            <p:cNvSpPr/>
            <p:nvPr/>
          </p:nvSpPr>
          <p:spPr>
            <a:xfrm>
              <a:off x="3777291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33" name="ph2333"/>
            <p:cNvSpPr/>
            <p:nvPr/>
          </p:nvSpPr>
          <p:spPr>
            <a:xfrm>
              <a:off x="3789803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34" name="ph2334"/>
            <p:cNvSpPr/>
            <p:nvPr/>
          </p:nvSpPr>
          <p:spPr>
            <a:xfrm>
              <a:off x="3802315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35" name="ph2335"/>
            <p:cNvSpPr/>
            <p:nvPr/>
          </p:nvSpPr>
          <p:spPr>
            <a:xfrm>
              <a:off x="3814828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36" name="ph2336"/>
            <p:cNvSpPr/>
            <p:nvPr/>
          </p:nvSpPr>
          <p:spPr>
            <a:xfrm>
              <a:off x="3827340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37" name="ph2337"/>
            <p:cNvSpPr/>
            <p:nvPr/>
          </p:nvSpPr>
          <p:spPr>
            <a:xfrm>
              <a:off x="3839852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38" name="ph2338"/>
            <p:cNvSpPr/>
            <p:nvPr/>
          </p:nvSpPr>
          <p:spPr>
            <a:xfrm>
              <a:off x="3852365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39" name="ph2339"/>
            <p:cNvSpPr/>
            <p:nvPr/>
          </p:nvSpPr>
          <p:spPr>
            <a:xfrm>
              <a:off x="3864877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40" name="ph2340"/>
            <p:cNvSpPr/>
            <p:nvPr/>
          </p:nvSpPr>
          <p:spPr>
            <a:xfrm>
              <a:off x="3877389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41" name="ph2341"/>
            <p:cNvSpPr/>
            <p:nvPr/>
          </p:nvSpPr>
          <p:spPr>
            <a:xfrm>
              <a:off x="3889901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42" name="ph2342"/>
            <p:cNvSpPr/>
            <p:nvPr/>
          </p:nvSpPr>
          <p:spPr>
            <a:xfrm>
              <a:off x="3902415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43" name="ph2343"/>
            <p:cNvSpPr/>
            <p:nvPr/>
          </p:nvSpPr>
          <p:spPr>
            <a:xfrm>
              <a:off x="3914927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44" name="ph2344"/>
            <p:cNvSpPr/>
            <p:nvPr/>
          </p:nvSpPr>
          <p:spPr>
            <a:xfrm>
              <a:off x="3927439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45" name="ph2345"/>
            <p:cNvSpPr/>
            <p:nvPr/>
          </p:nvSpPr>
          <p:spPr>
            <a:xfrm>
              <a:off x="3939951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46" name="ph2346"/>
            <p:cNvSpPr/>
            <p:nvPr/>
          </p:nvSpPr>
          <p:spPr>
            <a:xfrm>
              <a:off x="3952464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47" name="ph2347"/>
            <p:cNvSpPr/>
            <p:nvPr/>
          </p:nvSpPr>
          <p:spPr>
            <a:xfrm>
              <a:off x="3964976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48" name="ph2348"/>
            <p:cNvSpPr/>
            <p:nvPr/>
          </p:nvSpPr>
          <p:spPr>
            <a:xfrm>
              <a:off x="3977488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49" name="ph2349"/>
            <p:cNvSpPr/>
            <p:nvPr/>
          </p:nvSpPr>
          <p:spPr>
            <a:xfrm>
              <a:off x="3990001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50" name="ph2350"/>
            <p:cNvSpPr/>
            <p:nvPr/>
          </p:nvSpPr>
          <p:spPr>
            <a:xfrm>
              <a:off x="4002513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51" name="ph2351"/>
            <p:cNvSpPr/>
            <p:nvPr/>
          </p:nvSpPr>
          <p:spPr>
            <a:xfrm>
              <a:off x="4015025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52" name="ph2352"/>
            <p:cNvSpPr/>
            <p:nvPr/>
          </p:nvSpPr>
          <p:spPr>
            <a:xfrm>
              <a:off x="4027537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53" name="ph2353"/>
            <p:cNvSpPr/>
            <p:nvPr/>
          </p:nvSpPr>
          <p:spPr>
            <a:xfrm>
              <a:off x="4040051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54" name="ph2354"/>
            <p:cNvSpPr/>
            <p:nvPr/>
          </p:nvSpPr>
          <p:spPr>
            <a:xfrm>
              <a:off x="4052563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55" name="ph2355"/>
            <p:cNvSpPr/>
            <p:nvPr/>
          </p:nvSpPr>
          <p:spPr>
            <a:xfrm>
              <a:off x="4065075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56" name="ph2356"/>
            <p:cNvSpPr/>
            <p:nvPr/>
          </p:nvSpPr>
          <p:spPr>
            <a:xfrm>
              <a:off x="4077587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57" name="ph2357"/>
            <p:cNvSpPr/>
            <p:nvPr/>
          </p:nvSpPr>
          <p:spPr>
            <a:xfrm>
              <a:off x="4090100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58" name="ph2358"/>
            <p:cNvSpPr/>
            <p:nvPr/>
          </p:nvSpPr>
          <p:spPr>
            <a:xfrm>
              <a:off x="4102612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59" name="ph2359"/>
            <p:cNvSpPr/>
            <p:nvPr/>
          </p:nvSpPr>
          <p:spPr>
            <a:xfrm>
              <a:off x="4115124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60" name="ph2360"/>
            <p:cNvSpPr/>
            <p:nvPr/>
          </p:nvSpPr>
          <p:spPr>
            <a:xfrm>
              <a:off x="4127637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61" name="ph2361"/>
            <p:cNvSpPr/>
            <p:nvPr/>
          </p:nvSpPr>
          <p:spPr>
            <a:xfrm>
              <a:off x="4140149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62" name="ph2362"/>
            <p:cNvSpPr/>
            <p:nvPr/>
          </p:nvSpPr>
          <p:spPr>
            <a:xfrm>
              <a:off x="4152661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63" name="ph2363"/>
            <p:cNvSpPr/>
            <p:nvPr/>
          </p:nvSpPr>
          <p:spPr>
            <a:xfrm>
              <a:off x="4165173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64" name="ph2364"/>
            <p:cNvSpPr/>
            <p:nvPr/>
          </p:nvSpPr>
          <p:spPr>
            <a:xfrm>
              <a:off x="4177687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65" name="ph2365"/>
            <p:cNvSpPr/>
            <p:nvPr/>
          </p:nvSpPr>
          <p:spPr>
            <a:xfrm>
              <a:off x="4190199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66" name="ph2366"/>
            <p:cNvSpPr/>
            <p:nvPr/>
          </p:nvSpPr>
          <p:spPr>
            <a:xfrm>
              <a:off x="4202711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67" name="ph2367"/>
            <p:cNvSpPr/>
            <p:nvPr/>
          </p:nvSpPr>
          <p:spPr>
            <a:xfrm>
              <a:off x="4215223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68" name="ph2368"/>
            <p:cNvSpPr/>
            <p:nvPr/>
          </p:nvSpPr>
          <p:spPr>
            <a:xfrm>
              <a:off x="4653156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69" name="ph2369"/>
            <p:cNvSpPr/>
            <p:nvPr/>
          </p:nvSpPr>
          <p:spPr>
            <a:xfrm>
              <a:off x="4665668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70" name="ph2370"/>
            <p:cNvSpPr/>
            <p:nvPr/>
          </p:nvSpPr>
          <p:spPr>
            <a:xfrm>
              <a:off x="4678180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F89">
                <a:alpha val="100000"/>
              </a:srgbClr>
            </a:solidFill>
            <a:ln w="5420" cap="flat">
              <a:solidFill>
                <a:srgbClr val="3B4F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71" name="ph2371"/>
            <p:cNvSpPr/>
            <p:nvPr/>
          </p:nvSpPr>
          <p:spPr>
            <a:xfrm>
              <a:off x="4690693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72" name="ph2372"/>
            <p:cNvSpPr/>
            <p:nvPr/>
          </p:nvSpPr>
          <p:spPr>
            <a:xfrm>
              <a:off x="3627143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73" name="ph2373"/>
            <p:cNvSpPr/>
            <p:nvPr/>
          </p:nvSpPr>
          <p:spPr>
            <a:xfrm>
              <a:off x="3639655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74" name="ph2374"/>
            <p:cNvSpPr/>
            <p:nvPr/>
          </p:nvSpPr>
          <p:spPr>
            <a:xfrm>
              <a:off x="3652167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75" name="ph2375"/>
            <p:cNvSpPr/>
            <p:nvPr/>
          </p:nvSpPr>
          <p:spPr>
            <a:xfrm>
              <a:off x="3664679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76" name="ph2376"/>
            <p:cNvSpPr/>
            <p:nvPr/>
          </p:nvSpPr>
          <p:spPr>
            <a:xfrm>
              <a:off x="3677192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77" name="ph2377"/>
            <p:cNvSpPr/>
            <p:nvPr/>
          </p:nvSpPr>
          <p:spPr>
            <a:xfrm>
              <a:off x="3689704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78" name="ph2378"/>
            <p:cNvSpPr/>
            <p:nvPr/>
          </p:nvSpPr>
          <p:spPr>
            <a:xfrm>
              <a:off x="3702216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79" name="ph2379"/>
            <p:cNvSpPr/>
            <p:nvPr/>
          </p:nvSpPr>
          <p:spPr>
            <a:xfrm>
              <a:off x="3714729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80" name="ph2380"/>
            <p:cNvSpPr/>
            <p:nvPr/>
          </p:nvSpPr>
          <p:spPr>
            <a:xfrm>
              <a:off x="3727241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81" name="ph2381"/>
            <p:cNvSpPr/>
            <p:nvPr/>
          </p:nvSpPr>
          <p:spPr>
            <a:xfrm>
              <a:off x="3739753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82" name="ph2382"/>
            <p:cNvSpPr/>
            <p:nvPr/>
          </p:nvSpPr>
          <p:spPr>
            <a:xfrm>
              <a:off x="3752265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83" name="ph2383"/>
            <p:cNvSpPr/>
            <p:nvPr/>
          </p:nvSpPr>
          <p:spPr>
            <a:xfrm>
              <a:off x="3764779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84" name="ph2384"/>
            <p:cNvSpPr/>
            <p:nvPr/>
          </p:nvSpPr>
          <p:spPr>
            <a:xfrm>
              <a:off x="3777291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85" name="ph2385"/>
            <p:cNvSpPr/>
            <p:nvPr/>
          </p:nvSpPr>
          <p:spPr>
            <a:xfrm>
              <a:off x="3789803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86" name="ph2386"/>
            <p:cNvSpPr/>
            <p:nvPr/>
          </p:nvSpPr>
          <p:spPr>
            <a:xfrm>
              <a:off x="3802315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87" name="ph2387"/>
            <p:cNvSpPr/>
            <p:nvPr/>
          </p:nvSpPr>
          <p:spPr>
            <a:xfrm>
              <a:off x="3814828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88" name="ph2388"/>
            <p:cNvSpPr/>
            <p:nvPr/>
          </p:nvSpPr>
          <p:spPr>
            <a:xfrm>
              <a:off x="3827340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89" name="ph2389"/>
            <p:cNvSpPr/>
            <p:nvPr/>
          </p:nvSpPr>
          <p:spPr>
            <a:xfrm>
              <a:off x="3839852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90" name="ph2390"/>
            <p:cNvSpPr/>
            <p:nvPr/>
          </p:nvSpPr>
          <p:spPr>
            <a:xfrm>
              <a:off x="3852365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91" name="ph2391"/>
            <p:cNvSpPr/>
            <p:nvPr/>
          </p:nvSpPr>
          <p:spPr>
            <a:xfrm>
              <a:off x="3864877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693">
                <a:alpha val="100000"/>
              </a:srgbClr>
            </a:solidFill>
            <a:ln w="5420" cap="flat">
              <a:solidFill>
                <a:srgbClr val="3A56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92" name="ph2392"/>
            <p:cNvSpPr/>
            <p:nvPr/>
          </p:nvSpPr>
          <p:spPr>
            <a:xfrm>
              <a:off x="3877389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93" name="ph2393"/>
            <p:cNvSpPr/>
            <p:nvPr/>
          </p:nvSpPr>
          <p:spPr>
            <a:xfrm>
              <a:off x="3889901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94" name="ph2394"/>
            <p:cNvSpPr/>
            <p:nvPr/>
          </p:nvSpPr>
          <p:spPr>
            <a:xfrm>
              <a:off x="3902415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95" name="ph2395"/>
            <p:cNvSpPr/>
            <p:nvPr/>
          </p:nvSpPr>
          <p:spPr>
            <a:xfrm>
              <a:off x="3914927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96" name="ph2396"/>
            <p:cNvSpPr/>
            <p:nvPr/>
          </p:nvSpPr>
          <p:spPr>
            <a:xfrm>
              <a:off x="3927439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97" name="ph2397"/>
            <p:cNvSpPr/>
            <p:nvPr/>
          </p:nvSpPr>
          <p:spPr>
            <a:xfrm>
              <a:off x="3939951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98" name="ph2398"/>
            <p:cNvSpPr/>
            <p:nvPr/>
          </p:nvSpPr>
          <p:spPr>
            <a:xfrm>
              <a:off x="3952464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99" name="ph2399"/>
            <p:cNvSpPr/>
            <p:nvPr/>
          </p:nvSpPr>
          <p:spPr>
            <a:xfrm>
              <a:off x="3964976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00" name="ph2400"/>
            <p:cNvSpPr/>
            <p:nvPr/>
          </p:nvSpPr>
          <p:spPr>
            <a:xfrm>
              <a:off x="3977488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01" name="ph2401"/>
            <p:cNvSpPr/>
            <p:nvPr/>
          </p:nvSpPr>
          <p:spPr>
            <a:xfrm>
              <a:off x="3990001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02" name="ph2402"/>
            <p:cNvSpPr/>
            <p:nvPr/>
          </p:nvSpPr>
          <p:spPr>
            <a:xfrm>
              <a:off x="4002513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03" name="ph2403"/>
            <p:cNvSpPr/>
            <p:nvPr/>
          </p:nvSpPr>
          <p:spPr>
            <a:xfrm>
              <a:off x="4015025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04" name="ph2404"/>
            <p:cNvSpPr/>
            <p:nvPr/>
          </p:nvSpPr>
          <p:spPr>
            <a:xfrm>
              <a:off x="4027537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05" name="ph2405"/>
            <p:cNvSpPr/>
            <p:nvPr/>
          </p:nvSpPr>
          <p:spPr>
            <a:xfrm>
              <a:off x="4040051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06" name="ph2406"/>
            <p:cNvSpPr/>
            <p:nvPr/>
          </p:nvSpPr>
          <p:spPr>
            <a:xfrm>
              <a:off x="4052563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07" name="ph2407"/>
            <p:cNvSpPr/>
            <p:nvPr/>
          </p:nvSpPr>
          <p:spPr>
            <a:xfrm>
              <a:off x="4065075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08" name="ph2408"/>
            <p:cNvSpPr/>
            <p:nvPr/>
          </p:nvSpPr>
          <p:spPr>
            <a:xfrm>
              <a:off x="4077587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09" name="ph2409"/>
            <p:cNvSpPr/>
            <p:nvPr/>
          </p:nvSpPr>
          <p:spPr>
            <a:xfrm>
              <a:off x="4090100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10" name="ph2410"/>
            <p:cNvSpPr/>
            <p:nvPr/>
          </p:nvSpPr>
          <p:spPr>
            <a:xfrm>
              <a:off x="4102612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11" name="ph2411"/>
            <p:cNvSpPr/>
            <p:nvPr/>
          </p:nvSpPr>
          <p:spPr>
            <a:xfrm>
              <a:off x="4115124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12" name="ph2412"/>
            <p:cNvSpPr/>
            <p:nvPr/>
          </p:nvSpPr>
          <p:spPr>
            <a:xfrm>
              <a:off x="4127637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13" name="ph2413"/>
            <p:cNvSpPr/>
            <p:nvPr/>
          </p:nvSpPr>
          <p:spPr>
            <a:xfrm>
              <a:off x="4140149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14" name="ph2414"/>
            <p:cNvSpPr/>
            <p:nvPr/>
          </p:nvSpPr>
          <p:spPr>
            <a:xfrm>
              <a:off x="4152661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15" name="ph2415"/>
            <p:cNvSpPr/>
            <p:nvPr/>
          </p:nvSpPr>
          <p:spPr>
            <a:xfrm>
              <a:off x="4165173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16" name="ph2416"/>
            <p:cNvSpPr/>
            <p:nvPr/>
          </p:nvSpPr>
          <p:spPr>
            <a:xfrm>
              <a:off x="4177687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17" name="ph2417"/>
            <p:cNvSpPr/>
            <p:nvPr/>
          </p:nvSpPr>
          <p:spPr>
            <a:xfrm>
              <a:off x="4190199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18" name="ph2418"/>
            <p:cNvSpPr/>
            <p:nvPr/>
          </p:nvSpPr>
          <p:spPr>
            <a:xfrm>
              <a:off x="4202711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19" name="ph2419"/>
            <p:cNvSpPr/>
            <p:nvPr/>
          </p:nvSpPr>
          <p:spPr>
            <a:xfrm>
              <a:off x="4215223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20" name="ph2420"/>
            <p:cNvSpPr/>
            <p:nvPr/>
          </p:nvSpPr>
          <p:spPr>
            <a:xfrm>
              <a:off x="4340347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21" name="ph2421"/>
            <p:cNvSpPr/>
            <p:nvPr/>
          </p:nvSpPr>
          <p:spPr>
            <a:xfrm>
              <a:off x="4352859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22" name="ph2422"/>
            <p:cNvSpPr/>
            <p:nvPr/>
          </p:nvSpPr>
          <p:spPr>
            <a:xfrm>
              <a:off x="4365372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23" name="ph2423"/>
            <p:cNvSpPr/>
            <p:nvPr/>
          </p:nvSpPr>
          <p:spPr>
            <a:xfrm>
              <a:off x="4377884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24" name="ph2424"/>
            <p:cNvSpPr/>
            <p:nvPr/>
          </p:nvSpPr>
          <p:spPr>
            <a:xfrm>
              <a:off x="4653156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25" name="ph2425"/>
            <p:cNvSpPr/>
            <p:nvPr/>
          </p:nvSpPr>
          <p:spPr>
            <a:xfrm>
              <a:off x="4665668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26" name="ph2426"/>
            <p:cNvSpPr/>
            <p:nvPr/>
          </p:nvSpPr>
          <p:spPr>
            <a:xfrm>
              <a:off x="4678180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27" name="ph2427"/>
            <p:cNvSpPr/>
            <p:nvPr/>
          </p:nvSpPr>
          <p:spPr>
            <a:xfrm>
              <a:off x="4690693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28" name="ph2428"/>
            <p:cNvSpPr/>
            <p:nvPr/>
          </p:nvSpPr>
          <p:spPr>
            <a:xfrm>
              <a:off x="4703205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29" name="ph2429"/>
            <p:cNvSpPr/>
            <p:nvPr/>
          </p:nvSpPr>
          <p:spPr>
            <a:xfrm>
              <a:off x="3251771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30" name="ph2430"/>
            <p:cNvSpPr/>
            <p:nvPr/>
          </p:nvSpPr>
          <p:spPr>
            <a:xfrm>
              <a:off x="3264284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31" name="ph2431"/>
            <p:cNvSpPr/>
            <p:nvPr/>
          </p:nvSpPr>
          <p:spPr>
            <a:xfrm>
              <a:off x="3627143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32" name="ph2432"/>
            <p:cNvSpPr/>
            <p:nvPr/>
          </p:nvSpPr>
          <p:spPr>
            <a:xfrm>
              <a:off x="3639655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33" name="ph2433"/>
            <p:cNvSpPr/>
            <p:nvPr/>
          </p:nvSpPr>
          <p:spPr>
            <a:xfrm>
              <a:off x="3652167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34" name="ph2434"/>
            <p:cNvSpPr/>
            <p:nvPr/>
          </p:nvSpPr>
          <p:spPr>
            <a:xfrm>
              <a:off x="3664679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35" name="ph2435"/>
            <p:cNvSpPr/>
            <p:nvPr/>
          </p:nvSpPr>
          <p:spPr>
            <a:xfrm>
              <a:off x="3677192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36" name="ph2436"/>
            <p:cNvSpPr/>
            <p:nvPr/>
          </p:nvSpPr>
          <p:spPr>
            <a:xfrm>
              <a:off x="3689704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37" name="ph2437"/>
            <p:cNvSpPr/>
            <p:nvPr/>
          </p:nvSpPr>
          <p:spPr>
            <a:xfrm>
              <a:off x="3702216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38" name="ph2438"/>
            <p:cNvSpPr/>
            <p:nvPr/>
          </p:nvSpPr>
          <p:spPr>
            <a:xfrm>
              <a:off x="3714729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39" name="ph2439"/>
            <p:cNvSpPr/>
            <p:nvPr/>
          </p:nvSpPr>
          <p:spPr>
            <a:xfrm>
              <a:off x="3727241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40" name="ph2440"/>
            <p:cNvSpPr/>
            <p:nvPr/>
          </p:nvSpPr>
          <p:spPr>
            <a:xfrm>
              <a:off x="3739753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41" name="ph2441"/>
            <p:cNvSpPr/>
            <p:nvPr/>
          </p:nvSpPr>
          <p:spPr>
            <a:xfrm>
              <a:off x="3752265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42" name="ph2442"/>
            <p:cNvSpPr/>
            <p:nvPr/>
          </p:nvSpPr>
          <p:spPr>
            <a:xfrm>
              <a:off x="3764779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43" name="ph2443"/>
            <p:cNvSpPr/>
            <p:nvPr/>
          </p:nvSpPr>
          <p:spPr>
            <a:xfrm>
              <a:off x="3777291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44" name="ph2444"/>
            <p:cNvSpPr/>
            <p:nvPr/>
          </p:nvSpPr>
          <p:spPr>
            <a:xfrm>
              <a:off x="3789803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45" name="ph2445"/>
            <p:cNvSpPr/>
            <p:nvPr/>
          </p:nvSpPr>
          <p:spPr>
            <a:xfrm>
              <a:off x="3802315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46" name="ph2446"/>
            <p:cNvSpPr/>
            <p:nvPr/>
          </p:nvSpPr>
          <p:spPr>
            <a:xfrm>
              <a:off x="3814828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47" name="ph2447"/>
            <p:cNvSpPr/>
            <p:nvPr/>
          </p:nvSpPr>
          <p:spPr>
            <a:xfrm>
              <a:off x="3827340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48" name="ph2448"/>
            <p:cNvSpPr/>
            <p:nvPr/>
          </p:nvSpPr>
          <p:spPr>
            <a:xfrm>
              <a:off x="3839852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49" name="ph2449"/>
            <p:cNvSpPr/>
            <p:nvPr/>
          </p:nvSpPr>
          <p:spPr>
            <a:xfrm>
              <a:off x="3852365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50" name="ph2450"/>
            <p:cNvSpPr/>
            <p:nvPr/>
          </p:nvSpPr>
          <p:spPr>
            <a:xfrm>
              <a:off x="3864877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51" name="ph2451"/>
            <p:cNvSpPr/>
            <p:nvPr/>
          </p:nvSpPr>
          <p:spPr>
            <a:xfrm>
              <a:off x="3877389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52" name="ph2452"/>
            <p:cNvSpPr/>
            <p:nvPr/>
          </p:nvSpPr>
          <p:spPr>
            <a:xfrm>
              <a:off x="3889901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53" name="ph2453"/>
            <p:cNvSpPr/>
            <p:nvPr/>
          </p:nvSpPr>
          <p:spPr>
            <a:xfrm>
              <a:off x="3902415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54" name="ph2454"/>
            <p:cNvSpPr/>
            <p:nvPr/>
          </p:nvSpPr>
          <p:spPr>
            <a:xfrm>
              <a:off x="3914927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55" name="ph2455"/>
            <p:cNvSpPr/>
            <p:nvPr/>
          </p:nvSpPr>
          <p:spPr>
            <a:xfrm>
              <a:off x="3927439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56" name="ph2456"/>
            <p:cNvSpPr/>
            <p:nvPr/>
          </p:nvSpPr>
          <p:spPr>
            <a:xfrm>
              <a:off x="3939951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57" name="ph2457"/>
            <p:cNvSpPr/>
            <p:nvPr/>
          </p:nvSpPr>
          <p:spPr>
            <a:xfrm>
              <a:off x="3952464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58" name="ph2458"/>
            <p:cNvSpPr/>
            <p:nvPr/>
          </p:nvSpPr>
          <p:spPr>
            <a:xfrm>
              <a:off x="3964976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59" name="ph2459"/>
            <p:cNvSpPr/>
            <p:nvPr/>
          </p:nvSpPr>
          <p:spPr>
            <a:xfrm>
              <a:off x="3977488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60" name="ph2460"/>
            <p:cNvSpPr/>
            <p:nvPr/>
          </p:nvSpPr>
          <p:spPr>
            <a:xfrm>
              <a:off x="3990001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61" name="ph2461"/>
            <p:cNvSpPr/>
            <p:nvPr/>
          </p:nvSpPr>
          <p:spPr>
            <a:xfrm>
              <a:off x="4002513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62" name="ph2462"/>
            <p:cNvSpPr/>
            <p:nvPr/>
          </p:nvSpPr>
          <p:spPr>
            <a:xfrm>
              <a:off x="4015025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63" name="ph2463"/>
            <p:cNvSpPr/>
            <p:nvPr/>
          </p:nvSpPr>
          <p:spPr>
            <a:xfrm>
              <a:off x="4027537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64" name="ph2464"/>
            <p:cNvSpPr/>
            <p:nvPr/>
          </p:nvSpPr>
          <p:spPr>
            <a:xfrm>
              <a:off x="4040051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65" name="ph2465"/>
            <p:cNvSpPr/>
            <p:nvPr/>
          </p:nvSpPr>
          <p:spPr>
            <a:xfrm>
              <a:off x="4052563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66" name="ph2466"/>
            <p:cNvSpPr/>
            <p:nvPr/>
          </p:nvSpPr>
          <p:spPr>
            <a:xfrm>
              <a:off x="4065075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67" name="ph2467"/>
            <p:cNvSpPr/>
            <p:nvPr/>
          </p:nvSpPr>
          <p:spPr>
            <a:xfrm>
              <a:off x="4077587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68" name="ph2468"/>
            <p:cNvSpPr/>
            <p:nvPr/>
          </p:nvSpPr>
          <p:spPr>
            <a:xfrm>
              <a:off x="4090100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69" name="ph2469"/>
            <p:cNvSpPr/>
            <p:nvPr/>
          </p:nvSpPr>
          <p:spPr>
            <a:xfrm>
              <a:off x="4102612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70" name="ph2470"/>
            <p:cNvSpPr/>
            <p:nvPr/>
          </p:nvSpPr>
          <p:spPr>
            <a:xfrm>
              <a:off x="4115124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71" name="ph2471"/>
            <p:cNvSpPr/>
            <p:nvPr/>
          </p:nvSpPr>
          <p:spPr>
            <a:xfrm>
              <a:off x="4127637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72" name="ph2472"/>
            <p:cNvSpPr/>
            <p:nvPr/>
          </p:nvSpPr>
          <p:spPr>
            <a:xfrm>
              <a:off x="4140149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73" name="ph2473"/>
            <p:cNvSpPr/>
            <p:nvPr/>
          </p:nvSpPr>
          <p:spPr>
            <a:xfrm>
              <a:off x="4152661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74" name="ph2474"/>
            <p:cNvSpPr/>
            <p:nvPr/>
          </p:nvSpPr>
          <p:spPr>
            <a:xfrm>
              <a:off x="4165173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75" name="ph2475"/>
            <p:cNvSpPr/>
            <p:nvPr/>
          </p:nvSpPr>
          <p:spPr>
            <a:xfrm>
              <a:off x="4177687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76" name="ph2476"/>
            <p:cNvSpPr/>
            <p:nvPr/>
          </p:nvSpPr>
          <p:spPr>
            <a:xfrm>
              <a:off x="4190199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77" name="ph2477"/>
            <p:cNvSpPr/>
            <p:nvPr/>
          </p:nvSpPr>
          <p:spPr>
            <a:xfrm>
              <a:off x="4202711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78" name="ph2478"/>
            <p:cNvSpPr/>
            <p:nvPr/>
          </p:nvSpPr>
          <p:spPr>
            <a:xfrm>
              <a:off x="4215223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79" name="ph2479"/>
            <p:cNvSpPr/>
            <p:nvPr/>
          </p:nvSpPr>
          <p:spPr>
            <a:xfrm>
              <a:off x="4327835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80" name="ph2480"/>
            <p:cNvSpPr/>
            <p:nvPr/>
          </p:nvSpPr>
          <p:spPr>
            <a:xfrm>
              <a:off x="4340347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81" name="ph2481"/>
            <p:cNvSpPr/>
            <p:nvPr/>
          </p:nvSpPr>
          <p:spPr>
            <a:xfrm>
              <a:off x="4352859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82" name="ph2482"/>
            <p:cNvSpPr/>
            <p:nvPr/>
          </p:nvSpPr>
          <p:spPr>
            <a:xfrm>
              <a:off x="4365372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83" name="ph2483"/>
            <p:cNvSpPr/>
            <p:nvPr/>
          </p:nvSpPr>
          <p:spPr>
            <a:xfrm>
              <a:off x="4377884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84" name="ph2484"/>
            <p:cNvSpPr/>
            <p:nvPr/>
          </p:nvSpPr>
          <p:spPr>
            <a:xfrm>
              <a:off x="4390396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85" name="ph2485"/>
            <p:cNvSpPr/>
            <p:nvPr/>
          </p:nvSpPr>
          <p:spPr>
            <a:xfrm>
              <a:off x="4402908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86" name="ph2486"/>
            <p:cNvSpPr/>
            <p:nvPr/>
          </p:nvSpPr>
          <p:spPr>
            <a:xfrm>
              <a:off x="4653156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87" name="ph2487"/>
            <p:cNvSpPr/>
            <p:nvPr/>
          </p:nvSpPr>
          <p:spPr>
            <a:xfrm>
              <a:off x="4665668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88" name="ph2488"/>
            <p:cNvSpPr/>
            <p:nvPr/>
          </p:nvSpPr>
          <p:spPr>
            <a:xfrm>
              <a:off x="4678180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89" name="ph2489"/>
            <p:cNvSpPr/>
            <p:nvPr/>
          </p:nvSpPr>
          <p:spPr>
            <a:xfrm>
              <a:off x="4690693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90" name="ph2490"/>
            <p:cNvSpPr/>
            <p:nvPr/>
          </p:nvSpPr>
          <p:spPr>
            <a:xfrm>
              <a:off x="4703205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91" name="ph2491"/>
            <p:cNvSpPr/>
            <p:nvPr/>
          </p:nvSpPr>
          <p:spPr>
            <a:xfrm>
              <a:off x="3239259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92" name="ph2492"/>
            <p:cNvSpPr/>
            <p:nvPr/>
          </p:nvSpPr>
          <p:spPr>
            <a:xfrm>
              <a:off x="3251771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93" name="ph2493"/>
            <p:cNvSpPr/>
            <p:nvPr/>
          </p:nvSpPr>
          <p:spPr>
            <a:xfrm>
              <a:off x="3264284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94" name="ph2494"/>
            <p:cNvSpPr/>
            <p:nvPr/>
          </p:nvSpPr>
          <p:spPr>
            <a:xfrm>
              <a:off x="3276796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95" name="ph2495"/>
            <p:cNvSpPr/>
            <p:nvPr/>
          </p:nvSpPr>
          <p:spPr>
            <a:xfrm>
              <a:off x="3289308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96" name="ph2496"/>
            <p:cNvSpPr/>
            <p:nvPr/>
          </p:nvSpPr>
          <p:spPr>
            <a:xfrm>
              <a:off x="3627143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97" name="ph2497"/>
            <p:cNvSpPr/>
            <p:nvPr/>
          </p:nvSpPr>
          <p:spPr>
            <a:xfrm>
              <a:off x="3639655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98" name="ph2498"/>
            <p:cNvSpPr/>
            <p:nvPr/>
          </p:nvSpPr>
          <p:spPr>
            <a:xfrm>
              <a:off x="3652167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99" name="ph2499"/>
            <p:cNvSpPr/>
            <p:nvPr/>
          </p:nvSpPr>
          <p:spPr>
            <a:xfrm>
              <a:off x="3664679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00" name="ph2500"/>
            <p:cNvSpPr/>
            <p:nvPr/>
          </p:nvSpPr>
          <p:spPr>
            <a:xfrm>
              <a:off x="3677192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01" name="ph2501"/>
            <p:cNvSpPr/>
            <p:nvPr/>
          </p:nvSpPr>
          <p:spPr>
            <a:xfrm>
              <a:off x="3689704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02" name="ph2502"/>
            <p:cNvSpPr/>
            <p:nvPr/>
          </p:nvSpPr>
          <p:spPr>
            <a:xfrm>
              <a:off x="3702216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03" name="ph2503"/>
            <p:cNvSpPr/>
            <p:nvPr/>
          </p:nvSpPr>
          <p:spPr>
            <a:xfrm>
              <a:off x="3714729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04" name="ph2504"/>
            <p:cNvSpPr/>
            <p:nvPr/>
          </p:nvSpPr>
          <p:spPr>
            <a:xfrm>
              <a:off x="3727241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05" name="ph2505"/>
            <p:cNvSpPr/>
            <p:nvPr/>
          </p:nvSpPr>
          <p:spPr>
            <a:xfrm>
              <a:off x="3739753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06" name="ph2506"/>
            <p:cNvSpPr/>
            <p:nvPr/>
          </p:nvSpPr>
          <p:spPr>
            <a:xfrm>
              <a:off x="3752265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07" name="ph2507"/>
            <p:cNvSpPr/>
            <p:nvPr/>
          </p:nvSpPr>
          <p:spPr>
            <a:xfrm>
              <a:off x="3764779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08" name="ph2508"/>
            <p:cNvSpPr/>
            <p:nvPr/>
          </p:nvSpPr>
          <p:spPr>
            <a:xfrm>
              <a:off x="3777291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09" name="ph2509"/>
            <p:cNvSpPr/>
            <p:nvPr/>
          </p:nvSpPr>
          <p:spPr>
            <a:xfrm>
              <a:off x="3789803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10" name="ph2510"/>
            <p:cNvSpPr/>
            <p:nvPr/>
          </p:nvSpPr>
          <p:spPr>
            <a:xfrm>
              <a:off x="3902415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896">
                <a:alpha val="100000"/>
              </a:srgbClr>
            </a:solidFill>
            <a:ln w="5420" cap="flat">
              <a:solidFill>
                <a:srgbClr val="3A58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11" name="ph2511"/>
            <p:cNvSpPr/>
            <p:nvPr/>
          </p:nvSpPr>
          <p:spPr>
            <a:xfrm>
              <a:off x="3914927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12" name="ph2512"/>
            <p:cNvSpPr/>
            <p:nvPr/>
          </p:nvSpPr>
          <p:spPr>
            <a:xfrm>
              <a:off x="3927439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13" name="ph2513"/>
            <p:cNvSpPr/>
            <p:nvPr/>
          </p:nvSpPr>
          <p:spPr>
            <a:xfrm>
              <a:off x="3939951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14" name="ph2514"/>
            <p:cNvSpPr/>
            <p:nvPr/>
          </p:nvSpPr>
          <p:spPr>
            <a:xfrm>
              <a:off x="3952464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15" name="ph2515"/>
            <p:cNvSpPr/>
            <p:nvPr/>
          </p:nvSpPr>
          <p:spPr>
            <a:xfrm>
              <a:off x="3964976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16" name="ph2516"/>
            <p:cNvSpPr/>
            <p:nvPr/>
          </p:nvSpPr>
          <p:spPr>
            <a:xfrm>
              <a:off x="3977488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17" name="ph2517"/>
            <p:cNvSpPr/>
            <p:nvPr/>
          </p:nvSpPr>
          <p:spPr>
            <a:xfrm>
              <a:off x="3990001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18" name="ph2518"/>
            <p:cNvSpPr/>
            <p:nvPr/>
          </p:nvSpPr>
          <p:spPr>
            <a:xfrm>
              <a:off x="4002513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19" name="ph2519"/>
            <p:cNvSpPr/>
            <p:nvPr/>
          </p:nvSpPr>
          <p:spPr>
            <a:xfrm>
              <a:off x="4015025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20" name="ph2520"/>
            <p:cNvSpPr/>
            <p:nvPr/>
          </p:nvSpPr>
          <p:spPr>
            <a:xfrm>
              <a:off x="4127637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21" name="ph2521"/>
            <p:cNvSpPr/>
            <p:nvPr/>
          </p:nvSpPr>
          <p:spPr>
            <a:xfrm>
              <a:off x="4140149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22" name="ph2522"/>
            <p:cNvSpPr/>
            <p:nvPr/>
          </p:nvSpPr>
          <p:spPr>
            <a:xfrm>
              <a:off x="4152661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23" name="ph2523"/>
            <p:cNvSpPr/>
            <p:nvPr/>
          </p:nvSpPr>
          <p:spPr>
            <a:xfrm>
              <a:off x="4165173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24" name="ph2524"/>
            <p:cNvSpPr/>
            <p:nvPr/>
          </p:nvSpPr>
          <p:spPr>
            <a:xfrm>
              <a:off x="4177687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25" name="ph2525"/>
            <p:cNvSpPr/>
            <p:nvPr/>
          </p:nvSpPr>
          <p:spPr>
            <a:xfrm>
              <a:off x="4190199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26" name="ph2526"/>
            <p:cNvSpPr/>
            <p:nvPr/>
          </p:nvSpPr>
          <p:spPr>
            <a:xfrm>
              <a:off x="4202711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27" name="ph2527"/>
            <p:cNvSpPr/>
            <p:nvPr/>
          </p:nvSpPr>
          <p:spPr>
            <a:xfrm>
              <a:off x="4215223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28" name="ph2528"/>
            <p:cNvSpPr/>
            <p:nvPr/>
          </p:nvSpPr>
          <p:spPr>
            <a:xfrm>
              <a:off x="4227736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29" name="ph2529"/>
            <p:cNvSpPr/>
            <p:nvPr/>
          </p:nvSpPr>
          <p:spPr>
            <a:xfrm>
              <a:off x="4302809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30" name="ph2530"/>
            <p:cNvSpPr/>
            <p:nvPr/>
          </p:nvSpPr>
          <p:spPr>
            <a:xfrm>
              <a:off x="4315323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31" name="ph2531"/>
            <p:cNvSpPr/>
            <p:nvPr/>
          </p:nvSpPr>
          <p:spPr>
            <a:xfrm>
              <a:off x="4327835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32" name="ph2532"/>
            <p:cNvSpPr/>
            <p:nvPr/>
          </p:nvSpPr>
          <p:spPr>
            <a:xfrm>
              <a:off x="4340347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33" name="ph2533"/>
            <p:cNvSpPr/>
            <p:nvPr/>
          </p:nvSpPr>
          <p:spPr>
            <a:xfrm>
              <a:off x="4352859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34" name="ph2534"/>
            <p:cNvSpPr/>
            <p:nvPr/>
          </p:nvSpPr>
          <p:spPr>
            <a:xfrm>
              <a:off x="4365372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35" name="ph2535"/>
            <p:cNvSpPr/>
            <p:nvPr/>
          </p:nvSpPr>
          <p:spPr>
            <a:xfrm>
              <a:off x="4377884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36" name="ph2536"/>
            <p:cNvSpPr/>
            <p:nvPr/>
          </p:nvSpPr>
          <p:spPr>
            <a:xfrm>
              <a:off x="4390396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37" name="ph2537"/>
            <p:cNvSpPr/>
            <p:nvPr/>
          </p:nvSpPr>
          <p:spPr>
            <a:xfrm>
              <a:off x="4402908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38" name="ph2538"/>
            <p:cNvSpPr/>
            <p:nvPr/>
          </p:nvSpPr>
          <p:spPr>
            <a:xfrm>
              <a:off x="4415421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39" name="ph2539"/>
            <p:cNvSpPr/>
            <p:nvPr/>
          </p:nvSpPr>
          <p:spPr>
            <a:xfrm>
              <a:off x="4427933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40" name="ph2540"/>
            <p:cNvSpPr/>
            <p:nvPr/>
          </p:nvSpPr>
          <p:spPr>
            <a:xfrm>
              <a:off x="4653156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41" name="ph2541"/>
            <p:cNvSpPr/>
            <p:nvPr/>
          </p:nvSpPr>
          <p:spPr>
            <a:xfrm>
              <a:off x="4665668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42" name="ph2542"/>
            <p:cNvSpPr/>
            <p:nvPr/>
          </p:nvSpPr>
          <p:spPr>
            <a:xfrm>
              <a:off x="4678180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43" name="ph2543"/>
            <p:cNvSpPr/>
            <p:nvPr/>
          </p:nvSpPr>
          <p:spPr>
            <a:xfrm>
              <a:off x="4690693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44" name="ph2544"/>
            <p:cNvSpPr/>
            <p:nvPr/>
          </p:nvSpPr>
          <p:spPr>
            <a:xfrm>
              <a:off x="4703205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45" name="ph2545"/>
            <p:cNvSpPr/>
            <p:nvPr/>
          </p:nvSpPr>
          <p:spPr>
            <a:xfrm>
              <a:off x="3139160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46" name="ph2546"/>
            <p:cNvSpPr/>
            <p:nvPr/>
          </p:nvSpPr>
          <p:spPr>
            <a:xfrm>
              <a:off x="3151672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47" name="ph2547"/>
            <p:cNvSpPr/>
            <p:nvPr/>
          </p:nvSpPr>
          <p:spPr>
            <a:xfrm>
              <a:off x="3164185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48" name="ph2548"/>
            <p:cNvSpPr/>
            <p:nvPr/>
          </p:nvSpPr>
          <p:spPr>
            <a:xfrm>
              <a:off x="3226747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49" name="ph2549"/>
            <p:cNvSpPr/>
            <p:nvPr/>
          </p:nvSpPr>
          <p:spPr>
            <a:xfrm>
              <a:off x="3239259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50" name="ph2550"/>
            <p:cNvSpPr/>
            <p:nvPr/>
          </p:nvSpPr>
          <p:spPr>
            <a:xfrm>
              <a:off x="3251771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51" name="ph2551"/>
            <p:cNvSpPr/>
            <p:nvPr/>
          </p:nvSpPr>
          <p:spPr>
            <a:xfrm>
              <a:off x="3264284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52" name="ph2552"/>
            <p:cNvSpPr/>
            <p:nvPr/>
          </p:nvSpPr>
          <p:spPr>
            <a:xfrm>
              <a:off x="3276796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53" name="ph2553"/>
            <p:cNvSpPr/>
            <p:nvPr/>
          </p:nvSpPr>
          <p:spPr>
            <a:xfrm>
              <a:off x="3289308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54" name="ph2554"/>
            <p:cNvSpPr/>
            <p:nvPr/>
          </p:nvSpPr>
          <p:spPr>
            <a:xfrm>
              <a:off x="3301821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55" name="ph2555"/>
            <p:cNvSpPr/>
            <p:nvPr/>
          </p:nvSpPr>
          <p:spPr>
            <a:xfrm>
              <a:off x="3314333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56" name="ph2556"/>
            <p:cNvSpPr/>
            <p:nvPr/>
          </p:nvSpPr>
          <p:spPr>
            <a:xfrm>
              <a:off x="3326845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57" name="ph2557"/>
            <p:cNvSpPr/>
            <p:nvPr/>
          </p:nvSpPr>
          <p:spPr>
            <a:xfrm>
              <a:off x="3339357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58" name="ph2558"/>
            <p:cNvSpPr/>
            <p:nvPr/>
          </p:nvSpPr>
          <p:spPr>
            <a:xfrm>
              <a:off x="3351871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59" name="ph2559"/>
            <p:cNvSpPr/>
            <p:nvPr/>
          </p:nvSpPr>
          <p:spPr>
            <a:xfrm>
              <a:off x="3451969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60" name="ph2560"/>
            <p:cNvSpPr/>
            <p:nvPr/>
          </p:nvSpPr>
          <p:spPr>
            <a:xfrm>
              <a:off x="3464481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61" name="ph2561"/>
            <p:cNvSpPr/>
            <p:nvPr/>
          </p:nvSpPr>
          <p:spPr>
            <a:xfrm>
              <a:off x="3476993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62" name="ph2562"/>
            <p:cNvSpPr/>
            <p:nvPr/>
          </p:nvSpPr>
          <p:spPr>
            <a:xfrm>
              <a:off x="3489507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63" name="ph2563"/>
            <p:cNvSpPr/>
            <p:nvPr/>
          </p:nvSpPr>
          <p:spPr>
            <a:xfrm>
              <a:off x="3502019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64" name="ph2564"/>
            <p:cNvSpPr/>
            <p:nvPr/>
          </p:nvSpPr>
          <p:spPr>
            <a:xfrm>
              <a:off x="3627143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65" name="ph2565"/>
            <p:cNvSpPr/>
            <p:nvPr/>
          </p:nvSpPr>
          <p:spPr>
            <a:xfrm>
              <a:off x="3639655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66" name="ph2566"/>
            <p:cNvSpPr/>
            <p:nvPr/>
          </p:nvSpPr>
          <p:spPr>
            <a:xfrm>
              <a:off x="3652167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67" name="ph2567"/>
            <p:cNvSpPr/>
            <p:nvPr/>
          </p:nvSpPr>
          <p:spPr>
            <a:xfrm>
              <a:off x="3664679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68" name="ph2568"/>
            <p:cNvSpPr/>
            <p:nvPr/>
          </p:nvSpPr>
          <p:spPr>
            <a:xfrm>
              <a:off x="3677192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69" name="ph2569"/>
            <p:cNvSpPr/>
            <p:nvPr/>
          </p:nvSpPr>
          <p:spPr>
            <a:xfrm>
              <a:off x="3689704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70" name="ph2570"/>
            <p:cNvSpPr/>
            <p:nvPr/>
          </p:nvSpPr>
          <p:spPr>
            <a:xfrm>
              <a:off x="3702216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71" name="ph2571"/>
            <p:cNvSpPr/>
            <p:nvPr/>
          </p:nvSpPr>
          <p:spPr>
            <a:xfrm>
              <a:off x="3714729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72" name="ph2572"/>
            <p:cNvSpPr/>
            <p:nvPr/>
          </p:nvSpPr>
          <p:spPr>
            <a:xfrm>
              <a:off x="3727241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73" name="ph2573"/>
            <p:cNvSpPr/>
            <p:nvPr/>
          </p:nvSpPr>
          <p:spPr>
            <a:xfrm>
              <a:off x="3739753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74" name="ph2574"/>
            <p:cNvSpPr/>
            <p:nvPr/>
          </p:nvSpPr>
          <p:spPr>
            <a:xfrm>
              <a:off x="3752265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75" name="ph2575"/>
            <p:cNvSpPr/>
            <p:nvPr/>
          </p:nvSpPr>
          <p:spPr>
            <a:xfrm>
              <a:off x="3764779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76" name="ph2576"/>
            <p:cNvSpPr/>
            <p:nvPr/>
          </p:nvSpPr>
          <p:spPr>
            <a:xfrm>
              <a:off x="3777291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77" name="ph2577"/>
            <p:cNvSpPr/>
            <p:nvPr/>
          </p:nvSpPr>
          <p:spPr>
            <a:xfrm>
              <a:off x="3789803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78" name="ph2578"/>
            <p:cNvSpPr/>
            <p:nvPr/>
          </p:nvSpPr>
          <p:spPr>
            <a:xfrm>
              <a:off x="4165173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79" name="ph2579"/>
            <p:cNvSpPr/>
            <p:nvPr/>
          </p:nvSpPr>
          <p:spPr>
            <a:xfrm>
              <a:off x="4177687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80" name="ph2580"/>
            <p:cNvSpPr/>
            <p:nvPr/>
          </p:nvSpPr>
          <p:spPr>
            <a:xfrm>
              <a:off x="4190199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81" name="ph2581"/>
            <p:cNvSpPr/>
            <p:nvPr/>
          </p:nvSpPr>
          <p:spPr>
            <a:xfrm>
              <a:off x="4202711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82" name="ph2582"/>
            <p:cNvSpPr/>
            <p:nvPr/>
          </p:nvSpPr>
          <p:spPr>
            <a:xfrm>
              <a:off x="4215223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83" name="ph2583"/>
            <p:cNvSpPr/>
            <p:nvPr/>
          </p:nvSpPr>
          <p:spPr>
            <a:xfrm>
              <a:off x="4227736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84" name="ph2584"/>
            <p:cNvSpPr/>
            <p:nvPr/>
          </p:nvSpPr>
          <p:spPr>
            <a:xfrm>
              <a:off x="4240248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85" name="ph2585"/>
            <p:cNvSpPr/>
            <p:nvPr/>
          </p:nvSpPr>
          <p:spPr>
            <a:xfrm>
              <a:off x="4265272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86" name="ph2586"/>
            <p:cNvSpPr/>
            <p:nvPr/>
          </p:nvSpPr>
          <p:spPr>
            <a:xfrm>
              <a:off x="4277785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87" name="ph2587"/>
            <p:cNvSpPr/>
            <p:nvPr/>
          </p:nvSpPr>
          <p:spPr>
            <a:xfrm>
              <a:off x="4290297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88" name="ph2588"/>
            <p:cNvSpPr/>
            <p:nvPr/>
          </p:nvSpPr>
          <p:spPr>
            <a:xfrm>
              <a:off x="4302809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89" name="ph2589"/>
            <p:cNvSpPr/>
            <p:nvPr/>
          </p:nvSpPr>
          <p:spPr>
            <a:xfrm>
              <a:off x="4315323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90" name="ph2590"/>
            <p:cNvSpPr/>
            <p:nvPr/>
          </p:nvSpPr>
          <p:spPr>
            <a:xfrm>
              <a:off x="4327835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91" name="ph2591"/>
            <p:cNvSpPr/>
            <p:nvPr/>
          </p:nvSpPr>
          <p:spPr>
            <a:xfrm>
              <a:off x="4340347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92" name="ph2592"/>
            <p:cNvSpPr/>
            <p:nvPr/>
          </p:nvSpPr>
          <p:spPr>
            <a:xfrm>
              <a:off x="4352859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93" name="ph2593"/>
            <p:cNvSpPr/>
            <p:nvPr/>
          </p:nvSpPr>
          <p:spPr>
            <a:xfrm>
              <a:off x="4365372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94" name="ph2594"/>
            <p:cNvSpPr/>
            <p:nvPr/>
          </p:nvSpPr>
          <p:spPr>
            <a:xfrm>
              <a:off x="4377884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95" name="ph2595"/>
            <p:cNvSpPr/>
            <p:nvPr/>
          </p:nvSpPr>
          <p:spPr>
            <a:xfrm>
              <a:off x="4390396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96" name="ph2596"/>
            <p:cNvSpPr/>
            <p:nvPr/>
          </p:nvSpPr>
          <p:spPr>
            <a:xfrm>
              <a:off x="4402908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97" name="ph2597"/>
            <p:cNvSpPr/>
            <p:nvPr/>
          </p:nvSpPr>
          <p:spPr>
            <a:xfrm>
              <a:off x="4415421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98" name="ph2598"/>
            <p:cNvSpPr/>
            <p:nvPr/>
          </p:nvSpPr>
          <p:spPr>
            <a:xfrm>
              <a:off x="4427933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99" name="ph2599"/>
            <p:cNvSpPr/>
            <p:nvPr/>
          </p:nvSpPr>
          <p:spPr>
            <a:xfrm>
              <a:off x="4440445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00" name="ph2600"/>
            <p:cNvSpPr/>
            <p:nvPr/>
          </p:nvSpPr>
          <p:spPr>
            <a:xfrm>
              <a:off x="4665668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01" name="ph2601"/>
            <p:cNvSpPr/>
            <p:nvPr/>
          </p:nvSpPr>
          <p:spPr>
            <a:xfrm>
              <a:off x="4678180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02" name="ph2602"/>
            <p:cNvSpPr/>
            <p:nvPr/>
          </p:nvSpPr>
          <p:spPr>
            <a:xfrm>
              <a:off x="4690693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03" name="ph2603"/>
            <p:cNvSpPr/>
            <p:nvPr/>
          </p:nvSpPr>
          <p:spPr>
            <a:xfrm>
              <a:off x="4703205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5693">
                <a:alpha val="100000"/>
              </a:srgbClr>
            </a:solidFill>
            <a:ln w="5420" cap="flat">
              <a:solidFill>
                <a:srgbClr val="3A56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04" name="ph2604"/>
            <p:cNvSpPr/>
            <p:nvPr/>
          </p:nvSpPr>
          <p:spPr>
            <a:xfrm>
              <a:off x="3114135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05" name="ph2605"/>
            <p:cNvSpPr/>
            <p:nvPr/>
          </p:nvSpPr>
          <p:spPr>
            <a:xfrm>
              <a:off x="3126648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06" name="ph2606"/>
            <p:cNvSpPr/>
            <p:nvPr/>
          </p:nvSpPr>
          <p:spPr>
            <a:xfrm>
              <a:off x="3139160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07" name="ph2607"/>
            <p:cNvSpPr/>
            <p:nvPr/>
          </p:nvSpPr>
          <p:spPr>
            <a:xfrm>
              <a:off x="3151672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08" name="ph2608"/>
            <p:cNvSpPr/>
            <p:nvPr/>
          </p:nvSpPr>
          <p:spPr>
            <a:xfrm>
              <a:off x="3164185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09" name="ph2609"/>
            <p:cNvSpPr/>
            <p:nvPr/>
          </p:nvSpPr>
          <p:spPr>
            <a:xfrm>
              <a:off x="3176697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10" name="ph2610"/>
            <p:cNvSpPr/>
            <p:nvPr/>
          </p:nvSpPr>
          <p:spPr>
            <a:xfrm>
              <a:off x="3214235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11" name="ph2611"/>
            <p:cNvSpPr/>
            <p:nvPr/>
          </p:nvSpPr>
          <p:spPr>
            <a:xfrm>
              <a:off x="3226747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12" name="ph2612"/>
            <p:cNvSpPr/>
            <p:nvPr/>
          </p:nvSpPr>
          <p:spPr>
            <a:xfrm>
              <a:off x="3239259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13" name="ph2613"/>
            <p:cNvSpPr/>
            <p:nvPr/>
          </p:nvSpPr>
          <p:spPr>
            <a:xfrm>
              <a:off x="3251771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14" name="ph2614"/>
            <p:cNvSpPr/>
            <p:nvPr/>
          </p:nvSpPr>
          <p:spPr>
            <a:xfrm>
              <a:off x="3264284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15" name="ph2615"/>
            <p:cNvSpPr/>
            <p:nvPr/>
          </p:nvSpPr>
          <p:spPr>
            <a:xfrm>
              <a:off x="3276796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16" name="ph2616"/>
            <p:cNvSpPr/>
            <p:nvPr/>
          </p:nvSpPr>
          <p:spPr>
            <a:xfrm>
              <a:off x="3289308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17" name="ph2617"/>
            <p:cNvSpPr/>
            <p:nvPr/>
          </p:nvSpPr>
          <p:spPr>
            <a:xfrm>
              <a:off x="3301821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18" name="ph2618"/>
            <p:cNvSpPr/>
            <p:nvPr/>
          </p:nvSpPr>
          <p:spPr>
            <a:xfrm>
              <a:off x="3314333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19" name="ph2619"/>
            <p:cNvSpPr/>
            <p:nvPr/>
          </p:nvSpPr>
          <p:spPr>
            <a:xfrm>
              <a:off x="3326845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20" name="ph2620"/>
            <p:cNvSpPr/>
            <p:nvPr/>
          </p:nvSpPr>
          <p:spPr>
            <a:xfrm>
              <a:off x="3339357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21" name="ph2621"/>
            <p:cNvSpPr/>
            <p:nvPr/>
          </p:nvSpPr>
          <p:spPr>
            <a:xfrm>
              <a:off x="3351871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22" name="ph2622"/>
            <p:cNvSpPr/>
            <p:nvPr/>
          </p:nvSpPr>
          <p:spPr>
            <a:xfrm>
              <a:off x="3364383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23" name="ph2623"/>
            <p:cNvSpPr/>
            <p:nvPr/>
          </p:nvSpPr>
          <p:spPr>
            <a:xfrm>
              <a:off x="3376895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24" name="ph2624"/>
            <p:cNvSpPr/>
            <p:nvPr/>
          </p:nvSpPr>
          <p:spPr>
            <a:xfrm>
              <a:off x="3439457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25" name="ph2625"/>
            <p:cNvSpPr/>
            <p:nvPr/>
          </p:nvSpPr>
          <p:spPr>
            <a:xfrm>
              <a:off x="3451969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26" name="ph2626"/>
            <p:cNvSpPr/>
            <p:nvPr/>
          </p:nvSpPr>
          <p:spPr>
            <a:xfrm>
              <a:off x="3464481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27" name="ph2627"/>
            <p:cNvSpPr/>
            <p:nvPr/>
          </p:nvSpPr>
          <p:spPr>
            <a:xfrm>
              <a:off x="3476993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28" name="ph2628"/>
            <p:cNvSpPr/>
            <p:nvPr/>
          </p:nvSpPr>
          <p:spPr>
            <a:xfrm>
              <a:off x="3489507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29" name="ph2629"/>
            <p:cNvSpPr/>
            <p:nvPr/>
          </p:nvSpPr>
          <p:spPr>
            <a:xfrm>
              <a:off x="3502019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30" name="ph2630"/>
            <p:cNvSpPr/>
            <p:nvPr/>
          </p:nvSpPr>
          <p:spPr>
            <a:xfrm>
              <a:off x="3514531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31" name="ph2631"/>
            <p:cNvSpPr/>
            <p:nvPr/>
          </p:nvSpPr>
          <p:spPr>
            <a:xfrm>
              <a:off x="3527043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32" name="ph2632"/>
            <p:cNvSpPr/>
            <p:nvPr/>
          </p:nvSpPr>
          <p:spPr>
            <a:xfrm>
              <a:off x="3652167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33" name="ph2633"/>
            <p:cNvSpPr/>
            <p:nvPr/>
          </p:nvSpPr>
          <p:spPr>
            <a:xfrm>
              <a:off x="3664679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34" name="ph2634"/>
            <p:cNvSpPr/>
            <p:nvPr/>
          </p:nvSpPr>
          <p:spPr>
            <a:xfrm>
              <a:off x="3677192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35" name="ph2635"/>
            <p:cNvSpPr/>
            <p:nvPr/>
          </p:nvSpPr>
          <p:spPr>
            <a:xfrm>
              <a:off x="3689704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36" name="ph2636"/>
            <p:cNvSpPr/>
            <p:nvPr/>
          </p:nvSpPr>
          <p:spPr>
            <a:xfrm>
              <a:off x="3702216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37" name="ph2637"/>
            <p:cNvSpPr/>
            <p:nvPr/>
          </p:nvSpPr>
          <p:spPr>
            <a:xfrm>
              <a:off x="3714729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38" name="ph2638"/>
            <p:cNvSpPr/>
            <p:nvPr/>
          </p:nvSpPr>
          <p:spPr>
            <a:xfrm>
              <a:off x="3727241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39" name="ph2639"/>
            <p:cNvSpPr/>
            <p:nvPr/>
          </p:nvSpPr>
          <p:spPr>
            <a:xfrm>
              <a:off x="3739753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40" name="ph2640"/>
            <p:cNvSpPr/>
            <p:nvPr/>
          </p:nvSpPr>
          <p:spPr>
            <a:xfrm>
              <a:off x="3752265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41" name="ph2641"/>
            <p:cNvSpPr/>
            <p:nvPr/>
          </p:nvSpPr>
          <p:spPr>
            <a:xfrm>
              <a:off x="3764779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42" name="ph2642"/>
            <p:cNvSpPr/>
            <p:nvPr/>
          </p:nvSpPr>
          <p:spPr>
            <a:xfrm>
              <a:off x="3777291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43" name="ph2643"/>
            <p:cNvSpPr/>
            <p:nvPr/>
          </p:nvSpPr>
          <p:spPr>
            <a:xfrm>
              <a:off x="3789803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44" name="ph2644"/>
            <p:cNvSpPr/>
            <p:nvPr/>
          </p:nvSpPr>
          <p:spPr>
            <a:xfrm>
              <a:off x="4177687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45" name="ph2645"/>
            <p:cNvSpPr/>
            <p:nvPr/>
          </p:nvSpPr>
          <p:spPr>
            <a:xfrm>
              <a:off x="4190199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46" name="ph2646"/>
            <p:cNvSpPr/>
            <p:nvPr/>
          </p:nvSpPr>
          <p:spPr>
            <a:xfrm>
              <a:off x="4202711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47" name="ph2647"/>
            <p:cNvSpPr/>
            <p:nvPr/>
          </p:nvSpPr>
          <p:spPr>
            <a:xfrm>
              <a:off x="4215223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48" name="ph2648"/>
            <p:cNvSpPr/>
            <p:nvPr/>
          </p:nvSpPr>
          <p:spPr>
            <a:xfrm>
              <a:off x="4227736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49" name="ph2649"/>
            <p:cNvSpPr/>
            <p:nvPr/>
          </p:nvSpPr>
          <p:spPr>
            <a:xfrm>
              <a:off x="4240248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50" name="ph2650"/>
            <p:cNvSpPr/>
            <p:nvPr/>
          </p:nvSpPr>
          <p:spPr>
            <a:xfrm>
              <a:off x="4252760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51" name="ph2651"/>
            <p:cNvSpPr/>
            <p:nvPr/>
          </p:nvSpPr>
          <p:spPr>
            <a:xfrm>
              <a:off x="4265272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52" name="ph2652"/>
            <p:cNvSpPr/>
            <p:nvPr/>
          </p:nvSpPr>
          <p:spPr>
            <a:xfrm>
              <a:off x="4277785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53" name="ph2653"/>
            <p:cNvSpPr/>
            <p:nvPr/>
          </p:nvSpPr>
          <p:spPr>
            <a:xfrm>
              <a:off x="4290297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54" name="ph2654"/>
            <p:cNvSpPr/>
            <p:nvPr/>
          </p:nvSpPr>
          <p:spPr>
            <a:xfrm>
              <a:off x="4302809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55" name="ph2655"/>
            <p:cNvSpPr/>
            <p:nvPr/>
          </p:nvSpPr>
          <p:spPr>
            <a:xfrm>
              <a:off x="4315323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56" name="ph2656"/>
            <p:cNvSpPr/>
            <p:nvPr/>
          </p:nvSpPr>
          <p:spPr>
            <a:xfrm>
              <a:off x="4327835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57" name="ph2657"/>
            <p:cNvSpPr/>
            <p:nvPr/>
          </p:nvSpPr>
          <p:spPr>
            <a:xfrm>
              <a:off x="4340347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58" name="ph2658"/>
            <p:cNvSpPr/>
            <p:nvPr/>
          </p:nvSpPr>
          <p:spPr>
            <a:xfrm>
              <a:off x="4352859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59" name="ph2659"/>
            <p:cNvSpPr/>
            <p:nvPr/>
          </p:nvSpPr>
          <p:spPr>
            <a:xfrm>
              <a:off x="4365372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60" name="ph2660"/>
            <p:cNvSpPr/>
            <p:nvPr/>
          </p:nvSpPr>
          <p:spPr>
            <a:xfrm>
              <a:off x="4377884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61" name="ph2661"/>
            <p:cNvSpPr/>
            <p:nvPr/>
          </p:nvSpPr>
          <p:spPr>
            <a:xfrm>
              <a:off x="4390396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62" name="ph2662"/>
            <p:cNvSpPr/>
            <p:nvPr/>
          </p:nvSpPr>
          <p:spPr>
            <a:xfrm>
              <a:off x="4402908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63" name="ph2663"/>
            <p:cNvSpPr/>
            <p:nvPr/>
          </p:nvSpPr>
          <p:spPr>
            <a:xfrm>
              <a:off x="4415421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64" name="ph2664"/>
            <p:cNvSpPr/>
            <p:nvPr/>
          </p:nvSpPr>
          <p:spPr>
            <a:xfrm>
              <a:off x="4427933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65" name="ph2665"/>
            <p:cNvSpPr/>
            <p:nvPr/>
          </p:nvSpPr>
          <p:spPr>
            <a:xfrm>
              <a:off x="4440445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66" name="ph2666"/>
            <p:cNvSpPr/>
            <p:nvPr/>
          </p:nvSpPr>
          <p:spPr>
            <a:xfrm>
              <a:off x="4452959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67" name="ph2667"/>
            <p:cNvSpPr/>
            <p:nvPr/>
          </p:nvSpPr>
          <p:spPr>
            <a:xfrm>
              <a:off x="4665668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68" name="ph2668"/>
            <p:cNvSpPr/>
            <p:nvPr/>
          </p:nvSpPr>
          <p:spPr>
            <a:xfrm>
              <a:off x="4678180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69" name="ph2669"/>
            <p:cNvSpPr/>
            <p:nvPr/>
          </p:nvSpPr>
          <p:spPr>
            <a:xfrm>
              <a:off x="4690693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70" name="ph2670"/>
            <p:cNvSpPr/>
            <p:nvPr/>
          </p:nvSpPr>
          <p:spPr>
            <a:xfrm>
              <a:off x="4703205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71" name="ph2671"/>
            <p:cNvSpPr/>
            <p:nvPr/>
          </p:nvSpPr>
          <p:spPr>
            <a:xfrm>
              <a:off x="4715717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72" name="ph2672"/>
            <p:cNvSpPr/>
            <p:nvPr/>
          </p:nvSpPr>
          <p:spPr>
            <a:xfrm>
              <a:off x="3101623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73" name="ph2673"/>
            <p:cNvSpPr/>
            <p:nvPr/>
          </p:nvSpPr>
          <p:spPr>
            <a:xfrm>
              <a:off x="3114135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74" name="ph2674"/>
            <p:cNvSpPr/>
            <p:nvPr/>
          </p:nvSpPr>
          <p:spPr>
            <a:xfrm>
              <a:off x="3126648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75" name="ph2675"/>
            <p:cNvSpPr/>
            <p:nvPr/>
          </p:nvSpPr>
          <p:spPr>
            <a:xfrm>
              <a:off x="3139160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76" name="ph2676"/>
            <p:cNvSpPr/>
            <p:nvPr/>
          </p:nvSpPr>
          <p:spPr>
            <a:xfrm>
              <a:off x="3151672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77" name="ph2677"/>
            <p:cNvSpPr/>
            <p:nvPr/>
          </p:nvSpPr>
          <p:spPr>
            <a:xfrm>
              <a:off x="3164185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78" name="ph2678"/>
            <p:cNvSpPr/>
            <p:nvPr/>
          </p:nvSpPr>
          <p:spPr>
            <a:xfrm>
              <a:off x="3176697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79" name="ph2679"/>
            <p:cNvSpPr/>
            <p:nvPr/>
          </p:nvSpPr>
          <p:spPr>
            <a:xfrm>
              <a:off x="3189209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80" name="ph2680"/>
            <p:cNvSpPr/>
            <p:nvPr/>
          </p:nvSpPr>
          <p:spPr>
            <a:xfrm>
              <a:off x="3201721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81" name="ph2681"/>
            <p:cNvSpPr/>
            <p:nvPr/>
          </p:nvSpPr>
          <p:spPr>
            <a:xfrm>
              <a:off x="3214235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82" name="ph2682"/>
            <p:cNvSpPr/>
            <p:nvPr/>
          </p:nvSpPr>
          <p:spPr>
            <a:xfrm>
              <a:off x="3226747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83" name="ph2683"/>
            <p:cNvSpPr/>
            <p:nvPr/>
          </p:nvSpPr>
          <p:spPr>
            <a:xfrm>
              <a:off x="3239259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84" name="ph2684"/>
            <p:cNvSpPr/>
            <p:nvPr/>
          </p:nvSpPr>
          <p:spPr>
            <a:xfrm>
              <a:off x="3251771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85" name="ph2685"/>
            <p:cNvSpPr/>
            <p:nvPr/>
          </p:nvSpPr>
          <p:spPr>
            <a:xfrm>
              <a:off x="3264284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86" name="ph2686"/>
            <p:cNvSpPr/>
            <p:nvPr/>
          </p:nvSpPr>
          <p:spPr>
            <a:xfrm>
              <a:off x="3276796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87" name="ph2687"/>
            <p:cNvSpPr/>
            <p:nvPr/>
          </p:nvSpPr>
          <p:spPr>
            <a:xfrm>
              <a:off x="3289308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88" name="ph2688"/>
            <p:cNvSpPr/>
            <p:nvPr/>
          </p:nvSpPr>
          <p:spPr>
            <a:xfrm>
              <a:off x="3301821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89" name="ph2689"/>
            <p:cNvSpPr/>
            <p:nvPr/>
          </p:nvSpPr>
          <p:spPr>
            <a:xfrm>
              <a:off x="3314333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90" name="ph2690"/>
            <p:cNvSpPr/>
            <p:nvPr/>
          </p:nvSpPr>
          <p:spPr>
            <a:xfrm>
              <a:off x="3326845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91" name="ph2691"/>
            <p:cNvSpPr/>
            <p:nvPr/>
          </p:nvSpPr>
          <p:spPr>
            <a:xfrm>
              <a:off x="3339357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92" name="ph2692"/>
            <p:cNvSpPr/>
            <p:nvPr/>
          </p:nvSpPr>
          <p:spPr>
            <a:xfrm>
              <a:off x="3351871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93" name="ph2693"/>
            <p:cNvSpPr/>
            <p:nvPr/>
          </p:nvSpPr>
          <p:spPr>
            <a:xfrm>
              <a:off x="3364383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94" name="ph2694"/>
            <p:cNvSpPr/>
            <p:nvPr/>
          </p:nvSpPr>
          <p:spPr>
            <a:xfrm>
              <a:off x="3376895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95" name="ph2695"/>
            <p:cNvSpPr/>
            <p:nvPr/>
          </p:nvSpPr>
          <p:spPr>
            <a:xfrm>
              <a:off x="3389407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96" name="ph2696"/>
            <p:cNvSpPr/>
            <p:nvPr/>
          </p:nvSpPr>
          <p:spPr>
            <a:xfrm>
              <a:off x="3401920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97" name="ph2697"/>
            <p:cNvSpPr/>
            <p:nvPr/>
          </p:nvSpPr>
          <p:spPr>
            <a:xfrm>
              <a:off x="3414432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98" name="ph2698"/>
            <p:cNvSpPr/>
            <p:nvPr/>
          </p:nvSpPr>
          <p:spPr>
            <a:xfrm>
              <a:off x="3426944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99" name="ph2699"/>
            <p:cNvSpPr/>
            <p:nvPr/>
          </p:nvSpPr>
          <p:spPr>
            <a:xfrm>
              <a:off x="3439457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00" name="ph2700"/>
            <p:cNvSpPr/>
            <p:nvPr/>
          </p:nvSpPr>
          <p:spPr>
            <a:xfrm>
              <a:off x="3451969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01" name="ph2701"/>
            <p:cNvSpPr/>
            <p:nvPr/>
          </p:nvSpPr>
          <p:spPr>
            <a:xfrm>
              <a:off x="3464481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02" name="ph2702"/>
            <p:cNvSpPr/>
            <p:nvPr/>
          </p:nvSpPr>
          <p:spPr>
            <a:xfrm>
              <a:off x="3476993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03" name="ph2703"/>
            <p:cNvSpPr/>
            <p:nvPr/>
          </p:nvSpPr>
          <p:spPr>
            <a:xfrm>
              <a:off x="3489507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04" name="ph2704"/>
            <p:cNvSpPr/>
            <p:nvPr/>
          </p:nvSpPr>
          <p:spPr>
            <a:xfrm>
              <a:off x="3502019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05" name="ph2705"/>
            <p:cNvSpPr/>
            <p:nvPr/>
          </p:nvSpPr>
          <p:spPr>
            <a:xfrm>
              <a:off x="3514531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06" name="ph2706"/>
            <p:cNvSpPr/>
            <p:nvPr/>
          </p:nvSpPr>
          <p:spPr>
            <a:xfrm>
              <a:off x="3527043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07" name="ph2707"/>
            <p:cNvSpPr/>
            <p:nvPr/>
          </p:nvSpPr>
          <p:spPr>
            <a:xfrm>
              <a:off x="3539556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08" name="ph2708"/>
            <p:cNvSpPr/>
            <p:nvPr/>
          </p:nvSpPr>
          <p:spPr>
            <a:xfrm>
              <a:off x="3552068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09" name="ph2709"/>
            <p:cNvSpPr/>
            <p:nvPr/>
          </p:nvSpPr>
          <p:spPr>
            <a:xfrm>
              <a:off x="3564580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10" name="ph2710"/>
            <p:cNvSpPr/>
            <p:nvPr/>
          </p:nvSpPr>
          <p:spPr>
            <a:xfrm>
              <a:off x="3664679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11" name="ph2711"/>
            <p:cNvSpPr/>
            <p:nvPr/>
          </p:nvSpPr>
          <p:spPr>
            <a:xfrm>
              <a:off x="3677192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12" name="ph2712"/>
            <p:cNvSpPr/>
            <p:nvPr/>
          </p:nvSpPr>
          <p:spPr>
            <a:xfrm>
              <a:off x="3689704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13" name="ph2713"/>
            <p:cNvSpPr/>
            <p:nvPr/>
          </p:nvSpPr>
          <p:spPr>
            <a:xfrm>
              <a:off x="3714729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14" name="ph2714"/>
            <p:cNvSpPr/>
            <p:nvPr/>
          </p:nvSpPr>
          <p:spPr>
            <a:xfrm>
              <a:off x="3727241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15" name="ph2715"/>
            <p:cNvSpPr/>
            <p:nvPr/>
          </p:nvSpPr>
          <p:spPr>
            <a:xfrm>
              <a:off x="3739753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16" name="ph2716"/>
            <p:cNvSpPr/>
            <p:nvPr/>
          </p:nvSpPr>
          <p:spPr>
            <a:xfrm>
              <a:off x="3752265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17" name="ph2717"/>
            <p:cNvSpPr/>
            <p:nvPr/>
          </p:nvSpPr>
          <p:spPr>
            <a:xfrm>
              <a:off x="3764779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18" name="ph2718"/>
            <p:cNvSpPr/>
            <p:nvPr/>
          </p:nvSpPr>
          <p:spPr>
            <a:xfrm>
              <a:off x="3777291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19" name="ph2719"/>
            <p:cNvSpPr/>
            <p:nvPr/>
          </p:nvSpPr>
          <p:spPr>
            <a:xfrm>
              <a:off x="3789803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20" name="ph2720"/>
            <p:cNvSpPr/>
            <p:nvPr/>
          </p:nvSpPr>
          <p:spPr>
            <a:xfrm>
              <a:off x="4190199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21" name="ph2721"/>
            <p:cNvSpPr/>
            <p:nvPr/>
          </p:nvSpPr>
          <p:spPr>
            <a:xfrm>
              <a:off x="4202711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22" name="ph2722"/>
            <p:cNvSpPr/>
            <p:nvPr/>
          </p:nvSpPr>
          <p:spPr>
            <a:xfrm>
              <a:off x="4215223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23" name="ph2723"/>
            <p:cNvSpPr/>
            <p:nvPr/>
          </p:nvSpPr>
          <p:spPr>
            <a:xfrm>
              <a:off x="4227736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24" name="ph2724"/>
            <p:cNvSpPr/>
            <p:nvPr/>
          </p:nvSpPr>
          <p:spPr>
            <a:xfrm>
              <a:off x="4240248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25" name="ph2725"/>
            <p:cNvSpPr/>
            <p:nvPr/>
          </p:nvSpPr>
          <p:spPr>
            <a:xfrm>
              <a:off x="4252760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26" name="ph2726"/>
            <p:cNvSpPr/>
            <p:nvPr/>
          </p:nvSpPr>
          <p:spPr>
            <a:xfrm>
              <a:off x="4265272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27" name="ph2727"/>
            <p:cNvSpPr/>
            <p:nvPr/>
          </p:nvSpPr>
          <p:spPr>
            <a:xfrm>
              <a:off x="4277785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28" name="ph2728"/>
            <p:cNvSpPr/>
            <p:nvPr/>
          </p:nvSpPr>
          <p:spPr>
            <a:xfrm>
              <a:off x="4290297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29" name="ph2729"/>
            <p:cNvSpPr/>
            <p:nvPr/>
          </p:nvSpPr>
          <p:spPr>
            <a:xfrm>
              <a:off x="4302809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30" name="ph2730"/>
            <p:cNvSpPr/>
            <p:nvPr/>
          </p:nvSpPr>
          <p:spPr>
            <a:xfrm>
              <a:off x="4315323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31" name="ph2731"/>
            <p:cNvSpPr/>
            <p:nvPr/>
          </p:nvSpPr>
          <p:spPr>
            <a:xfrm>
              <a:off x="4327835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32" name="ph2732"/>
            <p:cNvSpPr/>
            <p:nvPr/>
          </p:nvSpPr>
          <p:spPr>
            <a:xfrm>
              <a:off x="4340347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33" name="ph2733"/>
            <p:cNvSpPr/>
            <p:nvPr/>
          </p:nvSpPr>
          <p:spPr>
            <a:xfrm>
              <a:off x="4352859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34" name="ph2734"/>
            <p:cNvSpPr/>
            <p:nvPr/>
          </p:nvSpPr>
          <p:spPr>
            <a:xfrm>
              <a:off x="4390396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35" name="ph2735"/>
            <p:cNvSpPr/>
            <p:nvPr/>
          </p:nvSpPr>
          <p:spPr>
            <a:xfrm>
              <a:off x="4402908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36" name="ph2736"/>
            <p:cNvSpPr/>
            <p:nvPr/>
          </p:nvSpPr>
          <p:spPr>
            <a:xfrm>
              <a:off x="4415421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37" name="ph2737"/>
            <p:cNvSpPr/>
            <p:nvPr/>
          </p:nvSpPr>
          <p:spPr>
            <a:xfrm>
              <a:off x="4427933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38" name="ph2738"/>
            <p:cNvSpPr/>
            <p:nvPr/>
          </p:nvSpPr>
          <p:spPr>
            <a:xfrm>
              <a:off x="4440445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39" name="ph2739"/>
            <p:cNvSpPr/>
            <p:nvPr/>
          </p:nvSpPr>
          <p:spPr>
            <a:xfrm>
              <a:off x="4452959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40" name="ph2740"/>
            <p:cNvSpPr/>
            <p:nvPr/>
          </p:nvSpPr>
          <p:spPr>
            <a:xfrm>
              <a:off x="4465471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41" name="ph2741"/>
            <p:cNvSpPr/>
            <p:nvPr/>
          </p:nvSpPr>
          <p:spPr>
            <a:xfrm>
              <a:off x="4665668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42" name="ph2742"/>
            <p:cNvSpPr/>
            <p:nvPr/>
          </p:nvSpPr>
          <p:spPr>
            <a:xfrm>
              <a:off x="4678180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43" name="ph2743"/>
            <p:cNvSpPr/>
            <p:nvPr/>
          </p:nvSpPr>
          <p:spPr>
            <a:xfrm>
              <a:off x="4690693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44" name="ph2744"/>
            <p:cNvSpPr/>
            <p:nvPr/>
          </p:nvSpPr>
          <p:spPr>
            <a:xfrm>
              <a:off x="4703205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45" name="ph2745"/>
            <p:cNvSpPr/>
            <p:nvPr/>
          </p:nvSpPr>
          <p:spPr>
            <a:xfrm>
              <a:off x="4715717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46" name="ph2746"/>
            <p:cNvSpPr/>
            <p:nvPr/>
          </p:nvSpPr>
          <p:spPr>
            <a:xfrm>
              <a:off x="3101623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47" name="ph2747"/>
            <p:cNvSpPr/>
            <p:nvPr/>
          </p:nvSpPr>
          <p:spPr>
            <a:xfrm>
              <a:off x="3114135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48" name="ph2748"/>
            <p:cNvSpPr/>
            <p:nvPr/>
          </p:nvSpPr>
          <p:spPr>
            <a:xfrm>
              <a:off x="3126648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49" name="ph2749"/>
            <p:cNvSpPr/>
            <p:nvPr/>
          </p:nvSpPr>
          <p:spPr>
            <a:xfrm>
              <a:off x="3139160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50" name="ph2750"/>
            <p:cNvSpPr/>
            <p:nvPr/>
          </p:nvSpPr>
          <p:spPr>
            <a:xfrm>
              <a:off x="3151672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51" name="ph2751"/>
            <p:cNvSpPr/>
            <p:nvPr/>
          </p:nvSpPr>
          <p:spPr>
            <a:xfrm>
              <a:off x="3164185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52" name="ph2752"/>
            <p:cNvSpPr/>
            <p:nvPr/>
          </p:nvSpPr>
          <p:spPr>
            <a:xfrm>
              <a:off x="3176697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53" name="ph2753"/>
            <p:cNvSpPr/>
            <p:nvPr/>
          </p:nvSpPr>
          <p:spPr>
            <a:xfrm>
              <a:off x="3189209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54" name="ph2754"/>
            <p:cNvSpPr/>
            <p:nvPr/>
          </p:nvSpPr>
          <p:spPr>
            <a:xfrm>
              <a:off x="3201721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55" name="ph2755"/>
            <p:cNvSpPr/>
            <p:nvPr/>
          </p:nvSpPr>
          <p:spPr>
            <a:xfrm>
              <a:off x="3214235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56" name="ph2756"/>
            <p:cNvSpPr/>
            <p:nvPr/>
          </p:nvSpPr>
          <p:spPr>
            <a:xfrm>
              <a:off x="3226747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57" name="ph2757"/>
            <p:cNvSpPr/>
            <p:nvPr/>
          </p:nvSpPr>
          <p:spPr>
            <a:xfrm>
              <a:off x="3239259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58" name="ph2758"/>
            <p:cNvSpPr/>
            <p:nvPr/>
          </p:nvSpPr>
          <p:spPr>
            <a:xfrm>
              <a:off x="3251771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59" name="ph2759"/>
            <p:cNvSpPr/>
            <p:nvPr/>
          </p:nvSpPr>
          <p:spPr>
            <a:xfrm>
              <a:off x="3264284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60" name="ph2760"/>
            <p:cNvSpPr/>
            <p:nvPr/>
          </p:nvSpPr>
          <p:spPr>
            <a:xfrm>
              <a:off x="3276796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61" name="ph2761"/>
            <p:cNvSpPr/>
            <p:nvPr/>
          </p:nvSpPr>
          <p:spPr>
            <a:xfrm>
              <a:off x="3289308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62" name="ph2762"/>
            <p:cNvSpPr/>
            <p:nvPr/>
          </p:nvSpPr>
          <p:spPr>
            <a:xfrm>
              <a:off x="3301821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63" name="ph2763"/>
            <p:cNvSpPr/>
            <p:nvPr/>
          </p:nvSpPr>
          <p:spPr>
            <a:xfrm>
              <a:off x="3314333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64" name="ph2764"/>
            <p:cNvSpPr/>
            <p:nvPr/>
          </p:nvSpPr>
          <p:spPr>
            <a:xfrm>
              <a:off x="3326845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65" name="ph2765"/>
            <p:cNvSpPr/>
            <p:nvPr/>
          </p:nvSpPr>
          <p:spPr>
            <a:xfrm>
              <a:off x="3339357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66" name="ph2766"/>
            <p:cNvSpPr/>
            <p:nvPr/>
          </p:nvSpPr>
          <p:spPr>
            <a:xfrm>
              <a:off x="3351871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67" name="ph2767"/>
            <p:cNvSpPr/>
            <p:nvPr/>
          </p:nvSpPr>
          <p:spPr>
            <a:xfrm>
              <a:off x="3364383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68" name="ph2768"/>
            <p:cNvSpPr/>
            <p:nvPr/>
          </p:nvSpPr>
          <p:spPr>
            <a:xfrm>
              <a:off x="3376895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69" name="ph2769"/>
            <p:cNvSpPr/>
            <p:nvPr/>
          </p:nvSpPr>
          <p:spPr>
            <a:xfrm>
              <a:off x="3389407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70" name="ph2770"/>
            <p:cNvSpPr/>
            <p:nvPr/>
          </p:nvSpPr>
          <p:spPr>
            <a:xfrm>
              <a:off x="3401920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71" name="ph2771"/>
            <p:cNvSpPr/>
            <p:nvPr/>
          </p:nvSpPr>
          <p:spPr>
            <a:xfrm>
              <a:off x="3414432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72" name="ph2772"/>
            <p:cNvSpPr/>
            <p:nvPr/>
          </p:nvSpPr>
          <p:spPr>
            <a:xfrm>
              <a:off x="3426944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73" name="ph2773"/>
            <p:cNvSpPr/>
            <p:nvPr/>
          </p:nvSpPr>
          <p:spPr>
            <a:xfrm>
              <a:off x="3439457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74" name="ph2774"/>
            <p:cNvSpPr/>
            <p:nvPr/>
          </p:nvSpPr>
          <p:spPr>
            <a:xfrm>
              <a:off x="3451969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75" name="ph2775"/>
            <p:cNvSpPr/>
            <p:nvPr/>
          </p:nvSpPr>
          <p:spPr>
            <a:xfrm>
              <a:off x="3464481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76" name="ph2776"/>
            <p:cNvSpPr/>
            <p:nvPr/>
          </p:nvSpPr>
          <p:spPr>
            <a:xfrm>
              <a:off x="3476993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77" name="ph2777"/>
            <p:cNvSpPr/>
            <p:nvPr/>
          </p:nvSpPr>
          <p:spPr>
            <a:xfrm>
              <a:off x="3489507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78" name="ph2778"/>
            <p:cNvSpPr/>
            <p:nvPr/>
          </p:nvSpPr>
          <p:spPr>
            <a:xfrm>
              <a:off x="3502019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79" name="ph2779"/>
            <p:cNvSpPr/>
            <p:nvPr/>
          </p:nvSpPr>
          <p:spPr>
            <a:xfrm>
              <a:off x="3514531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80" name="ph2780"/>
            <p:cNvSpPr/>
            <p:nvPr/>
          </p:nvSpPr>
          <p:spPr>
            <a:xfrm>
              <a:off x="3527043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81" name="ph2781"/>
            <p:cNvSpPr/>
            <p:nvPr/>
          </p:nvSpPr>
          <p:spPr>
            <a:xfrm>
              <a:off x="3539556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82" name="ph2782"/>
            <p:cNvSpPr/>
            <p:nvPr/>
          </p:nvSpPr>
          <p:spPr>
            <a:xfrm>
              <a:off x="3552068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83" name="ph2783"/>
            <p:cNvSpPr/>
            <p:nvPr/>
          </p:nvSpPr>
          <p:spPr>
            <a:xfrm>
              <a:off x="3564580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84" name="ph2784"/>
            <p:cNvSpPr/>
            <p:nvPr/>
          </p:nvSpPr>
          <p:spPr>
            <a:xfrm>
              <a:off x="3577093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85" name="ph2785"/>
            <p:cNvSpPr/>
            <p:nvPr/>
          </p:nvSpPr>
          <p:spPr>
            <a:xfrm>
              <a:off x="3652167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86" name="ph2786"/>
            <p:cNvSpPr/>
            <p:nvPr/>
          </p:nvSpPr>
          <p:spPr>
            <a:xfrm>
              <a:off x="3664679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87" name="ph2787"/>
            <p:cNvSpPr/>
            <p:nvPr/>
          </p:nvSpPr>
          <p:spPr>
            <a:xfrm>
              <a:off x="3677192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88" name="ph2788"/>
            <p:cNvSpPr/>
            <p:nvPr/>
          </p:nvSpPr>
          <p:spPr>
            <a:xfrm>
              <a:off x="3689704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89" name="ph2789"/>
            <p:cNvSpPr/>
            <p:nvPr/>
          </p:nvSpPr>
          <p:spPr>
            <a:xfrm>
              <a:off x="3702216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90" name="ph2790"/>
            <p:cNvSpPr/>
            <p:nvPr/>
          </p:nvSpPr>
          <p:spPr>
            <a:xfrm>
              <a:off x="3714729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91" name="ph2791"/>
            <p:cNvSpPr/>
            <p:nvPr/>
          </p:nvSpPr>
          <p:spPr>
            <a:xfrm>
              <a:off x="3727241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92" name="ph2792"/>
            <p:cNvSpPr/>
            <p:nvPr/>
          </p:nvSpPr>
          <p:spPr>
            <a:xfrm>
              <a:off x="3739753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93" name="ph2793"/>
            <p:cNvSpPr/>
            <p:nvPr/>
          </p:nvSpPr>
          <p:spPr>
            <a:xfrm>
              <a:off x="3752265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94" name="ph2794"/>
            <p:cNvSpPr/>
            <p:nvPr/>
          </p:nvSpPr>
          <p:spPr>
            <a:xfrm>
              <a:off x="3764779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95" name="ph2795"/>
            <p:cNvSpPr/>
            <p:nvPr/>
          </p:nvSpPr>
          <p:spPr>
            <a:xfrm>
              <a:off x="3777291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96" name="ph2796"/>
            <p:cNvSpPr/>
            <p:nvPr/>
          </p:nvSpPr>
          <p:spPr>
            <a:xfrm>
              <a:off x="4202711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97" name="ph2797"/>
            <p:cNvSpPr/>
            <p:nvPr/>
          </p:nvSpPr>
          <p:spPr>
            <a:xfrm>
              <a:off x="4215223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98" name="ph2798"/>
            <p:cNvSpPr/>
            <p:nvPr/>
          </p:nvSpPr>
          <p:spPr>
            <a:xfrm>
              <a:off x="4227736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99" name="ph2799"/>
            <p:cNvSpPr/>
            <p:nvPr/>
          </p:nvSpPr>
          <p:spPr>
            <a:xfrm>
              <a:off x="4240248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00" name="ph2800"/>
            <p:cNvSpPr/>
            <p:nvPr/>
          </p:nvSpPr>
          <p:spPr>
            <a:xfrm>
              <a:off x="4252760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01" name="ph2801"/>
            <p:cNvSpPr/>
            <p:nvPr/>
          </p:nvSpPr>
          <p:spPr>
            <a:xfrm>
              <a:off x="4265272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02" name="ph2802"/>
            <p:cNvSpPr/>
            <p:nvPr/>
          </p:nvSpPr>
          <p:spPr>
            <a:xfrm>
              <a:off x="4277785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03" name="ph2803"/>
            <p:cNvSpPr/>
            <p:nvPr/>
          </p:nvSpPr>
          <p:spPr>
            <a:xfrm>
              <a:off x="4290297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04" name="ph2804"/>
            <p:cNvSpPr/>
            <p:nvPr/>
          </p:nvSpPr>
          <p:spPr>
            <a:xfrm>
              <a:off x="4302809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05" name="ph2805"/>
            <p:cNvSpPr/>
            <p:nvPr/>
          </p:nvSpPr>
          <p:spPr>
            <a:xfrm>
              <a:off x="4315323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06" name="ph2806"/>
            <p:cNvSpPr/>
            <p:nvPr/>
          </p:nvSpPr>
          <p:spPr>
            <a:xfrm>
              <a:off x="4402908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07" name="ph2807"/>
            <p:cNvSpPr/>
            <p:nvPr/>
          </p:nvSpPr>
          <p:spPr>
            <a:xfrm>
              <a:off x="4415421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08" name="ph2808"/>
            <p:cNvSpPr/>
            <p:nvPr/>
          </p:nvSpPr>
          <p:spPr>
            <a:xfrm>
              <a:off x="4427933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09" name="ph2809"/>
            <p:cNvSpPr/>
            <p:nvPr/>
          </p:nvSpPr>
          <p:spPr>
            <a:xfrm>
              <a:off x="4440445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10" name="ph2810"/>
            <p:cNvSpPr/>
            <p:nvPr/>
          </p:nvSpPr>
          <p:spPr>
            <a:xfrm>
              <a:off x="4452959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11" name="ph2811"/>
            <p:cNvSpPr/>
            <p:nvPr/>
          </p:nvSpPr>
          <p:spPr>
            <a:xfrm>
              <a:off x="4465471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12" name="ph2812"/>
            <p:cNvSpPr/>
            <p:nvPr/>
          </p:nvSpPr>
          <p:spPr>
            <a:xfrm>
              <a:off x="4678180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13" name="ph2813"/>
            <p:cNvSpPr/>
            <p:nvPr/>
          </p:nvSpPr>
          <p:spPr>
            <a:xfrm>
              <a:off x="4690693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14" name="ph2814"/>
            <p:cNvSpPr/>
            <p:nvPr/>
          </p:nvSpPr>
          <p:spPr>
            <a:xfrm>
              <a:off x="4703205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15" name="ph2815"/>
            <p:cNvSpPr/>
            <p:nvPr/>
          </p:nvSpPr>
          <p:spPr>
            <a:xfrm>
              <a:off x="4715717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16" name="ph2816"/>
            <p:cNvSpPr/>
            <p:nvPr/>
          </p:nvSpPr>
          <p:spPr>
            <a:xfrm>
              <a:off x="4728231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17" name="ph2817"/>
            <p:cNvSpPr/>
            <p:nvPr/>
          </p:nvSpPr>
          <p:spPr>
            <a:xfrm>
              <a:off x="3101623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18" name="ph2818"/>
            <p:cNvSpPr/>
            <p:nvPr/>
          </p:nvSpPr>
          <p:spPr>
            <a:xfrm>
              <a:off x="3114135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19" name="ph2819"/>
            <p:cNvSpPr/>
            <p:nvPr/>
          </p:nvSpPr>
          <p:spPr>
            <a:xfrm>
              <a:off x="3126648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20" name="ph2820"/>
            <p:cNvSpPr/>
            <p:nvPr/>
          </p:nvSpPr>
          <p:spPr>
            <a:xfrm>
              <a:off x="3139160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21" name="ph2821"/>
            <p:cNvSpPr/>
            <p:nvPr/>
          </p:nvSpPr>
          <p:spPr>
            <a:xfrm>
              <a:off x="3151672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22" name="ph2822"/>
            <p:cNvSpPr/>
            <p:nvPr/>
          </p:nvSpPr>
          <p:spPr>
            <a:xfrm>
              <a:off x="3164185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23" name="ph2823"/>
            <p:cNvSpPr/>
            <p:nvPr/>
          </p:nvSpPr>
          <p:spPr>
            <a:xfrm>
              <a:off x="3176697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24" name="ph2824"/>
            <p:cNvSpPr/>
            <p:nvPr/>
          </p:nvSpPr>
          <p:spPr>
            <a:xfrm>
              <a:off x="3189209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25" name="ph2825"/>
            <p:cNvSpPr/>
            <p:nvPr/>
          </p:nvSpPr>
          <p:spPr>
            <a:xfrm>
              <a:off x="3201721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26" name="ph2826"/>
            <p:cNvSpPr/>
            <p:nvPr/>
          </p:nvSpPr>
          <p:spPr>
            <a:xfrm>
              <a:off x="3214235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27" name="ph2827"/>
            <p:cNvSpPr/>
            <p:nvPr/>
          </p:nvSpPr>
          <p:spPr>
            <a:xfrm>
              <a:off x="3226747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28" name="ph2828"/>
            <p:cNvSpPr/>
            <p:nvPr/>
          </p:nvSpPr>
          <p:spPr>
            <a:xfrm>
              <a:off x="3239259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29" name="ph2829"/>
            <p:cNvSpPr/>
            <p:nvPr/>
          </p:nvSpPr>
          <p:spPr>
            <a:xfrm>
              <a:off x="3251771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30" name="ph2830"/>
            <p:cNvSpPr/>
            <p:nvPr/>
          </p:nvSpPr>
          <p:spPr>
            <a:xfrm>
              <a:off x="3264284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31" name="ph2831"/>
            <p:cNvSpPr/>
            <p:nvPr/>
          </p:nvSpPr>
          <p:spPr>
            <a:xfrm>
              <a:off x="3276796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32" name="ph2832"/>
            <p:cNvSpPr/>
            <p:nvPr/>
          </p:nvSpPr>
          <p:spPr>
            <a:xfrm>
              <a:off x="3289308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33" name="ph2833"/>
            <p:cNvSpPr/>
            <p:nvPr/>
          </p:nvSpPr>
          <p:spPr>
            <a:xfrm>
              <a:off x="3301821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34" name="ph2834"/>
            <p:cNvSpPr/>
            <p:nvPr/>
          </p:nvSpPr>
          <p:spPr>
            <a:xfrm>
              <a:off x="3314333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35" name="ph2835"/>
            <p:cNvSpPr/>
            <p:nvPr/>
          </p:nvSpPr>
          <p:spPr>
            <a:xfrm>
              <a:off x="3326845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36" name="ph2836"/>
            <p:cNvSpPr/>
            <p:nvPr/>
          </p:nvSpPr>
          <p:spPr>
            <a:xfrm>
              <a:off x="3339357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37" name="ph2837"/>
            <p:cNvSpPr/>
            <p:nvPr/>
          </p:nvSpPr>
          <p:spPr>
            <a:xfrm>
              <a:off x="3351871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38" name="ph2838"/>
            <p:cNvSpPr/>
            <p:nvPr/>
          </p:nvSpPr>
          <p:spPr>
            <a:xfrm>
              <a:off x="3364383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39" name="ph2839"/>
            <p:cNvSpPr/>
            <p:nvPr/>
          </p:nvSpPr>
          <p:spPr>
            <a:xfrm>
              <a:off x="3376895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40" name="ph2840"/>
            <p:cNvSpPr/>
            <p:nvPr/>
          </p:nvSpPr>
          <p:spPr>
            <a:xfrm>
              <a:off x="3389407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41" name="ph2841"/>
            <p:cNvSpPr/>
            <p:nvPr/>
          </p:nvSpPr>
          <p:spPr>
            <a:xfrm>
              <a:off x="3401920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42" name="ph2842"/>
            <p:cNvSpPr/>
            <p:nvPr/>
          </p:nvSpPr>
          <p:spPr>
            <a:xfrm>
              <a:off x="3414432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43" name="ph2843"/>
            <p:cNvSpPr/>
            <p:nvPr/>
          </p:nvSpPr>
          <p:spPr>
            <a:xfrm>
              <a:off x="3426944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44" name="ph2844"/>
            <p:cNvSpPr/>
            <p:nvPr/>
          </p:nvSpPr>
          <p:spPr>
            <a:xfrm>
              <a:off x="3439457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45" name="ph2845"/>
            <p:cNvSpPr/>
            <p:nvPr/>
          </p:nvSpPr>
          <p:spPr>
            <a:xfrm>
              <a:off x="3451969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46" name="ph2846"/>
            <p:cNvSpPr/>
            <p:nvPr/>
          </p:nvSpPr>
          <p:spPr>
            <a:xfrm>
              <a:off x="3464481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47" name="ph2847"/>
            <p:cNvSpPr/>
            <p:nvPr/>
          </p:nvSpPr>
          <p:spPr>
            <a:xfrm>
              <a:off x="3476993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48" name="ph2848"/>
            <p:cNvSpPr/>
            <p:nvPr/>
          </p:nvSpPr>
          <p:spPr>
            <a:xfrm>
              <a:off x="3489507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49" name="ph2849"/>
            <p:cNvSpPr/>
            <p:nvPr/>
          </p:nvSpPr>
          <p:spPr>
            <a:xfrm>
              <a:off x="3502019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50" name="ph2850"/>
            <p:cNvSpPr/>
            <p:nvPr/>
          </p:nvSpPr>
          <p:spPr>
            <a:xfrm>
              <a:off x="3514531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51" name="ph2851"/>
            <p:cNvSpPr/>
            <p:nvPr/>
          </p:nvSpPr>
          <p:spPr>
            <a:xfrm>
              <a:off x="3527043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52" name="ph2852"/>
            <p:cNvSpPr/>
            <p:nvPr/>
          </p:nvSpPr>
          <p:spPr>
            <a:xfrm>
              <a:off x="3539556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53" name="ph2853"/>
            <p:cNvSpPr/>
            <p:nvPr/>
          </p:nvSpPr>
          <p:spPr>
            <a:xfrm>
              <a:off x="3552068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54" name="ph2854"/>
            <p:cNvSpPr/>
            <p:nvPr/>
          </p:nvSpPr>
          <p:spPr>
            <a:xfrm>
              <a:off x="3564580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55" name="ph2855"/>
            <p:cNvSpPr/>
            <p:nvPr/>
          </p:nvSpPr>
          <p:spPr>
            <a:xfrm>
              <a:off x="3577093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56" name="ph2856"/>
            <p:cNvSpPr/>
            <p:nvPr/>
          </p:nvSpPr>
          <p:spPr>
            <a:xfrm>
              <a:off x="3639655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57" name="ph2857"/>
            <p:cNvSpPr/>
            <p:nvPr/>
          </p:nvSpPr>
          <p:spPr>
            <a:xfrm>
              <a:off x="3652167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58" name="ph2858"/>
            <p:cNvSpPr/>
            <p:nvPr/>
          </p:nvSpPr>
          <p:spPr>
            <a:xfrm>
              <a:off x="3664679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59" name="ph2859"/>
            <p:cNvSpPr/>
            <p:nvPr/>
          </p:nvSpPr>
          <p:spPr>
            <a:xfrm>
              <a:off x="3677192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60" name="ph2860"/>
            <p:cNvSpPr/>
            <p:nvPr/>
          </p:nvSpPr>
          <p:spPr>
            <a:xfrm>
              <a:off x="3689704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61" name="ph2861"/>
            <p:cNvSpPr/>
            <p:nvPr/>
          </p:nvSpPr>
          <p:spPr>
            <a:xfrm>
              <a:off x="3702216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62" name="ph2862"/>
            <p:cNvSpPr/>
            <p:nvPr/>
          </p:nvSpPr>
          <p:spPr>
            <a:xfrm>
              <a:off x="3714729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63" name="ph2863"/>
            <p:cNvSpPr/>
            <p:nvPr/>
          </p:nvSpPr>
          <p:spPr>
            <a:xfrm>
              <a:off x="3727241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64" name="ph2864"/>
            <p:cNvSpPr/>
            <p:nvPr/>
          </p:nvSpPr>
          <p:spPr>
            <a:xfrm>
              <a:off x="3739753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65" name="ph2865"/>
            <p:cNvSpPr/>
            <p:nvPr/>
          </p:nvSpPr>
          <p:spPr>
            <a:xfrm>
              <a:off x="3752265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66" name="ph2866"/>
            <p:cNvSpPr/>
            <p:nvPr/>
          </p:nvSpPr>
          <p:spPr>
            <a:xfrm>
              <a:off x="3764779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67" name="ph2867"/>
            <p:cNvSpPr/>
            <p:nvPr/>
          </p:nvSpPr>
          <p:spPr>
            <a:xfrm>
              <a:off x="3777291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68" name="ph2868"/>
            <p:cNvSpPr/>
            <p:nvPr/>
          </p:nvSpPr>
          <p:spPr>
            <a:xfrm>
              <a:off x="3789803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69" name="ph2869"/>
            <p:cNvSpPr/>
            <p:nvPr/>
          </p:nvSpPr>
          <p:spPr>
            <a:xfrm>
              <a:off x="3802315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70" name="ph2870"/>
            <p:cNvSpPr/>
            <p:nvPr/>
          </p:nvSpPr>
          <p:spPr>
            <a:xfrm>
              <a:off x="4202711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71" name="ph2871"/>
            <p:cNvSpPr/>
            <p:nvPr/>
          </p:nvSpPr>
          <p:spPr>
            <a:xfrm>
              <a:off x="4215223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72" name="ph2872"/>
            <p:cNvSpPr/>
            <p:nvPr/>
          </p:nvSpPr>
          <p:spPr>
            <a:xfrm>
              <a:off x="4227736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73" name="ph2873"/>
            <p:cNvSpPr/>
            <p:nvPr/>
          </p:nvSpPr>
          <p:spPr>
            <a:xfrm>
              <a:off x="4240248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74" name="ph2874"/>
            <p:cNvSpPr/>
            <p:nvPr/>
          </p:nvSpPr>
          <p:spPr>
            <a:xfrm>
              <a:off x="4252760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75" name="ph2875"/>
            <p:cNvSpPr/>
            <p:nvPr/>
          </p:nvSpPr>
          <p:spPr>
            <a:xfrm>
              <a:off x="4265272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76" name="ph2876"/>
            <p:cNvSpPr/>
            <p:nvPr/>
          </p:nvSpPr>
          <p:spPr>
            <a:xfrm>
              <a:off x="4277785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77" name="ph2877"/>
            <p:cNvSpPr/>
            <p:nvPr/>
          </p:nvSpPr>
          <p:spPr>
            <a:xfrm>
              <a:off x="4290297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78" name="ph2878"/>
            <p:cNvSpPr/>
            <p:nvPr/>
          </p:nvSpPr>
          <p:spPr>
            <a:xfrm>
              <a:off x="4415421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79" name="ph2879"/>
            <p:cNvSpPr/>
            <p:nvPr/>
          </p:nvSpPr>
          <p:spPr>
            <a:xfrm>
              <a:off x="4427933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80" name="ph2880"/>
            <p:cNvSpPr/>
            <p:nvPr/>
          </p:nvSpPr>
          <p:spPr>
            <a:xfrm>
              <a:off x="4440445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81" name="ph2881"/>
            <p:cNvSpPr/>
            <p:nvPr/>
          </p:nvSpPr>
          <p:spPr>
            <a:xfrm>
              <a:off x="4452959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82" name="ph2882"/>
            <p:cNvSpPr/>
            <p:nvPr/>
          </p:nvSpPr>
          <p:spPr>
            <a:xfrm>
              <a:off x="4465471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83" name="ph2883"/>
            <p:cNvSpPr/>
            <p:nvPr/>
          </p:nvSpPr>
          <p:spPr>
            <a:xfrm>
              <a:off x="4477983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84" name="ph2884"/>
            <p:cNvSpPr/>
            <p:nvPr/>
          </p:nvSpPr>
          <p:spPr>
            <a:xfrm>
              <a:off x="4490495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85" name="ph2885"/>
            <p:cNvSpPr/>
            <p:nvPr/>
          </p:nvSpPr>
          <p:spPr>
            <a:xfrm>
              <a:off x="4678180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86" name="ph2886"/>
            <p:cNvSpPr/>
            <p:nvPr/>
          </p:nvSpPr>
          <p:spPr>
            <a:xfrm>
              <a:off x="4690693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87" name="ph2887"/>
            <p:cNvSpPr/>
            <p:nvPr/>
          </p:nvSpPr>
          <p:spPr>
            <a:xfrm>
              <a:off x="4703205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88" name="ph2888"/>
            <p:cNvSpPr/>
            <p:nvPr/>
          </p:nvSpPr>
          <p:spPr>
            <a:xfrm>
              <a:off x="4715717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89" name="ph2889"/>
            <p:cNvSpPr/>
            <p:nvPr/>
          </p:nvSpPr>
          <p:spPr>
            <a:xfrm>
              <a:off x="4728231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90" name="ph2890"/>
            <p:cNvSpPr/>
            <p:nvPr/>
          </p:nvSpPr>
          <p:spPr>
            <a:xfrm>
              <a:off x="3101623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91" name="ph2891"/>
            <p:cNvSpPr/>
            <p:nvPr/>
          </p:nvSpPr>
          <p:spPr>
            <a:xfrm>
              <a:off x="3114135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92" name="ph2892"/>
            <p:cNvSpPr/>
            <p:nvPr/>
          </p:nvSpPr>
          <p:spPr>
            <a:xfrm>
              <a:off x="3126648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93" name="ph2893"/>
            <p:cNvSpPr/>
            <p:nvPr/>
          </p:nvSpPr>
          <p:spPr>
            <a:xfrm>
              <a:off x="3139160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94" name="ph2894"/>
            <p:cNvSpPr/>
            <p:nvPr/>
          </p:nvSpPr>
          <p:spPr>
            <a:xfrm>
              <a:off x="3151672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4AA">
                <a:alpha val="100000"/>
              </a:srgbClr>
            </a:solidFill>
            <a:ln w="5420" cap="flat">
              <a:solidFill>
                <a:srgbClr val="42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95" name="ph2895"/>
            <p:cNvSpPr/>
            <p:nvPr/>
          </p:nvSpPr>
          <p:spPr>
            <a:xfrm>
              <a:off x="3164185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96" name="ph2896"/>
            <p:cNvSpPr/>
            <p:nvPr/>
          </p:nvSpPr>
          <p:spPr>
            <a:xfrm>
              <a:off x="3176697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97" name="ph2897"/>
            <p:cNvSpPr/>
            <p:nvPr/>
          </p:nvSpPr>
          <p:spPr>
            <a:xfrm>
              <a:off x="3189209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98" name="ph2898"/>
            <p:cNvSpPr/>
            <p:nvPr/>
          </p:nvSpPr>
          <p:spPr>
            <a:xfrm>
              <a:off x="3201721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99" name="ph2899"/>
            <p:cNvSpPr/>
            <p:nvPr/>
          </p:nvSpPr>
          <p:spPr>
            <a:xfrm>
              <a:off x="3214235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00" name="ph2900"/>
            <p:cNvSpPr/>
            <p:nvPr/>
          </p:nvSpPr>
          <p:spPr>
            <a:xfrm>
              <a:off x="3226747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01" name="ph2901"/>
            <p:cNvSpPr/>
            <p:nvPr/>
          </p:nvSpPr>
          <p:spPr>
            <a:xfrm>
              <a:off x="3239259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02" name="ph2902"/>
            <p:cNvSpPr/>
            <p:nvPr/>
          </p:nvSpPr>
          <p:spPr>
            <a:xfrm>
              <a:off x="3364383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03" name="ph2903"/>
            <p:cNvSpPr/>
            <p:nvPr/>
          </p:nvSpPr>
          <p:spPr>
            <a:xfrm>
              <a:off x="3376895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04" name="ph2904"/>
            <p:cNvSpPr/>
            <p:nvPr/>
          </p:nvSpPr>
          <p:spPr>
            <a:xfrm>
              <a:off x="3389407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05" name="ph2905"/>
            <p:cNvSpPr/>
            <p:nvPr/>
          </p:nvSpPr>
          <p:spPr>
            <a:xfrm>
              <a:off x="3401920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06" name="ph2906"/>
            <p:cNvSpPr/>
            <p:nvPr/>
          </p:nvSpPr>
          <p:spPr>
            <a:xfrm>
              <a:off x="3414432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07" name="ph2907"/>
            <p:cNvSpPr/>
            <p:nvPr/>
          </p:nvSpPr>
          <p:spPr>
            <a:xfrm>
              <a:off x="3426944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08" name="ph2908"/>
            <p:cNvSpPr/>
            <p:nvPr/>
          </p:nvSpPr>
          <p:spPr>
            <a:xfrm>
              <a:off x="3439457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09" name="ph2909"/>
            <p:cNvSpPr/>
            <p:nvPr/>
          </p:nvSpPr>
          <p:spPr>
            <a:xfrm>
              <a:off x="3451969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10" name="ph2910"/>
            <p:cNvSpPr/>
            <p:nvPr/>
          </p:nvSpPr>
          <p:spPr>
            <a:xfrm>
              <a:off x="3464481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11" name="ph2911"/>
            <p:cNvSpPr/>
            <p:nvPr/>
          </p:nvSpPr>
          <p:spPr>
            <a:xfrm>
              <a:off x="3476993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12" name="ph2912"/>
            <p:cNvSpPr/>
            <p:nvPr/>
          </p:nvSpPr>
          <p:spPr>
            <a:xfrm>
              <a:off x="3502019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13" name="ph2913"/>
            <p:cNvSpPr/>
            <p:nvPr/>
          </p:nvSpPr>
          <p:spPr>
            <a:xfrm>
              <a:off x="3514531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14" name="ph2914"/>
            <p:cNvSpPr/>
            <p:nvPr/>
          </p:nvSpPr>
          <p:spPr>
            <a:xfrm>
              <a:off x="3527043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15" name="ph2915"/>
            <p:cNvSpPr/>
            <p:nvPr/>
          </p:nvSpPr>
          <p:spPr>
            <a:xfrm>
              <a:off x="3539556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16" name="ph2916"/>
            <p:cNvSpPr/>
            <p:nvPr/>
          </p:nvSpPr>
          <p:spPr>
            <a:xfrm>
              <a:off x="3552068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17" name="ph2917"/>
            <p:cNvSpPr/>
            <p:nvPr/>
          </p:nvSpPr>
          <p:spPr>
            <a:xfrm>
              <a:off x="3564580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18" name="ph2918"/>
            <p:cNvSpPr/>
            <p:nvPr/>
          </p:nvSpPr>
          <p:spPr>
            <a:xfrm>
              <a:off x="3577093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19" name="ph2919"/>
            <p:cNvSpPr/>
            <p:nvPr/>
          </p:nvSpPr>
          <p:spPr>
            <a:xfrm>
              <a:off x="3589605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20" name="ph2920"/>
            <p:cNvSpPr/>
            <p:nvPr/>
          </p:nvSpPr>
          <p:spPr>
            <a:xfrm>
              <a:off x="3614629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21" name="ph2921"/>
            <p:cNvSpPr/>
            <p:nvPr/>
          </p:nvSpPr>
          <p:spPr>
            <a:xfrm>
              <a:off x="3627143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22" name="ph2922"/>
            <p:cNvSpPr/>
            <p:nvPr/>
          </p:nvSpPr>
          <p:spPr>
            <a:xfrm>
              <a:off x="3639655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23" name="ph2923"/>
            <p:cNvSpPr/>
            <p:nvPr/>
          </p:nvSpPr>
          <p:spPr>
            <a:xfrm>
              <a:off x="3652167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24" name="ph2924"/>
            <p:cNvSpPr/>
            <p:nvPr/>
          </p:nvSpPr>
          <p:spPr>
            <a:xfrm>
              <a:off x="3664679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25" name="ph2925"/>
            <p:cNvSpPr/>
            <p:nvPr/>
          </p:nvSpPr>
          <p:spPr>
            <a:xfrm>
              <a:off x="3677192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26" name="ph2926"/>
            <p:cNvSpPr/>
            <p:nvPr/>
          </p:nvSpPr>
          <p:spPr>
            <a:xfrm>
              <a:off x="3689704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27" name="ph2927"/>
            <p:cNvSpPr/>
            <p:nvPr/>
          </p:nvSpPr>
          <p:spPr>
            <a:xfrm>
              <a:off x="3702216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28" name="ph2928"/>
            <p:cNvSpPr/>
            <p:nvPr/>
          </p:nvSpPr>
          <p:spPr>
            <a:xfrm>
              <a:off x="3714729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29" name="ph2929"/>
            <p:cNvSpPr/>
            <p:nvPr/>
          </p:nvSpPr>
          <p:spPr>
            <a:xfrm>
              <a:off x="3727241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30" name="ph2930"/>
            <p:cNvSpPr/>
            <p:nvPr/>
          </p:nvSpPr>
          <p:spPr>
            <a:xfrm>
              <a:off x="3739753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31" name="ph2931"/>
            <p:cNvSpPr/>
            <p:nvPr/>
          </p:nvSpPr>
          <p:spPr>
            <a:xfrm>
              <a:off x="3752265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32" name="ph2932"/>
            <p:cNvSpPr/>
            <p:nvPr/>
          </p:nvSpPr>
          <p:spPr>
            <a:xfrm>
              <a:off x="3764779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33" name="ph2933"/>
            <p:cNvSpPr/>
            <p:nvPr/>
          </p:nvSpPr>
          <p:spPr>
            <a:xfrm>
              <a:off x="3777291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34" name="ph2934"/>
            <p:cNvSpPr/>
            <p:nvPr/>
          </p:nvSpPr>
          <p:spPr>
            <a:xfrm>
              <a:off x="3789803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35" name="ph2935"/>
            <p:cNvSpPr/>
            <p:nvPr/>
          </p:nvSpPr>
          <p:spPr>
            <a:xfrm>
              <a:off x="3802315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36" name="ph2936"/>
            <p:cNvSpPr/>
            <p:nvPr/>
          </p:nvSpPr>
          <p:spPr>
            <a:xfrm>
              <a:off x="3814828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37" name="ph2937"/>
            <p:cNvSpPr/>
            <p:nvPr/>
          </p:nvSpPr>
          <p:spPr>
            <a:xfrm>
              <a:off x="4227736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38" name="ph2938"/>
            <p:cNvSpPr/>
            <p:nvPr/>
          </p:nvSpPr>
          <p:spPr>
            <a:xfrm>
              <a:off x="4427933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39" name="ph2939"/>
            <p:cNvSpPr/>
            <p:nvPr/>
          </p:nvSpPr>
          <p:spPr>
            <a:xfrm>
              <a:off x="4440445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40" name="ph2940"/>
            <p:cNvSpPr/>
            <p:nvPr/>
          </p:nvSpPr>
          <p:spPr>
            <a:xfrm>
              <a:off x="4452959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41" name="ph2941"/>
            <p:cNvSpPr/>
            <p:nvPr/>
          </p:nvSpPr>
          <p:spPr>
            <a:xfrm>
              <a:off x="4465471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42" name="ph2942"/>
            <p:cNvSpPr/>
            <p:nvPr/>
          </p:nvSpPr>
          <p:spPr>
            <a:xfrm>
              <a:off x="4477983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43" name="ph2943"/>
            <p:cNvSpPr/>
            <p:nvPr/>
          </p:nvSpPr>
          <p:spPr>
            <a:xfrm>
              <a:off x="4490495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44" name="ph2944"/>
            <p:cNvSpPr/>
            <p:nvPr/>
          </p:nvSpPr>
          <p:spPr>
            <a:xfrm>
              <a:off x="4503008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45" name="ph2945"/>
            <p:cNvSpPr/>
            <p:nvPr/>
          </p:nvSpPr>
          <p:spPr>
            <a:xfrm>
              <a:off x="4678180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46" name="ph2946"/>
            <p:cNvSpPr/>
            <p:nvPr/>
          </p:nvSpPr>
          <p:spPr>
            <a:xfrm>
              <a:off x="4690693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47" name="ph2947"/>
            <p:cNvSpPr/>
            <p:nvPr/>
          </p:nvSpPr>
          <p:spPr>
            <a:xfrm>
              <a:off x="4703205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48" name="ph2948"/>
            <p:cNvSpPr/>
            <p:nvPr/>
          </p:nvSpPr>
          <p:spPr>
            <a:xfrm>
              <a:off x="4715717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49" name="ph2949"/>
            <p:cNvSpPr/>
            <p:nvPr/>
          </p:nvSpPr>
          <p:spPr>
            <a:xfrm>
              <a:off x="4728231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50" name="ph2950"/>
            <p:cNvSpPr/>
            <p:nvPr/>
          </p:nvSpPr>
          <p:spPr>
            <a:xfrm>
              <a:off x="3089111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51" name="ph2951"/>
            <p:cNvSpPr/>
            <p:nvPr/>
          </p:nvSpPr>
          <p:spPr>
            <a:xfrm>
              <a:off x="3101623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52" name="ph2952"/>
            <p:cNvSpPr/>
            <p:nvPr/>
          </p:nvSpPr>
          <p:spPr>
            <a:xfrm>
              <a:off x="3114135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53" name="ph2953"/>
            <p:cNvSpPr/>
            <p:nvPr/>
          </p:nvSpPr>
          <p:spPr>
            <a:xfrm>
              <a:off x="3126648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54" name="ph2954"/>
            <p:cNvSpPr/>
            <p:nvPr/>
          </p:nvSpPr>
          <p:spPr>
            <a:xfrm>
              <a:off x="3139160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55" name="ph2955"/>
            <p:cNvSpPr/>
            <p:nvPr/>
          </p:nvSpPr>
          <p:spPr>
            <a:xfrm>
              <a:off x="3151672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56" name="ph2956"/>
            <p:cNvSpPr/>
            <p:nvPr/>
          </p:nvSpPr>
          <p:spPr>
            <a:xfrm>
              <a:off x="3164185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57" name="ph2957"/>
            <p:cNvSpPr/>
            <p:nvPr/>
          </p:nvSpPr>
          <p:spPr>
            <a:xfrm>
              <a:off x="3176697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58" name="ph2958"/>
            <p:cNvSpPr/>
            <p:nvPr/>
          </p:nvSpPr>
          <p:spPr>
            <a:xfrm>
              <a:off x="3189209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59" name="ph2959"/>
            <p:cNvSpPr/>
            <p:nvPr/>
          </p:nvSpPr>
          <p:spPr>
            <a:xfrm>
              <a:off x="3201721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60" name="ph2960"/>
            <p:cNvSpPr/>
            <p:nvPr/>
          </p:nvSpPr>
          <p:spPr>
            <a:xfrm>
              <a:off x="3426944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61" name="ph2961"/>
            <p:cNvSpPr/>
            <p:nvPr/>
          </p:nvSpPr>
          <p:spPr>
            <a:xfrm>
              <a:off x="3439457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62" name="ph2962"/>
            <p:cNvSpPr/>
            <p:nvPr/>
          </p:nvSpPr>
          <p:spPr>
            <a:xfrm>
              <a:off x="3514531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63" name="ph2963"/>
            <p:cNvSpPr/>
            <p:nvPr/>
          </p:nvSpPr>
          <p:spPr>
            <a:xfrm>
              <a:off x="3527043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64" name="ph2964"/>
            <p:cNvSpPr/>
            <p:nvPr/>
          </p:nvSpPr>
          <p:spPr>
            <a:xfrm>
              <a:off x="3539556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65" name="ph2965"/>
            <p:cNvSpPr/>
            <p:nvPr/>
          </p:nvSpPr>
          <p:spPr>
            <a:xfrm>
              <a:off x="3552068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66" name="ph2966"/>
            <p:cNvSpPr/>
            <p:nvPr/>
          </p:nvSpPr>
          <p:spPr>
            <a:xfrm>
              <a:off x="3564580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67" name="ph2967"/>
            <p:cNvSpPr/>
            <p:nvPr/>
          </p:nvSpPr>
          <p:spPr>
            <a:xfrm>
              <a:off x="3577093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68" name="ph2968"/>
            <p:cNvSpPr/>
            <p:nvPr/>
          </p:nvSpPr>
          <p:spPr>
            <a:xfrm>
              <a:off x="3589605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69" name="ph2969"/>
            <p:cNvSpPr/>
            <p:nvPr/>
          </p:nvSpPr>
          <p:spPr>
            <a:xfrm>
              <a:off x="3602117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70" name="ph2970"/>
            <p:cNvSpPr/>
            <p:nvPr/>
          </p:nvSpPr>
          <p:spPr>
            <a:xfrm>
              <a:off x="3614629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71" name="ph2971"/>
            <p:cNvSpPr/>
            <p:nvPr/>
          </p:nvSpPr>
          <p:spPr>
            <a:xfrm>
              <a:off x="3627143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72" name="ph2972"/>
            <p:cNvSpPr/>
            <p:nvPr/>
          </p:nvSpPr>
          <p:spPr>
            <a:xfrm>
              <a:off x="3639655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73" name="ph2973"/>
            <p:cNvSpPr/>
            <p:nvPr/>
          </p:nvSpPr>
          <p:spPr>
            <a:xfrm>
              <a:off x="3652167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74" name="ph2974"/>
            <p:cNvSpPr/>
            <p:nvPr/>
          </p:nvSpPr>
          <p:spPr>
            <a:xfrm>
              <a:off x="3664679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75" name="ph2975"/>
            <p:cNvSpPr/>
            <p:nvPr/>
          </p:nvSpPr>
          <p:spPr>
            <a:xfrm>
              <a:off x="3677192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89E">
                <a:alpha val="100000"/>
              </a:srgbClr>
            </a:solidFill>
            <a:ln w="5420" cap="flat">
              <a:solidFill>
                <a:srgbClr val="3A68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76" name="ph2976"/>
            <p:cNvSpPr/>
            <p:nvPr/>
          </p:nvSpPr>
          <p:spPr>
            <a:xfrm>
              <a:off x="3689704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77" name="ph2977"/>
            <p:cNvSpPr/>
            <p:nvPr/>
          </p:nvSpPr>
          <p:spPr>
            <a:xfrm>
              <a:off x="3702216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78" name="ph2978"/>
            <p:cNvSpPr/>
            <p:nvPr/>
          </p:nvSpPr>
          <p:spPr>
            <a:xfrm>
              <a:off x="3714729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79" name="ph2979"/>
            <p:cNvSpPr/>
            <p:nvPr/>
          </p:nvSpPr>
          <p:spPr>
            <a:xfrm>
              <a:off x="3727241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80" name="ph2980"/>
            <p:cNvSpPr/>
            <p:nvPr/>
          </p:nvSpPr>
          <p:spPr>
            <a:xfrm>
              <a:off x="3739753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81" name="ph2981"/>
            <p:cNvSpPr/>
            <p:nvPr/>
          </p:nvSpPr>
          <p:spPr>
            <a:xfrm>
              <a:off x="3752265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82" name="ph2982"/>
            <p:cNvSpPr/>
            <p:nvPr/>
          </p:nvSpPr>
          <p:spPr>
            <a:xfrm>
              <a:off x="3764779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83" name="ph2983"/>
            <p:cNvSpPr/>
            <p:nvPr/>
          </p:nvSpPr>
          <p:spPr>
            <a:xfrm>
              <a:off x="3777291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84" name="ph2984"/>
            <p:cNvSpPr/>
            <p:nvPr/>
          </p:nvSpPr>
          <p:spPr>
            <a:xfrm>
              <a:off x="3789803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85" name="ph2985"/>
            <p:cNvSpPr/>
            <p:nvPr/>
          </p:nvSpPr>
          <p:spPr>
            <a:xfrm>
              <a:off x="3802315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86" name="ph2986"/>
            <p:cNvSpPr/>
            <p:nvPr/>
          </p:nvSpPr>
          <p:spPr>
            <a:xfrm>
              <a:off x="3814828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87" name="ph2987"/>
            <p:cNvSpPr/>
            <p:nvPr/>
          </p:nvSpPr>
          <p:spPr>
            <a:xfrm>
              <a:off x="3827340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88" name="ph2988"/>
            <p:cNvSpPr/>
            <p:nvPr/>
          </p:nvSpPr>
          <p:spPr>
            <a:xfrm>
              <a:off x="4440445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89" name="ph2989"/>
            <p:cNvSpPr/>
            <p:nvPr/>
          </p:nvSpPr>
          <p:spPr>
            <a:xfrm>
              <a:off x="4452959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90" name="ph2990"/>
            <p:cNvSpPr/>
            <p:nvPr/>
          </p:nvSpPr>
          <p:spPr>
            <a:xfrm>
              <a:off x="4465471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91" name="ph2991"/>
            <p:cNvSpPr/>
            <p:nvPr/>
          </p:nvSpPr>
          <p:spPr>
            <a:xfrm>
              <a:off x="4477983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92" name="ph2992"/>
            <p:cNvSpPr/>
            <p:nvPr/>
          </p:nvSpPr>
          <p:spPr>
            <a:xfrm>
              <a:off x="4490495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93" name="ph2993"/>
            <p:cNvSpPr/>
            <p:nvPr/>
          </p:nvSpPr>
          <p:spPr>
            <a:xfrm>
              <a:off x="4503008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94" name="ph2994"/>
            <p:cNvSpPr/>
            <p:nvPr/>
          </p:nvSpPr>
          <p:spPr>
            <a:xfrm>
              <a:off x="4515520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95" name="ph2995"/>
            <p:cNvSpPr/>
            <p:nvPr/>
          </p:nvSpPr>
          <p:spPr>
            <a:xfrm>
              <a:off x="4690693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96" name="ph2996"/>
            <p:cNvSpPr/>
            <p:nvPr/>
          </p:nvSpPr>
          <p:spPr>
            <a:xfrm>
              <a:off x="4703205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97" name="ph2997"/>
            <p:cNvSpPr/>
            <p:nvPr/>
          </p:nvSpPr>
          <p:spPr>
            <a:xfrm>
              <a:off x="4715717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98" name="ph2998"/>
            <p:cNvSpPr/>
            <p:nvPr/>
          </p:nvSpPr>
          <p:spPr>
            <a:xfrm>
              <a:off x="4728231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99" name="ph2999"/>
            <p:cNvSpPr/>
            <p:nvPr/>
          </p:nvSpPr>
          <p:spPr>
            <a:xfrm>
              <a:off x="4740743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00" name="ph3000"/>
            <p:cNvSpPr/>
            <p:nvPr/>
          </p:nvSpPr>
          <p:spPr>
            <a:xfrm>
              <a:off x="3089111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01" name="ph3001"/>
            <p:cNvSpPr/>
            <p:nvPr/>
          </p:nvSpPr>
          <p:spPr>
            <a:xfrm>
              <a:off x="3101623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02" name="ph3002"/>
            <p:cNvSpPr/>
            <p:nvPr/>
          </p:nvSpPr>
          <p:spPr>
            <a:xfrm>
              <a:off x="3114135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03" name="ph3003"/>
            <p:cNvSpPr/>
            <p:nvPr/>
          </p:nvSpPr>
          <p:spPr>
            <a:xfrm>
              <a:off x="3126648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04" name="ph3004"/>
            <p:cNvSpPr/>
            <p:nvPr/>
          </p:nvSpPr>
          <p:spPr>
            <a:xfrm>
              <a:off x="3139160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05" name="ph3005"/>
            <p:cNvSpPr/>
            <p:nvPr/>
          </p:nvSpPr>
          <p:spPr>
            <a:xfrm>
              <a:off x="3151672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06" name="ph3006"/>
            <p:cNvSpPr/>
            <p:nvPr/>
          </p:nvSpPr>
          <p:spPr>
            <a:xfrm>
              <a:off x="3164185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07" name="ph3007"/>
            <p:cNvSpPr/>
            <p:nvPr/>
          </p:nvSpPr>
          <p:spPr>
            <a:xfrm>
              <a:off x="3176697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08" name="ph3008"/>
            <p:cNvSpPr/>
            <p:nvPr/>
          </p:nvSpPr>
          <p:spPr>
            <a:xfrm>
              <a:off x="3527043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09" name="ph3009"/>
            <p:cNvSpPr/>
            <p:nvPr/>
          </p:nvSpPr>
          <p:spPr>
            <a:xfrm>
              <a:off x="3539556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10" name="ph3010"/>
            <p:cNvSpPr/>
            <p:nvPr/>
          </p:nvSpPr>
          <p:spPr>
            <a:xfrm>
              <a:off x="3552068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11" name="ph3011"/>
            <p:cNvSpPr/>
            <p:nvPr/>
          </p:nvSpPr>
          <p:spPr>
            <a:xfrm>
              <a:off x="3564580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12" name="ph3012"/>
            <p:cNvSpPr/>
            <p:nvPr/>
          </p:nvSpPr>
          <p:spPr>
            <a:xfrm>
              <a:off x="3577093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13" name="ph3013"/>
            <p:cNvSpPr/>
            <p:nvPr/>
          </p:nvSpPr>
          <p:spPr>
            <a:xfrm>
              <a:off x="3589605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14" name="ph3014"/>
            <p:cNvSpPr/>
            <p:nvPr/>
          </p:nvSpPr>
          <p:spPr>
            <a:xfrm>
              <a:off x="3602117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15" name="ph3015"/>
            <p:cNvSpPr/>
            <p:nvPr/>
          </p:nvSpPr>
          <p:spPr>
            <a:xfrm>
              <a:off x="3614629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16" name="ph3016"/>
            <p:cNvSpPr/>
            <p:nvPr/>
          </p:nvSpPr>
          <p:spPr>
            <a:xfrm>
              <a:off x="3627143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17" name="ph3017"/>
            <p:cNvSpPr/>
            <p:nvPr/>
          </p:nvSpPr>
          <p:spPr>
            <a:xfrm>
              <a:off x="3639655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18" name="ph3018"/>
            <p:cNvSpPr/>
            <p:nvPr/>
          </p:nvSpPr>
          <p:spPr>
            <a:xfrm>
              <a:off x="3652167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19" name="ph3019"/>
            <p:cNvSpPr/>
            <p:nvPr/>
          </p:nvSpPr>
          <p:spPr>
            <a:xfrm>
              <a:off x="3664679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20" name="ph3020"/>
            <p:cNvSpPr/>
            <p:nvPr/>
          </p:nvSpPr>
          <p:spPr>
            <a:xfrm>
              <a:off x="3677192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21" name="ph3021"/>
            <p:cNvSpPr/>
            <p:nvPr/>
          </p:nvSpPr>
          <p:spPr>
            <a:xfrm>
              <a:off x="3689704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22" name="ph3022"/>
            <p:cNvSpPr/>
            <p:nvPr/>
          </p:nvSpPr>
          <p:spPr>
            <a:xfrm>
              <a:off x="3702216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23" name="ph3023"/>
            <p:cNvSpPr/>
            <p:nvPr/>
          </p:nvSpPr>
          <p:spPr>
            <a:xfrm>
              <a:off x="3714729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24" name="ph3024"/>
            <p:cNvSpPr/>
            <p:nvPr/>
          </p:nvSpPr>
          <p:spPr>
            <a:xfrm>
              <a:off x="3727241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25" name="ph3025"/>
            <p:cNvSpPr/>
            <p:nvPr/>
          </p:nvSpPr>
          <p:spPr>
            <a:xfrm>
              <a:off x="3739753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26" name="ph3026"/>
            <p:cNvSpPr/>
            <p:nvPr/>
          </p:nvSpPr>
          <p:spPr>
            <a:xfrm>
              <a:off x="3752265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27" name="ph3027"/>
            <p:cNvSpPr/>
            <p:nvPr/>
          </p:nvSpPr>
          <p:spPr>
            <a:xfrm>
              <a:off x="3764779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28" name="ph3028"/>
            <p:cNvSpPr/>
            <p:nvPr/>
          </p:nvSpPr>
          <p:spPr>
            <a:xfrm>
              <a:off x="3777291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29" name="ph3029"/>
            <p:cNvSpPr/>
            <p:nvPr/>
          </p:nvSpPr>
          <p:spPr>
            <a:xfrm>
              <a:off x="3789803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30" name="ph3030"/>
            <p:cNvSpPr/>
            <p:nvPr/>
          </p:nvSpPr>
          <p:spPr>
            <a:xfrm>
              <a:off x="3802315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31" name="ph3031"/>
            <p:cNvSpPr/>
            <p:nvPr/>
          </p:nvSpPr>
          <p:spPr>
            <a:xfrm>
              <a:off x="3814828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32" name="ph3032"/>
            <p:cNvSpPr/>
            <p:nvPr/>
          </p:nvSpPr>
          <p:spPr>
            <a:xfrm>
              <a:off x="3827340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33" name="ph3033"/>
            <p:cNvSpPr/>
            <p:nvPr/>
          </p:nvSpPr>
          <p:spPr>
            <a:xfrm>
              <a:off x="4452959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34" name="ph3034"/>
            <p:cNvSpPr/>
            <p:nvPr/>
          </p:nvSpPr>
          <p:spPr>
            <a:xfrm>
              <a:off x="4465471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35" name="ph3035"/>
            <p:cNvSpPr/>
            <p:nvPr/>
          </p:nvSpPr>
          <p:spPr>
            <a:xfrm>
              <a:off x="4477983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36" name="ph3036"/>
            <p:cNvSpPr/>
            <p:nvPr/>
          </p:nvSpPr>
          <p:spPr>
            <a:xfrm>
              <a:off x="4490495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37" name="ph3037"/>
            <p:cNvSpPr/>
            <p:nvPr/>
          </p:nvSpPr>
          <p:spPr>
            <a:xfrm>
              <a:off x="4503008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38" name="ph3038"/>
            <p:cNvSpPr/>
            <p:nvPr/>
          </p:nvSpPr>
          <p:spPr>
            <a:xfrm>
              <a:off x="4515520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39" name="ph3039"/>
            <p:cNvSpPr/>
            <p:nvPr/>
          </p:nvSpPr>
          <p:spPr>
            <a:xfrm>
              <a:off x="4528032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40" name="ph3040"/>
            <p:cNvSpPr/>
            <p:nvPr/>
          </p:nvSpPr>
          <p:spPr>
            <a:xfrm>
              <a:off x="4690693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41" name="ph3041"/>
            <p:cNvSpPr/>
            <p:nvPr/>
          </p:nvSpPr>
          <p:spPr>
            <a:xfrm>
              <a:off x="4703205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42" name="ph3042"/>
            <p:cNvSpPr/>
            <p:nvPr/>
          </p:nvSpPr>
          <p:spPr>
            <a:xfrm>
              <a:off x="4715717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43" name="ph3043"/>
            <p:cNvSpPr/>
            <p:nvPr/>
          </p:nvSpPr>
          <p:spPr>
            <a:xfrm>
              <a:off x="4728231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44" name="ph3044"/>
            <p:cNvSpPr/>
            <p:nvPr/>
          </p:nvSpPr>
          <p:spPr>
            <a:xfrm>
              <a:off x="4740743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45" name="ph3045"/>
            <p:cNvSpPr/>
            <p:nvPr/>
          </p:nvSpPr>
          <p:spPr>
            <a:xfrm>
              <a:off x="3076599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46" name="ph3046"/>
            <p:cNvSpPr/>
            <p:nvPr/>
          </p:nvSpPr>
          <p:spPr>
            <a:xfrm>
              <a:off x="3089111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47" name="ph3047"/>
            <p:cNvSpPr/>
            <p:nvPr/>
          </p:nvSpPr>
          <p:spPr>
            <a:xfrm>
              <a:off x="3101623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48" name="ph3048"/>
            <p:cNvSpPr/>
            <p:nvPr/>
          </p:nvSpPr>
          <p:spPr>
            <a:xfrm>
              <a:off x="3114135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49" name="ph3049"/>
            <p:cNvSpPr/>
            <p:nvPr/>
          </p:nvSpPr>
          <p:spPr>
            <a:xfrm>
              <a:off x="3126648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50" name="ph3050"/>
            <p:cNvSpPr/>
            <p:nvPr/>
          </p:nvSpPr>
          <p:spPr>
            <a:xfrm>
              <a:off x="3139160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51" name="ph3051"/>
            <p:cNvSpPr/>
            <p:nvPr/>
          </p:nvSpPr>
          <p:spPr>
            <a:xfrm>
              <a:off x="3539556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52" name="ph3052"/>
            <p:cNvSpPr/>
            <p:nvPr/>
          </p:nvSpPr>
          <p:spPr>
            <a:xfrm>
              <a:off x="3552068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53" name="ph3053"/>
            <p:cNvSpPr/>
            <p:nvPr/>
          </p:nvSpPr>
          <p:spPr>
            <a:xfrm>
              <a:off x="3564580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54" name="ph3054"/>
            <p:cNvSpPr/>
            <p:nvPr/>
          </p:nvSpPr>
          <p:spPr>
            <a:xfrm>
              <a:off x="3577093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55" name="ph3055"/>
            <p:cNvSpPr/>
            <p:nvPr/>
          </p:nvSpPr>
          <p:spPr>
            <a:xfrm>
              <a:off x="3589605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56" name="ph3056"/>
            <p:cNvSpPr/>
            <p:nvPr/>
          </p:nvSpPr>
          <p:spPr>
            <a:xfrm>
              <a:off x="3602117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57" name="ph3057"/>
            <p:cNvSpPr/>
            <p:nvPr/>
          </p:nvSpPr>
          <p:spPr>
            <a:xfrm>
              <a:off x="3614629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58" name="ph3058"/>
            <p:cNvSpPr/>
            <p:nvPr/>
          </p:nvSpPr>
          <p:spPr>
            <a:xfrm>
              <a:off x="3627143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59" name="ph3059"/>
            <p:cNvSpPr/>
            <p:nvPr/>
          </p:nvSpPr>
          <p:spPr>
            <a:xfrm>
              <a:off x="3639655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60" name="ph3060"/>
            <p:cNvSpPr/>
            <p:nvPr/>
          </p:nvSpPr>
          <p:spPr>
            <a:xfrm>
              <a:off x="3652167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61" name="ph3061"/>
            <p:cNvSpPr/>
            <p:nvPr/>
          </p:nvSpPr>
          <p:spPr>
            <a:xfrm>
              <a:off x="3664679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62" name="ph3062"/>
            <p:cNvSpPr/>
            <p:nvPr/>
          </p:nvSpPr>
          <p:spPr>
            <a:xfrm>
              <a:off x="3677192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63" name="ph3063"/>
            <p:cNvSpPr/>
            <p:nvPr/>
          </p:nvSpPr>
          <p:spPr>
            <a:xfrm>
              <a:off x="3689704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64" name="ph3064"/>
            <p:cNvSpPr/>
            <p:nvPr/>
          </p:nvSpPr>
          <p:spPr>
            <a:xfrm>
              <a:off x="3702216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65" name="ph3065"/>
            <p:cNvSpPr/>
            <p:nvPr/>
          </p:nvSpPr>
          <p:spPr>
            <a:xfrm>
              <a:off x="3714729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66" name="ph3066"/>
            <p:cNvSpPr/>
            <p:nvPr/>
          </p:nvSpPr>
          <p:spPr>
            <a:xfrm>
              <a:off x="3727241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67" name="ph3067"/>
            <p:cNvSpPr/>
            <p:nvPr/>
          </p:nvSpPr>
          <p:spPr>
            <a:xfrm>
              <a:off x="3739753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68" name="ph3068"/>
            <p:cNvSpPr/>
            <p:nvPr/>
          </p:nvSpPr>
          <p:spPr>
            <a:xfrm>
              <a:off x="3752265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69" name="ph3069"/>
            <p:cNvSpPr/>
            <p:nvPr/>
          </p:nvSpPr>
          <p:spPr>
            <a:xfrm>
              <a:off x="3764779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70" name="ph3070"/>
            <p:cNvSpPr/>
            <p:nvPr/>
          </p:nvSpPr>
          <p:spPr>
            <a:xfrm>
              <a:off x="3777291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71" name="ph3071"/>
            <p:cNvSpPr/>
            <p:nvPr/>
          </p:nvSpPr>
          <p:spPr>
            <a:xfrm>
              <a:off x="3789803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72" name="ph3072"/>
            <p:cNvSpPr/>
            <p:nvPr/>
          </p:nvSpPr>
          <p:spPr>
            <a:xfrm>
              <a:off x="3802315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73" name="ph3073"/>
            <p:cNvSpPr/>
            <p:nvPr/>
          </p:nvSpPr>
          <p:spPr>
            <a:xfrm>
              <a:off x="3814828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74" name="ph3074"/>
            <p:cNvSpPr/>
            <p:nvPr/>
          </p:nvSpPr>
          <p:spPr>
            <a:xfrm>
              <a:off x="3827340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75" name="ph3075"/>
            <p:cNvSpPr/>
            <p:nvPr/>
          </p:nvSpPr>
          <p:spPr>
            <a:xfrm>
              <a:off x="4465471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76" name="ph3076"/>
            <p:cNvSpPr/>
            <p:nvPr/>
          </p:nvSpPr>
          <p:spPr>
            <a:xfrm>
              <a:off x="4477983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77" name="ph3077"/>
            <p:cNvSpPr/>
            <p:nvPr/>
          </p:nvSpPr>
          <p:spPr>
            <a:xfrm>
              <a:off x="4490495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78" name="ph3078"/>
            <p:cNvSpPr/>
            <p:nvPr/>
          </p:nvSpPr>
          <p:spPr>
            <a:xfrm>
              <a:off x="4503008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79" name="ph3079"/>
            <p:cNvSpPr/>
            <p:nvPr/>
          </p:nvSpPr>
          <p:spPr>
            <a:xfrm>
              <a:off x="4515520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80" name="ph3080"/>
            <p:cNvSpPr/>
            <p:nvPr/>
          </p:nvSpPr>
          <p:spPr>
            <a:xfrm>
              <a:off x="4528032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81" name="ph3081"/>
            <p:cNvSpPr/>
            <p:nvPr/>
          </p:nvSpPr>
          <p:spPr>
            <a:xfrm>
              <a:off x="4540544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82" name="ph3082"/>
            <p:cNvSpPr/>
            <p:nvPr/>
          </p:nvSpPr>
          <p:spPr>
            <a:xfrm>
              <a:off x="4703205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83" name="ph3083"/>
            <p:cNvSpPr/>
            <p:nvPr/>
          </p:nvSpPr>
          <p:spPr>
            <a:xfrm>
              <a:off x="4715717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84" name="ph3084"/>
            <p:cNvSpPr/>
            <p:nvPr/>
          </p:nvSpPr>
          <p:spPr>
            <a:xfrm>
              <a:off x="4728231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85" name="ph3085"/>
            <p:cNvSpPr/>
            <p:nvPr/>
          </p:nvSpPr>
          <p:spPr>
            <a:xfrm>
              <a:off x="4740743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86" name="ph3086"/>
            <p:cNvSpPr/>
            <p:nvPr/>
          </p:nvSpPr>
          <p:spPr>
            <a:xfrm>
              <a:off x="4753255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87" name="ph3087"/>
            <p:cNvSpPr/>
            <p:nvPr/>
          </p:nvSpPr>
          <p:spPr>
            <a:xfrm>
              <a:off x="3051573" y="33457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88" name="ph3088"/>
            <p:cNvSpPr/>
            <p:nvPr/>
          </p:nvSpPr>
          <p:spPr>
            <a:xfrm>
              <a:off x="3064085" y="33457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89" name="ph3089"/>
            <p:cNvSpPr/>
            <p:nvPr/>
          </p:nvSpPr>
          <p:spPr>
            <a:xfrm>
              <a:off x="3076599" y="33457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90" name="ph3090"/>
            <p:cNvSpPr/>
            <p:nvPr/>
          </p:nvSpPr>
          <p:spPr>
            <a:xfrm>
              <a:off x="3089111" y="33457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91" name="ph3091"/>
            <p:cNvSpPr/>
            <p:nvPr/>
          </p:nvSpPr>
          <p:spPr>
            <a:xfrm>
              <a:off x="3101623" y="33457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92" name="ph3092"/>
            <p:cNvSpPr/>
            <p:nvPr/>
          </p:nvSpPr>
          <p:spPr>
            <a:xfrm>
              <a:off x="3114135" y="33457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93" name="ph3093"/>
            <p:cNvSpPr/>
            <p:nvPr/>
          </p:nvSpPr>
          <p:spPr>
            <a:xfrm>
              <a:off x="3126648" y="33457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94" name="ph3094"/>
            <p:cNvSpPr/>
            <p:nvPr/>
          </p:nvSpPr>
          <p:spPr>
            <a:xfrm>
              <a:off x="3564580" y="33457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95" name="ph3095"/>
            <p:cNvSpPr/>
            <p:nvPr/>
          </p:nvSpPr>
          <p:spPr>
            <a:xfrm>
              <a:off x="3577093" y="33457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96" name="ph3096"/>
            <p:cNvSpPr/>
            <p:nvPr/>
          </p:nvSpPr>
          <p:spPr>
            <a:xfrm>
              <a:off x="3589605" y="33457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97" name="ph3097"/>
            <p:cNvSpPr/>
            <p:nvPr/>
          </p:nvSpPr>
          <p:spPr>
            <a:xfrm>
              <a:off x="3602117" y="33457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98" name="ph3098"/>
            <p:cNvSpPr/>
            <p:nvPr/>
          </p:nvSpPr>
          <p:spPr>
            <a:xfrm>
              <a:off x="3614629" y="33457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99" name="ph3099"/>
            <p:cNvSpPr/>
            <p:nvPr/>
          </p:nvSpPr>
          <p:spPr>
            <a:xfrm>
              <a:off x="3627143" y="33457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00" name="ph3100"/>
            <p:cNvSpPr/>
            <p:nvPr/>
          </p:nvSpPr>
          <p:spPr>
            <a:xfrm>
              <a:off x="3639655" y="33457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01" name="ph3101"/>
            <p:cNvSpPr/>
            <p:nvPr/>
          </p:nvSpPr>
          <p:spPr>
            <a:xfrm>
              <a:off x="3652167" y="33457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02" name="ph3102"/>
            <p:cNvSpPr/>
            <p:nvPr/>
          </p:nvSpPr>
          <p:spPr>
            <a:xfrm>
              <a:off x="3664679" y="33457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03" name="ph3103"/>
            <p:cNvSpPr/>
            <p:nvPr/>
          </p:nvSpPr>
          <p:spPr>
            <a:xfrm>
              <a:off x="3677192" y="33457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04" name="ph3104"/>
            <p:cNvSpPr/>
            <p:nvPr/>
          </p:nvSpPr>
          <p:spPr>
            <a:xfrm>
              <a:off x="3689704" y="33457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05" name="ph3105"/>
            <p:cNvSpPr/>
            <p:nvPr/>
          </p:nvSpPr>
          <p:spPr>
            <a:xfrm>
              <a:off x="3702216" y="33457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06" name="ph3106"/>
            <p:cNvSpPr/>
            <p:nvPr/>
          </p:nvSpPr>
          <p:spPr>
            <a:xfrm>
              <a:off x="3739753" y="33457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07" name="ph3107"/>
            <p:cNvSpPr/>
            <p:nvPr/>
          </p:nvSpPr>
          <p:spPr>
            <a:xfrm>
              <a:off x="3752265" y="33457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08" name="ph3108"/>
            <p:cNvSpPr/>
            <p:nvPr/>
          </p:nvSpPr>
          <p:spPr>
            <a:xfrm>
              <a:off x="3764779" y="33457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09" name="ph3109"/>
            <p:cNvSpPr/>
            <p:nvPr/>
          </p:nvSpPr>
          <p:spPr>
            <a:xfrm>
              <a:off x="3777291" y="33457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10" name="ph3110"/>
            <p:cNvSpPr/>
            <p:nvPr/>
          </p:nvSpPr>
          <p:spPr>
            <a:xfrm>
              <a:off x="3789803" y="33457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11" name="ph3111"/>
            <p:cNvSpPr/>
            <p:nvPr/>
          </p:nvSpPr>
          <p:spPr>
            <a:xfrm>
              <a:off x="3802315" y="33457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12" name="ph3112"/>
            <p:cNvSpPr/>
            <p:nvPr/>
          </p:nvSpPr>
          <p:spPr>
            <a:xfrm>
              <a:off x="3814828" y="33457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13" name="ph3113"/>
            <p:cNvSpPr/>
            <p:nvPr/>
          </p:nvSpPr>
          <p:spPr>
            <a:xfrm>
              <a:off x="3827340" y="33457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14" name="ph3114"/>
            <p:cNvSpPr/>
            <p:nvPr/>
          </p:nvSpPr>
          <p:spPr>
            <a:xfrm>
              <a:off x="4490495" y="33457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15" name="ph3115"/>
            <p:cNvSpPr/>
            <p:nvPr/>
          </p:nvSpPr>
          <p:spPr>
            <a:xfrm>
              <a:off x="4503008" y="33457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16" name="ph3116"/>
            <p:cNvSpPr/>
            <p:nvPr/>
          </p:nvSpPr>
          <p:spPr>
            <a:xfrm>
              <a:off x="4515520" y="33457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17" name="ph3117"/>
            <p:cNvSpPr/>
            <p:nvPr/>
          </p:nvSpPr>
          <p:spPr>
            <a:xfrm>
              <a:off x="4528032" y="33457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18" name="ph3118"/>
            <p:cNvSpPr/>
            <p:nvPr/>
          </p:nvSpPr>
          <p:spPr>
            <a:xfrm>
              <a:off x="4540544" y="33457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19" name="ph3119"/>
            <p:cNvSpPr/>
            <p:nvPr/>
          </p:nvSpPr>
          <p:spPr>
            <a:xfrm>
              <a:off x="4553057" y="33457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20" name="ph3120"/>
            <p:cNvSpPr/>
            <p:nvPr/>
          </p:nvSpPr>
          <p:spPr>
            <a:xfrm>
              <a:off x="4703205" y="33457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21" name="ph3121"/>
            <p:cNvSpPr/>
            <p:nvPr/>
          </p:nvSpPr>
          <p:spPr>
            <a:xfrm>
              <a:off x="4715717" y="33457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22" name="ph3122"/>
            <p:cNvSpPr/>
            <p:nvPr/>
          </p:nvSpPr>
          <p:spPr>
            <a:xfrm>
              <a:off x="4728231" y="33457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23" name="ph3123"/>
            <p:cNvSpPr/>
            <p:nvPr/>
          </p:nvSpPr>
          <p:spPr>
            <a:xfrm>
              <a:off x="4740743" y="33457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24" name="ph3124"/>
            <p:cNvSpPr/>
            <p:nvPr/>
          </p:nvSpPr>
          <p:spPr>
            <a:xfrm>
              <a:off x="4753255" y="33457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25" name="ph3125"/>
            <p:cNvSpPr/>
            <p:nvPr/>
          </p:nvSpPr>
          <p:spPr>
            <a:xfrm>
              <a:off x="4765767" y="33457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26" name="ph3126"/>
            <p:cNvSpPr/>
            <p:nvPr/>
          </p:nvSpPr>
          <p:spPr>
            <a:xfrm>
              <a:off x="2926449" y="33611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27" name="ph3127"/>
            <p:cNvSpPr/>
            <p:nvPr/>
          </p:nvSpPr>
          <p:spPr>
            <a:xfrm>
              <a:off x="2938963" y="33611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28" name="ph3128"/>
            <p:cNvSpPr/>
            <p:nvPr/>
          </p:nvSpPr>
          <p:spPr>
            <a:xfrm>
              <a:off x="2951475" y="33611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29" name="ph3129"/>
            <p:cNvSpPr/>
            <p:nvPr/>
          </p:nvSpPr>
          <p:spPr>
            <a:xfrm>
              <a:off x="2963987" y="33611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30" name="ph3130"/>
            <p:cNvSpPr/>
            <p:nvPr/>
          </p:nvSpPr>
          <p:spPr>
            <a:xfrm>
              <a:off x="2976499" y="33611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31" name="ph3131"/>
            <p:cNvSpPr/>
            <p:nvPr/>
          </p:nvSpPr>
          <p:spPr>
            <a:xfrm>
              <a:off x="2989012" y="33611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32" name="ph3132"/>
            <p:cNvSpPr/>
            <p:nvPr/>
          </p:nvSpPr>
          <p:spPr>
            <a:xfrm>
              <a:off x="3026549" y="33611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33" name="ph3133"/>
            <p:cNvSpPr/>
            <p:nvPr/>
          </p:nvSpPr>
          <p:spPr>
            <a:xfrm>
              <a:off x="3039061" y="33611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34" name="ph3134"/>
            <p:cNvSpPr/>
            <p:nvPr/>
          </p:nvSpPr>
          <p:spPr>
            <a:xfrm>
              <a:off x="3051573" y="33611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35" name="ph3135"/>
            <p:cNvSpPr/>
            <p:nvPr/>
          </p:nvSpPr>
          <p:spPr>
            <a:xfrm>
              <a:off x="3064085" y="33611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36" name="ph3136"/>
            <p:cNvSpPr/>
            <p:nvPr/>
          </p:nvSpPr>
          <p:spPr>
            <a:xfrm>
              <a:off x="3076599" y="33611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37" name="ph3137"/>
            <p:cNvSpPr/>
            <p:nvPr/>
          </p:nvSpPr>
          <p:spPr>
            <a:xfrm>
              <a:off x="3089111" y="33611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38" name="ph3138"/>
            <p:cNvSpPr/>
            <p:nvPr/>
          </p:nvSpPr>
          <p:spPr>
            <a:xfrm>
              <a:off x="3101623" y="33611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39" name="ph3139"/>
            <p:cNvSpPr/>
            <p:nvPr/>
          </p:nvSpPr>
          <p:spPr>
            <a:xfrm>
              <a:off x="3114135" y="33611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40" name="ph3140"/>
            <p:cNvSpPr/>
            <p:nvPr/>
          </p:nvSpPr>
          <p:spPr>
            <a:xfrm>
              <a:off x="3664679" y="33611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41" name="ph3141"/>
            <p:cNvSpPr/>
            <p:nvPr/>
          </p:nvSpPr>
          <p:spPr>
            <a:xfrm>
              <a:off x="3677192" y="33611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42" name="ph3142"/>
            <p:cNvSpPr/>
            <p:nvPr/>
          </p:nvSpPr>
          <p:spPr>
            <a:xfrm>
              <a:off x="3752265" y="33611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43" name="ph3143"/>
            <p:cNvSpPr/>
            <p:nvPr/>
          </p:nvSpPr>
          <p:spPr>
            <a:xfrm>
              <a:off x="3764779" y="33611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44" name="ph3144"/>
            <p:cNvSpPr/>
            <p:nvPr/>
          </p:nvSpPr>
          <p:spPr>
            <a:xfrm>
              <a:off x="3777291" y="33611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45" name="ph3145"/>
            <p:cNvSpPr/>
            <p:nvPr/>
          </p:nvSpPr>
          <p:spPr>
            <a:xfrm>
              <a:off x="3789803" y="33611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46" name="ph3146"/>
            <p:cNvSpPr/>
            <p:nvPr/>
          </p:nvSpPr>
          <p:spPr>
            <a:xfrm>
              <a:off x="3802315" y="33611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47" name="ph3147"/>
            <p:cNvSpPr/>
            <p:nvPr/>
          </p:nvSpPr>
          <p:spPr>
            <a:xfrm>
              <a:off x="3814828" y="33611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48" name="ph3148"/>
            <p:cNvSpPr/>
            <p:nvPr/>
          </p:nvSpPr>
          <p:spPr>
            <a:xfrm>
              <a:off x="4503008" y="33611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49" name="ph3149"/>
            <p:cNvSpPr/>
            <p:nvPr/>
          </p:nvSpPr>
          <p:spPr>
            <a:xfrm>
              <a:off x="4515520" y="33611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50" name="ph3150"/>
            <p:cNvSpPr/>
            <p:nvPr/>
          </p:nvSpPr>
          <p:spPr>
            <a:xfrm>
              <a:off x="4528032" y="33611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51" name="ph3151"/>
            <p:cNvSpPr/>
            <p:nvPr/>
          </p:nvSpPr>
          <p:spPr>
            <a:xfrm>
              <a:off x="4540544" y="33611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52" name="ph3152"/>
            <p:cNvSpPr/>
            <p:nvPr/>
          </p:nvSpPr>
          <p:spPr>
            <a:xfrm>
              <a:off x="4553057" y="33611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53" name="ph3153"/>
            <p:cNvSpPr/>
            <p:nvPr/>
          </p:nvSpPr>
          <p:spPr>
            <a:xfrm>
              <a:off x="4715717" y="33611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54" name="ph3154"/>
            <p:cNvSpPr/>
            <p:nvPr/>
          </p:nvSpPr>
          <p:spPr>
            <a:xfrm>
              <a:off x="4728231" y="33611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55" name="ph3155"/>
            <p:cNvSpPr/>
            <p:nvPr/>
          </p:nvSpPr>
          <p:spPr>
            <a:xfrm>
              <a:off x="4740743" y="33611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56" name="ph3156"/>
            <p:cNvSpPr/>
            <p:nvPr/>
          </p:nvSpPr>
          <p:spPr>
            <a:xfrm>
              <a:off x="4753255" y="33611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57" name="ph3157"/>
            <p:cNvSpPr/>
            <p:nvPr/>
          </p:nvSpPr>
          <p:spPr>
            <a:xfrm>
              <a:off x="4765767" y="33611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58" name="ph3158"/>
            <p:cNvSpPr/>
            <p:nvPr/>
          </p:nvSpPr>
          <p:spPr>
            <a:xfrm>
              <a:off x="2913937" y="337654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59" name="ph3159"/>
            <p:cNvSpPr/>
            <p:nvPr/>
          </p:nvSpPr>
          <p:spPr>
            <a:xfrm>
              <a:off x="2926449" y="337654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60" name="ph3160"/>
            <p:cNvSpPr/>
            <p:nvPr/>
          </p:nvSpPr>
          <p:spPr>
            <a:xfrm>
              <a:off x="2938963" y="337654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61" name="ph3161"/>
            <p:cNvSpPr/>
            <p:nvPr/>
          </p:nvSpPr>
          <p:spPr>
            <a:xfrm>
              <a:off x="2951475" y="337654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62" name="ph3162"/>
            <p:cNvSpPr/>
            <p:nvPr/>
          </p:nvSpPr>
          <p:spPr>
            <a:xfrm>
              <a:off x="2963987" y="337654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63" name="ph3163"/>
            <p:cNvSpPr/>
            <p:nvPr/>
          </p:nvSpPr>
          <p:spPr>
            <a:xfrm>
              <a:off x="2976499" y="337654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64" name="ph3164"/>
            <p:cNvSpPr/>
            <p:nvPr/>
          </p:nvSpPr>
          <p:spPr>
            <a:xfrm>
              <a:off x="2989012" y="337654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65" name="ph3165"/>
            <p:cNvSpPr/>
            <p:nvPr/>
          </p:nvSpPr>
          <p:spPr>
            <a:xfrm>
              <a:off x="3001524" y="337654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66" name="ph3166"/>
            <p:cNvSpPr/>
            <p:nvPr/>
          </p:nvSpPr>
          <p:spPr>
            <a:xfrm>
              <a:off x="3014036" y="337654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67" name="ph3167"/>
            <p:cNvSpPr/>
            <p:nvPr/>
          </p:nvSpPr>
          <p:spPr>
            <a:xfrm>
              <a:off x="3026549" y="337654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68" name="ph3168"/>
            <p:cNvSpPr/>
            <p:nvPr/>
          </p:nvSpPr>
          <p:spPr>
            <a:xfrm>
              <a:off x="3039061" y="337654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69" name="ph3169"/>
            <p:cNvSpPr/>
            <p:nvPr/>
          </p:nvSpPr>
          <p:spPr>
            <a:xfrm>
              <a:off x="3051573" y="337654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70" name="ph3170"/>
            <p:cNvSpPr/>
            <p:nvPr/>
          </p:nvSpPr>
          <p:spPr>
            <a:xfrm>
              <a:off x="3064085" y="337654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71" name="ph3171"/>
            <p:cNvSpPr/>
            <p:nvPr/>
          </p:nvSpPr>
          <p:spPr>
            <a:xfrm>
              <a:off x="3076599" y="337654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72" name="ph3172"/>
            <p:cNvSpPr/>
            <p:nvPr/>
          </p:nvSpPr>
          <p:spPr>
            <a:xfrm>
              <a:off x="3089111" y="337654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73" name="ph3173"/>
            <p:cNvSpPr/>
            <p:nvPr/>
          </p:nvSpPr>
          <p:spPr>
            <a:xfrm>
              <a:off x="3101623" y="337654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74" name="ph3174"/>
            <p:cNvSpPr/>
            <p:nvPr/>
          </p:nvSpPr>
          <p:spPr>
            <a:xfrm>
              <a:off x="3752265" y="337654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75" name="ph3175"/>
            <p:cNvSpPr/>
            <p:nvPr/>
          </p:nvSpPr>
          <p:spPr>
            <a:xfrm>
              <a:off x="3764779" y="337654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76" name="ph3176"/>
            <p:cNvSpPr/>
            <p:nvPr/>
          </p:nvSpPr>
          <p:spPr>
            <a:xfrm>
              <a:off x="3777291" y="337654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77" name="ph3177"/>
            <p:cNvSpPr/>
            <p:nvPr/>
          </p:nvSpPr>
          <p:spPr>
            <a:xfrm>
              <a:off x="3789803" y="337654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78" name="ph3178"/>
            <p:cNvSpPr/>
            <p:nvPr/>
          </p:nvSpPr>
          <p:spPr>
            <a:xfrm>
              <a:off x="4503008" y="337654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79" name="ph3179"/>
            <p:cNvSpPr/>
            <p:nvPr/>
          </p:nvSpPr>
          <p:spPr>
            <a:xfrm>
              <a:off x="4515520" y="337654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80" name="ph3180"/>
            <p:cNvSpPr/>
            <p:nvPr/>
          </p:nvSpPr>
          <p:spPr>
            <a:xfrm>
              <a:off x="4528032" y="337654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81" name="ph3181"/>
            <p:cNvSpPr/>
            <p:nvPr/>
          </p:nvSpPr>
          <p:spPr>
            <a:xfrm>
              <a:off x="4540544" y="337654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82" name="ph3182"/>
            <p:cNvSpPr/>
            <p:nvPr/>
          </p:nvSpPr>
          <p:spPr>
            <a:xfrm>
              <a:off x="4553057" y="337654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83" name="ph3183"/>
            <p:cNvSpPr/>
            <p:nvPr/>
          </p:nvSpPr>
          <p:spPr>
            <a:xfrm>
              <a:off x="4715717" y="337654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84" name="ph3184"/>
            <p:cNvSpPr/>
            <p:nvPr/>
          </p:nvSpPr>
          <p:spPr>
            <a:xfrm>
              <a:off x="4728231" y="337654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85" name="ph3185"/>
            <p:cNvSpPr/>
            <p:nvPr/>
          </p:nvSpPr>
          <p:spPr>
            <a:xfrm>
              <a:off x="4740743" y="337654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86" name="ph3186"/>
            <p:cNvSpPr/>
            <p:nvPr/>
          </p:nvSpPr>
          <p:spPr>
            <a:xfrm>
              <a:off x="4753255" y="337654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87" name="ph3187"/>
            <p:cNvSpPr/>
            <p:nvPr/>
          </p:nvSpPr>
          <p:spPr>
            <a:xfrm>
              <a:off x="4765767" y="337654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88" name="ph3188"/>
            <p:cNvSpPr/>
            <p:nvPr/>
          </p:nvSpPr>
          <p:spPr>
            <a:xfrm>
              <a:off x="4778280" y="337654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89" name="ph3189"/>
            <p:cNvSpPr/>
            <p:nvPr/>
          </p:nvSpPr>
          <p:spPr>
            <a:xfrm>
              <a:off x="2913937" y="339192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90" name="ph3190"/>
            <p:cNvSpPr/>
            <p:nvPr/>
          </p:nvSpPr>
          <p:spPr>
            <a:xfrm>
              <a:off x="2926449" y="339192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91" name="ph3191"/>
            <p:cNvSpPr/>
            <p:nvPr/>
          </p:nvSpPr>
          <p:spPr>
            <a:xfrm>
              <a:off x="2938963" y="339192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92" name="ph3192"/>
            <p:cNvSpPr/>
            <p:nvPr/>
          </p:nvSpPr>
          <p:spPr>
            <a:xfrm>
              <a:off x="2951475" y="339192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93" name="ph3193"/>
            <p:cNvSpPr/>
            <p:nvPr/>
          </p:nvSpPr>
          <p:spPr>
            <a:xfrm>
              <a:off x="2963987" y="339192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94" name="ph3194"/>
            <p:cNvSpPr/>
            <p:nvPr/>
          </p:nvSpPr>
          <p:spPr>
            <a:xfrm>
              <a:off x="2976499" y="339192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95" name="ph3195"/>
            <p:cNvSpPr/>
            <p:nvPr/>
          </p:nvSpPr>
          <p:spPr>
            <a:xfrm>
              <a:off x="2989012" y="339192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96" name="ph3196"/>
            <p:cNvSpPr/>
            <p:nvPr/>
          </p:nvSpPr>
          <p:spPr>
            <a:xfrm>
              <a:off x="3001524" y="339192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97" name="ph3197"/>
            <p:cNvSpPr/>
            <p:nvPr/>
          </p:nvSpPr>
          <p:spPr>
            <a:xfrm>
              <a:off x="3014036" y="339192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98" name="ph3198"/>
            <p:cNvSpPr/>
            <p:nvPr/>
          </p:nvSpPr>
          <p:spPr>
            <a:xfrm>
              <a:off x="3026549" y="339192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99" name="ph3199"/>
            <p:cNvSpPr/>
            <p:nvPr/>
          </p:nvSpPr>
          <p:spPr>
            <a:xfrm>
              <a:off x="3039061" y="339192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00" name="ph3200"/>
            <p:cNvSpPr/>
            <p:nvPr/>
          </p:nvSpPr>
          <p:spPr>
            <a:xfrm>
              <a:off x="3051573" y="339192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01" name="ph3201"/>
            <p:cNvSpPr/>
            <p:nvPr/>
          </p:nvSpPr>
          <p:spPr>
            <a:xfrm>
              <a:off x="3064085" y="339192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02" name="ph3202"/>
            <p:cNvSpPr/>
            <p:nvPr/>
          </p:nvSpPr>
          <p:spPr>
            <a:xfrm>
              <a:off x="3076599" y="339192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03" name="ph3203"/>
            <p:cNvSpPr/>
            <p:nvPr/>
          </p:nvSpPr>
          <p:spPr>
            <a:xfrm>
              <a:off x="3089111" y="339192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04" name="ph3204"/>
            <p:cNvSpPr/>
            <p:nvPr/>
          </p:nvSpPr>
          <p:spPr>
            <a:xfrm>
              <a:off x="4503008" y="339192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05" name="ph3205"/>
            <p:cNvSpPr/>
            <p:nvPr/>
          </p:nvSpPr>
          <p:spPr>
            <a:xfrm>
              <a:off x="4515520" y="339192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06" name="ph3206"/>
            <p:cNvSpPr/>
            <p:nvPr/>
          </p:nvSpPr>
          <p:spPr>
            <a:xfrm>
              <a:off x="4528032" y="339192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07" name="ph3207"/>
            <p:cNvSpPr/>
            <p:nvPr/>
          </p:nvSpPr>
          <p:spPr>
            <a:xfrm>
              <a:off x="4540544" y="339192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08" name="ph3208"/>
            <p:cNvSpPr/>
            <p:nvPr/>
          </p:nvSpPr>
          <p:spPr>
            <a:xfrm>
              <a:off x="4553057" y="339192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09" name="ph3209"/>
            <p:cNvSpPr/>
            <p:nvPr/>
          </p:nvSpPr>
          <p:spPr>
            <a:xfrm>
              <a:off x="4715717" y="339192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10" name="ph3210"/>
            <p:cNvSpPr/>
            <p:nvPr/>
          </p:nvSpPr>
          <p:spPr>
            <a:xfrm>
              <a:off x="4728231" y="339192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11" name="ph3211"/>
            <p:cNvSpPr/>
            <p:nvPr/>
          </p:nvSpPr>
          <p:spPr>
            <a:xfrm>
              <a:off x="4740743" y="339192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12" name="ph3212"/>
            <p:cNvSpPr/>
            <p:nvPr/>
          </p:nvSpPr>
          <p:spPr>
            <a:xfrm>
              <a:off x="4753255" y="339192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13" name="ph3213"/>
            <p:cNvSpPr/>
            <p:nvPr/>
          </p:nvSpPr>
          <p:spPr>
            <a:xfrm>
              <a:off x="4765767" y="339192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14" name="ph3214"/>
            <p:cNvSpPr/>
            <p:nvPr/>
          </p:nvSpPr>
          <p:spPr>
            <a:xfrm>
              <a:off x="4778280" y="339192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15" name="ph3215"/>
            <p:cNvSpPr/>
            <p:nvPr/>
          </p:nvSpPr>
          <p:spPr>
            <a:xfrm>
              <a:off x="4790792" y="339192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16" name="ph3216"/>
            <p:cNvSpPr/>
            <p:nvPr/>
          </p:nvSpPr>
          <p:spPr>
            <a:xfrm>
              <a:off x="2901425" y="34073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17" name="ph3217"/>
            <p:cNvSpPr/>
            <p:nvPr/>
          </p:nvSpPr>
          <p:spPr>
            <a:xfrm>
              <a:off x="2913937" y="34073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18" name="ph3218"/>
            <p:cNvSpPr/>
            <p:nvPr/>
          </p:nvSpPr>
          <p:spPr>
            <a:xfrm>
              <a:off x="2926449" y="34073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19" name="ph3219"/>
            <p:cNvSpPr/>
            <p:nvPr/>
          </p:nvSpPr>
          <p:spPr>
            <a:xfrm>
              <a:off x="2938963" y="34073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20" name="ph3220"/>
            <p:cNvSpPr/>
            <p:nvPr/>
          </p:nvSpPr>
          <p:spPr>
            <a:xfrm>
              <a:off x="2951475" y="34073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21" name="ph3221"/>
            <p:cNvSpPr/>
            <p:nvPr/>
          </p:nvSpPr>
          <p:spPr>
            <a:xfrm>
              <a:off x="2963987" y="34073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22" name="ph3222"/>
            <p:cNvSpPr/>
            <p:nvPr/>
          </p:nvSpPr>
          <p:spPr>
            <a:xfrm>
              <a:off x="2976499" y="34073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23" name="ph3223"/>
            <p:cNvSpPr/>
            <p:nvPr/>
          </p:nvSpPr>
          <p:spPr>
            <a:xfrm>
              <a:off x="2989012" y="34073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24" name="ph3224"/>
            <p:cNvSpPr/>
            <p:nvPr/>
          </p:nvSpPr>
          <p:spPr>
            <a:xfrm>
              <a:off x="3001524" y="34073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25" name="ph3225"/>
            <p:cNvSpPr/>
            <p:nvPr/>
          </p:nvSpPr>
          <p:spPr>
            <a:xfrm>
              <a:off x="3014036" y="34073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26" name="ph3226"/>
            <p:cNvSpPr/>
            <p:nvPr/>
          </p:nvSpPr>
          <p:spPr>
            <a:xfrm>
              <a:off x="3026549" y="34073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27" name="ph3227"/>
            <p:cNvSpPr/>
            <p:nvPr/>
          </p:nvSpPr>
          <p:spPr>
            <a:xfrm>
              <a:off x="3039061" y="34073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28" name="ph3228"/>
            <p:cNvSpPr/>
            <p:nvPr/>
          </p:nvSpPr>
          <p:spPr>
            <a:xfrm>
              <a:off x="3051573" y="34073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29" name="ph3229"/>
            <p:cNvSpPr/>
            <p:nvPr/>
          </p:nvSpPr>
          <p:spPr>
            <a:xfrm>
              <a:off x="3064085" y="34073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30" name="ph3230"/>
            <p:cNvSpPr/>
            <p:nvPr/>
          </p:nvSpPr>
          <p:spPr>
            <a:xfrm>
              <a:off x="4503008" y="34073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31" name="ph3231"/>
            <p:cNvSpPr/>
            <p:nvPr/>
          </p:nvSpPr>
          <p:spPr>
            <a:xfrm>
              <a:off x="4515520" y="34073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32" name="ph3232"/>
            <p:cNvSpPr/>
            <p:nvPr/>
          </p:nvSpPr>
          <p:spPr>
            <a:xfrm>
              <a:off x="4528032" y="34073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33" name="ph3233"/>
            <p:cNvSpPr/>
            <p:nvPr/>
          </p:nvSpPr>
          <p:spPr>
            <a:xfrm>
              <a:off x="4540544" y="34073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34" name="ph3234"/>
            <p:cNvSpPr/>
            <p:nvPr/>
          </p:nvSpPr>
          <p:spPr>
            <a:xfrm>
              <a:off x="4553057" y="34073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35" name="ph3235"/>
            <p:cNvSpPr/>
            <p:nvPr/>
          </p:nvSpPr>
          <p:spPr>
            <a:xfrm>
              <a:off x="4715717" y="34073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36" name="ph3236"/>
            <p:cNvSpPr/>
            <p:nvPr/>
          </p:nvSpPr>
          <p:spPr>
            <a:xfrm>
              <a:off x="4728231" y="34073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37" name="ph3237"/>
            <p:cNvSpPr/>
            <p:nvPr/>
          </p:nvSpPr>
          <p:spPr>
            <a:xfrm>
              <a:off x="4740743" y="34073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38" name="ph3238"/>
            <p:cNvSpPr/>
            <p:nvPr/>
          </p:nvSpPr>
          <p:spPr>
            <a:xfrm>
              <a:off x="4753255" y="34073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39" name="ph3239"/>
            <p:cNvSpPr/>
            <p:nvPr/>
          </p:nvSpPr>
          <p:spPr>
            <a:xfrm>
              <a:off x="4765767" y="34073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40" name="ph3240"/>
            <p:cNvSpPr/>
            <p:nvPr/>
          </p:nvSpPr>
          <p:spPr>
            <a:xfrm>
              <a:off x="4778280" y="34073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41" name="ph3241"/>
            <p:cNvSpPr/>
            <p:nvPr/>
          </p:nvSpPr>
          <p:spPr>
            <a:xfrm>
              <a:off x="4790792" y="34073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42" name="ph3242"/>
            <p:cNvSpPr/>
            <p:nvPr/>
          </p:nvSpPr>
          <p:spPr>
            <a:xfrm>
              <a:off x="2901425" y="342267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43" name="ph3243"/>
            <p:cNvSpPr/>
            <p:nvPr/>
          </p:nvSpPr>
          <p:spPr>
            <a:xfrm>
              <a:off x="2913937" y="342267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44" name="ph3244"/>
            <p:cNvSpPr/>
            <p:nvPr/>
          </p:nvSpPr>
          <p:spPr>
            <a:xfrm>
              <a:off x="2926449" y="342267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45" name="ph3245"/>
            <p:cNvSpPr/>
            <p:nvPr/>
          </p:nvSpPr>
          <p:spPr>
            <a:xfrm>
              <a:off x="2938963" y="342267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46" name="ph3246"/>
            <p:cNvSpPr/>
            <p:nvPr/>
          </p:nvSpPr>
          <p:spPr>
            <a:xfrm>
              <a:off x="2951475" y="342267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47" name="ph3247"/>
            <p:cNvSpPr/>
            <p:nvPr/>
          </p:nvSpPr>
          <p:spPr>
            <a:xfrm>
              <a:off x="2963987" y="342267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48" name="ph3248"/>
            <p:cNvSpPr/>
            <p:nvPr/>
          </p:nvSpPr>
          <p:spPr>
            <a:xfrm>
              <a:off x="2976499" y="342267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49" name="ph3249"/>
            <p:cNvSpPr/>
            <p:nvPr/>
          </p:nvSpPr>
          <p:spPr>
            <a:xfrm>
              <a:off x="2989012" y="342267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50" name="ph3250"/>
            <p:cNvSpPr/>
            <p:nvPr/>
          </p:nvSpPr>
          <p:spPr>
            <a:xfrm>
              <a:off x="3001524" y="342267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51" name="ph3251"/>
            <p:cNvSpPr/>
            <p:nvPr/>
          </p:nvSpPr>
          <p:spPr>
            <a:xfrm>
              <a:off x="3014036" y="342267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52" name="ph3252"/>
            <p:cNvSpPr/>
            <p:nvPr/>
          </p:nvSpPr>
          <p:spPr>
            <a:xfrm>
              <a:off x="3026549" y="342267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53" name="ph3253"/>
            <p:cNvSpPr/>
            <p:nvPr/>
          </p:nvSpPr>
          <p:spPr>
            <a:xfrm>
              <a:off x="3039061" y="342267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54" name="ph3254"/>
            <p:cNvSpPr/>
            <p:nvPr/>
          </p:nvSpPr>
          <p:spPr>
            <a:xfrm>
              <a:off x="4503008" y="342267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55" name="ph3255"/>
            <p:cNvSpPr/>
            <p:nvPr/>
          </p:nvSpPr>
          <p:spPr>
            <a:xfrm>
              <a:off x="4515520" y="342267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56" name="ph3256"/>
            <p:cNvSpPr/>
            <p:nvPr/>
          </p:nvSpPr>
          <p:spPr>
            <a:xfrm>
              <a:off x="4528032" y="342267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57" name="ph3257"/>
            <p:cNvSpPr/>
            <p:nvPr/>
          </p:nvSpPr>
          <p:spPr>
            <a:xfrm>
              <a:off x="4540544" y="342267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58" name="ph3258"/>
            <p:cNvSpPr/>
            <p:nvPr/>
          </p:nvSpPr>
          <p:spPr>
            <a:xfrm>
              <a:off x="4553057" y="342267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59" name="ph3259"/>
            <p:cNvSpPr/>
            <p:nvPr/>
          </p:nvSpPr>
          <p:spPr>
            <a:xfrm>
              <a:off x="4728231" y="342267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60" name="ph3260"/>
            <p:cNvSpPr/>
            <p:nvPr/>
          </p:nvSpPr>
          <p:spPr>
            <a:xfrm>
              <a:off x="4740743" y="342267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61" name="ph3261"/>
            <p:cNvSpPr/>
            <p:nvPr/>
          </p:nvSpPr>
          <p:spPr>
            <a:xfrm>
              <a:off x="4753255" y="342267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62" name="ph3262"/>
            <p:cNvSpPr/>
            <p:nvPr/>
          </p:nvSpPr>
          <p:spPr>
            <a:xfrm>
              <a:off x="4765767" y="342267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63" name="ph3263"/>
            <p:cNvSpPr/>
            <p:nvPr/>
          </p:nvSpPr>
          <p:spPr>
            <a:xfrm>
              <a:off x="4778280" y="342267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64" name="ph3264"/>
            <p:cNvSpPr/>
            <p:nvPr/>
          </p:nvSpPr>
          <p:spPr>
            <a:xfrm>
              <a:off x="4790792" y="342267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65" name="ph3265"/>
            <p:cNvSpPr/>
            <p:nvPr/>
          </p:nvSpPr>
          <p:spPr>
            <a:xfrm>
              <a:off x="2863888" y="343805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66" name="ph3266"/>
            <p:cNvSpPr/>
            <p:nvPr/>
          </p:nvSpPr>
          <p:spPr>
            <a:xfrm>
              <a:off x="2876400" y="343805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67" name="ph3267"/>
            <p:cNvSpPr/>
            <p:nvPr/>
          </p:nvSpPr>
          <p:spPr>
            <a:xfrm>
              <a:off x="2888913" y="343805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68" name="ph3268"/>
            <p:cNvSpPr/>
            <p:nvPr/>
          </p:nvSpPr>
          <p:spPr>
            <a:xfrm>
              <a:off x="2901425" y="343805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69" name="ph3269"/>
            <p:cNvSpPr/>
            <p:nvPr/>
          </p:nvSpPr>
          <p:spPr>
            <a:xfrm>
              <a:off x="2913937" y="343805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70" name="ph3270"/>
            <p:cNvSpPr/>
            <p:nvPr/>
          </p:nvSpPr>
          <p:spPr>
            <a:xfrm>
              <a:off x="2926449" y="343805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71" name="ph3271"/>
            <p:cNvSpPr/>
            <p:nvPr/>
          </p:nvSpPr>
          <p:spPr>
            <a:xfrm>
              <a:off x="2938963" y="343805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72" name="ph3272"/>
            <p:cNvSpPr/>
            <p:nvPr/>
          </p:nvSpPr>
          <p:spPr>
            <a:xfrm>
              <a:off x="2951475" y="343805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73" name="ph3273"/>
            <p:cNvSpPr/>
            <p:nvPr/>
          </p:nvSpPr>
          <p:spPr>
            <a:xfrm>
              <a:off x="2963987" y="343805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74" name="ph3274"/>
            <p:cNvSpPr/>
            <p:nvPr/>
          </p:nvSpPr>
          <p:spPr>
            <a:xfrm>
              <a:off x="2976499" y="343805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75" name="ph3275"/>
            <p:cNvSpPr/>
            <p:nvPr/>
          </p:nvSpPr>
          <p:spPr>
            <a:xfrm>
              <a:off x="2989012" y="343805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76" name="ph3276"/>
            <p:cNvSpPr/>
            <p:nvPr/>
          </p:nvSpPr>
          <p:spPr>
            <a:xfrm>
              <a:off x="3001524" y="343805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77" name="ph3277"/>
            <p:cNvSpPr/>
            <p:nvPr/>
          </p:nvSpPr>
          <p:spPr>
            <a:xfrm>
              <a:off x="3014036" y="343805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78" name="ph3278"/>
            <p:cNvSpPr/>
            <p:nvPr/>
          </p:nvSpPr>
          <p:spPr>
            <a:xfrm>
              <a:off x="4503008" y="343805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79" name="ph3279"/>
            <p:cNvSpPr/>
            <p:nvPr/>
          </p:nvSpPr>
          <p:spPr>
            <a:xfrm>
              <a:off x="4515520" y="343805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80" name="ph3280"/>
            <p:cNvSpPr/>
            <p:nvPr/>
          </p:nvSpPr>
          <p:spPr>
            <a:xfrm>
              <a:off x="4528032" y="343805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81" name="ph3281"/>
            <p:cNvSpPr/>
            <p:nvPr/>
          </p:nvSpPr>
          <p:spPr>
            <a:xfrm>
              <a:off x="4540544" y="343805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82" name="ph3282"/>
            <p:cNvSpPr/>
            <p:nvPr/>
          </p:nvSpPr>
          <p:spPr>
            <a:xfrm>
              <a:off x="4553057" y="343805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83" name="ph3283"/>
            <p:cNvSpPr/>
            <p:nvPr/>
          </p:nvSpPr>
          <p:spPr>
            <a:xfrm>
              <a:off x="4728231" y="343805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84" name="ph3284"/>
            <p:cNvSpPr/>
            <p:nvPr/>
          </p:nvSpPr>
          <p:spPr>
            <a:xfrm>
              <a:off x="4740743" y="343805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85" name="ph3285"/>
            <p:cNvSpPr/>
            <p:nvPr/>
          </p:nvSpPr>
          <p:spPr>
            <a:xfrm>
              <a:off x="4753255" y="343805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86" name="ph3286"/>
            <p:cNvSpPr/>
            <p:nvPr/>
          </p:nvSpPr>
          <p:spPr>
            <a:xfrm>
              <a:off x="4765767" y="343805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87" name="ph3287"/>
            <p:cNvSpPr/>
            <p:nvPr/>
          </p:nvSpPr>
          <p:spPr>
            <a:xfrm>
              <a:off x="4778280" y="343805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88" name="ph3288"/>
            <p:cNvSpPr/>
            <p:nvPr/>
          </p:nvSpPr>
          <p:spPr>
            <a:xfrm>
              <a:off x="4790792" y="343805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89" name="ph3289"/>
            <p:cNvSpPr/>
            <p:nvPr/>
          </p:nvSpPr>
          <p:spPr>
            <a:xfrm>
              <a:off x="2863888" y="345342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90" name="ph3290"/>
            <p:cNvSpPr/>
            <p:nvPr/>
          </p:nvSpPr>
          <p:spPr>
            <a:xfrm>
              <a:off x="2876400" y="345342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91" name="ph3291"/>
            <p:cNvSpPr/>
            <p:nvPr/>
          </p:nvSpPr>
          <p:spPr>
            <a:xfrm>
              <a:off x="2888913" y="345342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92" name="ph3292"/>
            <p:cNvSpPr/>
            <p:nvPr/>
          </p:nvSpPr>
          <p:spPr>
            <a:xfrm>
              <a:off x="2901425" y="345342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93" name="ph3293"/>
            <p:cNvSpPr/>
            <p:nvPr/>
          </p:nvSpPr>
          <p:spPr>
            <a:xfrm>
              <a:off x="2913937" y="345342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94" name="ph3294"/>
            <p:cNvSpPr/>
            <p:nvPr/>
          </p:nvSpPr>
          <p:spPr>
            <a:xfrm>
              <a:off x="2926449" y="345342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95" name="ph3295"/>
            <p:cNvSpPr/>
            <p:nvPr/>
          </p:nvSpPr>
          <p:spPr>
            <a:xfrm>
              <a:off x="2938963" y="345342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96" name="ph3296"/>
            <p:cNvSpPr/>
            <p:nvPr/>
          </p:nvSpPr>
          <p:spPr>
            <a:xfrm>
              <a:off x="2951475" y="345342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97" name="ph3297"/>
            <p:cNvSpPr/>
            <p:nvPr/>
          </p:nvSpPr>
          <p:spPr>
            <a:xfrm>
              <a:off x="2963987" y="345342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98" name="ph3298"/>
            <p:cNvSpPr/>
            <p:nvPr/>
          </p:nvSpPr>
          <p:spPr>
            <a:xfrm>
              <a:off x="4490495" y="345342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99" name="ph3299"/>
            <p:cNvSpPr/>
            <p:nvPr/>
          </p:nvSpPr>
          <p:spPr>
            <a:xfrm>
              <a:off x="4503008" y="345342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00" name="ph3300"/>
            <p:cNvSpPr/>
            <p:nvPr/>
          </p:nvSpPr>
          <p:spPr>
            <a:xfrm>
              <a:off x="4515520" y="345342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01" name="ph3301"/>
            <p:cNvSpPr/>
            <p:nvPr/>
          </p:nvSpPr>
          <p:spPr>
            <a:xfrm>
              <a:off x="4528032" y="345342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02" name="ph3302"/>
            <p:cNvSpPr/>
            <p:nvPr/>
          </p:nvSpPr>
          <p:spPr>
            <a:xfrm>
              <a:off x="4540544" y="345342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03" name="ph3303"/>
            <p:cNvSpPr/>
            <p:nvPr/>
          </p:nvSpPr>
          <p:spPr>
            <a:xfrm>
              <a:off x="4728231" y="345342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04" name="ph3304"/>
            <p:cNvSpPr/>
            <p:nvPr/>
          </p:nvSpPr>
          <p:spPr>
            <a:xfrm>
              <a:off x="4740743" y="345342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05" name="ph3305"/>
            <p:cNvSpPr/>
            <p:nvPr/>
          </p:nvSpPr>
          <p:spPr>
            <a:xfrm>
              <a:off x="4753255" y="345342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06" name="ph3306"/>
            <p:cNvSpPr/>
            <p:nvPr/>
          </p:nvSpPr>
          <p:spPr>
            <a:xfrm>
              <a:off x="4765767" y="345342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07" name="ph3307"/>
            <p:cNvSpPr/>
            <p:nvPr/>
          </p:nvSpPr>
          <p:spPr>
            <a:xfrm>
              <a:off x="4778280" y="345342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08" name="ph3308"/>
            <p:cNvSpPr/>
            <p:nvPr/>
          </p:nvSpPr>
          <p:spPr>
            <a:xfrm>
              <a:off x="4790792" y="345342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09" name="ph3309"/>
            <p:cNvSpPr/>
            <p:nvPr/>
          </p:nvSpPr>
          <p:spPr>
            <a:xfrm>
              <a:off x="2851376" y="346880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10" name="ph3310"/>
            <p:cNvSpPr/>
            <p:nvPr/>
          </p:nvSpPr>
          <p:spPr>
            <a:xfrm>
              <a:off x="2863888" y="346880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11" name="ph3311"/>
            <p:cNvSpPr/>
            <p:nvPr/>
          </p:nvSpPr>
          <p:spPr>
            <a:xfrm>
              <a:off x="2876400" y="346880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12" name="ph3312"/>
            <p:cNvSpPr/>
            <p:nvPr/>
          </p:nvSpPr>
          <p:spPr>
            <a:xfrm>
              <a:off x="2888913" y="346880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13" name="ph3313"/>
            <p:cNvSpPr/>
            <p:nvPr/>
          </p:nvSpPr>
          <p:spPr>
            <a:xfrm>
              <a:off x="2901425" y="346880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14" name="ph3314"/>
            <p:cNvSpPr/>
            <p:nvPr/>
          </p:nvSpPr>
          <p:spPr>
            <a:xfrm>
              <a:off x="2913937" y="346880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15" name="ph3315"/>
            <p:cNvSpPr/>
            <p:nvPr/>
          </p:nvSpPr>
          <p:spPr>
            <a:xfrm>
              <a:off x="2926449" y="346880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16" name="ph3316"/>
            <p:cNvSpPr/>
            <p:nvPr/>
          </p:nvSpPr>
          <p:spPr>
            <a:xfrm>
              <a:off x="2938963" y="346880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17" name="ph3317"/>
            <p:cNvSpPr/>
            <p:nvPr/>
          </p:nvSpPr>
          <p:spPr>
            <a:xfrm>
              <a:off x="4490495" y="346880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18" name="ph3318"/>
            <p:cNvSpPr/>
            <p:nvPr/>
          </p:nvSpPr>
          <p:spPr>
            <a:xfrm>
              <a:off x="4503008" y="346880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19" name="ph3319"/>
            <p:cNvSpPr/>
            <p:nvPr/>
          </p:nvSpPr>
          <p:spPr>
            <a:xfrm>
              <a:off x="4515520" y="346880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20" name="ph3320"/>
            <p:cNvSpPr/>
            <p:nvPr/>
          </p:nvSpPr>
          <p:spPr>
            <a:xfrm>
              <a:off x="4528032" y="346880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21" name="ph3321"/>
            <p:cNvSpPr/>
            <p:nvPr/>
          </p:nvSpPr>
          <p:spPr>
            <a:xfrm>
              <a:off x="4540544" y="346880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22" name="ph3322"/>
            <p:cNvSpPr/>
            <p:nvPr/>
          </p:nvSpPr>
          <p:spPr>
            <a:xfrm>
              <a:off x="4553057" y="346880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23" name="ph3323"/>
            <p:cNvSpPr/>
            <p:nvPr/>
          </p:nvSpPr>
          <p:spPr>
            <a:xfrm>
              <a:off x="4565569" y="346880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24" name="ph3324"/>
            <p:cNvSpPr/>
            <p:nvPr/>
          </p:nvSpPr>
          <p:spPr>
            <a:xfrm>
              <a:off x="4740743" y="346880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25" name="ph3325"/>
            <p:cNvSpPr/>
            <p:nvPr/>
          </p:nvSpPr>
          <p:spPr>
            <a:xfrm>
              <a:off x="4753255" y="346880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26" name="ph3326"/>
            <p:cNvSpPr/>
            <p:nvPr/>
          </p:nvSpPr>
          <p:spPr>
            <a:xfrm>
              <a:off x="4765767" y="346880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27" name="ph3327"/>
            <p:cNvSpPr/>
            <p:nvPr/>
          </p:nvSpPr>
          <p:spPr>
            <a:xfrm>
              <a:off x="4778280" y="346880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28" name="ph3328"/>
            <p:cNvSpPr/>
            <p:nvPr/>
          </p:nvSpPr>
          <p:spPr>
            <a:xfrm>
              <a:off x="4790792" y="346880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29" name="ph3329"/>
            <p:cNvSpPr/>
            <p:nvPr/>
          </p:nvSpPr>
          <p:spPr>
            <a:xfrm>
              <a:off x="2838863" y="348418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30" name="ph3330"/>
            <p:cNvSpPr/>
            <p:nvPr/>
          </p:nvSpPr>
          <p:spPr>
            <a:xfrm>
              <a:off x="2851376" y="348418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31" name="ph3331"/>
            <p:cNvSpPr/>
            <p:nvPr/>
          </p:nvSpPr>
          <p:spPr>
            <a:xfrm>
              <a:off x="2863888" y="348418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32" name="ph3332"/>
            <p:cNvSpPr/>
            <p:nvPr/>
          </p:nvSpPr>
          <p:spPr>
            <a:xfrm>
              <a:off x="2876400" y="348418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33" name="ph3333"/>
            <p:cNvSpPr/>
            <p:nvPr/>
          </p:nvSpPr>
          <p:spPr>
            <a:xfrm>
              <a:off x="2888913" y="348418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34" name="ph3334"/>
            <p:cNvSpPr/>
            <p:nvPr/>
          </p:nvSpPr>
          <p:spPr>
            <a:xfrm>
              <a:off x="2901425" y="348418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35" name="ph3335"/>
            <p:cNvSpPr/>
            <p:nvPr/>
          </p:nvSpPr>
          <p:spPr>
            <a:xfrm>
              <a:off x="2913937" y="348418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36" name="ph3336"/>
            <p:cNvSpPr/>
            <p:nvPr/>
          </p:nvSpPr>
          <p:spPr>
            <a:xfrm>
              <a:off x="2926449" y="348418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37" name="ph3337"/>
            <p:cNvSpPr/>
            <p:nvPr/>
          </p:nvSpPr>
          <p:spPr>
            <a:xfrm>
              <a:off x="4490495" y="348418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38" name="ph3338"/>
            <p:cNvSpPr/>
            <p:nvPr/>
          </p:nvSpPr>
          <p:spPr>
            <a:xfrm>
              <a:off x="4503008" y="348418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39" name="ph3339"/>
            <p:cNvSpPr/>
            <p:nvPr/>
          </p:nvSpPr>
          <p:spPr>
            <a:xfrm>
              <a:off x="4515520" y="348418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40" name="ph3340"/>
            <p:cNvSpPr/>
            <p:nvPr/>
          </p:nvSpPr>
          <p:spPr>
            <a:xfrm>
              <a:off x="4528032" y="348418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41" name="ph3341"/>
            <p:cNvSpPr/>
            <p:nvPr/>
          </p:nvSpPr>
          <p:spPr>
            <a:xfrm>
              <a:off x="4540544" y="348418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42" name="ph3342"/>
            <p:cNvSpPr/>
            <p:nvPr/>
          </p:nvSpPr>
          <p:spPr>
            <a:xfrm>
              <a:off x="4553057" y="348418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43" name="ph3343"/>
            <p:cNvSpPr/>
            <p:nvPr/>
          </p:nvSpPr>
          <p:spPr>
            <a:xfrm>
              <a:off x="4565569" y="348418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44" name="ph3344"/>
            <p:cNvSpPr/>
            <p:nvPr/>
          </p:nvSpPr>
          <p:spPr>
            <a:xfrm>
              <a:off x="4578081" y="348418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45" name="ph3345"/>
            <p:cNvSpPr/>
            <p:nvPr/>
          </p:nvSpPr>
          <p:spPr>
            <a:xfrm>
              <a:off x="4740743" y="348418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46" name="ph3346"/>
            <p:cNvSpPr/>
            <p:nvPr/>
          </p:nvSpPr>
          <p:spPr>
            <a:xfrm>
              <a:off x="4753255" y="348418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47" name="ph3347"/>
            <p:cNvSpPr/>
            <p:nvPr/>
          </p:nvSpPr>
          <p:spPr>
            <a:xfrm>
              <a:off x="4765767" y="348418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48" name="ph3348"/>
            <p:cNvSpPr/>
            <p:nvPr/>
          </p:nvSpPr>
          <p:spPr>
            <a:xfrm>
              <a:off x="4778280" y="348418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49" name="ph3349"/>
            <p:cNvSpPr/>
            <p:nvPr/>
          </p:nvSpPr>
          <p:spPr>
            <a:xfrm>
              <a:off x="4790792" y="348418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50" name="ph3350"/>
            <p:cNvSpPr/>
            <p:nvPr/>
          </p:nvSpPr>
          <p:spPr>
            <a:xfrm>
              <a:off x="4803304" y="348418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51" name="ph3351"/>
            <p:cNvSpPr/>
            <p:nvPr/>
          </p:nvSpPr>
          <p:spPr>
            <a:xfrm>
              <a:off x="2826351" y="349955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52" name="ph3352"/>
            <p:cNvSpPr/>
            <p:nvPr/>
          </p:nvSpPr>
          <p:spPr>
            <a:xfrm>
              <a:off x="2838863" y="349955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53" name="ph3353"/>
            <p:cNvSpPr/>
            <p:nvPr/>
          </p:nvSpPr>
          <p:spPr>
            <a:xfrm>
              <a:off x="2851376" y="349955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54" name="ph3354"/>
            <p:cNvSpPr/>
            <p:nvPr/>
          </p:nvSpPr>
          <p:spPr>
            <a:xfrm>
              <a:off x="2863888" y="349955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55" name="ph3355"/>
            <p:cNvSpPr/>
            <p:nvPr/>
          </p:nvSpPr>
          <p:spPr>
            <a:xfrm>
              <a:off x="2876400" y="349955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56" name="ph3356"/>
            <p:cNvSpPr/>
            <p:nvPr/>
          </p:nvSpPr>
          <p:spPr>
            <a:xfrm>
              <a:off x="2888913" y="349955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57" name="ph3357"/>
            <p:cNvSpPr/>
            <p:nvPr/>
          </p:nvSpPr>
          <p:spPr>
            <a:xfrm>
              <a:off x="2901425" y="349955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58" name="ph3358"/>
            <p:cNvSpPr/>
            <p:nvPr/>
          </p:nvSpPr>
          <p:spPr>
            <a:xfrm>
              <a:off x="2913937" y="349955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59" name="ph3359"/>
            <p:cNvSpPr/>
            <p:nvPr/>
          </p:nvSpPr>
          <p:spPr>
            <a:xfrm>
              <a:off x="4490495" y="349955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60" name="ph3360"/>
            <p:cNvSpPr/>
            <p:nvPr/>
          </p:nvSpPr>
          <p:spPr>
            <a:xfrm>
              <a:off x="4503008" y="349955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61" name="ph3361"/>
            <p:cNvSpPr/>
            <p:nvPr/>
          </p:nvSpPr>
          <p:spPr>
            <a:xfrm>
              <a:off x="4515520" y="349955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62" name="ph3362"/>
            <p:cNvSpPr/>
            <p:nvPr/>
          </p:nvSpPr>
          <p:spPr>
            <a:xfrm>
              <a:off x="4528032" y="349955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63" name="ph3363"/>
            <p:cNvSpPr/>
            <p:nvPr/>
          </p:nvSpPr>
          <p:spPr>
            <a:xfrm>
              <a:off x="4540544" y="349955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64" name="ph3364"/>
            <p:cNvSpPr/>
            <p:nvPr/>
          </p:nvSpPr>
          <p:spPr>
            <a:xfrm>
              <a:off x="4553057" y="349955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65" name="ph3365"/>
            <p:cNvSpPr/>
            <p:nvPr/>
          </p:nvSpPr>
          <p:spPr>
            <a:xfrm>
              <a:off x="4565569" y="349955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66" name="ph3366"/>
            <p:cNvSpPr/>
            <p:nvPr/>
          </p:nvSpPr>
          <p:spPr>
            <a:xfrm>
              <a:off x="4578081" y="349955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67" name="ph3367"/>
            <p:cNvSpPr/>
            <p:nvPr/>
          </p:nvSpPr>
          <p:spPr>
            <a:xfrm>
              <a:off x="4753255" y="349955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68" name="ph3368"/>
            <p:cNvSpPr/>
            <p:nvPr/>
          </p:nvSpPr>
          <p:spPr>
            <a:xfrm>
              <a:off x="4765767" y="349955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69" name="ph3369"/>
            <p:cNvSpPr/>
            <p:nvPr/>
          </p:nvSpPr>
          <p:spPr>
            <a:xfrm>
              <a:off x="4778280" y="349955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70" name="ph3370"/>
            <p:cNvSpPr/>
            <p:nvPr/>
          </p:nvSpPr>
          <p:spPr>
            <a:xfrm>
              <a:off x="4790792" y="349955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71" name="ph3371"/>
            <p:cNvSpPr/>
            <p:nvPr/>
          </p:nvSpPr>
          <p:spPr>
            <a:xfrm>
              <a:off x="4803304" y="349955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72" name="ph3372"/>
            <p:cNvSpPr/>
            <p:nvPr/>
          </p:nvSpPr>
          <p:spPr>
            <a:xfrm>
              <a:off x="2826351" y="351493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73" name="ph3373"/>
            <p:cNvSpPr/>
            <p:nvPr/>
          </p:nvSpPr>
          <p:spPr>
            <a:xfrm>
              <a:off x="2838863" y="351493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74" name="ph3374"/>
            <p:cNvSpPr/>
            <p:nvPr/>
          </p:nvSpPr>
          <p:spPr>
            <a:xfrm>
              <a:off x="2851376" y="351493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75" name="ph3375"/>
            <p:cNvSpPr/>
            <p:nvPr/>
          </p:nvSpPr>
          <p:spPr>
            <a:xfrm>
              <a:off x="2863888" y="351493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76" name="ph3376"/>
            <p:cNvSpPr/>
            <p:nvPr/>
          </p:nvSpPr>
          <p:spPr>
            <a:xfrm>
              <a:off x="2876400" y="351493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77" name="ph3377"/>
            <p:cNvSpPr/>
            <p:nvPr/>
          </p:nvSpPr>
          <p:spPr>
            <a:xfrm>
              <a:off x="2888913" y="351493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78" name="ph3378"/>
            <p:cNvSpPr/>
            <p:nvPr/>
          </p:nvSpPr>
          <p:spPr>
            <a:xfrm>
              <a:off x="2901425" y="351493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79" name="ph3379"/>
            <p:cNvSpPr/>
            <p:nvPr/>
          </p:nvSpPr>
          <p:spPr>
            <a:xfrm>
              <a:off x="4490495" y="351493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80" name="ph3380"/>
            <p:cNvSpPr/>
            <p:nvPr/>
          </p:nvSpPr>
          <p:spPr>
            <a:xfrm>
              <a:off x="4503008" y="351493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81" name="ph3381"/>
            <p:cNvSpPr/>
            <p:nvPr/>
          </p:nvSpPr>
          <p:spPr>
            <a:xfrm>
              <a:off x="4515520" y="351493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82" name="ph3382"/>
            <p:cNvSpPr/>
            <p:nvPr/>
          </p:nvSpPr>
          <p:spPr>
            <a:xfrm>
              <a:off x="4528032" y="351493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83" name="ph3383"/>
            <p:cNvSpPr/>
            <p:nvPr/>
          </p:nvSpPr>
          <p:spPr>
            <a:xfrm>
              <a:off x="4540544" y="351493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84" name="ph3384"/>
            <p:cNvSpPr/>
            <p:nvPr/>
          </p:nvSpPr>
          <p:spPr>
            <a:xfrm>
              <a:off x="4553057" y="351493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85" name="ph3385"/>
            <p:cNvSpPr/>
            <p:nvPr/>
          </p:nvSpPr>
          <p:spPr>
            <a:xfrm>
              <a:off x="4565569" y="351493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86" name="ph3386"/>
            <p:cNvSpPr/>
            <p:nvPr/>
          </p:nvSpPr>
          <p:spPr>
            <a:xfrm>
              <a:off x="4578081" y="351493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87" name="ph3387"/>
            <p:cNvSpPr/>
            <p:nvPr/>
          </p:nvSpPr>
          <p:spPr>
            <a:xfrm>
              <a:off x="4753255" y="351493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88" name="ph3388"/>
            <p:cNvSpPr/>
            <p:nvPr/>
          </p:nvSpPr>
          <p:spPr>
            <a:xfrm>
              <a:off x="4765767" y="351493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89" name="ph3389"/>
            <p:cNvSpPr/>
            <p:nvPr/>
          </p:nvSpPr>
          <p:spPr>
            <a:xfrm>
              <a:off x="4778280" y="351493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90" name="ph3390"/>
            <p:cNvSpPr/>
            <p:nvPr/>
          </p:nvSpPr>
          <p:spPr>
            <a:xfrm>
              <a:off x="4790792" y="351493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91" name="ph3391"/>
            <p:cNvSpPr/>
            <p:nvPr/>
          </p:nvSpPr>
          <p:spPr>
            <a:xfrm>
              <a:off x="4803304" y="351493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92" name="ph3392"/>
            <p:cNvSpPr/>
            <p:nvPr/>
          </p:nvSpPr>
          <p:spPr>
            <a:xfrm>
              <a:off x="2801327" y="35303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93" name="ph3393"/>
            <p:cNvSpPr/>
            <p:nvPr/>
          </p:nvSpPr>
          <p:spPr>
            <a:xfrm>
              <a:off x="2813839" y="35303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94" name="ph3394"/>
            <p:cNvSpPr/>
            <p:nvPr/>
          </p:nvSpPr>
          <p:spPr>
            <a:xfrm>
              <a:off x="2838863" y="35303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95" name="ph3395"/>
            <p:cNvSpPr/>
            <p:nvPr/>
          </p:nvSpPr>
          <p:spPr>
            <a:xfrm>
              <a:off x="2851376" y="35303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96" name="ph3396"/>
            <p:cNvSpPr/>
            <p:nvPr/>
          </p:nvSpPr>
          <p:spPr>
            <a:xfrm>
              <a:off x="2863888" y="35303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97" name="ph3397"/>
            <p:cNvSpPr/>
            <p:nvPr/>
          </p:nvSpPr>
          <p:spPr>
            <a:xfrm>
              <a:off x="2876400" y="35303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98" name="ph3398"/>
            <p:cNvSpPr/>
            <p:nvPr/>
          </p:nvSpPr>
          <p:spPr>
            <a:xfrm>
              <a:off x="2888913" y="35303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99" name="ph3399"/>
            <p:cNvSpPr/>
            <p:nvPr/>
          </p:nvSpPr>
          <p:spPr>
            <a:xfrm>
              <a:off x="4490495" y="35303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00" name="ph3400"/>
            <p:cNvSpPr/>
            <p:nvPr/>
          </p:nvSpPr>
          <p:spPr>
            <a:xfrm>
              <a:off x="4503008" y="35303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01" name="ph3401"/>
            <p:cNvSpPr/>
            <p:nvPr/>
          </p:nvSpPr>
          <p:spPr>
            <a:xfrm>
              <a:off x="4515520" y="35303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02" name="ph3402"/>
            <p:cNvSpPr/>
            <p:nvPr/>
          </p:nvSpPr>
          <p:spPr>
            <a:xfrm>
              <a:off x="4528032" y="35303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03" name="ph3403"/>
            <p:cNvSpPr/>
            <p:nvPr/>
          </p:nvSpPr>
          <p:spPr>
            <a:xfrm>
              <a:off x="4540544" y="35303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04" name="ph3404"/>
            <p:cNvSpPr/>
            <p:nvPr/>
          </p:nvSpPr>
          <p:spPr>
            <a:xfrm>
              <a:off x="4553057" y="35303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05" name="ph3405"/>
            <p:cNvSpPr/>
            <p:nvPr/>
          </p:nvSpPr>
          <p:spPr>
            <a:xfrm>
              <a:off x="4565569" y="35303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06" name="ph3406"/>
            <p:cNvSpPr/>
            <p:nvPr/>
          </p:nvSpPr>
          <p:spPr>
            <a:xfrm>
              <a:off x="4578081" y="35303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07" name="ph3407"/>
            <p:cNvSpPr/>
            <p:nvPr/>
          </p:nvSpPr>
          <p:spPr>
            <a:xfrm>
              <a:off x="4753255" y="35303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08" name="ph3408"/>
            <p:cNvSpPr/>
            <p:nvPr/>
          </p:nvSpPr>
          <p:spPr>
            <a:xfrm>
              <a:off x="4765767" y="35303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09" name="ph3409"/>
            <p:cNvSpPr/>
            <p:nvPr/>
          </p:nvSpPr>
          <p:spPr>
            <a:xfrm>
              <a:off x="4778280" y="35303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10" name="ph3410"/>
            <p:cNvSpPr/>
            <p:nvPr/>
          </p:nvSpPr>
          <p:spPr>
            <a:xfrm>
              <a:off x="4790792" y="35303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11" name="ph3411"/>
            <p:cNvSpPr/>
            <p:nvPr/>
          </p:nvSpPr>
          <p:spPr>
            <a:xfrm>
              <a:off x="4803304" y="35303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12" name="ph3412"/>
            <p:cNvSpPr/>
            <p:nvPr/>
          </p:nvSpPr>
          <p:spPr>
            <a:xfrm>
              <a:off x="2788813" y="35456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13" name="ph3413"/>
            <p:cNvSpPr/>
            <p:nvPr/>
          </p:nvSpPr>
          <p:spPr>
            <a:xfrm>
              <a:off x="2801327" y="35456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14" name="ph3414"/>
            <p:cNvSpPr/>
            <p:nvPr/>
          </p:nvSpPr>
          <p:spPr>
            <a:xfrm>
              <a:off x="2813839" y="35456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15" name="ph3415"/>
            <p:cNvSpPr/>
            <p:nvPr/>
          </p:nvSpPr>
          <p:spPr>
            <a:xfrm>
              <a:off x="2826351" y="35456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16" name="ph3416"/>
            <p:cNvSpPr/>
            <p:nvPr/>
          </p:nvSpPr>
          <p:spPr>
            <a:xfrm>
              <a:off x="2838863" y="35456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17" name="ph3417"/>
            <p:cNvSpPr/>
            <p:nvPr/>
          </p:nvSpPr>
          <p:spPr>
            <a:xfrm>
              <a:off x="2851376" y="35456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18" name="ph3418"/>
            <p:cNvSpPr/>
            <p:nvPr/>
          </p:nvSpPr>
          <p:spPr>
            <a:xfrm>
              <a:off x="2863888" y="35456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19" name="ph3419"/>
            <p:cNvSpPr/>
            <p:nvPr/>
          </p:nvSpPr>
          <p:spPr>
            <a:xfrm>
              <a:off x="2876400" y="35456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20" name="ph3420"/>
            <p:cNvSpPr/>
            <p:nvPr/>
          </p:nvSpPr>
          <p:spPr>
            <a:xfrm>
              <a:off x="2888913" y="35456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21" name="ph3421"/>
            <p:cNvSpPr/>
            <p:nvPr/>
          </p:nvSpPr>
          <p:spPr>
            <a:xfrm>
              <a:off x="4503008" y="35456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22" name="ph3422"/>
            <p:cNvSpPr/>
            <p:nvPr/>
          </p:nvSpPr>
          <p:spPr>
            <a:xfrm>
              <a:off x="4515520" y="35456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23" name="ph3423"/>
            <p:cNvSpPr/>
            <p:nvPr/>
          </p:nvSpPr>
          <p:spPr>
            <a:xfrm>
              <a:off x="4528032" y="35456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24" name="ph3424"/>
            <p:cNvSpPr/>
            <p:nvPr/>
          </p:nvSpPr>
          <p:spPr>
            <a:xfrm>
              <a:off x="4540544" y="35456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25" name="ph3425"/>
            <p:cNvSpPr/>
            <p:nvPr/>
          </p:nvSpPr>
          <p:spPr>
            <a:xfrm>
              <a:off x="4553057" y="35456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26" name="ph3426"/>
            <p:cNvSpPr/>
            <p:nvPr/>
          </p:nvSpPr>
          <p:spPr>
            <a:xfrm>
              <a:off x="4565569" y="35456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27" name="ph3427"/>
            <p:cNvSpPr/>
            <p:nvPr/>
          </p:nvSpPr>
          <p:spPr>
            <a:xfrm>
              <a:off x="4765767" y="35456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28" name="ph3428"/>
            <p:cNvSpPr/>
            <p:nvPr/>
          </p:nvSpPr>
          <p:spPr>
            <a:xfrm>
              <a:off x="4778280" y="35456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29" name="ph3429"/>
            <p:cNvSpPr/>
            <p:nvPr/>
          </p:nvSpPr>
          <p:spPr>
            <a:xfrm>
              <a:off x="4790792" y="35456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30" name="ph3430"/>
            <p:cNvSpPr/>
            <p:nvPr/>
          </p:nvSpPr>
          <p:spPr>
            <a:xfrm>
              <a:off x="4803304" y="35456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31" name="ph3431"/>
            <p:cNvSpPr/>
            <p:nvPr/>
          </p:nvSpPr>
          <p:spPr>
            <a:xfrm>
              <a:off x="4815816" y="35456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32" name="ph3432"/>
            <p:cNvSpPr/>
            <p:nvPr/>
          </p:nvSpPr>
          <p:spPr>
            <a:xfrm>
              <a:off x="2788813" y="35610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33" name="ph3433"/>
            <p:cNvSpPr/>
            <p:nvPr/>
          </p:nvSpPr>
          <p:spPr>
            <a:xfrm>
              <a:off x="2801327" y="35610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34" name="ph3434"/>
            <p:cNvSpPr/>
            <p:nvPr/>
          </p:nvSpPr>
          <p:spPr>
            <a:xfrm>
              <a:off x="2813839" y="35610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35" name="ph3435"/>
            <p:cNvSpPr/>
            <p:nvPr/>
          </p:nvSpPr>
          <p:spPr>
            <a:xfrm>
              <a:off x="2826351" y="35610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36" name="ph3436"/>
            <p:cNvSpPr/>
            <p:nvPr/>
          </p:nvSpPr>
          <p:spPr>
            <a:xfrm>
              <a:off x="2838863" y="35610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37" name="ph3437"/>
            <p:cNvSpPr/>
            <p:nvPr/>
          </p:nvSpPr>
          <p:spPr>
            <a:xfrm>
              <a:off x="2851376" y="35610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38" name="ph3438"/>
            <p:cNvSpPr/>
            <p:nvPr/>
          </p:nvSpPr>
          <p:spPr>
            <a:xfrm>
              <a:off x="2863888" y="35610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39" name="ph3439"/>
            <p:cNvSpPr/>
            <p:nvPr/>
          </p:nvSpPr>
          <p:spPr>
            <a:xfrm>
              <a:off x="2876400" y="35610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40" name="ph3440"/>
            <p:cNvSpPr/>
            <p:nvPr/>
          </p:nvSpPr>
          <p:spPr>
            <a:xfrm>
              <a:off x="4503008" y="35610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41" name="ph3441"/>
            <p:cNvSpPr/>
            <p:nvPr/>
          </p:nvSpPr>
          <p:spPr>
            <a:xfrm>
              <a:off x="4515520" y="35610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42" name="ph3442"/>
            <p:cNvSpPr/>
            <p:nvPr/>
          </p:nvSpPr>
          <p:spPr>
            <a:xfrm>
              <a:off x="4528032" y="35610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43" name="ph3443"/>
            <p:cNvSpPr/>
            <p:nvPr/>
          </p:nvSpPr>
          <p:spPr>
            <a:xfrm>
              <a:off x="4540544" y="35610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44" name="ph3444"/>
            <p:cNvSpPr/>
            <p:nvPr/>
          </p:nvSpPr>
          <p:spPr>
            <a:xfrm>
              <a:off x="4553057" y="35610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45" name="ph3445"/>
            <p:cNvSpPr/>
            <p:nvPr/>
          </p:nvSpPr>
          <p:spPr>
            <a:xfrm>
              <a:off x="4765767" y="35610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46" name="ph3446"/>
            <p:cNvSpPr/>
            <p:nvPr/>
          </p:nvSpPr>
          <p:spPr>
            <a:xfrm>
              <a:off x="4778280" y="35610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47" name="ph3447"/>
            <p:cNvSpPr/>
            <p:nvPr/>
          </p:nvSpPr>
          <p:spPr>
            <a:xfrm>
              <a:off x="4790792" y="35610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48" name="ph3448"/>
            <p:cNvSpPr/>
            <p:nvPr/>
          </p:nvSpPr>
          <p:spPr>
            <a:xfrm>
              <a:off x="4803304" y="35610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49" name="ph3449"/>
            <p:cNvSpPr/>
            <p:nvPr/>
          </p:nvSpPr>
          <p:spPr>
            <a:xfrm>
              <a:off x="4815816" y="35610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50" name="ph3450"/>
            <p:cNvSpPr/>
            <p:nvPr/>
          </p:nvSpPr>
          <p:spPr>
            <a:xfrm>
              <a:off x="2788813" y="35764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51" name="ph3451"/>
            <p:cNvSpPr/>
            <p:nvPr/>
          </p:nvSpPr>
          <p:spPr>
            <a:xfrm>
              <a:off x="2801327" y="35764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52" name="ph3452"/>
            <p:cNvSpPr/>
            <p:nvPr/>
          </p:nvSpPr>
          <p:spPr>
            <a:xfrm>
              <a:off x="2813839" y="35764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53" name="ph3453"/>
            <p:cNvSpPr/>
            <p:nvPr/>
          </p:nvSpPr>
          <p:spPr>
            <a:xfrm>
              <a:off x="2826351" y="35764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54" name="ph3454"/>
            <p:cNvSpPr/>
            <p:nvPr/>
          </p:nvSpPr>
          <p:spPr>
            <a:xfrm>
              <a:off x="2838863" y="35764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55" name="ph3455"/>
            <p:cNvSpPr/>
            <p:nvPr/>
          </p:nvSpPr>
          <p:spPr>
            <a:xfrm>
              <a:off x="2851376" y="35764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56" name="ph3456"/>
            <p:cNvSpPr/>
            <p:nvPr/>
          </p:nvSpPr>
          <p:spPr>
            <a:xfrm>
              <a:off x="2863888" y="35764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57" name="ph3457"/>
            <p:cNvSpPr/>
            <p:nvPr/>
          </p:nvSpPr>
          <p:spPr>
            <a:xfrm>
              <a:off x="2876400" y="35764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58" name="ph3458"/>
            <p:cNvSpPr/>
            <p:nvPr/>
          </p:nvSpPr>
          <p:spPr>
            <a:xfrm>
              <a:off x="4503008" y="35764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59" name="ph3459"/>
            <p:cNvSpPr/>
            <p:nvPr/>
          </p:nvSpPr>
          <p:spPr>
            <a:xfrm>
              <a:off x="4515520" y="35764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60" name="ph3460"/>
            <p:cNvSpPr/>
            <p:nvPr/>
          </p:nvSpPr>
          <p:spPr>
            <a:xfrm>
              <a:off x="4528032" y="35764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61" name="ph3461"/>
            <p:cNvSpPr/>
            <p:nvPr/>
          </p:nvSpPr>
          <p:spPr>
            <a:xfrm>
              <a:off x="4540544" y="35764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62" name="ph3462"/>
            <p:cNvSpPr/>
            <p:nvPr/>
          </p:nvSpPr>
          <p:spPr>
            <a:xfrm>
              <a:off x="4553057" y="35764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63" name="ph3463"/>
            <p:cNvSpPr/>
            <p:nvPr/>
          </p:nvSpPr>
          <p:spPr>
            <a:xfrm>
              <a:off x="4565569" y="35764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64" name="ph3464"/>
            <p:cNvSpPr/>
            <p:nvPr/>
          </p:nvSpPr>
          <p:spPr>
            <a:xfrm>
              <a:off x="4778280" y="35764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65" name="ph3465"/>
            <p:cNvSpPr/>
            <p:nvPr/>
          </p:nvSpPr>
          <p:spPr>
            <a:xfrm>
              <a:off x="4790792" y="35764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66" name="ph3466"/>
            <p:cNvSpPr/>
            <p:nvPr/>
          </p:nvSpPr>
          <p:spPr>
            <a:xfrm>
              <a:off x="4803304" y="35764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67" name="ph3467"/>
            <p:cNvSpPr/>
            <p:nvPr/>
          </p:nvSpPr>
          <p:spPr>
            <a:xfrm>
              <a:off x="4815816" y="35764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68" name="ph3468"/>
            <p:cNvSpPr/>
            <p:nvPr/>
          </p:nvSpPr>
          <p:spPr>
            <a:xfrm>
              <a:off x="4828329" y="35764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69" name="ph3469"/>
            <p:cNvSpPr/>
            <p:nvPr/>
          </p:nvSpPr>
          <p:spPr>
            <a:xfrm>
              <a:off x="2801327" y="35918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70" name="ph3470"/>
            <p:cNvSpPr/>
            <p:nvPr/>
          </p:nvSpPr>
          <p:spPr>
            <a:xfrm>
              <a:off x="2813839" y="35918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71" name="ph3471"/>
            <p:cNvSpPr/>
            <p:nvPr/>
          </p:nvSpPr>
          <p:spPr>
            <a:xfrm>
              <a:off x="2826351" y="35918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72" name="ph3472"/>
            <p:cNvSpPr/>
            <p:nvPr/>
          </p:nvSpPr>
          <p:spPr>
            <a:xfrm>
              <a:off x="2838863" y="35918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73" name="ph3473"/>
            <p:cNvSpPr/>
            <p:nvPr/>
          </p:nvSpPr>
          <p:spPr>
            <a:xfrm>
              <a:off x="2851376" y="35918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74" name="ph3474"/>
            <p:cNvSpPr/>
            <p:nvPr/>
          </p:nvSpPr>
          <p:spPr>
            <a:xfrm>
              <a:off x="2863888" y="35918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75" name="ph3475"/>
            <p:cNvSpPr/>
            <p:nvPr/>
          </p:nvSpPr>
          <p:spPr>
            <a:xfrm>
              <a:off x="4515520" y="35918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76" name="ph3476"/>
            <p:cNvSpPr/>
            <p:nvPr/>
          </p:nvSpPr>
          <p:spPr>
            <a:xfrm>
              <a:off x="4528032" y="35918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77" name="ph3477"/>
            <p:cNvSpPr/>
            <p:nvPr/>
          </p:nvSpPr>
          <p:spPr>
            <a:xfrm>
              <a:off x="4540544" y="35918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78" name="ph3478"/>
            <p:cNvSpPr/>
            <p:nvPr/>
          </p:nvSpPr>
          <p:spPr>
            <a:xfrm>
              <a:off x="4553057" y="35918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79" name="ph3479"/>
            <p:cNvSpPr/>
            <p:nvPr/>
          </p:nvSpPr>
          <p:spPr>
            <a:xfrm>
              <a:off x="4565569" y="35918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80" name="ph3480"/>
            <p:cNvSpPr/>
            <p:nvPr/>
          </p:nvSpPr>
          <p:spPr>
            <a:xfrm>
              <a:off x="4778280" y="35918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81" name="ph3481"/>
            <p:cNvSpPr/>
            <p:nvPr/>
          </p:nvSpPr>
          <p:spPr>
            <a:xfrm>
              <a:off x="4790792" y="35918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82" name="ph3482"/>
            <p:cNvSpPr/>
            <p:nvPr/>
          </p:nvSpPr>
          <p:spPr>
            <a:xfrm>
              <a:off x="4803304" y="35918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83" name="ph3483"/>
            <p:cNvSpPr/>
            <p:nvPr/>
          </p:nvSpPr>
          <p:spPr>
            <a:xfrm>
              <a:off x="4815816" y="35918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84" name="ph3484"/>
            <p:cNvSpPr/>
            <p:nvPr/>
          </p:nvSpPr>
          <p:spPr>
            <a:xfrm>
              <a:off x="4828329" y="35918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85" name="ph3485"/>
            <p:cNvSpPr/>
            <p:nvPr/>
          </p:nvSpPr>
          <p:spPr>
            <a:xfrm>
              <a:off x="4840841" y="35918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86" name="ph3486"/>
            <p:cNvSpPr/>
            <p:nvPr/>
          </p:nvSpPr>
          <p:spPr>
            <a:xfrm>
              <a:off x="2801327" y="36071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87" name="ph3487"/>
            <p:cNvSpPr/>
            <p:nvPr/>
          </p:nvSpPr>
          <p:spPr>
            <a:xfrm>
              <a:off x="2813839" y="36071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88" name="ph3488"/>
            <p:cNvSpPr/>
            <p:nvPr/>
          </p:nvSpPr>
          <p:spPr>
            <a:xfrm>
              <a:off x="2826351" y="36071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89" name="ph3489"/>
            <p:cNvSpPr/>
            <p:nvPr/>
          </p:nvSpPr>
          <p:spPr>
            <a:xfrm>
              <a:off x="2838863" y="36071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90" name="ph3490"/>
            <p:cNvSpPr/>
            <p:nvPr/>
          </p:nvSpPr>
          <p:spPr>
            <a:xfrm>
              <a:off x="2851376" y="36071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91" name="ph3491"/>
            <p:cNvSpPr/>
            <p:nvPr/>
          </p:nvSpPr>
          <p:spPr>
            <a:xfrm>
              <a:off x="2863888" y="36071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92" name="ph3492"/>
            <p:cNvSpPr/>
            <p:nvPr/>
          </p:nvSpPr>
          <p:spPr>
            <a:xfrm>
              <a:off x="4528032" y="36071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93" name="ph3493"/>
            <p:cNvSpPr/>
            <p:nvPr/>
          </p:nvSpPr>
          <p:spPr>
            <a:xfrm>
              <a:off x="4540544" y="36071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94" name="ph3494"/>
            <p:cNvSpPr/>
            <p:nvPr/>
          </p:nvSpPr>
          <p:spPr>
            <a:xfrm>
              <a:off x="4553057" y="36071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95" name="ph3495"/>
            <p:cNvSpPr/>
            <p:nvPr/>
          </p:nvSpPr>
          <p:spPr>
            <a:xfrm>
              <a:off x="4565569" y="36071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96" name="ph3496"/>
            <p:cNvSpPr/>
            <p:nvPr/>
          </p:nvSpPr>
          <p:spPr>
            <a:xfrm>
              <a:off x="4578081" y="36071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97" name="ph3497"/>
            <p:cNvSpPr/>
            <p:nvPr/>
          </p:nvSpPr>
          <p:spPr>
            <a:xfrm>
              <a:off x="4590595" y="36071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98" name="ph3498"/>
            <p:cNvSpPr/>
            <p:nvPr/>
          </p:nvSpPr>
          <p:spPr>
            <a:xfrm>
              <a:off x="4603107" y="36071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99" name="ph3499"/>
            <p:cNvSpPr/>
            <p:nvPr/>
          </p:nvSpPr>
          <p:spPr>
            <a:xfrm>
              <a:off x="4615619" y="36071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00" name="ph3500"/>
            <p:cNvSpPr/>
            <p:nvPr/>
          </p:nvSpPr>
          <p:spPr>
            <a:xfrm>
              <a:off x="4790792" y="36071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01" name="ph3501"/>
            <p:cNvSpPr/>
            <p:nvPr/>
          </p:nvSpPr>
          <p:spPr>
            <a:xfrm>
              <a:off x="4803304" y="36071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02" name="ph3502"/>
            <p:cNvSpPr/>
            <p:nvPr/>
          </p:nvSpPr>
          <p:spPr>
            <a:xfrm>
              <a:off x="4815816" y="36071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03" name="ph3503"/>
            <p:cNvSpPr/>
            <p:nvPr/>
          </p:nvSpPr>
          <p:spPr>
            <a:xfrm>
              <a:off x="4828329" y="36071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04" name="ph3504"/>
            <p:cNvSpPr/>
            <p:nvPr/>
          </p:nvSpPr>
          <p:spPr>
            <a:xfrm>
              <a:off x="4840841" y="36071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05" name="ph3505"/>
            <p:cNvSpPr/>
            <p:nvPr/>
          </p:nvSpPr>
          <p:spPr>
            <a:xfrm>
              <a:off x="2813839" y="36225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06" name="ph3506"/>
            <p:cNvSpPr/>
            <p:nvPr/>
          </p:nvSpPr>
          <p:spPr>
            <a:xfrm>
              <a:off x="2826351" y="36225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07" name="ph3507"/>
            <p:cNvSpPr/>
            <p:nvPr/>
          </p:nvSpPr>
          <p:spPr>
            <a:xfrm>
              <a:off x="2838863" y="36225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08" name="ph3508"/>
            <p:cNvSpPr/>
            <p:nvPr/>
          </p:nvSpPr>
          <p:spPr>
            <a:xfrm>
              <a:off x="2851376" y="36225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09" name="ph3509"/>
            <p:cNvSpPr/>
            <p:nvPr/>
          </p:nvSpPr>
          <p:spPr>
            <a:xfrm>
              <a:off x="2863888" y="36225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10" name="ph3510"/>
            <p:cNvSpPr/>
            <p:nvPr/>
          </p:nvSpPr>
          <p:spPr>
            <a:xfrm>
              <a:off x="4528032" y="36225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11" name="ph3511"/>
            <p:cNvSpPr/>
            <p:nvPr/>
          </p:nvSpPr>
          <p:spPr>
            <a:xfrm>
              <a:off x="4540544" y="36225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12" name="ph3512"/>
            <p:cNvSpPr/>
            <p:nvPr/>
          </p:nvSpPr>
          <p:spPr>
            <a:xfrm>
              <a:off x="4553057" y="36225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13" name="ph3513"/>
            <p:cNvSpPr/>
            <p:nvPr/>
          </p:nvSpPr>
          <p:spPr>
            <a:xfrm>
              <a:off x="4565569" y="36225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14" name="ph3514"/>
            <p:cNvSpPr/>
            <p:nvPr/>
          </p:nvSpPr>
          <p:spPr>
            <a:xfrm>
              <a:off x="4578081" y="36225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15" name="ph3515"/>
            <p:cNvSpPr/>
            <p:nvPr/>
          </p:nvSpPr>
          <p:spPr>
            <a:xfrm>
              <a:off x="4590595" y="36225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16" name="ph3516"/>
            <p:cNvSpPr/>
            <p:nvPr/>
          </p:nvSpPr>
          <p:spPr>
            <a:xfrm>
              <a:off x="4603107" y="36225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17" name="ph3517"/>
            <p:cNvSpPr/>
            <p:nvPr/>
          </p:nvSpPr>
          <p:spPr>
            <a:xfrm>
              <a:off x="4615619" y="36225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18" name="ph3518"/>
            <p:cNvSpPr/>
            <p:nvPr/>
          </p:nvSpPr>
          <p:spPr>
            <a:xfrm>
              <a:off x="4628131" y="36225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19" name="ph3519"/>
            <p:cNvSpPr/>
            <p:nvPr/>
          </p:nvSpPr>
          <p:spPr>
            <a:xfrm>
              <a:off x="4790792" y="36225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20" name="ph3520"/>
            <p:cNvSpPr/>
            <p:nvPr/>
          </p:nvSpPr>
          <p:spPr>
            <a:xfrm>
              <a:off x="4803304" y="36225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21" name="ph3521"/>
            <p:cNvSpPr/>
            <p:nvPr/>
          </p:nvSpPr>
          <p:spPr>
            <a:xfrm>
              <a:off x="4815816" y="36225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22" name="ph3522"/>
            <p:cNvSpPr/>
            <p:nvPr/>
          </p:nvSpPr>
          <p:spPr>
            <a:xfrm>
              <a:off x="4828329" y="36225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23" name="ph3523"/>
            <p:cNvSpPr/>
            <p:nvPr/>
          </p:nvSpPr>
          <p:spPr>
            <a:xfrm>
              <a:off x="4840841" y="36225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24" name="ph3524"/>
            <p:cNvSpPr/>
            <p:nvPr/>
          </p:nvSpPr>
          <p:spPr>
            <a:xfrm>
              <a:off x="2813839" y="363794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25" name="ph3525"/>
            <p:cNvSpPr/>
            <p:nvPr/>
          </p:nvSpPr>
          <p:spPr>
            <a:xfrm>
              <a:off x="2826351" y="363794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26" name="ph3526"/>
            <p:cNvSpPr/>
            <p:nvPr/>
          </p:nvSpPr>
          <p:spPr>
            <a:xfrm>
              <a:off x="2838863" y="363794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27" name="ph3527"/>
            <p:cNvSpPr/>
            <p:nvPr/>
          </p:nvSpPr>
          <p:spPr>
            <a:xfrm>
              <a:off x="2851376" y="363794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28" name="ph3528"/>
            <p:cNvSpPr/>
            <p:nvPr/>
          </p:nvSpPr>
          <p:spPr>
            <a:xfrm>
              <a:off x="2863888" y="363794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29" name="ph3529"/>
            <p:cNvSpPr/>
            <p:nvPr/>
          </p:nvSpPr>
          <p:spPr>
            <a:xfrm>
              <a:off x="4540544" y="363794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30" name="ph3530"/>
            <p:cNvSpPr/>
            <p:nvPr/>
          </p:nvSpPr>
          <p:spPr>
            <a:xfrm>
              <a:off x="4553057" y="363794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31" name="ph3531"/>
            <p:cNvSpPr/>
            <p:nvPr/>
          </p:nvSpPr>
          <p:spPr>
            <a:xfrm>
              <a:off x="4565569" y="363794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32" name="ph3532"/>
            <p:cNvSpPr/>
            <p:nvPr/>
          </p:nvSpPr>
          <p:spPr>
            <a:xfrm>
              <a:off x="4578081" y="363794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33" name="ph3533"/>
            <p:cNvSpPr/>
            <p:nvPr/>
          </p:nvSpPr>
          <p:spPr>
            <a:xfrm>
              <a:off x="4590595" y="363794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34" name="ph3534"/>
            <p:cNvSpPr/>
            <p:nvPr/>
          </p:nvSpPr>
          <p:spPr>
            <a:xfrm>
              <a:off x="4603107" y="363794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35" name="ph3535"/>
            <p:cNvSpPr/>
            <p:nvPr/>
          </p:nvSpPr>
          <p:spPr>
            <a:xfrm>
              <a:off x="4615619" y="363794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36" name="ph3536"/>
            <p:cNvSpPr/>
            <p:nvPr/>
          </p:nvSpPr>
          <p:spPr>
            <a:xfrm>
              <a:off x="4628131" y="363794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37" name="ph3537"/>
            <p:cNvSpPr/>
            <p:nvPr/>
          </p:nvSpPr>
          <p:spPr>
            <a:xfrm>
              <a:off x="4803304" y="363794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38" name="ph3538"/>
            <p:cNvSpPr/>
            <p:nvPr/>
          </p:nvSpPr>
          <p:spPr>
            <a:xfrm>
              <a:off x="4815816" y="363794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39" name="ph3539"/>
            <p:cNvSpPr/>
            <p:nvPr/>
          </p:nvSpPr>
          <p:spPr>
            <a:xfrm>
              <a:off x="4828329" y="363794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40" name="ph3540"/>
            <p:cNvSpPr/>
            <p:nvPr/>
          </p:nvSpPr>
          <p:spPr>
            <a:xfrm>
              <a:off x="4840841" y="363794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41" name="ph3541"/>
            <p:cNvSpPr/>
            <p:nvPr/>
          </p:nvSpPr>
          <p:spPr>
            <a:xfrm>
              <a:off x="4853353" y="363794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42" name="ph3542"/>
            <p:cNvSpPr/>
            <p:nvPr/>
          </p:nvSpPr>
          <p:spPr>
            <a:xfrm>
              <a:off x="2813839" y="36533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43" name="ph3543"/>
            <p:cNvSpPr/>
            <p:nvPr/>
          </p:nvSpPr>
          <p:spPr>
            <a:xfrm>
              <a:off x="2826351" y="36533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44" name="ph3544"/>
            <p:cNvSpPr/>
            <p:nvPr/>
          </p:nvSpPr>
          <p:spPr>
            <a:xfrm>
              <a:off x="2838863" y="36533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45" name="ph3545"/>
            <p:cNvSpPr/>
            <p:nvPr/>
          </p:nvSpPr>
          <p:spPr>
            <a:xfrm>
              <a:off x="2851376" y="36533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46" name="ph3546"/>
            <p:cNvSpPr/>
            <p:nvPr/>
          </p:nvSpPr>
          <p:spPr>
            <a:xfrm>
              <a:off x="2863888" y="36533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47" name="ph3547"/>
            <p:cNvSpPr/>
            <p:nvPr/>
          </p:nvSpPr>
          <p:spPr>
            <a:xfrm>
              <a:off x="4553057" y="36533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48" name="ph3548"/>
            <p:cNvSpPr/>
            <p:nvPr/>
          </p:nvSpPr>
          <p:spPr>
            <a:xfrm>
              <a:off x="4565569" y="36533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49" name="ph3549"/>
            <p:cNvSpPr/>
            <p:nvPr/>
          </p:nvSpPr>
          <p:spPr>
            <a:xfrm>
              <a:off x="4578081" y="36533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50" name="ph3550"/>
            <p:cNvSpPr/>
            <p:nvPr/>
          </p:nvSpPr>
          <p:spPr>
            <a:xfrm>
              <a:off x="4590595" y="36533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51" name="ph3551"/>
            <p:cNvSpPr/>
            <p:nvPr/>
          </p:nvSpPr>
          <p:spPr>
            <a:xfrm>
              <a:off x="4603107" y="36533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52" name="ph3552"/>
            <p:cNvSpPr/>
            <p:nvPr/>
          </p:nvSpPr>
          <p:spPr>
            <a:xfrm>
              <a:off x="4615619" y="36533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53" name="ph3553"/>
            <p:cNvSpPr/>
            <p:nvPr/>
          </p:nvSpPr>
          <p:spPr>
            <a:xfrm>
              <a:off x="4628131" y="36533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54" name="ph3554"/>
            <p:cNvSpPr/>
            <p:nvPr/>
          </p:nvSpPr>
          <p:spPr>
            <a:xfrm>
              <a:off x="4640644" y="36533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55" name="ph3555"/>
            <p:cNvSpPr/>
            <p:nvPr/>
          </p:nvSpPr>
          <p:spPr>
            <a:xfrm>
              <a:off x="4803304" y="36533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56" name="ph3556"/>
            <p:cNvSpPr/>
            <p:nvPr/>
          </p:nvSpPr>
          <p:spPr>
            <a:xfrm>
              <a:off x="4815816" y="36533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57" name="ph3557"/>
            <p:cNvSpPr/>
            <p:nvPr/>
          </p:nvSpPr>
          <p:spPr>
            <a:xfrm>
              <a:off x="4828329" y="36533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58" name="ph3558"/>
            <p:cNvSpPr/>
            <p:nvPr/>
          </p:nvSpPr>
          <p:spPr>
            <a:xfrm>
              <a:off x="4840841" y="36533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59" name="ph3559"/>
            <p:cNvSpPr/>
            <p:nvPr/>
          </p:nvSpPr>
          <p:spPr>
            <a:xfrm>
              <a:off x="4853353" y="36533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60" name="ph3560"/>
            <p:cNvSpPr/>
            <p:nvPr/>
          </p:nvSpPr>
          <p:spPr>
            <a:xfrm>
              <a:off x="2826351" y="36686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61" name="ph3561"/>
            <p:cNvSpPr/>
            <p:nvPr/>
          </p:nvSpPr>
          <p:spPr>
            <a:xfrm>
              <a:off x="2838863" y="36686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62" name="ph3562"/>
            <p:cNvSpPr/>
            <p:nvPr/>
          </p:nvSpPr>
          <p:spPr>
            <a:xfrm>
              <a:off x="2851376" y="36686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63" name="ph3563"/>
            <p:cNvSpPr/>
            <p:nvPr/>
          </p:nvSpPr>
          <p:spPr>
            <a:xfrm>
              <a:off x="2863888" y="36686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64" name="ph3564"/>
            <p:cNvSpPr/>
            <p:nvPr/>
          </p:nvSpPr>
          <p:spPr>
            <a:xfrm>
              <a:off x="4565569" y="36686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65" name="ph3565"/>
            <p:cNvSpPr/>
            <p:nvPr/>
          </p:nvSpPr>
          <p:spPr>
            <a:xfrm>
              <a:off x="4578081" y="36686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66" name="ph3566"/>
            <p:cNvSpPr/>
            <p:nvPr/>
          </p:nvSpPr>
          <p:spPr>
            <a:xfrm>
              <a:off x="4590595" y="36686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67" name="ph3567"/>
            <p:cNvSpPr/>
            <p:nvPr/>
          </p:nvSpPr>
          <p:spPr>
            <a:xfrm>
              <a:off x="4603107" y="36686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68" name="ph3568"/>
            <p:cNvSpPr/>
            <p:nvPr/>
          </p:nvSpPr>
          <p:spPr>
            <a:xfrm>
              <a:off x="4615619" y="36686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69" name="ph3569"/>
            <p:cNvSpPr/>
            <p:nvPr/>
          </p:nvSpPr>
          <p:spPr>
            <a:xfrm>
              <a:off x="4628131" y="36686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70" name="ph3570"/>
            <p:cNvSpPr/>
            <p:nvPr/>
          </p:nvSpPr>
          <p:spPr>
            <a:xfrm>
              <a:off x="4640644" y="36686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71" name="ph3571"/>
            <p:cNvSpPr/>
            <p:nvPr/>
          </p:nvSpPr>
          <p:spPr>
            <a:xfrm>
              <a:off x="4653156" y="36686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72" name="ph3572"/>
            <p:cNvSpPr/>
            <p:nvPr/>
          </p:nvSpPr>
          <p:spPr>
            <a:xfrm>
              <a:off x="4803304" y="36686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73" name="ph3573"/>
            <p:cNvSpPr/>
            <p:nvPr/>
          </p:nvSpPr>
          <p:spPr>
            <a:xfrm>
              <a:off x="4815816" y="36686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74" name="ph3574"/>
            <p:cNvSpPr/>
            <p:nvPr/>
          </p:nvSpPr>
          <p:spPr>
            <a:xfrm>
              <a:off x="4828329" y="36686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75" name="ph3575"/>
            <p:cNvSpPr/>
            <p:nvPr/>
          </p:nvSpPr>
          <p:spPr>
            <a:xfrm>
              <a:off x="4840841" y="36686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76" name="ph3576"/>
            <p:cNvSpPr/>
            <p:nvPr/>
          </p:nvSpPr>
          <p:spPr>
            <a:xfrm>
              <a:off x="4853353" y="36686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77" name="ph3577"/>
            <p:cNvSpPr/>
            <p:nvPr/>
          </p:nvSpPr>
          <p:spPr>
            <a:xfrm>
              <a:off x="2826351" y="36840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78" name="ph3578"/>
            <p:cNvSpPr/>
            <p:nvPr/>
          </p:nvSpPr>
          <p:spPr>
            <a:xfrm>
              <a:off x="2838863" y="36840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79" name="ph3579"/>
            <p:cNvSpPr/>
            <p:nvPr/>
          </p:nvSpPr>
          <p:spPr>
            <a:xfrm>
              <a:off x="2851376" y="36840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80" name="ph3580"/>
            <p:cNvSpPr/>
            <p:nvPr/>
          </p:nvSpPr>
          <p:spPr>
            <a:xfrm>
              <a:off x="2863888" y="36840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81" name="ph3581"/>
            <p:cNvSpPr/>
            <p:nvPr/>
          </p:nvSpPr>
          <p:spPr>
            <a:xfrm>
              <a:off x="4578081" y="36840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82" name="ph3582"/>
            <p:cNvSpPr/>
            <p:nvPr/>
          </p:nvSpPr>
          <p:spPr>
            <a:xfrm>
              <a:off x="4590595" y="36840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83" name="ph3583"/>
            <p:cNvSpPr/>
            <p:nvPr/>
          </p:nvSpPr>
          <p:spPr>
            <a:xfrm>
              <a:off x="4603107" y="36840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84" name="ph3584"/>
            <p:cNvSpPr/>
            <p:nvPr/>
          </p:nvSpPr>
          <p:spPr>
            <a:xfrm>
              <a:off x="4615619" y="36840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85" name="ph3585"/>
            <p:cNvSpPr/>
            <p:nvPr/>
          </p:nvSpPr>
          <p:spPr>
            <a:xfrm>
              <a:off x="4628131" y="36840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86" name="ph3586"/>
            <p:cNvSpPr/>
            <p:nvPr/>
          </p:nvSpPr>
          <p:spPr>
            <a:xfrm>
              <a:off x="4640644" y="36840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87" name="ph3587"/>
            <p:cNvSpPr/>
            <p:nvPr/>
          </p:nvSpPr>
          <p:spPr>
            <a:xfrm>
              <a:off x="4803304" y="36840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88" name="ph3588"/>
            <p:cNvSpPr/>
            <p:nvPr/>
          </p:nvSpPr>
          <p:spPr>
            <a:xfrm>
              <a:off x="4815816" y="36840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89" name="ph3589"/>
            <p:cNvSpPr/>
            <p:nvPr/>
          </p:nvSpPr>
          <p:spPr>
            <a:xfrm>
              <a:off x="4828329" y="36840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90" name="ph3590"/>
            <p:cNvSpPr/>
            <p:nvPr/>
          </p:nvSpPr>
          <p:spPr>
            <a:xfrm>
              <a:off x="4840841" y="36840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91" name="ph3591"/>
            <p:cNvSpPr/>
            <p:nvPr/>
          </p:nvSpPr>
          <p:spPr>
            <a:xfrm>
              <a:off x="4853353" y="36840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92" name="ph3592"/>
            <p:cNvSpPr/>
            <p:nvPr/>
          </p:nvSpPr>
          <p:spPr>
            <a:xfrm>
              <a:off x="2826351" y="36994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93" name="ph3593"/>
            <p:cNvSpPr/>
            <p:nvPr/>
          </p:nvSpPr>
          <p:spPr>
            <a:xfrm>
              <a:off x="2838863" y="36994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94" name="ph3594"/>
            <p:cNvSpPr/>
            <p:nvPr/>
          </p:nvSpPr>
          <p:spPr>
            <a:xfrm>
              <a:off x="2851376" y="36994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95" name="ph3595"/>
            <p:cNvSpPr/>
            <p:nvPr/>
          </p:nvSpPr>
          <p:spPr>
            <a:xfrm>
              <a:off x="2863888" y="36994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96" name="ph3596"/>
            <p:cNvSpPr/>
            <p:nvPr/>
          </p:nvSpPr>
          <p:spPr>
            <a:xfrm>
              <a:off x="2876400" y="36994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97" name="ph3597"/>
            <p:cNvSpPr/>
            <p:nvPr/>
          </p:nvSpPr>
          <p:spPr>
            <a:xfrm>
              <a:off x="4578081" y="36994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98" name="ph3598"/>
            <p:cNvSpPr/>
            <p:nvPr/>
          </p:nvSpPr>
          <p:spPr>
            <a:xfrm>
              <a:off x="4590595" y="36994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99" name="ph3599"/>
            <p:cNvSpPr/>
            <p:nvPr/>
          </p:nvSpPr>
          <p:spPr>
            <a:xfrm>
              <a:off x="4603107" y="36994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00" name="ph3600"/>
            <p:cNvSpPr/>
            <p:nvPr/>
          </p:nvSpPr>
          <p:spPr>
            <a:xfrm>
              <a:off x="4615619" y="36994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01" name="ph3601"/>
            <p:cNvSpPr/>
            <p:nvPr/>
          </p:nvSpPr>
          <p:spPr>
            <a:xfrm>
              <a:off x="4628131" y="36994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02" name="ph3602"/>
            <p:cNvSpPr/>
            <p:nvPr/>
          </p:nvSpPr>
          <p:spPr>
            <a:xfrm>
              <a:off x="4640644" y="36994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03" name="ph3603"/>
            <p:cNvSpPr/>
            <p:nvPr/>
          </p:nvSpPr>
          <p:spPr>
            <a:xfrm>
              <a:off x="4803304" y="36994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04" name="ph3604"/>
            <p:cNvSpPr/>
            <p:nvPr/>
          </p:nvSpPr>
          <p:spPr>
            <a:xfrm>
              <a:off x="4815816" y="36994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05" name="ph3605"/>
            <p:cNvSpPr/>
            <p:nvPr/>
          </p:nvSpPr>
          <p:spPr>
            <a:xfrm>
              <a:off x="4828329" y="36994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06" name="ph3606"/>
            <p:cNvSpPr/>
            <p:nvPr/>
          </p:nvSpPr>
          <p:spPr>
            <a:xfrm>
              <a:off x="4840841" y="36994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07" name="ph3607"/>
            <p:cNvSpPr/>
            <p:nvPr/>
          </p:nvSpPr>
          <p:spPr>
            <a:xfrm>
              <a:off x="4853353" y="36994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08" name="ph3608"/>
            <p:cNvSpPr/>
            <p:nvPr/>
          </p:nvSpPr>
          <p:spPr>
            <a:xfrm>
              <a:off x="2826351" y="37148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09" name="ph3609"/>
            <p:cNvSpPr/>
            <p:nvPr/>
          </p:nvSpPr>
          <p:spPr>
            <a:xfrm>
              <a:off x="2838863" y="37148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10" name="ph3610"/>
            <p:cNvSpPr/>
            <p:nvPr/>
          </p:nvSpPr>
          <p:spPr>
            <a:xfrm>
              <a:off x="2851376" y="37148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11" name="ph3611"/>
            <p:cNvSpPr/>
            <p:nvPr/>
          </p:nvSpPr>
          <p:spPr>
            <a:xfrm>
              <a:off x="2863888" y="37148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12" name="ph3612"/>
            <p:cNvSpPr/>
            <p:nvPr/>
          </p:nvSpPr>
          <p:spPr>
            <a:xfrm>
              <a:off x="2876400" y="37148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13" name="ph3613"/>
            <p:cNvSpPr/>
            <p:nvPr/>
          </p:nvSpPr>
          <p:spPr>
            <a:xfrm>
              <a:off x="4590595" y="37148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14" name="ph3614"/>
            <p:cNvSpPr/>
            <p:nvPr/>
          </p:nvSpPr>
          <p:spPr>
            <a:xfrm>
              <a:off x="4603107" y="37148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15" name="ph3615"/>
            <p:cNvSpPr/>
            <p:nvPr/>
          </p:nvSpPr>
          <p:spPr>
            <a:xfrm>
              <a:off x="4615619" y="37148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16" name="ph3616"/>
            <p:cNvSpPr/>
            <p:nvPr/>
          </p:nvSpPr>
          <p:spPr>
            <a:xfrm>
              <a:off x="4628131" y="37148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17" name="ph3617"/>
            <p:cNvSpPr/>
            <p:nvPr/>
          </p:nvSpPr>
          <p:spPr>
            <a:xfrm>
              <a:off x="4640644" y="37148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18" name="ph3618"/>
            <p:cNvSpPr/>
            <p:nvPr/>
          </p:nvSpPr>
          <p:spPr>
            <a:xfrm>
              <a:off x="4803304" y="37148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19" name="ph3619"/>
            <p:cNvSpPr/>
            <p:nvPr/>
          </p:nvSpPr>
          <p:spPr>
            <a:xfrm>
              <a:off x="4815816" y="37148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20" name="ph3620"/>
            <p:cNvSpPr/>
            <p:nvPr/>
          </p:nvSpPr>
          <p:spPr>
            <a:xfrm>
              <a:off x="4828329" y="37148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21" name="ph3621"/>
            <p:cNvSpPr/>
            <p:nvPr/>
          </p:nvSpPr>
          <p:spPr>
            <a:xfrm>
              <a:off x="4840841" y="37148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22" name="ph3622"/>
            <p:cNvSpPr/>
            <p:nvPr/>
          </p:nvSpPr>
          <p:spPr>
            <a:xfrm>
              <a:off x="2838863" y="37301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23" name="ph3623"/>
            <p:cNvSpPr/>
            <p:nvPr/>
          </p:nvSpPr>
          <p:spPr>
            <a:xfrm>
              <a:off x="2851376" y="37301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24" name="ph3624"/>
            <p:cNvSpPr/>
            <p:nvPr/>
          </p:nvSpPr>
          <p:spPr>
            <a:xfrm>
              <a:off x="2863888" y="37301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25" name="ph3625"/>
            <p:cNvSpPr/>
            <p:nvPr/>
          </p:nvSpPr>
          <p:spPr>
            <a:xfrm>
              <a:off x="2876400" y="37301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26" name="ph3626"/>
            <p:cNvSpPr/>
            <p:nvPr/>
          </p:nvSpPr>
          <p:spPr>
            <a:xfrm>
              <a:off x="2888913" y="37301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27" name="ph3627"/>
            <p:cNvSpPr/>
            <p:nvPr/>
          </p:nvSpPr>
          <p:spPr>
            <a:xfrm>
              <a:off x="4603107" y="37301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28" name="ph3628"/>
            <p:cNvSpPr/>
            <p:nvPr/>
          </p:nvSpPr>
          <p:spPr>
            <a:xfrm>
              <a:off x="4615619" y="37301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29" name="ph3629"/>
            <p:cNvSpPr/>
            <p:nvPr/>
          </p:nvSpPr>
          <p:spPr>
            <a:xfrm>
              <a:off x="4628131" y="37301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30" name="ph3630"/>
            <p:cNvSpPr/>
            <p:nvPr/>
          </p:nvSpPr>
          <p:spPr>
            <a:xfrm>
              <a:off x="4640644" y="37301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31" name="ph3631"/>
            <p:cNvSpPr/>
            <p:nvPr/>
          </p:nvSpPr>
          <p:spPr>
            <a:xfrm>
              <a:off x="4653156" y="37301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32" name="ph3632"/>
            <p:cNvSpPr/>
            <p:nvPr/>
          </p:nvSpPr>
          <p:spPr>
            <a:xfrm>
              <a:off x="4803304" y="37301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33" name="ph3633"/>
            <p:cNvSpPr/>
            <p:nvPr/>
          </p:nvSpPr>
          <p:spPr>
            <a:xfrm>
              <a:off x="4815816" y="37301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34" name="ph3634"/>
            <p:cNvSpPr/>
            <p:nvPr/>
          </p:nvSpPr>
          <p:spPr>
            <a:xfrm>
              <a:off x="4828329" y="37301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35" name="ph3635"/>
            <p:cNvSpPr/>
            <p:nvPr/>
          </p:nvSpPr>
          <p:spPr>
            <a:xfrm>
              <a:off x="4840841" y="37301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36" name="ph3636"/>
            <p:cNvSpPr/>
            <p:nvPr/>
          </p:nvSpPr>
          <p:spPr>
            <a:xfrm>
              <a:off x="2838863" y="37455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37" name="ph3637"/>
            <p:cNvSpPr/>
            <p:nvPr/>
          </p:nvSpPr>
          <p:spPr>
            <a:xfrm>
              <a:off x="2851376" y="37455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38" name="ph3638"/>
            <p:cNvSpPr/>
            <p:nvPr/>
          </p:nvSpPr>
          <p:spPr>
            <a:xfrm>
              <a:off x="2863888" y="37455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39" name="ph3639"/>
            <p:cNvSpPr/>
            <p:nvPr/>
          </p:nvSpPr>
          <p:spPr>
            <a:xfrm>
              <a:off x="2876400" y="37455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40" name="ph3640"/>
            <p:cNvSpPr/>
            <p:nvPr/>
          </p:nvSpPr>
          <p:spPr>
            <a:xfrm>
              <a:off x="2888913" y="37455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41" name="ph3641"/>
            <p:cNvSpPr/>
            <p:nvPr/>
          </p:nvSpPr>
          <p:spPr>
            <a:xfrm>
              <a:off x="2901425" y="37455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42" name="ph3642"/>
            <p:cNvSpPr/>
            <p:nvPr/>
          </p:nvSpPr>
          <p:spPr>
            <a:xfrm>
              <a:off x="4603107" y="37455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43" name="ph3643"/>
            <p:cNvSpPr/>
            <p:nvPr/>
          </p:nvSpPr>
          <p:spPr>
            <a:xfrm>
              <a:off x="4615619" y="37455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44" name="ph3644"/>
            <p:cNvSpPr/>
            <p:nvPr/>
          </p:nvSpPr>
          <p:spPr>
            <a:xfrm>
              <a:off x="4628131" y="37455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45" name="ph3645"/>
            <p:cNvSpPr/>
            <p:nvPr/>
          </p:nvSpPr>
          <p:spPr>
            <a:xfrm>
              <a:off x="4640644" y="37455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46" name="ph3646"/>
            <p:cNvSpPr/>
            <p:nvPr/>
          </p:nvSpPr>
          <p:spPr>
            <a:xfrm>
              <a:off x="4653156" y="37455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47" name="ph3647"/>
            <p:cNvSpPr/>
            <p:nvPr/>
          </p:nvSpPr>
          <p:spPr>
            <a:xfrm>
              <a:off x="4803304" y="37455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48" name="ph3648"/>
            <p:cNvSpPr/>
            <p:nvPr/>
          </p:nvSpPr>
          <p:spPr>
            <a:xfrm>
              <a:off x="4815816" y="37455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49" name="ph3649"/>
            <p:cNvSpPr/>
            <p:nvPr/>
          </p:nvSpPr>
          <p:spPr>
            <a:xfrm>
              <a:off x="4828329" y="37455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50" name="ph3650"/>
            <p:cNvSpPr/>
            <p:nvPr/>
          </p:nvSpPr>
          <p:spPr>
            <a:xfrm>
              <a:off x="4840841" y="37455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51" name="ph3651"/>
            <p:cNvSpPr/>
            <p:nvPr/>
          </p:nvSpPr>
          <p:spPr>
            <a:xfrm>
              <a:off x="2851376" y="3760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52" name="ph3652"/>
            <p:cNvSpPr/>
            <p:nvPr/>
          </p:nvSpPr>
          <p:spPr>
            <a:xfrm>
              <a:off x="2863888" y="3760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53" name="ph3653"/>
            <p:cNvSpPr/>
            <p:nvPr/>
          </p:nvSpPr>
          <p:spPr>
            <a:xfrm>
              <a:off x="2876400" y="3760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54" name="ph3654"/>
            <p:cNvSpPr/>
            <p:nvPr/>
          </p:nvSpPr>
          <p:spPr>
            <a:xfrm>
              <a:off x="2888913" y="3760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55" name="ph3655"/>
            <p:cNvSpPr/>
            <p:nvPr/>
          </p:nvSpPr>
          <p:spPr>
            <a:xfrm>
              <a:off x="2901425" y="3760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56" name="ph3656"/>
            <p:cNvSpPr/>
            <p:nvPr/>
          </p:nvSpPr>
          <p:spPr>
            <a:xfrm>
              <a:off x="4603107" y="3760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57" name="ph3657"/>
            <p:cNvSpPr/>
            <p:nvPr/>
          </p:nvSpPr>
          <p:spPr>
            <a:xfrm>
              <a:off x="4615619" y="3760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58" name="ph3658"/>
            <p:cNvSpPr/>
            <p:nvPr/>
          </p:nvSpPr>
          <p:spPr>
            <a:xfrm>
              <a:off x="4628131" y="3760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59" name="ph3659"/>
            <p:cNvSpPr/>
            <p:nvPr/>
          </p:nvSpPr>
          <p:spPr>
            <a:xfrm>
              <a:off x="4640644" y="3760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60" name="ph3660"/>
            <p:cNvSpPr/>
            <p:nvPr/>
          </p:nvSpPr>
          <p:spPr>
            <a:xfrm>
              <a:off x="4653156" y="3760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61" name="ph3661"/>
            <p:cNvSpPr/>
            <p:nvPr/>
          </p:nvSpPr>
          <p:spPr>
            <a:xfrm>
              <a:off x="4665668" y="3760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62" name="ph3662"/>
            <p:cNvSpPr/>
            <p:nvPr/>
          </p:nvSpPr>
          <p:spPr>
            <a:xfrm>
              <a:off x="4678180" y="3760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63" name="ph3663"/>
            <p:cNvSpPr/>
            <p:nvPr/>
          </p:nvSpPr>
          <p:spPr>
            <a:xfrm>
              <a:off x="4690693" y="3760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64" name="ph3664"/>
            <p:cNvSpPr/>
            <p:nvPr/>
          </p:nvSpPr>
          <p:spPr>
            <a:xfrm>
              <a:off x="4803304" y="3760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65" name="ph3665"/>
            <p:cNvSpPr/>
            <p:nvPr/>
          </p:nvSpPr>
          <p:spPr>
            <a:xfrm>
              <a:off x="4815816" y="3760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66" name="ph3666"/>
            <p:cNvSpPr/>
            <p:nvPr/>
          </p:nvSpPr>
          <p:spPr>
            <a:xfrm>
              <a:off x="4828329" y="3760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67" name="ph3667"/>
            <p:cNvSpPr/>
            <p:nvPr/>
          </p:nvSpPr>
          <p:spPr>
            <a:xfrm>
              <a:off x="4840841" y="3760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68" name="ph3668"/>
            <p:cNvSpPr/>
            <p:nvPr/>
          </p:nvSpPr>
          <p:spPr>
            <a:xfrm>
              <a:off x="2863888" y="3776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69" name="ph3669"/>
            <p:cNvSpPr/>
            <p:nvPr/>
          </p:nvSpPr>
          <p:spPr>
            <a:xfrm>
              <a:off x="2876400" y="3776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70" name="ph3670"/>
            <p:cNvSpPr/>
            <p:nvPr/>
          </p:nvSpPr>
          <p:spPr>
            <a:xfrm>
              <a:off x="2888913" y="3776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71" name="ph3671"/>
            <p:cNvSpPr/>
            <p:nvPr/>
          </p:nvSpPr>
          <p:spPr>
            <a:xfrm>
              <a:off x="2901425" y="3776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72" name="ph3672"/>
            <p:cNvSpPr/>
            <p:nvPr/>
          </p:nvSpPr>
          <p:spPr>
            <a:xfrm>
              <a:off x="4615619" y="3776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73" name="ph3673"/>
            <p:cNvSpPr/>
            <p:nvPr/>
          </p:nvSpPr>
          <p:spPr>
            <a:xfrm>
              <a:off x="4628131" y="3776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74" name="ph3674"/>
            <p:cNvSpPr/>
            <p:nvPr/>
          </p:nvSpPr>
          <p:spPr>
            <a:xfrm>
              <a:off x="4640644" y="3776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75" name="ph3675"/>
            <p:cNvSpPr/>
            <p:nvPr/>
          </p:nvSpPr>
          <p:spPr>
            <a:xfrm>
              <a:off x="4653156" y="3776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76" name="ph3676"/>
            <p:cNvSpPr/>
            <p:nvPr/>
          </p:nvSpPr>
          <p:spPr>
            <a:xfrm>
              <a:off x="4665668" y="3776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77" name="ph3677"/>
            <p:cNvSpPr/>
            <p:nvPr/>
          </p:nvSpPr>
          <p:spPr>
            <a:xfrm>
              <a:off x="4678180" y="3776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78" name="ph3678"/>
            <p:cNvSpPr/>
            <p:nvPr/>
          </p:nvSpPr>
          <p:spPr>
            <a:xfrm>
              <a:off x="4690693" y="3776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79" name="ph3679"/>
            <p:cNvSpPr/>
            <p:nvPr/>
          </p:nvSpPr>
          <p:spPr>
            <a:xfrm>
              <a:off x="4703205" y="3776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80" name="ph3680"/>
            <p:cNvSpPr/>
            <p:nvPr/>
          </p:nvSpPr>
          <p:spPr>
            <a:xfrm>
              <a:off x="4790792" y="3776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81" name="ph3681"/>
            <p:cNvSpPr/>
            <p:nvPr/>
          </p:nvSpPr>
          <p:spPr>
            <a:xfrm>
              <a:off x="4803304" y="3776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82" name="ph3682"/>
            <p:cNvSpPr/>
            <p:nvPr/>
          </p:nvSpPr>
          <p:spPr>
            <a:xfrm>
              <a:off x="4815816" y="3776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83" name="ph3683"/>
            <p:cNvSpPr/>
            <p:nvPr/>
          </p:nvSpPr>
          <p:spPr>
            <a:xfrm>
              <a:off x="4828329" y="3776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84" name="ph3684"/>
            <p:cNvSpPr/>
            <p:nvPr/>
          </p:nvSpPr>
          <p:spPr>
            <a:xfrm>
              <a:off x="4840841" y="3776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85" name="ph3685"/>
            <p:cNvSpPr/>
            <p:nvPr/>
          </p:nvSpPr>
          <p:spPr>
            <a:xfrm>
              <a:off x="2863888" y="3791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86" name="ph3686"/>
            <p:cNvSpPr/>
            <p:nvPr/>
          </p:nvSpPr>
          <p:spPr>
            <a:xfrm>
              <a:off x="2876400" y="3791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87" name="ph3687"/>
            <p:cNvSpPr/>
            <p:nvPr/>
          </p:nvSpPr>
          <p:spPr>
            <a:xfrm>
              <a:off x="2888913" y="3791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88" name="ph3688"/>
            <p:cNvSpPr/>
            <p:nvPr/>
          </p:nvSpPr>
          <p:spPr>
            <a:xfrm>
              <a:off x="2901425" y="3791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89" name="ph3689"/>
            <p:cNvSpPr/>
            <p:nvPr/>
          </p:nvSpPr>
          <p:spPr>
            <a:xfrm>
              <a:off x="4628131" y="3791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90" name="ph3690"/>
            <p:cNvSpPr/>
            <p:nvPr/>
          </p:nvSpPr>
          <p:spPr>
            <a:xfrm>
              <a:off x="4640644" y="3791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91" name="ph3691"/>
            <p:cNvSpPr/>
            <p:nvPr/>
          </p:nvSpPr>
          <p:spPr>
            <a:xfrm>
              <a:off x="4653156" y="3791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92" name="ph3692"/>
            <p:cNvSpPr/>
            <p:nvPr/>
          </p:nvSpPr>
          <p:spPr>
            <a:xfrm>
              <a:off x="4665668" y="3791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93" name="ph3693"/>
            <p:cNvSpPr/>
            <p:nvPr/>
          </p:nvSpPr>
          <p:spPr>
            <a:xfrm>
              <a:off x="4678180" y="3791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94" name="ph3694"/>
            <p:cNvSpPr/>
            <p:nvPr/>
          </p:nvSpPr>
          <p:spPr>
            <a:xfrm>
              <a:off x="4690693" y="3791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95" name="ph3695"/>
            <p:cNvSpPr/>
            <p:nvPr/>
          </p:nvSpPr>
          <p:spPr>
            <a:xfrm>
              <a:off x="4703205" y="3791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96" name="ph3696"/>
            <p:cNvSpPr/>
            <p:nvPr/>
          </p:nvSpPr>
          <p:spPr>
            <a:xfrm>
              <a:off x="4790792" y="3791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97" name="ph3697"/>
            <p:cNvSpPr/>
            <p:nvPr/>
          </p:nvSpPr>
          <p:spPr>
            <a:xfrm>
              <a:off x="4803304" y="3791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98" name="ph3698"/>
            <p:cNvSpPr/>
            <p:nvPr/>
          </p:nvSpPr>
          <p:spPr>
            <a:xfrm>
              <a:off x="4815816" y="3791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99" name="ph3699"/>
            <p:cNvSpPr/>
            <p:nvPr/>
          </p:nvSpPr>
          <p:spPr>
            <a:xfrm>
              <a:off x="4828329" y="3791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00" name="ph3700"/>
            <p:cNvSpPr/>
            <p:nvPr/>
          </p:nvSpPr>
          <p:spPr>
            <a:xfrm>
              <a:off x="4840841" y="3791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01" name="ph3701"/>
            <p:cNvSpPr/>
            <p:nvPr/>
          </p:nvSpPr>
          <p:spPr>
            <a:xfrm>
              <a:off x="2851376" y="3807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02" name="ph3702"/>
            <p:cNvSpPr/>
            <p:nvPr/>
          </p:nvSpPr>
          <p:spPr>
            <a:xfrm>
              <a:off x="2863888" y="3807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03" name="ph3703"/>
            <p:cNvSpPr/>
            <p:nvPr/>
          </p:nvSpPr>
          <p:spPr>
            <a:xfrm>
              <a:off x="2876400" y="3807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04" name="ph3704"/>
            <p:cNvSpPr/>
            <p:nvPr/>
          </p:nvSpPr>
          <p:spPr>
            <a:xfrm>
              <a:off x="2888913" y="3807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05" name="ph3705"/>
            <p:cNvSpPr/>
            <p:nvPr/>
          </p:nvSpPr>
          <p:spPr>
            <a:xfrm>
              <a:off x="2901425" y="3807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06" name="ph3706"/>
            <p:cNvSpPr/>
            <p:nvPr/>
          </p:nvSpPr>
          <p:spPr>
            <a:xfrm>
              <a:off x="4640644" y="3807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07" name="ph3707"/>
            <p:cNvSpPr/>
            <p:nvPr/>
          </p:nvSpPr>
          <p:spPr>
            <a:xfrm>
              <a:off x="4653156" y="3807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08" name="ph3708"/>
            <p:cNvSpPr/>
            <p:nvPr/>
          </p:nvSpPr>
          <p:spPr>
            <a:xfrm>
              <a:off x="4665668" y="3807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09" name="ph3709"/>
            <p:cNvSpPr/>
            <p:nvPr/>
          </p:nvSpPr>
          <p:spPr>
            <a:xfrm>
              <a:off x="4678180" y="3807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10" name="ph3710"/>
            <p:cNvSpPr/>
            <p:nvPr/>
          </p:nvSpPr>
          <p:spPr>
            <a:xfrm>
              <a:off x="4690693" y="3807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11" name="ph3711"/>
            <p:cNvSpPr/>
            <p:nvPr/>
          </p:nvSpPr>
          <p:spPr>
            <a:xfrm>
              <a:off x="4703205" y="3807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12" name="ph3712"/>
            <p:cNvSpPr/>
            <p:nvPr/>
          </p:nvSpPr>
          <p:spPr>
            <a:xfrm>
              <a:off x="4715717" y="3807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13" name="ph3713"/>
            <p:cNvSpPr/>
            <p:nvPr/>
          </p:nvSpPr>
          <p:spPr>
            <a:xfrm>
              <a:off x="4778280" y="3807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14" name="ph3714"/>
            <p:cNvSpPr/>
            <p:nvPr/>
          </p:nvSpPr>
          <p:spPr>
            <a:xfrm>
              <a:off x="4790792" y="3807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15" name="ph3715"/>
            <p:cNvSpPr/>
            <p:nvPr/>
          </p:nvSpPr>
          <p:spPr>
            <a:xfrm>
              <a:off x="4803304" y="3807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16" name="ph3716"/>
            <p:cNvSpPr/>
            <p:nvPr/>
          </p:nvSpPr>
          <p:spPr>
            <a:xfrm>
              <a:off x="4815816" y="3807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17" name="ph3717"/>
            <p:cNvSpPr/>
            <p:nvPr/>
          </p:nvSpPr>
          <p:spPr>
            <a:xfrm>
              <a:off x="4828329" y="3807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18" name="ph3718"/>
            <p:cNvSpPr/>
            <p:nvPr/>
          </p:nvSpPr>
          <p:spPr>
            <a:xfrm>
              <a:off x="4840841" y="3807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19" name="ph3719"/>
            <p:cNvSpPr/>
            <p:nvPr/>
          </p:nvSpPr>
          <p:spPr>
            <a:xfrm>
              <a:off x="2851376" y="38224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20" name="ph3720"/>
            <p:cNvSpPr/>
            <p:nvPr/>
          </p:nvSpPr>
          <p:spPr>
            <a:xfrm>
              <a:off x="2863888" y="38224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21" name="ph3721"/>
            <p:cNvSpPr/>
            <p:nvPr/>
          </p:nvSpPr>
          <p:spPr>
            <a:xfrm>
              <a:off x="2876400" y="38224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22" name="ph3722"/>
            <p:cNvSpPr/>
            <p:nvPr/>
          </p:nvSpPr>
          <p:spPr>
            <a:xfrm>
              <a:off x="2888913" y="38224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23" name="ph3723"/>
            <p:cNvSpPr/>
            <p:nvPr/>
          </p:nvSpPr>
          <p:spPr>
            <a:xfrm>
              <a:off x="2901425" y="38224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24" name="ph3724"/>
            <p:cNvSpPr/>
            <p:nvPr/>
          </p:nvSpPr>
          <p:spPr>
            <a:xfrm>
              <a:off x="4665668" y="38224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25" name="ph3725"/>
            <p:cNvSpPr/>
            <p:nvPr/>
          </p:nvSpPr>
          <p:spPr>
            <a:xfrm>
              <a:off x="4678180" y="38224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26" name="ph3726"/>
            <p:cNvSpPr/>
            <p:nvPr/>
          </p:nvSpPr>
          <p:spPr>
            <a:xfrm>
              <a:off x="4690693" y="38224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27" name="ph3727"/>
            <p:cNvSpPr/>
            <p:nvPr/>
          </p:nvSpPr>
          <p:spPr>
            <a:xfrm>
              <a:off x="4703205" y="38224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28" name="ph3728"/>
            <p:cNvSpPr/>
            <p:nvPr/>
          </p:nvSpPr>
          <p:spPr>
            <a:xfrm>
              <a:off x="4715717" y="38224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29" name="ph3729"/>
            <p:cNvSpPr/>
            <p:nvPr/>
          </p:nvSpPr>
          <p:spPr>
            <a:xfrm>
              <a:off x="4778280" y="38224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30" name="ph3730"/>
            <p:cNvSpPr/>
            <p:nvPr/>
          </p:nvSpPr>
          <p:spPr>
            <a:xfrm>
              <a:off x="4790792" y="38224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31" name="ph3731"/>
            <p:cNvSpPr/>
            <p:nvPr/>
          </p:nvSpPr>
          <p:spPr>
            <a:xfrm>
              <a:off x="4803304" y="38224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32" name="ph3732"/>
            <p:cNvSpPr/>
            <p:nvPr/>
          </p:nvSpPr>
          <p:spPr>
            <a:xfrm>
              <a:off x="4815816" y="38224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33" name="ph3733"/>
            <p:cNvSpPr/>
            <p:nvPr/>
          </p:nvSpPr>
          <p:spPr>
            <a:xfrm>
              <a:off x="4828329" y="38224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34" name="ph3734"/>
            <p:cNvSpPr/>
            <p:nvPr/>
          </p:nvSpPr>
          <p:spPr>
            <a:xfrm>
              <a:off x="2838863" y="38378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35" name="ph3735"/>
            <p:cNvSpPr/>
            <p:nvPr/>
          </p:nvSpPr>
          <p:spPr>
            <a:xfrm>
              <a:off x="2851376" y="38378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36" name="ph3736"/>
            <p:cNvSpPr/>
            <p:nvPr/>
          </p:nvSpPr>
          <p:spPr>
            <a:xfrm>
              <a:off x="2863888" y="38378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37" name="ph3737"/>
            <p:cNvSpPr/>
            <p:nvPr/>
          </p:nvSpPr>
          <p:spPr>
            <a:xfrm>
              <a:off x="2876400" y="38378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38" name="ph3738"/>
            <p:cNvSpPr/>
            <p:nvPr/>
          </p:nvSpPr>
          <p:spPr>
            <a:xfrm>
              <a:off x="2888913" y="38378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39" name="ph3739"/>
            <p:cNvSpPr/>
            <p:nvPr/>
          </p:nvSpPr>
          <p:spPr>
            <a:xfrm>
              <a:off x="4678180" y="38378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40" name="ph3740"/>
            <p:cNvSpPr/>
            <p:nvPr/>
          </p:nvSpPr>
          <p:spPr>
            <a:xfrm>
              <a:off x="4690693" y="38378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41" name="ph3741"/>
            <p:cNvSpPr/>
            <p:nvPr/>
          </p:nvSpPr>
          <p:spPr>
            <a:xfrm>
              <a:off x="4703205" y="38378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42" name="ph3742"/>
            <p:cNvSpPr/>
            <p:nvPr/>
          </p:nvSpPr>
          <p:spPr>
            <a:xfrm>
              <a:off x="4715717" y="38378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43" name="ph3743"/>
            <p:cNvSpPr/>
            <p:nvPr/>
          </p:nvSpPr>
          <p:spPr>
            <a:xfrm>
              <a:off x="4728231" y="38378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44" name="ph3744"/>
            <p:cNvSpPr/>
            <p:nvPr/>
          </p:nvSpPr>
          <p:spPr>
            <a:xfrm>
              <a:off x="4740743" y="38378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45" name="ph3745"/>
            <p:cNvSpPr/>
            <p:nvPr/>
          </p:nvSpPr>
          <p:spPr>
            <a:xfrm>
              <a:off x="4765767" y="38378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46" name="ph3746"/>
            <p:cNvSpPr/>
            <p:nvPr/>
          </p:nvSpPr>
          <p:spPr>
            <a:xfrm>
              <a:off x="4778280" y="38378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47" name="ph3747"/>
            <p:cNvSpPr/>
            <p:nvPr/>
          </p:nvSpPr>
          <p:spPr>
            <a:xfrm>
              <a:off x="4790792" y="38378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48" name="ph3748"/>
            <p:cNvSpPr/>
            <p:nvPr/>
          </p:nvSpPr>
          <p:spPr>
            <a:xfrm>
              <a:off x="4803304" y="38378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49" name="ph3749"/>
            <p:cNvSpPr/>
            <p:nvPr/>
          </p:nvSpPr>
          <p:spPr>
            <a:xfrm>
              <a:off x="4815816" y="38378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50" name="ph3750"/>
            <p:cNvSpPr/>
            <p:nvPr/>
          </p:nvSpPr>
          <p:spPr>
            <a:xfrm>
              <a:off x="2826351" y="38532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51" name="ph3751"/>
            <p:cNvSpPr/>
            <p:nvPr/>
          </p:nvSpPr>
          <p:spPr>
            <a:xfrm>
              <a:off x="2838863" y="38532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52" name="ph3752"/>
            <p:cNvSpPr/>
            <p:nvPr/>
          </p:nvSpPr>
          <p:spPr>
            <a:xfrm>
              <a:off x="2851376" y="38532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53" name="ph3753"/>
            <p:cNvSpPr/>
            <p:nvPr/>
          </p:nvSpPr>
          <p:spPr>
            <a:xfrm>
              <a:off x="2863888" y="38532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54" name="ph3754"/>
            <p:cNvSpPr/>
            <p:nvPr/>
          </p:nvSpPr>
          <p:spPr>
            <a:xfrm>
              <a:off x="2876400" y="38532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55" name="ph3755"/>
            <p:cNvSpPr/>
            <p:nvPr/>
          </p:nvSpPr>
          <p:spPr>
            <a:xfrm>
              <a:off x="2888913" y="38532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56" name="ph3756"/>
            <p:cNvSpPr/>
            <p:nvPr/>
          </p:nvSpPr>
          <p:spPr>
            <a:xfrm>
              <a:off x="4678180" y="38532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57" name="ph3757"/>
            <p:cNvSpPr/>
            <p:nvPr/>
          </p:nvSpPr>
          <p:spPr>
            <a:xfrm>
              <a:off x="4690693" y="38532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58" name="ph3758"/>
            <p:cNvSpPr/>
            <p:nvPr/>
          </p:nvSpPr>
          <p:spPr>
            <a:xfrm>
              <a:off x="4703205" y="38532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59" name="ph3759"/>
            <p:cNvSpPr/>
            <p:nvPr/>
          </p:nvSpPr>
          <p:spPr>
            <a:xfrm>
              <a:off x="4715717" y="38532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60" name="ph3760"/>
            <p:cNvSpPr/>
            <p:nvPr/>
          </p:nvSpPr>
          <p:spPr>
            <a:xfrm>
              <a:off x="4728231" y="38532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61" name="ph3761"/>
            <p:cNvSpPr/>
            <p:nvPr/>
          </p:nvSpPr>
          <p:spPr>
            <a:xfrm>
              <a:off x="4740743" y="38532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62" name="ph3762"/>
            <p:cNvSpPr/>
            <p:nvPr/>
          </p:nvSpPr>
          <p:spPr>
            <a:xfrm>
              <a:off x="4753255" y="38532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63" name="ph3763"/>
            <p:cNvSpPr/>
            <p:nvPr/>
          </p:nvSpPr>
          <p:spPr>
            <a:xfrm>
              <a:off x="4765767" y="38532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64" name="ph3764"/>
            <p:cNvSpPr/>
            <p:nvPr/>
          </p:nvSpPr>
          <p:spPr>
            <a:xfrm>
              <a:off x="4778280" y="38532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65" name="ph3765"/>
            <p:cNvSpPr/>
            <p:nvPr/>
          </p:nvSpPr>
          <p:spPr>
            <a:xfrm>
              <a:off x="4790792" y="38532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66" name="ph3766"/>
            <p:cNvSpPr/>
            <p:nvPr/>
          </p:nvSpPr>
          <p:spPr>
            <a:xfrm>
              <a:off x="4803304" y="38532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67" name="ph3767"/>
            <p:cNvSpPr/>
            <p:nvPr/>
          </p:nvSpPr>
          <p:spPr>
            <a:xfrm>
              <a:off x="4815816" y="38532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68" name="ph3768"/>
            <p:cNvSpPr/>
            <p:nvPr/>
          </p:nvSpPr>
          <p:spPr>
            <a:xfrm>
              <a:off x="2826351" y="38685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69" name="ph3769"/>
            <p:cNvSpPr/>
            <p:nvPr/>
          </p:nvSpPr>
          <p:spPr>
            <a:xfrm>
              <a:off x="2838863" y="38685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70" name="ph3770"/>
            <p:cNvSpPr/>
            <p:nvPr/>
          </p:nvSpPr>
          <p:spPr>
            <a:xfrm>
              <a:off x="2851376" y="38685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71" name="ph3771"/>
            <p:cNvSpPr/>
            <p:nvPr/>
          </p:nvSpPr>
          <p:spPr>
            <a:xfrm>
              <a:off x="2863888" y="38685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72" name="ph3772"/>
            <p:cNvSpPr/>
            <p:nvPr/>
          </p:nvSpPr>
          <p:spPr>
            <a:xfrm>
              <a:off x="2876400" y="38685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73" name="ph3773"/>
            <p:cNvSpPr/>
            <p:nvPr/>
          </p:nvSpPr>
          <p:spPr>
            <a:xfrm>
              <a:off x="4678180" y="38685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74" name="ph3774"/>
            <p:cNvSpPr/>
            <p:nvPr/>
          </p:nvSpPr>
          <p:spPr>
            <a:xfrm>
              <a:off x="4690693" y="38685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75" name="ph3775"/>
            <p:cNvSpPr/>
            <p:nvPr/>
          </p:nvSpPr>
          <p:spPr>
            <a:xfrm>
              <a:off x="4703205" y="38685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76" name="ph3776"/>
            <p:cNvSpPr/>
            <p:nvPr/>
          </p:nvSpPr>
          <p:spPr>
            <a:xfrm>
              <a:off x="4715717" y="38685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77" name="ph3777"/>
            <p:cNvSpPr/>
            <p:nvPr/>
          </p:nvSpPr>
          <p:spPr>
            <a:xfrm>
              <a:off x="4728231" y="38685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78" name="ph3778"/>
            <p:cNvSpPr/>
            <p:nvPr/>
          </p:nvSpPr>
          <p:spPr>
            <a:xfrm>
              <a:off x="4740743" y="38685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79" name="ph3779"/>
            <p:cNvSpPr/>
            <p:nvPr/>
          </p:nvSpPr>
          <p:spPr>
            <a:xfrm>
              <a:off x="4753255" y="38685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80" name="ph3780"/>
            <p:cNvSpPr/>
            <p:nvPr/>
          </p:nvSpPr>
          <p:spPr>
            <a:xfrm>
              <a:off x="4765767" y="38685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81" name="ph3781"/>
            <p:cNvSpPr/>
            <p:nvPr/>
          </p:nvSpPr>
          <p:spPr>
            <a:xfrm>
              <a:off x="4778280" y="38685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82" name="ph3782"/>
            <p:cNvSpPr/>
            <p:nvPr/>
          </p:nvSpPr>
          <p:spPr>
            <a:xfrm>
              <a:off x="4790792" y="38685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83" name="ph3783"/>
            <p:cNvSpPr/>
            <p:nvPr/>
          </p:nvSpPr>
          <p:spPr>
            <a:xfrm>
              <a:off x="4803304" y="38685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84" name="ph3784"/>
            <p:cNvSpPr/>
            <p:nvPr/>
          </p:nvSpPr>
          <p:spPr>
            <a:xfrm>
              <a:off x="4815816" y="38685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85" name="ph3785"/>
            <p:cNvSpPr/>
            <p:nvPr/>
          </p:nvSpPr>
          <p:spPr>
            <a:xfrm>
              <a:off x="2826351" y="38839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86" name="ph3786"/>
            <p:cNvSpPr/>
            <p:nvPr/>
          </p:nvSpPr>
          <p:spPr>
            <a:xfrm>
              <a:off x="2838863" y="38839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87" name="ph3787"/>
            <p:cNvSpPr/>
            <p:nvPr/>
          </p:nvSpPr>
          <p:spPr>
            <a:xfrm>
              <a:off x="2851376" y="38839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88" name="ph3788"/>
            <p:cNvSpPr/>
            <p:nvPr/>
          </p:nvSpPr>
          <p:spPr>
            <a:xfrm>
              <a:off x="2863888" y="38839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89" name="ph3789"/>
            <p:cNvSpPr/>
            <p:nvPr/>
          </p:nvSpPr>
          <p:spPr>
            <a:xfrm>
              <a:off x="2876400" y="38839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90" name="ph3790"/>
            <p:cNvSpPr/>
            <p:nvPr/>
          </p:nvSpPr>
          <p:spPr>
            <a:xfrm>
              <a:off x="4678180" y="38839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91" name="ph3791"/>
            <p:cNvSpPr/>
            <p:nvPr/>
          </p:nvSpPr>
          <p:spPr>
            <a:xfrm>
              <a:off x="4690693" y="38839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92" name="ph3792"/>
            <p:cNvSpPr/>
            <p:nvPr/>
          </p:nvSpPr>
          <p:spPr>
            <a:xfrm>
              <a:off x="4703205" y="38839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93" name="ph3793"/>
            <p:cNvSpPr/>
            <p:nvPr/>
          </p:nvSpPr>
          <p:spPr>
            <a:xfrm>
              <a:off x="4715717" y="38839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94" name="ph3794"/>
            <p:cNvSpPr/>
            <p:nvPr/>
          </p:nvSpPr>
          <p:spPr>
            <a:xfrm>
              <a:off x="4728231" y="38839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95" name="ph3795"/>
            <p:cNvSpPr/>
            <p:nvPr/>
          </p:nvSpPr>
          <p:spPr>
            <a:xfrm>
              <a:off x="4740743" y="38839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96" name="ph3796"/>
            <p:cNvSpPr/>
            <p:nvPr/>
          </p:nvSpPr>
          <p:spPr>
            <a:xfrm>
              <a:off x="4753255" y="38839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97" name="ph3797"/>
            <p:cNvSpPr/>
            <p:nvPr/>
          </p:nvSpPr>
          <p:spPr>
            <a:xfrm>
              <a:off x="4765767" y="38839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98" name="ph3798"/>
            <p:cNvSpPr/>
            <p:nvPr/>
          </p:nvSpPr>
          <p:spPr>
            <a:xfrm>
              <a:off x="4778280" y="38839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99" name="ph3799"/>
            <p:cNvSpPr/>
            <p:nvPr/>
          </p:nvSpPr>
          <p:spPr>
            <a:xfrm>
              <a:off x="4790792" y="38839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00" name="ph3800"/>
            <p:cNvSpPr/>
            <p:nvPr/>
          </p:nvSpPr>
          <p:spPr>
            <a:xfrm>
              <a:off x="4803304" y="38839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01" name="ph3801"/>
            <p:cNvSpPr/>
            <p:nvPr/>
          </p:nvSpPr>
          <p:spPr>
            <a:xfrm>
              <a:off x="2813839" y="38993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02" name="ph3802"/>
            <p:cNvSpPr/>
            <p:nvPr/>
          </p:nvSpPr>
          <p:spPr>
            <a:xfrm>
              <a:off x="2826351" y="38993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03" name="ph3803"/>
            <p:cNvSpPr/>
            <p:nvPr/>
          </p:nvSpPr>
          <p:spPr>
            <a:xfrm>
              <a:off x="2838863" y="38993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04" name="ph3804"/>
            <p:cNvSpPr/>
            <p:nvPr/>
          </p:nvSpPr>
          <p:spPr>
            <a:xfrm>
              <a:off x="2851376" y="38993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05" name="ph3805"/>
            <p:cNvSpPr/>
            <p:nvPr/>
          </p:nvSpPr>
          <p:spPr>
            <a:xfrm>
              <a:off x="2863888" y="38993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06" name="ph3806"/>
            <p:cNvSpPr/>
            <p:nvPr/>
          </p:nvSpPr>
          <p:spPr>
            <a:xfrm>
              <a:off x="4690693" y="38993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07" name="ph3807"/>
            <p:cNvSpPr/>
            <p:nvPr/>
          </p:nvSpPr>
          <p:spPr>
            <a:xfrm>
              <a:off x="4703205" y="38993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08" name="ph3808"/>
            <p:cNvSpPr/>
            <p:nvPr/>
          </p:nvSpPr>
          <p:spPr>
            <a:xfrm>
              <a:off x="4715717" y="38993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09" name="ph3809"/>
            <p:cNvSpPr/>
            <p:nvPr/>
          </p:nvSpPr>
          <p:spPr>
            <a:xfrm>
              <a:off x="4728231" y="38993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10" name="ph3810"/>
            <p:cNvSpPr/>
            <p:nvPr/>
          </p:nvSpPr>
          <p:spPr>
            <a:xfrm>
              <a:off x="4740743" y="38993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11" name="ph3811"/>
            <p:cNvSpPr/>
            <p:nvPr/>
          </p:nvSpPr>
          <p:spPr>
            <a:xfrm>
              <a:off x="4753255" y="38993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12" name="ph3812"/>
            <p:cNvSpPr/>
            <p:nvPr/>
          </p:nvSpPr>
          <p:spPr>
            <a:xfrm>
              <a:off x="4765767" y="38993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13" name="ph3813"/>
            <p:cNvSpPr/>
            <p:nvPr/>
          </p:nvSpPr>
          <p:spPr>
            <a:xfrm>
              <a:off x="4778280" y="38993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14" name="ph3814"/>
            <p:cNvSpPr/>
            <p:nvPr/>
          </p:nvSpPr>
          <p:spPr>
            <a:xfrm>
              <a:off x="4790792" y="38993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15" name="ph3815"/>
            <p:cNvSpPr/>
            <p:nvPr/>
          </p:nvSpPr>
          <p:spPr>
            <a:xfrm>
              <a:off x="2813839" y="39147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16" name="ph3816"/>
            <p:cNvSpPr/>
            <p:nvPr/>
          </p:nvSpPr>
          <p:spPr>
            <a:xfrm>
              <a:off x="2826351" y="39147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17" name="ph3817"/>
            <p:cNvSpPr/>
            <p:nvPr/>
          </p:nvSpPr>
          <p:spPr>
            <a:xfrm>
              <a:off x="2838863" y="39147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18" name="ph3818"/>
            <p:cNvSpPr/>
            <p:nvPr/>
          </p:nvSpPr>
          <p:spPr>
            <a:xfrm>
              <a:off x="2851376" y="39147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19" name="ph3819"/>
            <p:cNvSpPr/>
            <p:nvPr/>
          </p:nvSpPr>
          <p:spPr>
            <a:xfrm>
              <a:off x="2863888" y="39147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20" name="ph3820"/>
            <p:cNvSpPr/>
            <p:nvPr/>
          </p:nvSpPr>
          <p:spPr>
            <a:xfrm>
              <a:off x="4703205" y="39147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21" name="ph3821"/>
            <p:cNvSpPr/>
            <p:nvPr/>
          </p:nvSpPr>
          <p:spPr>
            <a:xfrm>
              <a:off x="4715717" y="39147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22" name="ph3822"/>
            <p:cNvSpPr/>
            <p:nvPr/>
          </p:nvSpPr>
          <p:spPr>
            <a:xfrm>
              <a:off x="4728231" y="39147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23" name="ph3823"/>
            <p:cNvSpPr/>
            <p:nvPr/>
          </p:nvSpPr>
          <p:spPr>
            <a:xfrm>
              <a:off x="4740743" y="39147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24" name="ph3824"/>
            <p:cNvSpPr/>
            <p:nvPr/>
          </p:nvSpPr>
          <p:spPr>
            <a:xfrm>
              <a:off x="4753255" y="39147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25" name="ph3825"/>
            <p:cNvSpPr/>
            <p:nvPr/>
          </p:nvSpPr>
          <p:spPr>
            <a:xfrm>
              <a:off x="2813839" y="39300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26" name="ph3826"/>
            <p:cNvSpPr/>
            <p:nvPr/>
          </p:nvSpPr>
          <p:spPr>
            <a:xfrm>
              <a:off x="2826351" y="39300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27" name="ph3827"/>
            <p:cNvSpPr/>
            <p:nvPr/>
          </p:nvSpPr>
          <p:spPr>
            <a:xfrm>
              <a:off x="2838863" y="39300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28" name="ph3828"/>
            <p:cNvSpPr/>
            <p:nvPr/>
          </p:nvSpPr>
          <p:spPr>
            <a:xfrm>
              <a:off x="2851376" y="39300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29" name="ph3829"/>
            <p:cNvSpPr/>
            <p:nvPr/>
          </p:nvSpPr>
          <p:spPr>
            <a:xfrm>
              <a:off x="2863888" y="39300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30" name="ph3830"/>
            <p:cNvSpPr/>
            <p:nvPr/>
          </p:nvSpPr>
          <p:spPr>
            <a:xfrm>
              <a:off x="2813839" y="394545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31" name="ph3831"/>
            <p:cNvSpPr/>
            <p:nvPr/>
          </p:nvSpPr>
          <p:spPr>
            <a:xfrm>
              <a:off x="2826351" y="394545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32" name="ph3832"/>
            <p:cNvSpPr/>
            <p:nvPr/>
          </p:nvSpPr>
          <p:spPr>
            <a:xfrm>
              <a:off x="2838863" y="394545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33" name="ph3833"/>
            <p:cNvSpPr/>
            <p:nvPr/>
          </p:nvSpPr>
          <p:spPr>
            <a:xfrm>
              <a:off x="2851376" y="394545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34" name="ph3834"/>
            <p:cNvSpPr/>
            <p:nvPr/>
          </p:nvSpPr>
          <p:spPr>
            <a:xfrm>
              <a:off x="2801327" y="396083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35" name="ph3835"/>
            <p:cNvSpPr/>
            <p:nvPr/>
          </p:nvSpPr>
          <p:spPr>
            <a:xfrm>
              <a:off x="2813839" y="396083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36" name="ph3836"/>
            <p:cNvSpPr/>
            <p:nvPr/>
          </p:nvSpPr>
          <p:spPr>
            <a:xfrm>
              <a:off x="2826351" y="396083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37" name="ph3837"/>
            <p:cNvSpPr/>
            <p:nvPr/>
          </p:nvSpPr>
          <p:spPr>
            <a:xfrm>
              <a:off x="2838863" y="396083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38" name="ph3838"/>
            <p:cNvSpPr/>
            <p:nvPr/>
          </p:nvSpPr>
          <p:spPr>
            <a:xfrm>
              <a:off x="2851376" y="396083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39" name="ph3839"/>
            <p:cNvSpPr/>
            <p:nvPr/>
          </p:nvSpPr>
          <p:spPr>
            <a:xfrm>
              <a:off x="2801327" y="39762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40" name="ph3840"/>
            <p:cNvSpPr/>
            <p:nvPr/>
          </p:nvSpPr>
          <p:spPr>
            <a:xfrm>
              <a:off x="2813839" y="39762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41" name="ph3841"/>
            <p:cNvSpPr/>
            <p:nvPr/>
          </p:nvSpPr>
          <p:spPr>
            <a:xfrm>
              <a:off x="2826351" y="39762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42" name="ph3842"/>
            <p:cNvSpPr/>
            <p:nvPr/>
          </p:nvSpPr>
          <p:spPr>
            <a:xfrm>
              <a:off x="2838863" y="39762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43" name="ph3843"/>
            <p:cNvSpPr/>
            <p:nvPr/>
          </p:nvSpPr>
          <p:spPr>
            <a:xfrm>
              <a:off x="2851376" y="39762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44" name="ph3844"/>
            <p:cNvSpPr/>
            <p:nvPr/>
          </p:nvSpPr>
          <p:spPr>
            <a:xfrm>
              <a:off x="2801327" y="39915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45" name="ph3845"/>
            <p:cNvSpPr/>
            <p:nvPr/>
          </p:nvSpPr>
          <p:spPr>
            <a:xfrm>
              <a:off x="2813839" y="39915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46" name="ph3846"/>
            <p:cNvSpPr/>
            <p:nvPr/>
          </p:nvSpPr>
          <p:spPr>
            <a:xfrm>
              <a:off x="2826351" y="39915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47" name="ph3847"/>
            <p:cNvSpPr/>
            <p:nvPr/>
          </p:nvSpPr>
          <p:spPr>
            <a:xfrm>
              <a:off x="2838863" y="39915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48" name="ph3848"/>
            <p:cNvSpPr/>
            <p:nvPr/>
          </p:nvSpPr>
          <p:spPr>
            <a:xfrm>
              <a:off x="2851376" y="39915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49" name="ph3849"/>
            <p:cNvSpPr/>
            <p:nvPr/>
          </p:nvSpPr>
          <p:spPr>
            <a:xfrm>
              <a:off x="2801327" y="40069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50" name="ph3850"/>
            <p:cNvSpPr/>
            <p:nvPr/>
          </p:nvSpPr>
          <p:spPr>
            <a:xfrm>
              <a:off x="2813839" y="40069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51" name="ph3851"/>
            <p:cNvSpPr/>
            <p:nvPr/>
          </p:nvSpPr>
          <p:spPr>
            <a:xfrm>
              <a:off x="2826351" y="40069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52" name="ph3852"/>
            <p:cNvSpPr/>
            <p:nvPr/>
          </p:nvSpPr>
          <p:spPr>
            <a:xfrm>
              <a:off x="2838863" y="40069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53" name="ph3853"/>
            <p:cNvSpPr/>
            <p:nvPr/>
          </p:nvSpPr>
          <p:spPr>
            <a:xfrm>
              <a:off x="2801327" y="402233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54" name="ph3854"/>
            <p:cNvSpPr/>
            <p:nvPr/>
          </p:nvSpPr>
          <p:spPr>
            <a:xfrm>
              <a:off x="2813839" y="402233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55" name="ph3855"/>
            <p:cNvSpPr/>
            <p:nvPr/>
          </p:nvSpPr>
          <p:spPr>
            <a:xfrm>
              <a:off x="2826351" y="402233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56" name="ph3856"/>
            <p:cNvSpPr/>
            <p:nvPr/>
          </p:nvSpPr>
          <p:spPr>
            <a:xfrm>
              <a:off x="2838863" y="402233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57" name="ph3857"/>
            <p:cNvSpPr/>
            <p:nvPr/>
          </p:nvSpPr>
          <p:spPr>
            <a:xfrm>
              <a:off x="2801327" y="403771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58" name="ph3858"/>
            <p:cNvSpPr/>
            <p:nvPr/>
          </p:nvSpPr>
          <p:spPr>
            <a:xfrm>
              <a:off x="2813839" y="403771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59" name="ph3859"/>
            <p:cNvSpPr/>
            <p:nvPr/>
          </p:nvSpPr>
          <p:spPr>
            <a:xfrm>
              <a:off x="2826351" y="403771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60" name="ph3860"/>
            <p:cNvSpPr/>
            <p:nvPr/>
          </p:nvSpPr>
          <p:spPr>
            <a:xfrm>
              <a:off x="2838863" y="403771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61" name="ph3861"/>
            <p:cNvSpPr/>
            <p:nvPr/>
          </p:nvSpPr>
          <p:spPr>
            <a:xfrm>
              <a:off x="2801327" y="40530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62" name="ph3862"/>
            <p:cNvSpPr/>
            <p:nvPr/>
          </p:nvSpPr>
          <p:spPr>
            <a:xfrm>
              <a:off x="2813839" y="40530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63" name="ph3863"/>
            <p:cNvSpPr/>
            <p:nvPr/>
          </p:nvSpPr>
          <p:spPr>
            <a:xfrm>
              <a:off x="2826351" y="40530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64" name="ph3864"/>
            <p:cNvSpPr/>
            <p:nvPr/>
          </p:nvSpPr>
          <p:spPr>
            <a:xfrm>
              <a:off x="2838863" y="40530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65" name="ph3865"/>
            <p:cNvSpPr/>
            <p:nvPr/>
          </p:nvSpPr>
          <p:spPr>
            <a:xfrm>
              <a:off x="2801327" y="406846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66" name="ph3866"/>
            <p:cNvSpPr/>
            <p:nvPr/>
          </p:nvSpPr>
          <p:spPr>
            <a:xfrm>
              <a:off x="2813839" y="406846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67" name="ph3867"/>
            <p:cNvSpPr/>
            <p:nvPr/>
          </p:nvSpPr>
          <p:spPr>
            <a:xfrm>
              <a:off x="2826351" y="406846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68" name="ph3868"/>
            <p:cNvSpPr/>
            <p:nvPr/>
          </p:nvSpPr>
          <p:spPr>
            <a:xfrm>
              <a:off x="3554943" y="1114474"/>
              <a:ext cx="3984231" cy="3997816"/>
            </a:xfrm>
            <a:custGeom>
              <a:avLst/>
              <a:gdLst/>
              <a:ahLst/>
              <a:cxnLst/>
              <a:rect l="0" t="0" r="0" b="0"/>
              <a:pathLst>
                <a:path w="2988173" h="2998361">
                  <a:moveTo>
                    <a:pt x="2333048" y="914399"/>
                  </a:moveTo>
                  <a:lnTo>
                    <a:pt x="2352921" y="914369"/>
                  </a:lnTo>
                  <a:lnTo>
                    <a:pt x="2388435" y="914318"/>
                  </a:lnTo>
                  <a:lnTo>
                    <a:pt x="2423948" y="914266"/>
                  </a:lnTo>
                  <a:lnTo>
                    <a:pt x="2459461" y="914220"/>
                  </a:lnTo>
                  <a:lnTo>
                    <a:pt x="2494974" y="914169"/>
                  </a:lnTo>
                  <a:lnTo>
                    <a:pt x="2530491" y="914118"/>
                  </a:lnTo>
                  <a:lnTo>
                    <a:pt x="2566004" y="914067"/>
                  </a:lnTo>
                  <a:lnTo>
                    <a:pt x="2601517" y="914015"/>
                  </a:lnTo>
                  <a:lnTo>
                    <a:pt x="2609922" y="893798"/>
                  </a:lnTo>
                  <a:lnTo>
                    <a:pt x="2617753" y="884386"/>
                  </a:lnTo>
                  <a:lnTo>
                    <a:pt x="2628479" y="887504"/>
                  </a:lnTo>
                  <a:lnTo>
                    <a:pt x="2634192" y="887243"/>
                  </a:lnTo>
                  <a:lnTo>
                    <a:pt x="2640543" y="882389"/>
                  </a:lnTo>
                  <a:lnTo>
                    <a:pt x="2645694" y="879439"/>
                  </a:lnTo>
                  <a:lnTo>
                    <a:pt x="2649086" y="879874"/>
                  </a:lnTo>
                  <a:lnTo>
                    <a:pt x="2651982" y="884319"/>
                  </a:lnTo>
                  <a:lnTo>
                    <a:pt x="2654391" y="887284"/>
                  </a:lnTo>
                  <a:lnTo>
                    <a:pt x="2657204" y="886419"/>
                  </a:lnTo>
                  <a:lnTo>
                    <a:pt x="2659612" y="882225"/>
                  </a:lnTo>
                  <a:lnTo>
                    <a:pt x="2659529" y="876407"/>
                  </a:lnTo>
                  <a:lnTo>
                    <a:pt x="2662825" y="872357"/>
                  </a:lnTo>
                  <a:lnTo>
                    <a:pt x="2666738" y="871737"/>
                  </a:lnTo>
                  <a:lnTo>
                    <a:pt x="2670355" y="871865"/>
                  </a:lnTo>
                  <a:lnTo>
                    <a:pt x="2672160" y="869888"/>
                  </a:lnTo>
                  <a:lnTo>
                    <a:pt x="2671960" y="867052"/>
                  </a:lnTo>
                  <a:lnTo>
                    <a:pt x="2670656" y="862484"/>
                  </a:lnTo>
                  <a:lnTo>
                    <a:pt x="2671097" y="856984"/>
                  </a:lnTo>
                  <a:lnTo>
                    <a:pt x="2680132" y="847269"/>
                  </a:lnTo>
                  <a:lnTo>
                    <a:pt x="2691208" y="840679"/>
                  </a:lnTo>
                  <a:lnTo>
                    <a:pt x="2695092" y="837386"/>
                  </a:lnTo>
                  <a:lnTo>
                    <a:pt x="2696221" y="830708"/>
                  </a:lnTo>
                  <a:lnTo>
                    <a:pt x="2702572" y="823770"/>
                  </a:lnTo>
                  <a:lnTo>
                    <a:pt x="2705748" y="819780"/>
                  </a:lnTo>
                  <a:lnTo>
                    <a:pt x="2706523" y="816313"/>
                  </a:lnTo>
                  <a:lnTo>
                    <a:pt x="2704877" y="812048"/>
                  </a:lnTo>
                  <a:lnTo>
                    <a:pt x="2705043" y="803916"/>
                  </a:lnTo>
                  <a:lnTo>
                    <a:pt x="2707227" y="794201"/>
                  </a:lnTo>
                  <a:lnTo>
                    <a:pt x="2709840" y="783622"/>
                  </a:lnTo>
                  <a:lnTo>
                    <a:pt x="2715695" y="774081"/>
                  </a:lnTo>
                  <a:lnTo>
                    <a:pt x="2725296" y="763676"/>
                  </a:lnTo>
                  <a:lnTo>
                    <a:pt x="2727767" y="750003"/>
                  </a:lnTo>
                  <a:lnTo>
                    <a:pt x="2730372" y="735582"/>
                  </a:lnTo>
                  <a:lnTo>
                    <a:pt x="2741978" y="721530"/>
                  </a:lnTo>
                  <a:lnTo>
                    <a:pt x="2755138" y="705594"/>
                  </a:lnTo>
                  <a:lnTo>
                    <a:pt x="2759911" y="699813"/>
                  </a:lnTo>
                  <a:lnTo>
                    <a:pt x="2918285" y="699813"/>
                  </a:lnTo>
                  <a:lnTo>
                    <a:pt x="2918547" y="711796"/>
                  </a:lnTo>
                  <a:lnTo>
                    <a:pt x="2918759" y="728142"/>
                  </a:lnTo>
                  <a:lnTo>
                    <a:pt x="2918984" y="745368"/>
                  </a:lnTo>
                  <a:lnTo>
                    <a:pt x="2919147" y="757664"/>
                  </a:lnTo>
                  <a:lnTo>
                    <a:pt x="2919426" y="774547"/>
                  </a:lnTo>
                  <a:lnTo>
                    <a:pt x="2919647" y="787979"/>
                  </a:lnTo>
                  <a:lnTo>
                    <a:pt x="2919943" y="805513"/>
                  </a:lnTo>
                  <a:lnTo>
                    <a:pt x="2920097" y="814885"/>
                  </a:lnTo>
                  <a:lnTo>
                    <a:pt x="2921601" y="817589"/>
                  </a:lnTo>
                  <a:lnTo>
                    <a:pt x="2920697" y="821281"/>
                  </a:lnTo>
                  <a:lnTo>
                    <a:pt x="2920301" y="823129"/>
                  </a:lnTo>
                  <a:lnTo>
                    <a:pt x="2920397" y="824599"/>
                  </a:lnTo>
                  <a:lnTo>
                    <a:pt x="2920997" y="826448"/>
                  </a:lnTo>
                  <a:lnTo>
                    <a:pt x="2920897" y="829034"/>
                  </a:lnTo>
                  <a:lnTo>
                    <a:pt x="2919497" y="831374"/>
                  </a:lnTo>
                  <a:lnTo>
                    <a:pt x="2918797" y="834078"/>
                  </a:lnTo>
                  <a:lnTo>
                    <a:pt x="2918597" y="838508"/>
                  </a:lnTo>
                  <a:lnTo>
                    <a:pt x="2920097" y="841216"/>
                  </a:lnTo>
                  <a:lnTo>
                    <a:pt x="2922602" y="842814"/>
                  </a:lnTo>
                  <a:lnTo>
                    <a:pt x="2924706" y="842814"/>
                  </a:lnTo>
                  <a:lnTo>
                    <a:pt x="2927411" y="844417"/>
                  </a:lnTo>
                  <a:lnTo>
                    <a:pt x="2930915" y="847249"/>
                  </a:lnTo>
                  <a:lnTo>
                    <a:pt x="2936220" y="849707"/>
                  </a:lnTo>
                  <a:lnTo>
                    <a:pt x="2941729" y="850567"/>
                  </a:lnTo>
                  <a:lnTo>
                    <a:pt x="2945534" y="849953"/>
                  </a:lnTo>
                  <a:lnTo>
                    <a:pt x="2950139" y="851556"/>
                  </a:lnTo>
                  <a:lnTo>
                    <a:pt x="2951743" y="855494"/>
                  </a:lnTo>
                  <a:lnTo>
                    <a:pt x="2950843" y="859181"/>
                  </a:lnTo>
                  <a:lnTo>
                    <a:pt x="2948238" y="860906"/>
                  </a:lnTo>
                  <a:lnTo>
                    <a:pt x="2945434" y="862263"/>
                  </a:lnTo>
                  <a:lnTo>
                    <a:pt x="2944934" y="865090"/>
                  </a:lnTo>
                  <a:lnTo>
                    <a:pt x="2946334" y="868045"/>
                  </a:lnTo>
                  <a:lnTo>
                    <a:pt x="2948338" y="870631"/>
                  </a:lnTo>
                  <a:lnTo>
                    <a:pt x="2950543" y="875173"/>
                  </a:lnTo>
                  <a:lnTo>
                    <a:pt x="2949639" y="879111"/>
                  </a:lnTo>
                  <a:lnTo>
                    <a:pt x="2947638" y="882435"/>
                  </a:lnTo>
                  <a:lnTo>
                    <a:pt x="2946734" y="885876"/>
                  </a:lnTo>
                  <a:lnTo>
                    <a:pt x="2948438" y="888836"/>
                  </a:lnTo>
                  <a:lnTo>
                    <a:pt x="2952943" y="892769"/>
                  </a:lnTo>
                  <a:lnTo>
                    <a:pt x="2955748" y="896584"/>
                  </a:lnTo>
                  <a:lnTo>
                    <a:pt x="2960157" y="898678"/>
                  </a:lnTo>
                  <a:lnTo>
                    <a:pt x="2962257" y="897198"/>
                  </a:lnTo>
                  <a:lnTo>
                    <a:pt x="2963961" y="895227"/>
                  </a:lnTo>
                  <a:lnTo>
                    <a:pt x="2965762" y="893752"/>
                  </a:lnTo>
                  <a:lnTo>
                    <a:pt x="2968866" y="894617"/>
                  </a:lnTo>
                  <a:lnTo>
                    <a:pt x="2972471" y="895724"/>
                  </a:lnTo>
                  <a:lnTo>
                    <a:pt x="2976409" y="897040"/>
                  </a:lnTo>
                  <a:lnTo>
                    <a:pt x="2975938" y="900230"/>
                  </a:lnTo>
                  <a:lnTo>
                    <a:pt x="2978338" y="905607"/>
                  </a:lnTo>
                  <a:lnTo>
                    <a:pt x="2980197" y="915946"/>
                  </a:lnTo>
                  <a:lnTo>
                    <a:pt x="2977342" y="920642"/>
                  </a:lnTo>
                  <a:lnTo>
                    <a:pt x="2977955" y="926864"/>
                  </a:lnTo>
                  <a:lnTo>
                    <a:pt x="2985868" y="928677"/>
                  </a:lnTo>
                  <a:lnTo>
                    <a:pt x="2987794" y="930582"/>
                  </a:lnTo>
                  <a:lnTo>
                    <a:pt x="2988173" y="932881"/>
                  </a:lnTo>
                  <a:lnTo>
                    <a:pt x="2970741" y="948833"/>
                  </a:lnTo>
                  <a:lnTo>
                    <a:pt x="2955994" y="946600"/>
                  </a:lnTo>
                  <a:lnTo>
                    <a:pt x="2947992" y="950830"/>
                  </a:lnTo>
                  <a:lnTo>
                    <a:pt x="2939612" y="952064"/>
                  </a:lnTo>
                  <a:lnTo>
                    <a:pt x="2935937" y="959192"/>
                  </a:lnTo>
                  <a:lnTo>
                    <a:pt x="2931336" y="960703"/>
                  </a:lnTo>
                  <a:lnTo>
                    <a:pt x="2925035" y="960273"/>
                  </a:lnTo>
                  <a:lnTo>
                    <a:pt x="2919601" y="958260"/>
                  </a:lnTo>
                  <a:lnTo>
                    <a:pt x="2915455" y="959248"/>
                  </a:lnTo>
                  <a:lnTo>
                    <a:pt x="2909654" y="972112"/>
                  </a:lnTo>
                  <a:lnTo>
                    <a:pt x="2904903" y="970991"/>
                  </a:lnTo>
                  <a:lnTo>
                    <a:pt x="2903011" y="975620"/>
                  </a:lnTo>
                  <a:lnTo>
                    <a:pt x="2900528" y="977643"/>
                  </a:lnTo>
                  <a:lnTo>
                    <a:pt x="2896886" y="979379"/>
                  </a:lnTo>
                  <a:lnTo>
                    <a:pt x="2893723" y="973664"/>
                  </a:lnTo>
                  <a:lnTo>
                    <a:pt x="2891710" y="968231"/>
                  </a:lnTo>
                  <a:lnTo>
                    <a:pt x="2888743" y="967037"/>
                  </a:lnTo>
                  <a:lnTo>
                    <a:pt x="2884801" y="965650"/>
                  </a:lnTo>
                  <a:lnTo>
                    <a:pt x="2880746" y="965696"/>
                  </a:lnTo>
                  <a:lnTo>
                    <a:pt x="2878041" y="966474"/>
                  </a:lnTo>
                  <a:lnTo>
                    <a:pt x="2874687" y="969987"/>
                  </a:lnTo>
                  <a:lnTo>
                    <a:pt x="2869824" y="973003"/>
                  </a:lnTo>
                  <a:lnTo>
                    <a:pt x="2866144" y="970489"/>
                  </a:lnTo>
                  <a:lnTo>
                    <a:pt x="2863265" y="966448"/>
                  </a:lnTo>
                  <a:lnTo>
                    <a:pt x="2860802" y="972947"/>
                  </a:lnTo>
                  <a:lnTo>
                    <a:pt x="2857218" y="979809"/>
                  </a:lnTo>
                  <a:lnTo>
                    <a:pt x="2857814" y="987813"/>
                  </a:lnTo>
                  <a:lnTo>
                    <a:pt x="2856272" y="992560"/>
                  </a:lnTo>
                  <a:lnTo>
                    <a:pt x="2852871" y="991280"/>
                  </a:lnTo>
                  <a:lnTo>
                    <a:pt x="2849488" y="987117"/>
                  </a:lnTo>
                  <a:lnTo>
                    <a:pt x="2839991" y="983788"/>
                  </a:lnTo>
                  <a:lnTo>
                    <a:pt x="2832427" y="984095"/>
                  </a:lnTo>
                  <a:lnTo>
                    <a:pt x="2833965" y="979650"/>
                  </a:lnTo>
                  <a:lnTo>
                    <a:pt x="2841116" y="973270"/>
                  </a:lnTo>
                  <a:lnTo>
                    <a:pt x="2838915" y="972020"/>
                  </a:lnTo>
                  <a:lnTo>
                    <a:pt x="2835407" y="972906"/>
                  </a:lnTo>
                  <a:lnTo>
                    <a:pt x="2833877" y="972020"/>
                  </a:lnTo>
                  <a:lnTo>
                    <a:pt x="2836386" y="966223"/>
                  </a:lnTo>
                  <a:lnTo>
                    <a:pt x="2836628" y="959827"/>
                  </a:lnTo>
                  <a:lnTo>
                    <a:pt x="2833427" y="962065"/>
                  </a:lnTo>
                  <a:lnTo>
                    <a:pt x="2829402" y="968814"/>
                  </a:lnTo>
                  <a:lnTo>
                    <a:pt x="2819663" y="974186"/>
                  </a:lnTo>
                  <a:lnTo>
                    <a:pt x="2820117" y="983179"/>
                  </a:lnTo>
                  <a:lnTo>
                    <a:pt x="2810949" y="1001609"/>
                  </a:lnTo>
                  <a:lnTo>
                    <a:pt x="2810541" y="1009454"/>
                  </a:lnTo>
                  <a:lnTo>
                    <a:pt x="2804661" y="1015717"/>
                  </a:lnTo>
                  <a:lnTo>
                    <a:pt x="2797081" y="1021104"/>
                  </a:lnTo>
                  <a:lnTo>
                    <a:pt x="2786971" y="1019588"/>
                  </a:lnTo>
                  <a:lnTo>
                    <a:pt x="2779253" y="1024269"/>
                  </a:lnTo>
                  <a:lnTo>
                    <a:pt x="2775336" y="1029641"/>
                  </a:lnTo>
                  <a:lnTo>
                    <a:pt x="2771932" y="1030450"/>
                  </a:lnTo>
                  <a:lnTo>
                    <a:pt x="2770156" y="1023608"/>
                  </a:lnTo>
                  <a:lnTo>
                    <a:pt x="2768864" y="1021493"/>
                  </a:lnTo>
                  <a:lnTo>
                    <a:pt x="2766022" y="1031581"/>
                  </a:lnTo>
                  <a:lnTo>
                    <a:pt x="2763126" y="1032206"/>
                  </a:lnTo>
                  <a:lnTo>
                    <a:pt x="2762030" y="1025052"/>
                  </a:lnTo>
                  <a:lnTo>
                    <a:pt x="2760655" y="1020326"/>
                  </a:lnTo>
                  <a:lnTo>
                    <a:pt x="2756709" y="1024402"/>
                  </a:lnTo>
                  <a:lnTo>
                    <a:pt x="2754087" y="1035207"/>
                  </a:lnTo>
                  <a:lnTo>
                    <a:pt x="2751341" y="1034296"/>
                  </a:lnTo>
                  <a:lnTo>
                    <a:pt x="2750466" y="1030276"/>
                  </a:lnTo>
                  <a:lnTo>
                    <a:pt x="2748499" y="1029057"/>
                  </a:lnTo>
                  <a:lnTo>
                    <a:pt x="2747824" y="1033650"/>
                  </a:lnTo>
                  <a:lnTo>
                    <a:pt x="2748816" y="1040113"/>
                  </a:lnTo>
                  <a:lnTo>
                    <a:pt x="2747387" y="1043564"/>
                  </a:lnTo>
                  <a:lnTo>
                    <a:pt x="2744657" y="1041721"/>
                  </a:lnTo>
                  <a:lnTo>
                    <a:pt x="2741911" y="1038612"/>
                  </a:lnTo>
                  <a:lnTo>
                    <a:pt x="2737381" y="1040973"/>
                  </a:lnTo>
                  <a:lnTo>
                    <a:pt x="2733222" y="1041931"/>
                  </a:lnTo>
                  <a:lnTo>
                    <a:pt x="2733206" y="1038766"/>
                  </a:lnTo>
                  <a:lnTo>
                    <a:pt x="2733997" y="1034884"/>
                  </a:lnTo>
                  <a:lnTo>
                    <a:pt x="2725709" y="1037030"/>
                  </a:lnTo>
                  <a:lnTo>
                    <a:pt x="2715770" y="1044189"/>
                  </a:lnTo>
                  <a:lnTo>
                    <a:pt x="2708052" y="1054093"/>
                  </a:lnTo>
                  <a:lnTo>
                    <a:pt x="2710728" y="1055742"/>
                  </a:lnTo>
                  <a:lnTo>
                    <a:pt x="2713740" y="1058896"/>
                  </a:lnTo>
                  <a:lnTo>
                    <a:pt x="2700334" y="1074198"/>
                  </a:lnTo>
                  <a:lnTo>
                    <a:pt x="2686591" y="1087978"/>
                  </a:lnTo>
                  <a:lnTo>
                    <a:pt x="2676210" y="1110464"/>
                  </a:lnTo>
                  <a:lnTo>
                    <a:pt x="2672043" y="1113096"/>
                  </a:lnTo>
                  <a:lnTo>
                    <a:pt x="2668464" y="1117218"/>
                  </a:lnTo>
                  <a:lnTo>
                    <a:pt x="2664663" y="1130794"/>
                  </a:lnTo>
                  <a:lnTo>
                    <a:pt x="2660275" y="1142879"/>
                  </a:lnTo>
                  <a:lnTo>
                    <a:pt x="2662729" y="1148261"/>
                  </a:lnTo>
                  <a:lnTo>
                    <a:pt x="2664346" y="1153797"/>
                  </a:lnTo>
                  <a:lnTo>
                    <a:pt x="2668243" y="1159246"/>
                  </a:lnTo>
                  <a:lnTo>
                    <a:pt x="2671556" y="1159737"/>
                  </a:lnTo>
                  <a:lnTo>
                    <a:pt x="2675144" y="1158754"/>
                  </a:lnTo>
                  <a:lnTo>
                    <a:pt x="2677777" y="1158985"/>
                  </a:lnTo>
                  <a:lnTo>
                    <a:pt x="2679469" y="1161299"/>
                  </a:lnTo>
                  <a:lnTo>
                    <a:pt x="2678719" y="1164075"/>
                  </a:lnTo>
                  <a:lnTo>
                    <a:pt x="2674581" y="1164766"/>
                  </a:lnTo>
                  <a:lnTo>
                    <a:pt x="2666863" y="1169621"/>
                  </a:lnTo>
                  <a:lnTo>
                    <a:pt x="2660096" y="1171485"/>
                  </a:lnTo>
                  <a:lnTo>
                    <a:pt x="2656704" y="1177353"/>
                  </a:lnTo>
                  <a:lnTo>
                    <a:pt x="2651620" y="1184134"/>
                  </a:lnTo>
                  <a:lnTo>
                    <a:pt x="2641743" y="1194713"/>
                  </a:lnTo>
                  <a:lnTo>
                    <a:pt x="2645965" y="1197975"/>
                  </a:lnTo>
                  <a:lnTo>
                    <a:pt x="2661221" y="1201652"/>
                  </a:lnTo>
                  <a:lnTo>
                    <a:pt x="2668022" y="1205437"/>
                  </a:lnTo>
                  <a:lnTo>
                    <a:pt x="2678315" y="1225198"/>
                  </a:lnTo>
                  <a:lnTo>
                    <a:pt x="2675965" y="1227175"/>
                  </a:lnTo>
                  <a:lnTo>
                    <a:pt x="2675031" y="1230795"/>
                  </a:lnTo>
                  <a:lnTo>
                    <a:pt x="2684182" y="1235875"/>
                  </a:lnTo>
                  <a:lnTo>
                    <a:pt x="2687104" y="1250065"/>
                  </a:lnTo>
                  <a:lnTo>
                    <a:pt x="2694617" y="1254894"/>
                  </a:lnTo>
                  <a:lnTo>
                    <a:pt x="2705814" y="1257864"/>
                  </a:lnTo>
                  <a:lnTo>
                    <a:pt x="2719508" y="1253573"/>
                  </a:lnTo>
                  <a:lnTo>
                    <a:pt x="2730909" y="1247669"/>
                  </a:lnTo>
                  <a:lnTo>
                    <a:pt x="2730509" y="1242829"/>
                  </a:lnTo>
                  <a:lnTo>
                    <a:pt x="2723346" y="1231569"/>
                  </a:lnTo>
                  <a:lnTo>
                    <a:pt x="2721621" y="1226279"/>
                  </a:lnTo>
                  <a:lnTo>
                    <a:pt x="2716303" y="1222853"/>
                  </a:lnTo>
                  <a:lnTo>
                    <a:pt x="2714282" y="1225756"/>
                  </a:lnTo>
                  <a:lnTo>
                    <a:pt x="2710844" y="1221987"/>
                  </a:lnTo>
                  <a:lnTo>
                    <a:pt x="2710457" y="1219872"/>
                  </a:lnTo>
                  <a:lnTo>
                    <a:pt x="2713661" y="1218843"/>
                  </a:lnTo>
                  <a:lnTo>
                    <a:pt x="2717387" y="1219253"/>
                  </a:lnTo>
                  <a:lnTo>
                    <a:pt x="2721733" y="1221224"/>
                  </a:lnTo>
                  <a:lnTo>
                    <a:pt x="2732918" y="1233499"/>
                  </a:lnTo>
                  <a:lnTo>
                    <a:pt x="2736014" y="1249589"/>
                  </a:lnTo>
                  <a:lnTo>
                    <a:pt x="2736677" y="1259805"/>
                  </a:lnTo>
                  <a:lnTo>
                    <a:pt x="2735414" y="1263298"/>
                  </a:lnTo>
                  <a:lnTo>
                    <a:pt x="2732160" y="1262581"/>
                  </a:lnTo>
                  <a:lnTo>
                    <a:pt x="2725950" y="1263277"/>
                  </a:lnTo>
                  <a:lnTo>
                    <a:pt x="2696492" y="1268567"/>
                  </a:lnTo>
                  <a:lnTo>
                    <a:pt x="2689950" y="1273227"/>
                  </a:lnTo>
                  <a:lnTo>
                    <a:pt x="2674948" y="1278287"/>
                  </a:lnTo>
                  <a:lnTo>
                    <a:pt x="2674014" y="1275762"/>
                  </a:lnTo>
                  <a:lnTo>
                    <a:pt x="2675098" y="1270539"/>
                  </a:lnTo>
                  <a:lnTo>
                    <a:pt x="2674152" y="1259841"/>
                  </a:lnTo>
                  <a:lnTo>
                    <a:pt x="2671193" y="1259344"/>
                  </a:lnTo>
                  <a:lnTo>
                    <a:pt x="2647886" y="1276786"/>
                  </a:lnTo>
                  <a:lnTo>
                    <a:pt x="2638876" y="1277882"/>
                  </a:lnTo>
                  <a:lnTo>
                    <a:pt x="2631300" y="1282988"/>
                  </a:lnTo>
                  <a:lnTo>
                    <a:pt x="2629604" y="1280156"/>
                  </a:lnTo>
                  <a:lnTo>
                    <a:pt x="2628250" y="1267077"/>
                  </a:lnTo>
                  <a:lnTo>
                    <a:pt x="2632992" y="1256108"/>
                  </a:lnTo>
                  <a:lnTo>
                    <a:pt x="2630467" y="1256282"/>
                  </a:lnTo>
                  <a:lnTo>
                    <a:pt x="2622549" y="1262868"/>
                  </a:lnTo>
                  <a:lnTo>
                    <a:pt x="2619165" y="1258817"/>
                  </a:lnTo>
                  <a:lnTo>
                    <a:pt x="2617469" y="1254372"/>
                  </a:lnTo>
                  <a:lnTo>
                    <a:pt x="2615031" y="1251858"/>
                  </a:lnTo>
                  <a:lnTo>
                    <a:pt x="2612389" y="1250905"/>
                  </a:lnTo>
                  <a:lnTo>
                    <a:pt x="2614648" y="1260614"/>
                  </a:lnTo>
                  <a:lnTo>
                    <a:pt x="2609281" y="1267896"/>
                  </a:lnTo>
                  <a:lnTo>
                    <a:pt x="2607810" y="1286731"/>
                  </a:lnTo>
                  <a:lnTo>
                    <a:pt x="2601063" y="1294571"/>
                  </a:lnTo>
                  <a:lnTo>
                    <a:pt x="2580031" y="1299610"/>
                  </a:lnTo>
                  <a:lnTo>
                    <a:pt x="2566321" y="1298545"/>
                  </a:lnTo>
                  <a:lnTo>
                    <a:pt x="2554036" y="1300112"/>
                  </a:lnTo>
                  <a:lnTo>
                    <a:pt x="2537700" y="1303727"/>
                  </a:lnTo>
                  <a:lnTo>
                    <a:pt x="2528674" y="1301577"/>
                  </a:lnTo>
                  <a:lnTo>
                    <a:pt x="2519427" y="1305392"/>
                  </a:lnTo>
                  <a:lnTo>
                    <a:pt x="2488039" y="1306431"/>
                  </a:lnTo>
                  <a:lnTo>
                    <a:pt x="2481422" y="1304408"/>
                  </a:lnTo>
                  <a:lnTo>
                    <a:pt x="2472971" y="1311614"/>
                  </a:lnTo>
                  <a:lnTo>
                    <a:pt x="2459440" y="1315874"/>
                  </a:lnTo>
                  <a:lnTo>
                    <a:pt x="2425239" y="1332020"/>
                  </a:lnTo>
                  <a:lnTo>
                    <a:pt x="2417697" y="1337894"/>
                  </a:lnTo>
                  <a:lnTo>
                    <a:pt x="2408512" y="1347066"/>
                  </a:lnTo>
                  <a:lnTo>
                    <a:pt x="2402345" y="1351997"/>
                  </a:lnTo>
                  <a:lnTo>
                    <a:pt x="2397273" y="1353600"/>
                  </a:lnTo>
                  <a:lnTo>
                    <a:pt x="2394156" y="1357707"/>
                  </a:lnTo>
                  <a:lnTo>
                    <a:pt x="2390752" y="1360390"/>
                  </a:lnTo>
                  <a:lnTo>
                    <a:pt x="2394039" y="1351224"/>
                  </a:lnTo>
                  <a:lnTo>
                    <a:pt x="2397611" y="1343496"/>
                  </a:lnTo>
                  <a:lnTo>
                    <a:pt x="2400578" y="1328528"/>
                  </a:lnTo>
                  <a:lnTo>
                    <a:pt x="2399703" y="1316422"/>
                  </a:lnTo>
                  <a:lnTo>
                    <a:pt x="2396023" y="1311445"/>
                  </a:lnTo>
                  <a:lnTo>
                    <a:pt x="2392218" y="1308126"/>
                  </a:lnTo>
                  <a:lnTo>
                    <a:pt x="2396677" y="1320073"/>
                  </a:lnTo>
                  <a:lnTo>
                    <a:pt x="2397398" y="1334724"/>
                  </a:lnTo>
                  <a:lnTo>
                    <a:pt x="2395865" y="1343307"/>
                  </a:lnTo>
                  <a:lnTo>
                    <a:pt x="2387476" y="1359863"/>
                  </a:lnTo>
                  <a:lnTo>
                    <a:pt x="2383905" y="1363719"/>
                  </a:lnTo>
                  <a:lnTo>
                    <a:pt x="2379729" y="1367109"/>
                  </a:lnTo>
                  <a:lnTo>
                    <a:pt x="2376583" y="1368584"/>
                  </a:lnTo>
                  <a:lnTo>
                    <a:pt x="2373678" y="1371231"/>
                  </a:lnTo>
                  <a:lnTo>
                    <a:pt x="2370303" y="1375425"/>
                  </a:lnTo>
                  <a:lnTo>
                    <a:pt x="2367103" y="1383752"/>
                  </a:lnTo>
                  <a:lnTo>
                    <a:pt x="2369040" y="1391341"/>
                  </a:lnTo>
                  <a:lnTo>
                    <a:pt x="2385397" y="1394112"/>
                  </a:lnTo>
                  <a:lnTo>
                    <a:pt x="2389785" y="1391771"/>
                  </a:lnTo>
                  <a:lnTo>
                    <a:pt x="2392018" y="1397205"/>
                  </a:lnTo>
                  <a:lnTo>
                    <a:pt x="2393269" y="1404753"/>
                  </a:lnTo>
                  <a:lnTo>
                    <a:pt x="2392043" y="1412916"/>
                  </a:lnTo>
                  <a:lnTo>
                    <a:pt x="2389310" y="1421222"/>
                  </a:lnTo>
                  <a:lnTo>
                    <a:pt x="2387234" y="1431535"/>
                  </a:lnTo>
                  <a:lnTo>
                    <a:pt x="2385476" y="1447262"/>
                  </a:lnTo>
                  <a:lnTo>
                    <a:pt x="2382830" y="1461411"/>
                  </a:lnTo>
                  <a:lnTo>
                    <a:pt x="2382484" y="1457114"/>
                  </a:lnTo>
                  <a:lnTo>
                    <a:pt x="2384138" y="1439913"/>
                  </a:lnTo>
                  <a:lnTo>
                    <a:pt x="2381459" y="1441710"/>
                  </a:lnTo>
                  <a:lnTo>
                    <a:pt x="2379613" y="1445679"/>
                  </a:lnTo>
                  <a:lnTo>
                    <a:pt x="2374620" y="1467863"/>
                  </a:lnTo>
                  <a:lnTo>
                    <a:pt x="2367757" y="1479687"/>
                  </a:lnTo>
                  <a:lnTo>
                    <a:pt x="2361435" y="1487865"/>
                  </a:lnTo>
                  <a:lnTo>
                    <a:pt x="2354913" y="1486513"/>
                  </a:lnTo>
                  <a:lnTo>
                    <a:pt x="2356380" y="1493012"/>
                  </a:lnTo>
                  <a:lnTo>
                    <a:pt x="2354588" y="1496397"/>
                  </a:lnTo>
                  <a:lnTo>
                    <a:pt x="2353055" y="1503458"/>
                  </a:lnTo>
                  <a:lnTo>
                    <a:pt x="2349167" y="1508139"/>
                  </a:lnTo>
                  <a:lnTo>
                    <a:pt x="2345512" y="1507688"/>
                  </a:lnTo>
                  <a:lnTo>
                    <a:pt x="2340261" y="1510915"/>
                  </a:lnTo>
                  <a:lnTo>
                    <a:pt x="2338190" y="1513383"/>
                  </a:lnTo>
                  <a:lnTo>
                    <a:pt x="2338036" y="1518109"/>
                  </a:lnTo>
                  <a:lnTo>
                    <a:pt x="2334523" y="1522268"/>
                  </a:lnTo>
                  <a:lnTo>
                    <a:pt x="2321847" y="1543868"/>
                  </a:lnTo>
                  <a:lnTo>
                    <a:pt x="2310841" y="1550243"/>
                  </a:lnTo>
                  <a:lnTo>
                    <a:pt x="2308207" y="1549316"/>
                  </a:lnTo>
                  <a:lnTo>
                    <a:pt x="2311108" y="1539121"/>
                  </a:lnTo>
                  <a:lnTo>
                    <a:pt x="2313095" y="1528812"/>
                  </a:lnTo>
                  <a:lnTo>
                    <a:pt x="2306415" y="1524326"/>
                  </a:lnTo>
                  <a:lnTo>
                    <a:pt x="2300023" y="1521955"/>
                  </a:lnTo>
                  <a:lnTo>
                    <a:pt x="2292688" y="1522268"/>
                  </a:lnTo>
                  <a:lnTo>
                    <a:pt x="2284587" y="1514253"/>
                  </a:lnTo>
                  <a:lnTo>
                    <a:pt x="2274144" y="1508426"/>
                  </a:lnTo>
                  <a:lnTo>
                    <a:pt x="2259567" y="1492658"/>
                  </a:lnTo>
                  <a:lnTo>
                    <a:pt x="2259992" y="1488285"/>
                  </a:lnTo>
                  <a:lnTo>
                    <a:pt x="2259626" y="1480947"/>
                  </a:lnTo>
                  <a:lnTo>
                    <a:pt x="2264055" y="1469353"/>
                  </a:lnTo>
                  <a:lnTo>
                    <a:pt x="2268302" y="1461247"/>
                  </a:lnTo>
                  <a:lnTo>
                    <a:pt x="2274165" y="1457048"/>
                  </a:lnTo>
                  <a:lnTo>
                    <a:pt x="2291180" y="1452772"/>
                  </a:lnTo>
                  <a:lnTo>
                    <a:pt x="2295447" y="1446340"/>
                  </a:lnTo>
                  <a:lnTo>
                    <a:pt x="2297977" y="1440922"/>
                  </a:lnTo>
                  <a:lnTo>
                    <a:pt x="2289546" y="1450227"/>
                  </a:lnTo>
                  <a:lnTo>
                    <a:pt x="2276920" y="1453381"/>
                  </a:lnTo>
                  <a:lnTo>
                    <a:pt x="2270115" y="1456853"/>
                  </a:lnTo>
                  <a:lnTo>
                    <a:pt x="2264672" y="1462163"/>
                  </a:lnTo>
                  <a:lnTo>
                    <a:pt x="2261451" y="1468831"/>
                  </a:lnTo>
                  <a:lnTo>
                    <a:pt x="2254158" y="1476866"/>
                  </a:lnTo>
                  <a:lnTo>
                    <a:pt x="2254671" y="1482248"/>
                  </a:lnTo>
                  <a:lnTo>
                    <a:pt x="2255892" y="1486073"/>
                  </a:lnTo>
                  <a:lnTo>
                    <a:pt x="2255329" y="1494046"/>
                  </a:lnTo>
                  <a:lnTo>
                    <a:pt x="2259942" y="1501820"/>
                  </a:lnTo>
                  <a:lnTo>
                    <a:pt x="2269089" y="1514555"/>
                  </a:lnTo>
                  <a:lnTo>
                    <a:pt x="2270836" y="1534338"/>
                  </a:lnTo>
                  <a:lnTo>
                    <a:pt x="2277816" y="1547575"/>
                  </a:lnTo>
                  <a:lnTo>
                    <a:pt x="2288513" y="1563010"/>
                  </a:lnTo>
                  <a:lnTo>
                    <a:pt x="2296739" y="1567398"/>
                  </a:lnTo>
                  <a:lnTo>
                    <a:pt x="2297139" y="1573139"/>
                  </a:lnTo>
                  <a:lnTo>
                    <a:pt x="2293343" y="1582618"/>
                  </a:lnTo>
                  <a:lnTo>
                    <a:pt x="2288338" y="1586950"/>
                  </a:lnTo>
                  <a:lnTo>
                    <a:pt x="2294847" y="1586084"/>
                  </a:lnTo>
                  <a:lnTo>
                    <a:pt x="2298089" y="1588251"/>
                  </a:lnTo>
                  <a:lnTo>
                    <a:pt x="2301244" y="1596157"/>
                  </a:lnTo>
                  <a:lnTo>
                    <a:pt x="2300998" y="1604228"/>
                  </a:lnTo>
                  <a:lnTo>
                    <a:pt x="2299931" y="1608775"/>
                  </a:lnTo>
                  <a:lnTo>
                    <a:pt x="2297960" y="1610588"/>
                  </a:lnTo>
                  <a:lnTo>
                    <a:pt x="2298043" y="1605943"/>
                  </a:lnTo>
                  <a:lnTo>
                    <a:pt x="2296647" y="1604330"/>
                  </a:lnTo>
                  <a:lnTo>
                    <a:pt x="2294343" y="1606343"/>
                  </a:lnTo>
                  <a:lnTo>
                    <a:pt x="2292851" y="1608637"/>
                  </a:lnTo>
                  <a:lnTo>
                    <a:pt x="2292230" y="1617675"/>
                  </a:lnTo>
                  <a:lnTo>
                    <a:pt x="2290651" y="1622192"/>
                  </a:lnTo>
                  <a:lnTo>
                    <a:pt x="2285067" y="1623534"/>
                  </a:lnTo>
                  <a:lnTo>
                    <a:pt x="2279403" y="1635394"/>
                  </a:lnTo>
                  <a:lnTo>
                    <a:pt x="2274136" y="1642123"/>
                  </a:lnTo>
                  <a:lnTo>
                    <a:pt x="2253408" y="1687622"/>
                  </a:lnTo>
                  <a:lnTo>
                    <a:pt x="2254200" y="1695227"/>
                  </a:lnTo>
                  <a:lnTo>
                    <a:pt x="2250408" y="1697674"/>
                  </a:lnTo>
                  <a:lnTo>
                    <a:pt x="2244665" y="1699666"/>
                  </a:lnTo>
                  <a:lnTo>
                    <a:pt x="2238856" y="1704214"/>
                  </a:lnTo>
                  <a:lnTo>
                    <a:pt x="2235002" y="1709227"/>
                  </a:lnTo>
                  <a:lnTo>
                    <a:pt x="2231422" y="1722710"/>
                  </a:lnTo>
                  <a:lnTo>
                    <a:pt x="2224563" y="1737889"/>
                  </a:lnTo>
                  <a:lnTo>
                    <a:pt x="2220283" y="1731565"/>
                  </a:lnTo>
                  <a:lnTo>
                    <a:pt x="2219187" y="1726152"/>
                  </a:lnTo>
                  <a:lnTo>
                    <a:pt x="2221091" y="1712033"/>
                  </a:lnTo>
                  <a:lnTo>
                    <a:pt x="2228509" y="1688887"/>
                  </a:lnTo>
                  <a:lnTo>
                    <a:pt x="2236681" y="1674497"/>
                  </a:lnTo>
                  <a:lnTo>
                    <a:pt x="2242915" y="1667676"/>
                  </a:lnTo>
                  <a:lnTo>
                    <a:pt x="2248041" y="1653773"/>
                  </a:lnTo>
                  <a:lnTo>
                    <a:pt x="2241565" y="1651699"/>
                  </a:lnTo>
                  <a:lnTo>
                    <a:pt x="2231693" y="1651924"/>
                  </a:lnTo>
                  <a:lnTo>
                    <a:pt x="2233551" y="1645508"/>
                  </a:lnTo>
                  <a:lnTo>
                    <a:pt x="2236431" y="1639854"/>
                  </a:lnTo>
                  <a:lnTo>
                    <a:pt x="2231284" y="1634221"/>
                  </a:lnTo>
                  <a:lnTo>
                    <a:pt x="2228238" y="1633504"/>
                  </a:lnTo>
                  <a:lnTo>
                    <a:pt x="2225100" y="1631195"/>
                  </a:lnTo>
                  <a:lnTo>
                    <a:pt x="2228780" y="1626504"/>
                  </a:lnTo>
                  <a:lnTo>
                    <a:pt x="2230576" y="1621547"/>
                  </a:lnTo>
                  <a:lnTo>
                    <a:pt x="2229480" y="1615514"/>
                  </a:lnTo>
                  <a:lnTo>
                    <a:pt x="2231022" y="1610972"/>
                  </a:lnTo>
                  <a:lnTo>
                    <a:pt x="2228451" y="1611658"/>
                  </a:lnTo>
                  <a:lnTo>
                    <a:pt x="2224317" y="1616467"/>
                  </a:lnTo>
                  <a:lnTo>
                    <a:pt x="2221746" y="1618387"/>
                  </a:lnTo>
                  <a:lnTo>
                    <a:pt x="2220179" y="1614132"/>
                  </a:lnTo>
                  <a:lnTo>
                    <a:pt x="2218391" y="1615094"/>
                  </a:lnTo>
                  <a:lnTo>
                    <a:pt x="2217228" y="1618018"/>
                  </a:lnTo>
                  <a:lnTo>
                    <a:pt x="2214591" y="1619626"/>
                  </a:lnTo>
                  <a:lnTo>
                    <a:pt x="2209019" y="1615627"/>
                  </a:lnTo>
                  <a:lnTo>
                    <a:pt x="2200897" y="1611049"/>
                  </a:lnTo>
                  <a:lnTo>
                    <a:pt x="2196376" y="1603173"/>
                  </a:lnTo>
                  <a:lnTo>
                    <a:pt x="2193796" y="1597069"/>
                  </a:lnTo>
                  <a:lnTo>
                    <a:pt x="2196417" y="1586023"/>
                  </a:lnTo>
                  <a:lnTo>
                    <a:pt x="2202031" y="1584062"/>
                  </a:lnTo>
                  <a:lnTo>
                    <a:pt x="2209323" y="1585854"/>
                  </a:lnTo>
                  <a:lnTo>
                    <a:pt x="2218883" y="1585839"/>
                  </a:lnTo>
                  <a:lnTo>
                    <a:pt x="2217516" y="1583386"/>
                  </a:lnTo>
                  <a:lnTo>
                    <a:pt x="2214103" y="1583790"/>
                  </a:lnTo>
                  <a:lnTo>
                    <a:pt x="2204027" y="1574829"/>
                  </a:lnTo>
                  <a:lnTo>
                    <a:pt x="2200785" y="1569416"/>
                  </a:lnTo>
                  <a:lnTo>
                    <a:pt x="2195209" y="1567931"/>
                  </a:lnTo>
                  <a:lnTo>
                    <a:pt x="2192667" y="1573134"/>
                  </a:lnTo>
                  <a:lnTo>
                    <a:pt x="2189846" y="1574516"/>
                  </a:lnTo>
                  <a:lnTo>
                    <a:pt x="2193329" y="1563132"/>
                  </a:lnTo>
                  <a:lnTo>
                    <a:pt x="2197884" y="1562666"/>
                  </a:lnTo>
                  <a:lnTo>
                    <a:pt x="2204610" y="1559512"/>
                  </a:lnTo>
                  <a:lnTo>
                    <a:pt x="2202656" y="1552921"/>
                  </a:lnTo>
                  <a:lnTo>
                    <a:pt x="2198409" y="1550038"/>
                  </a:lnTo>
                  <a:lnTo>
                    <a:pt x="2190742" y="1553654"/>
                  </a:lnTo>
                  <a:lnTo>
                    <a:pt x="2190833" y="1549019"/>
                  </a:lnTo>
                  <a:lnTo>
                    <a:pt x="2192271" y="1543084"/>
                  </a:lnTo>
                  <a:lnTo>
                    <a:pt x="2198051" y="1543105"/>
                  </a:lnTo>
                  <a:lnTo>
                    <a:pt x="2203114" y="1545040"/>
                  </a:lnTo>
                  <a:lnTo>
                    <a:pt x="2207423" y="1535454"/>
                  </a:lnTo>
                  <a:lnTo>
                    <a:pt x="2207615" y="1531173"/>
                  </a:lnTo>
                  <a:lnTo>
                    <a:pt x="2200455" y="1537395"/>
                  </a:lnTo>
                  <a:lnTo>
                    <a:pt x="2198847" y="1523973"/>
                  </a:lnTo>
                  <a:lnTo>
                    <a:pt x="2205894" y="1511027"/>
                  </a:lnTo>
                  <a:lnTo>
                    <a:pt x="2212615" y="1505384"/>
                  </a:lnTo>
                  <a:lnTo>
                    <a:pt x="2221012" y="1505548"/>
                  </a:lnTo>
                  <a:lnTo>
                    <a:pt x="2229547" y="1504636"/>
                  </a:lnTo>
                  <a:lnTo>
                    <a:pt x="2224192" y="1502265"/>
                  </a:lnTo>
                  <a:lnTo>
                    <a:pt x="2218695" y="1500980"/>
                  </a:lnTo>
                  <a:lnTo>
                    <a:pt x="2222825" y="1495864"/>
                  </a:lnTo>
                  <a:lnTo>
                    <a:pt x="2226346" y="1494947"/>
                  </a:lnTo>
                  <a:lnTo>
                    <a:pt x="2229805" y="1490487"/>
                  </a:lnTo>
                  <a:lnTo>
                    <a:pt x="2221487" y="1491148"/>
                  </a:lnTo>
                  <a:lnTo>
                    <a:pt x="2222467" y="1482708"/>
                  </a:lnTo>
                  <a:lnTo>
                    <a:pt x="2218424" y="1484424"/>
                  </a:lnTo>
                  <a:lnTo>
                    <a:pt x="2213586" y="1485218"/>
                  </a:lnTo>
                  <a:lnTo>
                    <a:pt x="2211703" y="1488797"/>
                  </a:lnTo>
                  <a:lnTo>
                    <a:pt x="2212074" y="1494743"/>
                  </a:lnTo>
                  <a:lnTo>
                    <a:pt x="2210661" y="1498645"/>
                  </a:lnTo>
                  <a:lnTo>
                    <a:pt x="2206898" y="1501779"/>
                  </a:lnTo>
                  <a:lnTo>
                    <a:pt x="2200543" y="1504221"/>
                  </a:lnTo>
                  <a:lnTo>
                    <a:pt x="2199926" y="1499986"/>
                  </a:lnTo>
                  <a:lnTo>
                    <a:pt x="2197826" y="1498066"/>
                  </a:lnTo>
                  <a:lnTo>
                    <a:pt x="2197042" y="1507135"/>
                  </a:lnTo>
                  <a:lnTo>
                    <a:pt x="2195375" y="1510218"/>
                  </a:lnTo>
                  <a:lnTo>
                    <a:pt x="2190729" y="1501707"/>
                  </a:lnTo>
                  <a:lnTo>
                    <a:pt x="2189333" y="1503423"/>
                  </a:lnTo>
                  <a:lnTo>
                    <a:pt x="2189512" y="1505840"/>
                  </a:lnTo>
                  <a:lnTo>
                    <a:pt x="2188325" y="1510018"/>
                  </a:lnTo>
                  <a:lnTo>
                    <a:pt x="2184341" y="1512195"/>
                  </a:lnTo>
                  <a:lnTo>
                    <a:pt x="2184587" y="1517551"/>
                  </a:lnTo>
                  <a:lnTo>
                    <a:pt x="2183041" y="1520470"/>
                  </a:lnTo>
                  <a:lnTo>
                    <a:pt x="2170280" y="1515820"/>
                  </a:lnTo>
                  <a:lnTo>
                    <a:pt x="2169980" y="1517398"/>
                  </a:lnTo>
                  <a:lnTo>
                    <a:pt x="2177198" y="1527424"/>
                  </a:lnTo>
                  <a:lnTo>
                    <a:pt x="2182470" y="1530850"/>
                  </a:lnTo>
                  <a:lnTo>
                    <a:pt x="2183111" y="1536319"/>
                  </a:lnTo>
                  <a:lnTo>
                    <a:pt x="2178586" y="1540856"/>
                  </a:lnTo>
                  <a:lnTo>
                    <a:pt x="2172343" y="1536939"/>
                  </a:lnTo>
                  <a:lnTo>
                    <a:pt x="2171293" y="1537226"/>
                  </a:lnTo>
                  <a:lnTo>
                    <a:pt x="2174685" y="1543944"/>
                  </a:lnTo>
                  <a:lnTo>
                    <a:pt x="2176823" y="1549813"/>
                  </a:lnTo>
                  <a:lnTo>
                    <a:pt x="2174623" y="1554729"/>
                  </a:lnTo>
                  <a:lnTo>
                    <a:pt x="2174964" y="1560782"/>
                  </a:lnTo>
                  <a:lnTo>
                    <a:pt x="2174489" y="1566272"/>
                  </a:lnTo>
                  <a:lnTo>
                    <a:pt x="2173143" y="1571060"/>
                  </a:lnTo>
                  <a:lnTo>
                    <a:pt x="2176177" y="1593131"/>
                  </a:lnTo>
                  <a:lnTo>
                    <a:pt x="2179832" y="1599133"/>
                  </a:lnTo>
                  <a:lnTo>
                    <a:pt x="2183424" y="1604873"/>
                  </a:lnTo>
                  <a:lnTo>
                    <a:pt x="2185328" y="1610245"/>
                  </a:lnTo>
                  <a:lnTo>
                    <a:pt x="2181515" y="1611028"/>
                  </a:lnTo>
                  <a:lnTo>
                    <a:pt x="2175444" y="1606609"/>
                  </a:lnTo>
                  <a:lnTo>
                    <a:pt x="2170110" y="1603239"/>
                  </a:lnTo>
                  <a:lnTo>
                    <a:pt x="2163755" y="1592465"/>
                  </a:lnTo>
                  <a:lnTo>
                    <a:pt x="2162704" y="1588164"/>
                  </a:lnTo>
                  <a:lnTo>
                    <a:pt x="2161154" y="1584763"/>
                  </a:lnTo>
                  <a:lnTo>
                    <a:pt x="2161904" y="1592573"/>
                  </a:lnTo>
                  <a:lnTo>
                    <a:pt x="2164171" y="1601294"/>
                  </a:lnTo>
                  <a:lnTo>
                    <a:pt x="2184074" y="1620809"/>
                  </a:lnTo>
                  <a:lnTo>
                    <a:pt x="2187749" y="1628296"/>
                  </a:lnTo>
                  <a:lnTo>
                    <a:pt x="2190550" y="1634180"/>
                  </a:lnTo>
                  <a:lnTo>
                    <a:pt x="2189846" y="1639818"/>
                  </a:lnTo>
                  <a:lnTo>
                    <a:pt x="2184657" y="1635829"/>
                  </a:lnTo>
                  <a:lnTo>
                    <a:pt x="2180182" y="1630744"/>
                  </a:lnTo>
                  <a:lnTo>
                    <a:pt x="2168301" y="1624998"/>
                  </a:lnTo>
                  <a:lnTo>
                    <a:pt x="2153320" y="1621368"/>
                  </a:lnTo>
                  <a:lnTo>
                    <a:pt x="2144873" y="1608012"/>
                  </a:lnTo>
                  <a:lnTo>
                    <a:pt x="2144902" y="1613584"/>
                  </a:lnTo>
                  <a:lnTo>
                    <a:pt x="2143027" y="1618310"/>
                  </a:lnTo>
                  <a:lnTo>
                    <a:pt x="2137864" y="1612549"/>
                  </a:lnTo>
                  <a:lnTo>
                    <a:pt x="2134609" y="1607633"/>
                  </a:lnTo>
                  <a:lnTo>
                    <a:pt x="2133517" y="1602246"/>
                  </a:lnTo>
                  <a:lnTo>
                    <a:pt x="2127071" y="1602615"/>
                  </a:lnTo>
                  <a:lnTo>
                    <a:pt x="2120311" y="1607295"/>
                  </a:lnTo>
                  <a:lnTo>
                    <a:pt x="2113773" y="1606184"/>
                  </a:lnTo>
                  <a:lnTo>
                    <a:pt x="2112998" y="1597048"/>
                  </a:lnTo>
                  <a:lnTo>
                    <a:pt x="2114765" y="1592209"/>
                  </a:lnTo>
                  <a:lnTo>
                    <a:pt x="2122103" y="1580764"/>
                  </a:lnTo>
                  <a:lnTo>
                    <a:pt x="2129017" y="1574921"/>
                  </a:lnTo>
                  <a:lnTo>
                    <a:pt x="2132067" y="1567378"/>
                  </a:lnTo>
                  <a:lnTo>
                    <a:pt x="2131025" y="1555682"/>
                  </a:lnTo>
                  <a:lnTo>
                    <a:pt x="2129725" y="1567583"/>
                  </a:lnTo>
                  <a:lnTo>
                    <a:pt x="2125775" y="1573482"/>
                  </a:lnTo>
                  <a:lnTo>
                    <a:pt x="2119565" y="1577988"/>
                  </a:lnTo>
                  <a:lnTo>
                    <a:pt x="2111393" y="1586018"/>
                  </a:lnTo>
                  <a:lnTo>
                    <a:pt x="2109397" y="1593443"/>
                  </a:lnTo>
                  <a:lnTo>
                    <a:pt x="2106847" y="1607346"/>
                  </a:lnTo>
                  <a:lnTo>
                    <a:pt x="2110297" y="1612053"/>
                  </a:lnTo>
                  <a:lnTo>
                    <a:pt x="2113823" y="1613282"/>
                  </a:lnTo>
                  <a:lnTo>
                    <a:pt x="2124237" y="1610127"/>
                  </a:lnTo>
                  <a:lnTo>
                    <a:pt x="2129625" y="1611535"/>
                  </a:lnTo>
                  <a:lnTo>
                    <a:pt x="2141610" y="1628276"/>
                  </a:lnTo>
                  <a:lnTo>
                    <a:pt x="2163925" y="1634897"/>
                  </a:lnTo>
                  <a:lnTo>
                    <a:pt x="2172064" y="1639035"/>
                  </a:lnTo>
                  <a:lnTo>
                    <a:pt x="2178698" y="1647771"/>
                  </a:lnTo>
                  <a:lnTo>
                    <a:pt x="2188670" y="1652800"/>
                  </a:lnTo>
                  <a:lnTo>
                    <a:pt x="2196409" y="1660107"/>
                  </a:lnTo>
                  <a:lnTo>
                    <a:pt x="2196617" y="1664875"/>
                  </a:lnTo>
                  <a:lnTo>
                    <a:pt x="2193938" y="1670513"/>
                  </a:lnTo>
                  <a:lnTo>
                    <a:pt x="2192879" y="1678143"/>
                  </a:lnTo>
                  <a:lnTo>
                    <a:pt x="2189591" y="1682957"/>
                  </a:lnTo>
                  <a:lnTo>
                    <a:pt x="2181699" y="1683510"/>
                  </a:lnTo>
                  <a:lnTo>
                    <a:pt x="2176931" y="1682271"/>
                  </a:lnTo>
                  <a:lnTo>
                    <a:pt x="2151303" y="1655447"/>
                  </a:lnTo>
                  <a:lnTo>
                    <a:pt x="2148244" y="1652979"/>
                  </a:lnTo>
                  <a:lnTo>
                    <a:pt x="2138739" y="1638932"/>
                  </a:lnTo>
                  <a:lnTo>
                    <a:pt x="2127587" y="1631410"/>
                  </a:lnTo>
                  <a:lnTo>
                    <a:pt x="2124137" y="1631568"/>
                  </a:lnTo>
                  <a:lnTo>
                    <a:pt x="2140010" y="1645482"/>
                  </a:lnTo>
                  <a:lnTo>
                    <a:pt x="2146490" y="1655212"/>
                  </a:lnTo>
                  <a:lnTo>
                    <a:pt x="2157904" y="1668854"/>
                  </a:lnTo>
                  <a:lnTo>
                    <a:pt x="2166063" y="1674630"/>
                  </a:lnTo>
                  <a:lnTo>
                    <a:pt x="2172068" y="1683643"/>
                  </a:lnTo>
                  <a:lnTo>
                    <a:pt x="2177648" y="1687868"/>
                  </a:lnTo>
                  <a:lnTo>
                    <a:pt x="2192883" y="1693885"/>
                  </a:lnTo>
                  <a:lnTo>
                    <a:pt x="2187587" y="1698207"/>
                  </a:lnTo>
                  <a:lnTo>
                    <a:pt x="2196042" y="1701889"/>
                  </a:lnTo>
                  <a:lnTo>
                    <a:pt x="2197251" y="1708659"/>
                  </a:lnTo>
                  <a:lnTo>
                    <a:pt x="2196476" y="1716376"/>
                  </a:lnTo>
                  <a:lnTo>
                    <a:pt x="2184741" y="1713324"/>
                  </a:lnTo>
                  <a:lnTo>
                    <a:pt x="2184357" y="1719008"/>
                  </a:lnTo>
                  <a:lnTo>
                    <a:pt x="2185407" y="1722362"/>
                  </a:lnTo>
                  <a:lnTo>
                    <a:pt x="2180223" y="1725133"/>
                  </a:lnTo>
                  <a:lnTo>
                    <a:pt x="2173014" y="1721374"/>
                  </a:lnTo>
                  <a:lnTo>
                    <a:pt x="2154295" y="1700813"/>
                  </a:lnTo>
                  <a:lnTo>
                    <a:pt x="2154453" y="1703563"/>
                  </a:lnTo>
                  <a:lnTo>
                    <a:pt x="2155970" y="1706754"/>
                  </a:lnTo>
                  <a:lnTo>
                    <a:pt x="2166826" y="1719991"/>
                  </a:lnTo>
                  <a:lnTo>
                    <a:pt x="2176515" y="1727929"/>
                  </a:lnTo>
                  <a:lnTo>
                    <a:pt x="2184728" y="1731513"/>
                  </a:lnTo>
                  <a:lnTo>
                    <a:pt x="2191058" y="1738165"/>
                  </a:lnTo>
                  <a:lnTo>
                    <a:pt x="2193292" y="1742190"/>
                  </a:lnTo>
                  <a:lnTo>
                    <a:pt x="2194784" y="1748295"/>
                  </a:lnTo>
                  <a:lnTo>
                    <a:pt x="2190091" y="1752443"/>
                  </a:lnTo>
                  <a:lnTo>
                    <a:pt x="2184749" y="1754732"/>
                  </a:lnTo>
                  <a:lnTo>
                    <a:pt x="2179532" y="1750594"/>
                  </a:lnTo>
                  <a:lnTo>
                    <a:pt x="2175706" y="1746236"/>
                  </a:lnTo>
                  <a:lnTo>
                    <a:pt x="2167559" y="1738836"/>
                  </a:lnTo>
                  <a:lnTo>
                    <a:pt x="2165117" y="1730566"/>
                  </a:lnTo>
                  <a:lnTo>
                    <a:pt x="2158921" y="1730991"/>
                  </a:lnTo>
                  <a:lnTo>
                    <a:pt x="2133021" y="1720503"/>
                  </a:lnTo>
                  <a:lnTo>
                    <a:pt x="2112206" y="1719295"/>
                  </a:lnTo>
                  <a:lnTo>
                    <a:pt x="2114240" y="1721405"/>
                  </a:lnTo>
                  <a:lnTo>
                    <a:pt x="2116873" y="1722808"/>
                  </a:lnTo>
                  <a:lnTo>
                    <a:pt x="2133451" y="1725394"/>
                  </a:lnTo>
                  <a:lnTo>
                    <a:pt x="2140001" y="1730223"/>
                  </a:lnTo>
                  <a:lnTo>
                    <a:pt x="2153637" y="1734509"/>
                  </a:lnTo>
                  <a:lnTo>
                    <a:pt x="2161621" y="1735682"/>
                  </a:lnTo>
                  <a:lnTo>
                    <a:pt x="2164859" y="1748848"/>
                  </a:lnTo>
                  <a:lnTo>
                    <a:pt x="2175894" y="1757907"/>
                  </a:lnTo>
                  <a:lnTo>
                    <a:pt x="2177327" y="1764620"/>
                  </a:lnTo>
                  <a:lnTo>
                    <a:pt x="2184862" y="1765373"/>
                  </a:lnTo>
                  <a:lnTo>
                    <a:pt x="2198118" y="1758787"/>
                  </a:lnTo>
                  <a:lnTo>
                    <a:pt x="2206673" y="1761097"/>
                  </a:lnTo>
                  <a:lnTo>
                    <a:pt x="2219012" y="1762981"/>
                  </a:lnTo>
                  <a:lnTo>
                    <a:pt x="2221833" y="1768297"/>
                  </a:lnTo>
                  <a:lnTo>
                    <a:pt x="2223950" y="1778411"/>
                  </a:lnTo>
                  <a:lnTo>
                    <a:pt x="2228313" y="1789789"/>
                  </a:lnTo>
                  <a:lnTo>
                    <a:pt x="2239627" y="1834654"/>
                  </a:lnTo>
                  <a:lnTo>
                    <a:pt x="2256625" y="1871350"/>
                  </a:lnTo>
                  <a:lnTo>
                    <a:pt x="2258717" y="1877669"/>
                  </a:lnTo>
                  <a:lnTo>
                    <a:pt x="2254767" y="1872123"/>
                  </a:lnTo>
                  <a:lnTo>
                    <a:pt x="2242157" y="1847820"/>
                  </a:lnTo>
                  <a:lnTo>
                    <a:pt x="2235197" y="1830270"/>
                  </a:lnTo>
                  <a:lnTo>
                    <a:pt x="2228047" y="1799284"/>
                  </a:lnTo>
                  <a:lnTo>
                    <a:pt x="2225971" y="1792345"/>
                  </a:lnTo>
                  <a:lnTo>
                    <a:pt x="2223529" y="1789574"/>
                  </a:lnTo>
                  <a:lnTo>
                    <a:pt x="2221921" y="1791827"/>
                  </a:lnTo>
                  <a:lnTo>
                    <a:pt x="2221229" y="1795776"/>
                  </a:lnTo>
                  <a:lnTo>
                    <a:pt x="2222396" y="1798807"/>
                  </a:lnTo>
                  <a:lnTo>
                    <a:pt x="2219579" y="1809008"/>
                  </a:lnTo>
                  <a:lnTo>
                    <a:pt x="2220800" y="1813689"/>
                  </a:lnTo>
                  <a:lnTo>
                    <a:pt x="2225375" y="1818528"/>
                  </a:lnTo>
                  <a:lnTo>
                    <a:pt x="2230347" y="1830603"/>
                  </a:lnTo>
                  <a:lnTo>
                    <a:pt x="2234318" y="1846862"/>
                  </a:lnTo>
                  <a:lnTo>
                    <a:pt x="2228947" y="1840271"/>
                  </a:lnTo>
                  <a:lnTo>
                    <a:pt x="2223213" y="1836779"/>
                  </a:lnTo>
                  <a:lnTo>
                    <a:pt x="2214291" y="1834101"/>
                  </a:lnTo>
                  <a:lnTo>
                    <a:pt x="2206344" y="1829405"/>
                  </a:lnTo>
                  <a:lnTo>
                    <a:pt x="2206923" y="1836139"/>
                  </a:lnTo>
                  <a:lnTo>
                    <a:pt x="2206160" y="1843410"/>
                  </a:lnTo>
                  <a:lnTo>
                    <a:pt x="2200034" y="1841193"/>
                  </a:lnTo>
                  <a:lnTo>
                    <a:pt x="2195867" y="1838781"/>
                  </a:lnTo>
                  <a:lnTo>
                    <a:pt x="2199555" y="1846529"/>
                  </a:lnTo>
                  <a:lnTo>
                    <a:pt x="2191550" y="1844204"/>
                  </a:lnTo>
                  <a:lnTo>
                    <a:pt x="2186216" y="1844691"/>
                  </a:lnTo>
                  <a:lnTo>
                    <a:pt x="2182749" y="1851568"/>
                  </a:lnTo>
                  <a:lnTo>
                    <a:pt x="2178098" y="1855742"/>
                  </a:lnTo>
                  <a:lnTo>
                    <a:pt x="2171222" y="1857088"/>
                  </a:lnTo>
                  <a:lnTo>
                    <a:pt x="2161021" y="1850800"/>
                  </a:lnTo>
                  <a:lnTo>
                    <a:pt x="2157716" y="1843165"/>
                  </a:lnTo>
                  <a:lnTo>
                    <a:pt x="2156349" y="1834664"/>
                  </a:lnTo>
                  <a:lnTo>
                    <a:pt x="2155804" y="1844716"/>
                  </a:lnTo>
                  <a:lnTo>
                    <a:pt x="2157620" y="1855183"/>
                  </a:lnTo>
                  <a:lnTo>
                    <a:pt x="2156983" y="1863141"/>
                  </a:lnTo>
                  <a:lnTo>
                    <a:pt x="2166805" y="1864606"/>
                  </a:lnTo>
                  <a:lnTo>
                    <a:pt x="2175990" y="1863305"/>
                  </a:lnTo>
                  <a:lnTo>
                    <a:pt x="2188383" y="1863638"/>
                  </a:lnTo>
                  <a:lnTo>
                    <a:pt x="2196467" y="1862148"/>
                  </a:lnTo>
                  <a:lnTo>
                    <a:pt x="2201335" y="1859618"/>
                  </a:lnTo>
                  <a:lnTo>
                    <a:pt x="2213007" y="1861810"/>
                  </a:lnTo>
                  <a:lnTo>
                    <a:pt x="2213836" y="1871422"/>
                  </a:lnTo>
                  <a:lnTo>
                    <a:pt x="2212503" y="1880977"/>
                  </a:lnTo>
                  <a:lnTo>
                    <a:pt x="2211828" y="1891153"/>
                  </a:lnTo>
                  <a:lnTo>
                    <a:pt x="2215061" y="1891086"/>
                  </a:lnTo>
                  <a:lnTo>
                    <a:pt x="2218862" y="1887834"/>
                  </a:lnTo>
                  <a:lnTo>
                    <a:pt x="2220762" y="1869609"/>
                  </a:lnTo>
                  <a:lnTo>
                    <a:pt x="2231430" y="1862875"/>
                  </a:lnTo>
                  <a:lnTo>
                    <a:pt x="2235006" y="1863336"/>
                  </a:lnTo>
                  <a:lnTo>
                    <a:pt x="2238402" y="1869194"/>
                  </a:lnTo>
                  <a:lnTo>
                    <a:pt x="2239544" y="1875135"/>
                  </a:lnTo>
                  <a:lnTo>
                    <a:pt x="2240748" y="1883292"/>
                  </a:lnTo>
                  <a:lnTo>
                    <a:pt x="2238256" y="1895721"/>
                  </a:lnTo>
                  <a:lnTo>
                    <a:pt x="2221867" y="1910254"/>
                  </a:lnTo>
                  <a:lnTo>
                    <a:pt x="2210127" y="1923691"/>
                  </a:lnTo>
                  <a:lnTo>
                    <a:pt x="2204127" y="1926431"/>
                  </a:lnTo>
                  <a:lnTo>
                    <a:pt x="2195471" y="1924869"/>
                  </a:lnTo>
                  <a:lnTo>
                    <a:pt x="2185658" y="1921489"/>
                  </a:lnTo>
                  <a:lnTo>
                    <a:pt x="2180844" y="1920808"/>
                  </a:lnTo>
                  <a:lnTo>
                    <a:pt x="2177186" y="1921935"/>
                  </a:lnTo>
                  <a:lnTo>
                    <a:pt x="2174956" y="1917797"/>
                  </a:lnTo>
                  <a:lnTo>
                    <a:pt x="2173518" y="1910249"/>
                  </a:lnTo>
                  <a:lnTo>
                    <a:pt x="2169701" y="1907745"/>
                  </a:lnTo>
                  <a:lnTo>
                    <a:pt x="2166813" y="1908021"/>
                  </a:lnTo>
                  <a:lnTo>
                    <a:pt x="2164842" y="1916040"/>
                  </a:lnTo>
                  <a:lnTo>
                    <a:pt x="2155687" y="1918319"/>
                  </a:lnTo>
                  <a:lnTo>
                    <a:pt x="2143239" y="1915006"/>
                  </a:lnTo>
                  <a:lnTo>
                    <a:pt x="2130204" y="1908262"/>
                  </a:lnTo>
                  <a:lnTo>
                    <a:pt x="2135797" y="1915498"/>
                  </a:lnTo>
                  <a:lnTo>
                    <a:pt x="2168143" y="1928996"/>
                  </a:lnTo>
                  <a:lnTo>
                    <a:pt x="2171785" y="1931521"/>
                  </a:lnTo>
                  <a:lnTo>
                    <a:pt x="2175185" y="1935213"/>
                  </a:lnTo>
                  <a:lnTo>
                    <a:pt x="2170660" y="1941005"/>
                  </a:lnTo>
                  <a:lnTo>
                    <a:pt x="2167113" y="1947529"/>
                  </a:lnTo>
                  <a:lnTo>
                    <a:pt x="2166613" y="1952650"/>
                  </a:lnTo>
                  <a:lnTo>
                    <a:pt x="2165363" y="1955881"/>
                  </a:lnTo>
                  <a:lnTo>
                    <a:pt x="2152466" y="1964587"/>
                  </a:lnTo>
                  <a:lnTo>
                    <a:pt x="2145477" y="1963050"/>
                  </a:lnTo>
                  <a:lnTo>
                    <a:pt x="2127621" y="1947355"/>
                  </a:lnTo>
                  <a:lnTo>
                    <a:pt x="2135755" y="1960930"/>
                  </a:lnTo>
                  <a:lnTo>
                    <a:pt x="2142268" y="1966691"/>
                  </a:lnTo>
                  <a:lnTo>
                    <a:pt x="2155383" y="1969764"/>
                  </a:lnTo>
                  <a:lnTo>
                    <a:pt x="2179982" y="1964689"/>
                  </a:lnTo>
                  <a:lnTo>
                    <a:pt x="2188050" y="1970230"/>
                  </a:lnTo>
                  <a:lnTo>
                    <a:pt x="2181428" y="1980047"/>
                  </a:lnTo>
                  <a:lnTo>
                    <a:pt x="2174848" y="1986934"/>
                  </a:lnTo>
                  <a:lnTo>
                    <a:pt x="2166217" y="1987702"/>
                  </a:lnTo>
                  <a:lnTo>
                    <a:pt x="2158616" y="1989567"/>
                  </a:lnTo>
                  <a:lnTo>
                    <a:pt x="2156387" y="1994303"/>
                  </a:lnTo>
                  <a:lnTo>
                    <a:pt x="2150970" y="1994600"/>
                  </a:lnTo>
                  <a:lnTo>
                    <a:pt x="2142502" y="1994882"/>
                  </a:lnTo>
                  <a:lnTo>
                    <a:pt x="2129392" y="1995312"/>
                  </a:lnTo>
                  <a:lnTo>
                    <a:pt x="2122191" y="1994206"/>
                  </a:lnTo>
                  <a:lnTo>
                    <a:pt x="2112131" y="2003885"/>
                  </a:lnTo>
                  <a:lnTo>
                    <a:pt x="2108335" y="2005216"/>
                  </a:lnTo>
                  <a:lnTo>
                    <a:pt x="2103030" y="2003398"/>
                  </a:lnTo>
                  <a:lnTo>
                    <a:pt x="2100805" y="1995625"/>
                  </a:lnTo>
                  <a:lnTo>
                    <a:pt x="2098433" y="1991804"/>
                  </a:lnTo>
                  <a:lnTo>
                    <a:pt x="2098375" y="2006348"/>
                  </a:lnTo>
                  <a:lnTo>
                    <a:pt x="2099304" y="2010265"/>
                  </a:lnTo>
                  <a:lnTo>
                    <a:pt x="2101205" y="2013220"/>
                  </a:lnTo>
                  <a:lnTo>
                    <a:pt x="2089436" y="2021111"/>
                  </a:lnTo>
                  <a:lnTo>
                    <a:pt x="2078172" y="2030954"/>
                  </a:lnTo>
                  <a:lnTo>
                    <a:pt x="2074134" y="2033632"/>
                  </a:lnTo>
                  <a:lnTo>
                    <a:pt x="2069546" y="2038563"/>
                  </a:lnTo>
                  <a:lnTo>
                    <a:pt x="2060149" y="2052805"/>
                  </a:lnTo>
                  <a:lnTo>
                    <a:pt x="2057828" y="2063190"/>
                  </a:lnTo>
                  <a:lnTo>
                    <a:pt x="2054432" y="2074768"/>
                  </a:lnTo>
                  <a:lnTo>
                    <a:pt x="2054002" y="2069555"/>
                  </a:lnTo>
                  <a:lnTo>
                    <a:pt x="2054586" y="2060778"/>
                  </a:lnTo>
                  <a:lnTo>
                    <a:pt x="2052261" y="2050726"/>
                  </a:lnTo>
                  <a:lnTo>
                    <a:pt x="2050785" y="2069140"/>
                  </a:lnTo>
                  <a:lnTo>
                    <a:pt x="2047135" y="2077697"/>
                  </a:lnTo>
                  <a:lnTo>
                    <a:pt x="2013635" y="2077093"/>
                  </a:lnTo>
                  <a:lnTo>
                    <a:pt x="1998970" y="2081743"/>
                  </a:lnTo>
                  <a:lnTo>
                    <a:pt x="1976459" y="2097387"/>
                  </a:lnTo>
                  <a:lnTo>
                    <a:pt x="1969729" y="2104244"/>
                  </a:lnTo>
                  <a:lnTo>
                    <a:pt x="1951135" y="2130755"/>
                  </a:lnTo>
                  <a:lnTo>
                    <a:pt x="1946388" y="2147721"/>
                  </a:lnTo>
                  <a:lnTo>
                    <a:pt x="1942583" y="2140587"/>
                  </a:lnTo>
                  <a:lnTo>
                    <a:pt x="1943525" y="2135236"/>
                  </a:lnTo>
                  <a:lnTo>
                    <a:pt x="1943600" y="2130863"/>
                  </a:lnTo>
                  <a:lnTo>
                    <a:pt x="1938916" y="2140244"/>
                  </a:lnTo>
                  <a:lnTo>
                    <a:pt x="1943363" y="2153907"/>
                  </a:lnTo>
                  <a:lnTo>
                    <a:pt x="1939371" y="2159125"/>
                  </a:lnTo>
                  <a:lnTo>
                    <a:pt x="1927090" y="2168865"/>
                  </a:lnTo>
                  <a:lnTo>
                    <a:pt x="1920368" y="2170463"/>
                  </a:lnTo>
                  <a:lnTo>
                    <a:pt x="1912821" y="2173233"/>
                  </a:lnTo>
                  <a:lnTo>
                    <a:pt x="1910446" y="2182840"/>
                  </a:lnTo>
                  <a:lnTo>
                    <a:pt x="1900199" y="2191699"/>
                  </a:lnTo>
                  <a:lnTo>
                    <a:pt x="1894227" y="2195622"/>
                  </a:lnTo>
                  <a:lnTo>
                    <a:pt x="1883292" y="2193246"/>
                  </a:lnTo>
                  <a:lnTo>
                    <a:pt x="1886659" y="2201777"/>
                  </a:lnTo>
                  <a:lnTo>
                    <a:pt x="1882642" y="2208235"/>
                  </a:lnTo>
                  <a:lnTo>
                    <a:pt x="1875725" y="2213187"/>
                  </a:lnTo>
                  <a:lnTo>
                    <a:pt x="1867123" y="2216418"/>
                  </a:lnTo>
                  <a:lnTo>
                    <a:pt x="1862194" y="2216024"/>
                  </a:lnTo>
                  <a:lnTo>
                    <a:pt x="1857981" y="2217739"/>
                  </a:lnTo>
                  <a:lnTo>
                    <a:pt x="1854680" y="2221846"/>
                  </a:lnTo>
                  <a:lnTo>
                    <a:pt x="1846616" y="2225687"/>
                  </a:lnTo>
                  <a:lnTo>
                    <a:pt x="1838240" y="2223526"/>
                  </a:lnTo>
                  <a:lnTo>
                    <a:pt x="1828747" y="2222230"/>
                  </a:lnTo>
                  <a:lnTo>
                    <a:pt x="1823459" y="2224535"/>
                  </a:lnTo>
                  <a:lnTo>
                    <a:pt x="1832348" y="2228345"/>
                  </a:lnTo>
                  <a:lnTo>
                    <a:pt x="1837107" y="2233865"/>
                  </a:lnTo>
                  <a:lnTo>
                    <a:pt x="1836128" y="2241306"/>
                  </a:lnTo>
                  <a:lnTo>
                    <a:pt x="1833748" y="2244178"/>
                  </a:lnTo>
                  <a:lnTo>
                    <a:pt x="1828139" y="2248070"/>
                  </a:lnTo>
                  <a:lnTo>
                    <a:pt x="1825676" y="2247492"/>
                  </a:lnTo>
                  <a:lnTo>
                    <a:pt x="1824172" y="2243984"/>
                  </a:lnTo>
                  <a:lnTo>
                    <a:pt x="1822347" y="2236676"/>
                  </a:lnTo>
                  <a:lnTo>
                    <a:pt x="1819738" y="2238233"/>
                  </a:lnTo>
                  <a:lnTo>
                    <a:pt x="1819288" y="2241638"/>
                  </a:lnTo>
                  <a:lnTo>
                    <a:pt x="1817046" y="2242852"/>
                  </a:lnTo>
                  <a:lnTo>
                    <a:pt x="1809091" y="2231212"/>
                  </a:lnTo>
                  <a:lnTo>
                    <a:pt x="1809487" y="2240092"/>
                  </a:lnTo>
                  <a:lnTo>
                    <a:pt x="1812266" y="2246913"/>
                  </a:lnTo>
                  <a:lnTo>
                    <a:pt x="1814954" y="2250375"/>
                  </a:lnTo>
                  <a:lnTo>
                    <a:pt x="1817667" y="2252413"/>
                  </a:lnTo>
                  <a:lnTo>
                    <a:pt x="1818334" y="2255578"/>
                  </a:lnTo>
                  <a:lnTo>
                    <a:pt x="1812891" y="2263290"/>
                  </a:lnTo>
                  <a:lnTo>
                    <a:pt x="1810091" y="2265005"/>
                  </a:lnTo>
                  <a:lnTo>
                    <a:pt x="1805107" y="2266255"/>
                  </a:lnTo>
                  <a:lnTo>
                    <a:pt x="1802302" y="2271007"/>
                  </a:lnTo>
                  <a:lnTo>
                    <a:pt x="1803132" y="2275099"/>
                  </a:lnTo>
                  <a:lnTo>
                    <a:pt x="1798773" y="2283978"/>
                  </a:lnTo>
                  <a:lnTo>
                    <a:pt x="1788350" y="2289524"/>
                  </a:lnTo>
                  <a:lnTo>
                    <a:pt x="1785167" y="2289309"/>
                  </a:lnTo>
                  <a:lnTo>
                    <a:pt x="1782570" y="2290932"/>
                  </a:lnTo>
                  <a:lnTo>
                    <a:pt x="1784087" y="2294886"/>
                  </a:lnTo>
                  <a:lnTo>
                    <a:pt x="1786688" y="2297764"/>
                  </a:lnTo>
                  <a:lnTo>
                    <a:pt x="1786596" y="2300437"/>
                  </a:lnTo>
                  <a:lnTo>
                    <a:pt x="1783841" y="2304068"/>
                  </a:lnTo>
                  <a:lnTo>
                    <a:pt x="1778403" y="2305081"/>
                  </a:lnTo>
                  <a:lnTo>
                    <a:pt x="1775349" y="2309224"/>
                  </a:lnTo>
                  <a:lnTo>
                    <a:pt x="1776315" y="2313132"/>
                  </a:lnTo>
                  <a:lnTo>
                    <a:pt x="1778112" y="2315313"/>
                  </a:lnTo>
                  <a:lnTo>
                    <a:pt x="1777736" y="2319072"/>
                  </a:lnTo>
                  <a:lnTo>
                    <a:pt x="1771552" y="2322846"/>
                  </a:lnTo>
                  <a:lnTo>
                    <a:pt x="1770102" y="2326559"/>
                  </a:lnTo>
                  <a:lnTo>
                    <a:pt x="1773173" y="2327654"/>
                  </a:lnTo>
                  <a:lnTo>
                    <a:pt x="1775536" y="2326559"/>
                  </a:lnTo>
                  <a:lnTo>
                    <a:pt x="1777266" y="2327357"/>
                  </a:lnTo>
                  <a:lnTo>
                    <a:pt x="1773557" y="2333564"/>
                  </a:lnTo>
                  <a:lnTo>
                    <a:pt x="1770227" y="2337348"/>
                  </a:lnTo>
                  <a:lnTo>
                    <a:pt x="1767064" y="2344149"/>
                  </a:lnTo>
                  <a:lnTo>
                    <a:pt x="1759726" y="2346028"/>
                  </a:lnTo>
                  <a:lnTo>
                    <a:pt x="1760001" y="2348225"/>
                  </a:lnTo>
                  <a:lnTo>
                    <a:pt x="1764147" y="2350171"/>
                  </a:lnTo>
                  <a:lnTo>
                    <a:pt x="1767618" y="2355400"/>
                  </a:lnTo>
                  <a:lnTo>
                    <a:pt x="1761097" y="2365053"/>
                  </a:lnTo>
                  <a:lnTo>
                    <a:pt x="1757025" y="2364259"/>
                  </a:lnTo>
                  <a:lnTo>
                    <a:pt x="1754538" y="2362134"/>
                  </a:lnTo>
                  <a:lnTo>
                    <a:pt x="1752950" y="2369754"/>
                  </a:lnTo>
                  <a:lnTo>
                    <a:pt x="1753558" y="2373820"/>
                  </a:lnTo>
                  <a:lnTo>
                    <a:pt x="1752008" y="2382131"/>
                  </a:lnTo>
                  <a:lnTo>
                    <a:pt x="1749516" y="2392122"/>
                  </a:lnTo>
                  <a:lnTo>
                    <a:pt x="1747824" y="2396224"/>
                  </a:lnTo>
                  <a:lnTo>
                    <a:pt x="1748183" y="2403864"/>
                  </a:lnTo>
                  <a:lnTo>
                    <a:pt x="1749229" y="2411243"/>
                  </a:lnTo>
                  <a:lnTo>
                    <a:pt x="1753221" y="2420753"/>
                  </a:lnTo>
                  <a:lnTo>
                    <a:pt x="1759317" y="2459641"/>
                  </a:lnTo>
                  <a:lnTo>
                    <a:pt x="1763468" y="2473145"/>
                  </a:lnTo>
                  <a:lnTo>
                    <a:pt x="1770944" y="2509580"/>
                  </a:lnTo>
                  <a:lnTo>
                    <a:pt x="1783316" y="2544904"/>
                  </a:lnTo>
                  <a:lnTo>
                    <a:pt x="1800773" y="2587602"/>
                  </a:lnTo>
                  <a:lnTo>
                    <a:pt x="1829423" y="2639354"/>
                  </a:lnTo>
                  <a:lnTo>
                    <a:pt x="1832852" y="2646729"/>
                  </a:lnTo>
                  <a:lnTo>
                    <a:pt x="1829122" y="2652981"/>
                  </a:lnTo>
                  <a:lnTo>
                    <a:pt x="1827985" y="2659459"/>
                  </a:lnTo>
                  <a:lnTo>
                    <a:pt x="1827660" y="2669225"/>
                  </a:lnTo>
                  <a:lnTo>
                    <a:pt x="1828693" y="2678739"/>
                  </a:lnTo>
                  <a:lnTo>
                    <a:pt x="1832081" y="2690359"/>
                  </a:lnTo>
                  <a:lnTo>
                    <a:pt x="1838590" y="2708123"/>
                  </a:lnTo>
                  <a:lnTo>
                    <a:pt x="1834948" y="2704580"/>
                  </a:lnTo>
                  <a:lnTo>
                    <a:pt x="1825522" y="2679082"/>
                  </a:lnTo>
                  <a:lnTo>
                    <a:pt x="1824426" y="2664109"/>
                  </a:lnTo>
                  <a:lnTo>
                    <a:pt x="1825785" y="2642867"/>
                  </a:lnTo>
                  <a:lnTo>
                    <a:pt x="1823572" y="2643379"/>
                  </a:lnTo>
                  <a:lnTo>
                    <a:pt x="1821776" y="2650282"/>
                  </a:lnTo>
                  <a:lnTo>
                    <a:pt x="1820788" y="2658389"/>
                  </a:lnTo>
                  <a:lnTo>
                    <a:pt x="1818396" y="2661528"/>
                  </a:lnTo>
                  <a:lnTo>
                    <a:pt x="1815133" y="2649161"/>
                  </a:lnTo>
                  <a:lnTo>
                    <a:pt x="1815362" y="2643569"/>
                  </a:lnTo>
                  <a:lnTo>
                    <a:pt x="1818825" y="2637035"/>
                  </a:lnTo>
                  <a:lnTo>
                    <a:pt x="1817821" y="2634684"/>
                  </a:lnTo>
                  <a:lnTo>
                    <a:pt x="1812216" y="2631340"/>
                  </a:lnTo>
                  <a:lnTo>
                    <a:pt x="1811024" y="2626081"/>
                  </a:lnTo>
                  <a:lnTo>
                    <a:pt x="1811783" y="2620888"/>
                  </a:lnTo>
                  <a:lnTo>
                    <a:pt x="1808566" y="2618113"/>
                  </a:lnTo>
                  <a:lnTo>
                    <a:pt x="1806049" y="2618246"/>
                  </a:lnTo>
                  <a:lnTo>
                    <a:pt x="1807736" y="2631048"/>
                  </a:lnTo>
                  <a:lnTo>
                    <a:pt x="1810399" y="2638909"/>
                  </a:lnTo>
                  <a:lnTo>
                    <a:pt x="1813691" y="2657749"/>
                  </a:lnTo>
                  <a:lnTo>
                    <a:pt x="1819004" y="2669163"/>
                  </a:lnTo>
                  <a:lnTo>
                    <a:pt x="1822101" y="2678734"/>
                  </a:lnTo>
                  <a:lnTo>
                    <a:pt x="1858285" y="2780871"/>
                  </a:lnTo>
                  <a:lnTo>
                    <a:pt x="1866848" y="2793878"/>
                  </a:lnTo>
                  <a:lnTo>
                    <a:pt x="1870015" y="2803219"/>
                  </a:lnTo>
                  <a:lnTo>
                    <a:pt x="1873312" y="2822750"/>
                  </a:lnTo>
                  <a:lnTo>
                    <a:pt x="1874058" y="2847827"/>
                  </a:lnTo>
                  <a:lnTo>
                    <a:pt x="1868144" y="2893659"/>
                  </a:lnTo>
                  <a:lnTo>
                    <a:pt x="1866798" y="2924922"/>
                  </a:lnTo>
                  <a:lnTo>
                    <a:pt x="1865952" y="2923965"/>
                  </a:lnTo>
                  <a:lnTo>
                    <a:pt x="1865386" y="2920672"/>
                  </a:lnTo>
                  <a:lnTo>
                    <a:pt x="1864019" y="2920221"/>
                  </a:lnTo>
                  <a:lnTo>
                    <a:pt x="1858885" y="2934544"/>
                  </a:lnTo>
                  <a:lnTo>
                    <a:pt x="1851909" y="2947465"/>
                  </a:lnTo>
                  <a:lnTo>
                    <a:pt x="1849613" y="2967544"/>
                  </a:lnTo>
                  <a:lnTo>
                    <a:pt x="1846266" y="2977596"/>
                  </a:lnTo>
                  <a:lnTo>
                    <a:pt x="1836219" y="2988232"/>
                  </a:lnTo>
                  <a:lnTo>
                    <a:pt x="1829993" y="2987961"/>
                  </a:lnTo>
                  <a:lnTo>
                    <a:pt x="1814725" y="2995939"/>
                  </a:lnTo>
                  <a:lnTo>
                    <a:pt x="1803998" y="2993860"/>
                  </a:lnTo>
                  <a:lnTo>
                    <a:pt x="1791217" y="2998361"/>
                  </a:lnTo>
                  <a:lnTo>
                    <a:pt x="1782808" y="2997859"/>
                  </a:lnTo>
                  <a:lnTo>
                    <a:pt x="1777953" y="2988370"/>
                  </a:lnTo>
                  <a:lnTo>
                    <a:pt x="1778695" y="2984125"/>
                  </a:lnTo>
                  <a:lnTo>
                    <a:pt x="1780629" y="2979859"/>
                  </a:lnTo>
                  <a:lnTo>
                    <a:pt x="1783904" y="2978866"/>
                  </a:lnTo>
                  <a:lnTo>
                    <a:pt x="1795193" y="2988811"/>
                  </a:lnTo>
                  <a:lnTo>
                    <a:pt x="1797322" y="2984627"/>
                  </a:lnTo>
                  <a:lnTo>
                    <a:pt x="1793914" y="2979650"/>
                  </a:lnTo>
                  <a:lnTo>
                    <a:pt x="1787388" y="2976874"/>
                  </a:lnTo>
                  <a:lnTo>
                    <a:pt x="1782566" y="2973822"/>
                  </a:lnTo>
                  <a:lnTo>
                    <a:pt x="1772852" y="2951152"/>
                  </a:lnTo>
                  <a:lnTo>
                    <a:pt x="1762789" y="2935584"/>
                  </a:lnTo>
                  <a:lnTo>
                    <a:pt x="1761093" y="2925178"/>
                  </a:lnTo>
                  <a:lnTo>
                    <a:pt x="1743740" y="2918834"/>
                  </a:lnTo>
                  <a:lnTo>
                    <a:pt x="1731176" y="2909227"/>
                  </a:lnTo>
                  <a:lnTo>
                    <a:pt x="1722983" y="2892138"/>
                  </a:lnTo>
                  <a:lnTo>
                    <a:pt x="1718283" y="2861838"/>
                  </a:lnTo>
                  <a:lnTo>
                    <a:pt x="1712740" y="2858432"/>
                  </a:lnTo>
                  <a:lnTo>
                    <a:pt x="1710398" y="2856077"/>
                  </a:lnTo>
                  <a:lnTo>
                    <a:pt x="1715812" y="2844831"/>
                  </a:lnTo>
                  <a:lnTo>
                    <a:pt x="1721516" y="2835404"/>
                  </a:lnTo>
                  <a:lnTo>
                    <a:pt x="1717003" y="2837749"/>
                  </a:lnTo>
                  <a:lnTo>
                    <a:pt x="1713674" y="2841236"/>
                  </a:lnTo>
                  <a:lnTo>
                    <a:pt x="1709440" y="2849563"/>
                  </a:lnTo>
                  <a:lnTo>
                    <a:pt x="1706348" y="2850843"/>
                  </a:lnTo>
                  <a:lnTo>
                    <a:pt x="1703514" y="2849563"/>
                  </a:lnTo>
                  <a:lnTo>
                    <a:pt x="1700247" y="2833591"/>
                  </a:lnTo>
                  <a:lnTo>
                    <a:pt x="1701180" y="2813957"/>
                  </a:lnTo>
                  <a:lnTo>
                    <a:pt x="1705760" y="2806614"/>
                  </a:lnTo>
                  <a:lnTo>
                    <a:pt x="1698726" y="2806419"/>
                  </a:lnTo>
                  <a:lnTo>
                    <a:pt x="1691437" y="2809215"/>
                  </a:lnTo>
                  <a:lnTo>
                    <a:pt x="1692504" y="2815760"/>
                  </a:lnTo>
                  <a:lnTo>
                    <a:pt x="1691475" y="2819355"/>
                  </a:lnTo>
                  <a:lnTo>
                    <a:pt x="1686166" y="2818433"/>
                  </a:lnTo>
                  <a:lnTo>
                    <a:pt x="1682140" y="2816134"/>
                  </a:lnTo>
                  <a:lnTo>
                    <a:pt x="1676677" y="2809323"/>
                  </a:lnTo>
                  <a:lnTo>
                    <a:pt x="1669226" y="2796326"/>
                  </a:lnTo>
                  <a:lnTo>
                    <a:pt x="1653941" y="2760520"/>
                  </a:lnTo>
                  <a:lnTo>
                    <a:pt x="1650961" y="2755471"/>
                  </a:lnTo>
                  <a:lnTo>
                    <a:pt x="1645906" y="2750186"/>
                  </a:lnTo>
                  <a:lnTo>
                    <a:pt x="1648286" y="2748543"/>
                  </a:lnTo>
                  <a:lnTo>
                    <a:pt x="1652628" y="2747570"/>
                  </a:lnTo>
                  <a:lnTo>
                    <a:pt x="1662442" y="2731449"/>
                  </a:lnTo>
                  <a:lnTo>
                    <a:pt x="1670151" y="2721709"/>
                  </a:lnTo>
                  <a:lnTo>
                    <a:pt x="1672710" y="2714970"/>
                  </a:lnTo>
                  <a:lnTo>
                    <a:pt x="1672264" y="2712087"/>
                  </a:lnTo>
                  <a:lnTo>
                    <a:pt x="1668855" y="2707898"/>
                  </a:lnTo>
                  <a:lnTo>
                    <a:pt x="1664380" y="2711559"/>
                  </a:lnTo>
                  <a:lnTo>
                    <a:pt x="1662463" y="2710515"/>
                  </a:lnTo>
                  <a:lnTo>
                    <a:pt x="1657429" y="2702065"/>
                  </a:lnTo>
                  <a:lnTo>
                    <a:pt x="1652620" y="2699679"/>
                  </a:lnTo>
                  <a:lnTo>
                    <a:pt x="1649269" y="2701507"/>
                  </a:lnTo>
                  <a:lnTo>
                    <a:pt x="1652803" y="2708430"/>
                  </a:lnTo>
                  <a:lnTo>
                    <a:pt x="1655979" y="2711001"/>
                  </a:lnTo>
                  <a:lnTo>
                    <a:pt x="1654749" y="2721069"/>
                  </a:lnTo>
                  <a:lnTo>
                    <a:pt x="1653466" y="2724346"/>
                  </a:lnTo>
                  <a:lnTo>
                    <a:pt x="1650490" y="2727240"/>
                  </a:lnTo>
                  <a:lnTo>
                    <a:pt x="1645844" y="2725698"/>
                  </a:lnTo>
                  <a:lnTo>
                    <a:pt x="1643494" y="2728187"/>
                  </a:lnTo>
                  <a:lnTo>
                    <a:pt x="1640727" y="2725565"/>
                  </a:lnTo>
                  <a:lnTo>
                    <a:pt x="1637972" y="2721141"/>
                  </a:lnTo>
                  <a:lnTo>
                    <a:pt x="1634905" y="2713859"/>
                  </a:lnTo>
                  <a:lnTo>
                    <a:pt x="1643010" y="2672871"/>
                  </a:lnTo>
                  <a:lnTo>
                    <a:pt x="1650511" y="2646754"/>
                  </a:lnTo>
                  <a:lnTo>
                    <a:pt x="1651370" y="2616961"/>
                  </a:lnTo>
                  <a:lnTo>
                    <a:pt x="1651928" y="2612546"/>
                  </a:lnTo>
                  <a:lnTo>
                    <a:pt x="1651295" y="2604629"/>
                  </a:lnTo>
                  <a:lnTo>
                    <a:pt x="1641235" y="2587423"/>
                  </a:lnTo>
                  <a:lnTo>
                    <a:pt x="1596758" y="2545437"/>
                  </a:lnTo>
                  <a:lnTo>
                    <a:pt x="1562287" y="2495718"/>
                  </a:lnTo>
                  <a:lnTo>
                    <a:pt x="1532429" y="2477067"/>
                  </a:lnTo>
                  <a:lnTo>
                    <a:pt x="1509776" y="2481164"/>
                  </a:lnTo>
                  <a:lnTo>
                    <a:pt x="1505854" y="2484913"/>
                  </a:lnTo>
                  <a:lnTo>
                    <a:pt x="1504171" y="2489813"/>
                  </a:lnTo>
                  <a:lnTo>
                    <a:pt x="1505592" y="2495359"/>
                  </a:lnTo>
                  <a:lnTo>
                    <a:pt x="1503533" y="2497669"/>
                  </a:lnTo>
                  <a:lnTo>
                    <a:pt x="1497453" y="2497377"/>
                  </a:lnTo>
                  <a:lnTo>
                    <a:pt x="1489265" y="2498667"/>
                  </a:lnTo>
                  <a:lnTo>
                    <a:pt x="1467883" y="2511757"/>
                  </a:lnTo>
                  <a:lnTo>
                    <a:pt x="1460340" y="2511275"/>
                  </a:lnTo>
                  <a:lnTo>
                    <a:pt x="1453489" y="2514665"/>
                  </a:lnTo>
                  <a:lnTo>
                    <a:pt x="1448359" y="2517205"/>
                  </a:lnTo>
                  <a:lnTo>
                    <a:pt x="1434982" y="2518588"/>
                  </a:lnTo>
                  <a:lnTo>
                    <a:pt x="1423639" y="2521491"/>
                  </a:lnTo>
                  <a:lnTo>
                    <a:pt x="1418739" y="2519919"/>
                  </a:lnTo>
                  <a:lnTo>
                    <a:pt x="1415542" y="2512330"/>
                  </a:lnTo>
                  <a:lnTo>
                    <a:pt x="1415542" y="2504475"/>
                  </a:lnTo>
                  <a:lnTo>
                    <a:pt x="1418134" y="2510497"/>
                  </a:lnTo>
                  <a:lnTo>
                    <a:pt x="1422147" y="2515208"/>
                  </a:lnTo>
                  <a:lnTo>
                    <a:pt x="1423985" y="2513324"/>
                  </a:lnTo>
                  <a:lnTo>
                    <a:pt x="1424673" y="2509155"/>
                  </a:lnTo>
                  <a:lnTo>
                    <a:pt x="1420681" y="2500987"/>
                  </a:lnTo>
                  <a:lnTo>
                    <a:pt x="1407820" y="2490494"/>
                  </a:lnTo>
                  <a:lnTo>
                    <a:pt x="1393185" y="2475168"/>
                  </a:lnTo>
                  <a:lnTo>
                    <a:pt x="1397648" y="2475675"/>
                  </a:lnTo>
                  <a:lnTo>
                    <a:pt x="1398778" y="2472392"/>
                  </a:lnTo>
                  <a:lnTo>
                    <a:pt x="1394240" y="2468085"/>
                  </a:lnTo>
                  <a:lnTo>
                    <a:pt x="1396156" y="2463108"/>
                  </a:lnTo>
                  <a:lnTo>
                    <a:pt x="1399353" y="2457879"/>
                  </a:lnTo>
                  <a:lnTo>
                    <a:pt x="1393177" y="2458663"/>
                  </a:lnTo>
                  <a:lnTo>
                    <a:pt x="1387634" y="2462324"/>
                  </a:lnTo>
                  <a:lnTo>
                    <a:pt x="1387451" y="2466846"/>
                  </a:lnTo>
                  <a:lnTo>
                    <a:pt x="1386355" y="2470441"/>
                  </a:lnTo>
                  <a:lnTo>
                    <a:pt x="1383371" y="2469919"/>
                  </a:lnTo>
                  <a:lnTo>
                    <a:pt x="1377833" y="2465469"/>
                  </a:lnTo>
                  <a:lnTo>
                    <a:pt x="1350567" y="2453081"/>
                  </a:lnTo>
                  <a:lnTo>
                    <a:pt x="1326731" y="2446096"/>
                  </a:lnTo>
                  <a:lnTo>
                    <a:pt x="1345025" y="2442952"/>
                  </a:lnTo>
                  <a:lnTo>
                    <a:pt x="1354947" y="2445395"/>
                  </a:lnTo>
                  <a:lnTo>
                    <a:pt x="1353763" y="2441646"/>
                  </a:lnTo>
                  <a:lnTo>
                    <a:pt x="1351375" y="2439265"/>
                  </a:lnTo>
                  <a:lnTo>
                    <a:pt x="1343549" y="2436249"/>
                  </a:lnTo>
                  <a:lnTo>
                    <a:pt x="1333581" y="2437396"/>
                  </a:lnTo>
                  <a:lnTo>
                    <a:pt x="1327285" y="2435977"/>
                  </a:lnTo>
                  <a:lnTo>
                    <a:pt x="1320846" y="2438968"/>
                  </a:lnTo>
                  <a:lnTo>
                    <a:pt x="1313791" y="2443413"/>
                  </a:lnTo>
                  <a:lnTo>
                    <a:pt x="1307511" y="2445702"/>
                  </a:lnTo>
                  <a:lnTo>
                    <a:pt x="1282933" y="2448902"/>
                  </a:lnTo>
                  <a:lnTo>
                    <a:pt x="1263001" y="2452374"/>
                  </a:lnTo>
                  <a:lnTo>
                    <a:pt x="1266197" y="2448708"/>
                  </a:lnTo>
                  <a:lnTo>
                    <a:pt x="1269606" y="2446352"/>
                  </a:lnTo>
                  <a:lnTo>
                    <a:pt x="1281383" y="2442768"/>
                  </a:lnTo>
                  <a:lnTo>
                    <a:pt x="1283146" y="2435317"/>
                  </a:lnTo>
                  <a:lnTo>
                    <a:pt x="1280379" y="2428142"/>
                  </a:lnTo>
                  <a:lnTo>
                    <a:pt x="1277278" y="2429863"/>
                  </a:lnTo>
                  <a:lnTo>
                    <a:pt x="1274023" y="2435470"/>
                  </a:lnTo>
                  <a:lnTo>
                    <a:pt x="1270031" y="2431430"/>
                  </a:lnTo>
                  <a:lnTo>
                    <a:pt x="1265610" y="2431450"/>
                  </a:lnTo>
                  <a:lnTo>
                    <a:pt x="1264410" y="2440371"/>
                  </a:lnTo>
                  <a:lnTo>
                    <a:pt x="1258742" y="2446352"/>
                  </a:lnTo>
                  <a:lnTo>
                    <a:pt x="1256184" y="2452374"/>
                  </a:lnTo>
                  <a:lnTo>
                    <a:pt x="1239565" y="2457091"/>
                  </a:lnTo>
                  <a:lnTo>
                    <a:pt x="1237435" y="2455519"/>
                  </a:lnTo>
                  <a:lnTo>
                    <a:pt x="1242298" y="2449799"/>
                  </a:lnTo>
                  <a:lnTo>
                    <a:pt x="1241911" y="2446618"/>
                  </a:lnTo>
                  <a:lnTo>
                    <a:pt x="1236364" y="2449348"/>
                  </a:lnTo>
                  <a:lnTo>
                    <a:pt x="1227063" y="2460189"/>
                  </a:lnTo>
                  <a:lnTo>
                    <a:pt x="1194317" y="2463738"/>
                  </a:lnTo>
                  <a:lnTo>
                    <a:pt x="1196105" y="2461275"/>
                  </a:lnTo>
                  <a:lnTo>
                    <a:pt x="1203018" y="2460783"/>
                  </a:lnTo>
                  <a:lnTo>
                    <a:pt x="1212724" y="2457352"/>
                  </a:lnTo>
                  <a:lnTo>
                    <a:pt x="1210761" y="2451576"/>
                  </a:lnTo>
                  <a:lnTo>
                    <a:pt x="1207019" y="2445226"/>
                  </a:lnTo>
                  <a:lnTo>
                    <a:pt x="1203564" y="2444519"/>
                  </a:lnTo>
                  <a:lnTo>
                    <a:pt x="1201285" y="2440796"/>
                  </a:lnTo>
                  <a:lnTo>
                    <a:pt x="1201397" y="2429064"/>
                  </a:lnTo>
                  <a:lnTo>
                    <a:pt x="1199189" y="2422207"/>
                  </a:lnTo>
                  <a:lnTo>
                    <a:pt x="1193859" y="2415150"/>
                  </a:lnTo>
                  <a:lnTo>
                    <a:pt x="1192058" y="2416508"/>
                  </a:lnTo>
                  <a:lnTo>
                    <a:pt x="1188137" y="2428572"/>
                  </a:lnTo>
                  <a:lnTo>
                    <a:pt x="1184878" y="2444396"/>
                  </a:lnTo>
                  <a:lnTo>
                    <a:pt x="1183266" y="2449507"/>
                  </a:lnTo>
                  <a:lnTo>
                    <a:pt x="1173556" y="2449865"/>
                  </a:lnTo>
                  <a:lnTo>
                    <a:pt x="1164963" y="2448785"/>
                  </a:lnTo>
                  <a:lnTo>
                    <a:pt x="1135759" y="2450684"/>
                  </a:lnTo>
                  <a:lnTo>
                    <a:pt x="1124849" y="2445323"/>
                  </a:lnTo>
                  <a:lnTo>
                    <a:pt x="1120324" y="2444294"/>
                  </a:lnTo>
                  <a:lnTo>
                    <a:pt x="1117569" y="2444416"/>
                  </a:lnTo>
                  <a:lnTo>
                    <a:pt x="1104868" y="2449333"/>
                  </a:lnTo>
                  <a:lnTo>
                    <a:pt x="1090395" y="2453096"/>
                  </a:lnTo>
                  <a:lnTo>
                    <a:pt x="1086986" y="2451914"/>
                  </a:lnTo>
                  <a:lnTo>
                    <a:pt x="1082123" y="2451739"/>
                  </a:lnTo>
                  <a:lnTo>
                    <a:pt x="1071630" y="2464552"/>
                  </a:lnTo>
                  <a:lnTo>
                    <a:pt x="1059257" y="2470549"/>
                  </a:lnTo>
                  <a:lnTo>
                    <a:pt x="1028041" y="2459769"/>
                  </a:lnTo>
                  <a:lnTo>
                    <a:pt x="1020277" y="2451099"/>
                  </a:lnTo>
                  <a:lnTo>
                    <a:pt x="1013385" y="2449246"/>
                  </a:lnTo>
                  <a:lnTo>
                    <a:pt x="1004908" y="2448175"/>
                  </a:lnTo>
                  <a:lnTo>
                    <a:pt x="995803" y="2458842"/>
                  </a:lnTo>
                  <a:lnTo>
                    <a:pt x="988885" y="2473237"/>
                  </a:lnTo>
                  <a:lnTo>
                    <a:pt x="999816" y="2481128"/>
                  </a:lnTo>
                  <a:lnTo>
                    <a:pt x="1009172" y="2484902"/>
                  </a:lnTo>
                  <a:lnTo>
                    <a:pt x="1024632" y="2481738"/>
                  </a:lnTo>
                  <a:lnTo>
                    <a:pt x="1033179" y="2474753"/>
                  </a:lnTo>
                  <a:lnTo>
                    <a:pt x="1040159" y="2474983"/>
                  </a:lnTo>
                  <a:lnTo>
                    <a:pt x="1043497" y="2473565"/>
                  </a:lnTo>
                  <a:lnTo>
                    <a:pt x="1046543" y="2469919"/>
                  </a:lnTo>
                  <a:lnTo>
                    <a:pt x="1052511" y="2472797"/>
                  </a:lnTo>
                  <a:lnTo>
                    <a:pt x="1052723" y="2475680"/>
                  </a:lnTo>
                  <a:lnTo>
                    <a:pt x="1048485" y="2479741"/>
                  </a:lnTo>
                  <a:lnTo>
                    <a:pt x="1043147" y="2483161"/>
                  </a:lnTo>
                  <a:lnTo>
                    <a:pt x="1039909" y="2487192"/>
                  </a:lnTo>
                  <a:lnTo>
                    <a:pt x="1046001" y="2495313"/>
                  </a:lnTo>
                  <a:lnTo>
                    <a:pt x="1055569" y="2498043"/>
                  </a:lnTo>
                  <a:lnTo>
                    <a:pt x="1059170" y="2496865"/>
                  </a:lnTo>
                  <a:lnTo>
                    <a:pt x="1061399" y="2487734"/>
                  </a:lnTo>
                  <a:lnTo>
                    <a:pt x="1067283" y="2481856"/>
                  </a:lnTo>
                  <a:lnTo>
                    <a:pt x="1075280" y="2483126"/>
                  </a:lnTo>
                  <a:lnTo>
                    <a:pt x="1074143" y="2486813"/>
                  </a:lnTo>
                  <a:lnTo>
                    <a:pt x="1075264" y="2490295"/>
                  </a:lnTo>
                  <a:lnTo>
                    <a:pt x="1078939" y="2496240"/>
                  </a:lnTo>
                  <a:lnTo>
                    <a:pt x="1078518" y="2504756"/>
                  </a:lnTo>
                  <a:lnTo>
                    <a:pt x="1079231" y="2506810"/>
                  </a:lnTo>
                  <a:lnTo>
                    <a:pt x="1070613" y="2510568"/>
                  </a:lnTo>
                  <a:lnTo>
                    <a:pt x="1064191" y="2511844"/>
                  </a:lnTo>
                  <a:lnTo>
                    <a:pt x="1059053" y="2516765"/>
                  </a:lnTo>
                  <a:lnTo>
                    <a:pt x="1061745" y="2519622"/>
                  </a:lnTo>
                  <a:lnTo>
                    <a:pt x="1056511" y="2522132"/>
                  </a:lnTo>
                  <a:lnTo>
                    <a:pt x="1052973" y="2521128"/>
                  </a:lnTo>
                  <a:lnTo>
                    <a:pt x="1051194" y="2522055"/>
                  </a:lnTo>
                  <a:lnTo>
                    <a:pt x="1050660" y="2525076"/>
                  </a:lnTo>
                  <a:lnTo>
                    <a:pt x="1047956" y="2527882"/>
                  </a:lnTo>
                  <a:lnTo>
                    <a:pt x="1051890" y="2536337"/>
                  </a:lnTo>
                  <a:lnTo>
                    <a:pt x="1059953" y="2541857"/>
                  </a:lnTo>
                  <a:lnTo>
                    <a:pt x="1065642" y="2548776"/>
                  </a:lnTo>
                  <a:lnTo>
                    <a:pt x="1088511" y="2557886"/>
                  </a:lnTo>
                  <a:lnTo>
                    <a:pt x="1094054" y="2557625"/>
                  </a:lnTo>
                  <a:lnTo>
                    <a:pt x="1099509" y="2566796"/>
                  </a:lnTo>
                  <a:lnTo>
                    <a:pt x="1103905" y="2569951"/>
                  </a:lnTo>
                  <a:lnTo>
                    <a:pt x="1108139" y="2571553"/>
                  </a:lnTo>
                  <a:lnTo>
                    <a:pt x="1107655" y="2577862"/>
                  </a:lnTo>
                  <a:lnTo>
                    <a:pt x="1100134" y="2582482"/>
                  </a:lnTo>
                  <a:lnTo>
                    <a:pt x="1098100" y="2587992"/>
                  </a:lnTo>
                  <a:lnTo>
                    <a:pt x="1096208" y="2591090"/>
                  </a:lnTo>
                  <a:lnTo>
                    <a:pt x="1092816" y="2587167"/>
                  </a:lnTo>
                  <a:lnTo>
                    <a:pt x="1089332" y="2584325"/>
                  </a:lnTo>
                  <a:lnTo>
                    <a:pt x="1081269" y="2592969"/>
                  </a:lnTo>
                  <a:lnTo>
                    <a:pt x="1077381" y="2594787"/>
                  </a:lnTo>
                  <a:lnTo>
                    <a:pt x="1079310" y="2585467"/>
                  </a:lnTo>
                  <a:lnTo>
                    <a:pt x="1076264" y="2581816"/>
                  </a:lnTo>
                  <a:lnTo>
                    <a:pt x="1071659" y="2572470"/>
                  </a:lnTo>
                  <a:lnTo>
                    <a:pt x="1064950" y="2566689"/>
                  </a:lnTo>
                  <a:lnTo>
                    <a:pt x="1060224" y="2564773"/>
                  </a:lnTo>
                  <a:lnTo>
                    <a:pt x="1056545" y="2561117"/>
                  </a:lnTo>
                  <a:lnTo>
                    <a:pt x="1052090" y="2559637"/>
                  </a:lnTo>
                  <a:lnTo>
                    <a:pt x="1048289" y="2560016"/>
                  </a:lnTo>
                  <a:lnTo>
                    <a:pt x="1041855" y="2557886"/>
                  </a:lnTo>
                  <a:lnTo>
                    <a:pt x="1041430" y="2552913"/>
                  </a:lnTo>
                  <a:lnTo>
                    <a:pt x="1039646" y="2549190"/>
                  </a:lnTo>
                  <a:lnTo>
                    <a:pt x="1034612" y="2544797"/>
                  </a:lnTo>
                  <a:lnTo>
                    <a:pt x="1010559" y="2536496"/>
                  </a:lnTo>
                  <a:lnTo>
                    <a:pt x="1010413" y="2539932"/>
                  </a:lnTo>
                  <a:lnTo>
                    <a:pt x="1012080" y="2542518"/>
                  </a:lnTo>
                  <a:lnTo>
                    <a:pt x="1015535" y="2544239"/>
                  </a:lnTo>
                  <a:lnTo>
                    <a:pt x="1019669" y="2547588"/>
                  </a:lnTo>
                  <a:lnTo>
                    <a:pt x="1019631" y="2557507"/>
                  </a:lnTo>
                  <a:lnTo>
                    <a:pt x="1017844" y="2561706"/>
                  </a:lnTo>
                  <a:lnTo>
                    <a:pt x="1017077" y="2567687"/>
                  </a:lnTo>
                  <a:lnTo>
                    <a:pt x="1015485" y="2573766"/>
                  </a:lnTo>
                  <a:lnTo>
                    <a:pt x="1012543" y="2578559"/>
                  </a:lnTo>
                  <a:lnTo>
                    <a:pt x="1005975" y="2581826"/>
                  </a:lnTo>
                  <a:lnTo>
                    <a:pt x="1003079" y="2579091"/>
                  </a:lnTo>
                  <a:lnTo>
                    <a:pt x="998395" y="2566002"/>
                  </a:lnTo>
                  <a:lnTo>
                    <a:pt x="991773" y="2561880"/>
                  </a:lnTo>
                  <a:lnTo>
                    <a:pt x="981251" y="2561394"/>
                  </a:lnTo>
                  <a:lnTo>
                    <a:pt x="974104" y="2564353"/>
                  </a:lnTo>
                  <a:lnTo>
                    <a:pt x="966316" y="2577033"/>
                  </a:lnTo>
                  <a:lnTo>
                    <a:pt x="960040" y="2579107"/>
                  </a:lnTo>
                  <a:lnTo>
                    <a:pt x="938558" y="2572537"/>
                  </a:lnTo>
                  <a:lnTo>
                    <a:pt x="914030" y="2562525"/>
                  </a:lnTo>
                  <a:lnTo>
                    <a:pt x="914663" y="2559192"/>
                  </a:lnTo>
                  <a:lnTo>
                    <a:pt x="918522" y="2558121"/>
                  </a:lnTo>
                  <a:lnTo>
                    <a:pt x="925923" y="2559489"/>
                  </a:lnTo>
                  <a:lnTo>
                    <a:pt x="925531" y="2556052"/>
                  </a:lnTo>
                  <a:lnTo>
                    <a:pt x="917968" y="2544868"/>
                  </a:lnTo>
                  <a:lnTo>
                    <a:pt x="916580" y="2539819"/>
                  </a:lnTo>
                  <a:lnTo>
                    <a:pt x="917555" y="2533659"/>
                  </a:lnTo>
                  <a:lnTo>
                    <a:pt x="915088" y="2533797"/>
                  </a:lnTo>
                  <a:lnTo>
                    <a:pt x="910546" y="2538969"/>
                  </a:lnTo>
                  <a:lnTo>
                    <a:pt x="894906" y="2534586"/>
                  </a:lnTo>
                  <a:lnTo>
                    <a:pt x="890589" y="2529347"/>
                  </a:lnTo>
                  <a:lnTo>
                    <a:pt x="881400" y="2514583"/>
                  </a:lnTo>
                  <a:lnTo>
                    <a:pt x="868432" y="2514102"/>
                  </a:lnTo>
                  <a:lnTo>
                    <a:pt x="862564" y="2505151"/>
                  </a:lnTo>
                  <a:lnTo>
                    <a:pt x="851967" y="2508899"/>
                  </a:lnTo>
                  <a:lnTo>
                    <a:pt x="846600" y="2513047"/>
                  </a:lnTo>
                  <a:lnTo>
                    <a:pt x="841883" y="2519474"/>
                  </a:lnTo>
                  <a:lnTo>
                    <a:pt x="843720" y="2522807"/>
                  </a:lnTo>
                  <a:lnTo>
                    <a:pt x="848421" y="2528103"/>
                  </a:lnTo>
                  <a:lnTo>
                    <a:pt x="846275" y="2530658"/>
                  </a:lnTo>
                  <a:lnTo>
                    <a:pt x="831185" y="2534432"/>
                  </a:lnTo>
                  <a:lnTo>
                    <a:pt x="796156" y="2530212"/>
                  </a:lnTo>
                  <a:lnTo>
                    <a:pt x="785913" y="2526269"/>
                  </a:lnTo>
                  <a:lnTo>
                    <a:pt x="772165" y="2517932"/>
                  </a:lnTo>
                  <a:lnTo>
                    <a:pt x="753108" y="2511137"/>
                  </a:lnTo>
                  <a:lnTo>
                    <a:pt x="743932" y="2510041"/>
                  </a:lnTo>
                  <a:lnTo>
                    <a:pt x="734947" y="2511388"/>
                  </a:lnTo>
                  <a:lnTo>
                    <a:pt x="708802" y="2512084"/>
                  </a:lnTo>
                  <a:lnTo>
                    <a:pt x="702735" y="2513892"/>
                  </a:lnTo>
                  <a:lnTo>
                    <a:pt x="697567" y="2516780"/>
                  </a:lnTo>
                  <a:lnTo>
                    <a:pt x="694217" y="2513585"/>
                  </a:lnTo>
                  <a:lnTo>
                    <a:pt x="692667" y="2507880"/>
                  </a:lnTo>
                  <a:lnTo>
                    <a:pt x="695701" y="2506953"/>
                  </a:lnTo>
                  <a:lnTo>
                    <a:pt x="699076" y="2503599"/>
                  </a:lnTo>
                  <a:lnTo>
                    <a:pt x="702122" y="2496967"/>
                  </a:lnTo>
                  <a:lnTo>
                    <a:pt x="702468" y="2492958"/>
                  </a:lnTo>
                  <a:lnTo>
                    <a:pt x="700339" y="2490341"/>
                  </a:lnTo>
                  <a:lnTo>
                    <a:pt x="696288" y="2490080"/>
                  </a:lnTo>
                  <a:lnTo>
                    <a:pt x="687341" y="2507358"/>
                  </a:lnTo>
                  <a:lnTo>
                    <a:pt x="692454" y="2517041"/>
                  </a:lnTo>
                  <a:lnTo>
                    <a:pt x="692104" y="2520534"/>
                  </a:lnTo>
                  <a:lnTo>
                    <a:pt x="674252" y="2522521"/>
                  </a:lnTo>
                  <a:lnTo>
                    <a:pt x="633730" y="2542016"/>
                  </a:lnTo>
                  <a:lnTo>
                    <a:pt x="617928" y="2552529"/>
                  </a:lnTo>
                  <a:lnTo>
                    <a:pt x="618736" y="2548991"/>
                  </a:lnTo>
                  <a:lnTo>
                    <a:pt x="637843" y="2535364"/>
                  </a:lnTo>
                  <a:lnTo>
                    <a:pt x="631096" y="2533280"/>
                  </a:lnTo>
                  <a:lnTo>
                    <a:pt x="620232" y="2536685"/>
                  </a:lnTo>
                  <a:lnTo>
                    <a:pt x="616336" y="2535374"/>
                  </a:lnTo>
                  <a:lnTo>
                    <a:pt x="620936" y="2524108"/>
                  </a:lnTo>
                  <a:lnTo>
                    <a:pt x="619436" y="2514174"/>
                  </a:lnTo>
                  <a:lnTo>
                    <a:pt x="611723" y="2513902"/>
                  </a:lnTo>
                  <a:lnTo>
                    <a:pt x="606810" y="2521835"/>
                  </a:lnTo>
                  <a:lnTo>
                    <a:pt x="603397" y="2521497"/>
                  </a:lnTo>
                  <a:lnTo>
                    <a:pt x="598925" y="2518096"/>
                  </a:lnTo>
                  <a:lnTo>
                    <a:pt x="595462" y="2519172"/>
                  </a:lnTo>
                  <a:lnTo>
                    <a:pt x="598025" y="2537146"/>
                  </a:lnTo>
                  <a:lnTo>
                    <a:pt x="602884" y="2544541"/>
                  </a:lnTo>
                  <a:lnTo>
                    <a:pt x="606947" y="2553968"/>
                  </a:lnTo>
                  <a:lnTo>
                    <a:pt x="595850" y="2565618"/>
                  </a:lnTo>
                  <a:lnTo>
                    <a:pt x="585544" y="2575230"/>
                  </a:lnTo>
                  <a:lnTo>
                    <a:pt x="584427" y="2584520"/>
                  </a:lnTo>
                  <a:lnTo>
                    <a:pt x="574072" y="2596620"/>
                  </a:lnTo>
                  <a:lnTo>
                    <a:pt x="564329" y="2603482"/>
                  </a:lnTo>
                  <a:lnTo>
                    <a:pt x="541438" y="2619613"/>
                  </a:lnTo>
                  <a:lnTo>
                    <a:pt x="534908" y="2623065"/>
                  </a:lnTo>
                  <a:lnTo>
                    <a:pt x="524578" y="2630552"/>
                  </a:lnTo>
                  <a:lnTo>
                    <a:pt x="510326" y="2636164"/>
                  </a:lnTo>
                  <a:lnTo>
                    <a:pt x="496662" y="2645074"/>
                  </a:lnTo>
                  <a:lnTo>
                    <a:pt x="492053" y="2646426"/>
                  </a:lnTo>
                  <a:lnTo>
                    <a:pt x="500779" y="2638883"/>
                  </a:lnTo>
                  <a:lnTo>
                    <a:pt x="511126" y="2631432"/>
                  </a:lnTo>
                  <a:lnTo>
                    <a:pt x="502250" y="2632451"/>
                  </a:lnTo>
                  <a:lnTo>
                    <a:pt x="488569" y="2629000"/>
                  </a:lnTo>
                  <a:lnTo>
                    <a:pt x="480197" y="2628800"/>
                  </a:lnTo>
                  <a:lnTo>
                    <a:pt x="480139" y="2631519"/>
                  </a:lnTo>
                  <a:lnTo>
                    <a:pt x="473771" y="2635360"/>
                  </a:lnTo>
                  <a:lnTo>
                    <a:pt x="467174" y="2629717"/>
                  </a:lnTo>
                  <a:lnTo>
                    <a:pt x="464299" y="2625922"/>
                  </a:lnTo>
                  <a:lnTo>
                    <a:pt x="462936" y="2622645"/>
                  </a:lnTo>
                  <a:lnTo>
                    <a:pt x="460136" y="2621851"/>
                  </a:lnTo>
                  <a:lnTo>
                    <a:pt x="457444" y="2623372"/>
                  </a:lnTo>
                  <a:lnTo>
                    <a:pt x="467291" y="2646452"/>
                  </a:lnTo>
                  <a:lnTo>
                    <a:pt x="471487" y="2647451"/>
                  </a:lnTo>
                  <a:lnTo>
                    <a:pt x="476130" y="2649745"/>
                  </a:lnTo>
                  <a:lnTo>
                    <a:pt x="470350" y="2655122"/>
                  </a:lnTo>
                  <a:lnTo>
                    <a:pt x="464128" y="2659203"/>
                  </a:lnTo>
                  <a:lnTo>
                    <a:pt x="454343" y="2661912"/>
                  </a:lnTo>
                  <a:lnTo>
                    <a:pt x="446051" y="2653488"/>
                  </a:lnTo>
                  <a:lnTo>
                    <a:pt x="444255" y="2664058"/>
                  </a:lnTo>
                  <a:lnTo>
                    <a:pt x="443204" y="2674612"/>
                  </a:lnTo>
                  <a:lnTo>
                    <a:pt x="440421" y="2677321"/>
                  </a:lnTo>
                  <a:lnTo>
                    <a:pt x="435974" y="2681182"/>
                  </a:lnTo>
                  <a:lnTo>
                    <a:pt x="433561" y="2678268"/>
                  </a:lnTo>
                  <a:lnTo>
                    <a:pt x="432415" y="2674187"/>
                  </a:lnTo>
                  <a:lnTo>
                    <a:pt x="429569" y="2677828"/>
                  </a:lnTo>
                  <a:lnTo>
                    <a:pt x="425402" y="2680562"/>
                  </a:lnTo>
                  <a:lnTo>
                    <a:pt x="418526" y="2681110"/>
                  </a:lnTo>
                  <a:lnTo>
                    <a:pt x="413367" y="2682570"/>
                  </a:lnTo>
                  <a:lnTo>
                    <a:pt x="413488" y="2686943"/>
                  </a:lnTo>
                  <a:lnTo>
                    <a:pt x="414667" y="2691337"/>
                  </a:lnTo>
                  <a:lnTo>
                    <a:pt x="423793" y="2687865"/>
                  </a:lnTo>
                  <a:lnTo>
                    <a:pt x="420485" y="2699167"/>
                  </a:lnTo>
                  <a:lnTo>
                    <a:pt x="412092" y="2710335"/>
                  </a:lnTo>
                  <a:lnTo>
                    <a:pt x="405254" y="2712973"/>
                  </a:lnTo>
                  <a:lnTo>
                    <a:pt x="394794" y="2711339"/>
                  </a:lnTo>
                  <a:lnTo>
                    <a:pt x="392210" y="2712461"/>
                  </a:lnTo>
                  <a:lnTo>
                    <a:pt x="389897" y="2714780"/>
                  </a:lnTo>
                  <a:lnTo>
                    <a:pt x="402082" y="2732253"/>
                  </a:lnTo>
                  <a:lnTo>
                    <a:pt x="394252" y="2758605"/>
                  </a:lnTo>
                  <a:lnTo>
                    <a:pt x="389247" y="2768156"/>
                  </a:lnTo>
                  <a:lnTo>
                    <a:pt x="385776" y="2769380"/>
                  </a:lnTo>
                  <a:lnTo>
                    <a:pt x="382013" y="2769656"/>
                  </a:lnTo>
                  <a:lnTo>
                    <a:pt x="368507" y="2761166"/>
                  </a:lnTo>
                  <a:lnTo>
                    <a:pt x="361139" y="2754601"/>
                  </a:lnTo>
                  <a:lnTo>
                    <a:pt x="367632" y="2772467"/>
                  </a:lnTo>
                  <a:lnTo>
                    <a:pt x="385322" y="2777686"/>
                  </a:lnTo>
                  <a:lnTo>
                    <a:pt x="386226" y="2784445"/>
                  </a:lnTo>
                  <a:lnTo>
                    <a:pt x="386126" y="2790222"/>
                  </a:lnTo>
                  <a:lnTo>
                    <a:pt x="382642" y="2797002"/>
                  </a:lnTo>
                  <a:lnTo>
                    <a:pt x="379383" y="2806009"/>
                  </a:lnTo>
                  <a:lnTo>
                    <a:pt x="381788" y="2812283"/>
                  </a:lnTo>
                  <a:lnTo>
                    <a:pt x="384580" y="2827794"/>
                  </a:lnTo>
                  <a:lnTo>
                    <a:pt x="386968" y="2834912"/>
                  </a:lnTo>
                  <a:lnTo>
                    <a:pt x="389593" y="2856507"/>
                  </a:lnTo>
                  <a:lnTo>
                    <a:pt x="392385" y="2865873"/>
                  </a:lnTo>
                  <a:lnTo>
                    <a:pt x="408466" y="2900342"/>
                  </a:lnTo>
                  <a:lnTo>
                    <a:pt x="413888" y="2900608"/>
                  </a:lnTo>
                  <a:lnTo>
                    <a:pt x="414759" y="2904341"/>
                  </a:lnTo>
                  <a:lnTo>
                    <a:pt x="414242" y="2911500"/>
                  </a:lnTo>
                  <a:lnTo>
                    <a:pt x="402674" y="2913585"/>
                  </a:lnTo>
                  <a:lnTo>
                    <a:pt x="397819" y="2916775"/>
                  </a:lnTo>
                  <a:lnTo>
                    <a:pt x="396873" y="2919545"/>
                  </a:lnTo>
                  <a:lnTo>
                    <a:pt x="396156" y="2921041"/>
                  </a:lnTo>
                  <a:lnTo>
                    <a:pt x="394665" y="2920902"/>
                  </a:lnTo>
                  <a:lnTo>
                    <a:pt x="389147" y="2918910"/>
                  </a:lnTo>
                  <a:lnTo>
                    <a:pt x="376604" y="2909119"/>
                  </a:lnTo>
                  <a:lnTo>
                    <a:pt x="358326" y="2903051"/>
                  </a:lnTo>
                  <a:lnTo>
                    <a:pt x="334311" y="2900700"/>
                  </a:lnTo>
                  <a:lnTo>
                    <a:pt x="317904" y="2895800"/>
                  </a:lnTo>
                  <a:lnTo>
                    <a:pt x="309107" y="2888333"/>
                  </a:lnTo>
                  <a:lnTo>
                    <a:pt x="299910" y="2883909"/>
                  </a:lnTo>
                  <a:lnTo>
                    <a:pt x="290317" y="2882516"/>
                  </a:lnTo>
                  <a:lnTo>
                    <a:pt x="282370" y="2878465"/>
                  </a:lnTo>
                  <a:lnTo>
                    <a:pt x="276070" y="2871757"/>
                  </a:lnTo>
                  <a:lnTo>
                    <a:pt x="266856" y="2867476"/>
                  </a:lnTo>
                  <a:lnTo>
                    <a:pt x="254729" y="2865617"/>
                  </a:lnTo>
                  <a:lnTo>
                    <a:pt x="246837" y="2860588"/>
                  </a:lnTo>
                  <a:lnTo>
                    <a:pt x="241348" y="2848293"/>
                  </a:lnTo>
                  <a:lnTo>
                    <a:pt x="241323" y="2848109"/>
                  </a:lnTo>
                  <a:lnTo>
                    <a:pt x="236410" y="2827553"/>
                  </a:lnTo>
                  <a:lnTo>
                    <a:pt x="230222" y="2814674"/>
                  </a:lnTo>
                  <a:lnTo>
                    <a:pt x="218179" y="2798738"/>
                  </a:lnTo>
                  <a:lnTo>
                    <a:pt x="217070" y="2796638"/>
                  </a:lnTo>
                  <a:lnTo>
                    <a:pt x="216970" y="2794016"/>
                  </a:lnTo>
                  <a:lnTo>
                    <a:pt x="218462" y="2784742"/>
                  </a:lnTo>
                  <a:lnTo>
                    <a:pt x="217191" y="2778075"/>
                  </a:lnTo>
                  <a:lnTo>
                    <a:pt x="213378" y="2772642"/>
                  </a:lnTo>
                  <a:lnTo>
                    <a:pt x="212503" y="2766891"/>
                  </a:lnTo>
                  <a:lnTo>
                    <a:pt x="214570" y="2760838"/>
                  </a:lnTo>
                  <a:lnTo>
                    <a:pt x="214703" y="2753566"/>
                  </a:lnTo>
                  <a:lnTo>
                    <a:pt x="212907" y="2745076"/>
                  </a:lnTo>
                  <a:lnTo>
                    <a:pt x="205227" y="2735894"/>
                  </a:lnTo>
                  <a:lnTo>
                    <a:pt x="191663" y="2726031"/>
                  </a:lnTo>
                  <a:lnTo>
                    <a:pt x="180107" y="2711626"/>
                  </a:lnTo>
                  <a:lnTo>
                    <a:pt x="170568" y="2692689"/>
                  </a:lnTo>
                  <a:lnTo>
                    <a:pt x="161133" y="2679569"/>
                  </a:lnTo>
                  <a:lnTo>
                    <a:pt x="151803" y="2672261"/>
                  </a:lnTo>
                  <a:lnTo>
                    <a:pt x="145423" y="2663341"/>
                  </a:lnTo>
                  <a:lnTo>
                    <a:pt x="141989" y="2652807"/>
                  </a:lnTo>
                  <a:lnTo>
                    <a:pt x="140977" y="2646693"/>
                  </a:lnTo>
                  <a:lnTo>
                    <a:pt x="142377" y="2645003"/>
                  </a:lnTo>
                  <a:lnTo>
                    <a:pt x="136643" y="2633291"/>
                  </a:lnTo>
                  <a:lnTo>
                    <a:pt x="123774" y="2611568"/>
                  </a:lnTo>
                  <a:lnTo>
                    <a:pt x="116382" y="2595683"/>
                  </a:lnTo>
                  <a:lnTo>
                    <a:pt x="114477" y="2585641"/>
                  </a:lnTo>
                  <a:lnTo>
                    <a:pt x="106289" y="2573689"/>
                  </a:lnTo>
                  <a:lnTo>
                    <a:pt x="91820" y="2559827"/>
                  </a:lnTo>
                  <a:lnTo>
                    <a:pt x="83952" y="2550809"/>
                  </a:lnTo>
                  <a:lnTo>
                    <a:pt x="82019" y="2544546"/>
                  </a:lnTo>
                  <a:lnTo>
                    <a:pt x="59441" y="2526331"/>
                  </a:lnTo>
                  <a:lnTo>
                    <a:pt x="52882" y="2514952"/>
                  </a:lnTo>
                  <a:lnTo>
                    <a:pt x="47760" y="2511357"/>
                  </a:lnTo>
                  <a:lnTo>
                    <a:pt x="41880" y="2511746"/>
                  </a:lnTo>
                  <a:lnTo>
                    <a:pt x="38863" y="2510656"/>
                  </a:lnTo>
                  <a:lnTo>
                    <a:pt x="38713" y="2508085"/>
                  </a:lnTo>
                  <a:lnTo>
                    <a:pt x="36809" y="2507962"/>
                  </a:lnTo>
                  <a:lnTo>
                    <a:pt x="33146" y="2510297"/>
                  </a:lnTo>
                  <a:lnTo>
                    <a:pt x="21136" y="2510768"/>
                  </a:lnTo>
                  <a:lnTo>
                    <a:pt x="775" y="2509380"/>
                  </a:lnTo>
                  <a:lnTo>
                    <a:pt x="0" y="2509217"/>
                  </a:lnTo>
                  <a:lnTo>
                    <a:pt x="0" y="699813"/>
                  </a:lnTo>
                  <a:lnTo>
                    <a:pt x="1430380" y="699813"/>
                  </a:lnTo>
                  <a:lnTo>
                    <a:pt x="1444880" y="707161"/>
                  </a:lnTo>
                  <a:lnTo>
                    <a:pt x="1461444" y="715554"/>
                  </a:lnTo>
                  <a:lnTo>
                    <a:pt x="1465620" y="729509"/>
                  </a:lnTo>
                  <a:lnTo>
                    <a:pt x="1469687" y="743095"/>
                  </a:lnTo>
                  <a:lnTo>
                    <a:pt x="1479384" y="752958"/>
                  </a:lnTo>
                  <a:lnTo>
                    <a:pt x="1488260" y="761965"/>
                  </a:lnTo>
                  <a:lnTo>
                    <a:pt x="1493399" y="761494"/>
                  </a:lnTo>
                  <a:lnTo>
                    <a:pt x="1498612" y="757689"/>
                  </a:lnTo>
                  <a:lnTo>
                    <a:pt x="1501921" y="755856"/>
                  </a:lnTo>
                  <a:lnTo>
                    <a:pt x="1507467" y="755554"/>
                  </a:lnTo>
                  <a:lnTo>
                    <a:pt x="1519802" y="752297"/>
                  </a:lnTo>
                  <a:lnTo>
                    <a:pt x="1523448" y="753009"/>
                  </a:lnTo>
                  <a:lnTo>
                    <a:pt x="1525520" y="754637"/>
                  </a:lnTo>
                  <a:lnTo>
                    <a:pt x="1525690" y="757187"/>
                  </a:lnTo>
                  <a:lnTo>
                    <a:pt x="1525269" y="759215"/>
                  </a:lnTo>
                  <a:lnTo>
                    <a:pt x="1523361" y="763286"/>
                  </a:lnTo>
                  <a:lnTo>
                    <a:pt x="1526374" y="771045"/>
                  </a:lnTo>
                  <a:lnTo>
                    <a:pt x="1527007" y="779663"/>
                  </a:lnTo>
                  <a:lnTo>
                    <a:pt x="1528662" y="786177"/>
                  </a:lnTo>
                  <a:lnTo>
                    <a:pt x="1533712" y="794514"/>
                  </a:lnTo>
                  <a:lnTo>
                    <a:pt x="1538100" y="801028"/>
                  </a:lnTo>
                  <a:lnTo>
                    <a:pt x="1543626" y="802287"/>
                  </a:lnTo>
                  <a:lnTo>
                    <a:pt x="1556415" y="798493"/>
                  </a:lnTo>
                  <a:lnTo>
                    <a:pt x="1564429" y="797059"/>
                  </a:lnTo>
                  <a:lnTo>
                    <a:pt x="1568979" y="797678"/>
                  </a:lnTo>
                  <a:lnTo>
                    <a:pt x="1576764" y="803777"/>
                  </a:lnTo>
                  <a:lnTo>
                    <a:pt x="1580573" y="807444"/>
                  </a:lnTo>
                  <a:lnTo>
                    <a:pt x="1581481" y="810491"/>
                  </a:lnTo>
                  <a:lnTo>
                    <a:pt x="1570967" y="829111"/>
                  </a:lnTo>
                  <a:lnTo>
                    <a:pt x="1587640" y="838349"/>
                  </a:lnTo>
                  <a:lnTo>
                    <a:pt x="1606247" y="848447"/>
                  </a:lnTo>
                  <a:lnTo>
                    <a:pt x="1628433" y="860486"/>
                  </a:lnTo>
                  <a:lnTo>
                    <a:pt x="1641998" y="867855"/>
                  </a:lnTo>
                  <a:lnTo>
                    <a:pt x="1659862" y="878379"/>
                  </a:lnTo>
                  <a:lnTo>
                    <a:pt x="1662921" y="893373"/>
                  </a:lnTo>
                  <a:lnTo>
                    <a:pt x="1665497" y="906027"/>
                  </a:lnTo>
                  <a:lnTo>
                    <a:pt x="1668780" y="923668"/>
                  </a:lnTo>
                  <a:lnTo>
                    <a:pt x="1672127" y="941663"/>
                  </a:lnTo>
                  <a:lnTo>
                    <a:pt x="1675465" y="959592"/>
                  </a:lnTo>
                  <a:lnTo>
                    <a:pt x="1679002" y="978621"/>
                  </a:lnTo>
                  <a:lnTo>
                    <a:pt x="1682890" y="999524"/>
                  </a:lnTo>
                  <a:lnTo>
                    <a:pt x="1686345" y="1018078"/>
                  </a:lnTo>
                  <a:lnTo>
                    <a:pt x="1690116" y="1038331"/>
                  </a:lnTo>
                  <a:lnTo>
                    <a:pt x="1695130" y="1064688"/>
                  </a:lnTo>
                  <a:lnTo>
                    <a:pt x="1690646" y="1074843"/>
                  </a:lnTo>
                  <a:lnTo>
                    <a:pt x="1680882" y="1096955"/>
                  </a:lnTo>
                  <a:lnTo>
                    <a:pt x="1672056" y="1116942"/>
                  </a:lnTo>
                  <a:lnTo>
                    <a:pt x="1671285" y="1122739"/>
                  </a:lnTo>
                  <a:lnTo>
                    <a:pt x="1665217" y="1151882"/>
                  </a:lnTo>
                  <a:lnTo>
                    <a:pt x="1660354" y="1163921"/>
                  </a:lnTo>
                  <a:lnTo>
                    <a:pt x="1651836" y="1170911"/>
                  </a:lnTo>
                  <a:lnTo>
                    <a:pt x="1643381" y="1177686"/>
                  </a:lnTo>
                  <a:lnTo>
                    <a:pt x="1632834" y="1189039"/>
                  </a:lnTo>
                  <a:lnTo>
                    <a:pt x="1621232" y="1194647"/>
                  </a:lnTo>
                  <a:lnTo>
                    <a:pt x="1615306" y="1197945"/>
                  </a:lnTo>
                  <a:lnTo>
                    <a:pt x="1612202" y="1203147"/>
                  </a:lnTo>
                  <a:lnTo>
                    <a:pt x="1608776" y="1214552"/>
                  </a:lnTo>
                  <a:lnTo>
                    <a:pt x="1609435" y="1231968"/>
                  </a:lnTo>
                  <a:lnTo>
                    <a:pt x="1618990" y="1246957"/>
                  </a:lnTo>
                  <a:lnTo>
                    <a:pt x="1632967" y="1255340"/>
                  </a:lnTo>
                  <a:lnTo>
                    <a:pt x="1648003" y="1263503"/>
                  </a:lnTo>
                  <a:lnTo>
                    <a:pt x="1669422" y="1263538"/>
                  </a:lnTo>
                  <a:lnTo>
                    <a:pt x="1688687" y="1252646"/>
                  </a:lnTo>
                  <a:lnTo>
                    <a:pt x="1709098" y="1241109"/>
                  </a:lnTo>
                  <a:lnTo>
                    <a:pt x="1727296" y="1230821"/>
                  </a:lnTo>
                  <a:lnTo>
                    <a:pt x="1748941" y="1218587"/>
                  </a:lnTo>
                  <a:lnTo>
                    <a:pt x="1768544" y="1207500"/>
                  </a:lnTo>
                  <a:lnTo>
                    <a:pt x="1789830" y="1203516"/>
                  </a:lnTo>
                  <a:lnTo>
                    <a:pt x="1819325" y="1198001"/>
                  </a:lnTo>
                  <a:lnTo>
                    <a:pt x="1856455" y="1191052"/>
                  </a:lnTo>
                  <a:lnTo>
                    <a:pt x="1874533" y="1183140"/>
                  </a:lnTo>
                  <a:lnTo>
                    <a:pt x="1897894" y="1172914"/>
                  </a:lnTo>
                  <a:lnTo>
                    <a:pt x="1924844" y="1161115"/>
                  </a:lnTo>
                  <a:lnTo>
                    <a:pt x="1948101" y="1150935"/>
                  </a:lnTo>
                  <a:lnTo>
                    <a:pt x="1959794" y="1145291"/>
                  </a:lnTo>
                  <a:lnTo>
                    <a:pt x="1968112" y="1138854"/>
                  </a:lnTo>
                  <a:lnTo>
                    <a:pt x="1970175" y="1134092"/>
                  </a:lnTo>
                  <a:lnTo>
                    <a:pt x="1969683" y="1131357"/>
                  </a:lnTo>
                  <a:lnTo>
                    <a:pt x="1967537" y="1128618"/>
                  </a:lnTo>
                  <a:lnTo>
                    <a:pt x="1964570" y="1126595"/>
                  </a:lnTo>
                  <a:lnTo>
                    <a:pt x="1961932" y="1124874"/>
                  </a:lnTo>
                  <a:lnTo>
                    <a:pt x="1960694" y="1122744"/>
                  </a:lnTo>
                  <a:lnTo>
                    <a:pt x="1960448" y="1118084"/>
                  </a:lnTo>
                  <a:lnTo>
                    <a:pt x="1958831" y="1115406"/>
                  </a:lnTo>
                  <a:lnTo>
                    <a:pt x="1957290" y="1113434"/>
                  </a:lnTo>
                  <a:lnTo>
                    <a:pt x="1957873" y="1095398"/>
                  </a:lnTo>
                  <a:lnTo>
                    <a:pt x="1955839" y="1089806"/>
                  </a:lnTo>
                  <a:lnTo>
                    <a:pt x="1948259" y="1075632"/>
                  </a:lnTo>
                  <a:lnTo>
                    <a:pt x="1962715" y="1069276"/>
                  </a:lnTo>
                  <a:lnTo>
                    <a:pt x="1976109" y="1063382"/>
                  </a:lnTo>
                  <a:lnTo>
                    <a:pt x="1986789" y="1059019"/>
                  </a:lnTo>
                  <a:lnTo>
                    <a:pt x="2009163" y="1058333"/>
                  </a:lnTo>
                  <a:lnTo>
                    <a:pt x="2029941" y="1058420"/>
                  </a:lnTo>
                  <a:lnTo>
                    <a:pt x="2058578" y="1058538"/>
                  </a:lnTo>
                  <a:lnTo>
                    <a:pt x="2082706" y="1058635"/>
                  </a:lnTo>
                  <a:lnTo>
                    <a:pt x="2110856" y="1058753"/>
                  </a:lnTo>
                  <a:lnTo>
                    <a:pt x="2127358" y="1058820"/>
                  </a:lnTo>
                  <a:lnTo>
                    <a:pt x="2148982" y="1058615"/>
                  </a:lnTo>
                  <a:lnTo>
                    <a:pt x="2159521" y="1042253"/>
                  </a:lnTo>
                  <a:lnTo>
                    <a:pt x="2168939" y="1027623"/>
                  </a:lnTo>
                  <a:lnTo>
                    <a:pt x="2179311" y="1013643"/>
                  </a:lnTo>
                  <a:lnTo>
                    <a:pt x="2197751" y="997230"/>
                  </a:lnTo>
                  <a:lnTo>
                    <a:pt x="2203106" y="994281"/>
                  </a:lnTo>
                  <a:lnTo>
                    <a:pt x="2206060" y="987808"/>
                  </a:lnTo>
                  <a:lnTo>
                    <a:pt x="2217237" y="981658"/>
                  </a:lnTo>
                  <a:lnTo>
                    <a:pt x="2229551" y="975953"/>
                  </a:lnTo>
                  <a:lnTo>
                    <a:pt x="2234381" y="970602"/>
                  </a:lnTo>
                  <a:lnTo>
                    <a:pt x="2236718" y="967555"/>
                  </a:lnTo>
                  <a:lnTo>
                    <a:pt x="2270060" y="938693"/>
                  </a:lnTo>
                  <a:lnTo>
                    <a:pt x="2288996" y="925363"/>
                  </a:lnTo>
                  <a:lnTo>
                    <a:pt x="2304636" y="917943"/>
                  </a:lnTo>
                  <a:lnTo>
                    <a:pt x="2316542" y="914399"/>
                  </a:lnTo>
                  <a:lnTo>
                    <a:pt x="2324580" y="914906"/>
                  </a:lnTo>
                  <a:lnTo>
                    <a:pt x="2329152" y="91440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69" name="ph3869"/>
            <p:cNvSpPr/>
            <p:nvPr/>
          </p:nvSpPr>
          <p:spPr>
            <a:xfrm>
              <a:off x="5683433" y="1685361"/>
              <a:ext cx="1296309" cy="1268258"/>
            </a:xfrm>
            <a:custGeom>
              <a:avLst/>
              <a:gdLst/>
              <a:ahLst/>
              <a:cxnLst/>
              <a:rect l="0" t="0" r="0" b="0"/>
              <a:pathLst>
                <a:path w="972232" h="951193">
                  <a:moveTo>
                    <a:pt x="914400" y="914400"/>
                  </a:moveTo>
                  <a:lnTo>
                    <a:pt x="919884" y="915086"/>
                  </a:lnTo>
                  <a:lnTo>
                    <a:pt x="924601" y="913094"/>
                  </a:lnTo>
                  <a:lnTo>
                    <a:pt x="929068" y="909069"/>
                  </a:lnTo>
                  <a:lnTo>
                    <a:pt x="939440" y="903625"/>
                  </a:lnTo>
                  <a:lnTo>
                    <a:pt x="948279" y="901244"/>
                  </a:lnTo>
                  <a:lnTo>
                    <a:pt x="951063" y="900752"/>
                  </a:lnTo>
                  <a:lnTo>
                    <a:pt x="955276" y="904572"/>
                  </a:lnTo>
                  <a:lnTo>
                    <a:pt x="963635" y="901505"/>
                  </a:lnTo>
                  <a:lnTo>
                    <a:pt x="972232" y="899784"/>
                  </a:lnTo>
                  <a:lnTo>
                    <a:pt x="935044" y="917252"/>
                  </a:lnTo>
                  <a:lnTo>
                    <a:pt x="927439" y="919218"/>
                  </a:lnTo>
                  <a:lnTo>
                    <a:pt x="916558" y="924421"/>
                  </a:lnTo>
                  <a:lnTo>
                    <a:pt x="906273" y="928108"/>
                  </a:lnTo>
                  <a:lnTo>
                    <a:pt x="898868" y="929450"/>
                  </a:lnTo>
                  <a:lnTo>
                    <a:pt x="862047" y="942416"/>
                  </a:lnTo>
                  <a:lnTo>
                    <a:pt x="859125" y="942698"/>
                  </a:lnTo>
                  <a:lnTo>
                    <a:pt x="855967" y="941433"/>
                  </a:lnTo>
                  <a:lnTo>
                    <a:pt x="825638" y="948110"/>
                  </a:lnTo>
                  <a:lnTo>
                    <a:pt x="813190" y="948863"/>
                  </a:lnTo>
                  <a:lnTo>
                    <a:pt x="801855" y="951193"/>
                  </a:lnTo>
                  <a:lnTo>
                    <a:pt x="810240" y="945816"/>
                  </a:lnTo>
                  <a:lnTo>
                    <a:pt x="810423" y="943804"/>
                  </a:lnTo>
                  <a:lnTo>
                    <a:pt x="808419" y="942232"/>
                  </a:lnTo>
                  <a:lnTo>
                    <a:pt x="803935" y="942687"/>
                  </a:lnTo>
                  <a:lnTo>
                    <a:pt x="799342" y="948223"/>
                  </a:lnTo>
                  <a:lnTo>
                    <a:pt x="792012" y="950072"/>
                  </a:lnTo>
                  <a:lnTo>
                    <a:pt x="790550" y="944044"/>
                  </a:lnTo>
                  <a:lnTo>
                    <a:pt x="792996" y="939379"/>
                  </a:lnTo>
                  <a:lnTo>
                    <a:pt x="796309" y="934955"/>
                  </a:lnTo>
                  <a:lnTo>
                    <a:pt x="803589" y="928001"/>
                  </a:lnTo>
                  <a:lnTo>
                    <a:pt x="814003" y="923592"/>
                  </a:lnTo>
                  <a:lnTo>
                    <a:pt x="819295" y="919782"/>
                  </a:lnTo>
                  <a:lnTo>
                    <a:pt x="822962" y="923136"/>
                  </a:lnTo>
                  <a:lnTo>
                    <a:pt x="823767" y="918604"/>
                  </a:lnTo>
                  <a:lnTo>
                    <a:pt x="826588" y="915987"/>
                  </a:lnTo>
                  <a:lnTo>
                    <a:pt x="829655" y="914579"/>
                  </a:lnTo>
                  <a:lnTo>
                    <a:pt x="837031" y="914543"/>
                  </a:lnTo>
                  <a:lnTo>
                    <a:pt x="841002" y="913831"/>
                  </a:lnTo>
                  <a:lnTo>
                    <a:pt x="843873" y="912326"/>
                  </a:lnTo>
                  <a:lnTo>
                    <a:pt x="846820" y="912044"/>
                  </a:lnTo>
                  <a:lnTo>
                    <a:pt x="854887" y="914097"/>
                  </a:lnTo>
                  <a:lnTo>
                    <a:pt x="862768" y="913508"/>
                  </a:lnTo>
                  <a:lnTo>
                    <a:pt x="869131" y="910671"/>
                  </a:lnTo>
                  <a:lnTo>
                    <a:pt x="875744" y="909719"/>
                  </a:lnTo>
                  <a:lnTo>
                    <a:pt x="893238" y="909079"/>
                  </a:lnTo>
                  <a:lnTo>
                    <a:pt x="910624" y="907005"/>
                  </a:lnTo>
                  <a:lnTo>
                    <a:pt x="917575" y="903318"/>
                  </a:lnTo>
                  <a:lnTo>
                    <a:pt x="932177" y="892984"/>
                  </a:lnTo>
                  <a:lnTo>
                    <a:pt x="940578" y="890101"/>
                  </a:lnTo>
                  <a:lnTo>
                    <a:pt x="927497" y="902109"/>
                  </a:lnTo>
                  <a:lnTo>
                    <a:pt x="920467" y="90761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70" name="ph3870"/>
            <p:cNvSpPr/>
            <p:nvPr/>
          </p:nvSpPr>
          <p:spPr>
            <a:xfrm>
              <a:off x="6176771" y="1211088"/>
              <a:ext cx="1225823" cy="1228048"/>
            </a:xfrm>
            <a:custGeom>
              <a:avLst/>
              <a:gdLst/>
              <a:ahLst/>
              <a:cxnLst/>
              <a:rect l="0" t="0" r="0" b="0"/>
              <a:pathLst>
                <a:path w="919367" h="921036">
                  <a:moveTo>
                    <a:pt x="914400" y="914399"/>
                  </a:moveTo>
                  <a:lnTo>
                    <a:pt x="908953" y="913508"/>
                  </a:lnTo>
                  <a:lnTo>
                    <a:pt x="909065" y="919044"/>
                  </a:lnTo>
                  <a:lnTo>
                    <a:pt x="908457" y="921036"/>
                  </a:lnTo>
                  <a:lnTo>
                    <a:pt x="902423" y="918189"/>
                  </a:lnTo>
                  <a:lnTo>
                    <a:pt x="900210" y="916356"/>
                  </a:lnTo>
                  <a:lnTo>
                    <a:pt x="900402" y="909023"/>
                  </a:lnTo>
                  <a:lnTo>
                    <a:pt x="905732" y="902089"/>
                  </a:lnTo>
                  <a:lnTo>
                    <a:pt x="909795" y="899349"/>
                  </a:lnTo>
                  <a:lnTo>
                    <a:pt x="915033" y="901249"/>
                  </a:lnTo>
                  <a:lnTo>
                    <a:pt x="919054" y="909012"/>
                  </a:lnTo>
                  <a:lnTo>
                    <a:pt x="919367" y="91235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71" name="ph3871"/>
            <p:cNvSpPr/>
            <p:nvPr/>
          </p:nvSpPr>
          <p:spPr>
            <a:xfrm>
              <a:off x="5495103" y="1741663"/>
              <a:ext cx="1238375" cy="1219199"/>
            </a:xfrm>
            <a:custGeom>
              <a:avLst/>
              <a:gdLst/>
              <a:ahLst/>
              <a:cxnLst/>
              <a:rect l="0" t="0" r="0" b="0"/>
              <a:pathLst>
                <a:path w="928781" h="914399">
                  <a:moveTo>
                    <a:pt x="914400" y="914399"/>
                  </a:moveTo>
                  <a:lnTo>
                    <a:pt x="918471" y="904342"/>
                  </a:lnTo>
                  <a:lnTo>
                    <a:pt x="925955" y="899743"/>
                  </a:lnTo>
                  <a:lnTo>
                    <a:pt x="928664" y="900701"/>
                  </a:lnTo>
                  <a:lnTo>
                    <a:pt x="928781" y="904255"/>
                  </a:lnTo>
                  <a:lnTo>
                    <a:pt x="927730" y="907292"/>
                  </a:lnTo>
                  <a:lnTo>
                    <a:pt x="922709" y="911972"/>
                  </a:lnTo>
                  <a:lnTo>
                    <a:pt x="918475" y="91396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72" name="ph3872"/>
            <p:cNvSpPr/>
            <p:nvPr/>
          </p:nvSpPr>
          <p:spPr>
            <a:xfrm>
              <a:off x="5887755" y="1628573"/>
              <a:ext cx="1250537" cy="1219199"/>
            </a:xfrm>
            <a:custGeom>
              <a:avLst/>
              <a:gdLst/>
              <a:ahLst/>
              <a:cxnLst/>
              <a:rect l="0" t="0" r="0" b="0"/>
              <a:pathLst>
                <a:path w="937903" h="914399">
                  <a:moveTo>
                    <a:pt x="914400" y="914399"/>
                  </a:moveTo>
                  <a:lnTo>
                    <a:pt x="910653" y="911091"/>
                  </a:lnTo>
                  <a:lnTo>
                    <a:pt x="916516" y="909560"/>
                  </a:lnTo>
                  <a:lnTo>
                    <a:pt x="923922" y="901700"/>
                  </a:lnTo>
                  <a:lnTo>
                    <a:pt x="928847" y="900788"/>
                  </a:lnTo>
                  <a:lnTo>
                    <a:pt x="936586" y="905238"/>
                  </a:lnTo>
                  <a:lnTo>
                    <a:pt x="937903" y="90927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73" name="ph3873"/>
            <p:cNvSpPr/>
            <p:nvPr/>
          </p:nvSpPr>
          <p:spPr>
            <a:xfrm>
              <a:off x="5830219" y="1609393"/>
              <a:ext cx="1225900" cy="1219200"/>
            </a:xfrm>
            <a:custGeom>
              <a:avLst/>
              <a:gdLst/>
              <a:ahLst/>
              <a:cxnLst/>
              <a:rect l="0" t="0" r="0" b="0"/>
              <a:pathLst>
                <a:path w="919425" h="914400">
                  <a:moveTo>
                    <a:pt x="914400" y="914400"/>
                  </a:moveTo>
                  <a:lnTo>
                    <a:pt x="909678" y="913898"/>
                  </a:lnTo>
                  <a:lnTo>
                    <a:pt x="912074" y="910026"/>
                  </a:lnTo>
                  <a:lnTo>
                    <a:pt x="912987" y="904342"/>
                  </a:lnTo>
                  <a:lnTo>
                    <a:pt x="915316" y="898100"/>
                  </a:lnTo>
                  <a:lnTo>
                    <a:pt x="916658" y="896190"/>
                  </a:lnTo>
                  <a:lnTo>
                    <a:pt x="919425" y="894505"/>
                  </a:lnTo>
                  <a:lnTo>
                    <a:pt x="918625" y="91153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74" name="ph3874"/>
            <p:cNvSpPr/>
            <p:nvPr/>
          </p:nvSpPr>
          <p:spPr>
            <a:xfrm>
              <a:off x="5970849" y="1639477"/>
              <a:ext cx="1227979" cy="1219199"/>
            </a:xfrm>
            <a:custGeom>
              <a:avLst/>
              <a:gdLst/>
              <a:ahLst/>
              <a:cxnLst/>
              <a:rect l="0" t="0" r="0" b="0"/>
              <a:pathLst>
                <a:path w="920984" h="914399">
                  <a:moveTo>
                    <a:pt x="914400" y="914399"/>
                  </a:moveTo>
                  <a:lnTo>
                    <a:pt x="899210" y="910533"/>
                  </a:lnTo>
                  <a:lnTo>
                    <a:pt x="911707" y="907256"/>
                  </a:lnTo>
                  <a:lnTo>
                    <a:pt x="913749" y="906114"/>
                  </a:lnTo>
                  <a:lnTo>
                    <a:pt x="915379" y="901295"/>
                  </a:lnTo>
                  <a:lnTo>
                    <a:pt x="915583" y="898878"/>
                  </a:lnTo>
                  <a:lnTo>
                    <a:pt x="920329" y="909243"/>
                  </a:lnTo>
                  <a:lnTo>
                    <a:pt x="920984" y="91271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75" name="ph3875"/>
            <p:cNvSpPr/>
            <p:nvPr/>
          </p:nvSpPr>
          <p:spPr>
            <a:xfrm>
              <a:off x="5334097" y="2396526"/>
              <a:ext cx="1220916" cy="1219200"/>
            </a:xfrm>
            <a:custGeom>
              <a:avLst/>
              <a:gdLst/>
              <a:ahLst/>
              <a:cxnLst/>
              <a:rect l="0" t="0" r="0" b="0"/>
              <a:pathLst>
                <a:path w="915687" h="914400">
                  <a:moveTo>
                    <a:pt x="914400" y="914400"/>
                  </a:moveTo>
                  <a:lnTo>
                    <a:pt x="908732" y="902806"/>
                  </a:lnTo>
                  <a:lnTo>
                    <a:pt x="914562" y="906554"/>
                  </a:lnTo>
                  <a:lnTo>
                    <a:pt x="915604" y="909673"/>
                  </a:lnTo>
                  <a:lnTo>
                    <a:pt x="915687" y="91226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76" name="ph3876"/>
            <p:cNvSpPr/>
            <p:nvPr/>
          </p:nvSpPr>
          <p:spPr>
            <a:xfrm>
              <a:off x="5330969" y="2483609"/>
              <a:ext cx="1244441" cy="1219200"/>
            </a:xfrm>
            <a:custGeom>
              <a:avLst/>
              <a:gdLst/>
              <a:ahLst/>
              <a:cxnLst/>
              <a:rect l="0" t="0" r="0" b="0"/>
              <a:pathLst>
                <a:path w="933331" h="914400">
                  <a:moveTo>
                    <a:pt x="914400" y="914400"/>
                  </a:moveTo>
                  <a:lnTo>
                    <a:pt x="913391" y="913483"/>
                  </a:lnTo>
                  <a:lnTo>
                    <a:pt x="926509" y="907502"/>
                  </a:lnTo>
                  <a:lnTo>
                    <a:pt x="930647" y="886434"/>
                  </a:lnTo>
                  <a:lnTo>
                    <a:pt x="931214" y="876720"/>
                  </a:lnTo>
                  <a:lnTo>
                    <a:pt x="929247" y="859595"/>
                  </a:lnTo>
                  <a:lnTo>
                    <a:pt x="929314" y="856057"/>
                  </a:lnTo>
                  <a:lnTo>
                    <a:pt x="931448" y="861577"/>
                  </a:lnTo>
                  <a:lnTo>
                    <a:pt x="933331" y="877555"/>
                  </a:lnTo>
                  <a:lnTo>
                    <a:pt x="932623" y="889671"/>
                  </a:lnTo>
                  <a:lnTo>
                    <a:pt x="928818" y="907322"/>
                  </a:lnTo>
                  <a:lnTo>
                    <a:pt x="925847" y="91154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77" name="ph3877"/>
            <p:cNvSpPr/>
            <p:nvPr/>
          </p:nvSpPr>
          <p:spPr>
            <a:xfrm>
              <a:off x="5298493" y="2496753"/>
              <a:ext cx="1239880" cy="1219200"/>
            </a:xfrm>
            <a:custGeom>
              <a:avLst/>
              <a:gdLst/>
              <a:ahLst/>
              <a:cxnLst/>
              <a:rect l="0" t="0" r="0" b="0"/>
              <a:pathLst>
                <a:path w="929910" h="914400">
                  <a:moveTo>
                    <a:pt x="914400" y="914400"/>
                  </a:moveTo>
                  <a:lnTo>
                    <a:pt x="912649" y="913954"/>
                  </a:lnTo>
                  <a:lnTo>
                    <a:pt x="922826" y="908603"/>
                  </a:lnTo>
                  <a:lnTo>
                    <a:pt x="929910" y="90691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78" name="ph3878"/>
            <p:cNvSpPr/>
            <p:nvPr/>
          </p:nvSpPr>
          <p:spPr>
            <a:xfrm>
              <a:off x="5234212" y="2564902"/>
              <a:ext cx="1255748" cy="1219200"/>
            </a:xfrm>
            <a:custGeom>
              <a:avLst/>
              <a:gdLst/>
              <a:ahLst/>
              <a:cxnLst/>
              <a:rect l="0" t="0" r="0" b="0"/>
              <a:pathLst>
                <a:path w="941811" h="914400">
                  <a:moveTo>
                    <a:pt x="914400" y="914400"/>
                  </a:moveTo>
                  <a:lnTo>
                    <a:pt x="922213" y="901305"/>
                  </a:lnTo>
                  <a:lnTo>
                    <a:pt x="937644" y="884698"/>
                  </a:lnTo>
                  <a:lnTo>
                    <a:pt x="941811" y="882158"/>
                  </a:lnTo>
                  <a:lnTo>
                    <a:pt x="928981" y="896343"/>
                  </a:lnTo>
                  <a:lnTo>
                    <a:pt x="916525" y="91319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79" name="ph3879"/>
            <p:cNvSpPr/>
            <p:nvPr/>
          </p:nvSpPr>
          <p:spPr>
            <a:xfrm>
              <a:off x="4603311" y="3712104"/>
              <a:ext cx="1223256" cy="1219200"/>
            </a:xfrm>
            <a:custGeom>
              <a:avLst/>
              <a:gdLst/>
              <a:ahLst/>
              <a:cxnLst/>
              <a:rect l="0" t="0" r="0" b="0"/>
              <a:pathLst>
                <a:path w="917442" h="914400">
                  <a:moveTo>
                    <a:pt x="914400" y="914400"/>
                  </a:moveTo>
                  <a:lnTo>
                    <a:pt x="908245" y="912392"/>
                  </a:lnTo>
                  <a:lnTo>
                    <a:pt x="904882" y="908797"/>
                  </a:lnTo>
                  <a:lnTo>
                    <a:pt x="903431" y="901761"/>
                  </a:lnTo>
                  <a:lnTo>
                    <a:pt x="908790" y="909212"/>
                  </a:lnTo>
                  <a:lnTo>
                    <a:pt x="910712" y="910897"/>
                  </a:lnTo>
                  <a:lnTo>
                    <a:pt x="917442" y="91166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80" name="ph3880"/>
            <p:cNvSpPr/>
            <p:nvPr/>
          </p:nvSpPr>
          <p:spPr>
            <a:xfrm>
              <a:off x="4601905" y="3702865"/>
              <a:ext cx="1219360" cy="1219199"/>
            </a:xfrm>
            <a:custGeom>
              <a:avLst/>
              <a:gdLst/>
              <a:ahLst/>
              <a:cxnLst/>
              <a:rect l="0" t="0" r="0" b="0"/>
              <a:pathLst>
                <a:path w="914520" h="914399">
                  <a:moveTo>
                    <a:pt x="914400" y="914399"/>
                  </a:moveTo>
                  <a:lnTo>
                    <a:pt x="910099" y="904081"/>
                  </a:lnTo>
                  <a:lnTo>
                    <a:pt x="907236" y="892677"/>
                  </a:lnTo>
                  <a:lnTo>
                    <a:pt x="911332" y="896369"/>
                  </a:lnTo>
                  <a:lnTo>
                    <a:pt x="914520" y="90823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81" name="ph3881"/>
            <p:cNvSpPr/>
            <p:nvPr/>
          </p:nvSpPr>
          <p:spPr>
            <a:xfrm>
              <a:off x="4773123" y="3918121"/>
              <a:ext cx="1256009" cy="1219200"/>
            </a:xfrm>
            <a:custGeom>
              <a:avLst/>
              <a:gdLst/>
              <a:ahLst/>
              <a:cxnLst/>
              <a:rect l="0" t="0" r="0" b="0"/>
              <a:pathLst>
                <a:path w="942007" h="914400">
                  <a:moveTo>
                    <a:pt x="914400" y="914400"/>
                  </a:moveTo>
                  <a:lnTo>
                    <a:pt x="916279" y="909463"/>
                  </a:lnTo>
                  <a:lnTo>
                    <a:pt x="922892" y="898909"/>
                  </a:lnTo>
                  <a:lnTo>
                    <a:pt x="925030" y="893941"/>
                  </a:lnTo>
                  <a:lnTo>
                    <a:pt x="929497" y="890792"/>
                  </a:lnTo>
                  <a:lnTo>
                    <a:pt x="933656" y="885098"/>
                  </a:lnTo>
                  <a:lnTo>
                    <a:pt x="933969" y="878456"/>
                  </a:lnTo>
                  <a:lnTo>
                    <a:pt x="940011" y="873811"/>
                  </a:lnTo>
                  <a:lnTo>
                    <a:pt x="942007" y="873145"/>
                  </a:lnTo>
                  <a:lnTo>
                    <a:pt x="931360" y="89467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82" name="ph3882"/>
            <p:cNvSpPr/>
            <p:nvPr/>
          </p:nvSpPr>
          <p:spPr>
            <a:xfrm>
              <a:off x="3492919" y="3284356"/>
              <a:ext cx="1227912" cy="1219200"/>
            </a:xfrm>
            <a:custGeom>
              <a:avLst/>
              <a:gdLst/>
              <a:ahLst/>
              <a:cxnLst/>
              <a:rect l="0" t="0" r="0" b="0"/>
              <a:pathLst>
                <a:path w="920934" h="914400">
                  <a:moveTo>
                    <a:pt x="914400" y="914400"/>
                  </a:moveTo>
                  <a:lnTo>
                    <a:pt x="900285" y="905315"/>
                  </a:lnTo>
                  <a:lnTo>
                    <a:pt x="899398" y="901413"/>
                  </a:lnTo>
                  <a:lnTo>
                    <a:pt x="906361" y="897885"/>
                  </a:lnTo>
                  <a:lnTo>
                    <a:pt x="910611" y="898197"/>
                  </a:lnTo>
                  <a:lnTo>
                    <a:pt x="917333" y="902811"/>
                  </a:lnTo>
                  <a:lnTo>
                    <a:pt x="919792" y="904096"/>
                  </a:lnTo>
                  <a:lnTo>
                    <a:pt x="920934" y="905965"/>
                  </a:lnTo>
                  <a:lnTo>
                    <a:pt x="920284" y="908889"/>
                  </a:lnTo>
                  <a:lnTo>
                    <a:pt x="917571" y="91290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83" name="ph3883"/>
            <p:cNvSpPr/>
            <p:nvPr/>
          </p:nvSpPr>
          <p:spPr>
            <a:xfrm>
              <a:off x="2900607" y="3506317"/>
              <a:ext cx="1241536" cy="1219199"/>
            </a:xfrm>
            <a:custGeom>
              <a:avLst/>
              <a:gdLst/>
              <a:ahLst/>
              <a:cxnLst/>
              <a:rect l="0" t="0" r="0" b="0"/>
              <a:pathLst>
                <a:path w="931152" h="914399">
                  <a:moveTo>
                    <a:pt x="914400" y="914399"/>
                  </a:moveTo>
                  <a:lnTo>
                    <a:pt x="918529" y="905812"/>
                  </a:lnTo>
                  <a:lnTo>
                    <a:pt x="919296" y="902370"/>
                  </a:lnTo>
                  <a:lnTo>
                    <a:pt x="926068" y="891504"/>
                  </a:lnTo>
                  <a:lnTo>
                    <a:pt x="929643" y="889886"/>
                  </a:lnTo>
                  <a:lnTo>
                    <a:pt x="931152" y="894510"/>
                  </a:lnTo>
                  <a:lnTo>
                    <a:pt x="924188" y="902145"/>
                  </a:lnTo>
                  <a:lnTo>
                    <a:pt x="916250" y="91414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84" name="ph3884"/>
            <p:cNvSpPr/>
            <p:nvPr/>
          </p:nvSpPr>
          <p:spPr>
            <a:xfrm>
              <a:off x="2927337" y="3471461"/>
              <a:ext cx="1264439" cy="1219200"/>
            </a:xfrm>
            <a:custGeom>
              <a:avLst/>
              <a:gdLst/>
              <a:ahLst/>
              <a:cxnLst/>
              <a:rect l="0" t="0" r="0" b="0"/>
              <a:pathLst>
                <a:path w="948329" h="914400">
                  <a:moveTo>
                    <a:pt x="914399" y="914400"/>
                  </a:moveTo>
                  <a:lnTo>
                    <a:pt x="918283" y="908736"/>
                  </a:lnTo>
                  <a:lnTo>
                    <a:pt x="924597" y="905878"/>
                  </a:lnTo>
                  <a:lnTo>
                    <a:pt x="938449" y="894996"/>
                  </a:lnTo>
                  <a:lnTo>
                    <a:pt x="944099" y="894249"/>
                  </a:lnTo>
                  <a:lnTo>
                    <a:pt x="947041" y="890500"/>
                  </a:lnTo>
                  <a:lnTo>
                    <a:pt x="948329" y="889947"/>
                  </a:lnTo>
                  <a:lnTo>
                    <a:pt x="947496" y="894541"/>
                  </a:lnTo>
                  <a:lnTo>
                    <a:pt x="936352" y="901065"/>
                  </a:lnTo>
                  <a:lnTo>
                    <a:pt x="917533" y="91396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85" name="ph3885"/>
            <p:cNvSpPr/>
            <p:nvPr/>
          </p:nvSpPr>
          <p:spPr>
            <a:xfrm>
              <a:off x="2860917" y="3598138"/>
              <a:ext cx="1256099" cy="1219199"/>
            </a:xfrm>
            <a:custGeom>
              <a:avLst/>
              <a:gdLst/>
              <a:ahLst/>
              <a:cxnLst/>
              <a:rect l="0" t="0" r="0" b="0"/>
              <a:pathLst>
                <a:path w="942074" h="914399">
                  <a:moveTo>
                    <a:pt x="914399" y="914399"/>
                  </a:moveTo>
                  <a:lnTo>
                    <a:pt x="915133" y="905407"/>
                  </a:lnTo>
                  <a:lnTo>
                    <a:pt x="922063" y="884975"/>
                  </a:lnTo>
                  <a:lnTo>
                    <a:pt x="936144" y="858121"/>
                  </a:lnTo>
                  <a:lnTo>
                    <a:pt x="942074" y="853624"/>
                  </a:lnTo>
                  <a:lnTo>
                    <a:pt x="925830" y="883075"/>
                  </a:lnTo>
                  <a:lnTo>
                    <a:pt x="917062" y="90836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86" name="ph3886"/>
            <p:cNvSpPr/>
            <p:nvPr/>
          </p:nvSpPr>
          <p:spPr>
            <a:xfrm>
              <a:off x="3122092" y="3333320"/>
              <a:ext cx="1255843" cy="1219199"/>
            </a:xfrm>
            <a:custGeom>
              <a:avLst/>
              <a:gdLst/>
              <a:ahLst/>
              <a:cxnLst/>
              <a:rect l="0" t="0" r="0" b="0"/>
              <a:pathLst>
                <a:path w="941882" h="914399">
                  <a:moveTo>
                    <a:pt x="914400" y="914399"/>
                  </a:moveTo>
                  <a:lnTo>
                    <a:pt x="933002" y="898269"/>
                  </a:lnTo>
                  <a:lnTo>
                    <a:pt x="936902" y="892902"/>
                  </a:lnTo>
                  <a:lnTo>
                    <a:pt x="941882" y="893137"/>
                  </a:lnTo>
                  <a:lnTo>
                    <a:pt x="933577" y="902176"/>
                  </a:lnTo>
                  <a:lnTo>
                    <a:pt x="918663" y="91339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87" name="ph3887"/>
            <p:cNvSpPr/>
            <p:nvPr/>
          </p:nvSpPr>
          <p:spPr>
            <a:xfrm>
              <a:off x="2883709" y="3756096"/>
              <a:ext cx="1220772" cy="1219200"/>
            </a:xfrm>
            <a:custGeom>
              <a:avLst/>
              <a:gdLst/>
              <a:ahLst/>
              <a:cxnLst/>
              <a:rect l="0" t="0" r="0" b="0"/>
              <a:pathLst>
                <a:path w="915579" h="914400">
                  <a:moveTo>
                    <a:pt x="914399" y="914400"/>
                  </a:moveTo>
                  <a:lnTo>
                    <a:pt x="907332" y="891658"/>
                  </a:lnTo>
                  <a:lnTo>
                    <a:pt x="895830" y="840192"/>
                  </a:lnTo>
                  <a:lnTo>
                    <a:pt x="895397" y="810860"/>
                  </a:lnTo>
                  <a:lnTo>
                    <a:pt x="897206" y="800761"/>
                  </a:lnTo>
                  <a:lnTo>
                    <a:pt x="900173" y="842189"/>
                  </a:lnTo>
                  <a:lnTo>
                    <a:pt x="912887" y="894802"/>
                  </a:lnTo>
                  <a:lnTo>
                    <a:pt x="915579" y="90953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88" name="ph3888"/>
            <p:cNvSpPr/>
            <p:nvPr/>
          </p:nvSpPr>
          <p:spPr>
            <a:xfrm>
              <a:off x="5818596" y="1609093"/>
              <a:ext cx="1223589" cy="1219199"/>
            </a:xfrm>
            <a:custGeom>
              <a:avLst/>
              <a:gdLst/>
              <a:ahLst/>
              <a:cxnLst/>
              <a:rect l="0" t="0" r="0" b="0"/>
              <a:pathLst>
                <a:path w="917692" h="914399">
                  <a:moveTo>
                    <a:pt x="914400" y="914399"/>
                  </a:moveTo>
                  <a:lnTo>
                    <a:pt x="913516" y="909335"/>
                  </a:lnTo>
                  <a:lnTo>
                    <a:pt x="915175" y="903512"/>
                  </a:lnTo>
                  <a:lnTo>
                    <a:pt x="916854" y="903379"/>
                  </a:lnTo>
                  <a:lnTo>
                    <a:pt x="917692" y="906477"/>
                  </a:lnTo>
                  <a:lnTo>
                    <a:pt x="916766" y="91245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89" name="ph3889"/>
            <p:cNvSpPr/>
            <p:nvPr/>
          </p:nvSpPr>
          <p:spPr>
            <a:xfrm>
              <a:off x="5493441" y="1880003"/>
              <a:ext cx="1235557" cy="1219200"/>
            </a:xfrm>
            <a:custGeom>
              <a:avLst/>
              <a:gdLst/>
              <a:ahLst/>
              <a:cxnLst/>
              <a:rect l="0" t="0" r="0" b="0"/>
              <a:pathLst>
                <a:path w="926668" h="914400">
                  <a:moveTo>
                    <a:pt x="914400" y="914400"/>
                  </a:moveTo>
                  <a:lnTo>
                    <a:pt x="914170" y="911347"/>
                  </a:lnTo>
                  <a:lnTo>
                    <a:pt x="926668" y="891637"/>
                  </a:lnTo>
                  <a:lnTo>
                    <a:pt x="924409" y="89852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90" name="ph3890"/>
            <p:cNvSpPr/>
            <p:nvPr/>
          </p:nvSpPr>
          <p:spPr>
            <a:xfrm>
              <a:off x="5365080" y="2111755"/>
              <a:ext cx="1251132" cy="1219199"/>
            </a:xfrm>
            <a:custGeom>
              <a:avLst/>
              <a:gdLst/>
              <a:ahLst/>
              <a:cxnLst/>
              <a:rect l="0" t="0" r="0" b="0"/>
              <a:pathLst>
                <a:path w="938349" h="914399">
                  <a:moveTo>
                    <a:pt x="914400" y="914399"/>
                  </a:moveTo>
                  <a:lnTo>
                    <a:pt x="927418" y="893399"/>
                  </a:lnTo>
                  <a:lnTo>
                    <a:pt x="934977" y="875803"/>
                  </a:lnTo>
                  <a:lnTo>
                    <a:pt x="938349" y="869720"/>
                  </a:lnTo>
                  <a:lnTo>
                    <a:pt x="935077" y="882051"/>
                  </a:lnTo>
                  <a:lnTo>
                    <a:pt x="929360" y="893388"/>
                  </a:lnTo>
                  <a:lnTo>
                    <a:pt x="918279" y="91269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91" name="ph3891"/>
            <p:cNvSpPr/>
            <p:nvPr/>
          </p:nvSpPr>
          <p:spPr>
            <a:xfrm>
              <a:off x="5229667" y="2561958"/>
              <a:ext cx="1221733" cy="1219200"/>
            </a:xfrm>
            <a:custGeom>
              <a:avLst/>
              <a:gdLst/>
              <a:ahLst/>
              <a:cxnLst/>
              <a:rect l="0" t="0" r="0" b="0"/>
              <a:pathLst>
                <a:path w="916300" h="914400">
                  <a:moveTo>
                    <a:pt x="914400" y="914400"/>
                  </a:moveTo>
                  <a:lnTo>
                    <a:pt x="911045" y="913242"/>
                  </a:lnTo>
                  <a:lnTo>
                    <a:pt x="906423" y="911030"/>
                  </a:lnTo>
                  <a:lnTo>
                    <a:pt x="905402" y="909407"/>
                  </a:lnTo>
                  <a:lnTo>
                    <a:pt x="909811" y="909996"/>
                  </a:lnTo>
                  <a:lnTo>
                    <a:pt x="916300" y="91415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92" name="ph3892"/>
            <p:cNvSpPr/>
            <p:nvPr/>
          </p:nvSpPr>
          <p:spPr>
            <a:xfrm>
              <a:off x="4683883" y="3963472"/>
              <a:ext cx="1224317" cy="1219200"/>
            </a:xfrm>
            <a:custGeom>
              <a:avLst/>
              <a:gdLst/>
              <a:ahLst/>
              <a:cxnLst/>
              <a:rect l="0" t="0" r="0" b="0"/>
              <a:pathLst>
                <a:path w="918238" h="914400">
                  <a:moveTo>
                    <a:pt x="914400" y="914400"/>
                  </a:moveTo>
                  <a:lnTo>
                    <a:pt x="913183" y="913734"/>
                  </a:lnTo>
                  <a:lnTo>
                    <a:pt x="913183" y="910590"/>
                  </a:lnTo>
                  <a:lnTo>
                    <a:pt x="909545" y="903630"/>
                  </a:lnTo>
                  <a:lnTo>
                    <a:pt x="909682" y="901807"/>
                  </a:lnTo>
                  <a:lnTo>
                    <a:pt x="918025" y="908618"/>
                  </a:lnTo>
                  <a:lnTo>
                    <a:pt x="918238" y="910446"/>
                  </a:lnTo>
                  <a:lnTo>
                    <a:pt x="916958" y="91224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93" name="ph3893"/>
            <p:cNvSpPr/>
            <p:nvPr/>
          </p:nvSpPr>
          <p:spPr>
            <a:xfrm>
              <a:off x="4742652" y="3939178"/>
              <a:ext cx="1226384" cy="1219200"/>
            </a:xfrm>
            <a:custGeom>
              <a:avLst/>
              <a:gdLst/>
              <a:ahLst/>
              <a:cxnLst/>
              <a:rect l="0" t="0" r="0" b="0"/>
              <a:pathLst>
                <a:path w="919788" h="914400">
                  <a:moveTo>
                    <a:pt x="914400" y="914400"/>
                  </a:moveTo>
                  <a:lnTo>
                    <a:pt x="915208" y="912909"/>
                  </a:lnTo>
                  <a:lnTo>
                    <a:pt x="918575" y="909929"/>
                  </a:lnTo>
                  <a:lnTo>
                    <a:pt x="919788" y="911086"/>
                  </a:lnTo>
                  <a:lnTo>
                    <a:pt x="919654" y="912576"/>
                  </a:lnTo>
                  <a:lnTo>
                    <a:pt x="916016" y="91440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94" name="ph3894"/>
            <p:cNvSpPr/>
            <p:nvPr/>
          </p:nvSpPr>
          <p:spPr>
            <a:xfrm>
              <a:off x="4763499" y="3925925"/>
              <a:ext cx="1224951" cy="1219200"/>
            </a:xfrm>
            <a:custGeom>
              <a:avLst/>
              <a:gdLst/>
              <a:ahLst/>
              <a:cxnLst/>
              <a:rect l="0" t="0" r="0" b="0"/>
              <a:pathLst>
                <a:path w="918713" h="914400">
                  <a:moveTo>
                    <a:pt x="914399" y="914400"/>
                  </a:moveTo>
                  <a:lnTo>
                    <a:pt x="917767" y="909924"/>
                  </a:lnTo>
                  <a:lnTo>
                    <a:pt x="918713" y="910257"/>
                  </a:lnTo>
                  <a:lnTo>
                    <a:pt x="916691" y="91390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95" name="ph3895"/>
            <p:cNvSpPr/>
            <p:nvPr/>
          </p:nvSpPr>
          <p:spPr>
            <a:xfrm>
              <a:off x="4715153" y="3954637"/>
              <a:ext cx="1237352" cy="1219200"/>
            </a:xfrm>
            <a:custGeom>
              <a:avLst/>
              <a:gdLst/>
              <a:ahLst/>
              <a:cxnLst/>
              <a:rect l="0" t="0" r="0" b="0"/>
              <a:pathLst>
                <a:path w="928014" h="914400">
                  <a:moveTo>
                    <a:pt x="914399" y="914400"/>
                  </a:moveTo>
                  <a:lnTo>
                    <a:pt x="910357" y="912576"/>
                  </a:lnTo>
                  <a:lnTo>
                    <a:pt x="914804" y="910093"/>
                  </a:lnTo>
                  <a:lnTo>
                    <a:pt x="928014" y="907440"/>
                  </a:lnTo>
                  <a:lnTo>
                    <a:pt x="923026" y="910753"/>
                  </a:lnTo>
                  <a:lnTo>
                    <a:pt x="918308" y="91191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96" name="ph3896"/>
            <p:cNvSpPr/>
            <p:nvPr/>
          </p:nvSpPr>
          <p:spPr>
            <a:xfrm>
              <a:off x="4672653" y="3110778"/>
              <a:ext cx="1224261" cy="1219200"/>
            </a:xfrm>
            <a:custGeom>
              <a:avLst/>
              <a:gdLst/>
              <a:ahLst/>
              <a:cxnLst/>
              <a:rect l="0" t="0" r="0" b="0"/>
              <a:pathLst>
                <a:path w="918196" h="914400">
                  <a:moveTo>
                    <a:pt x="914400" y="914400"/>
                  </a:moveTo>
                  <a:lnTo>
                    <a:pt x="912758" y="905351"/>
                  </a:lnTo>
                  <a:lnTo>
                    <a:pt x="912595" y="896563"/>
                  </a:lnTo>
                  <a:lnTo>
                    <a:pt x="915470" y="891366"/>
                  </a:lnTo>
                  <a:lnTo>
                    <a:pt x="918196" y="88884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97" name="ph3897"/>
            <p:cNvSpPr/>
            <p:nvPr/>
          </p:nvSpPr>
          <p:spPr>
            <a:xfrm>
              <a:off x="4653535" y="3969050"/>
              <a:ext cx="1230561" cy="1219200"/>
            </a:xfrm>
            <a:custGeom>
              <a:avLst/>
              <a:gdLst/>
              <a:ahLst/>
              <a:cxnLst/>
              <a:rect l="0" t="0" r="0" b="0"/>
              <a:pathLst>
                <a:path w="922921" h="914400">
                  <a:moveTo>
                    <a:pt x="914400" y="914400"/>
                  </a:moveTo>
                  <a:lnTo>
                    <a:pt x="918858" y="910272"/>
                  </a:lnTo>
                  <a:lnTo>
                    <a:pt x="920304" y="904004"/>
                  </a:lnTo>
                  <a:lnTo>
                    <a:pt x="922921" y="908900"/>
                  </a:lnTo>
                  <a:lnTo>
                    <a:pt x="922871" y="911870"/>
                  </a:lnTo>
                  <a:lnTo>
                    <a:pt x="919929" y="91336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98" name="ph3898"/>
            <p:cNvSpPr/>
            <p:nvPr/>
          </p:nvSpPr>
          <p:spPr>
            <a:xfrm>
              <a:off x="4819784" y="3603417"/>
              <a:ext cx="1219200" cy="1219200"/>
            </a:xfrm>
            <a:custGeom>
              <a:avLst/>
              <a:gdLst/>
              <a:ahLst/>
              <a:cxnLst/>
              <a:rect l="0" t="0" r="0" b="0"/>
              <a:pathLst>
                <a:path w="914400" h="914400">
                  <a:moveTo>
                    <a:pt x="914400" y="914400"/>
                  </a:moveTo>
                  <a:lnTo>
                    <a:pt x="906553" y="896487"/>
                  </a:lnTo>
                  <a:lnTo>
                    <a:pt x="896855" y="868398"/>
                  </a:lnTo>
                  <a:lnTo>
                    <a:pt x="891663" y="846675"/>
                  </a:lnTo>
                  <a:lnTo>
                    <a:pt x="895176" y="852549"/>
                  </a:lnTo>
                  <a:lnTo>
                    <a:pt x="898610" y="864706"/>
                  </a:lnTo>
                  <a:lnTo>
                    <a:pt x="913012" y="90667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99" name="ph3899"/>
            <p:cNvSpPr/>
            <p:nvPr/>
          </p:nvSpPr>
          <p:spPr>
            <a:xfrm>
              <a:off x="4633309" y="3975721"/>
              <a:ext cx="1227228" cy="1219200"/>
            </a:xfrm>
            <a:custGeom>
              <a:avLst/>
              <a:gdLst/>
              <a:ahLst/>
              <a:cxnLst/>
              <a:rect l="0" t="0" r="0" b="0"/>
              <a:pathLst>
                <a:path w="920421" h="914400">
                  <a:moveTo>
                    <a:pt x="914400" y="914400"/>
                  </a:moveTo>
                  <a:lnTo>
                    <a:pt x="914212" y="912776"/>
                  </a:lnTo>
                  <a:lnTo>
                    <a:pt x="917946" y="910794"/>
                  </a:lnTo>
                  <a:lnTo>
                    <a:pt x="920421" y="910928"/>
                  </a:lnTo>
                  <a:lnTo>
                    <a:pt x="920329" y="913124"/>
                  </a:lnTo>
                  <a:lnTo>
                    <a:pt x="916566" y="91416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00" name="ph3900"/>
            <p:cNvSpPr/>
            <p:nvPr/>
          </p:nvSpPr>
          <p:spPr>
            <a:xfrm>
              <a:off x="3821468" y="3260056"/>
              <a:ext cx="1227272" cy="1219200"/>
            </a:xfrm>
            <a:custGeom>
              <a:avLst/>
              <a:gdLst/>
              <a:ahLst/>
              <a:cxnLst/>
              <a:rect l="0" t="0" r="0" b="0"/>
              <a:pathLst>
                <a:path w="920454" h="914400">
                  <a:moveTo>
                    <a:pt x="914400" y="914400"/>
                  </a:moveTo>
                  <a:lnTo>
                    <a:pt x="914612" y="912305"/>
                  </a:lnTo>
                  <a:lnTo>
                    <a:pt x="918021" y="906810"/>
                  </a:lnTo>
                  <a:lnTo>
                    <a:pt x="920454" y="904675"/>
                  </a:lnTo>
                  <a:lnTo>
                    <a:pt x="919033" y="90891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01" name="ph3901"/>
            <p:cNvSpPr/>
            <p:nvPr/>
          </p:nvSpPr>
          <p:spPr>
            <a:xfrm>
              <a:off x="3863907" y="3183912"/>
              <a:ext cx="1220627" cy="1219199"/>
            </a:xfrm>
            <a:custGeom>
              <a:avLst/>
              <a:gdLst/>
              <a:ahLst/>
              <a:cxnLst/>
              <a:rect l="0" t="0" r="0" b="0"/>
              <a:pathLst>
                <a:path w="915470" h="914399">
                  <a:moveTo>
                    <a:pt x="914400" y="914399"/>
                  </a:moveTo>
                  <a:lnTo>
                    <a:pt x="906840" y="912218"/>
                  </a:lnTo>
                  <a:lnTo>
                    <a:pt x="902244" y="910190"/>
                  </a:lnTo>
                  <a:lnTo>
                    <a:pt x="901410" y="908162"/>
                  </a:lnTo>
                  <a:lnTo>
                    <a:pt x="914116" y="911844"/>
                  </a:lnTo>
                  <a:lnTo>
                    <a:pt x="915470" y="91323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02" name="ph3902"/>
            <p:cNvSpPr/>
            <p:nvPr/>
          </p:nvSpPr>
          <p:spPr>
            <a:xfrm>
              <a:off x="3910713" y="3180258"/>
              <a:ext cx="1229212" cy="1219200"/>
            </a:xfrm>
            <a:custGeom>
              <a:avLst/>
              <a:gdLst/>
              <a:ahLst/>
              <a:cxnLst/>
              <a:rect l="0" t="0" r="0" b="0"/>
              <a:pathLst>
                <a:path w="921909" h="914400">
                  <a:moveTo>
                    <a:pt x="914399" y="914400"/>
                  </a:moveTo>
                  <a:lnTo>
                    <a:pt x="903269" y="914190"/>
                  </a:lnTo>
                  <a:lnTo>
                    <a:pt x="901006" y="913401"/>
                  </a:lnTo>
                  <a:lnTo>
                    <a:pt x="905473" y="911900"/>
                  </a:lnTo>
                  <a:lnTo>
                    <a:pt x="918663" y="909908"/>
                  </a:lnTo>
                  <a:lnTo>
                    <a:pt x="921909" y="91215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03" name="ph3903"/>
            <p:cNvSpPr/>
            <p:nvPr/>
          </p:nvSpPr>
          <p:spPr>
            <a:xfrm>
              <a:off x="3789964" y="3207290"/>
              <a:ext cx="1223272" cy="1219200"/>
            </a:xfrm>
            <a:custGeom>
              <a:avLst/>
              <a:gdLst/>
              <a:ahLst/>
              <a:cxnLst/>
              <a:rect l="0" t="0" r="0" b="0"/>
              <a:pathLst>
                <a:path w="917454" h="914400">
                  <a:moveTo>
                    <a:pt x="914400" y="914400"/>
                  </a:moveTo>
                  <a:lnTo>
                    <a:pt x="910220" y="911972"/>
                  </a:lnTo>
                  <a:lnTo>
                    <a:pt x="904027" y="911752"/>
                  </a:lnTo>
                  <a:lnTo>
                    <a:pt x="906753" y="910088"/>
                  </a:lnTo>
                  <a:lnTo>
                    <a:pt x="908665" y="908464"/>
                  </a:lnTo>
                  <a:lnTo>
                    <a:pt x="909620" y="906718"/>
                  </a:lnTo>
                  <a:lnTo>
                    <a:pt x="917454" y="900655"/>
                  </a:lnTo>
                  <a:lnTo>
                    <a:pt x="915233" y="905105"/>
                  </a:lnTo>
                  <a:lnTo>
                    <a:pt x="914099" y="90952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04" name="ph3904"/>
            <p:cNvSpPr/>
            <p:nvPr/>
          </p:nvSpPr>
          <p:spPr>
            <a:xfrm>
              <a:off x="3831475" y="3243888"/>
              <a:ext cx="1224100" cy="1219200"/>
            </a:xfrm>
            <a:custGeom>
              <a:avLst/>
              <a:gdLst/>
              <a:ahLst/>
              <a:cxnLst/>
              <a:rect l="0" t="0" r="0" b="0"/>
              <a:pathLst>
                <a:path w="918075" h="914400">
                  <a:moveTo>
                    <a:pt x="914400" y="914400"/>
                  </a:moveTo>
                  <a:lnTo>
                    <a:pt x="916762" y="898407"/>
                  </a:lnTo>
                  <a:lnTo>
                    <a:pt x="913441" y="884944"/>
                  </a:lnTo>
                  <a:lnTo>
                    <a:pt x="916942" y="890854"/>
                  </a:lnTo>
                  <a:lnTo>
                    <a:pt x="918075" y="897885"/>
                  </a:lnTo>
                  <a:lnTo>
                    <a:pt x="916808" y="91106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05" name="ph3905"/>
            <p:cNvSpPr/>
            <p:nvPr/>
          </p:nvSpPr>
          <p:spPr>
            <a:xfrm>
              <a:off x="4269284" y="3267553"/>
              <a:ext cx="1250048" cy="1219200"/>
            </a:xfrm>
            <a:custGeom>
              <a:avLst/>
              <a:gdLst/>
              <a:ahLst/>
              <a:cxnLst/>
              <a:rect l="0" t="0" r="0" b="0"/>
              <a:pathLst>
                <a:path w="937536" h="914400">
                  <a:moveTo>
                    <a:pt x="914400" y="914400"/>
                  </a:moveTo>
                  <a:lnTo>
                    <a:pt x="905140" y="911655"/>
                  </a:lnTo>
                  <a:lnTo>
                    <a:pt x="910895" y="911132"/>
                  </a:lnTo>
                  <a:lnTo>
                    <a:pt x="915058" y="912244"/>
                  </a:lnTo>
                  <a:lnTo>
                    <a:pt x="925601" y="906846"/>
                  </a:lnTo>
                  <a:lnTo>
                    <a:pt x="931131" y="902760"/>
                  </a:lnTo>
                  <a:lnTo>
                    <a:pt x="937536" y="901208"/>
                  </a:lnTo>
                  <a:lnTo>
                    <a:pt x="922963" y="91062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06" name="ph3906"/>
            <p:cNvSpPr/>
            <p:nvPr/>
          </p:nvSpPr>
          <p:spPr>
            <a:xfrm>
              <a:off x="6129465" y="1230206"/>
              <a:ext cx="1223523" cy="1219200"/>
            </a:xfrm>
            <a:custGeom>
              <a:avLst/>
              <a:gdLst/>
              <a:ahLst/>
              <a:cxnLst/>
              <a:rect l="0" t="0" r="0" b="0"/>
              <a:pathLst>
                <a:path w="917642" h="914400">
                  <a:moveTo>
                    <a:pt x="914400" y="914400"/>
                  </a:moveTo>
                  <a:lnTo>
                    <a:pt x="910941" y="913729"/>
                  </a:lnTo>
                  <a:lnTo>
                    <a:pt x="910828" y="908557"/>
                  </a:lnTo>
                  <a:lnTo>
                    <a:pt x="911874" y="906800"/>
                  </a:lnTo>
                  <a:lnTo>
                    <a:pt x="913070" y="906017"/>
                  </a:lnTo>
                  <a:lnTo>
                    <a:pt x="914845" y="907471"/>
                  </a:lnTo>
                  <a:lnTo>
                    <a:pt x="917642" y="91232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07" name="ph3907"/>
            <p:cNvSpPr/>
            <p:nvPr/>
          </p:nvSpPr>
          <p:spPr>
            <a:xfrm>
              <a:off x="2336776" y="3241116"/>
              <a:ext cx="1770489" cy="2029643"/>
            </a:xfrm>
            <a:custGeom>
              <a:avLst/>
              <a:gdLst/>
              <a:ahLst/>
              <a:cxnLst/>
              <a:rect l="0" t="0" r="0" b="0"/>
              <a:pathLst>
                <a:path w="1327867" h="1522232">
                  <a:moveTo>
                    <a:pt x="914400" y="914400"/>
                  </a:moveTo>
                  <a:lnTo>
                    <a:pt x="934761" y="915787"/>
                  </a:lnTo>
                  <a:lnTo>
                    <a:pt x="946770" y="915316"/>
                  </a:lnTo>
                  <a:lnTo>
                    <a:pt x="950433" y="912981"/>
                  </a:lnTo>
                  <a:lnTo>
                    <a:pt x="952338" y="913104"/>
                  </a:lnTo>
                  <a:lnTo>
                    <a:pt x="952488" y="915675"/>
                  </a:lnTo>
                  <a:lnTo>
                    <a:pt x="955505" y="916765"/>
                  </a:lnTo>
                  <a:lnTo>
                    <a:pt x="961385" y="916376"/>
                  </a:lnTo>
                  <a:lnTo>
                    <a:pt x="966506" y="919971"/>
                  </a:lnTo>
                  <a:lnTo>
                    <a:pt x="973066" y="931350"/>
                  </a:lnTo>
                  <a:lnTo>
                    <a:pt x="995673" y="949575"/>
                  </a:lnTo>
                  <a:lnTo>
                    <a:pt x="997577" y="955828"/>
                  </a:lnTo>
                  <a:lnTo>
                    <a:pt x="1005445" y="964846"/>
                  </a:lnTo>
                  <a:lnTo>
                    <a:pt x="1019914" y="978708"/>
                  </a:lnTo>
                  <a:lnTo>
                    <a:pt x="1028102" y="990660"/>
                  </a:lnTo>
                  <a:lnTo>
                    <a:pt x="1030007" y="1000702"/>
                  </a:lnTo>
                  <a:lnTo>
                    <a:pt x="1037399" y="1016587"/>
                  </a:lnTo>
                  <a:lnTo>
                    <a:pt x="1050268" y="1038310"/>
                  </a:lnTo>
                  <a:lnTo>
                    <a:pt x="1056002" y="1050022"/>
                  </a:lnTo>
                  <a:lnTo>
                    <a:pt x="1054602" y="1051712"/>
                  </a:lnTo>
                  <a:lnTo>
                    <a:pt x="1055614" y="1057826"/>
                  </a:lnTo>
                  <a:lnTo>
                    <a:pt x="1059048" y="1068360"/>
                  </a:lnTo>
                  <a:lnTo>
                    <a:pt x="1065428" y="1077280"/>
                  </a:lnTo>
                  <a:lnTo>
                    <a:pt x="1074758" y="1084588"/>
                  </a:lnTo>
                  <a:lnTo>
                    <a:pt x="1084193" y="1097708"/>
                  </a:lnTo>
                  <a:lnTo>
                    <a:pt x="1093732" y="1116645"/>
                  </a:lnTo>
                  <a:lnTo>
                    <a:pt x="1105287" y="1131050"/>
                  </a:lnTo>
                  <a:lnTo>
                    <a:pt x="1118852" y="1140913"/>
                  </a:lnTo>
                  <a:lnTo>
                    <a:pt x="1126532" y="1150095"/>
                  </a:lnTo>
                  <a:lnTo>
                    <a:pt x="1128328" y="1158585"/>
                  </a:lnTo>
                  <a:lnTo>
                    <a:pt x="1128195" y="1165857"/>
                  </a:lnTo>
                  <a:lnTo>
                    <a:pt x="1126128" y="1171910"/>
                  </a:lnTo>
                  <a:lnTo>
                    <a:pt x="1127003" y="1177661"/>
                  </a:lnTo>
                  <a:lnTo>
                    <a:pt x="1130816" y="1183094"/>
                  </a:lnTo>
                  <a:lnTo>
                    <a:pt x="1132087" y="1189761"/>
                  </a:lnTo>
                  <a:lnTo>
                    <a:pt x="1130595" y="1199035"/>
                  </a:lnTo>
                  <a:lnTo>
                    <a:pt x="1130699" y="1201662"/>
                  </a:lnTo>
                  <a:lnTo>
                    <a:pt x="1131803" y="1203757"/>
                  </a:lnTo>
                  <a:lnTo>
                    <a:pt x="1143847" y="1219693"/>
                  </a:lnTo>
                  <a:lnTo>
                    <a:pt x="1150035" y="1232572"/>
                  </a:lnTo>
                  <a:lnTo>
                    <a:pt x="1154948" y="1253128"/>
                  </a:lnTo>
                  <a:lnTo>
                    <a:pt x="1154973" y="1253312"/>
                  </a:lnTo>
                  <a:lnTo>
                    <a:pt x="1160461" y="1265607"/>
                  </a:lnTo>
                  <a:lnTo>
                    <a:pt x="1168354" y="1270636"/>
                  </a:lnTo>
                  <a:lnTo>
                    <a:pt x="1180481" y="1272495"/>
                  </a:lnTo>
                  <a:lnTo>
                    <a:pt x="1189695" y="1276776"/>
                  </a:lnTo>
                  <a:lnTo>
                    <a:pt x="1195995" y="1283484"/>
                  </a:lnTo>
                  <a:lnTo>
                    <a:pt x="1203942" y="1287535"/>
                  </a:lnTo>
                  <a:lnTo>
                    <a:pt x="1213535" y="1288928"/>
                  </a:lnTo>
                  <a:lnTo>
                    <a:pt x="1222732" y="1293352"/>
                  </a:lnTo>
                  <a:lnTo>
                    <a:pt x="1231529" y="1300819"/>
                  </a:lnTo>
                  <a:lnTo>
                    <a:pt x="1247936" y="1305719"/>
                  </a:lnTo>
                  <a:lnTo>
                    <a:pt x="1271951" y="1308070"/>
                  </a:lnTo>
                  <a:lnTo>
                    <a:pt x="1290229" y="1314138"/>
                  </a:lnTo>
                  <a:lnTo>
                    <a:pt x="1302772" y="1323929"/>
                  </a:lnTo>
                  <a:lnTo>
                    <a:pt x="1308290" y="1325921"/>
                  </a:lnTo>
                  <a:lnTo>
                    <a:pt x="1309781" y="1326060"/>
                  </a:lnTo>
                  <a:lnTo>
                    <a:pt x="1310498" y="1324564"/>
                  </a:lnTo>
                  <a:lnTo>
                    <a:pt x="1311444" y="1321794"/>
                  </a:lnTo>
                  <a:lnTo>
                    <a:pt x="1316299" y="1318604"/>
                  </a:lnTo>
                  <a:lnTo>
                    <a:pt x="1327867" y="1316519"/>
                  </a:lnTo>
                  <a:lnTo>
                    <a:pt x="1326313" y="1338181"/>
                  </a:lnTo>
                  <a:lnTo>
                    <a:pt x="1321154" y="1355956"/>
                  </a:lnTo>
                  <a:lnTo>
                    <a:pt x="1304156" y="1392908"/>
                  </a:lnTo>
                  <a:lnTo>
                    <a:pt x="1297071" y="1415829"/>
                  </a:lnTo>
                  <a:lnTo>
                    <a:pt x="1283365" y="1481331"/>
                  </a:lnTo>
                  <a:lnTo>
                    <a:pt x="1279352" y="1522232"/>
                  </a:lnTo>
                  <a:lnTo>
                    <a:pt x="913624" y="1522232"/>
                  </a:lnTo>
                  <a:lnTo>
                    <a:pt x="913624" y="91423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08" name="ph3908"/>
            <p:cNvSpPr/>
            <p:nvPr/>
          </p:nvSpPr>
          <p:spPr>
            <a:xfrm>
              <a:off x="5462117" y="834414"/>
              <a:ext cx="1633392" cy="1964778"/>
            </a:xfrm>
            <a:custGeom>
              <a:avLst/>
              <a:gdLst/>
              <a:ahLst/>
              <a:cxnLst/>
              <a:rect l="0" t="0" r="0" b="0"/>
              <a:pathLst>
                <a:path w="1225044" h="1473583">
                  <a:moveTo>
                    <a:pt x="1217634" y="914400"/>
                  </a:moveTo>
                  <a:lnTo>
                    <a:pt x="1205437" y="922972"/>
                  </a:lnTo>
                  <a:lnTo>
                    <a:pt x="1192452" y="936501"/>
                  </a:lnTo>
                  <a:lnTo>
                    <a:pt x="1161985" y="946733"/>
                  </a:lnTo>
                  <a:lnTo>
                    <a:pt x="1150675" y="949334"/>
                  </a:lnTo>
                  <a:lnTo>
                    <a:pt x="1140236" y="947947"/>
                  </a:lnTo>
                  <a:lnTo>
                    <a:pt x="1127531" y="956273"/>
                  </a:lnTo>
                  <a:lnTo>
                    <a:pt x="1112495" y="961363"/>
                  </a:lnTo>
                  <a:lnTo>
                    <a:pt x="1108057" y="969106"/>
                  </a:lnTo>
                  <a:lnTo>
                    <a:pt x="1071915" y="989846"/>
                  </a:lnTo>
                  <a:lnTo>
                    <a:pt x="1058042" y="992458"/>
                  </a:lnTo>
                  <a:lnTo>
                    <a:pt x="1046236" y="997983"/>
                  </a:lnTo>
                  <a:lnTo>
                    <a:pt x="1042744" y="1007365"/>
                  </a:lnTo>
                  <a:lnTo>
                    <a:pt x="1032205" y="1013023"/>
                  </a:lnTo>
                  <a:lnTo>
                    <a:pt x="1029280" y="1017356"/>
                  </a:lnTo>
                  <a:lnTo>
                    <a:pt x="1020416" y="1030480"/>
                  </a:lnTo>
                  <a:lnTo>
                    <a:pt x="1003939" y="1047431"/>
                  </a:lnTo>
                  <a:lnTo>
                    <a:pt x="983861" y="1050268"/>
                  </a:lnTo>
                  <a:lnTo>
                    <a:pt x="976523" y="1056167"/>
                  </a:lnTo>
                  <a:lnTo>
                    <a:pt x="968026" y="1065687"/>
                  </a:lnTo>
                  <a:lnTo>
                    <a:pt x="956041" y="1072221"/>
                  </a:lnTo>
                  <a:lnTo>
                    <a:pt x="932380" y="1069159"/>
                  </a:lnTo>
                  <a:lnTo>
                    <a:pt x="938134" y="1073163"/>
                  </a:lnTo>
                  <a:lnTo>
                    <a:pt x="959304" y="1079406"/>
                  </a:lnTo>
                  <a:lnTo>
                    <a:pt x="961504" y="1088659"/>
                  </a:lnTo>
                  <a:lnTo>
                    <a:pt x="950899" y="1090871"/>
                  </a:lnTo>
                  <a:lnTo>
                    <a:pt x="928692" y="1103208"/>
                  </a:lnTo>
                  <a:lnTo>
                    <a:pt x="898771" y="1124449"/>
                  </a:lnTo>
                  <a:lnTo>
                    <a:pt x="894199" y="1124951"/>
                  </a:lnTo>
                  <a:lnTo>
                    <a:pt x="886161" y="1124444"/>
                  </a:lnTo>
                  <a:lnTo>
                    <a:pt x="874255" y="1127988"/>
                  </a:lnTo>
                  <a:lnTo>
                    <a:pt x="858616" y="1135408"/>
                  </a:lnTo>
                  <a:lnTo>
                    <a:pt x="839680" y="1148738"/>
                  </a:lnTo>
                  <a:lnTo>
                    <a:pt x="806338" y="1177599"/>
                  </a:lnTo>
                  <a:lnTo>
                    <a:pt x="804000" y="1180646"/>
                  </a:lnTo>
                  <a:lnTo>
                    <a:pt x="799170" y="1185998"/>
                  </a:lnTo>
                  <a:lnTo>
                    <a:pt x="786856" y="1191702"/>
                  </a:lnTo>
                  <a:lnTo>
                    <a:pt x="775679" y="1197852"/>
                  </a:lnTo>
                  <a:lnTo>
                    <a:pt x="772725" y="1204325"/>
                  </a:lnTo>
                  <a:lnTo>
                    <a:pt x="767370" y="1207275"/>
                  </a:lnTo>
                  <a:lnTo>
                    <a:pt x="748930" y="1223687"/>
                  </a:lnTo>
                  <a:lnTo>
                    <a:pt x="738558" y="1237668"/>
                  </a:lnTo>
                  <a:lnTo>
                    <a:pt x="729140" y="1252298"/>
                  </a:lnTo>
                  <a:lnTo>
                    <a:pt x="718601" y="1268659"/>
                  </a:lnTo>
                  <a:lnTo>
                    <a:pt x="696977" y="1268864"/>
                  </a:lnTo>
                  <a:lnTo>
                    <a:pt x="680475" y="1268798"/>
                  </a:lnTo>
                  <a:lnTo>
                    <a:pt x="652326" y="1268680"/>
                  </a:lnTo>
                  <a:lnTo>
                    <a:pt x="628197" y="1268583"/>
                  </a:lnTo>
                  <a:lnTo>
                    <a:pt x="599560" y="1268465"/>
                  </a:lnTo>
                  <a:lnTo>
                    <a:pt x="578782" y="1268378"/>
                  </a:lnTo>
                  <a:lnTo>
                    <a:pt x="556409" y="1269064"/>
                  </a:lnTo>
                  <a:lnTo>
                    <a:pt x="545728" y="1273427"/>
                  </a:lnTo>
                  <a:lnTo>
                    <a:pt x="532335" y="1279321"/>
                  </a:lnTo>
                  <a:lnTo>
                    <a:pt x="517878" y="1285676"/>
                  </a:lnTo>
                  <a:lnTo>
                    <a:pt x="525459" y="1299851"/>
                  </a:lnTo>
                  <a:lnTo>
                    <a:pt x="527492" y="1305443"/>
                  </a:lnTo>
                  <a:lnTo>
                    <a:pt x="526909" y="1323479"/>
                  </a:lnTo>
                  <a:lnTo>
                    <a:pt x="528451" y="1325450"/>
                  </a:lnTo>
                  <a:lnTo>
                    <a:pt x="530068" y="1328129"/>
                  </a:lnTo>
                  <a:lnTo>
                    <a:pt x="530313" y="1332789"/>
                  </a:lnTo>
                  <a:lnTo>
                    <a:pt x="531551" y="1334919"/>
                  </a:lnTo>
                  <a:lnTo>
                    <a:pt x="534189" y="1336639"/>
                  </a:lnTo>
                  <a:lnTo>
                    <a:pt x="537156" y="1338662"/>
                  </a:lnTo>
                  <a:lnTo>
                    <a:pt x="539302" y="1341402"/>
                  </a:lnTo>
                  <a:lnTo>
                    <a:pt x="539794" y="1344137"/>
                  </a:lnTo>
                  <a:lnTo>
                    <a:pt x="537731" y="1348899"/>
                  </a:lnTo>
                  <a:lnTo>
                    <a:pt x="529413" y="1355336"/>
                  </a:lnTo>
                  <a:lnTo>
                    <a:pt x="517720" y="1360979"/>
                  </a:lnTo>
                  <a:lnTo>
                    <a:pt x="494463" y="1371160"/>
                  </a:lnTo>
                  <a:lnTo>
                    <a:pt x="467513" y="1382958"/>
                  </a:lnTo>
                  <a:lnTo>
                    <a:pt x="444152" y="1393185"/>
                  </a:lnTo>
                  <a:lnTo>
                    <a:pt x="426075" y="1401096"/>
                  </a:lnTo>
                  <a:lnTo>
                    <a:pt x="388945" y="1408046"/>
                  </a:lnTo>
                  <a:lnTo>
                    <a:pt x="359449" y="1413561"/>
                  </a:lnTo>
                  <a:lnTo>
                    <a:pt x="338163" y="1417545"/>
                  </a:lnTo>
                  <a:lnTo>
                    <a:pt x="318560" y="1428632"/>
                  </a:lnTo>
                  <a:lnTo>
                    <a:pt x="296916" y="1440865"/>
                  </a:lnTo>
                  <a:lnTo>
                    <a:pt x="278717" y="1451153"/>
                  </a:lnTo>
                  <a:lnTo>
                    <a:pt x="258306" y="1462691"/>
                  </a:lnTo>
                  <a:lnTo>
                    <a:pt x="239041" y="1473583"/>
                  </a:lnTo>
                  <a:lnTo>
                    <a:pt x="217622" y="1473547"/>
                  </a:lnTo>
                  <a:lnTo>
                    <a:pt x="202586" y="1465384"/>
                  </a:lnTo>
                  <a:lnTo>
                    <a:pt x="188610" y="1457002"/>
                  </a:lnTo>
                  <a:lnTo>
                    <a:pt x="179054" y="1442013"/>
                  </a:lnTo>
                  <a:lnTo>
                    <a:pt x="178396" y="1424596"/>
                  </a:lnTo>
                  <a:lnTo>
                    <a:pt x="181821" y="1413192"/>
                  </a:lnTo>
                  <a:lnTo>
                    <a:pt x="184926" y="1407989"/>
                  </a:lnTo>
                  <a:lnTo>
                    <a:pt x="190851" y="1404691"/>
                  </a:lnTo>
                  <a:lnTo>
                    <a:pt x="202453" y="1399084"/>
                  </a:lnTo>
                  <a:lnTo>
                    <a:pt x="213000" y="1387731"/>
                  </a:lnTo>
                  <a:lnTo>
                    <a:pt x="221456" y="1380956"/>
                  </a:lnTo>
                  <a:lnTo>
                    <a:pt x="229973" y="1373966"/>
                  </a:lnTo>
                  <a:lnTo>
                    <a:pt x="234837" y="1361927"/>
                  </a:lnTo>
                  <a:lnTo>
                    <a:pt x="240904" y="1332783"/>
                  </a:lnTo>
                  <a:lnTo>
                    <a:pt x="241675" y="1326987"/>
                  </a:lnTo>
                  <a:lnTo>
                    <a:pt x="250501" y="1307000"/>
                  </a:lnTo>
                  <a:lnTo>
                    <a:pt x="260265" y="1284888"/>
                  </a:lnTo>
                  <a:lnTo>
                    <a:pt x="264749" y="1274733"/>
                  </a:lnTo>
                  <a:lnTo>
                    <a:pt x="259736" y="1248375"/>
                  </a:lnTo>
                  <a:lnTo>
                    <a:pt x="255964" y="1228122"/>
                  </a:lnTo>
                  <a:lnTo>
                    <a:pt x="252510" y="1209569"/>
                  </a:lnTo>
                  <a:lnTo>
                    <a:pt x="248622" y="1188666"/>
                  </a:lnTo>
                  <a:lnTo>
                    <a:pt x="245084" y="1169636"/>
                  </a:lnTo>
                  <a:lnTo>
                    <a:pt x="241746" y="1151708"/>
                  </a:lnTo>
                  <a:lnTo>
                    <a:pt x="238399" y="1133713"/>
                  </a:lnTo>
                  <a:lnTo>
                    <a:pt x="235116" y="1116071"/>
                  </a:lnTo>
                  <a:lnTo>
                    <a:pt x="232540" y="1103418"/>
                  </a:lnTo>
                  <a:lnTo>
                    <a:pt x="229482" y="1088424"/>
                  </a:lnTo>
                  <a:lnTo>
                    <a:pt x="211617" y="1077900"/>
                  </a:lnTo>
                  <a:lnTo>
                    <a:pt x="198052" y="1070531"/>
                  </a:lnTo>
                  <a:lnTo>
                    <a:pt x="175866" y="1058492"/>
                  </a:lnTo>
                  <a:lnTo>
                    <a:pt x="157260" y="1048393"/>
                  </a:lnTo>
                  <a:lnTo>
                    <a:pt x="140586" y="1039155"/>
                  </a:lnTo>
                  <a:lnTo>
                    <a:pt x="151100" y="1020536"/>
                  </a:lnTo>
                  <a:lnTo>
                    <a:pt x="150192" y="1017489"/>
                  </a:lnTo>
                  <a:lnTo>
                    <a:pt x="146383" y="1013822"/>
                  </a:lnTo>
                  <a:lnTo>
                    <a:pt x="138599" y="1007723"/>
                  </a:lnTo>
                  <a:lnTo>
                    <a:pt x="134048" y="1007103"/>
                  </a:lnTo>
                  <a:lnTo>
                    <a:pt x="126035" y="1008537"/>
                  </a:lnTo>
                  <a:lnTo>
                    <a:pt x="113245" y="1012332"/>
                  </a:lnTo>
                  <a:lnTo>
                    <a:pt x="107720" y="1011072"/>
                  </a:lnTo>
                  <a:lnTo>
                    <a:pt x="103331" y="1004558"/>
                  </a:lnTo>
                  <a:lnTo>
                    <a:pt x="98281" y="996221"/>
                  </a:lnTo>
                  <a:lnTo>
                    <a:pt x="96626" y="989708"/>
                  </a:lnTo>
                  <a:lnTo>
                    <a:pt x="95993" y="981089"/>
                  </a:lnTo>
                  <a:lnTo>
                    <a:pt x="92980" y="973331"/>
                  </a:lnTo>
                  <a:lnTo>
                    <a:pt x="94889" y="969260"/>
                  </a:lnTo>
                  <a:lnTo>
                    <a:pt x="95310" y="967232"/>
                  </a:lnTo>
                  <a:lnTo>
                    <a:pt x="95139" y="964682"/>
                  </a:lnTo>
                  <a:lnTo>
                    <a:pt x="93068" y="963053"/>
                  </a:lnTo>
                  <a:lnTo>
                    <a:pt x="89421" y="962342"/>
                  </a:lnTo>
                  <a:lnTo>
                    <a:pt x="77086" y="965598"/>
                  </a:lnTo>
                  <a:lnTo>
                    <a:pt x="71540" y="965901"/>
                  </a:lnTo>
                  <a:lnTo>
                    <a:pt x="68231" y="967734"/>
                  </a:lnTo>
                  <a:lnTo>
                    <a:pt x="63018" y="971539"/>
                  </a:lnTo>
                  <a:lnTo>
                    <a:pt x="57880" y="972010"/>
                  </a:lnTo>
                  <a:lnTo>
                    <a:pt x="49003" y="963002"/>
                  </a:lnTo>
                  <a:lnTo>
                    <a:pt x="39306" y="953139"/>
                  </a:lnTo>
                  <a:lnTo>
                    <a:pt x="35239" y="939553"/>
                  </a:lnTo>
                  <a:lnTo>
                    <a:pt x="31064" y="925599"/>
                  </a:lnTo>
                  <a:lnTo>
                    <a:pt x="14499" y="917206"/>
                  </a:lnTo>
                  <a:lnTo>
                    <a:pt x="0" y="909857"/>
                  </a:lnTo>
                  <a:lnTo>
                    <a:pt x="1225044" y="90985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09" name="ph3909"/>
            <p:cNvSpPr/>
            <p:nvPr/>
          </p:nvSpPr>
          <p:spPr>
            <a:xfrm>
              <a:off x="6299037" y="1089572"/>
              <a:ext cx="1466244" cy="1235239"/>
            </a:xfrm>
            <a:custGeom>
              <a:avLst/>
              <a:gdLst/>
              <a:ahLst/>
              <a:cxnLst/>
              <a:rect l="0" t="0" r="0" b="0"/>
              <a:pathLst>
                <a:path w="1099683" h="926429">
                  <a:moveTo>
                    <a:pt x="914400" y="914399"/>
                  </a:moveTo>
                  <a:lnTo>
                    <a:pt x="910795" y="913293"/>
                  </a:lnTo>
                  <a:lnTo>
                    <a:pt x="907690" y="912428"/>
                  </a:lnTo>
                  <a:lnTo>
                    <a:pt x="905890" y="913903"/>
                  </a:lnTo>
                  <a:lnTo>
                    <a:pt x="904186" y="915874"/>
                  </a:lnTo>
                  <a:lnTo>
                    <a:pt x="902085" y="917354"/>
                  </a:lnTo>
                  <a:lnTo>
                    <a:pt x="897676" y="915260"/>
                  </a:lnTo>
                  <a:lnTo>
                    <a:pt x="894872" y="911445"/>
                  </a:lnTo>
                  <a:lnTo>
                    <a:pt x="890367" y="907512"/>
                  </a:lnTo>
                  <a:lnTo>
                    <a:pt x="888663" y="904552"/>
                  </a:lnTo>
                  <a:lnTo>
                    <a:pt x="889567" y="901111"/>
                  </a:lnTo>
                  <a:lnTo>
                    <a:pt x="891567" y="897787"/>
                  </a:lnTo>
                  <a:lnTo>
                    <a:pt x="892472" y="893849"/>
                  </a:lnTo>
                  <a:lnTo>
                    <a:pt x="890267" y="889307"/>
                  </a:lnTo>
                  <a:lnTo>
                    <a:pt x="888263" y="886721"/>
                  </a:lnTo>
                  <a:lnTo>
                    <a:pt x="886862" y="883766"/>
                  </a:lnTo>
                  <a:lnTo>
                    <a:pt x="887363" y="880939"/>
                  </a:lnTo>
                  <a:lnTo>
                    <a:pt x="890167" y="879582"/>
                  </a:lnTo>
                  <a:lnTo>
                    <a:pt x="892772" y="877857"/>
                  </a:lnTo>
                  <a:lnTo>
                    <a:pt x="893672" y="874170"/>
                  </a:lnTo>
                  <a:lnTo>
                    <a:pt x="892067" y="870232"/>
                  </a:lnTo>
                  <a:lnTo>
                    <a:pt x="887463" y="868629"/>
                  </a:lnTo>
                  <a:lnTo>
                    <a:pt x="883658" y="869243"/>
                  </a:lnTo>
                  <a:lnTo>
                    <a:pt x="878149" y="868383"/>
                  </a:lnTo>
                  <a:lnTo>
                    <a:pt x="872844" y="865925"/>
                  </a:lnTo>
                  <a:lnTo>
                    <a:pt x="869339" y="863093"/>
                  </a:lnTo>
                  <a:lnTo>
                    <a:pt x="866635" y="861490"/>
                  </a:lnTo>
                  <a:lnTo>
                    <a:pt x="864530" y="861490"/>
                  </a:lnTo>
                  <a:lnTo>
                    <a:pt x="862026" y="859892"/>
                  </a:lnTo>
                  <a:lnTo>
                    <a:pt x="860526" y="857184"/>
                  </a:lnTo>
                  <a:lnTo>
                    <a:pt x="860726" y="852754"/>
                  </a:lnTo>
                  <a:lnTo>
                    <a:pt x="861426" y="850050"/>
                  </a:lnTo>
                  <a:lnTo>
                    <a:pt x="862826" y="847710"/>
                  </a:lnTo>
                  <a:lnTo>
                    <a:pt x="862926" y="845124"/>
                  </a:lnTo>
                  <a:lnTo>
                    <a:pt x="862326" y="843275"/>
                  </a:lnTo>
                  <a:lnTo>
                    <a:pt x="862230" y="841805"/>
                  </a:lnTo>
                  <a:lnTo>
                    <a:pt x="862626" y="839957"/>
                  </a:lnTo>
                  <a:lnTo>
                    <a:pt x="863530" y="836265"/>
                  </a:lnTo>
                  <a:lnTo>
                    <a:pt x="862026" y="833561"/>
                  </a:lnTo>
                  <a:lnTo>
                    <a:pt x="861872" y="824189"/>
                  </a:lnTo>
                  <a:lnTo>
                    <a:pt x="861576" y="806655"/>
                  </a:lnTo>
                  <a:lnTo>
                    <a:pt x="861355" y="793223"/>
                  </a:lnTo>
                  <a:lnTo>
                    <a:pt x="861076" y="776340"/>
                  </a:lnTo>
                  <a:lnTo>
                    <a:pt x="860913" y="764044"/>
                  </a:lnTo>
                  <a:lnTo>
                    <a:pt x="860688" y="746818"/>
                  </a:lnTo>
                  <a:lnTo>
                    <a:pt x="860476" y="730472"/>
                  </a:lnTo>
                  <a:lnTo>
                    <a:pt x="860213" y="718489"/>
                  </a:lnTo>
                  <a:lnTo>
                    <a:pt x="1083159" y="718489"/>
                  </a:lnTo>
                  <a:lnTo>
                    <a:pt x="1083289" y="718535"/>
                  </a:lnTo>
                  <a:lnTo>
                    <a:pt x="1083432" y="718489"/>
                  </a:lnTo>
                  <a:lnTo>
                    <a:pt x="1099683" y="718489"/>
                  </a:lnTo>
                  <a:lnTo>
                    <a:pt x="1099683" y="873327"/>
                  </a:lnTo>
                  <a:lnTo>
                    <a:pt x="1094794" y="876407"/>
                  </a:lnTo>
                  <a:lnTo>
                    <a:pt x="1075588" y="883869"/>
                  </a:lnTo>
                  <a:lnTo>
                    <a:pt x="1053168" y="898110"/>
                  </a:lnTo>
                  <a:lnTo>
                    <a:pt x="1024197" y="910108"/>
                  </a:lnTo>
                  <a:lnTo>
                    <a:pt x="1018126" y="910154"/>
                  </a:lnTo>
                  <a:lnTo>
                    <a:pt x="1004970" y="900281"/>
                  </a:lnTo>
                  <a:lnTo>
                    <a:pt x="1008650" y="895785"/>
                  </a:lnTo>
                  <a:lnTo>
                    <a:pt x="1012071" y="889691"/>
                  </a:lnTo>
                  <a:lnTo>
                    <a:pt x="1008800" y="891448"/>
                  </a:lnTo>
                  <a:lnTo>
                    <a:pt x="1006678" y="894090"/>
                  </a:lnTo>
                  <a:lnTo>
                    <a:pt x="998744" y="898330"/>
                  </a:lnTo>
                  <a:lnTo>
                    <a:pt x="1005178" y="906539"/>
                  </a:lnTo>
                  <a:lnTo>
                    <a:pt x="1002070" y="909617"/>
                  </a:lnTo>
                  <a:lnTo>
                    <a:pt x="992868" y="913662"/>
                  </a:lnTo>
                  <a:lnTo>
                    <a:pt x="984300" y="919515"/>
                  </a:lnTo>
                  <a:lnTo>
                    <a:pt x="976799" y="923428"/>
                  </a:lnTo>
                  <a:lnTo>
                    <a:pt x="970732" y="918450"/>
                  </a:lnTo>
                  <a:lnTo>
                    <a:pt x="953984" y="924739"/>
                  </a:lnTo>
                  <a:lnTo>
                    <a:pt x="939878" y="926429"/>
                  </a:lnTo>
                  <a:lnTo>
                    <a:pt x="936827" y="923243"/>
                  </a:lnTo>
                  <a:lnTo>
                    <a:pt x="935932" y="918215"/>
                  </a:lnTo>
                  <a:lnTo>
                    <a:pt x="930993" y="917001"/>
                  </a:lnTo>
                  <a:lnTo>
                    <a:pt x="921817" y="918389"/>
                  </a:lnTo>
                  <a:lnTo>
                    <a:pt x="918338" y="91571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10" name="ph3910"/>
            <p:cNvSpPr/>
            <p:nvPr/>
          </p:nvSpPr>
          <p:spPr>
            <a:xfrm>
              <a:off x="6009260" y="836066"/>
              <a:ext cx="1225564" cy="1497614"/>
            </a:xfrm>
            <a:custGeom>
              <a:avLst/>
              <a:gdLst/>
              <a:ahLst/>
              <a:cxnLst/>
              <a:rect l="0" t="0" r="0" b="0"/>
              <a:pathLst>
                <a:path w="919173" h="1123210">
                  <a:moveTo>
                    <a:pt x="914400" y="914400"/>
                  </a:moveTo>
                  <a:lnTo>
                    <a:pt x="901239" y="930336"/>
                  </a:lnTo>
                  <a:lnTo>
                    <a:pt x="889634" y="944388"/>
                  </a:lnTo>
                  <a:lnTo>
                    <a:pt x="887029" y="958808"/>
                  </a:lnTo>
                  <a:lnTo>
                    <a:pt x="884558" y="972481"/>
                  </a:lnTo>
                  <a:lnTo>
                    <a:pt x="874957" y="982887"/>
                  </a:lnTo>
                  <a:lnTo>
                    <a:pt x="869102" y="992427"/>
                  </a:lnTo>
                  <a:lnTo>
                    <a:pt x="866489" y="1003007"/>
                  </a:lnTo>
                  <a:lnTo>
                    <a:pt x="864305" y="1012721"/>
                  </a:lnTo>
                  <a:lnTo>
                    <a:pt x="864139" y="1020853"/>
                  </a:lnTo>
                  <a:lnTo>
                    <a:pt x="865785" y="1025119"/>
                  </a:lnTo>
                  <a:lnTo>
                    <a:pt x="865010" y="1028586"/>
                  </a:lnTo>
                  <a:lnTo>
                    <a:pt x="861834" y="1032575"/>
                  </a:lnTo>
                  <a:lnTo>
                    <a:pt x="855483" y="1039514"/>
                  </a:lnTo>
                  <a:lnTo>
                    <a:pt x="854354" y="1046191"/>
                  </a:lnTo>
                  <a:lnTo>
                    <a:pt x="850470" y="1049484"/>
                  </a:lnTo>
                  <a:lnTo>
                    <a:pt x="839394" y="1056075"/>
                  </a:lnTo>
                  <a:lnTo>
                    <a:pt x="830359" y="1065789"/>
                  </a:lnTo>
                  <a:lnTo>
                    <a:pt x="829917" y="1071289"/>
                  </a:lnTo>
                  <a:lnTo>
                    <a:pt x="831222" y="1075857"/>
                  </a:lnTo>
                  <a:lnTo>
                    <a:pt x="831422" y="1078694"/>
                  </a:lnTo>
                  <a:lnTo>
                    <a:pt x="829617" y="1080671"/>
                  </a:lnTo>
                  <a:lnTo>
                    <a:pt x="826000" y="1080542"/>
                  </a:lnTo>
                  <a:lnTo>
                    <a:pt x="822087" y="1081162"/>
                  </a:lnTo>
                  <a:lnTo>
                    <a:pt x="818791" y="1085213"/>
                  </a:lnTo>
                  <a:lnTo>
                    <a:pt x="818874" y="1091030"/>
                  </a:lnTo>
                  <a:lnTo>
                    <a:pt x="816466" y="1095224"/>
                  </a:lnTo>
                  <a:lnTo>
                    <a:pt x="813653" y="1096090"/>
                  </a:lnTo>
                  <a:lnTo>
                    <a:pt x="811244" y="1093125"/>
                  </a:lnTo>
                  <a:lnTo>
                    <a:pt x="808348" y="1088680"/>
                  </a:lnTo>
                  <a:lnTo>
                    <a:pt x="804956" y="1088244"/>
                  </a:lnTo>
                  <a:lnTo>
                    <a:pt x="799805" y="1091194"/>
                  </a:lnTo>
                  <a:lnTo>
                    <a:pt x="793454" y="1096049"/>
                  </a:lnTo>
                  <a:lnTo>
                    <a:pt x="787741" y="1096310"/>
                  </a:lnTo>
                  <a:lnTo>
                    <a:pt x="777015" y="1093191"/>
                  </a:lnTo>
                  <a:lnTo>
                    <a:pt x="769184" y="1102603"/>
                  </a:lnTo>
                  <a:lnTo>
                    <a:pt x="760779" y="1122821"/>
                  </a:lnTo>
                  <a:lnTo>
                    <a:pt x="725266" y="1122872"/>
                  </a:lnTo>
                  <a:lnTo>
                    <a:pt x="689753" y="1122923"/>
                  </a:lnTo>
                  <a:lnTo>
                    <a:pt x="654236" y="1122974"/>
                  </a:lnTo>
                  <a:lnTo>
                    <a:pt x="618723" y="1123026"/>
                  </a:lnTo>
                  <a:lnTo>
                    <a:pt x="583210" y="1123072"/>
                  </a:lnTo>
                  <a:lnTo>
                    <a:pt x="547696" y="1123123"/>
                  </a:lnTo>
                  <a:lnTo>
                    <a:pt x="512183" y="1123174"/>
                  </a:lnTo>
                  <a:lnTo>
                    <a:pt x="492310" y="1123205"/>
                  </a:lnTo>
                  <a:lnTo>
                    <a:pt x="488414" y="1123210"/>
                  </a:lnTo>
                  <a:lnTo>
                    <a:pt x="500582" y="1119251"/>
                  </a:lnTo>
                  <a:lnTo>
                    <a:pt x="525952" y="1103868"/>
                  </a:lnTo>
                  <a:lnTo>
                    <a:pt x="544663" y="1098297"/>
                  </a:lnTo>
                  <a:lnTo>
                    <a:pt x="568999" y="1082140"/>
                  </a:lnTo>
                  <a:lnTo>
                    <a:pt x="586627" y="1079032"/>
                  </a:lnTo>
                  <a:lnTo>
                    <a:pt x="589981" y="1075478"/>
                  </a:lnTo>
                  <a:lnTo>
                    <a:pt x="592936" y="1062076"/>
                  </a:lnTo>
                  <a:lnTo>
                    <a:pt x="594549" y="1057299"/>
                  </a:lnTo>
                  <a:lnTo>
                    <a:pt x="602779" y="1044138"/>
                  </a:lnTo>
                  <a:lnTo>
                    <a:pt x="612663" y="1033036"/>
                  </a:lnTo>
                  <a:lnTo>
                    <a:pt x="620640" y="1017683"/>
                  </a:lnTo>
                  <a:lnTo>
                    <a:pt x="635116" y="1007872"/>
                  </a:lnTo>
                  <a:lnTo>
                    <a:pt x="657007" y="999668"/>
                  </a:lnTo>
                  <a:lnTo>
                    <a:pt x="677255" y="981750"/>
                  </a:lnTo>
                  <a:lnTo>
                    <a:pt x="688353" y="976286"/>
                  </a:lnTo>
                  <a:lnTo>
                    <a:pt x="699108" y="972373"/>
                  </a:lnTo>
                  <a:lnTo>
                    <a:pt x="703626" y="965091"/>
                  </a:lnTo>
                  <a:lnTo>
                    <a:pt x="710276" y="960928"/>
                  </a:lnTo>
                  <a:lnTo>
                    <a:pt x="728058" y="952463"/>
                  </a:lnTo>
                  <a:lnTo>
                    <a:pt x="747656" y="950174"/>
                  </a:lnTo>
                  <a:lnTo>
                    <a:pt x="767463" y="943148"/>
                  </a:lnTo>
                  <a:lnTo>
                    <a:pt x="782657" y="939425"/>
                  </a:lnTo>
                  <a:lnTo>
                    <a:pt x="791975" y="932835"/>
                  </a:lnTo>
                  <a:lnTo>
                    <a:pt x="805522" y="929363"/>
                  </a:lnTo>
                  <a:lnTo>
                    <a:pt x="845957" y="910451"/>
                  </a:lnTo>
                  <a:lnTo>
                    <a:pt x="848279" y="908618"/>
                  </a:lnTo>
                  <a:lnTo>
                    <a:pt x="919173" y="90861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11" name="ph3911"/>
            <p:cNvSpPr/>
            <p:nvPr/>
          </p:nvSpPr>
          <p:spPr>
            <a:xfrm>
              <a:off x="6536203" y="1293002"/>
              <a:ext cx="1229079" cy="1248443"/>
            </a:xfrm>
            <a:custGeom>
              <a:avLst/>
              <a:gdLst/>
              <a:ahLst/>
              <a:cxnLst/>
              <a:rect l="0" t="0" r="0" b="0"/>
              <a:pathLst>
                <a:path w="921809" h="936332">
                  <a:moveTo>
                    <a:pt x="914400" y="914400"/>
                  </a:moveTo>
                  <a:lnTo>
                    <a:pt x="907124" y="913959"/>
                  </a:lnTo>
                  <a:lnTo>
                    <a:pt x="901760" y="914446"/>
                  </a:lnTo>
                  <a:lnTo>
                    <a:pt x="893680" y="920596"/>
                  </a:lnTo>
                  <a:lnTo>
                    <a:pt x="892426" y="933024"/>
                  </a:lnTo>
                  <a:lnTo>
                    <a:pt x="888859" y="931380"/>
                  </a:lnTo>
                  <a:lnTo>
                    <a:pt x="885237" y="931785"/>
                  </a:lnTo>
                  <a:lnTo>
                    <a:pt x="883366" y="935687"/>
                  </a:lnTo>
                  <a:lnTo>
                    <a:pt x="880699" y="936332"/>
                  </a:lnTo>
                  <a:lnTo>
                    <a:pt x="873636" y="932640"/>
                  </a:lnTo>
                  <a:lnTo>
                    <a:pt x="865318" y="934658"/>
                  </a:lnTo>
                  <a:lnTo>
                    <a:pt x="858813" y="931857"/>
                  </a:lnTo>
                  <a:lnTo>
                    <a:pt x="850520" y="913647"/>
                  </a:lnTo>
                  <a:lnTo>
                    <a:pt x="846115" y="907266"/>
                  </a:lnTo>
                  <a:lnTo>
                    <a:pt x="838306" y="905207"/>
                  </a:lnTo>
                  <a:lnTo>
                    <a:pt x="836281" y="909058"/>
                  </a:lnTo>
                  <a:lnTo>
                    <a:pt x="833251" y="912827"/>
                  </a:lnTo>
                  <a:lnTo>
                    <a:pt x="825734" y="905315"/>
                  </a:lnTo>
                  <a:lnTo>
                    <a:pt x="820033" y="877432"/>
                  </a:lnTo>
                  <a:lnTo>
                    <a:pt x="819987" y="870703"/>
                  </a:lnTo>
                  <a:lnTo>
                    <a:pt x="827967" y="847249"/>
                  </a:lnTo>
                  <a:lnTo>
                    <a:pt x="847728" y="826135"/>
                  </a:lnTo>
                  <a:lnTo>
                    <a:pt x="841419" y="825429"/>
                  </a:lnTo>
                  <a:lnTo>
                    <a:pt x="823971" y="840069"/>
                  </a:lnTo>
                  <a:lnTo>
                    <a:pt x="825771" y="836526"/>
                  </a:lnTo>
                  <a:lnTo>
                    <a:pt x="828730" y="832834"/>
                  </a:lnTo>
                  <a:lnTo>
                    <a:pt x="834614" y="826878"/>
                  </a:lnTo>
                  <a:lnTo>
                    <a:pt x="843544" y="821281"/>
                  </a:lnTo>
                  <a:lnTo>
                    <a:pt x="855437" y="818019"/>
                  </a:lnTo>
                  <a:lnTo>
                    <a:pt x="863618" y="817522"/>
                  </a:lnTo>
                  <a:lnTo>
                    <a:pt x="869256" y="814429"/>
                  </a:lnTo>
                  <a:lnTo>
                    <a:pt x="877428" y="808950"/>
                  </a:lnTo>
                  <a:lnTo>
                    <a:pt x="878945" y="806041"/>
                  </a:lnTo>
                  <a:lnTo>
                    <a:pt x="871698" y="809385"/>
                  </a:lnTo>
                  <a:lnTo>
                    <a:pt x="859659" y="812678"/>
                  </a:lnTo>
                  <a:lnTo>
                    <a:pt x="862747" y="808361"/>
                  </a:lnTo>
                  <a:lnTo>
                    <a:pt x="865760" y="806051"/>
                  </a:lnTo>
                  <a:lnTo>
                    <a:pt x="921809" y="773112"/>
                  </a:lnTo>
                  <a:lnTo>
                    <a:pt x="921809" y="90869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12" name="ph3912"/>
            <p:cNvSpPr/>
            <p:nvPr/>
          </p:nvSpPr>
          <p:spPr>
            <a:xfrm>
              <a:off x="6395405" y="1218872"/>
              <a:ext cx="1232145" cy="1219200"/>
            </a:xfrm>
            <a:custGeom>
              <a:avLst/>
              <a:gdLst/>
              <a:ahLst/>
              <a:cxnLst/>
              <a:rect l="0" t="0" r="0" b="0"/>
              <a:pathLst>
                <a:path w="924109" h="914400">
                  <a:moveTo>
                    <a:pt x="914400" y="914400"/>
                  </a:moveTo>
                  <a:lnTo>
                    <a:pt x="915441" y="910805"/>
                  </a:lnTo>
                  <a:lnTo>
                    <a:pt x="920684" y="901638"/>
                  </a:lnTo>
                  <a:lnTo>
                    <a:pt x="924109" y="900271"/>
                  </a:lnTo>
                  <a:lnTo>
                    <a:pt x="918696" y="91073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13" name="ph3913"/>
            <p:cNvSpPr/>
            <p:nvPr/>
          </p:nvSpPr>
          <p:spPr>
            <a:xfrm>
              <a:off x="6330208" y="1166911"/>
              <a:ext cx="1236457" cy="1219200"/>
            </a:xfrm>
            <a:custGeom>
              <a:avLst/>
              <a:gdLst/>
              <a:ahLst/>
              <a:cxnLst/>
              <a:rect l="0" t="0" r="0" b="0"/>
              <a:pathLst>
                <a:path w="927343" h="914400">
                  <a:moveTo>
                    <a:pt x="914400" y="914400"/>
                  </a:moveTo>
                  <a:lnTo>
                    <a:pt x="918867" y="900240"/>
                  </a:lnTo>
                  <a:lnTo>
                    <a:pt x="922501" y="895893"/>
                  </a:lnTo>
                  <a:lnTo>
                    <a:pt x="927343" y="897357"/>
                  </a:lnTo>
                  <a:lnTo>
                    <a:pt x="926664" y="905914"/>
                  </a:lnTo>
                  <a:lnTo>
                    <a:pt x="925884" y="90885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14" name="ph3914"/>
            <p:cNvSpPr/>
            <p:nvPr/>
          </p:nvSpPr>
          <p:spPr>
            <a:xfrm>
              <a:off x="5562505" y="1052216"/>
              <a:ext cx="1238257" cy="1220279"/>
            </a:xfrm>
            <a:custGeom>
              <a:avLst/>
              <a:gdLst/>
              <a:ahLst/>
              <a:cxnLst/>
              <a:rect l="0" t="0" r="0" b="0"/>
              <a:pathLst>
                <a:path w="928693" h="915209">
                  <a:moveTo>
                    <a:pt x="914400" y="914400"/>
                  </a:moveTo>
                  <a:lnTo>
                    <a:pt x="903152" y="912459"/>
                  </a:lnTo>
                  <a:lnTo>
                    <a:pt x="890788" y="915152"/>
                  </a:lnTo>
                  <a:lnTo>
                    <a:pt x="887346" y="915209"/>
                  </a:lnTo>
                  <a:lnTo>
                    <a:pt x="896530" y="907415"/>
                  </a:lnTo>
                  <a:lnTo>
                    <a:pt x="910653" y="902621"/>
                  </a:lnTo>
                  <a:lnTo>
                    <a:pt x="924734" y="887965"/>
                  </a:lnTo>
                  <a:lnTo>
                    <a:pt x="928693" y="887592"/>
                  </a:lnTo>
                  <a:lnTo>
                    <a:pt x="923334" y="904194"/>
                  </a:lnTo>
                  <a:lnTo>
                    <a:pt x="922242" y="910129"/>
                  </a:lnTo>
                  <a:lnTo>
                    <a:pt x="920975" y="91230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15" name="ph3915"/>
            <p:cNvSpPr/>
            <p:nvPr/>
          </p:nvSpPr>
          <p:spPr>
            <a:xfrm>
              <a:off x="5542892" y="1036028"/>
              <a:ext cx="1246915" cy="1219200"/>
            </a:xfrm>
            <a:custGeom>
              <a:avLst/>
              <a:gdLst/>
              <a:ahLst/>
              <a:cxnLst/>
              <a:rect l="0" t="0" r="0" b="0"/>
              <a:pathLst>
                <a:path w="935186" h="914400">
                  <a:moveTo>
                    <a:pt x="914400" y="914400"/>
                  </a:moveTo>
                  <a:lnTo>
                    <a:pt x="910832" y="913488"/>
                  </a:lnTo>
                  <a:lnTo>
                    <a:pt x="922188" y="903185"/>
                  </a:lnTo>
                  <a:lnTo>
                    <a:pt x="935186" y="900809"/>
                  </a:lnTo>
                  <a:lnTo>
                    <a:pt x="924693" y="91223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16" name="ph3916"/>
            <p:cNvSpPr/>
            <p:nvPr/>
          </p:nvSpPr>
          <p:spPr>
            <a:xfrm>
              <a:off x="5850049" y="854248"/>
              <a:ext cx="1252299" cy="1219200"/>
            </a:xfrm>
            <a:custGeom>
              <a:avLst/>
              <a:gdLst/>
              <a:ahLst/>
              <a:cxnLst/>
              <a:rect l="0" t="0" r="0" b="0"/>
              <a:pathLst>
                <a:path w="939224" h="914400">
                  <a:moveTo>
                    <a:pt x="914400" y="914400"/>
                  </a:moveTo>
                  <a:lnTo>
                    <a:pt x="916250" y="910759"/>
                  </a:lnTo>
                  <a:lnTo>
                    <a:pt x="926843" y="904270"/>
                  </a:lnTo>
                  <a:lnTo>
                    <a:pt x="934627" y="900634"/>
                  </a:lnTo>
                  <a:lnTo>
                    <a:pt x="939224" y="900711"/>
                  </a:lnTo>
                  <a:lnTo>
                    <a:pt x="931739" y="908664"/>
                  </a:lnTo>
                  <a:lnTo>
                    <a:pt x="922159" y="91354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17" name="ph3917"/>
            <p:cNvSpPr/>
            <p:nvPr/>
          </p:nvSpPr>
          <p:spPr>
            <a:xfrm>
              <a:off x="5105900" y="4019877"/>
              <a:ext cx="1233045" cy="1250882"/>
            </a:xfrm>
            <a:custGeom>
              <a:avLst/>
              <a:gdLst/>
              <a:ahLst/>
              <a:cxnLst/>
              <a:rect l="0" t="0" r="0" b="0"/>
              <a:pathLst>
                <a:path w="924784" h="938161">
                  <a:moveTo>
                    <a:pt x="914400" y="914400"/>
                  </a:moveTo>
                  <a:lnTo>
                    <a:pt x="905940" y="921016"/>
                  </a:lnTo>
                  <a:lnTo>
                    <a:pt x="912087" y="925737"/>
                  </a:lnTo>
                  <a:lnTo>
                    <a:pt x="917879" y="915470"/>
                  </a:lnTo>
                  <a:lnTo>
                    <a:pt x="922476" y="923812"/>
                  </a:lnTo>
                  <a:lnTo>
                    <a:pt x="924784" y="938161"/>
                  </a:lnTo>
                  <a:lnTo>
                    <a:pt x="898674" y="938161"/>
                  </a:lnTo>
                  <a:lnTo>
                    <a:pt x="897664" y="933926"/>
                  </a:lnTo>
                  <a:lnTo>
                    <a:pt x="892388" y="928625"/>
                  </a:lnTo>
                  <a:lnTo>
                    <a:pt x="885062" y="915106"/>
                  </a:lnTo>
                  <a:lnTo>
                    <a:pt x="889317" y="911619"/>
                  </a:lnTo>
                  <a:lnTo>
                    <a:pt x="894989" y="912781"/>
                  </a:lnTo>
                  <a:lnTo>
                    <a:pt x="897893" y="911153"/>
                  </a:lnTo>
                  <a:lnTo>
                    <a:pt x="905757" y="909852"/>
                  </a:lnTo>
                  <a:lnTo>
                    <a:pt x="910532" y="908003"/>
                  </a:lnTo>
                  <a:lnTo>
                    <a:pt x="914266" y="9119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18" name="ph3918"/>
            <p:cNvSpPr/>
            <p:nvPr/>
          </p:nvSpPr>
          <p:spPr>
            <a:xfrm>
              <a:off x="5152524" y="3786506"/>
              <a:ext cx="1242885" cy="1219200"/>
            </a:xfrm>
            <a:custGeom>
              <a:avLst/>
              <a:gdLst/>
              <a:ahLst/>
              <a:cxnLst/>
              <a:rect l="0" t="0" r="0" b="0"/>
              <a:pathLst>
                <a:path w="932164" h="914400">
                  <a:moveTo>
                    <a:pt x="914400" y="914400"/>
                  </a:moveTo>
                  <a:lnTo>
                    <a:pt x="906990" y="903897"/>
                  </a:lnTo>
                  <a:lnTo>
                    <a:pt x="901023" y="900844"/>
                  </a:lnTo>
                  <a:lnTo>
                    <a:pt x="910345" y="893419"/>
                  </a:lnTo>
                  <a:lnTo>
                    <a:pt x="914370" y="887038"/>
                  </a:lnTo>
                  <a:lnTo>
                    <a:pt x="914287" y="873120"/>
                  </a:lnTo>
                  <a:lnTo>
                    <a:pt x="916562" y="865495"/>
                  </a:lnTo>
                  <a:lnTo>
                    <a:pt x="915791" y="858894"/>
                  </a:lnTo>
                  <a:lnTo>
                    <a:pt x="917846" y="852155"/>
                  </a:lnTo>
                  <a:lnTo>
                    <a:pt x="915066" y="844586"/>
                  </a:lnTo>
                  <a:lnTo>
                    <a:pt x="907274" y="838584"/>
                  </a:lnTo>
                  <a:lnTo>
                    <a:pt x="891855" y="814711"/>
                  </a:lnTo>
                  <a:lnTo>
                    <a:pt x="867497" y="808914"/>
                  </a:lnTo>
                  <a:lnTo>
                    <a:pt x="854887" y="808673"/>
                  </a:lnTo>
                  <a:lnTo>
                    <a:pt x="861817" y="804843"/>
                  </a:lnTo>
                  <a:lnTo>
                    <a:pt x="868218" y="805309"/>
                  </a:lnTo>
                  <a:lnTo>
                    <a:pt x="878070" y="807587"/>
                  </a:lnTo>
                  <a:lnTo>
                    <a:pt x="889867" y="808688"/>
                  </a:lnTo>
                  <a:lnTo>
                    <a:pt x="897076" y="815714"/>
                  </a:lnTo>
                  <a:lnTo>
                    <a:pt x="903961" y="825029"/>
                  </a:lnTo>
                  <a:lnTo>
                    <a:pt x="910178" y="828798"/>
                  </a:lnTo>
                  <a:lnTo>
                    <a:pt x="912737" y="831195"/>
                  </a:lnTo>
                  <a:lnTo>
                    <a:pt x="912449" y="833899"/>
                  </a:lnTo>
                  <a:lnTo>
                    <a:pt x="913483" y="836439"/>
                  </a:lnTo>
                  <a:lnTo>
                    <a:pt x="921596" y="840797"/>
                  </a:lnTo>
                  <a:lnTo>
                    <a:pt x="929768" y="847833"/>
                  </a:lnTo>
                  <a:lnTo>
                    <a:pt x="932164" y="868465"/>
                  </a:lnTo>
                  <a:lnTo>
                    <a:pt x="921155" y="878230"/>
                  </a:lnTo>
                  <a:lnTo>
                    <a:pt x="919129" y="908106"/>
                  </a:lnTo>
                  <a:lnTo>
                    <a:pt x="916175" y="91348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19" name="ph3919"/>
            <p:cNvSpPr/>
            <p:nvPr/>
          </p:nvSpPr>
          <p:spPr>
            <a:xfrm>
              <a:off x="5095672" y="3969569"/>
              <a:ext cx="1220444" cy="1260994"/>
            </a:xfrm>
            <a:custGeom>
              <a:avLst/>
              <a:gdLst/>
              <a:ahLst/>
              <a:cxnLst/>
              <a:rect l="0" t="0" r="0" b="0"/>
              <a:pathLst>
                <a:path w="915333" h="945745">
                  <a:moveTo>
                    <a:pt x="914399" y="914400"/>
                  </a:moveTo>
                  <a:lnTo>
                    <a:pt x="915333" y="923899"/>
                  </a:lnTo>
                  <a:lnTo>
                    <a:pt x="914470" y="927284"/>
                  </a:lnTo>
                  <a:lnTo>
                    <a:pt x="905236" y="933634"/>
                  </a:lnTo>
                  <a:lnTo>
                    <a:pt x="902865" y="937182"/>
                  </a:lnTo>
                  <a:lnTo>
                    <a:pt x="894159" y="940762"/>
                  </a:lnTo>
                  <a:lnTo>
                    <a:pt x="888892" y="945745"/>
                  </a:lnTo>
                  <a:lnTo>
                    <a:pt x="886254" y="937648"/>
                  </a:lnTo>
                  <a:lnTo>
                    <a:pt x="881141" y="932645"/>
                  </a:lnTo>
                  <a:lnTo>
                    <a:pt x="880282" y="924139"/>
                  </a:lnTo>
                  <a:lnTo>
                    <a:pt x="876374" y="927012"/>
                  </a:lnTo>
                  <a:lnTo>
                    <a:pt x="870740" y="925261"/>
                  </a:lnTo>
                  <a:lnTo>
                    <a:pt x="861447" y="918819"/>
                  </a:lnTo>
                  <a:lnTo>
                    <a:pt x="855575" y="910072"/>
                  </a:lnTo>
                  <a:lnTo>
                    <a:pt x="863801" y="908557"/>
                  </a:lnTo>
                  <a:lnTo>
                    <a:pt x="865501" y="913990"/>
                  </a:lnTo>
                  <a:lnTo>
                    <a:pt x="872011" y="907322"/>
                  </a:lnTo>
                  <a:lnTo>
                    <a:pt x="870531" y="903809"/>
                  </a:lnTo>
                  <a:lnTo>
                    <a:pt x="869356" y="903359"/>
                  </a:lnTo>
                  <a:lnTo>
                    <a:pt x="867222" y="896825"/>
                  </a:lnTo>
                  <a:lnTo>
                    <a:pt x="877015" y="879710"/>
                  </a:lnTo>
                  <a:lnTo>
                    <a:pt x="879128" y="868670"/>
                  </a:lnTo>
                  <a:lnTo>
                    <a:pt x="874686" y="850956"/>
                  </a:lnTo>
                  <a:lnTo>
                    <a:pt x="878832" y="849794"/>
                  </a:lnTo>
                  <a:lnTo>
                    <a:pt x="889884" y="856006"/>
                  </a:lnTo>
                  <a:lnTo>
                    <a:pt x="894834" y="862120"/>
                  </a:lnTo>
                  <a:lnTo>
                    <a:pt x="894997" y="870513"/>
                  </a:lnTo>
                  <a:lnTo>
                    <a:pt x="899643" y="877012"/>
                  </a:lnTo>
                  <a:lnTo>
                    <a:pt x="906369" y="892579"/>
                  </a:lnTo>
                  <a:lnTo>
                    <a:pt x="914587" y="90170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20" name="ph3920"/>
            <p:cNvSpPr/>
            <p:nvPr/>
          </p:nvSpPr>
          <p:spPr>
            <a:xfrm>
              <a:off x="5024473" y="3674290"/>
              <a:ext cx="1270323" cy="1246784"/>
            </a:xfrm>
            <a:custGeom>
              <a:avLst/>
              <a:gdLst/>
              <a:ahLst/>
              <a:cxnLst/>
              <a:rect l="0" t="0" r="0" b="0"/>
              <a:pathLst>
                <a:path w="952742" h="935088">
                  <a:moveTo>
                    <a:pt x="914399" y="914400"/>
                  </a:moveTo>
                  <a:lnTo>
                    <a:pt x="919938" y="913954"/>
                  </a:lnTo>
                  <a:lnTo>
                    <a:pt x="923259" y="911808"/>
                  </a:lnTo>
                  <a:lnTo>
                    <a:pt x="938557" y="912684"/>
                  </a:lnTo>
                  <a:lnTo>
                    <a:pt x="950909" y="909545"/>
                  </a:lnTo>
                  <a:lnTo>
                    <a:pt x="952742" y="915116"/>
                  </a:lnTo>
                  <a:lnTo>
                    <a:pt x="952430" y="918025"/>
                  </a:lnTo>
                  <a:lnTo>
                    <a:pt x="926164" y="920755"/>
                  </a:lnTo>
                  <a:lnTo>
                    <a:pt x="902069" y="928933"/>
                  </a:lnTo>
                  <a:lnTo>
                    <a:pt x="888863" y="934473"/>
                  </a:lnTo>
                  <a:lnTo>
                    <a:pt x="882658" y="935088"/>
                  </a:lnTo>
                  <a:lnTo>
                    <a:pt x="877915" y="932174"/>
                  </a:lnTo>
                  <a:lnTo>
                    <a:pt x="862005" y="915285"/>
                  </a:lnTo>
                  <a:lnTo>
                    <a:pt x="866260" y="916970"/>
                  </a:lnTo>
                  <a:lnTo>
                    <a:pt x="878015" y="926516"/>
                  </a:lnTo>
                  <a:lnTo>
                    <a:pt x="885316" y="924774"/>
                  </a:lnTo>
                  <a:lnTo>
                    <a:pt x="892080" y="918466"/>
                  </a:lnTo>
                  <a:lnTo>
                    <a:pt x="893113" y="913698"/>
                  </a:lnTo>
                  <a:lnTo>
                    <a:pt x="892105" y="911440"/>
                  </a:lnTo>
                  <a:lnTo>
                    <a:pt x="895164" y="903912"/>
                  </a:lnTo>
                  <a:lnTo>
                    <a:pt x="904061" y="91113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21" name="ph3921"/>
            <p:cNvSpPr/>
            <p:nvPr/>
          </p:nvSpPr>
          <p:spPr>
            <a:xfrm>
              <a:off x="5128164" y="3912686"/>
              <a:ext cx="1240975" cy="1219199"/>
            </a:xfrm>
            <a:custGeom>
              <a:avLst/>
              <a:gdLst/>
              <a:ahLst/>
              <a:cxnLst/>
              <a:rect l="0" t="0" r="0" b="0"/>
              <a:pathLst>
                <a:path w="930731" h="914399">
                  <a:moveTo>
                    <a:pt x="914400" y="914399"/>
                  </a:moveTo>
                  <a:lnTo>
                    <a:pt x="907511" y="912254"/>
                  </a:lnTo>
                  <a:lnTo>
                    <a:pt x="905744" y="910528"/>
                  </a:lnTo>
                  <a:lnTo>
                    <a:pt x="908695" y="907630"/>
                  </a:lnTo>
                  <a:lnTo>
                    <a:pt x="915187" y="905213"/>
                  </a:lnTo>
                  <a:lnTo>
                    <a:pt x="925613" y="904972"/>
                  </a:lnTo>
                  <a:lnTo>
                    <a:pt x="930181" y="907829"/>
                  </a:lnTo>
                  <a:lnTo>
                    <a:pt x="930731" y="909079"/>
                  </a:lnTo>
                  <a:lnTo>
                    <a:pt x="924038" y="91222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22" name="ph3922"/>
            <p:cNvSpPr/>
            <p:nvPr/>
          </p:nvSpPr>
          <p:spPr>
            <a:xfrm>
              <a:off x="5467412" y="4051558"/>
              <a:ext cx="1224864" cy="1219199"/>
            </a:xfrm>
            <a:custGeom>
              <a:avLst/>
              <a:gdLst/>
              <a:ahLst/>
              <a:cxnLst/>
              <a:rect l="0" t="0" r="0" b="0"/>
              <a:pathLst>
                <a:path w="918648" h="914399">
                  <a:moveTo>
                    <a:pt x="914400" y="914399"/>
                  </a:moveTo>
                  <a:lnTo>
                    <a:pt x="908748" y="914399"/>
                  </a:lnTo>
                  <a:lnTo>
                    <a:pt x="910331" y="903379"/>
                  </a:lnTo>
                  <a:lnTo>
                    <a:pt x="915015" y="901116"/>
                  </a:lnTo>
                  <a:lnTo>
                    <a:pt x="916852" y="901239"/>
                  </a:lnTo>
                  <a:lnTo>
                    <a:pt x="918648" y="90726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23" name="ph3923"/>
            <p:cNvSpPr/>
            <p:nvPr/>
          </p:nvSpPr>
          <p:spPr>
            <a:xfrm>
              <a:off x="5239257" y="3859340"/>
              <a:ext cx="1261221" cy="1320607"/>
            </a:xfrm>
            <a:custGeom>
              <a:avLst/>
              <a:gdLst/>
              <a:ahLst/>
              <a:cxnLst/>
              <a:rect l="0" t="0" r="0" b="0"/>
              <a:pathLst>
                <a:path w="945916" h="990455">
                  <a:moveTo>
                    <a:pt x="914400" y="914400"/>
                  </a:moveTo>
                  <a:lnTo>
                    <a:pt x="926384" y="918865"/>
                  </a:lnTo>
                  <a:lnTo>
                    <a:pt x="939340" y="933675"/>
                  </a:lnTo>
                  <a:lnTo>
                    <a:pt x="944920" y="938949"/>
                  </a:lnTo>
                  <a:lnTo>
                    <a:pt x="945916" y="943753"/>
                  </a:lnTo>
                  <a:lnTo>
                    <a:pt x="943733" y="965680"/>
                  </a:lnTo>
                  <a:lnTo>
                    <a:pt x="940820" y="978882"/>
                  </a:lnTo>
                  <a:lnTo>
                    <a:pt x="941257" y="990455"/>
                  </a:lnTo>
                  <a:lnTo>
                    <a:pt x="938215" y="987029"/>
                  </a:lnTo>
                  <a:lnTo>
                    <a:pt x="935140" y="979450"/>
                  </a:lnTo>
                  <a:lnTo>
                    <a:pt x="930097" y="975093"/>
                  </a:lnTo>
                  <a:lnTo>
                    <a:pt x="928418" y="972809"/>
                  </a:lnTo>
                  <a:lnTo>
                    <a:pt x="937482" y="972307"/>
                  </a:lnTo>
                  <a:lnTo>
                    <a:pt x="938286" y="960375"/>
                  </a:lnTo>
                  <a:lnTo>
                    <a:pt x="942707" y="950963"/>
                  </a:lnTo>
                  <a:lnTo>
                    <a:pt x="942037" y="941172"/>
                  </a:lnTo>
                  <a:lnTo>
                    <a:pt x="931460" y="930392"/>
                  </a:lnTo>
                  <a:lnTo>
                    <a:pt x="924209" y="920903"/>
                  </a:lnTo>
                  <a:lnTo>
                    <a:pt x="913062" y="917866"/>
                  </a:lnTo>
                  <a:lnTo>
                    <a:pt x="902752" y="908418"/>
                  </a:lnTo>
                  <a:lnTo>
                    <a:pt x="896601" y="907256"/>
                  </a:lnTo>
                  <a:lnTo>
                    <a:pt x="889100" y="908920"/>
                  </a:lnTo>
                  <a:lnTo>
                    <a:pt x="891809" y="903287"/>
                  </a:lnTo>
                  <a:lnTo>
                    <a:pt x="893684" y="895836"/>
                  </a:lnTo>
                  <a:lnTo>
                    <a:pt x="895059" y="894443"/>
                  </a:lnTo>
                  <a:lnTo>
                    <a:pt x="900352" y="90257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24" name="ph3924"/>
            <p:cNvSpPr/>
            <p:nvPr/>
          </p:nvSpPr>
          <p:spPr>
            <a:xfrm>
              <a:off x="5373813" y="4030700"/>
              <a:ext cx="1219200" cy="1220614"/>
            </a:xfrm>
            <a:custGeom>
              <a:avLst/>
              <a:gdLst/>
              <a:ahLst/>
              <a:cxnLst/>
              <a:rect l="0" t="0" r="0" b="0"/>
              <a:pathLst>
                <a:path w="914400" h="915460">
                  <a:moveTo>
                    <a:pt x="914400" y="914400"/>
                  </a:moveTo>
                  <a:lnTo>
                    <a:pt x="908682" y="913319"/>
                  </a:lnTo>
                  <a:lnTo>
                    <a:pt x="900243" y="915403"/>
                  </a:lnTo>
                  <a:lnTo>
                    <a:pt x="897206" y="915460"/>
                  </a:lnTo>
                  <a:lnTo>
                    <a:pt x="899097" y="911808"/>
                  </a:lnTo>
                  <a:lnTo>
                    <a:pt x="904957" y="906872"/>
                  </a:lnTo>
                  <a:lnTo>
                    <a:pt x="905252" y="902171"/>
                  </a:lnTo>
                  <a:lnTo>
                    <a:pt x="898001" y="895391"/>
                  </a:lnTo>
                  <a:lnTo>
                    <a:pt x="889563" y="878522"/>
                  </a:lnTo>
                  <a:lnTo>
                    <a:pt x="885612" y="874523"/>
                  </a:lnTo>
                  <a:lnTo>
                    <a:pt x="883737" y="868183"/>
                  </a:lnTo>
                  <a:lnTo>
                    <a:pt x="876657" y="861383"/>
                  </a:lnTo>
                  <a:lnTo>
                    <a:pt x="878136" y="857747"/>
                  </a:lnTo>
                  <a:lnTo>
                    <a:pt x="879591" y="856892"/>
                  </a:lnTo>
                  <a:lnTo>
                    <a:pt x="884379" y="858638"/>
                  </a:lnTo>
                  <a:lnTo>
                    <a:pt x="895222" y="882901"/>
                  </a:lnTo>
                  <a:lnTo>
                    <a:pt x="895930" y="885226"/>
                  </a:lnTo>
                  <a:lnTo>
                    <a:pt x="913833" y="90906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25" name="pt3925"/>
            <p:cNvSpPr/>
            <p:nvPr/>
          </p:nvSpPr>
          <p:spPr>
            <a:xfrm>
              <a:off x="6785975" y="2830949"/>
              <a:ext cx="84269" cy="84269"/>
            </a:xfrm>
            <a:prstGeom prst="ellipse">
              <a:avLst/>
            </a:prstGeom>
            <a:solidFill>
              <a:srgbClr val="3497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26" name="pt3926"/>
            <p:cNvSpPr/>
            <p:nvPr/>
          </p:nvSpPr>
          <p:spPr>
            <a:xfrm>
              <a:off x="4500769" y="4411288"/>
              <a:ext cx="84269" cy="84269"/>
            </a:xfrm>
            <a:prstGeom prst="ellipse">
              <a:avLst/>
            </a:prstGeom>
            <a:solidFill>
              <a:srgbClr val="395F9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27" name="pt3927"/>
            <p:cNvSpPr/>
            <p:nvPr/>
          </p:nvSpPr>
          <p:spPr>
            <a:xfrm>
              <a:off x="4061972" y="4655859"/>
              <a:ext cx="84269" cy="84269"/>
            </a:xfrm>
            <a:prstGeom prst="ellipse">
              <a:avLst/>
            </a:prstGeom>
            <a:solidFill>
              <a:srgbClr val="395D9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28" name="pt3928"/>
            <p:cNvSpPr/>
            <p:nvPr/>
          </p:nvSpPr>
          <p:spPr>
            <a:xfrm>
              <a:off x="6509667" y="3324542"/>
              <a:ext cx="84269" cy="84269"/>
            </a:xfrm>
            <a:prstGeom prst="ellipse">
              <a:avLst/>
            </a:prstGeom>
            <a:solidFill>
              <a:srgbClr val="3A6C9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29" name="pt3929"/>
            <p:cNvSpPr/>
            <p:nvPr/>
          </p:nvSpPr>
          <p:spPr>
            <a:xfrm>
              <a:off x="5069685" y="4337485"/>
              <a:ext cx="84269" cy="84269"/>
            </a:xfrm>
            <a:prstGeom prst="ellipse">
              <a:avLst/>
            </a:prstGeom>
            <a:solidFill>
              <a:srgbClr val="3B5591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30" name="pt3930"/>
            <p:cNvSpPr/>
            <p:nvPr/>
          </p:nvSpPr>
          <p:spPr>
            <a:xfrm>
              <a:off x="6595115" y="3120805"/>
              <a:ext cx="84269" cy="84269"/>
            </a:xfrm>
            <a:prstGeom prst="ellipse">
              <a:avLst/>
            </a:prstGeom>
            <a:solidFill>
              <a:srgbClr val="3A7DA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31" name="pt3931"/>
            <p:cNvSpPr/>
            <p:nvPr/>
          </p:nvSpPr>
          <p:spPr>
            <a:xfrm>
              <a:off x="4876145" y="4470211"/>
              <a:ext cx="84269" cy="84269"/>
            </a:xfrm>
            <a:prstGeom prst="ellipse">
              <a:avLst/>
            </a:prstGeom>
            <a:solidFill>
              <a:srgbClr val="3A669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32" name="pt3932"/>
            <p:cNvSpPr/>
            <p:nvPr/>
          </p:nvSpPr>
          <p:spPr>
            <a:xfrm>
              <a:off x="7207433" y="2428491"/>
              <a:ext cx="84269" cy="84269"/>
            </a:xfrm>
            <a:prstGeom prst="ellipse">
              <a:avLst/>
            </a:prstGeom>
            <a:solidFill>
              <a:srgbClr val="392E5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33" name="pt3933"/>
            <p:cNvSpPr/>
            <p:nvPr/>
          </p:nvSpPr>
          <p:spPr>
            <a:xfrm>
              <a:off x="6990561" y="2773262"/>
              <a:ext cx="84269" cy="84269"/>
            </a:xfrm>
            <a:prstGeom prst="ellipse">
              <a:avLst/>
            </a:prstGeom>
            <a:solidFill>
              <a:srgbClr val="3B3A6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34" name="pt3934"/>
            <p:cNvSpPr/>
            <p:nvPr/>
          </p:nvSpPr>
          <p:spPr>
            <a:xfrm>
              <a:off x="6399104" y="3389948"/>
              <a:ext cx="84269" cy="84269"/>
            </a:xfrm>
            <a:prstGeom prst="ellipse">
              <a:avLst/>
            </a:prstGeom>
            <a:solidFill>
              <a:srgbClr val="5BC6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35" name="pt3935"/>
            <p:cNvSpPr/>
            <p:nvPr/>
          </p:nvSpPr>
          <p:spPr>
            <a:xfrm>
              <a:off x="5471263" y="4432167"/>
              <a:ext cx="84269" cy="84269"/>
            </a:xfrm>
            <a:prstGeom prst="ellipse">
              <a:avLst/>
            </a:prstGeom>
            <a:solidFill>
              <a:srgbClr val="3A5B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36" name="pt3936"/>
            <p:cNvSpPr/>
            <p:nvPr/>
          </p:nvSpPr>
          <p:spPr>
            <a:xfrm>
              <a:off x="6250457" y="3836048"/>
              <a:ext cx="84269" cy="84269"/>
            </a:xfrm>
            <a:prstGeom prst="ellipse">
              <a:avLst/>
            </a:prstGeom>
            <a:solidFill>
              <a:srgbClr val="3983A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37" name="pt3937"/>
            <p:cNvSpPr/>
            <p:nvPr/>
          </p:nvSpPr>
          <p:spPr>
            <a:xfrm>
              <a:off x="5911332" y="4107536"/>
              <a:ext cx="84269" cy="84269"/>
            </a:xfrm>
            <a:prstGeom prst="ellipse">
              <a:avLst/>
            </a:prstGeom>
            <a:solidFill>
              <a:srgbClr val="3A569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38" name="pt3938"/>
            <p:cNvSpPr/>
            <p:nvPr/>
          </p:nvSpPr>
          <p:spPr>
            <a:xfrm>
              <a:off x="4320327" y="4452888"/>
              <a:ext cx="84269" cy="84269"/>
            </a:xfrm>
            <a:prstGeom prst="ellipse">
              <a:avLst/>
            </a:prstGeom>
            <a:solidFill>
              <a:srgbClr val="48AC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39" name="pt3939"/>
            <p:cNvSpPr/>
            <p:nvPr/>
          </p:nvSpPr>
          <p:spPr>
            <a:xfrm>
              <a:off x="6027897" y="4004742"/>
              <a:ext cx="84269" cy="84269"/>
            </a:xfrm>
            <a:prstGeom prst="ellipse">
              <a:avLst/>
            </a:prstGeom>
            <a:solidFill>
              <a:srgbClr val="3A689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40" name="pt3940"/>
            <p:cNvSpPr/>
            <p:nvPr/>
          </p:nvSpPr>
          <p:spPr>
            <a:xfrm>
              <a:off x="6526392" y="3070306"/>
              <a:ext cx="84269" cy="84269"/>
            </a:xfrm>
            <a:prstGeom prst="ellipse">
              <a:avLst/>
            </a:prstGeom>
            <a:solidFill>
              <a:srgbClr val="5FCD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41" name="pt3941"/>
            <p:cNvSpPr/>
            <p:nvPr/>
          </p:nvSpPr>
          <p:spPr>
            <a:xfrm>
              <a:off x="5422169" y="4433087"/>
              <a:ext cx="84269" cy="84269"/>
            </a:xfrm>
            <a:prstGeom prst="ellipse">
              <a:avLst/>
            </a:prstGeom>
            <a:solidFill>
              <a:srgbClr val="395F9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42" name="pt3942"/>
            <p:cNvSpPr/>
            <p:nvPr/>
          </p:nvSpPr>
          <p:spPr>
            <a:xfrm>
              <a:off x="5852803" y="4328081"/>
              <a:ext cx="84269" cy="84269"/>
            </a:xfrm>
            <a:prstGeom prst="ellipse">
              <a:avLst/>
            </a:prstGeom>
            <a:solidFill>
              <a:srgbClr val="3B4F88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43" name="pt3943"/>
            <p:cNvSpPr/>
            <p:nvPr/>
          </p:nvSpPr>
          <p:spPr>
            <a:xfrm>
              <a:off x="4935491" y="4439424"/>
              <a:ext cx="84269" cy="84269"/>
            </a:xfrm>
            <a:prstGeom prst="ellipse">
              <a:avLst/>
            </a:prstGeom>
            <a:solidFill>
              <a:srgbClr val="3A73A1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44" name="pt3944"/>
            <p:cNvSpPr/>
            <p:nvPr/>
          </p:nvSpPr>
          <p:spPr>
            <a:xfrm>
              <a:off x="6360284" y="3223813"/>
              <a:ext cx="84269" cy="84269"/>
            </a:xfrm>
            <a:prstGeom prst="ellipse">
              <a:avLst/>
            </a:prstGeom>
            <a:solidFill>
              <a:srgbClr val="75D4B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45" name="pt3945"/>
            <p:cNvSpPr/>
            <p:nvPr/>
          </p:nvSpPr>
          <p:spPr>
            <a:xfrm>
              <a:off x="5861133" y="4186361"/>
              <a:ext cx="84269" cy="84269"/>
            </a:xfrm>
            <a:prstGeom prst="ellipse">
              <a:avLst/>
            </a:prstGeom>
            <a:solidFill>
              <a:srgbClr val="3A679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46" name="pt3946"/>
            <p:cNvSpPr/>
            <p:nvPr/>
          </p:nvSpPr>
          <p:spPr>
            <a:xfrm>
              <a:off x="4684060" y="4470773"/>
              <a:ext cx="84269" cy="84269"/>
            </a:xfrm>
            <a:prstGeom prst="ellipse">
              <a:avLst/>
            </a:prstGeom>
            <a:solidFill>
              <a:srgbClr val="3A80A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47" name="pt3947"/>
            <p:cNvSpPr/>
            <p:nvPr/>
          </p:nvSpPr>
          <p:spPr>
            <a:xfrm>
              <a:off x="6123008" y="3896900"/>
              <a:ext cx="84269" cy="84269"/>
            </a:xfrm>
            <a:prstGeom prst="ellipse">
              <a:avLst/>
            </a:prstGeom>
            <a:solidFill>
              <a:srgbClr val="395F9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48" name="pt3948"/>
            <p:cNvSpPr/>
            <p:nvPr/>
          </p:nvSpPr>
          <p:spPr>
            <a:xfrm>
              <a:off x="7163819" y="2455502"/>
              <a:ext cx="84269" cy="84269"/>
            </a:xfrm>
            <a:prstGeom prst="ellipse">
              <a:avLst/>
            </a:prstGeom>
            <a:solidFill>
              <a:srgbClr val="3C4276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49" name="pt3949"/>
            <p:cNvSpPr/>
            <p:nvPr/>
          </p:nvSpPr>
          <p:spPr>
            <a:xfrm>
              <a:off x="4432475" y="4419677"/>
              <a:ext cx="84269" cy="84269"/>
            </a:xfrm>
            <a:prstGeom prst="ellipse">
              <a:avLst/>
            </a:prstGeom>
            <a:solidFill>
              <a:srgbClr val="395F9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50" name="pt3950"/>
            <p:cNvSpPr/>
            <p:nvPr/>
          </p:nvSpPr>
          <p:spPr>
            <a:xfrm>
              <a:off x="7619532" y="2458141"/>
              <a:ext cx="84269" cy="84269"/>
            </a:xfrm>
            <a:prstGeom prst="ellipse">
              <a:avLst/>
            </a:prstGeom>
            <a:solidFill>
              <a:srgbClr val="3C487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51" name="pt3951"/>
            <p:cNvSpPr/>
            <p:nvPr/>
          </p:nvSpPr>
          <p:spPr>
            <a:xfrm>
              <a:off x="5868803" y="4191359"/>
              <a:ext cx="84269" cy="84269"/>
            </a:xfrm>
            <a:prstGeom prst="ellipse">
              <a:avLst/>
            </a:prstGeom>
            <a:solidFill>
              <a:srgbClr val="3A659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52" name="pt3952"/>
            <p:cNvSpPr/>
            <p:nvPr/>
          </p:nvSpPr>
          <p:spPr>
            <a:xfrm>
              <a:off x="7058985" y="2606471"/>
              <a:ext cx="84269" cy="84269"/>
            </a:xfrm>
            <a:prstGeom prst="ellipse">
              <a:avLst/>
            </a:prstGeom>
            <a:solidFill>
              <a:srgbClr val="3984A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53" name="pt3953"/>
            <p:cNvSpPr/>
            <p:nvPr/>
          </p:nvSpPr>
          <p:spPr>
            <a:xfrm>
              <a:off x="4774616" y="4495897"/>
              <a:ext cx="84269" cy="84269"/>
            </a:xfrm>
            <a:prstGeom prst="ellipse">
              <a:avLst/>
            </a:prstGeom>
            <a:solidFill>
              <a:srgbClr val="3A679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54" name="pt3954"/>
            <p:cNvSpPr/>
            <p:nvPr/>
          </p:nvSpPr>
          <p:spPr>
            <a:xfrm>
              <a:off x="5899987" y="4111348"/>
              <a:ext cx="84269" cy="84269"/>
            </a:xfrm>
            <a:prstGeom prst="ellipse">
              <a:avLst/>
            </a:prstGeom>
            <a:solidFill>
              <a:srgbClr val="3A699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55" name="pt3955"/>
            <p:cNvSpPr/>
            <p:nvPr/>
          </p:nvSpPr>
          <p:spPr>
            <a:xfrm>
              <a:off x="7050455" y="2564239"/>
              <a:ext cx="84269" cy="84269"/>
            </a:xfrm>
            <a:prstGeom prst="ellipse">
              <a:avLst/>
            </a:prstGeom>
            <a:solidFill>
              <a:srgbClr val="3A7DA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56" name="pt3956"/>
            <p:cNvSpPr/>
            <p:nvPr/>
          </p:nvSpPr>
          <p:spPr>
            <a:xfrm>
              <a:off x="4170155" y="4572293"/>
              <a:ext cx="84269" cy="84269"/>
            </a:xfrm>
            <a:prstGeom prst="ellipse">
              <a:avLst/>
            </a:prstGeom>
            <a:solidFill>
              <a:srgbClr val="395C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57" name="pt3957"/>
            <p:cNvSpPr/>
            <p:nvPr/>
          </p:nvSpPr>
          <p:spPr>
            <a:xfrm>
              <a:off x="6259356" y="3810662"/>
              <a:ext cx="84269" cy="84269"/>
            </a:xfrm>
            <a:prstGeom prst="ellipse">
              <a:avLst/>
            </a:prstGeom>
            <a:solidFill>
              <a:srgbClr val="3B4F88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58" name="pt3958"/>
            <p:cNvSpPr/>
            <p:nvPr/>
          </p:nvSpPr>
          <p:spPr>
            <a:xfrm>
              <a:off x="4025837" y="4619724"/>
              <a:ext cx="156540" cy="156540"/>
            </a:xfrm>
            <a:prstGeom prst="ellipse">
              <a:avLst/>
            </a:prstGeom>
            <a:solidFill>
              <a:srgbClr val="395D9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59" name="pt3959"/>
            <p:cNvSpPr/>
            <p:nvPr/>
          </p:nvSpPr>
          <p:spPr>
            <a:xfrm>
              <a:off x="4738481" y="4459763"/>
              <a:ext cx="156540" cy="156540"/>
            </a:xfrm>
            <a:prstGeom prst="ellipse">
              <a:avLst/>
            </a:prstGeom>
            <a:solidFill>
              <a:srgbClr val="3A679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60" name="pt3960"/>
            <p:cNvSpPr/>
            <p:nvPr/>
          </p:nvSpPr>
          <p:spPr>
            <a:xfrm>
              <a:off x="5816667" y="4291947"/>
              <a:ext cx="156540" cy="156540"/>
            </a:xfrm>
            <a:prstGeom prst="ellipse">
              <a:avLst/>
            </a:prstGeom>
            <a:solidFill>
              <a:srgbClr val="3B4F88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61" name="pt3961"/>
            <p:cNvSpPr/>
            <p:nvPr/>
          </p:nvSpPr>
          <p:spPr>
            <a:xfrm>
              <a:off x="7014320" y="2528105"/>
              <a:ext cx="156540" cy="156540"/>
            </a:xfrm>
            <a:prstGeom prst="ellipse">
              <a:avLst/>
            </a:prstGeom>
            <a:solidFill>
              <a:srgbClr val="3A7DA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62" name="pt3962"/>
            <p:cNvSpPr/>
            <p:nvPr/>
          </p:nvSpPr>
          <p:spPr>
            <a:xfrm>
              <a:off x="7171299" y="2392357"/>
              <a:ext cx="156540" cy="156540"/>
            </a:xfrm>
            <a:prstGeom prst="ellipse">
              <a:avLst/>
            </a:prstGeom>
            <a:solidFill>
              <a:srgbClr val="392E5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63" name="pl3963"/>
            <p:cNvSpPr/>
            <p:nvPr/>
          </p:nvSpPr>
          <p:spPr>
            <a:xfrm>
              <a:off x="7124095" y="2334834"/>
              <a:ext cx="113211" cy="122521"/>
            </a:xfrm>
            <a:custGeom>
              <a:avLst/>
              <a:gdLst/>
              <a:ahLst/>
              <a:cxnLst/>
              <a:rect l="0" t="0" r="0" b="0"/>
              <a:pathLst>
                <a:path w="84908" h="91891">
                  <a:moveTo>
                    <a:pt x="0" y="0"/>
                  </a:moveTo>
                  <a:lnTo>
                    <a:pt x="84908" y="91891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64" name="pg3964"/>
            <p:cNvSpPr/>
            <p:nvPr/>
          </p:nvSpPr>
          <p:spPr>
            <a:xfrm>
              <a:off x="3403687" y="4364213"/>
              <a:ext cx="744687" cy="255665"/>
            </a:xfrm>
            <a:custGeom>
              <a:avLst/>
              <a:gdLst/>
              <a:ahLst/>
              <a:cxnLst/>
              <a:rect l="0" t="0" r="0" b="0"/>
              <a:pathLst>
                <a:path w="558515" h="191749">
                  <a:moveTo>
                    <a:pt x="27431" y="191749"/>
                  </a:moveTo>
                  <a:lnTo>
                    <a:pt x="531083" y="191749"/>
                  </a:lnTo>
                  <a:lnTo>
                    <a:pt x="529978" y="191727"/>
                  </a:lnTo>
                  <a:lnTo>
                    <a:pt x="534390" y="191549"/>
                  </a:lnTo>
                  <a:lnTo>
                    <a:pt x="538715" y="190666"/>
                  </a:lnTo>
                  <a:lnTo>
                    <a:pt x="542843" y="189101"/>
                  </a:lnTo>
                  <a:lnTo>
                    <a:pt x="546666" y="186893"/>
                  </a:lnTo>
                  <a:lnTo>
                    <a:pt x="550086" y="184101"/>
                  </a:lnTo>
                  <a:lnTo>
                    <a:pt x="553013" y="180797"/>
                  </a:lnTo>
                  <a:lnTo>
                    <a:pt x="555373" y="177065"/>
                  </a:lnTo>
                  <a:lnTo>
                    <a:pt x="557103" y="173004"/>
                  </a:lnTo>
                  <a:lnTo>
                    <a:pt x="558160" y="168718"/>
                  </a:lnTo>
                  <a:lnTo>
                    <a:pt x="558515" y="164317"/>
                  </a:lnTo>
                  <a:lnTo>
                    <a:pt x="558515" y="27431"/>
                  </a:lnTo>
                  <a:lnTo>
                    <a:pt x="558160" y="23031"/>
                  </a:lnTo>
                  <a:lnTo>
                    <a:pt x="557103" y="18745"/>
                  </a:lnTo>
                  <a:lnTo>
                    <a:pt x="555373" y="14683"/>
                  </a:lnTo>
                  <a:lnTo>
                    <a:pt x="553013" y="10952"/>
                  </a:lnTo>
                  <a:lnTo>
                    <a:pt x="550086" y="7647"/>
                  </a:lnTo>
                  <a:lnTo>
                    <a:pt x="546666" y="4855"/>
                  </a:lnTo>
                  <a:lnTo>
                    <a:pt x="542843" y="2648"/>
                  </a:lnTo>
                  <a:lnTo>
                    <a:pt x="538715" y="1083"/>
                  </a:lnTo>
                  <a:lnTo>
                    <a:pt x="534390" y="200"/>
                  </a:lnTo>
                  <a:lnTo>
                    <a:pt x="531083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6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65" name="tx3965"/>
            <p:cNvSpPr/>
            <p:nvPr/>
          </p:nvSpPr>
          <p:spPr>
            <a:xfrm>
              <a:off x="3464647" y="4425173"/>
              <a:ext cx="622767" cy="13374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325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W1</a:t>
              </a:r>
              <a:r>
                <a:rPr lang="en-US" sz="1325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-</a:t>
              </a:r>
              <a:r>
                <a:rPr sz="1325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TX</a:t>
              </a:r>
            </a:p>
          </p:txBody>
        </p:sp>
        <p:sp>
          <p:nvSpPr>
            <p:cNvPr id="3966" name="pg3966"/>
            <p:cNvSpPr/>
            <p:nvPr/>
          </p:nvSpPr>
          <p:spPr>
            <a:xfrm>
              <a:off x="4269808" y="4203817"/>
              <a:ext cx="734445" cy="255665"/>
            </a:xfrm>
            <a:custGeom>
              <a:avLst/>
              <a:gdLst/>
              <a:ahLst/>
              <a:cxnLst/>
              <a:rect l="0" t="0" r="0" b="0"/>
              <a:pathLst>
                <a:path w="550834" h="191749">
                  <a:moveTo>
                    <a:pt x="27431" y="191749"/>
                  </a:moveTo>
                  <a:lnTo>
                    <a:pt x="523402" y="191749"/>
                  </a:lnTo>
                  <a:lnTo>
                    <a:pt x="522297" y="191727"/>
                  </a:lnTo>
                  <a:lnTo>
                    <a:pt x="526709" y="191549"/>
                  </a:lnTo>
                  <a:lnTo>
                    <a:pt x="531034" y="190666"/>
                  </a:lnTo>
                  <a:lnTo>
                    <a:pt x="535162" y="189101"/>
                  </a:lnTo>
                  <a:lnTo>
                    <a:pt x="538985" y="186893"/>
                  </a:lnTo>
                  <a:lnTo>
                    <a:pt x="542405" y="184101"/>
                  </a:lnTo>
                  <a:lnTo>
                    <a:pt x="545332" y="180797"/>
                  </a:lnTo>
                  <a:lnTo>
                    <a:pt x="547692" y="177065"/>
                  </a:lnTo>
                  <a:lnTo>
                    <a:pt x="549422" y="173004"/>
                  </a:lnTo>
                  <a:lnTo>
                    <a:pt x="550479" y="168718"/>
                  </a:lnTo>
                  <a:lnTo>
                    <a:pt x="550834" y="164317"/>
                  </a:lnTo>
                  <a:lnTo>
                    <a:pt x="550834" y="27431"/>
                  </a:lnTo>
                  <a:lnTo>
                    <a:pt x="550479" y="23031"/>
                  </a:lnTo>
                  <a:lnTo>
                    <a:pt x="549422" y="18745"/>
                  </a:lnTo>
                  <a:lnTo>
                    <a:pt x="547692" y="14683"/>
                  </a:lnTo>
                  <a:lnTo>
                    <a:pt x="545332" y="10952"/>
                  </a:lnTo>
                  <a:lnTo>
                    <a:pt x="542405" y="7647"/>
                  </a:lnTo>
                  <a:lnTo>
                    <a:pt x="538985" y="4855"/>
                  </a:lnTo>
                  <a:lnTo>
                    <a:pt x="535162" y="2648"/>
                  </a:lnTo>
                  <a:lnTo>
                    <a:pt x="531034" y="1083"/>
                  </a:lnTo>
                  <a:lnTo>
                    <a:pt x="526709" y="200"/>
                  </a:lnTo>
                  <a:lnTo>
                    <a:pt x="523402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5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67" name="tx3967"/>
            <p:cNvSpPr/>
            <p:nvPr/>
          </p:nvSpPr>
          <p:spPr>
            <a:xfrm>
              <a:off x="4330768" y="4264777"/>
              <a:ext cx="612525" cy="13374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325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W2</a:t>
              </a:r>
              <a:r>
                <a:rPr lang="en-US" sz="1325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-</a:t>
              </a:r>
              <a:r>
                <a:rPr sz="1325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LA</a:t>
              </a:r>
            </a:p>
          </p:txBody>
        </p:sp>
        <p:sp>
          <p:nvSpPr>
            <p:cNvPr id="3968" name="pg3968"/>
            <p:cNvSpPr/>
            <p:nvPr/>
          </p:nvSpPr>
          <p:spPr>
            <a:xfrm>
              <a:off x="5126997" y="4036321"/>
              <a:ext cx="723960" cy="255665"/>
            </a:xfrm>
            <a:custGeom>
              <a:avLst/>
              <a:gdLst/>
              <a:ahLst/>
              <a:cxnLst/>
              <a:rect l="0" t="0" r="0" b="0"/>
              <a:pathLst>
                <a:path w="542970" h="191749">
                  <a:moveTo>
                    <a:pt x="27431" y="191749"/>
                  </a:moveTo>
                  <a:lnTo>
                    <a:pt x="515538" y="191749"/>
                  </a:lnTo>
                  <a:lnTo>
                    <a:pt x="514434" y="191727"/>
                  </a:lnTo>
                  <a:lnTo>
                    <a:pt x="518845" y="191549"/>
                  </a:lnTo>
                  <a:lnTo>
                    <a:pt x="523170" y="190666"/>
                  </a:lnTo>
                  <a:lnTo>
                    <a:pt x="527298" y="189101"/>
                  </a:lnTo>
                  <a:lnTo>
                    <a:pt x="531121" y="186893"/>
                  </a:lnTo>
                  <a:lnTo>
                    <a:pt x="534541" y="184101"/>
                  </a:lnTo>
                  <a:lnTo>
                    <a:pt x="537469" y="180797"/>
                  </a:lnTo>
                  <a:lnTo>
                    <a:pt x="539828" y="177065"/>
                  </a:lnTo>
                  <a:lnTo>
                    <a:pt x="541558" y="173004"/>
                  </a:lnTo>
                  <a:lnTo>
                    <a:pt x="542615" y="168718"/>
                  </a:lnTo>
                  <a:lnTo>
                    <a:pt x="542970" y="164317"/>
                  </a:lnTo>
                  <a:lnTo>
                    <a:pt x="542970" y="27431"/>
                  </a:lnTo>
                  <a:lnTo>
                    <a:pt x="542615" y="23031"/>
                  </a:lnTo>
                  <a:lnTo>
                    <a:pt x="541558" y="18745"/>
                  </a:lnTo>
                  <a:lnTo>
                    <a:pt x="539828" y="14683"/>
                  </a:lnTo>
                  <a:lnTo>
                    <a:pt x="537469" y="10952"/>
                  </a:lnTo>
                  <a:lnTo>
                    <a:pt x="534541" y="7647"/>
                  </a:lnTo>
                  <a:lnTo>
                    <a:pt x="531121" y="4855"/>
                  </a:lnTo>
                  <a:lnTo>
                    <a:pt x="527298" y="2648"/>
                  </a:lnTo>
                  <a:lnTo>
                    <a:pt x="523170" y="1083"/>
                  </a:lnTo>
                  <a:lnTo>
                    <a:pt x="518845" y="200"/>
                  </a:lnTo>
                  <a:lnTo>
                    <a:pt x="515538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5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69" name="tx3969"/>
            <p:cNvSpPr/>
            <p:nvPr/>
          </p:nvSpPr>
          <p:spPr>
            <a:xfrm>
              <a:off x="5187957" y="4097281"/>
              <a:ext cx="602040" cy="13374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325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W3</a:t>
              </a:r>
              <a:r>
                <a:rPr lang="en-US" sz="1325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-</a:t>
              </a:r>
              <a:r>
                <a:rPr sz="1325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FL</a:t>
              </a:r>
            </a:p>
          </p:txBody>
        </p:sp>
        <p:sp>
          <p:nvSpPr>
            <p:cNvPr id="3970" name="pg3970"/>
            <p:cNvSpPr/>
            <p:nvPr/>
          </p:nvSpPr>
          <p:spPr>
            <a:xfrm>
              <a:off x="6194903" y="2456735"/>
              <a:ext cx="775655" cy="255665"/>
            </a:xfrm>
            <a:custGeom>
              <a:avLst/>
              <a:gdLst/>
              <a:ahLst/>
              <a:cxnLst/>
              <a:rect l="0" t="0" r="0" b="0"/>
              <a:pathLst>
                <a:path w="581741" h="191749">
                  <a:moveTo>
                    <a:pt x="27431" y="191749"/>
                  </a:moveTo>
                  <a:lnTo>
                    <a:pt x="554309" y="191749"/>
                  </a:lnTo>
                  <a:lnTo>
                    <a:pt x="553204" y="191727"/>
                  </a:lnTo>
                  <a:lnTo>
                    <a:pt x="557615" y="191549"/>
                  </a:lnTo>
                  <a:lnTo>
                    <a:pt x="561941" y="190666"/>
                  </a:lnTo>
                  <a:lnTo>
                    <a:pt x="566069" y="189101"/>
                  </a:lnTo>
                  <a:lnTo>
                    <a:pt x="569892" y="186893"/>
                  </a:lnTo>
                  <a:lnTo>
                    <a:pt x="573312" y="184101"/>
                  </a:lnTo>
                  <a:lnTo>
                    <a:pt x="576239" y="180797"/>
                  </a:lnTo>
                  <a:lnTo>
                    <a:pt x="578599" y="177065"/>
                  </a:lnTo>
                  <a:lnTo>
                    <a:pt x="580329" y="173004"/>
                  </a:lnTo>
                  <a:lnTo>
                    <a:pt x="581386" y="168718"/>
                  </a:lnTo>
                  <a:lnTo>
                    <a:pt x="581741" y="164317"/>
                  </a:lnTo>
                  <a:lnTo>
                    <a:pt x="581741" y="27432"/>
                  </a:lnTo>
                  <a:lnTo>
                    <a:pt x="581386" y="23031"/>
                  </a:lnTo>
                  <a:lnTo>
                    <a:pt x="580329" y="18745"/>
                  </a:lnTo>
                  <a:lnTo>
                    <a:pt x="578599" y="14683"/>
                  </a:lnTo>
                  <a:lnTo>
                    <a:pt x="576239" y="10952"/>
                  </a:lnTo>
                  <a:lnTo>
                    <a:pt x="573312" y="7647"/>
                  </a:lnTo>
                  <a:lnTo>
                    <a:pt x="569892" y="4855"/>
                  </a:lnTo>
                  <a:lnTo>
                    <a:pt x="566069" y="2648"/>
                  </a:lnTo>
                  <a:lnTo>
                    <a:pt x="561941" y="1083"/>
                  </a:lnTo>
                  <a:lnTo>
                    <a:pt x="557615" y="200"/>
                  </a:lnTo>
                  <a:lnTo>
                    <a:pt x="554309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6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71" name="tx3971"/>
            <p:cNvSpPr/>
            <p:nvPr/>
          </p:nvSpPr>
          <p:spPr>
            <a:xfrm>
              <a:off x="6255863" y="2517695"/>
              <a:ext cx="653735" cy="13374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325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W5</a:t>
              </a:r>
              <a:r>
                <a:rPr lang="en-US" sz="1325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-</a:t>
              </a:r>
              <a:r>
                <a:rPr sz="1325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NH</a:t>
              </a:r>
            </a:p>
          </p:txBody>
        </p:sp>
        <p:sp>
          <p:nvSpPr>
            <p:cNvPr id="3972" name="pg3972"/>
            <p:cNvSpPr/>
            <p:nvPr/>
          </p:nvSpPr>
          <p:spPr>
            <a:xfrm>
              <a:off x="6676669" y="2079167"/>
              <a:ext cx="786140" cy="255665"/>
            </a:xfrm>
            <a:custGeom>
              <a:avLst/>
              <a:gdLst/>
              <a:ahLst/>
              <a:cxnLst/>
              <a:rect l="0" t="0" r="0" b="0"/>
              <a:pathLst>
                <a:path w="589605" h="191749">
                  <a:moveTo>
                    <a:pt x="27431" y="191749"/>
                  </a:moveTo>
                  <a:lnTo>
                    <a:pt x="562173" y="191749"/>
                  </a:lnTo>
                  <a:lnTo>
                    <a:pt x="561068" y="191727"/>
                  </a:lnTo>
                  <a:lnTo>
                    <a:pt x="565479" y="191549"/>
                  </a:lnTo>
                  <a:lnTo>
                    <a:pt x="569805" y="190666"/>
                  </a:lnTo>
                  <a:lnTo>
                    <a:pt x="573933" y="189101"/>
                  </a:lnTo>
                  <a:lnTo>
                    <a:pt x="577756" y="186893"/>
                  </a:lnTo>
                  <a:lnTo>
                    <a:pt x="581175" y="184101"/>
                  </a:lnTo>
                  <a:lnTo>
                    <a:pt x="584103" y="180797"/>
                  </a:lnTo>
                  <a:lnTo>
                    <a:pt x="586462" y="177065"/>
                  </a:lnTo>
                  <a:lnTo>
                    <a:pt x="588193" y="173004"/>
                  </a:lnTo>
                  <a:lnTo>
                    <a:pt x="589249" y="168718"/>
                  </a:lnTo>
                  <a:lnTo>
                    <a:pt x="589605" y="164317"/>
                  </a:lnTo>
                  <a:lnTo>
                    <a:pt x="589605" y="27432"/>
                  </a:lnTo>
                  <a:lnTo>
                    <a:pt x="589249" y="23031"/>
                  </a:lnTo>
                  <a:lnTo>
                    <a:pt x="588193" y="18745"/>
                  </a:lnTo>
                  <a:lnTo>
                    <a:pt x="586462" y="14683"/>
                  </a:lnTo>
                  <a:lnTo>
                    <a:pt x="584103" y="10952"/>
                  </a:lnTo>
                  <a:lnTo>
                    <a:pt x="581175" y="7647"/>
                  </a:lnTo>
                  <a:lnTo>
                    <a:pt x="577756" y="4855"/>
                  </a:lnTo>
                  <a:lnTo>
                    <a:pt x="573933" y="2648"/>
                  </a:lnTo>
                  <a:lnTo>
                    <a:pt x="569805" y="1083"/>
                  </a:lnTo>
                  <a:lnTo>
                    <a:pt x="565479" y="200"/>
                  </a:lnTo>
                  <a:lnTo>
                    <a:pt x="562173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6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73" name="tx3973"/>
            <p:cNvSpPr/>
            <p:nvPr/>
          </p:nvSpPr>
          <p:spPr>
            <a:xfrm>
              <a:off x="6737629" y="2140127"/>
              <a:ext cx="664220" cy="13374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325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W6</a:t>
              </a:r>
              <a:r>
                <a:rPr lang="en-US" sz="1325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-</a:t>
              </a:r>
              <a:r>
                <a:rPr sz="1325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ME</a:t>
              </a:r>
            </a:p>
          </p:txBody>
        </p:sp>
        <p:sp>
          <p:nvSpPr>
            <p:cNvPr id="3974" name="rc3974"/>
            <p:cNvSpPr/>
            <p:nvPr/>
          </p:nvSpPr>
          <p:spPr>
            <a:xfrm>
              <a:off x="6302305" y="3041904"/>
              <a:ext cx="579625" cy="548097"/>
            </a:xfrm>
            <a:prstGeom prst="rect">
              <a:avLst/>
            </a:prstGeom>
            <a:noFill/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75" name="pl3975"/>
            <p:cNvSpPr/>
            <p:nvPr/>
          </p:nvSpPr>
          <p:spPr>
            <a:xfrm>
              <a:off x="5216320" y="2047558"/>
              <a:ext cx="1085985" cy="994344"/>
            </a:xfrm>
            <a:custGeom>
              <a:avLst/>
              <a:gdLst/>
              <a:ahLst/>
              <a:cxnLst/>
              <a:rect l="0" t="0" r="0" b="0"/>
              <a:pathLst>
                <a:path w="814489" h="745758">
                  <a:moveTo>
                    <a:pt x="0" y="0"/>
                  </a:moveTo>
                  <a:lnTo>
                    <a:pt x="814489" y="745758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76" name="pl3976"/>
            <p:cNvSpPr/>
            <p:nvPr/>
          </p:nvSpPr>
          <p:spPr>
            <a:xfrm>
              <a:off x="5216320" y="3590002"/>
              <a:ext cx="1085985" cy="58668"/>
            </a:xfrm>
            <a:custGeom>
              <a:avLst/>
              <a:gdLst/>
              <a:ahLst/>
              <a:cxnLst/>
              <a:rect l="0" t="0" r="0" b="0"/>
              <a:pathLst>
                <a:path w="814489" h="44001">
                  <a:moveTo>
                    <a:pt x="0" y="44001"/>
                  </a:moveTo>
                  <a:lnTo>
                    <a:pt x="814489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77" name="rc3977"/>
            <p:cNvSpPr/>
            <p:nvPr/>
          </p:nvSpPr>
          <p:spPr>
            <a:xfrm>
              <a:off x="3342727" y="1848078"/>
              <a:ext cx="4668748" cy="3619485"/>
            </a:xfrm>
            <a:prstGeom prst="rect">
              <a:avLst/>
            </a:prstGeom>
            <a:noFill/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78" name="tx3978"/>
            <p:cNvSpPr/>
            <p:nvPr/>
          </p:nvSpPr>
          <p:spPr>
            <a:xfrm>
              <a:off x="2926256" y="5076913"/>
              <a:ext cx="165811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25</a:t>
              </a:r>
            </a:p>
          </p:txBody>
        </p:sp>
        <p:sp>
          <p:nvSpPr>
            <p:cNvPr id="3979" name="tx3979"/>
            <p:cNvSpPr/>
            <p:nvPr/>
          </p:nvSpPr>
          <p:spPr>
            <a:xfrm>
              <a:off x="3092067" y="5052285"/>
              <a:ext cx="59619" cy="13130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0" name="tx3980"/>
            <p:cNvSpPr/>
            <p:nvPr/>
          </p:nvSpPr>
          <p:spPr>
            <a:xfrm>
              <a:off x="3151687" y="5076913"/>
              <a:ext cx="107533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3981" name="tx3981"/>
            <p:cNvSpPr/>
            <p:nvPr/>
          </p:nvSpPr>
          <p:spPr>
            <a:xfrm>
              <a:off x="2926256" y="4377737"/>
              <a:ext cx="165811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3982" name="tx3982"/>
            <p:cNvSpPr/>
            <p:nvPr/>
          </p:nvSpPr>
          <p:spPr>
            <a:xfrm>
              <a:off x="3092067" y="4353109"/>
              <a:ext cx="59619" cy="13130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3" name="tx3983"/>
            <p:cNvSpPr/>
            <p:nvPr/>
          </p:nvSpPr>
          <p:spPr>
            <a:xfrm>
              <a:off x="3151687" y="4377737"/>
              <a:ext cx="107533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3984" name="tx3984"/>
            <p:cNvSpPr/>
            <p:nvPr/>
          </p:nvSpPr>
          <p:spPr>
            <a:xfrm>
              <a:off x="2926256" y="3678561"/>
              <a:ext cx="165811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35</a:t>
              </a:r>
            </a:p>
          </p:txBody>
        </p:sp>
        <p:sp>
          <p:nvSpPr>
            <p:cNvPr id="3985" name="tx3985"/>
            <p:cNvSpPr/>
            <p:nvPr/>
          </p:nvSpPr>
          <p:spPr>
            <a:xfrm>
              <a:off x="3092067" y="3653933"/>
              <a:ext cx="59619" cy="13130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6" name="tx3986"/>
            <p:cNvSpPr/>
            <p:nvPr/>
          </p:nvSpPr>
          <p:spPr>
            <a:xfrm>
              <a:off x="3151687" y="3678561"/>
              <a:ext cx="107533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3987" name="tx3987"/>
            <p:cNvSpPr/>
            <p:nvPr/>
          </p:nvSpPr>
          <p:spPr>
            <a:xfrm>
              <a:off x="2926256" y="2979385"/>
              <a:ext cx="165811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40</a:t>
              </a:r>
            </a:p>
          </p:txBody>
        </p:sp>
        <p:sp>
          <p:nvSpPr>
            <p:cNvPr id="3988" name="tx3988"/>
            <p:cNvSpPr/>
            <p:nvPr/>
          </p:nvSpPr>
          <p:spPr>
            <a:xfrm>
              <a:off x="3092067" y="2954757"/>
              <a:ext cx="59619" cy="13130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9" name="tx3989"/>
            <p:cNvSpPr/>
            <p:nvPr/>
          </p:nvSpPr>
          <p:spPr>
            <a:xfrm>
              <a:off x="3151687" y="2979385"/>
              <a:ext cx="107533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3990" name="tx3990"/>
            <p:cNvSpPr/>
            <p:nvPr/>
          </p:nvSpPr>
          <p:spPr>
            <a:xfrm>
              <a:off x="2926256" y="2279966"/>
              <a:ext cx="165811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45</a:t>
              </a:r>
            </a:p>
          </p:txBody>
        </p:sp>
        <p:sp>
          <p:nvSpPr>
            <p:cNvPr id="3991" name="tx3991"/>
            <p:cNvSpPr/>
            <p:nvPr/>
          </p:nvSpPr>
          <p:spPr>
            <a:xfrm>
              <a:off x="3092067" y="2255338"/>
              <a:ext cx="59619" cy="13130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92" name="tx3992"/>
            <p:cNvSpPr/>
            <p:nvPr/>
          </p:nvSpPr>
          <p:spPr>
            <a:xfrm>
              <a:off x="3151687" y="2279966"/>
              <a:ext cx="107533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3993" name="pl3993"/>
            <p:cNvSpPr/>
            <p:nvPr/>
          </p:nvSpPr>
          <p:spPr>
            <a:xfrm>
              <a:off x="3296333" y="5130924"/>
              <a:ext cx="46392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94" name="pl3994"/>
            <p:cNvSpPr/>
            <p:nvPr/>
          </p:nvSpPr>
          <p:spPr>
            <a:xfrm>
              <a:off x="3296333" y="4431748"/>
              <a:ext cx="46392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95" name="pl3995"/>
            <p:cNvSpPr/>
            <p:nvPr/>
          </p:nvSpPr>
          <p:spPr>
            <a:xfrm>
              <a:off x="3296333" y="3732572"/>
              <a:ext cx="46392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96" name="pl3996"/>
            <p:cNvSpPr/>
            <p:nvPr/>
          </p:nvSpPr>
          <p:spPr>
            <a:xfrm>
              <a:off x="3296333" y="3033396"/>
              <a:ext cx="46392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97" name="pl3997"/>
            <p:cNvSpPr/>
            <p:nvPr/>
          </p:nvSpPr>
          <p:spPr>
            <a:xfrm>
              <a:off x="3296333" y="2334219"/>
              <a:ext cx="46392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98" name="tx3998"/>
            <p:cNvSpPr/>
            <p:nvPr/>
          </p:nvSpPr>
          <p:spPr>
            <a:xfrm rot="16200000">
              <a:off x="2442353" y="3591130"/>
              <a:ext cx="663123" cy="1333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Latitude</a:t>
              </a:r>
            </a:p>
          </p:txBody>
        </p:sp>
        <p:sp>
          <p:nvSpPr>
            <p:cNvPr id="3999" name="pl3999"/>
            <p:cNvSpPr/>
            <p:nvPr/>
          </p:nvSpPr>
          <p:spPr>
            <a:xfrm>
              <a:off x="3782528" y="5467563"/>
              <a:ext cx="0" cy="46392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00" name="pl4000"/>
            <p:cNvSpPr/>
            <p:nvPr/>
          </p:nvSpPr>
          <p:spPr>
            <a:xfrm>
              <a:off x="4351493" y="5467563"/>
              <a:ext cx="0" cy="46392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01" name="pl4001"/>
            <p:cNvSpPr/>
            <p:nvPr/>
          </p:nvSpPr>
          <p:spPr>
            <a:xfrm>
              <a:off x="4920457" y="5467563"/>
              <a:ext cx="0" cy="46392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02" name="pl4002"/>
            <p:cNvSpPr/>
            <p:nvPr/>
          </p:nvSpPr>
          <p:spPr>
            <a:xfrm>
              <a:off x="5489423" y="5467563"/>
              <a:ext cx="0" cy="46392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03" name="pl4003"/>
            <p:cNvSpPr/>
            <p:nvPr/>
          </p:nvSpPr>
          <p:spPr>
            <a:xfrm>
              <a:off x="6058387" y="5467563"/>
              <a:ext cx="0" cy="46392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04" name="pl4004"/>
            <p:cNvSpPr/>
            <p:nvPr/>
          </p:nvSpPr>
          <p:spPr>
            <a:xfrm>
              <a:off x="6627352" y="5467563"/>
              <a:ext cx="0" cy="46392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05" name="pl4005"/>
            <p:cNvSpPr/>
            <p:nvPr/>
          </p:nvSpPr>
          <p:spPr>
            <a:xfrm>
              <a:off x="7196316" y="5467563"/>
              <a:ext cx="0" cy="46392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06" name="pl4006"/>
            <p:cNvSpPr/>
            <p:nvPr/>
          </p:nvSpPr>
          <p:spPr>
            <a:xfrm>
              <a:off x="7765281" y="5467563"/>
              <a:ext cx="0" cy="46392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07" name="tx4007"/>
            <p:cNvSpPr/>
            <p:nvPr/>
          </p:nvSpPr>
          <p:spPr>
            <a:xfrm>
              <a:off x="3558073" y="5551558"/>
              <a:ext cx="248716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100</a:t>
              </a:r>
            </a:p>
          </p:txBody>
        </p:sp>
        <p:sp>
          <p:nvSpPr>
            <p:cNvPr id="4008" name="tx4008"/>
            <p:cNvSpPr/>
            <p:nvPr/>
          </p:nvSpPr>
          <p:spPr>
            <a:xfrm>
              <a:off x="3806791" y="5526930"/>
              <a:ext cx="59619" cy="13130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09" name="tx4009"/>
            <p:cNvSpPr/>
            <p:nvPr/>
          </p:nvSpPr>
          <p:spPr>
            <a:xfrm>
              <a:off x="3866409" y="5551558"/>
              <a:ext cx="140573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W</a:t>
              </a:r>
            </a:p>
          </p:txBody>
        </p:sp>
        <p:sp>
          <p:nvSpPr>
            <p:cNvPr id="4010" name="tx4010"/>
            <p:cNvSpPr/>
            <p:nvPr/>
          </p:nvSpPr>
          <p:spPr>
            <a:xfrm>
              <a:off x="4147764" y="5551558"/>
              <a:ext cx="207264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 95</a:t>
              </a:r>
            </a:p>
          </p:txBody>
        </p:sp>
        <p:sp>
          <p:nvSpPr>
            <p:cNvPr id="4011" name="tx4011"/>
            <p:cNvSpPr/>
            <p:nvPr/>
          </p:nvSpPr>
          <p:spPr>
            <a:xfrm>
              <a:off x="4355028" y="5526930"/>
              <a:ext cx="59619" cy="13130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2" name="tx4012"/>
            <p:cNvSpPr/>
            <p:nvPr/>
          </p:nvSpPr>
          <p:spPr>
            <a:xfrm>
              <a:off x="4414648" y="5551558"/>
              <a:ext cx="140573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W</a:t>
              </a:r>
            </a:p>
          </p:txBody>
        </p:sp>
        <p:sp>
          <p:nvSpPr>
            <p:cNvPr id="4013" name="tx4013"/>
            <p:cNvSpPr/>
            <p:nvPr/>
          </p:nvSpPr>
          <p:spPr>
            <a:xfrm>
              <a:off x="4716729" y="5551558"/>
              <a:ext cx="207264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 90</a:t>
              </a:r>
            </a:p>
          </p:txBody>
        </p:sp>
        <p:sp>
          <p:nvSpPr>
            <p:cNvPr id="4014" name="tx4014"/>
            <p:cNvSpPr/>
            <p:nvPr/>
          </p:nvSpPr>
          <p:spPr>
            <a:xfrm>
              <a:off x="4923993" y="5526930"/>
              <a:ext cx="59619" cy="13130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5" name="tx4015"/>
            <p:cNvSpPr/>
            <p:nvPr/>
          </p:nvSpPr>
          <p:spPr>
            <a:xfrm>
              <a:off x="4983612" y="5551558"/>
              <a:ext cx="140573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W</a:t>
              </a:r>
            </a:p>
          </p:txBody>
        </p:sp>
        <p:sp>
          <p:nvSpPr>
            <p:cNvPr id="4016" name="tx4016"/>
            <p:cNvSpPr/>
            <p:nvPr/>
          </p:nvSpPr>
          <p:spPr>
            <a:xfrm>
              <a:off x="5285695" y="5551558"/>
              <a:ext cx="207264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 85</a:t>
              </a:r>
            </a:p>
          </p:txBody>
        </p:sp>
        <p:sp>
          <p:nvSpPr>
            <p:cNvPr id="4017" name="tx4017"/>
            <p:cNvSpPr/>
            <p:nvPr/>
          </p:nvSpPr>
          <p:spPr>
            <a:xfrm>
              <a:off x="5492959" y="5526930"/>
              <a:ext cx="59619" cy="13130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8" name="tx4018"/>
            <p:cNvSpPr/>
            <p:nvPr/>
          </p:nvSpPr>
          <p:spPr>
            <a:xfrm>
              <a:off x="5552577" y="5551558"/>
              <a:ext cx="140573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W</a:t>
              </a:r>
            </a:p>
          </p:txBody>
        </p:sp>
        <p:sp>
          <p:nvSpPr>
            <p:cNvPr id="4019" name="tx4019"/>
            <p:cNvSpPr/>
            <p:nvPr/>
          </p:nvSpPr>
          <p:spPr>
            <a:xfrm>
              <a:off x="5854659" y="5551558"/>
              <a:ext cx="207264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 80</a:t>
              </a:r>
            </a:p>
          </p:txBody>
        </p:sp>
        <p:sp>
          <p:nvSpPr>
            <p:cNvPr id="4020" name="tx4020"/>
            <p:cNvSpPr/>
            <p:nvPr/>
          </p:nvSpPr>
          <p:spPr>
            <a:xfrm>
              <a:off x="6061923" y="5526930"/>
              <a:ext cx="59619" cy="13130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1" name="tx4021"/>
            <p:cNvSpPr/>
            <p:nvPr/>
          </p:nvSpPr>
          <p:spPr>
            <a:xfrm>
              <a:off x="6121541" y="5551558"/>
              <a:ext cx="140573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W</a:t>
              </a:r>
            </a:p>
          </p:txBody>
        </p:sp>
        <p:sp>
          <p:nvSpPr>
            <p:cNvPr id="4022" name="tx4022"/>
            <p:cNvSpPr/>
            <p:nvPr/>
          </p:nvSpPr>
          <p:spPr>
            <a:xfrm>
              <a:off x="6423624" y="5551070"/>
              <a:ext cx="207264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 75</a:t>
              </a:r>
            </a:p>
          </p:txBody>
        </p:sp>
        <p:sp>
          <p:nvSpPr>
            <p:cNvPr id="4023" name="tx4023"/>
            <p:cNvSpPr/>
            <p:nvPr/>
          </p:nvSpPr>
          <p:spPr>
            <a:xfrm>
              <a:off x="6630888" y="5526443"/>
              <a:ext cx="59619" cy="13130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4" name="tx4024"/>
            <p:cNvSpPr/>
            <p:nvPr/>
          </p:nvSpPr>
          <p:spPr>
            <a:xfrm>
              <a:off x="6690507" y="5551070"/>
              <a:ext cx="140573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W</a:t>
              </a:r>
            </a:p>
          </p:txBody>
        </p:sp>
        <p:sp>
          <p:nvSpPr>
            <p:cNvPr id="4025" name="tx4025"/>
            <p:cNvSpPr/>
            <p:nvPr/>
          </p:nvSpPr>
          <p:spPr>
            <a:xfrm>
              <a:off x="6992588" y="5551558"/>
              <a:ext cx="207264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 70</a:t>
              </a:r>
            </a:p>
          </p:txBody>
        </p:sp>
        <p:sp>
          <p:nvSpPr>
            <p:cNvPr id="4026" name="tx4026"/>
            <p:cNvSpPr/>
            <p:nvPr/>
          </p:nvSpPr>
          <p:spPr>
            <a:xfrm>
              <a:off x="7199852" y="5526930"/>
              <a:ext cx="59619" cy="13130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7" name="tx4027"/>
            <p:cNvSpPr/>
            <p:nvPr/>
          </p:nvSpPr>
          <p:spPr>
            <a:xfrm>
              <a:off x="7259471" y="5551558"/>
              <a:ext cx="140573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W</a:t>
              </a:r>
            </a:p>
          </p:txBody>
        </p:sp>
        <p:sp>
          <p:nvSpPr>
            <p:cNvPr id="4028" name="tx4028"/>
            <p:cNvSpPr/>
            <p:nvPr/>
          </p:nvSpPr>
          <p:spPr>
            <a:xfrm>
              <a:off x="7561553" y="5551558"/>
              <a:ext cx="207264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 65</a:t>
              </a:r>
            </a:p>
          </p:txBody>
        </p:sp>
        <p:sp>
          <p:nvSpPr>
            <p:cNvPr id="4029" name="tx4029"/>
            <p:cNvSpPr/>
            <p:nvPr/>
          </p:nvSpPr>
          <p:spPr>
            <a:xfrm>
              <a:off x="7768817" y="5526930"/>
              <a:ext cx="59619" cy="13130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30" name="tx4030"/>
            <p:cNvSpPr/>
            <p:nvPr/>
          </p:nvSpPr>
          <p:spPr>
            <a:xfrm>
              <a:off x="7828436" y="5551558"/>
              <a:ext cx="140573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W</a:t>
              </a:r>
            </a:p>
          </p:txBody>
        </p:sp>
        <p:sp>
          <p:nvSpPr>
            <p:cNvPr id="4031" name="tx4031"/>
            <p:cNvSpPr/>
            <p:nvPr/>
          </p:nvSpPr>
          <p:spPr>
            <a:xfrm>
              <a:off x="5267816" y="5737792"/>
              <a:ext cx="818571" cy="1333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Longitude</a:t>
              </a:r>
            </a:p>
          </p:txBody>
        </p:sp>
        <p:sp>
          <p:nvSpPr>
            <p:cNvPr id="4032" name="rc4032"/>
            <p:cNvSpPr/>
            <p:nvPr/>
          </p:nvSpPr>
          <p:spPr>
            <a:xfrm>
              <a:off x="8197047" y="2600218"/>
              <a:ext cx="982927" cy="211520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3085"/>
            </a:p>
          </p:txBody>
        </p:sp>
        <p:sp>
          <p:nvSpPr>
            <p:cNvPr id="4033" name="tx4033"/>
            <p:cNvSpPr/>
            <p:nvPr/>
          </p:nvSpPr>
          <p:spPr>
            <a:xfrm>
              <a:off x="8289832" y="2712633"/>
              <a:ext cx="797356" cy="1333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Genomic </a:t>
              </a:r>
            </a:p>
          </p:txBody>
        </p:sp>
        <p:sp>
          <p:nvSpPr>
            <p:cNvPr id="4034" name="tx4034"/>
            <p:cNvSpPr/>
            <p:nvPr/>
          </p:nvSpPr>
          <p:spPr>
            <a:xfrm>
              <a:off x="8289832" y="2913801"/>
              <a:ext cx="493776" cy="1333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Offset</a:t>
              </a:r>
            </a:p>
          </p:txBody>
        </p:sp>
        <p:pic>
          <p:nvPicPr>
            <p:cNvPr id="4035" name="pic403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8289832" y="3159596"/>
              <a:ext cx="292607" cy="1463040"/>
            </a:xfrm>
            <a:prstGeom prst="rect">
              <a:avLst/>
            </a:prstGeom>
          </p:spPr>
        </p:pic>
        <p:sp>
          <p:nvSpPr>
            <p:cNvPr id="4036" name="pl4036"/>
            <p:cNvSpPr/>
            <p:nvPr/>
          </p:nvSpPr>
          <p:spPr>
            <a:xfrm>
              <a:off x="8523919" y="4620199"/>
              <a:ext cx="5852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37" name="pl4037"/>
            <p:cNvSpPr/>
            <p:nvPr/>
          </p:nvSpPr>
          <p:spPr>
            <a:xfrm>
              <a:off x="8523919" y="4255657"/>
              <a:ext cx="5852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38" name="pl4038"/>
            <p:cNvSpPr/>
            <p:nvPr/>
          </p:nvSpPr>
          <p:spPr>
            <a:xfrm>
              <a:off x="8523919" y="3891116"/>
              <a:ext cx="5852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39" name="pl4039"/>
            <p:cNvSpPr/>
            <p:nvPr/>
          </p:nvSpPr>
          <p:spPr>
            <a:xfrm>
              <a:off x="8523919" y="3526576"/>
              <a:ext cx="5852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40" name="pl4040"/>
            <p:cNvSpPr/>
            <p:nvPr/>
          </p:nvSpPr>
          <p:spPr>
            <a:xfrm>
              <a:off x="8523919" y="3162034"/>
              <a:ext cx="5852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41" name="pl4041"/>
            <p:cNvSpPr/>
            <p:nvPr/>
          </p:nvSpPr>
          <p:spPr>
            <a:xfrm>
              <a:off x="8289832" y="4620199"/>
              <a:ext cx="5852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42" name="pl4042"/>
            <p:cNvSpPr/>
            <p:nvPr/>
          </p:nvSpPr>
          <p:spPr>
            <a:xfrm>
              <a:off x="8289832" y="4255657"/>
              <a:ext cx="5852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43" name="pl4043"/>
            <p:cNvSpPr/>
            <p:nvPr/>
          </p:nvSpPr>
          <p:spPr>
            <a:xfrm>
              <a:off x="8289832" y="3891116"/>
              <a:ext cx="5852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44" name="pl4044"/>
            <p:cNvSpPr/>
            <p:nvPr/>
          </p:nvSpPr>
          <p:spPr>
            <a:xfrm>
              <a:off x="8289832" y="3526576"/>
              <a:ext cx="5852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45" name="pl4045"/>
            <p:cNvSpPr/>
            <p:nvPr/>
          </p:nvSpPr>
          <p:spPr>
            <a:xfrm>
              <a:off x="8289832" y="3162034"/>
              <a:ext cx="5852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46" name="tx4046"/>
            <p:cNvSpPr/>
            <p:nvPr/>
          </p:nvSpPr>
          <p:spPr>
            <a:xfrm>
              <a:off x="8675225" y="4566859"/>
              <a:ext cx="290169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4047" name="tx4047"/>
            <p:cNvSpPr/>
            <p:nvPr/>
          </p:nvSpPr>
          <p:spPr>
            <a:xfrm>
              <a:off x="8675225" y="4202317"/>
              <a:ext cx="290169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0.01</a:t>
              </a:r>
            </a:p>
          </p:txBody>
        </p:sp>
        <p:sp>
          <p:nvSpPr>
            <p:cNvPr id="4048" name="tx4048"/>
            <p:cNvSpPr/>
            <p:nvPr/>
          </p:nvSpPr>
          <p:spPr>
            <a:xfrm>
              <a:off x="8675225" y="3837776"/>
              <a:ext cx="290169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0.02</a:t>
              </a:r>
            </a:p>
          </p:txBody>
        </p:sp>
        <p:sp>
          <p:nvSpPr>
            <p:cNvPr id="4049" name="tx4049"/>
            <p:cNvSpPr/>
            <p:nvPr/>
          </p:nvSpPr>
          <p:spPr>
            <a:xfrm>
              <a:off x="8675225" y="3473236"/>
              <a:ext cx="290169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0.03</a:t>
              </a:r>
            </a:p>
          </p:txBody>
        </p:sp>
        <p:sp>
          <p:nvSpPr>
            <p:cNvPr id="4050" name="tx4050"/>
            <p:cNvSpPr/>
            <p:nvPr/>
          </p:nvSpPr>
          <p:spPr>
            <a:xfrm>
              <a:off x="8675225" y="3108694"/>
              <a:ext cx="290169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0.04</a:t>
              </a:r>
            </a:p>
          </p:txBody>
        </p:sp>
        <p:sp>
          <p:nvSpPr>
            <p:cNvPr id="4061" name="rc4061"/>
            <p:cNvSpPr/>
            <p:nvPr/>
          </p:nvSpPr>
          <p:spPr>
            <a:xfrm>
              <a:off x="3558988" y="2029051"/>
              <a:ext cx="1668412" cy="1628768"/>
            </a:xfrm>
            <a:prstGeom prst="rect">
              <a:avLst/>
            </a:prstGeom>
            <a:noFill/>
          </p:spPr>
          <p:txBody>
            <a:bodyPr/>
            <a:lstStyle/>
            <a:p>
              <a:endParaRPr sz="3085"/>
            </a:p>
          </p:txBody>
        </p:sp>
        <p:sp>
          <p:nvSpPr>
            <p:cNvPr id="4062" name="rc4062"/>
            <p:cNvSpPr/>
            <p:nvPr/>
          </p:nvSpPr>
          <p:spPr>
            <a:xfrm>
              <a:off x="3558988" y="2029051"/>
              <a:ext cx="1668412" cy="1628768"/>
            </a:xfrm>
            <a:prstGeom prst="rect">
              <a:avLst/>
            </a:prstGeom>
            <a:solidFill>
              <a:srgbClr val="F0F8FF">
                <a:alpha val="100000"/>
              </a:srgbClr>
            </a:solidFill>
          </p:spPr>
          <p:txBody>
            <a:bodyPr/>
            <a:lstStyle/>
            <a:p>
              <a:endParaRPr sz="3085"/>
            </a:p>
          </p:txBody>
        </p:sp>
        <p:sp>
          <p:nvSpPr>
            <p:cNvPr id="4063" name="pl4063"/>
            <p:cNvSpPr/>
            <p:nvPr/>
          </p:nvSpPr>
          <p:spPr>
            <a:xfrm>
              <a:off x="3592088" y="2029051"/>
              <a:ext cx="0" cy="1628768"/>
            </a:xfrm>
            <a:custGeom>
              <a:avLst/>
              <a:gdLst/>
              <a:ahLst/>
              <a:cxnLst/>
              <a:rect l="0" t="0" r="0" b="0"/>
              <a:pathLst>
                <a:path h="1221576">
                  <a:moveTo>
                    <a:pt x="0" y="1221576"/>
                  </a:moveTo>
                  <a:lnTo>
                    <a:pt x="0" y="1214519"/>
                  </a:lnTo>
                  <a:lnTo>
                    <a:pt x="0" y="1197347"/>
                  </a:lnTo>
                  <a:lnTo>
                    <a:pt x="0" y="1180176"/>
                  </a:lnTo>
                  <a:lnTo>
                    <a:pt x="0" y="1163005"/>
                  </a:lnTo>
                  <a:lnTo>
                    <a:pt x="0" y="1145834"/>
                  </a:lnTo>
                  <a:lnTo>
                    <a:pt x="0" y="1128662"/>
                  </a:lnTo>
                  <a:lnTo>
                    <a:pt x="0" y="1111491"/>
                  </a:lnTo>
                  <a:lnTo>
                    <a:pt x="0" y="1094320"/>
                  </a:lnTo>
                  <a:lnTo>
                    <a:pt x="0" y="1077149"/>
                  </a:lnTo>
                  <a:lnTo>
                    <a:pt x="0" y="1059977"/>
                  </a:lnTo>
                  <a:lnTo>
                    <a:pt x="0" y="1042806"/>
                  </a:lnTo>
                  <a:lnTo>
                    <a:pt x="0" y="1025635"/>
                  </a:lnTo>
                  <a:lnTo>
                    <a:pt x="0" y="1008464"/>
                  </a:lnTo>
                  <a:lnTo>
                    <a:pt x="0" y="991292"/>
                  </a:lnTo>
                  <a:lnTo>
                    <a:pt x="0" y="974121"/>
                  </a:lnTo>
                  <a:lnTo>
                    <a:pt x="0" y="956950"/>
                  </a:lnTo>
                  <a:lnTo>
                    <a:pt x="0" y="939779"/>
                  </a:lnTo>
                  <a:lnTo>
                    <a:pt x="0" y="922608"/>
                  </a:lnTo>
                  <a:lnTo>
                    <a:pt x="0" y="905436"/>
                  </a:lnTo>
                  <a:lnTo>
                    <a:pt x="0" y="888265"/>
                  </a:lnTo>
                  <a:lnTo>
                    <a:pt x="0" y="871094"/>
                  </a:lnTo>
                  <a:lnTo>
                    <a:pt x="0" y="853923"/>
                  </a:lnTo>
                  <a:lnTo>
                    <a:pt x="0" y="836751"/>
                  </a:lnTo>
                  <a:lnTo>
                    <a:pt x="0" y="819580"/>
                  </a:lnTo>
                  <a:lnTo>
                    <a:pt x="0" y="802409"/>
                  </a:lnTo>
                  <a:lnTo>
                    <a:pt x="0" y="785238"/>
                  </a:lnTo>
                  <a:lnTo>
                    <a:pt x="0" y="768066"/>
                  </a:lnTo>
                  <a:lnTo>
                    <a:pt x="0" y="750895"/>
                  </a:lnTo>
                  <a:lnTo>
                    <a:pt x="0" y="733724"/>
                  </a:lnTo>
                  <a:lnTo>
                    <a:pt x="0" y="716553"/>
                  </a:lnTo>
                  <a:lnTo>
                    <a:pt x="0" y="699382"/>
                  </a:lnTo>
                  <a:lnTo>
                    <a:pt x="0" y="682210"/>
                  </a:lnTo>
                  <a:lnTo>
                    <a:pt x="0" y="665039"/>
                  </a:lnTo>
                  <a:lnTo>
                    <a:pt x="0" y="647868"/>
                  </a:lnTo>
                  <a:lnTo>
                    <a:pt x="0" y="630697"/>
                  </a:lnTo>
                  <a:lnTo>
                    <a:pt x="0" y="613525"/>
                  </a:lnTo>
                  <a:lnTo>
                    <a:pt x="0" y="596354"/>
                  </a:lnTo>
                  <a:lnTo>
                    <a:pt x="0" y="579183"/>
                  </a:lnTo>
                  <a:lnTo>
                    <a:pt x="0" y="562012"/>
                  </a:lnTo>
                  <a:lnTo>
                    <a:pt x="0" y="544840"/>
                  </a:lnTo>
                  <a:lnTo>
                    <a:pt x="0" y="527669"/>
                  </a:lnTo>
                  <a:lnTo>
                    <a:pt x="0" y="510498"/>
                  </a:lnTo>
                  <a:lnTo>
                    <a:pt x="0" y="493327"/>
                  </a:lnTo>
                  <a:lnTo>
                    <a:pt x="0" y="476155"/>
                  </a:lnTo>
                  <a:lnTo>
                    <a:pt x="0" y="458984"/>
                  </a:lnTo>
                  <a:lnTo>
                    <a:pt x="0" y="441813"/>
                  </a:lnTo>
                  <a:lnTo>
                    <a:pt x="0" y="424642"/>
                  </a:lnTo>
                  <a:lnTo>
                    <a:pt x="0" y="407471"/>
                  </a:lnTo>
                  <a:lnTo>
                    <a:pt x="0" y="390299"/>
                  </a:lnTo>
                  <a:lnTo>
                    <a:pt x="0" y="373128"/>
                  </a:lnTo>
                  <a:lnTo>
                    <a:pt x="0" y="355957"/>
                  </a:lnTo>
                  <a:lnTo>
                    <a:pt x="0" y="338786"/>
                  </a:lnTo>
                  <a:lnTo>
                    <a:pt x="0" y="321614"/>
                  </a:lnTo>
                  <a:lnTo>
                    <a:pt x="0" y="304443"/>
                  </a:lnTo>
                  <a:lnTo>
                    <a:pt x="0" y="287272"/>
                  </a:lnTo>
                  <a:lnTo>
                    <a:pt x="0" y="270101"/>
                  </a:lnTo>
                  <a:lnTo>
                    <a:pt x="0" y="252929"/>
                  </a:lnTo>
                  <a:lnTo>
                    <a:pt x="0" y="235758"/>
                  </a:lnTo>
                  <a:lnTo>
                    <a:pt x="0" y="218587"/>
                  </a:lnTo>
                  <a:lnTo>
                    <a:pt x="0" y="201416"/>
                  </a:lnTo>
                  <a:lnTo>
                    <a:pt x="0" y="184245"/>
                  </a:lnTo>
                  <a:lnTo>
                    <a:pt x="0" y="167073"/>
                  </a:lnTo>
                  <a:lnTo>
                    <a:pt x="0" y="149902"/>
                  </a:lnTo>
                  <a:lnTo>
                    <a:pt x="0" y="132731"/>
                  </a:lnTo>
                  <a:lnTo>
                    <a:pt x="0" y="115560"/>
                  </a:lnTo>
                  <a:lnTo>
                    <a:pt x="0" y="98388"/>
                  </a:lnTo>
                  <a:lnTo>
                    <a:pt x="0" y="81217"/>
                  </a:lnTo>
                  <a:lnTo>
                    <a:pt x="0" y="64046"/>
                  </a:lnTo>
                  <a:lnTo>
                    <a:pt x="0" y="46875"/>
                  </a:lnTo>
                  <a:lnTo>
                    <a:pt x="0" y="29703"/>
                  </a:lnTo>
                  <a:lnTo>
                    <a:pt x="0" y="1253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9525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64" name="pl4064"/>
            <p:cNvSpPr/>
            <p:nvPr/>
          </p:nvSpPr>
          <p:spPr>
            <a:xfrm>
              <a:off x="3889857" y="2029051"/>
              <a:ext cx="0" cy="1628768"/>
            </a:xfrm>
            <a:custGeom>
              <a:avLst/>
              <a:gdLst/>
              <a:ahLst/>
              <a:cxnLst/>
              <a:rect l="0" t="0" r="0" b="0"/>
              <a:pathLst>
                <a:path h="1221576">
                  <a:moveTo>
                    <a:pt x="0" y="1221576"/>
                  </a:moveTo>
                  <a:lnTo>
                    <a:pt x="0" y="1214519"/>
                  </a:lnTo>
                  <a:lnTo>
                    <a:pt x="0" y="1197347"/>
                  </a:lnTo>
                  <a:lnTo>
                    <a:pt x="0" y="1180176"/>
                  </a:lnTo>
                  <a:lnTo>
                    <a:pt x="0" y="1163005"/>
                  </a:lnTo>
                  <a:lnTo>
                    <a:pt x="0" y="1145834"/>
                  </a:lnTo>
                  <a:lnTo>
                    <a:pt x="0" y="1128662"/>
                  </a:lnTo>
                  <a:lnTo>
                    <a:pt x="0" y="1111491"/>
                  </a:lnTo>
                  <a:lnTo>
                    <a:pt x="0" y="1094320"/>
                  </a:lnTo>
                  <a:lnTo>
                    <a:pt x="0" y="1077149"/>
                  </a:lnTo>
                  <a:lnTo>
                    <a:pt x="0" y="1059977"/>
                  </a:lnTo>
                  <a:lnTo>
                    <a:pt x="0" y="1042806"/>
                  </a:lnTo>
                  <a:lnTo>
                    <a:pt x="0" y="1025635"/>
                  </a:lnTo>
                  <a:lnTo>
                    <a:pt x="0" y="1008464"/>
                  </a:lnTo>
                  <a:lnTo>
                    <a:pt x="0" y="991292"/>
                  </a:lnTo>
                  <a:lnTo>
                    <a:pt x="0" y="974121"/>
                  </a:lnTo>
                  <a:lnTo>
                    <a:pt x="0" y="956950"/>
                  </a:lnTo>
                  <a:lnTo>
                    <a:pt x="0" y="939779"/>
                  </a:lnTo>
                  <a:lnTo>
                    <a:pt x="0" y="922608"/>
                  </a:lnTo>
                  <a:lnTo>
                    <a:pt x="0" y="905436"/>
                  </a:lnTo>
                  <a:lnTo>
                    <a:pt x="0" y="888265"/>
                  </a:lnTo>
                  <a:lnTo>
                    <a:pt x="0" y="871094"/>
                  </a:lnTo>
                  <a:lnTo>
                    <a:pt x="0" y="853923"/>
                  </a:lnTo>
                  <a:lnTo>
                    <a:pt x="0" y="836751"/>
                  </a:lnTo>
                  <a:lnTo>
                    <a:pt x="0" y="819580"/>
                  </a:lnTo>
                  <a:lnTo>
                    <a:pt x="0" y="802409"/>
                  </a:lnTo>
                  <a:lnTo>
                    <a:pt x="0" y="785238"/>
                  </a:lnTo>
                  <a:lnTo>
                    <a:pt x="0" y="768066"/>
                  </a:lnTo>
                  <a:lnTo>
                    <a:pt x="0" y="750895"/>
                  </a:lnTo>
                  <a:lnTo>
                    <a:pt x="0" y="733724"/>
                  </a:lnTo>
                  <a:lnTo>
                    <a:pt x="0" y="716553"/>
                  </a:lnTo>
                  <a:lnTo>
                    <a:pt x="0" y="699382"/>
                  </a:lnTo>
                  <a:lnTo>
                    <a:pt x="0" y="682210"/>
                  </a:lnTo>
                  <a:lnTo>
                    <a:pt x="0" y="665039"/>
                  </a:lnTo>
                  <a:lnTo>
                    <a:pt x="0" y="647868"/>
                  </a:lnTo>
                  <a:lnTo>
                    <a:pt x="0" y="630697"/>
                  </a:lnTo>
                  <a:lnTo>
                    <a:pt x="0" y="613525"/>
                  </a:lnTo>
                  <a:lnTo>
                    <a:pt x="0" y="596354"/>
                  </a:lnTo>
                  <a:lnTo>
                    <a:pt x="0" y="579183"/>
                  </a:lnTo>
                  <a:lnTo>
                    <a:pt x="0" y="562012"/>
                  </a:lnTo>
                  <a:lnTo>
                    <a:pt x="0" y="544840"/>
                  </a:lnTo>
                  <a:lnTo>
                    <a:pt x="0" y="527669"/>
                  </a:lnTo>
                  <a:lnTo>
                    <a:pt x="0" y="510498"/>
                  </a:lnTo>
                  <a:lnTo>
                    <a:pt x="0" y="493327"/>
                  </a:lnTo>
                  <a:lnTo>
                    <a:pt x="0" y="476155"/>
                  </a:lnTo>
                  <a:lnTo>
                    <a:pt x="0" y="458984"/>
                  </a:lnTo>
                  <a:lnTo>
                    <a:pt x="0" y="441813"/>
                  </a:lnTo>
                  <a:lnTo>
                    <a:pt x="0" y="424642"/>
                  </a:lnTo>
                  <a:lnTo>
                    <a:pt x="0" y="407471"/>
                  </a:lnTo>
                  <a:lnTo>
                    <a:pt x="0" y="390299"/>
                  </a:lnTo>
                  <a:lnTo>
                    <a:pt x="0" y="373128"/>
                  </a:lnTo>
                  <a:lnTo>
                    <a:pt x="0" y="355957"/>
                  </a:lnTo>
                  <a:lnTo>
                    <a:pt x="0" y="338786"/>
                  </a:lnTo>
                  <a:lnTo>
                    <a:pt x="0" y="321614"/>
                  </a:lnTo>
                  <a:lnTo>
                    <a:pt x="0" y="304443"/>
                  </a:lnTo>
                  <a:lnTo>
                    <a:pt x="0" y="287272"/>
                  </a:lnTo>
                  <a:lnTo>
                    <a:pt x="0" y="270101"/>
                  </a:lnTo>
                  <a:lnTo>
                    <a:pt x="0" y="252929"/>
                  </a:lnTo>
                  <a:lnTo>
                    <a:pt x="0" y="235758"/>
                  </a:lnTo>
                  <a:lnTo>
                    <a:pt x="0" y="218587"/>
                  </a:lnTo>
                  <a:lnTo>
                    <a:pt x="0" y="201416"/>
                  </a:lnTo>
                  <a:lnTo>
                    <a:pt x="0" y="184245"/>
                  </a:lnTo>
                  <a:lnTo>
                    <a:pt x="0" y="167073"/>
                  </a:lnTo>
                  <a:lnTo>
                    <a:pt x="0" y="149902"/>
                  </a:lnTo>
                  <a:lnTo>
                    <a:pt x="0" y="132731"/>
                  </a:lnTo>
                  <a:lnTo>
                    <a:pt x="0" y="115560"/>
                  </a:lnTo>
                  <a:lnTo>
                    <a:pt x="0" y="98388"/>
                  </a:lnTo>
                  <a:lnTo>
                    <a:pt x="0" y="81217"/>
                  </a:lnTo>
                  <a:lnTo>
                    <a:pt x="0" y="64046"/>
                  </a:lnTo>
                  <a:lnTo>
                    <a:pt x="0" y="46875"/>
                  </a:lnTo>
                  <a:lnTo>
                    <a:pt x="0" y="29703"/>
                  </a:lnTo>
                  <a:lnTo>
                    <a:pt x="0" y="1253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9525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65" name="pl4065"/>
            <p:cNvSpPr/>
            <p:nvPr/>
          </p:nvSpPr>
          <p:spPr>
            <a:xfrm>
              <a:off x="4187625" y="2029051"/>
              <a:ext cx="0" cy="1628768"/>
            </a:xfrm>
            <a:custGeom>
              <a:avLst/>
              <a:gdLst/>
              <a:ahLst/>
              <a:cxnLst/>
              <a:rect l="0" t="0" r="0" b="0"/>
              <a:pathLst>
                <a:path h="1221576">
                  <a:moveTo>
                    <a:pt x="0" y="1221576"/>
                  </a:moveTo>
                  <a:lnTo>
                    <a:pt x="0" y="1214519"/>
                  </a:lnTo>
                  <a:lnTo>
                    <a:pt x="0" y="1197347"/>
                  </a:lnTo>
                  <a:lnTo>
                    <a:pt x="0" y="1180176"/>
                  </a:lnTo>
                  <a:lnTo>
                    <a:pt x="0" y="1163005"/>
                  </a:lnTo>
                  <a:lnTo>
                    <a:pt x="0" y="1145834"/>
                  </a:lnTo>
                  <a:lnTo>
                    <a:pt x="0" y="1128662"/>
                  </a:lnTo>
                  <a:lnTo>
                    <a:pt x="0" y="1111491"/>
                  </a:lnTo>
                  <a:lnTo>
                    <a:pt x="0" y="1094320"/>
                  </a:lnTo>
                  <a:lnTo>
                    <a:pt x="0" y="1077149"/>
                  </a:lnTo>
                  <a:lnTo>
                    <a:pt x="0" y="1059977"/>
                  </a:lnTo>
                  <a:lnTo>
                    <a:pt x="0" y="1042806"/>
                  </a:lnTo>
                  <a:lnTo>
                    <a:pt x="0" y="1025635"/>
                  </a:lnTo>
                  <a:lnTo>
                    <a:pt x="0" y="1008464"/>
                  </a:lnTo>
                  <a:lnTo>
                    <a:pt x="0" y="991292"/>
                  </a:lnTo>
                  <a:lnTo>
                    <a:pt x="0" y="974121"/>
                  </a:lnTo>
                  <a:lnTo>
                    <a:pt x="0" y="956950"/>
                  </a:lnTo>
                  <a:lnTo>
                    <a:pt x="0" y="939779"/>
                  </a:lnTo>
                  <a:lnTo>
                    <a:pt x="0" y="922608"/>
                  </a:lnTo>
                  <a:lnTo>
                    <a:pt x="0" y="905436"/>
                  </a:lnTo>
                  <a:lnTo>
                    <a:pt x="0" y="888265"/>
                  </a:lnTo>
                  <a:lnTo>
                    <a:pt x="0" y="871094"/>
                  </a:lnTo>
                  <a:lnTo>
                    <a:pt x="0" y="853923"/>
                  </a:lnTo>
                  <a:lnTo>
                    <a:pt x="0" y="836751"/>
                  </a:lnTo>
                  <a:lnTo>
                    <a:pt x="0" y="819580"/>
                  </a:lnTo>
                  <a:lnTo>
                    <a:pt x="0" y="802409"/>
                  </a:lnTo>
                  <a:lnTo>
                    <a:pt x="0" y="785238"/>
                  </a:lnTo>
                  <a:lnTo>
                    <a:pt x="0" y="768066"/>
                  </a:lnTo>
                  <a:lnTo>
                    <a:pt x="0" y="750895"/>
                  </a:lnTo>
                  <a:lnTo>
                    <a:pt x="0" y="733724"/>
                  </a:lnTo>
                  <a:lnTo>
                    <a:pt x="0" y="716553"/>
                  </a:lnTo>
                  <a:lnTo>
                    <a:pt x="0" y="699382"/>
                  </a:lnTo>
                  <a:lnTo>
                    <a:pt x="0" y="682210"/>
                  </a:lnTo>
                  <a:lnTo>
                    <a:pt x="0" y="665039"/>
                  </a:lnTo>
                  <a:lnTo>
                    <a:pt x="0" y="647868"/>
                  </a:lnTo>
                  <a:lnTo>
                    <a:pt x="0" y="630697"/>
                  </a:lnTo>
                  <a:lnTo>
                    <a:pt x="0" y="613525"/>
                  </a:lnTo>
                  <a:lnTo>
                    <a:pt x="0" y="596354"/>
                  </a:lnTo>
                  <a:lnTo>
                    <a:pt x="0" y="579183"/>
                  </a:lnTo>
                  <a:lnTo>
                    <a:pt x="0" y="562012"/>
                  </a:lnTo>
                  <a:lnTo>
                    <a:pt x="0" y="544840"/>
                  </a:lnTo>
                  <a:lnTo>
                    <a:pt x="0" y="527669"/>
                  </a:lnTo>
                  <a:lnTo>
                    <a:pt x="0" y="510498"/>
                  </a:lnTo>
                  <a:lnTo>
                    <a:pt x="0" y="493327"/>
                  </a:lnTo>
                  <a:lnTo>
                    <a:pt x="0" y="476155"/>
                  </a:lnTo>
                  <a:lnTo>
                    <a:pt x="0" y="458984"/>
                  </a:lnTo>
                  <a:lnTo>
                    <a:pt x="0" y="441813"/>
                  </a:lnTo>
                  <a:lnTo>
                    <a:pt x="0" y="424642"/>
                  </a:lnTo>
                  <a:lnTo>
                    <a:pt x="0" y="407471"/>
                  </a:lnTo>
                  <a:lnTo>
                    <a:pt x="0" y="390299"/>
                  </a:lnTo>
                  <a:lnTo>
                    <a:pt x="0" y="373128"/>
                  </a:lnTo>
                  <a:lnTo>
                    <a:pt x="0" y="355957"/>
                  </a:lnTo>
                  <a:lnTo>
                    <a:pt x="0" y="338786"/>
                  </a:lnTo>
                  <a:lnTo>
                    <a:pt x="0" y="321614"/>
                  </a:lnTo>
                  <a:lnTo>
                    <a:pt x="0" y="304443"/>
                  </a:lnTo>
                  <a:lnTo>
                    <a:pt x="0" y="287272"/>
                  </a:lnTo>
                  <a:lnTo>
                    <a:pt x="0" y="270101"/>
                  </a:lnTo>
                  <a:lnTo>
                    <a:pt x="0" y="252929"/>
                  </a:lnTo>
                  <a:lnTo>
                    <a:pt x="0" y="235758"/>
                  </a:lnTo>
                  <a:lnTo>
                    <a:pt x="0" y="218587"/>
                  </a:lnTo>
                  <a:lnTo>
                    <a:pt x="0" y="201416"/>
                  </a:lnTo>
                  <a:lnTo>
                    <a:pt x="0" y="184245"/>
                  </a:lnTo>
                  <a:lnTo>
                    <a:pt x="0" y="167073"/>
                  </a:lnTo>
                  <a:lnTo>
                    <a:pt x="0" y="149902"/>
                  </a:lnTo>
                  <a:lnTo>
                    <a:pt x="0" y="132731"/>
                  </a:lnTo>
                  <a:lnTo>
                    <a:pt x="0" y="115560"/>
                  </a:lnTo>
                  <a:lnTo>
                    <a:pt x="0" y="98388"/>
                  </a:lnTo>
                  <a:lnTo>
                    <a:pt x="0" y="81217"/>
                  </a:lnTo>
                  <a:lnTo>
                    <a:pt x="0" y="64046"/>
                  </a:lnTo>
                  <a:lnTo>
                    <a:pt x="0" y="46875"/>
                  </a:lnTo>
                  <a:lnTo>
                    <a:pt x="0" y="29703"/>
                  </a:lnTo>
                  <a:lnTo>
                    <a:pt x="0" y="1253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9525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66" name="pl4066"/>
            <p:cNvSpPr/>
            <p:nvPr/>
          </p:nvSpPr>
          <p:spPr>
            <a:xfrm>
              <a:off x="4485393" y="2029051"/>
              <a:ext cx="0" cy="1628768"/>
            </a:xfrm>
            <a:custGeom>
              <a:avLst/>
              <a:gdLst/>
              <a:ahLst/>
              <a:cxnLst/>
              <a:rect l="0" t="0" r="0" b="0"/>
              <a:pathLst>
                <a:path h="1221576">
                  <a:moveTo>
                    <a:pt x="0" y="1221576"/>
                  </a:moveTo>
                  <a:lnTo>
                    <a:pt x="0" y="1214519"/>
                  </a:lnTo>
                  <a:lnTo>
                    <a:pt x="0" y="1197347"/>
                  </a:lnTo>
                  <a:lnTo>
                    <a:pt x="0" y="1180176"/>
                  </a:lnTo>
                  <a:lnTo>
                    <a:pt x="0" y="1163005"/>
                  </a:lnTo>
                  <a:lnTo>
                    <a:pt x="0" y="1145834"/>
                  </a:lnTo>
                  <a:lnTo>
                    <a:pt x="0" y="1128662"/>
                  </a:lnTo>
                  <a:lnTo>
                    <a:pt x="0" y="1111491"/>
                  </a:lnTo>
                  <a:lnTo>
                    <a:pt x="0" y="1094320"/>
                  </a:lnTo>
                  <a:lnTo>
                    <a:pt x="0" y="1077149"/>
                  </a:lnTo>
                  <a:lnTo>
                    <a:pt x="0" y="1059977"/>
                  </a:lnTo>
                  <a:lnTo>
                    <a:pt x="0" y="1042806"/>
                  </a:lnTo>
                  <a:lnTo>
                    <a:pt x="0" y="1025635"/>
                  </a:lnTo>
                  <a:lnTo>
                    <a:pt x="0" y="1008464"/>
                  </a:lnTo>
                  <a:lnTo>
                    <a:pt x="0" y="991292"/>
                  </a:lnTo>
                  <a:lnTo>
                    <a:pt x="0" y="974121"/>
                  </a:lnTo>
                  <a:lnTo>
                    <a:pt x="0" y="956950"/>
                  </a:lnTo>
                  <a:lnTo>
                    <a:pt x="0" y="939779"/>
                  </a:lnTo>
                  <a:lnTo>
                    <a:pt x="0" y="922608"/>
                  </a:lnTo>
                  <a:lnTo>
                    <a:pt x="0" y="905436"/>
                  </a:lnTo>
                  <a:lnTo>
                    <a:pt x="0" y="888265"/>
                  </a:lnTo>
                  <a:lnTo>
                    <a:pt x="0" y="871094"/>
                  </a:lnTo>
                  <a:lnTo>
                    <a:pt x="0" y="853923"/>
                  </a:lnTo>
                  <a:lnTo>
                    <a:pt x="0" y="836751"/>
                  </a:lnTo>
                  <a:lnTo>
                    <a:pt x="0" y="819580"/>
                  </a:lnTo>
                  <a:lnTo>
                    <a:pt x="0" y="802409"/>
                  </a:lnTo>
                  <a:lnTo>
                    <a:pt x="0" y="785238"/>
                  </a:lnTo>
                  <a:lnTo>
                    <a:pt x="0" y="768066"/>
                  </a:lnTo>
                  <a:lnTo>
                    <a:pt x="0" y="750895"/>
                  </a:lnTo>
                  <a:lnTo>
                    <a:pt x="0" y="733724"/>
                  </a:lnTo>
                  <a:lnTo>
                    <a:pt x="0" y="716553"/>
                  </a:lnTo>
                  <a:lnTo>
                    <a:pt x="0" y="699382"/>
                  </a:lnTo>
                  <a:lnTo>
                    <a:pt x="0" y="682210"/>
                  </a:lnTo>
                  <a:lnTo>
                    <a:pt x="0" y="665039"/>
                  </a:lnTo>
                  <a:lnTo>
                    <a:pt x="0" y="647868"/>
                  </a:lnTo>
                  <a:lnTo>
                    <a:pt x="0" y="630697"/>
                  </a:lnTo>
                  <a:lnTo>
                    <a:pt x="0" y="613525"/>
                  </a:lnTo>
                  <a:lnTo>
                    <a:pt x="0" y="596354"/>
                  </a:lnTo>
                  <a:lnTo>
                    <a:pt x="0" y="579183"/>
                  </a:lnTo>
                  <a:lnTo>
                    <a:pt x="0" y="562012"/>
                  </a:lnTo>
                  <a:lnTo>
                    <a:pt x="0" y="544840"/>
                  </a:lnTo>
                  <a:lnTo>
                    <a:pt x="0" y="527669"/>
                  </a:lnTo>
                  <a:lnTo>
                    <a:pt x="0" y="510498"/>
                  </a:lnTo>
                  <a:lnTo>
                    <a:pt x="0" y="493327"/>
                  </a:lnTo>
                  <a:lnTo>
                    <a:pt x="0" y="476155"/>
                  </a:lnTo>
                  <a:lnTo>
                    <a:pt x="0" y="458984"/>
                  </a:lnTo>
                  <a:lnTo>
                    <a:pt x="0" y="441813"/>
                  </a:lnTo>
                  <a:lnTo>
                    <a:pt x="0" y="424642"/>
                  </a:lnTo>
                  <a:lnTo>
                    <a:pt x="0" y="407471"/>
                  </a:lnTo>
                  <a:lnTo>
                    <a:pt x="0" y="390299"/>
                  </a:lnTo>
                  <a:lnTo>
                    <a:pt x="0" y="373128"/>
                  </a:lnTo>
                  <a:lnTo>
                    <a:pt x="0" y="355957"/>
                  </a:lnTo>
                  <a:lnTo>
                    <a:pt x="0" y="338786"/>
                  </a:lnTo>
                  <a:lnTo>
                    <a:pt x="0" y="321614"/>
                  </a:lnTo>
                  <a:lnTo>
                    <a:pt x="0" y="304443"/>
                  </a:lnTo>
                  <a:lnTo>
                    <a:pt x="0" y="287272"/>
                  </a:lnTo>
                  <a:lnTo>
                    <a:pt x="0" y="270101"/>
                  </a:lnTo>
                  <a:lnTo>
                    <a:pt x="0" y="252929"/>
                  </a:lnTo>
                  <a:lnTo>
                    <a:pt x="0" y="235758"/>
                  </a:lnTo>
                  <a:lnTo>
                    <a:pt x="0" y="218587"/>
                  </a:lnTo>
                  <a:lnTo>
                    <a:pt x="0" y="201416"/>
                  </a:lnTo>
                  <a:lnTo>
                    <a:pt x="0" y="184245"/>
                  </a:lnTo>
                  <a:lnTo>
                    <a:pt x="0" y="167073"/>
                  </a:lnTo>
                  <a:lnTo>
                    <a:pt x="0" y="149902"/>
                  </a:lnTo>
                  <a:lnTo>
                    <a:pt x="0" y="132731"/>
                  </a:lnTo>
                  <a:lnTo>
                    <a:pt x="0" y="115560"/>
                  </a:lnTo>
                  <a:lnTo>
                    <a:pt x="0" y="98388"/>
                  </a:lnTo>
                  <a:lnTo>
                    <a:pt x="0" y="81217"/>
                  </a:lnTo>
                  <a:lnTo>
                    <a:pt x="0" y="64046"/>
                  </a:lnTo>
                  <a:lnTo>
                    <a:pt x="0" y="46875"/>
                  </a:lnTo>
                  <a:lnTo>
                    <a:pt x="0" y="29703"/>
                  </a:lnTo>
                  <a:lnTo>
                    <a:pt x="0" y="1253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9525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67" name="pl4067"/>
            <p:cNvSpPr/>
            <p:nvPr/>
          </p:nvSpPr>
          <p:spPr>
            <a:xfrm>
              <a:off x="4783161" y="2029051"/>
              <a:ext cx="0" cy="1628768"/>
            </a:xfrm>
            <a:custGeom>
              <a:avLst/>
              <a:gdLst/>
              <a:ahLst/>
              <a:cxnLst/>
              <a:rect l="0" t="0" r="0" b="0"/>
              <a:pathLst>
                <a:path h="1221576">
                  <a:moveTo>
                    <a:pt x="0" y="1221576"/>
                  </a:moveTo>
                  <a:lnTo>
                    <a:pt x="0" y="1214519"/>
                  </a:lnTo>
                  <a:lnTo>
                    <a:pt x="0" y="1197347"/>
                  </a:lnTo>
                  <a:lnTo>
                    <a:pt x="0" y="1180176"/>
                  </a:lnTo>
                  <a:lnTo>
                    <a:pt x="0" y="1163005"/>
                  </a:lnTo>
                  <a:lnTo>
                    <a:pt x="0" y="1145834"/>
                  </a:lnTo>
                  <a:lnTo>
                    <a:pt x="0" y="1128662"/>
                  </a:lnTo>
                  <a:lnTo>
                    <a:pt x="0" y="1111491"/>
                  </a:lnTo>
                  <a:lnTo>
                    <a:pt x="0" y="1094320"/>
                  </a:lnTo>
                  <a:lnTo>
                    <a:pt x="0" y="1077149"/>
                  </a:lnTo>
                  <a:lnTo>
                    <a:pt x="0" y="1059977"/>
                  </a:lnTo>
                  <a:lnTo>
                    <a:pt x="0" y="1042806"/>
                  </a:lnTo>
                  <a:lnTo>
                    <a:pt x="0" y="1025635"/>
                  </a:lnTo>
                  <a:lnTo>
                    <a:pt x="0" y="1008464"/>
                  </a:lnTo>
                  <a:lnTo>
                    <a:pt x="0" y="991292"/>
                  </a:lnTo>
                  <a:lnTo>
                    <a:pt x="0" y="974121"/>
                  </a:lnTo>
                  <a:lnTo>
                    <a:pt x="0" y="956950"/>
                  </a:lnTo>
                  <a:lnTo>
                    <a:pt x="0" y="939779"/>
                  </a:lnTo>
                  <a:lnTo>
                    <a:pt x="0" y="922608"/>
                  </a:lnTo>
                  <a:lnTo>
                    <a:pt x="0" y="905436"/>
                  </a:lnTo>
                  <a:lnTo>
                    <a:pt x="0" y="888265"/>
                  </a:lnTo>
                  <a:lnTo>
                    <a:pt x="0" y="871094"/>
                  </a:lnTo>
                  <a:lnTo>
                    <a:pt x="0" y="853923"/>
                  </a:lnTo>
                  <a:lnTo>
                    <a:pt x="0" y="836751"/>
                  </a:lnTo>
                  <a:lnTo>
                    <a:pt x="0" y="819580"/>
                  </a:lnTo>
                  <a:lnTo>
                    <a:pt x="0" y="802409"/>
                  </a:lnTo>
                  <a:lnTo>
                    <a:pt x="0" y="785238"/>
                  </a:lnTo>
                  <a:lnTo>
                    <a:pt x="0" y="768066"/>
                  </a:lnTo>
                  <a:lnTo>
                    <a:pt x="0" y="750895"/>
                  </a:lnTo>
                  <a:lnTo>
                    <a:pt x="0" y="733724"/>
                  </a:lnTo>
                  <a:lnTo>
                    <a:pt x="0" y="716553"/>
                  </a:lnTo>
                  <a:lnTo>
                    <a:pt x="0" y="699382"/>
                  </a:lnTo>
                  <a:lnTo>
                    <a:pt x="0" y="682210"/>
                  </a:lnTo>
                  <a:lnTo>
                    <a:pt x="0" y="665039"/>
                  </a:lnTo>
                  <a:lnTo>
                    <a:pt x="0" y="647868"/>
                  </a:lnTo>
                  <a:lnTo>
                    <a:pt x="0" y="630697"/>
                  </a:lnTo>
                  <a:lnTo>
                    <a:pt x="0" y="613525"/>
                  </a:lnTo>
                  <a:lnTo>
                    <a:pt x="0" y="596354"/>
                  </a:lnTo>
                  <a:lnTo>
                    <a:pt x="0" y="579183"/>
                  </a:lnTo>
                  <a:lnTo>
                    <a:pt x="0" y="562012"/>
                  </a:lnTo>
                  <a:lnTo>
                    <a:pt x="0" y="544840"/>
                  </a:lnTo>
                  <a:lnTo>
                    <a:pt x="0" y="527669"/>
                  </a:lnTo>
                  <a:lnTo>
                    <a:pt x="0" y="510498"/>
                  </a:lnTo>
                  <a:lnTo>
                    <a:pt x="0" y="493327"/>
                  </a:lnTo>
                  <a:lnTo>
                    <a:pt x="0" y="476155"/>
                  </a:lnTo>
                  <a:lnTo>
                    <a:pt x="0" y="458984"/>
                  </a:lnTo>
                  <a:lnTo>
                    <a:pt x="0" y="441813"/>
                  </a:lnTo>
                  <a:lnTo>
                    <a:pt x="0" y="424642"/>
                  </a:lnTo>
                  <a:lnTo>
                    <a:pt x="0" y="407471"/>
                  </a:lnTo>
                  <a:lnTo>
                    <a:pt x="0" y="390299"/>
                  </a:lnTo>
                  <a:lnTo>
                    <a:pt x="0" y="373128"/>
                  </a:lnTo>
                  <a:lnTo>
                    <a:pt x="0" y="355957"/>
                  </a:lnTo>
                  <a:lnTo>
                    <a:pt x="0" y="338786"/>
                  </a:lnTo>
                  <a:lnTo>
                    <a:pt x="0" y="321614"/>
                  </a:lnTo>
                  <a:lnTo>
                    <a:pt x="0" y="304443"/>
                  </a:lnTo>
                  <a:lnTo>
                    <a:pt x="0" y="287272"/>
                  </a:lnTo>
                  <a:lnTo>
                    <a:pt x="0" y="270101"/>
                  </a:lnTo>
                  <a:lnTo>
                    <a:pt x="0" y="252929"/>
                  </a:lnTo>
                  <a:lnTo>
                    <a:pt x="0" y="235758"/>
                  </a:lnTo>
                  <a:lnTo>
                    <a:pt x="0" y="218587"/>
                  </a:lnTo>
                  <a:lnTo>
                    <a:pt x="0" y="201416"/>
                  </a:lnTo>
                  <a:lnTo>
                    <a:pt x="0" y="184245"/>
                  </a:lnTo>
                  <a:lnTo>
                    <a:pt x="0" y="167073"/>
                  </a:lnTo>
                  <a:lnTo>
                    <a:pt x="0" y="149902"/>
                  </a:lnTo>
                  <a:lnTo>
                    <a:pt x="0" y="132731"/>
                  </a:lnTo>
                  <a:lnTo>
                    <a:pt x="0" y="115560"/>
                  </a:lnTo>
                  <a:lnTo>
                    <a:pt x="0" y="98388"/>
                  </a:lnTo>
                  <a:lnTo>
                    <a:pt x="0" y="81217"/>
                  </a:lnTo>
                  <a:lnTo>
                    <a:pt x="0" y="64046"/>
                  </a:lnTo>
                  <a:lnTo>
                    <a:pt x="0" y="46875"/>
                  </a:lnTo>
                  <a:lnTo>
                    <a:pt x="0" y="29703"/>
                  </a:lnTo>
                  <a:lnTo>
                    <a:pt x="0" y="1253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9525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68" name="pl4068"/>
            <p:cNvSpPr/>
            <p:nvPr/>
          </p:nvSpPr>
          <p:spPr>
            <a:xfrm>
              <a:off x="5080931" y="2029051"/>
              <a:ext cx="0" cy="1628768"/>
            </a:xfrm>
            <a:custGeom>
              <a:avLst/>
              <a:gdLst/>
              <a:ahLst/>
              <a:cxnLst/>
              <a:rect l="0" t="0" r="0" b="0"/>
              <a:pathLst>
                <a:path h="1221576">
                  <a:moveTo>
                    <a:pt x="0" y="1221576"/>
                  </a:moveTo>
                  <a:lnTo>
                    <a:pt x="0" y="1214519"/>
                  </a:lnTo>
                  <a:lnTo>
                    <a:pt x="0" y="1197347"/>
                  </a:lnTo>
                  <a:lnTo>
                    <a:pt x="0" y="1180176"/>
                  </a:lnTo>
                  <a:lnTo>
                    <a:pt x="0" y="1163005"/>
                  </a:lnTo>
                  <a:lnTo>
                    <a:pt x="0" y="1145834"/>
                  </a:lnTo>
                  <a:lnTo>
                    <a:pt x="0" y="1128662"/>
                  </a:lnTo>
                  <a:lnTo>
                    <a:pt x="0" y="1111491"/>
                  </a:lnTo>
                  <a:lnTo>
                    <a:pt x="0" y="1094320"/>
                  </a:lnTo>
                  <a:lnTo>
                    <a:pt x="0" y="1077149"/>
                  </a:lnTo>
                  <a:lnTo>
                    <a:pt x="0" y="1059977"/>
                  </a:lnTo>
                  <a:lnTo>
                    <a:pt x="0" y="1042806"/>
                  </a:lnTo>
                  <a:lnTo>
                    <a:pt x="0" y="1025635"/>
                  </a:lnTo>
                  <a:lnTo>
                    <a:pt x="0" y="1008464"/>
                  </a:lnTo>
                  <a:lnTo>
                    <a:pt x="0" y="991292"/>
                  </a:lnTo>
                  <a:lnTo>
                    <a:pt x="0" y="974121"/>
                  </a:lnTo>
                  <a:lnTo>
                    <a:pt x="0" y="956950"/>
                  </a:lnTo>
                  <a:lnTo>
                    <a:pt x="0" y="939779"/>
                  </a:lnTo>
                  <a:lnTo>
                    <a:pt x="0" y="922608"/>
                  </a:lnTo>
                  <a:lnTo>
                    <a:pt x="0" y="905436"/>
                  </a:lnTo>
                  <a:lnTo>
                    <a:pt x="0" y="888265"/>
                  </a:lnTo>
                  <a:lnTo>
                    <a:pt x="0" y="871094"/>
                  </a:lnTo>
                  <a:lnTo>
                    <a:pt x="0" y="853923"/>
                  </a:lnTo>
                  <a:lnTo>
                    <a:pt x="0" y="836751"/>
                  </a:lnTo>
                  <a:lnTo>
                    <a:pt x="0" y="819580"/>
                  </a:lnTo>
                  <a:lnTo>
                    <a:pt x="0" y="802409"/>
                  </a:lnTo>
                  <a:lnTo>
                    <a:pt x="0" y="785238"/>
                  </a:lnTo>
                  <a:lnTo>
                    <a:pt x="0" y="768066"/>
                  </a:lnTo>
                  <a:lnTo>
                    <a:pt x="0" y="750895"/>
                  </a:lnTo>
                  <a:lnTo>
                    <a:pt x="0" y="733724"/>
                  </a:lnTo>
                  <a:lnTo>
                    <a:pt x="0" y="716553"/>
                  </a:lnTo>
                  <a:lnTo>
                    <a:pt x="0" y="699382"/>
                  </a:lnTo>
                  <a:lnTo>
                    <a:pt x="0" y="682210"/>
                  </a:lnTo>
                  <a:lnTo>
                    <a:pt x="0" y="665039"/>
                  </a:lnTo>
                  <a:lnTo>
                    <a:pt x="0" y="647868"/>
                  </a:lnTo>
                  <a:lnTo>
                    <a:pt x="0" y="630697"/>
                  </a:lnTo>
                  <a:lnTo>
                    <a:pt x="0" y="613525"/>
                  </a:lnTo>
                  <a:lnTo>
                    <a:pt x="0" y="596354"/>
                  </a:lnTo>
                  <a:lnTo>
                    <a:pt x="0" y="579183"/>
                  </a:lnTo>
                  <a:lnTo>
                    <a:pt x="0" y="562012"/>
                  </a:lnTo>
                  <a:lnTo>
                    <a:pt x="0" y="544840"/>
                  </a:lnTo>
                  <a:lnTo>
                    <a:pt x="0" y="527669"/>
                  </a:lnTo>
                  <a:lnTo>
                    <a:pt x="0" y="510498"/>
                  </a:lnTo>
                  <a:lnTo>
                    <a:pt x="0" y="493327"/>
                  </a:lnTo>
                  <a:lnTo>
                    <a:pt x="0" y="476155"/>
                  </a:lnTo>
                  <a:lnTo>
                    <a:pt x="0" y="458984"/>
                  </a:lnTo>
                  <a:lnTo>
                    <a:pt x="0" y="441813"/>
                  </a:lnTo>
                  <a:lnTo>
                    <a:pt x="0" y="424642"/>
                  </a:lnTo>
                  <a:lnTo>
                    <a:pt x="0" y="407471"/>
                  </a:lnTo>
                  <a:lnTo>
                    <a:pt x="0" y="390299"/>
                  </a:lnTo>
                  <a:lnTo>
                    <a:pt x="0" y="373128"/>
                  </a:lnTo>
                  <a:lnTo>
                    <a:pt x="0" y="355957"/>
                  </a:lnTo>
                  <a:lnTo>
                    <a:pt x="0" y="338786"/>
                  </a:lnTo>
                  <a:lnTo>
                    <a:pt x="0" y="321614"/>
                  </a:lnTo>
                  <a:lnTo>
                    <a:pt x="0" y="304443"/>
                  </a:lnTo>
                  <a:lnTo>
                    <a:pt x="0" y="287272"/>
                  </a:lnTo>
                  <a:lnTo>
                    <a:pt x="0" y="270101"/>
                  </a:lnTo>
                  <a:lnTo>
                    <a:pt x="0" y="252929"/>
                  </a:lnTo>
                  <a:lnTo>
                    <a:pt x="0" y="235758"/>
                  </a:lnTo>
                  <a:lnTo>
                    <a:pt x="0" y="218587"/>
                  </a:lnTo>
                  <a:lnTo>
                    <a:pt x="0" y="201416"/>
                  </a:lnTo>
                  <a:lnTo>
                    <a:pt x="0" y="184245"/>
                  </a:lnTo>
                  <a:lnTo>
                    <a:pt x="0" y="167073"/>
                  </a:lnTo>
                  <a:lnTo>
                    <a:pt x="0" y="149902"/>
                  </a:lnTo>
                  <a:lnTo>
                    <a:pt x="0" y="132731"/>
                  </a:lnTo>
                  <a:lnTo>
                    <a:pt x="0" y="115560"/>
                  </a:lnTo>
                  <a:lnTo>
                    <a:pt x="0" y="98388"/>
                  </a:lnTo>
                  <a:lnTo>
                    <a:pt x="0" y="81217"/>
                  </a:lnTo>
                  <a:lnTo>
                    <a:pt x="0" y="64046"/>
                  </a:lnTo>
                  <a:lnTo>
                    <a:pt x="0" y="46875"/>
                  </a:lnTo>
                  <a:lnTo>
                    <a:pt x="0" y="29703"/>
                  </a:lnTo>
                  <a:lnTo>
                    <a:pt x="0" y="1253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9525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69" name="pl4069"/>
            <p:cNvSpPr/>
            <p:nvPr/>
          </p:nvSpPr>
          <p:spPr>
            <a:xfrm>
              <a:off x="3558988" y="3591173"/>
              <a:ext cx="1668412" cy="0"/>
            </a:xfrm>
            <a:custGeom>
              <a:avLst/>
              <a:gdLst/>
              <a:ahLst/>
              <a:cxnLst/>
              <a:rect l="0" t="0" r="0" b="0"/>
              <a:pathLst>
                <a:path w="1251309">
                  <a:moveTo>
                    <a:pt x="0" y="0"/>
                  </a:moveTo>
                  <a:lnTo>
                    <a:pt x="6778" y="0"/>
                  </a:lnTo>
                  <a:lnTo>
                    <a:pt x="22569" y="0"/>
                  </a:lnTo>
                  <a:lnTo>
                    <a:pt x="38359" y="0"/>
                  </a:lnTo>
                  <a:lnTo>
                    <a:pt x="54150" y="0"/>
                  </a:lnTo>
                  <a:lnTo>
                    <a:pt x="69941" y="0"/>
                  </a:lnTo>
                  <a:lnTo>
                    <a:pt x="85732" y="0"/>
                  </a:lnTo>
                  <a:lnTo>
                    <a:pt x="101522" y="0"/>
                  </a:lnTo>
                  <a:lnTo>
                    <a:pt x="117313" y="0"/>
                  </a:lnTo>
                  <a:lnTo>
                    <a:pt x="133104" y="0"/>
                  </a:lnTo>
                  <a:lnTo>
                    <a:pt x="148895" y="0"/>
                  </a:lnTo>
                  <a:lnTo>
                    <a:pt x="164685" y="0"/>
                  </a:lnTo>
                  <a:lnTo>
                    <a:pt x="180476" y="0"/>
                  </a:lnTo>
                  <a:lnTo>
                    <a:pt x="196267" y="0"/>
                  </a:lnTo>
                  <a:lnTo>
                    <a:pt x="212058" y="0"/>
                  </a:lnTo>
                  <a:lnTo>
                    <a:pt x="227848" y="0"/>
                  </a:lnTo>
                  <a:lnTo>
                    <a:pt x="243639" y="0"/>
                  </a:lnTo>
                  <a:lnTo>
                    <a:pt x="259430" y="0"/>
                  </a:lnTo>
                  <a:lnTo>
                    <a:pt x="275221" y="0"/>
                  </a:lnTo>
                  <a:lnTo>
                    <a:pt x="291011" y="0"/>
                  </a:lnTo>
                  <a:lnTo>
                    <a:pt x="306802" y="0"/>
                  </a:lnTo>
                  <a:lnTo>
                    <a:pt x="322593" y="0"/>
                  </a:lnTo>
                  <a:lnTo>
                    <a:pt x="338384" y="0"/>
                  </a:lnTo>
                  <a:lnTo>
                    <a:pt x="354174" y="0"/>
                  </a:lnTo>
                  <a:lnTo>
                    <a:pt x="369965" y="0"/>
                  </a:lnTo>
                  <a:lnTo>
                    <a:pt x="385756" y="0"/>
                  </a:lnTo>
                  <a:lnTo>
                    <a:pt x="401547" y="0"/>
                  </a:lnTo>
                  <a:lnTo>
                    <a:pt x="417337" y="0"/>
                  </a:lnTo>
                  <a:lnTo>
                    <a:pt x="433128" y="0"/>
                  </a:lnTo>
                  <a:lnTo>
                    <a:pt x="448919" y="0"/>
                  </a:lnTo>
                  <a:lnTo>
                    <a:pt x="464710" y="0"/>
                  </a:lnTo>
                  <a:lnTo>
                    <a:pt x="480500" y="0"/>
                  </a:lnTo>
                  <a:lnTo>
                    <a:pt x="496291" y="0"/>
                  </a:lnTo>
                  <a:lnTo>
                    <a:pt x="512082" y="0"/>
                  </a:lnTo>
                  <a:lnTo>
                    <a:pt x="527873" y="0"/>
                  </a:lnTo>
                  <a:lnTo>
                    <a:pt x="543663" y="0"/>
                  </a:lnTo>
                  <a:lnTo>
                    <a:pt x="559454" y="0"/>
                  </a:lnTo>
                  <a:lnTo>
                    <a:pt x="575245" y="0"/>
                  </a:lnTo>
                  <a:lnTo>
                    <a:pt x="591036" y="0"/>
                  </a:lnTo>
                  <a:lnTo>
                    <a:pt x="606826" y="0"/>
                  </a:lnTo>
                  <a:lnTo>
                    <a:pt x="622617" y="0"/>
                  </a:lnTo>
                  <a:lnTo>
                    <a:pt x="638408" y="0"/>
                  </a:lnTo>
                  <a:lnTo>
                    <a:pt x="654199" y="0"/>
                  </a:lnTo>
                  <a:lnTo>
                    <a:pt x="669989" y="0"/>
                  </a:lnTo>
                  <a:lnTo>
                    <a:pt x="685780" y="0"/>
                  </a:lnTo>
                  <a:lnTo>
                    <a:pt x="701571" y="0"/>
                  </a:lnTo>
                  <a:lnTo>
                    <a:pt x="717362" y="0"/>
                  </a:lnTo>
                  <a:lnTo>
                    <a:pt x="733152" y="0"/>
                  </a:lnTo>
                  <a:lnTo>
                    <a:pt x="748943" y="0"/>
                  </a:lnTo>
                  <a:lnTo>
                    <a:pt x="764734" y="0"/>
                  </a:lnTo>
                  <a:lnTo>
                    <a:pt x="780524" y="0"/>
                  </a:lnTo>
                  <a:lnTo>
                    <a:pt x="796315" y="0"/>
                  </a:lnTo>
                  <a:lnTo>
                    <a:pt x="812106" y="0"/>
                  </a:lnTo>
                  <a:lnTo>
                    <a:pt x="827897" y="0"/>
                  </a:lnTo>
                  <a:lnTo>
                    <a:pt x="843687" y="0"/>
                  </a:lnTo>
                  <a:lnTo>
                    <a:pt x="859478" y="0"/>
                  </a:lnTo>
                  <a:lnTo>
                    <a:pt x="875269" y="0"/>
                  </a:lnTo>
                  <a:lnTo>
                    <a:pt x="891060" y="0"/>
                  </a:lnTo>
                  <a:lnTo>
                    <a:pt x="906850" y="0"/>
                  </a:lnTo>
                  <a:lnTo>
                    <a:pt x="922641" y="0"/>
                  </a:lnTo>
                  <a:lnTo>
                    <a:pt x="938432" y="0"/>
                  </a:lnTo>
                  <a:lnTo>
                    <a:pt x="954223" y="0"/>
                  </a:lnTo>
                  <a:lnTo>
                    <a:pt x="970013" y="0"/>
                  </a:lnTo>
                  <a:lnTo>
                    <a:pt x="985804" y="0"/>
                  </a:lnTo>
                  <a:lnTo>
                    <a:pt x="1001595" y="0"/>
                  </a:lnTo>
                  <a:lnTo>
                    <a:pt x="1017386" y="0"/>
                  </a:lnTo>
                  <a:lnTo>
                    <a:pt x="1033176" y="0"/>
                  </a:lnTo>
                  <a:lnTo>
                    <a:pt x="1048967" y="0"/>
                  </a:lnTo>
                  <a:lnTo>
                    <a:pt x="1064758" y="0"/>
                  </a:lnTo>
                  <a:lnTo>
                    <a:pt x="1080549" y="0"/>
                  </a:lnTo>
                  <a:lnTo>
                    <a:pt x="1096339" y="0"/>
                  </a:lnTo>
                  <a:lnTo>
                    <a:pt x="1112130" y="0"/>
                  </a:lnTo>
                  <a:lnTo>
                    <a:pt x="1127921" y="0"/>
                  </a:lnTo>
                  <a:lnTo>
                    <a:pt x="1143712" y="0"/>
                  </a:lnTo>
                  <a:lnTo>
                    <a:pt x="1159502" y="0"/>
                  </a:lnTo>
                  <a:lnTo>
                    <a:pt x="1175293" y="0"/>
                  </a:lnTo>
                  <a:lnTo>
                    <a:pt x="1191084" y="0"/>
                  </a:lnTo>
                  <a:lnTo>
                    <a:pt x="1206875" y="0"/>
                  </a:lnTo>
                  <a:lnTo>
                    <a:pt x="1222665" y="0"/>
                  </a:lnTo>
                  <a:lnTo>
                    <a:pt x="1238456" y="0"/>
                  </a:lnTo>
                  <a:lnTo>
                    <a:pt x="1251309" y="0"/>
                  </a:lnTo>
                  <a:lnTo>
                    <a:pt x="1251309" y="0"/>
                  </a:lnTo>
                </a:path>
              </a:pathLst>
            </a:custGeom>
            <a:ln w="9525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70" name="pl4070"/>
            <p:cNvSpPr/>
            <p:nvPr/>
          </p:nvSpPr>
          <p:spPr>
            <a:xfrm>
              <a:off x="3558988" y="3213406"/>
              <a:ext cx="1668412" cy="0"/>
            </a:xfrm>
            <a:custGeom>
              <a:avLst/>
              <a:gdLst/>
              <a:ahLst/>
              <a:cxnLst/>
              <a:rect l="0" t="0" r="0" b="0"/>
              <a:pathLst>
                <a:path w="1251309">
                  <a:moveTo>
                    <a:pt x="0" y="0"/>
                  </a:moveTo>
                  <a:lnTo>
                    <a:pt x="6778" y="0"/>
                  </a:lnTo>
                  <a:lnTo>
                    <a:pt x="22569" y="0"/>
                  </a:lnTo>
                  <a:lnTo>
                    <a:pt x="38359" y="0"/>
                  </a:lnTo>
                  <a:lnTo>
                    <a:pt x="54150" y="0"/>
                  </a:lnTo>
                  <a:lnTo>
                    <a:pt x="69941" y="0"/>
                  </a:lnTo>
                  <a:lnTo>
                    <a:pt x="85732" y="0"/>
                  </a:lnTo>
                  <a:lnTo>
                    <a:pt x="101522" y="0"/>
                  </a:lnTo>
                  <a:lnTo>
                    <a:pt x="117313" y="0"/>
                  </a:lnTo>
                  <a:lnTo>
                    <a:pt x="133104" y="0"/>
                  </a:lnTo>
                  <a:lnTo>
                    <a:pt x="148895" y="0"/>
                  </a:lnTo>
                  <a:lnTo>
                    <a:pt x="164685" y="0"/>
                  </a:lnTo>
                  <a:lnTo>
                    <a:pt x="180476" y="0"/>
                  </a:lnTo>
                  <a:lnTo>
                    <a:pt x="196267" y="0"/>
                  </a:lnTo>
                  <a:lnTo>
                    <a:pt x="212058" y="0"/>
                  </a:lnTo>
                  <a:lnTo>
                    <a:pt x="227848" y="0"/>
                  </a:lnTo>
                  <a:lnTo>
                    <a:pt x="243639" y="0"/>
                  </a:lnTo>
                  <a:lnTo>
                    <a:pt x="259430" y="0"/>
                  </a:lnTo>
                  <a:lnTo>
                    <a:pt x="275221" y="0"/>
                  </a:lnTo>
                  <a:lnTo>
                    <a:pt x="291011" y="0"/>
                  </a:lnTo>
                  <a:lnTo>
                    <a:pt x="306802" y="0"/>
                  </a:lnTo>
                  <a:lnTo>
                    <a:pt x="322593" y="0"/>
                  </a:lnTo>
                  <a:lnTo>
                    <a:pt x="338384" y="0"/>
                  </a:lnTo>
                  <a:lnTo>
                    <a:pt x="354174" y="0"/>
                  </a:lnTo>
                  <a:lnTo>
                    <a:pt x="369965" y="0"/>
                  </a:lnTo>
                  <a:lnTo>
                    <a:pt x="385756" y="0"/>
                  </a:lnTo>
                  <a:lnTo>
                    <a:pt x="401547" y="0"/>
                  </a:lnTo>
                  <a:lnTo>
                    <a:pt x="417337" y="0"/>
                  </a:lnTo>
                  <a:lnTo>
                    <a:pt x="433128" y="0"/>
                  </a:lnTo>
                  <a:lnTo>
                    <a:pt x="448919" y="0"/>
                  </a:lnTo>
                  <a:lnTo>
                    <a:pt x="464710" y="0"/>
                  </a:lnTo>
                  <a:lnTo>
                    <a:pt x="480500" y="0"/>
                  </a:lnTo>
                  <a:lnTo>
                    <a:pt x="496291" y="0"/>
                  </a:lnTo>
                  <a:lnTo>
                    <a:pt x="512082" y="0"/>
                  </a:lnTo>
                  <a:lnTo>
                    <a:pt x="527873" y="0"/>
                  </a:lnTo>
                  <a:lnTo>
                    <a:pt x="543663" y="0"/>
                  </a:lnTo>
                  <a:lnTo>
                    <a:pt x="559454" y="0"/>
                  </a:lnTo>
                  <a:lnTo>
                    <a:pt x="575245" y="0"/>
                  </a:lnTo>
                  <a:lnTo>
                    <a:pt x="591036" y="0"/>
                  </a:lnTo>
                  <a:lnTo>
                    <a:pt x="606826" y="0"/>
                  </a:lnTo>
                  <a:lnTo>
                    <a:pt x="622617" y="0"/>
                  </a:lnTo>
                  <a:lnTo>
                    <a:pt x="638408" y="0"/>
                  </a:lnTo>
                  <a:lnTo>
                    <a:pt x="654199" y="0"/>
                  </a:lnTo>
                  <a:lnTo>
                    <a:pt x="669989" y="0"/>
                  </a:lnTo>
                  <a:lnTo>
                    <a:pt x="685780" y="0"/>
                  </a:lnTo>
                  <a:lnTo>
                    <a:pt x="701571" y="0"/>
                  </a:lnTo>
                  <a:lnTo>
                    <a:pt x="717362" y="0"/>
                  </a:lnTo>
                  <a:lnTo>
                    <a:pt x="733152" y="0"/>
                  </a:lnTo>
                  <a:lnTo>
                    <a:pt x="748943" y="0"/>
                  </a:lnTo>
                  <a:lnTo>
                    <a:pt x="764734" y="0"/>
                  </a:lnTo>
                  <a:lnTo>
                    <a:pt x="780524" y="0"/>
                  </a:lnTo>
                  <a:lnTo>
                    <a:pt x="796315" y="0"/>
                  </a:lnTo>
                  <a:lnTo>
                    <a:pt x="812106" y="0"/>
                  </a:lnTo>
                  <a:lnTo>
                    <a:pt x="827897" y="0"/>
                  </a:lnTo>
                  <a:lnTo>
                    <a:pt x="843687" y="0"/>
                  </a:lnTo>
                  <a:lnTo>
                    <a:pt x="859478" y="0"/>
                  </a:lnTo>
                  <a:lnTo>
                    <a:pt x="875269" y="0"/>
                  </a:lnTo>
                  <a:lnTo>
                    <a:pt x="891060" y="0"/>
                  </a:lnTo>
                  <a:lnTo>
                    <a:pt x="906850" y="0"/>
                  </a:lnTo>
                  <a:lnTo>
                    <a:pt x="922641" y="0"/>
                  </a:lnTo>
                  <a:lnTo>
                    <a:pt x="938432" y="0"/>
                  </a:lnTo>
                  <a:lnTo>
                    <a:pt x="954223" y="0"/>
                  </a:lnTo>
                  <a:lnTo>
                    <a:pt x="970013" y="0"/>
                  </a:lnTo>
                  <a:lnTo>
                    <a:pt x="985804" y="0"/>
                  </a:lnTo>
                  <a:lnTo>
                    <a:pt x="1001595" y="0"/>
                  </a:lnTo>
                  <a:lnTo>
                    <a:pt x="1017386" y="0"/>
                  </a:lnTo>
                  <a:lnTo>
                    <a:pt x="1033176" y="0"/>
                  </a:lnTo>
                  <a:lnTo>
                    <a:pt x="1048967" y="0"/>
                  </a:lnTo>
                  <a:lnTo>
                    <a:pt x="1064758" y="0"/>
                  </a:lnTo>
                  <a:lnTo>
                    <a:pt x="1080549" y="0"/>
                  </a:lnTo>
                  <a:lnTo>
                    <a:pt x="1096339" y="0"/>
                  </a:lnTo>
                  <a:lnTo>
                    <a:pt x="1112130" y="0"/>
                  </a:lnTo>
                  <a:lnTo>
                    <a:pt x="1127921" y="0"/>
                  </a:lnTo>
                  <a:lnTo>
                    <a:pt x="1143712" y="0"/>
                  </a:lnTo>
                  <a:lnTo>
                    <a:pt x="1159502" y="0"/>
                  </a:lnTo>
                  <a:lnTo>
                    <a:pt x="1175293" y="0"/>
                  </a:lnTo>
                  <a:lnTo>
                    <a:pt x="1191084" y="0"/>
                  </a:lnTo>
                  <a:lnTo>
                    <a:pt x="1206875" y="0"/>
                  </a:lnTo>
                  <a:lnTo>
                    <a:pt x="1222665" y="0"/>
                  </a:lnTo>
                  <a:lnTo>
                    <a:pt x="1238456" y="0"/>
                  </a:lnTo>
                  <a:lnTo>
                    <a:pt x="1251309" y="0"/>
                  </a:lnTo>
                  <a:lnTo>
                    <a:pt x="1251309" y="0"/>
                  </a:lnTo>
                </a:path>
              </a:pathLst>
            </a:custGeom>
            <a:ln w="9525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71" name="pl4071"/>
            <p:cNvSpPr/>
            <p:nvPr/>
          </p:nvSpPr>
          <p:spPr>
            <a:xfrm>
              <a:off x="3558988" y="2835640"/>
              <a:ext cx="1668412" cy="0"/>
            </a:xfrm>
            <a:custGeom>
              <a:avLst/>
              <a:gdLst/>
              <a:ahLst/>
              <a:cxnLst/>
              <a:rect l="0" t="0" r="0" b="0"/>
              <a:pathLst>
                <a:path w="1251309">
                  <a:moveTo>
                    <a:pt x="0" y="0"/>
                  </a:moveTo>
                  <a:lnTo>
                    <a:pt x="6778" y="0"/>
                  </a:lnTo>
                  <a:lnTo>
                    <a:pt x="22569" y="0"/>
                  </a:lnTo>
                  <a:lnTo>
                    <a:pt x="38359" y="0"/>
                  </a:lnTo>
                  <a:lnTo>
                    <a:pt x="54150" y="0"/>
                  </a:lnTo>
                  <a:lnTo>
                    <a:pt x="69941" y="0"/>
                  </a:lnTo>
                  <a:lnTo>
                    <a:pt x="85732" y="0"/>
                  </a:lnTo>
                  <a:lnTo>
                    <a:pt x="101522" y="0"/>
                  </a:lnTo>
                  <a:lnTo>
                    <a:pt x="117313" y="0"/>
                  </a:lnTo>
                  <a:lnTo>
                    <a:pt x="133104" y="0"/>
                  </a:lnTo>
                  <a:lnTo>
                    <a:pt x="148895" y="0"/>
                  </a:lnTo>
                  <a:lnTo>
                    <a:pt x="164685" y="0"/>
                  </a:lnTo>
                  <a:lnTo>
                    <a:pt x="180476" y="0"/>
                  </a:lnTo>
                  <a:lnTo>
                    <a:pt x="196267" y="0"/>
                  </a:lnTo>
                  <a:lnTo>
                    <a:pt x="212058" y="0"/>
                  </a:lnTo>
                  <a:lnTo>
                    <a:pt x="227848" y="0"/>
                  </a:lnTo>
                  <a:lnTo>
                    <a:pt x="243639" y="0"/>
                  </a:lnTo>
                  <a:lnTo>
                    <a:pt x="259430" y="0"/>
                  </a:lnTo>
                  <a:lnTo>
                    <a:pt x="275221" y="0"/>
                  </a:lnTo>
                  <a:lnTo>
                    <a:pt x="291011" y="0"/>
                  </a:lnTo>
                  <a:lnTo>
                    <a:pt x="306802" y="0"/>
                  </a:lnTo>
                  <a:lnTo>
                    <a:pt x="322593" y="0"/>
                  </a:lnTo>
                  <a:lnTo>
                    <a:pt x="338384" y="0"/>
                  </a:lnTo>
                  <a:lnTo>
                    <a:pt x="354174" y="0"/>
                  </a:lnTo>
                  <a:lnTo>
                    <a:pt x="369965" y="0"/>
                  </a:lnTo>
                  <a:lnTo>
                    <a:pt x="385756" y="0"/>
                  </a:lnTo>
                  <a:lnTo>
                    <a:pt x="401547" y="0"/>
                  </a:lnTo>
                  <a:lnTo>
                    <a:pt x="417337" y="0"/>
                  </a:lnTo>
                  <a:lnTo>
                    <a:pt x="433128" y="0"/>
                  </a:lnTo>
                  <a:lnTo>
                    <a:pt x="448919" y="0"/>
                  </a:lnTo>
                  <a:lnTo>
                    <a:pt x="464710" y="0"/>
                  </a:lnTo>
                  <a:lnTo>
                    <a:pt x="480500" y="0"/>
                  </a:lnTo>
                  <a:lnTo>
                    <a:pt x="496291" y="0"/>
                  </a:lnTo>
                  <a:lnTo>
                    <a:pt x="512082" y="0"/>
                  </a:lnTo>
                  <a:lnTo>
                    <a:pt x="527873" y="0"/>
                  </a:lnTo>
                  <a:lnTo>
                    <a:pt x="543663" y="0"/>
                  </a:lnTo>
                  <a:lnTo>
                    <a:pt x="559454" y="0"/>
                  </a:lnTo>
                  <a:lnTo>
                    <a:pt x="575245" y="0"/>
                  </a:lnTo>
                  <a:lnTo>
                    <a:pt x="591036" y="0"/>
                  </a:lnTo>
                  <a:lnTo>
                    <a:pt x="606826" y="0"/>
                  </a:lnTo>
                  <a:lnTo>
                    <a:pt x="622617" y="0"/>
                  </a:lnTo>
                  <a:lnTo>
                    <a:pt x="638408" y="0"/>
                  </a:lnTo>
                  <a:lnTo>
                    <a:pt x="654199" y="0"/>
                  </a:lnTo>
                  <a:lnTo>
                    <a:pt x="669989" y="0"/>
                  </a:lnTo>
                  <a:lnTo>
                    <a:pt x="685780" y="0"/>
                  </a:lnTo>
                  <a:lnTo>
                    <a:pt x="701571" y="0"/>
                  </a:lnTo>
                  <a:lnTo>
                    <a:pt x="717362" y="0"/>
                  </a:lnTo>
                  <a:lnTo>
                    <a:pt x="733152" y="0"/>
                  </a:lnTo>
                  <a:lnTo>
                    <a:pt x="748943" y="0"/>
                  </a:lnTo>
                  <a:lnTo>
                    <a:pt x="764734" y="0"/>
                  </a:lnTo>
                  <a:lnTo>
                    <a:pt x="780524" y="0"/>
                  </a:lnTo>
                  <a:lnTo>
                    <a:pt x="796315" y="0"/>
                  </a:lnTo>
                  <a:lnTo>
                    <a:pt x="812106" y="0"/>
                  </a:lnTo>
                  <a:lnTo>
                    <a:pt x="827897" y="0"/>
                  </a:lnTo>
                  <a:lnTo>
                    <a:pt x="843687" y="0"/>
                  </a:lnTo>
                  <a:lnTo>
                    <a:pt x="859478" y="0"/>
                  </a:lnTo>
                  <a:lnTo>
                    <a:pt x="875269" y="0"/>
                  </a:lnTo>
                  <a:lnTo>
                    <a:pt x="891060" y="0"/>
                  </a:lnTo>
                  <a:lnTo>
                    <a:pt x="906850" y="0"/>
                  </a:lnTo>
                  <a:lnTo>
                    <a:pt x="922641" y="0"/>
                  </a:lnTo>
                  <a:lnTo>
                    <a:pt x="938432" y="0"/>
                  </a:lnTo>
                  <a:lnTo>
                    <a:pt x="954223" y="0"/>
                  </a:lnTo>
                  <a:lnTo>
                    <a:pt x="970013" y="0"/>
                  </a:lnTo>
                  <a:lnTo>
                    <a:pt x="985804" y="0"/>
                  </a:lnTo>
                  <a:lnTo>
                    <a:pt x="1001595" y="0"/>
                  </a:lnTo>
                  <a:lnTo>
                    <a:pt x="1017386" y="0"/>
                  </a:lnTo>
                  <a:lnTo>
                    <a:pt x="1033176" y="0"/>
                  </a:lnTo>
                  <a:lnTo>
                    <a:pt x="1048967" y="0"/>
                  </a:lnTo>
                  <a:lnTo>
                    <a:pt x="1064758" y="0"/>
                  </a:lnTo>
                  <a:lnTo>
                    <a:pt x="1080549" y="0"/>
                  </a:lnTo>
                  <a:lnTo>
                    <a:pt x="1096339" y="0"/>
                  </a:lnTo>
                  <a:lnTo>
                    <a:pt x="1112130" y="0"/>
                  </a:lnTo>
                  <a:lnTo>
                    <a:pt x="1127921" y="0"/>
                  </a:lnTo>
                  <a:lnTo>
                    <a:pt x="1143712" y="0"/>
                  </a:lnTo>
                  <a:lnTo>
                    <a:pt x="1159502" y="0"/>
                  </a:lnTo>
                  <a:lnTo>
                    <a:pt x="1175293" y="0"/>
                  </a:lnTo>
                  <a:lnTo>
                    <a:pt x="1191084" y="0"/>
                  </a:lnTo>
                  <a:lnTo>
                    <a:pt x="1206875" y="0"/>
                  </a:lnTo>
                  <a:lnTo>
                    <a:pt x="1222665" y="0"/>
                  </a:lnTo>
                  <a:lnTo>
                    <a:pt x="1238456" y="0"/>
                  </a:lnTo>
                  <a:lnTo>
                    <a:pt x="1251309" y="0"/>
                  </a:lnTo>
                  <a:lnTo>
                    <a:pt x="1251309" y="0"/>
                  </a:lnTo>
                </a:path>
              </a:pathLst>
            </a:custGeom>
            <a:ln w="9525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72" name="pl4072"/>
            <p:cNvSpPr/>
            <p:nvPr/>
          </p:nvSpPr>
          <p:spPr>
            <a:xfrm>
              <a:off x="3558988" y="2457871"/>
              <a:ext cx="1668412" cy="0"/>
            </a:xfrm>
            <a:custGeom>
              <a:avLst/>
              <a:gdLst/>
              <a:ahLst/>
              <a:cxnLst/>
              <a:rect l="0" t="0" r="0" b="0"/>
              <a:pathLst>
                <a:path w="1251309">
                  <a:moveTo>
                    <a:pt x="0" y="0"/>
                  </a:moveTo>
                  <a:lnTo>
                    <a:pt x="6778" y="0"/>
                  </a:lnTo>
                  <a:lnTo>
                    <a:pt x="22569" y="0"/>
                  </a:lnTo>
                  <a:lnTo>
                    <a:pt x="38359" y="0"/>
                  </a:lnTo>
                  <a:lnTo>
                    <a:pt x="54150" y="0"/>
                  </a:lnTo>
                  <a:lnTo>
                    <a:pt x="69941" y="0"/>
                  </a:lnTo>
                  <a:lnTo>
                    <a:pt x="85732" y="0"/>
                  </a:lnTo>
                  <a:lnTo>
                    <a:pt x="101522" y="0"/>
                  </a:lnTo>
                  <a:lnTo>
                    <a:pt x="117313" y="0"/>
                  </a:lnTo>
                  <a:lnTo>
                    <a:pt x="133104" y="0"/>
                  </a:lnTo>
                  <a:lnTo>
                    <a:pt x="148895" y="0"/>
                  </a:lnTo>
                  <a:lnTo>
                    <a:pt x="164685" y="0"/>
                  </a:lnTo>
                  <a:lnTo>
                    <a:pt x="180476" y="0"/>
                  </a:lnTo>
                  <a:lnTo>
                    <a:pt x="196267" y="0"/>
                  </a:lnTo>
                  <a:lnTo>
                    <a:pt x="212058" y="0"/>
                  </a:lnTo>
                  <a:lnTo>
                    <a:pt x="227848" y="0"/>
                  </a:lnTo>
                  <a:lnTo>
                    <a:pt x="243639" y="0"/>
                  </a:lnTo>
                  <a:lnTo>
                    <a:pt x="259430" y="0"/>
                  </a:lnTo>
                  <a:lnTo>
                    <a:pt x="275221" y="0"/>
                  </a:lnTo>
                  <a:lnTo>
                    <a:pt x="291011" y="0"/>
                  </a:lnTo>
                  <a:lnTo>
                    <a:pt x="306802" y="0"/>
                  </a:lnTo>
                  <a:lnTo>
                    <a:pt x="322593" y="0"/>
                  </a:lnTo>
                  <a:lnTo>
                    <a:pt x="338384" y="0"/>
                  </a:lnTo>
                  <a:lnTo>
                    <a:pt x="354174" y="0"/>
                  </a:lnTo>
                  <a:lnTo>
                    <a:pt x="369965" y="0"/>
                  </a:lnTo>
                  <a:lnTo>
                    <a:pt x="385756" y="0"/>
                  </a:lnTo>
                  <a:lnTo>
                    <a:pt x="401547" y="0"/>
                  </a:lnTo>
                  <a:lnTo>
                    <a:pt x="417337" y="0"/>
                  </a:lnTo>
                  <a:lnTo>
                    <a:pt x="433128" y="0"/>
                  </a:lnTo>
                  <a:lnTo>
                    <a:pt x="448919" y="0"/>
                  </a:lnTo>
                  <a:lnTo>
                    <a:pt x="464710" y="0"/>
                  </a:lnTo>
                  <a:lnTo>
                    <a:pt x="480500" y="0"/>
                  </a:lnTo>
                  <a:lnTo>
                    <a:pt x="496291" y="0"/>
                  </a:lnTo>
                  <a:lnTo>
                    <a:pt x="512082" y="0"/>
                  </a:lnTo>
                  <a:lnTo>
                    <a:pt x="527873" y="0"/>
                  </a:lnTo>
                  <a:lnTo>
                    <a:pt x="543663" y="0"/>
                  </a:lnTo>
                  <a:lnTo>
                    <a:pt x="559454" y="0"/>
                  </a:lnTo>
                  <a:lnTo>
                    <a:pt x="575245" y="0"/>
                  </a:lnTo>
                  <a:lnTo>
                    <a:pt x="591036" y="0"/>
                  </a:lnTo>
                  <a:lnTo>
                    <a:pt x="606826" y="0"/>
                  </a:lnTo>
                  <a:lnTo>
                    <a:pt x="622617" y="0"/>
                  </a:lnTo>
                  <a:lnTo>
                    <a:pt x="638408" y="0"/>
                  </a:lnTo>
                  <a:lnTo>
                    <a:pt x="654199" y="0"/>
                  </a:lnTo>
                  <a:lnTo>
                    <a:pt x="669989" y="0"/>
                  </a:lnTo>
                  <a:lnTo>
                    <a:pt x="685780" y="0"/>
                  </a:lnTo>
                  <a:lnTo>
                    <a:pt x="701571" y="0"/>
                  </a:lnTo>
                  <a:lnTo>
                    <a:pt x="717362" y="0"/>
                  </a:lnTo>
                  <a:lnTo>
                    <a:pt x="733152" y="0"/>
                  </a:lnTo>
                  <a:lnTo>
                    <a:pt x="748943" y="0"/>
                  </a:lnTo>
                  <a:lnTo>
                    <a:pt x="764734" y="0"/>
                  </a:lnTo>
                  <a:lnTo>
                    <a:pt x="780524" y="0"/>
                  </a:lnTo>
                  <a:lnTo>
                    <a:pt x="796315" y="0"/>
                  </a:lnTo>
                  <a:lnTo>
                    <a:pt x="812106" y="0"/>
                  </a:lnTo>
                  <a:lnTo>
                    <a:pt x="827897" y="0"/>
                  </a:lnTo>
                  <a:lnTo>
                    <a:pt x="843687" y="0"/>
                  </a:lnTo>
                  <a:lnTo>
                    <a:pt x="859478" y="0"/>
                  </a:lnTo>
                  <a:lnTo>
                    <a:pt x="875269" y="0"/>
                  </a:lnTo>
                  <a:lnTo>
                    <a:pt x="891060" y="0"/>
                  </a:lnTo>
                  <a:lnTo>
                    <a:pt x="906850" y="0"/>
                  </a:lnTo>
                  <a:lnTo>
                    <a:pt x="922641" y="0"/>
                  </a:lnTo>
                  <a:lnTo>
                    <a:pt x="938432" y="0"/>
                  </a:lnTo>
                  <a:lnTo>
                    <a:pt x="954223" y="0"/>
                  </a:lnTo>
                  <a:lnTo>
                    <a:pt x="970013" y="0"/>
                  </a:lnTo>
                  <a:lnTo>
                    <a:pt x="985804" y="0"/>
                  </a:lnTo>
                  <a:lnTo>
                    <a:pt x="1001595" y="0"/>
                  </a:lnTo>
                  <a:lnTo>
                    <a:pt x="1017386" y="0"/>
                  </a:lnTo>
                  <a:lnTo>
                    <a:pt x="1033176" y="0"/>
                  </a:lnTo>
                  <a:lnTo>
                    <a:pt x="1048967" y="0"/>
                  </a:lnTo>
                  <a:lnTo>
                    <a:pt x="1064758" y="0"/>
                  </a:lnTo>
                  <a:lnTo>
                    <a:pt x="1080549" y="0"/>
                  </a:lnTo>
                  <a:lnTo>
                    <a:pt x="1096339" y="0"/>
                  </a:lnTo>
                  <a:lnTo>
                    <a:pt x="1112130" y="0"/>
                  </a:lnTo>
                  <a:lnTo>
                    <a:pt x="1127921" y="0"/>
                  </a:lnTo>
                  <a:lnTo>
                    <a:pt x="1143712" y="0"/>
                  </a:lnTo>
                  <a:lnTo>
                    <a:pt x="1159502" y="0"/>
                  </a:lnTo>
                  <a:lnTo>
                    <a:pt x="1175293" y="0"/>
                  </a:lnTo>
                  <a:lnTo>
                    <a:pt x="1191084" y="0"/>
                  </a:lnTo>
                  <a:lnTo>
                    <a:pt x="1206875" y="0"/>
                  </a:lnTo>
                  <a:lnTo>
                    <a:pt x="1222665" y="0"/>
                  </a:lnTo>
                  <a:lnTo>
                    <a:pt x="1238456" y="0"/>
                  </a:lnTo>
                  <a:lnTo>
                    <a:pt x="1251309" y="0"/>
                  </a:lnTo>
                  <a:lnTo>
                    <a:pt x="1251309" y="0"/>
                  </a:lnTo>
                </a:path>
              </a:pathLst>
            </a:custGeom>
            <a:ln w="9525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73" name="pl4073"/>
            <p:cNvSpPr/>
            <p:nvPr/>
          </p:nvSpPr>
          <p:spPr>
            <a:xfrm>
              <a:off x="3558988" y="2080105"/>
              <a:ext cx="1668412" cy="0"/>
            </a:xfrm>
            <a:custGeom>
              <a:avLst/>
              <a:gdLst/>
              <a:ahLst/>
              <a:cxnLst/>
              <a:rect l="0" t="0" r="0" b="0"/>
              <a:pathLst>
                <a:path w="1251309">
                  <a:moveTo>
                    <a:pt x="0" y="0"/>
                  </a:moveTo>
                  <a:lnTo>
                    <a:pt x="6778" y="0"/>
                  </a:lnTo>
                  <a:lnTo>
                    <a:pt x="22569" y="0"/>
                  </a:lnTo>
                  <a:lnTo>
                    <a:pt x="38359" y="0"/>
                  </a:lnTo>
                  <a:lnTo>
                    <a:pt x="54150" y="0"/>
                  </a:lnTo>
                  <a:lnTo>
                    <a:pt x="69941" y="0"/>
                  </a:lnTo>
                  <a:lnTo>
                    <a:pt x="85732" y="0"/>
                  </a:lnTo>
                  <a:lnTo>
                    <a:pt x="101522" y="0"/>
                  </a:lnTo>
                  <a:lnTo>
                    <a:pt x="117313" y="0"/>
                  </a:lnTo>
                  <a:lnTo>
                    <a:pt x="133104" y="0"/>
                  </a:lnTo>
                  <a:lnTo>
                    <a:pt x="148895" y="0"/>
                  </a:lnTo>
                  <a:lnTo>
                    <a:pt x="164685" y="0"/>
                  </a:lnTo>
                  <a:lnTo>
                    <a:pt x="180476" y="0"/>
                  </a:lnTo>
                  <a:lnTo>
                    <a:pt x="196267" y="0"/>
                  </a:lnTo>
                  <a:lnTo>
                    <a:pt x="212058" y="0"/>
                  </a:lnTo>
                  <a:lnTo>
                    <a:pt x="227848" y="0"/>
                  </a:lnTo>
                  <a:lnTo>
                    <a:pt x="243639" y="0"/>
                  </a:lnTo>
                  <a:lnTo>
                    <a:pt x="259430" y="0"/>
                  </a:lnTo>
                  <a:lnTo>
                    <a:pt x="275221" y="0"/>
                  </a:lnTo>
                  <a:lnTo>
                    <a:pt x="291011" y="0"/>
                  </a:lnTo>
                  <a:lnTo>
                    <a:pt x="306802" y="0"/>
                  </a:lnTo>
                  <a:lnTo>
                    <a:pt x="322593" y="0"/>
                  </a:lnTo>
                  <a:lnTo>
                    <a:pt x="338384" y="0"/>
                  </a:lnTo>
                  <a:lnTo>
                    <a:pt x="354174" y="0"/>
                  </a:lnTo>
                  <a:lnTo>
                    <a:pt x="369965" y="0"/>
                  </a:lnTo>
                  <a:lnTo>
                    <a:pt x="385756" y="0"/>
                  </a:lnTo>
                  <a:lnTo>
                    <a:pt x="401547" y="0"/>
                  </a:lnTo>
                  <a:lnTo>
                    <a:pt x="417337" y="0"/>
                  </a:lnTo>
                  <a:lnTo>
                    <a:pt x="433128" y="0"/>
                  </a:lnTo>
                  <a:lnTo>
                    <a:pt x="448919" y="0"/>
                  </a:lnTo>
                  <a:lnTo>
                    <a:pt x="464710" y="0"/>
                  </a:lnTo>
                  <a:lnTo>
                    <a:pt x="480500" y="0"/>
                  </a:lnTo>
                  <a:lnTo>
                    <a:pt x="496291" y="0"/>
                  </a:lnTo>
                  <a:lnTo>
                    <a:pt x="512082" y="0"/>
                  </a:lnTo>
                  <a:lnTo>
                    <a:pt x="527873" y="0"/>
                  </a:lnTo>
                  <a:lnTo>
                    <a:pt x="543663" y="0"/>
                  </a:lnTo>
                  <a:lnTo>
                    <a:pt x="559454" y="0"/>
                  </a:lnTo>
                  <a:lnTo>
                    <a:pt x="575245" y="0"/>
                  </a:lnTo>
                  <a:lnTo>
                    <a:pt x="591036" y="0"/>
                  </a:lnTo>
                  <a:lnTo>
                    <a:pt x="606826" y="0"/>
                  </a:lnTo>
                  <a:lnTo>
                    <a:pt x="622617" y="0"/>
                  </a:lnTo>
                  <a:lnTo>
                    <a:pt x="638408" y="0"/>
                  </a:lnTo>
                  <a:lnTo>
                    <a:pt x="654199" y="0"/>
                  </a:lnTo>
                  <a:lnTo>
                    <a:pt x="669989" y="0"/>
                  </a:lnTo>
                  <a:lnTo>
                    <a:pt x="685780" y="0"/>
                  </a:lnTo>
                  <a:lnTo>
                    <a:pt x="701571" y="0"/>
                  </a:lnTo>
                  <a:lnTo>
                    <a:pt x="717362" y="0"/>
                  </a:lnTo>
                  <a:lnTo>
                    <a:pt x="733152" y="0"/>
                  </a:lnTo>
                  <a:lnTo>
                    <a:pt x="748943" y="0"/>
                  </a:lnTo>
                  <a:lnTo>
                    <a:pt x="764734" y="0"/>
                  </a:lnTo>
                  <a:lnTo>
                    <a:pt x="780524" y="0"/>
                  </a:lnTo>
                  <a:lnTo>
                    <a:pt x="796315" y="0"/>
                  </a:lnTo>
                  <a:lnTo>
                    <a:pt x="812106" y="0"/>
                  </a:lnTo>
                  <a:lnTo>
                    <a:pt x="827897" y="0"/>
                  </a:lnTo>
                  <a:lnTo>
                    <a:pt x="843687" y="0"/>
                  </a:lnTo>
                  <a:lnTo>
                    <a:pt x="859478" y="0"/>
                  </a:lnTo>
                  <a:lnTo>
                    <a:pt x="875269" y="0"/>
                  </a:lnTo>
                  <a:lnTo>
                    <a:pt x="891060" y="0"/>
                  </a:lnTo>
                  <a:lnTo>
                    <a:pt x="906850" y="0"/>
                  </a:lnTo>
                  <a:lnTo>
                    <a:pt x="922641" y="0"/>
                  </a:lnTo>
                  <a:lnTo>
                    <a:pt x="938432" y="0"/>
                  </a:lnTo>
                  <a:lnTo>
                    <a:pt x="954223" y="0"/>
                  </a:lnTo>
                  <a:lnTo>
                    <a:pt x="970013" y="0"/>
                  </a:lnTo>
                  <a:lnTo>
                    <a:pt x="985804" y="0"/>
                  </a:lnTo>
                  <a:lnTo>
                    <a:pt x="1001595" y="0"/>
                  </a:lnTo>
                  <a:lnTo>
                    <a:pt x="1017386" y="0"/>
                  </a:lnTo>
                  <a:lnTo>
                    <a:pt x="1033176" y="0"/>
                  </a:lnTo>
                  <a:lnTo>
                    <a:pt x="1048967" y="0"/>
                  </a:lnTo>
                  <a:lnTo>
                    <a:pt x="1064758" y="0"/>
                  </a:lnTo>
                  <a:lnTo>
                    <a:pt x="1080549" y="0"/>
                  </a:lnTo>
                  <a:lnTo>
                    <a:pt x="1096339" y="0"/>
                  </a:lnTo>
                  <a:lnTo>
                    <a:pt x="1112130" y="0"/>
                  </a:lnTo>
                  <a:lnTo>
                    <a:pt x="1127921" y="0"/>
                  </a:lnTo>
                  <a:lnTo>
                    <a:pt x="1143712" y="0"/>
                  </a:lnTo>
                  <a:lnTo>
                    <a:pt x="1159502" y="0"/>
                  </a:lnTo>
                  <a:lnTo>
                    <a:pt x="1175293" y="0"/>
                  </a:lnTo>
                  <a:lnTo>
                    <a:pt x="1191084" y="0"/>
                  </a:lnTo>
                  <a:lnTo>
                    <a:pt x="1206875" y="0"/>
                  </a:lnTo>
                  <a:lnTo>
                    <a:pt x="1222665" y="0"/>
                  </a:lnTo>
                  <a:lnTo>
                    <a:pt x="1238456" y="0"/>
                  </a:lnTo>
                  <a:lnTo>
                    <a:pt x="1251309" y="0"/>
                  </a:lnTo>
                  <a:lnTo>
                    <a:pt x="1251309" y="0"/>
                  </a:lnTo>
                </a:path>
              </a:pathLst>
            </a:custGeom>
            <a:ln w="9525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74" name="ph4074"/>
            <p:cNvSpPr/>
            <p:nvPr/>
          </p:nvSpPr>
          <p:spPr>
            <a:xfrm>
              <a:off x="3091352" y="84473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75" name="ph4075"/>
            <p:cNvSpPr/>
            <p:nvPr/>
          </p:nvSpPr>
          <p:spPr>
            <a:xfrm>
              <a:off x="3124093" y="84473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76" name="ph4076"/>
            <p:cNvSpPr/>
            <p:nvPr/>
          </p:nvSpPr>
          <p:spPr>
            <a:xfrm>
              <a:off x="3156836" y="84473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77" name="ph4077"/>
            <p:cNvSpPr/>
            <p:nvPr/>
          </p:nvSpPr>
          <p:spPr>
            <a:xfrm>
              <a:off x="3189577" y="84473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78" name="ph4078"/>
            <p:cNvSpPr/>
            <p:nvPr/>
          </p:nvSpPr>
          <p:spPr>
            <a:xfrm>
              <a:off x="3222320" y="84473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79" name="ph4079"/>
            <p:cNvSpPr/>
            <p:nvPr/>
          </p:nvSpPr>
          <p:spPr>
            <a:xfrm>
              <a:off x="3255061" y="84473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80" name="ph4080"/>
            <p:cNvSpPr/>
            <p:nvPr/>
          </p:nvSpPr>
          <p:spPr>
            <a:xfrm>
              <a:off x="3287803" y="84473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81" name="ph4081"/>
            <p:cNvSpPr/>
            <p:nvPr/>
          </p:nvSpPr>
          <p:spPr>
            <a:xfrm>
              <a:off x="3451512" y="84473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82" name="ph4082"/>
            <p:cNvSpPr/>
            <p:nvPr/>
          </p:nvSpPr>
          <p:spPr>
            <a:xfrm>
              <a:off x="3484253" y="84473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83" name="ph4083"/>
            <p:cNvSpPr/>
            <p:nvPr/>
          </p:nvSpPr>
          <p:spPr>
            <a:xfrm>
              <a:off x="3516996" y="84473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84" name="ph4084"/>
            <p:cNvSpPr/>
            <p:nvPr/>
          </p:nvSpPr>
          <p:spPr>
            <a:xfrm>
              <a:off x="3549737" y="84473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85" name="ph4085"/>
            <p:cNvSpPr/>
            <p:nvPr/>
          </p:nvSpPr>
          <p:spPr>
            <a:xfrm>
              <a:off x="3582479" y="84473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86" name="ph4086"/>
            <p:cNvSpPr/>
            <p:nvPr/>
          </p:nvSpPr>
          <p:spPr>
            <a:xfrm>
              <a:off x="3058611" y="88626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87" name="ph4087"/>
            <p:cNvSpPr/>
            <p:nvPr/>
          </p:nvSpPr>
          <p:spPr>
            <a:xfrm>
              <a:off x="3091352" y="88626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88" name="ph4088"/>
            <p:cNvSpPr/>
            <p:nvPr/>
          </p:nvSpPr>
          <p:spPr>
            <a:xfrm>
              <a:off x="3124093" y="88626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89" name="ph4089"/>
            <p:cNvSpPr/>
            <p:nvPr/>
          </p:nvSpPr>
          <p:spPr>
            <a:xfrm>
              <a:off x="3156836" y="88626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CB0AB">
                <a:alpha val="100000"/>
              </a:srgbClr>
            </a:solidFill>
            <a:ln w="5420" cap="flat">
              <a:solidFill>
                <a:srgbClr val="4C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90" name="ph4090"/>
            <p:cNvSpPr/>
            <p:nvPr/>
          </p:nvSpPr>
          <p:spPr>
            <a:xfrm>
              <a:off x="3189577" y="88626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91" name="ph4091"/>
            <p:cNvSpPr/>
            <p:nvPr/>
          </p:nvSpPr>
          <p:spPr>
            <a:xfrm>
              <a:off x="3222320" y="88626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92" name="ph4092"/>
            <p:cNvSpPr/>
            <p:nvPr/>
          </p:nvSpPr>
          <p:spPr>
            <a:xfrm>
              <a:off x="3255061" y="88626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93" name="ph4093"/>
            <p:cNvSpPr/>
            <p:nvPr/>
          </p:nvSpPr>
          <p:spPr>
            <a:xfrm>
              <a:off x="3287803" y="88626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94" name="ph4094"/>
            <p:cNvSpPr/>
            <p:nvPr/>
          </p:nvSpPr>
          <p:spPr>
            <a:xfrm>
              <a:off x="3451512" y="88626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95" name="ph4095"/>
            <p:cNvSpPr/>
            <p:nvPr/>
          </p:nvSpPr>
          <p:spPr>
            <a:xfrm>
              <a:off x="3484253" y="88626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96" name="ph4096"/>
            <p:cNvSpPr/>
            <p:nvPr/>
          </p:nvSpPr>
          <p:spPr>
            <a:xfrm>
              <a:off x="3516996" y="88626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97" name="ph4097"/>
            <p:cNvSpPr/>
            <p:nvPr/>
          </p:nvSpPr>
          <p:spPr>
            <a:xfrm>
              <a:off x="3549737" y="88626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98" name="ph4098"/>
            <p:cNvSpPr/>
            <p:nvPr/>
          </p:nvSpPr>
          <p:spPr>
            <a:xfrm>
              <a:off x="3582479" y="88626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99" name="ph4099"/>
            <p:cNvSpPr/>
            <p:nvPr/>
          </p:nvSpPr>
          <p:spPr>
            <a:xfrm>
              <a:off x="2894901" y="92780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00" name="ph4100"/>
            <p:cNvSpPr/>
            <p:nvPr/>
          </p:nvSpPr>
          <p:spPr>
            <a:xfrm>
              <a:off x="2927643" y="92780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01" name="ph4101"/>
            <p:cNvSpPr/>
            <p:nvPr/>
          </p:nvSpPr>
          <p:spPr>
            <a:xfrm>
              <a:off x="2960385" y="92780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02" name="ph4102"/>
            <p:cNvSpPr/>
            <p:nvPr/>
          </p:nvSpPr>
          <p:spPr>
            <a:xfrm>
              <a:off x="2993127" y="92780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03" name="ph4103"/>
            <p:cNvSpPr/>
            <p:nvPr/>
          </p:nvSpPr>
          <p:spPr>
            <a:xfrm>
              <a:off x="3025868" y="92780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04" name="ph4104"/>
            <p:cNvSpPr/>
            <p:nvPr/>
          </p:nvSpPr>
          <p:spPr>
            <a:xfrm>
              <a:off x="3058611" y="92780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05" name="ph4105"/>
            <p:cNvSpPr/>
            <p:nvPr/>
          </p:nvSpPr>
          <p:spPr>
            <a:xfrm>
              <a:off x="3091352" y="92780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06" name="ph4106"/>
            <p:cNvSpPr/>
            <p:nvPr/>
          </p:nvSpPr>
          <p:spPr>
            <a:xfrm>
              <a:off x="3124093" y="92780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07" name="ph4107"/>
            <p:cNvSpPr/>
            <p:nvPr/>
          </p:nvSpPr>
          <p:spPr>
            <a:xfrm>
              <a:off x="3156836" y="92780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08" name="ph4108"/>
            <p:cNvSpPr/>
            <p:nvPr/>
          </p:nvSpPr>
          <p:spPr>
            <a:xfrm>
              <a:off x="3189577" y="92780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09" name="ph4109"/>
            <p:cNvSpPr/>
            <p:nvPr/>
          </p:nvSpPr>
          <p:spPr>
            <a:xfrm>
              <a:off x="3222320" y="92780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10" name="ph4110"/>
            <p:cNvSpPr/>
            <p:nvPr/>
          </p:nvSpPr>
          <p:spPr>
            <a:xfrm>
              <a:off x="3255061" y="92780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11" name="ph4111"/>
            <p:cNvSpPr/>
            <p:nvPr/>
          </p:nvSpPr>
          <p:spPr>
            <a:xfrm>
              <a:off x="3418771" y="92780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12" name="ph4112"/>
            <p:cNvSpPr/>
            <p:nvPr/>
          </p:nvSpPr>
          <p:spPr>
            <a:xfrm>
              <a:off x="3451512" y="92780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13" name="ph4113"/>
            <p:cNvSpPr/>
            <p:nvPr/>
          </p:nvSpPr>
          <p:spPr>
            <a:xfrm>
              <a:off x="3484253" y="92780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14" name="ph4114"/>
            <p:cNvSpPr/>
            <p:nvPr/>
          </p:nvSpPr>
          <p:spPr>
            <a:xfrm>
              <a:off x="3516996" y="92780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15" name="ph4115"/>
            <p:cNvSpPr/>
            <p:nvPr/>
          </p:nvSpPr>
          <p:spPr>
            <a:xfrm>
              <a:off x="3549737" y="92780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16" name="ph4116"/>
            <p:cNvSpPr/>
            <p:nvPr/>
          </p:nvSpPr>
          <p:spPr>
            <a:xfrm>
              <a:off x="3582479" y="92780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17" name="ph4117"/>
            <p:cNvSpPr/>
            <p:nvPr/>
          </p:nvSpPr>
          <p:spPr>
            <a:xfrm>
              <a:off x="2862160" y="96934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18" name="ph4118"/>
            <p:cNvSpPr/>
            <p:nvPr/>
          </p:nvSpPr>
          <p:spPr>
            <a:xfrm>
              <a:off x="2894901" y="96934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19" name="ph4119"/>
            <p:cNvSpPr/>
            <p:nvPr/>
          </p:nvSpPr>
          <p:spPr>
            <a:xfrm>
              <a:off x="2927643" y="96934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20" name="ph4120"/>
            <p:cNvSpPr/>
            <p:nvPr/>
          </p:nvSpPr>
          <p:spPr>
            <a:xfrm>
              <a:off x="2960385" y="96934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21" name="ph4121"/>
            <p:cNvSpPr/>
            <p:nvPr/>
          </p:nvSpPr>
          <p:spPr>
            <a:xfrm>
              <a:off x="2993127" y="96934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22" name="ph4122"/>
            <p:cNvSpPr/>
            <p:nvPr/>
          </p:nvSpPr>
          <p:spPr>
            <a:xfrm>
              <a:off x="3025868" y="96934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23" name="ph4123"/>
            <p:cNvSpPr/>
            <p:nvPr/>
          </p:nvSpPr>
          <p:spPr>
            <a:xfrm>
              <a:off x="3058611" y="96934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24" name="ph4124"/>
            <p:cNvSpPr/>
            <p:nvPr/>
          </p:nvSpPr>
          <p:spPr>
            <a:xfrm>
              <a:off x="3091352" y="96934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25" name="ph4125"/>
            <p:cNvSpPr/>
            <p:nvPr/>
          </p:nvSpPr>
          <p:spPr>
            <a:xfrm>
              <a:off x="3124093" y="96934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26" name="ph4126"/>
            <p:cNvSpPr/>
            <p:nvPr/>
          </p:nvSpPr>
          <p:spPr>
            <a:xfrm>
              <a:off x="3156836" y="96934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27" name="ph4127"/>
            <p:cNvSpPr/>
            <p:nvPr/>
          </p:nvSpPr>
          <p:spPr>
            <a:xfrm>
              <a:off x="3189577" y="96934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28" name="ph4128"/>
            <p:cNvSpPr/>
            <p:nvPr/>
          </p:nvSpPr>
          <p:spPr>
            <a:xfrm>
              <a:off x="3222320" y="96934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29" name="ph4129"/>
            <p:cNvSpPr/>
            <p:nvPr/>
          </p:nvSpPr>
          <p:spPr>
            <a:xfrm>
              <a:off x="3386028" y="96934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30" name="ph4130"/>
            <p:cNvSpPr/>
            <p:nvPr/>
          </p:nvSpPr>
          <p:spPr>
            <a:xfrm>
              <a:off x="3418771" y="96934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31" name="ph4131"/>
            <p:cNvSpPr/>
            <p:nvPr/>
          </p:nvSpPr>
          <p:spPr>
            <a:xfrm>
              <a:off x="3451512" y="96934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32" name="ph4132"/>
            <p:cNvSpPr/>
            <p:nvPr/>
          </p:nvSpPr>
          <p:spPr>
            <a:xfrm>
              <a:off x="3484253" y="96934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33" name="ph4133"/>
            <p:cNvSpPr/>
            <p:nvPr/>
          </p:nvSpPr>
          <p:spPr>
            <a:xfrm>
              <a:off x="3516996" y="96934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34" name="ph4134"/>
            <p:cNvSpPr/>
            <p:nvPr/>
          </p:nvSpPr>
          <p:spPr>
            <a:xfrm>
              <a:off x="3549737" y="96934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35" name="ph4135"/>
            <p:cNvSpPr/>
            <p:nvPr/>
          </p:nvSpPr>
          <p:spPr>
            <a:xfrm>
              <a:off x="3582479" y="96934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36" name="ph4136"/>
            <p:cNvSpPr/>
            <p:nvPr/>
          </p:nvSpPr>
          <p:spPr>
            <a:xfrm>
              <a:off x="2796676" y="101088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37" name="ph4137"/>
            <p:cNvSpPr/>
            <p:nvPr/>
          </p:nvSpPr>
          <p:spPr>
            <a:xfrm>
              <a:off x="2829417" y="101088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38" name="ph4138"/>
            <p:cNvSpPr/>
            <p:nvPr/>
          </p:nvSpPr>
          <p:spPr>
            <a:xfrm>
              <a:off x="2862160" y="101088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39" name="ph4139"/>
            <p:cNvSpPr/>
            <p:nvPr/>
          </p:nvSpPr>
          <p:spPr>
            <a:xfrm>
              <a:off x="2894901" y="101088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40" name="ph4140"/>
            <p:cNvSpPr/>
            <p:nvPr/>
          </p:nvSpPr>
          <p:spPr>
            <a:xfrm>
              <a:off x="2927643" y="101088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41" name="ph4141"/>
            <p:cNvSpPr/>
            <p:nvPr/>
          </p:nvSpPr>
          <p:spPr>
            <a:xfrm>
              <a:off x="2960385" y="101088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42" name="ph4142"/>
            <p:cNvSpPr/>
            <p:nvPr/>
          </p:nvSpPr>
          <p:spPr>
            <a:xfrm>
              <a:off x="2993127" y="101088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43" name="ph4143"/>
            <p:cNvSpPr/>
            <p:nvPr/>
          </p:nvSpPr>
          <p:spPr>
            <a:xfrm>
              <a:off x="3025868" y="101088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44" name="ph4144"/>
            <p:cNvSpPr/>
            <p:nvPr/>
          </p:nvSpPr>
          <p:spPr>
            <a:xfrm>
              <a:off x="3058611" y="101088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45" name="ph4145"/>
            <p:cNvSpPr/>
            <p:nvPr/>
          </p:nvSpPr>
          <p:spPr>
            <a:xfrm>
              <a:off x="3091352" y="101088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46" name="ph4146"/>
            <p:cNvSpPr/>
            <p:nvPr/>
          </p:nvSpPr>
          <p:spPr>
            <a:xfrm>
              <a:off x="3124093" y="101088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47" name="ph4147"/>
            <p:cNvSpPr/>
            <p:nvPr/>
          </p:nvSpPr>
          <p:spPr>
            <a:xfrm>
              <a:off x="3156836" y="101088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48" name="ph4148"/>
            <p:cNvSpPr/>
            <p:nvPr/>
          </p:nvSpPr>
          <p:spPr>
            <a:xfrm>
              <a:off x="3353287" y="101088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49" name="ph4149"/>
            <p:cNvSpPr/>
            <p:nvPr/>
          </p:nvSpPr>
          <p:spPr>
            <a:xfrm>
              <a:off x="3386028" y="101088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50" name="ph4150"/>
            <p:cNvSpPr/>
            <p:nvPr/>
          </p:nvSpPr>
          <p:spPr>
            <a:xfrm>
              <a:off x="3418771" y="101088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51" name="ph4151"/>
            <p:cNvSpPr/>
            <p:nvPr/>
          </p:nvSpPr>
          <p:spPr>
            <a:xfrm>
              <a:off x="3451512" y="101088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52" name="ph4152"/>
            <p:cNvSpPr/>
            <p:nvPr/>
          </p:nvSpPr>
          <p:spPr>
            <a:xfrm>
              <a:off x="3484253" y="101088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53" name="ph4153"/>
            <p:cNvSpPr/>
            <p:nvPr/>
          </p:nvSpPr>
          <p:spPr>
            <a:xfrm>
              <a:off x="3516996" y="101088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54" name="ph4154"/>
            <p:cNvSpPr/>
            <p:nvPr/>
          </p:nvSpPr>
          <p:spPr>
            <a:xfrm>
              <a:off x="2731192" y="105242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55" name="ph4155"/>
            <p:cNvSpPr/>
            <p:nvPr/>
          </p:nvSpPr>
          <p:spPr>
            <a:xfrm>
              <a:off x="2763935" y="105242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56" name="ph4156"/>
            <p:cNvSpPr/>
            <p:nvPr/>
          </p:nvSpPr>
          <p:spPr>
            <a:xfrm>
              <a:off x="2796676" y="105242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57" name="ph4157"/>
            <p:cNvSpPr/>
            <p:nvPr/>
          </p:nvSpPr>
          <p:spPr>
            <a:xfrm>
              <a:off x="2829417" y="105242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58" name="ph4158"/>
            <p:cNvSpPr/>
            <p:nvPr/>
          </p:nvSpPr>
          <p:spPr>
            <a:xfrm>
              <a:off x="2862160" y="105242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59" name="ph4159"/>
            <p:cNvSpPr/>
            <p:nvPr/>
          </p:nvSpPr>
          <p:spPr>
            <a:xfrm>
              <a:off x="2894901" y="105242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60" name="ph4160"/>
            <p:cNvSpPr/>
            <p:nvPr/>
          </p:nvSpPr>
          <p:spPr>
            <a:xfrm>
              <a:off x="2927643" y="105242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61" name="ph4161"/>
            <p:cNvSpPr/>
            <p:nvPr/>
          </p:nvSpPr>
          <p:spPr>
            <a:xfrm>
              <a:off x="2960385" y="105242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62" name="ph4162"/>
            <p:cNvSpPr/>
            <p:nvPr/>
          </p:nvSpPr>
          <p:spPr>
            <a:xfrm>
              <a:off x="2993127" y="105242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63" name="ph4163"/>
            <p:cNvSpPr/>
            <p:nvPr/>
          </p:nvSpPr>
          <p:spPr>
            <a:xfrm>
              <a:off x="3025868" y="105242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64" name="ph4164"/>
            <p:cNvSpPr/>
            <p:nvPr/>
          </p:nvSpPr>
          <p:spPr>
            <a:xfrm>
              <a:off x="3058611" y="105242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65" name="ph4165"/>
            <p:cNvSpPr/>
            <p:nvPr/>
          </p:nvSpPr>
          <p:spPr>
            <a:xfrm>
              <a:off x="3091352" y="105242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66" name="ph4166"/>
            <p:cNvSpPr/>
            <p:nvPr/>
          </p:nvSpPr>
          <p:spPr>
            <a:xfrm>
              <a:off x="3124093" y="105242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67" name="ph4167"/>
            <p:cNvSpPr/>
            <p:nvPr/>
          </p:nvSpPr>
          <p:spPr>
            <a:xfrm>
              <a:off x="3156836" y="105242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68" name="ph4168"/>
            <p:cNvSpPr/>
            <p:nvPr/>
          </p:nvSpPr>
          <p:spPr>
            <a:xfrm>
              <a:off x="3189577" y="105242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69" name="ph4169"/>
            <p:cNvSpPr/>
            <p:nvPr/>
          </p:nvSpPr>
          <p:spPr>
            <a:xfrm>
              <a:off x="3222320" y="105242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70" name="ph4170"/>
            <p:cNvSpPr/>
            <p:nvPr/>
          </p:nvSpPr>
          <p:spPr>
            <a:xfrm>
              <a:off x="3255061" y="105242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71" name="ph4171"/>
            <p:cNvSpPr/>
            <p:nvPr/>
          </p:nvSpPr>
          <p:spPr>
            <a:xfrm>
              <a:off x="3320545" y="105242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72" name="ph4172"/>
            <p:cNvSpPr/>
            <p:nvPr/>
          </p:nvSpPr>
          <p:spPr>
            <a:xfrm>
              <a:off x="3353287" y="105242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73" name="ph4173"/>
            <p:cNvSpPr/>
            <p:nvPr/>
          </p:nvSpPr>
          <p:spPr>
            <a:xfrm>
              <a:off x="3386028" y="105242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74" name="ph4174"/>
            <p:cNvSpPr/>
            <p:nvPr/>
          </p:nvSpPr>
          <p:spPr>
            <a:xfrm>
              <a:off x="3418771" y="105242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75" name="ph4175"/>
            <p:cNvSpPr/>
            <p:nvPr/>
          </p:nvSpPr>
          <p:spPr>
            <a:xfrm>
              <a:off x="3451512" y="105242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76" name="ph4176"/>
            <p:cNvSpPr/>
            <p:nvPr/>
          </p:nvSpPr>
          <p:spPr>
            <a:xfrm>
              <a:off x="3484253" y="105242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77" name="ph4177"/>
            <p:cNvSpPr/>
            <p:nvPr/>
          </p:nvSpPr>
          <p:spPr>
            <a:xfrm>
              <a:off x="3516996" y="105242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78" name="ph4178"/>
            <p:cNvSpPr/>
            <p:nvPr/>
          </p:nvSpPr>
          <p:spPr>
            <a:xfrm>
              <a:off x="2731192" y="109395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79" name="ph4179"/>
            <p:cNvSpPr/>
            <p:nvPr/>
          </p:nvSpPr>
          <p:spPr>
            <a:xfrm>
              <a:off x="2763935" y="109395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80" name="ph4180"/>
            <p:cNvSpPr/>
            <p:nvPr/>
          </p:nvSpPr>
          <p:spPr>
            <a:xfrm>
              <a:off x="2796676" y="109395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81" name="ph4181"/>
            <p:cNvSpPr/>
            <p:nvPr/>
          </p:nvSpPr>
          <p:spPr>
            <a:xfrm>
              <a:off x="2829417" y="109395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82" name="ph4182"/>
            <p:cNvSpPr/>
            <p:nvPr/>
          </p:nvSpPr>
          <p:spPr>
            <a:xfrm>
              <a:off x="2862160" y="109395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83" name="ph4183"/>
            <p:cNvSpPr/>
            <p:nvPr/>
          </p:nvSpPr>
          <p:spPr>
            <a:xfrm>
              <a:off x="2894901" y="109395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84" name="ph4184"/>
            <p:cNvSpPr/>
            <p:nvPr/>
          </p:nvSpPr>
          <p:spPr>
            <a:xfrm>
              <a:off x="2927643" y="109395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85" name="ph4185"/>
            <p:cNvSpPr/>
            <p:nvPr/>
          </p:nvSpPr>
          <p:spPr>
            <a:xfrm>
              <a:off x="2960385" y="109395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86" name="ph4186"/>
            <p:cNvSpPr/>
            <p:nvPr/>
          </p:nvSpPr>
          <p:spPr>
            <a:xfrm>
              <a:off x="2993127" y="109395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87" name="ph4187"/>
            <p:cNvSpPr/>
            <p:nvPr/>
          </p:nvSpPr>
          <p:spPr>
            <a:xfrm>
              <a:off x="3025868" y="109395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88" name="ph4188"/>
            <p:cNvSpPr/>
            <p:nvPr/>
          </p:nvSpPr>
          <p:spPr>
            <a:xfrm>
              <a:off x="3058611" y="109395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89" name="ph4189"/>
            <p:cNvSpPr/>
            <p:nvPr/>
          </p:nvSpPr>
          <p:spPr>
            <a:xfrm>
              <a:off x="3091352" y="109395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90" name="ph4190"/>
            <p:cNvSpPr/>
            <p:nvPr/>
          </p:nvSpPr>
          <p:spPr>
            <a:xfrm>
              <a:off x="3124093" y="109395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91" name="ph4191"/>
            <p:cNvSpPr/>
            <p:nvPr/>
          </p:nvSpPr>
          <p:spPr>
            <a:xfrm>
              <a:off x="3156836" y="109395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92" name="ph4192"/>
            <p:cNvSpPr/>
            <p:nvPr/>
          </p:nvSpPr>
          <p:spPr>
            <a:xfrm>
              <a:off x="3189577" y="109395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93" name="ph4193"/>
            <p:cNvSpPr/>
            <p:nvPr/>
          </p:nvSpPr>
          <p:spPr>
            <a:xfrm>
              <a:off x="3222320" y="109395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94" name="ph4194"/>
            <p:cNvSpPr/>
            <p:nvPr/>
          </p:nvSpPr>
          <p:spPr>
            <a:xfrm>
              <a:off x="3255061" y="109395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95" name="ph4195"/>
            <p:cNvSpPr/>
            <p:nvPr/>
          </p:nvSpPr>
          <p:spPr>
            <a:xfrm>
              <a:off x="3287803" y="109395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96" name="ph4196"/>
            <p:cNvSpPr/>
            <p:nvPr/>
          </p:nvSpPr>
          <p:spPr>
            <a:xfrm>
              <a:off x="3320545" y="109395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97" name="ph4197"/>
            <p:cNvSpPr/>
            <p:nvPr/>
          </p:nvSpPr>
          <p:spPr>
            <a:xfrm>
              <a:off x="3353287" y="109395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98" name="ph4198"/>
            <p:cNvSpPr/>
            <p:nvPr/>
          </p:nvSpPr>
          <p:spPr>
            <a:xfrm>
              <a:off x="3386028" y="109395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99" name="ph4199"/>
            <p:cNvSpPr/>
            <p:nvPr/>
          </p:nvSpPr>
          <p:spPr>
            <a:xfrm>
              <a:off x="3418771" y="109395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00" name="ph4200"/>
            <p:cNvSpPr/>
            <p:nvPr/>
          </p:nvSpPr>
          <p:spPr>
            <a:xfrm>
              <a:off x="3451512" y="109395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01" name="ph4201"/>
            <p:cNvSpPr/>
            <p:nvPr/>
          </p:nvSpPr>
          <p:spPr>
            <a:xfrm>
              <a:off x="3484253" y="109395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02" name="ph4202"/>
            <p:cNvSpPr/>
            <p:nvPr/>
          </p:nvSpPr>
          <p:spPr>
            <a:xfrm>
              <a:off x="2731192" y="113549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03" name="ph4203"/>
            <p:cNvSpPr/>
            <p:nvPr/>
          </p:nvSpPr>
          <p:spPr>
            <a:xfrm>
              <a:off x="2763935" y="113549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04" name="ph4204"/>
            <p:cNvSpPr/>
            <p:nvPr/>
          </p:nvSpPr>
          <p:spPr>
            <a:xfrm>
              <a:off x="2796676" y="113549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05" name="ph4205"/>
            <p:cNvSpPr/>
            <p:nvPr/>
          </p:nvSpPr>
          <p:spPr>
            <a:xfrm>
              <a:off x="2829417" y="113549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06" name="ph4206"/>
            <p:cNvSpPr/>
            <p:nvPr/>
          </p:nvSpPr>
          <p:spPr>
            <a:xfrm>
              <a:off x="2862160" y="113549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07" name="ph4207"/>
            <p:cNvSpPr/>
            <p:nvPr/>
          </p:nvSpPr>
          <p:spPr>
            <a:xfrm>
              <a:off x="2894901" y="113549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08" name="ph4208"/>
            <p:cNvSpPr/>
            <p:nvPr/>
          </p:nvSpPr>
          <p:spPr>
            <a:xfrm>
              <a:off x="2927643" y="113549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09" name="ph4209"/>
            <p:cNvSpPr/>
            <p:nvPr/>
          </p:nvSpPr>
          <p:spPr>
            <a:xfrm>
              <a:off x="2960385" y="113549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10" name="ph4210"/>
            <p:cNvSpPr/>
            <p:nvPr/>
          </p:nvSpPr>
          <p:spPr>
            <a:xfrm>
              <a:off x="2993127" y="113549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11" name="ph4211"/>
            <p:cNvSpPr/>
            <p:nvPr/>
          </p:nvSpPr>
          <p:spPr>
            <a:xfrm>
              <a:off x="3025868" y="113549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12" name="ph4212"/>
            <p:cNvSpPr/>
            <p:nvPr/>
          </p:nvSpPr>
          <p:spPr>
            <a:xfrm>
              <a:off x="3058611" y="113549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13" name="ph4213"/>
            <p:cNvSpPr/>
            <p:nvPr/>
          </p:nvSpPr>
          <p:spPr>
            <a:xfrm>
              <a:off x="3091352" y="113549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14" name="ph4214"/>
            <p:cNvSpPr/>
            <p:nvPr/>
          </p:nvSpPr>
          <p:spPr>
            <a:xfrm>
              <a:off x="3124093" y="113549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15" name="ph4215"/>
            <p:cNvSpPr/>
            <p:nvPr/>
          </p:nvSpPr>
          <p:spPr>
            <a:xfrm>
              <a:off x="3156836" y="113549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16" name="ph4216"/>
            <p:cNvSpPr/>
            <p:nvPr/>
          </p:nvSpPr>
          <p:spPr>
            <a:xfrm>
              <a:off x="3189577" y="113549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17" name="ph4217"/>
            <p:cNvSpPr/>
            <p:nvPr/>
          </p:nvSpPr>
          <p:spPr>
            <a:xfrm>
              <a:off x="3222320" y="113549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18" name="ph4218"/>
            <p:cNvSpPr/>
            <p:nvPr/>
          </p:nvSpPr>
          <p:spPr>
            <a:xfrm>
              <a:off x="3255061" y="113549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19" name="ph4219"/>
            <p:cNvSpPr/>
            <p:nvPr/>
          </p:nvSpPr>
          <p:spPr>
            <a:xfrm>
              <a:off x="3287803" y="113549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20" name="ph4220"/>
            <p:cNvSpPr/>
            <p:nvPr/>
          </p:nvSpPr>
          <p:spPr>
            <a:xfrm>
              <a:off x="3320545" y="113549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21" name="ph4221"/>
            <p:cNvSpPr/>
            <p:nvPr/>
          </p:nvSpPr>
          <p:spPr>
            <a:xfrm>
              <a:off x="3353287" y="113549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22" name="ph4222"/>
            <p:cNvSpPr/>
            <p:nvPr/>
          </p:nvSpPr>
          <p:spPr>
            <a:xfrm>
              <a:off x="3386028" y="113549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23" name="ph4223"/>
            <p:cNvSpPr/>
            <p:nvPr/>
          </p:nvSpPr>
          <p:spPr>
            <a:xfrm>
              <a:off x="3418771" y="113549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24" name="ph4224"/>
            <p:cNvSpPr/>
            <p:nvPr/>
          </p:nvSpPr>
          <p:spPr>
            <a:xfrm>
              <a:off x="3451512" y="113549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25" name="ph4225"/>
            <p:cNvSpPr/>
            <p:nvPr/>
          </p:nvSpPr>
          <p:spPr>
            <a:xfrm>
              <a:off x="2632967" y="117703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26" name="ph4226"/>
            <p:cNvSpPr/>
            <p:nvPr/>
          </p:nvSpPr>
          <p:spPr>
            <a:xfrm>
              <a:off x="2665709" y="117703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27" name="ph4227"/>
            <p:cNvSpPr/>
            <p:nvPr/>
          </p:nvSpPr>
          <p:spPr>
            <a:xfrm>
              <a:off x="2731192" y="117703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28" name="ph4228"/>
            <p:cNvSpPr/>
            <p:nvPr/>
          </p:nvSpPr>
          <p:spPr>
            <a:xfrm>
              <a:off x="2763935" y="117703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29" name="ph4229"/>
            <p:cNvSpPr/>
            <p:nvPr/>
          </p:nvSpPr>
          <p:spPr>
            <a:xfrm>
              <a:off x="2796676" y="117703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30" name="ph4230"/>
            <p:cNvSpPr/>
            <p:nvPr/>
          </p:nvSpPr>
          <p:spPr>
            <a:xfrm>
              <a:off x="2829417" y="117703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31" name="ph4231"/>
            <p:cNvSpPr/>
            <p:nvPr/>
          </p:nvSpPr>
          <p:spPr>
            <a:xfrm>
              <a:off x="2862160" y="117703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32" name="ph4232"/>
            <p:cNvSpPr/>
            <p:nvPr/>
          </p:nvSpPr>
          <p:spPr>
            <a:xfrm>
              <a:off x="2894901" y="117703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33" name="ph4233"/>
            <p:cNvSpPr/>
            <p:nvPr/>
          </p:nvSpPr>
          <p:spPr>
            <a:xfrm>
              <a:off x="2927643" y="117703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34" name="ph4234"/>
            <p:cNvSpPr/>
            <p:nvPr/>
          </p:nvSpPr>
          <p:spPr>
            <a:xfrm>
              <a:off x="2960385" y="117703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35" name="ph4235"/>
            <p:cNvSpPr/>
            <p:nvPr/>
          </p:nvSpPr>
          <p:spPr>
            <a:xfrm>
              <a:off x="3058611" y="117703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36" name="ph4236"/>
            <p:cNvSpPr/>
            <p:nvPr/>
          </p:nvSpPr>
          <p:spPr>
            <a:xfrm>
              <a:off x="3091352" y="117703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37" name="ph4237"/>
            <p:cNvSpPr/>
            <p:nvPr/>
          </p:nvSpPr>
          <p:spPr>
            <a:xfrm>
              <a:off x="3124093" y="117703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38" name="ph4238"/>
            <p:cNvSpPr/>
            <p:nvPr/>
          </p:nvSpPr>
          <p:spPr>
            <a:xfrm>
              <a:off x="3156836" y="117703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39" name="ph4239"/>
            <p:cNvSpPr/>
            <p:nvPr/>
          </p:nvSpPr>
          <p:spPr>
            <a:xfrm>
              <a:off x="3189577" y="117703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40" name="ph4240"/>
            <p:cNvSpPr/>
            <p:nvPr/>
          </p:nvSpPr>
          <p:spPr>
            <a:xfrm>
              <a:off x="3222320" y="117703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41" name="ph4241"/>
            <p:cNvSpPr/>
            <p:nvPr/>
          </p:nvSpPr>
          <p:spPr>
            <a:xfrm>
              <a:off x="3255061" y="117703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42" name="ph4242"/>
            <p:cNvSpPr/>
            <p:nvPr/>
          </p:nvSpPr>
          <p:spPr>
            <a:xfrm>
              <a:off x="3287803" y="117703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43" name="ph4243"/>
            <p:cNvSpPr/>
            <p:nvPr/>
          </p:nvSpPr>
          <p:spPr>
            <a:xfrm>
              <a:off x="3320545" y="117703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44" name="ph4244"/>
            <p:cNvSpPr/>
            <p:nvPr/>
          </p:nvSpPr>
          <p:spPr>
            <a:xfrm>
              <a:off x="3353287" y="117703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45" name="ph4245"/>
            <p:cNvSpPr/>
            <p:nvPr/>
          </p:nvSpPr>
          <p:spPr>
            <a:xfrm>
              <a:off x="3386028" y="117703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46" name="ph4246"/>
            <p:cNvSpPr/>
            <p:nvPr/>
          </p:nvSpPr>
          <p:spPr>
            <a:xfrm>
              <a:off x="3418771" y="117703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47" name="ph4247"/>
            <p:cNvSpPr/>
            <p:nvPr/>
          </p:nvSpPr>
          <p:spPr>
            <a:xfrm>
              <a:off x="2600225" y="121857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48" name="ph4248"/>
            <p:cNvSpPr/>
            <p:nvPr/>
          </p:nvSpPr>
          <p:spPr>
            <a:xfrm>
              <a:off x="2632967" y="121857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49" name="ph4249"/>
            <p:cNvSpPr/>
            <p:nvPr/>
          </p:nvSpPr>
          <p:spPr>
            <a:xfrm>
              <a:off x="2665709" y="121857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50" name="ph4250"/>
            <p:cNvSpPr/>
            <p:nvPr/>
          </p:nvSpPr>
          <p:spPr>
            <a:xfrm>
              <a:off x="2698451" y="121857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51" name="ph4251"/>
            <p:cNvSpPr/>
            <p:nvPr/>
          </p:nvSpPr>
          <p:spPr>
            <a:xfrm>
              <a:off x="2731192" y="121857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52" name="ph4252"/>
            <p:cNvSpPr/>
            <p:nvPr/>
          </p:nvSpPr>
          <p:spPr>
            <a:xfrm>
              <a:off x="2763935" y="121857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53" name="ph4253"/>
            <p:cNvSpPr/>
            <p:nvPr/>
          </p:nvSpPr>
          <p:spPr>
            <a:xfrm>
              <a:off x="2796676" y="121857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54" name="ph4254"/>
            <p:cNvSpPr/>
            <p:nvPr/>
          </p:nvSpPr>
          <p:spPr>
            <a:xfrm>
              <a:off x="2829417" y="121857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55" name="ph4255"/>
            <p:cNvSpPr/>
            <p:nvPr/>
          </p:nvSpPr>
          <p:spPr>
            <a:xfrm>
              <a:off x="2862160" y="121857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56" name="ph4256"/>
            <p:cNvSpPr/>
            <p:nvPr/>
          </p:nvSpPr>
          <p:spPr>
            <a:xfrm>
              <a:off x="2894901" y="121857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57" name="ph4257"/>
            <p:cNvSpPr/>
            <p:nvPr/>
          </p:nvSpPr>
          <p:spPr>
            <a:xfrm>
              <a:off x="2927643" y="121857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58" name="ph4258"/>
            <p:cNvSpPr/>
            <p:nvPr/>
          </p:nvSpPr>
          <p:spPr>
            <a:xfrm>
              <a:off x="2960385" y="121857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59" name="ph4259"/>
            <p:cNvSpPr/>
            <p:nvPr/>
          </p:nvSpPr>
          <p:spPr>
            <a:xfrm>
              <a:off x="3091352" y="121857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60" name="ph4260"/>
            <p:cNvSpPr/>
            <p:nvPr/>
          </p:nvSpPr>
          <p:spPr>
            <a:xfrm>
              <a:off x="3124093" y="121857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61" name="ph4261"/>
            <p:cNvSpPr/>
            <p:nvPr/>
          </p:nvSpPr>
          <p:spPr>
            <a:xfrm>
              <a:off x="3156836" y="121857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62" name="ph4262"/>
            <p:cNvSpPr/>
            <p:nvPr/>
          </p:nvSpPr>
          <p:spPr>
            <a:xfrm>
              <a:off x="3189577" y="121857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63" name="ph4263"/>
            <p:cNvSpPr/>
            <p:nvPr/>
          </p:nvSpPr>
          <p:spPr>
            <a:xfrm>
              <a:off x="3222320" y="121857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64" name="ph4264"/>
            <p:cNvSpPr/>
            <p:nvPr/>
          </p:nvSpPr>
          <p:spPr>
            <a:xfrm>
              <a:off x="3255061" y="121857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65" name="ph4265"/>
            <p:cNvSpPr/>
            <p:nvPr/>
          </p:nvSpPr>
          <p:spPr>
            <a:xfrm>
              <a:off x="3287803" y="121857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66" name="ph4266"/>
            <p:cNvSpPr/>
            <p:nvPr/>
          </p:nvSpPr>
          <p:spPr>
            <a:xfrm>
              <a:off x="3320545" y="121857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67" name="ph4267"/>
            <p:cNvSpPr/>
            <p:nvPr/>
          </p:nvSpPr>
          <p:spPr>
            <a:xfrm>
              <a:off x="3353287" y="121857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68" name="ph4268"/>
            <p:cNvSpPr/>
            <p:nvPr/>
          </p:nvSpPr>
          <p:spPr>
            <a:xfrm>
              <a:off x="3386028" y="121857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69" name="ph4269"/>
            <p:cNvSpPr/>
            <p:nvPr/>
          </p:nvSpPr>
          <p:spPr>
            <a:xfrm>
              <a:off x="2567484" y="126011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70" name="ph4270"/>
            <p:cNvSpPr/>
            <p:nvPr/>
          </p:nvSpPr>
          <p:spPr>
            <a:xfrm>
              <a:off x="2600225" y="126011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71" name="ph4271"/>
            <p:cNvSpPr/>
            <p:nvPr/>
          </p:nvSpPr>
          <p:spPr>
            <a:xfrm>
              <a:off x="2632967" y="126011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54BDAB">
                <a:alpha val="100000"/>
              </a:srgbClr>
            </a:solidFill>
            <a:ln w="5420" cap="flat">
              <a:solidFill>
                <a:srgbClr val="54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72" name="ph4272"/>
            <p:cNvSpPr/>
            <p:nvPr/>
          </p:nvSpPr>
          <p:spPr>
            <a:xfrm>
              <a:off x="2665709" y="126011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73" name="ph4273"/>
            <p:cNvSpPr/>
            <p:nvPr/>
          </p:nvSpPr>
          <p:spPr>
            <a:xfrm>
              <a:off x="2698451" y="126011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74" name="ph4274"/>
            <p:cNvSpPr/>
            <p:nvPr/>
          </p:nvSpPr>
          <p:spPr>
            <a:xfrm>
              <a:off x="2731192" y="126011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75" name="ph4275"/>
            <p:cNvSpPr/>
            <p:nvPr/>
          </p:nvSpPr>
          <p:spPr>
            <a:xfrm>
              <a:off x="2763935" y="126011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76" name="ph4276"/>
            <p:cNvSpPr/>
            <p:nvPr/>
          </p:nvSpPr>
          <p:spPr>
            <a:xfrm>
              <a:off x="2796676" y="126011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77" name="ph4277"/>
            <p:cNvSpPr/>
            <p:nvPr/>
          </p:nvSpPr>
          <p:spPr>
            <a:xfrm>
              <a:off x="2829417" y="126011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78" name="ph4278"/>
            <p:cNvSpPr/>
            <p:nvPr/>
          </p:nvSpPr>
          <p:spPr>
            <a:xfrm>
              <a:off x="2862160" y="126011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79" name="ph4279"/>
            <p:cNvSpPr/>
            <p:nvPr/>
          </p:nvSpPr>
          <p:spPr>
            <a:xfrm>
              <a:off x="2894901" y="126011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80" name="ph4280"/>
            <p:cNvSpPr/>
            <p:nvPr/>
          </p:nvSpPr>
          <p:spPr>
            <a:xfrm>
              <a:off x="2927643" y="126011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81" name="ph4281"/>
            <p:cNvSpPr/>
            <p:nvPr/>
          </p:nvSpPr>
          <p:spPr>
            <a:xfrm>
              <a:off x="2960385" y="126011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82" name="ph4282"/>
            <p:cNvSpPr/>
            <p:nvPr/>
          </p:nvSpPr>
          <p:spPr>
            <a:xfrm>
              <a:off x="3091352" y="126011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83" name="ph4283"/>
            <p:cNvSpPr/>
            <p:nvPr/>
          </p:nvSpPr>
          <p:spPr>
            <a:xfrm>
              <a:off x="3124093" y="126011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84" name="ph4284"/>
            <p:cNvSpPr/>
            <p:nvPr/>
          </p:nvSpPr>
          <p:spPr>
            <a:xfrm>
              <a:off x="3156836" y="126011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85" name="ph4285"/>
            <p:cNvSpPr/>
            <p:nvPr/>
          </p:nvSpPr>
          <p:spPr>
            <a:xfrm>
              <a:off x="3189577" y="126011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86" name="ph4286"/>
            <p:cNvSpPr/>
            <p:nvPr/>
          </p:nvSpPr>
          <p:spPr>
            <a:xfrm>
              <a:off x="3222320" y="126011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87" name="ph4287"/>
            <p:cNvSpPr/>
            <p:nvPr/>
          </p:nvSpPr>
          <p:spPr>
            <a:xfrm>
              <a:off x="3255061" y="126011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88" name="ph4288"/>
            <p:cNvSpPr/>
            <p:nvPr/>
          </p:nvSpPr>
          <p:spPr>
            <a:xfrm>
              <a:off x="3287803" y="126011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89" name="ph4289"/>
            <p:cNvSpPr/>
            <p:nvPr/>
          </p:nvSpPr>
          <p:spPr>
            <a:xfrm>
              <a:off x="3320545" y="126011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90" name="ph4290"/>
            <p:cNvSpPr/>
            <p:nvPr/>
          </p:nvSpPr>
          <p:spPr>
            <a:xfrm>
              <a:off x="3353287" y="126011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91" name="ph4291"/>
            <p:cNvSpPr/>
            <p:nvPr/>
          </p:nvSpPr>
          <p:spPr>
            <a:xfrm>
              <a:off x="2534741" y="130165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92" name="ph4292"/>
            <p:cNvSpPr/>
            <p:nvPr/>
          </p:nvSpPr>
          <p:spPr>
            <a:xfrm>
              <a:off x="2567484" y="130165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93" name="ph4293"/>
            <p:cNvSpPr/>
            <p:nvPr/>
          </p:nvSpPr>
          <p:spPr>
            <a:xfrm>
              <a:off x="2600225" y="130165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94" name="ph4294"/>
            <p:cNvSpPr/>
            <p:nvPr/>
          </p:nvSpPr>
          <p:spPr>
            <a:xfrm>
              <a:off x="2632967" y="130165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95" name="ph4295"/>
            <p:cNvSpPr/>
            <p:nvPr/>
          </p:nvSpPr>
          <p:spPr>
            <a:xfrm>
              <a:off x="2665709" y="130165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96" name="ph4296"/>
            <p:cNvSpPr/>
            <p:nvPr/>
          </p:nvSpPr>
          <p:spPr>
            <a:xfrm>
              <a:off x="2698451" y="130165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97" name="ph4297"/>
            <p:cNvSpPr/>
            <p:nvPr/>
          </p:nvSpPr>
          <p:spPr>
            <a:xfrm>
              <a:off x="2731192" y="130165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98" name="ph4298"/>
            <p:cNvSpPr/>
            <p:nvPr/>
          </p:nvSpPr>
          <p:spPr>
            <a:xfrm>
              <a:off x="2763935" y="130165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99" name="ph4299"/>
            <p:cNvSpPr/>
            <p:nvPr/>
          </p:nvSpPr>
          <p:spPr>
            <a:xfrm>
              <a:off x="2796676" y="130165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00" name="ph4300"/>
            <p:cNvSpPr/>
            <p:nvPr/>
          </p:nvSpPr>
          <p:spPr>
            <a:xfrm>
              <a:off x="2829417" y="130165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01" name="ph4301"/>
            <p:cNvSpPr/>
            <p:nvPr/>
          </p:nvSpPr>
          <p:spPr>
            <a:xfrm>
              <a:off x="2862160" y="130165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02" name="ph4302"/>
            <p:cNvSpPr/>
            <p:nvPr/>
          </p:nvSpPr>
          <p:spPr>
            <a:xfrm>
              <a:off x="2894901" y="130165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03" name="ph4303"/>
            <p:cNvSpPr/>
            <p:nvPr/>
          </p:nvSpPr>
          <p:spPr>
            <a:xfrm>
              <a:off x="2927643" y="130165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04" name="ph4304"/>
            <p:cNvSpPr/>
            <p:nvPr/>
          </p:nvSpPr>
          <p:spPr>
            <a:xfrm>
              <a:off x="2960385" y="130165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05" name="ph4305"/>
            <p:cNvSpPr/>
            <p:nvPr/>
          </p:nvSpPr>
          <p:spPr>
            <a:xfrm>
              <a:off x="2993127" y="130165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06" name="ph4306"/>
            <p:cNvSpPr/>
            <p:nvPr/>
          </p:nvSpPr>
          <p:spPr>
            <a:xfrm>
              <a:off x="3124093" y="130165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07" name="ph4307"/>
            <p:cNvSpPr/>
            <p:nvPr/>
          </p:nvSpPr>
          <p:spPr>
            <a:xfrm>
              <a:off x="3156836" y="130165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08" name="ph4308"/>
            <p:cNvSpPr/>
            <p:nvPr/>
          </p:nvSpPr>
          <p:spPr>
            <a:xfrm>
              <a:off x="3189577" y="130165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09" name="ph4309"/>
            <p:cNvSpPr/>
            <p:nvPr/>
          </p:nvSpPr>
          <p:spPr>
            <a:xfrm>
              <a:off x="3222320" y="130165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10" name="ph4310"/>
            <p:cNvSpPr/>
            <p:nvPr/>
          </p:nvSpPr>
          <p:spPr>
            <a:xfrm>
              <a:off x="3255061" y="130165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11" name="ph4311"/>
            <p:cNvSpPr/>
            <p:nvPr/>
          </p:nvSpPr>
          <p:spPr>
            <a:xfrm>
              <a:off x="3287803" y="130165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12" name="ph4312"/>
            <p:cNvSpPr/>
            <p:nvPr/>
          </p:nvSpPr>
          <p:spPr>
            <a:xfrm>
              <a:off x="3320545" y="130165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13" name="ph4313"/>
            <p:cNvSpPr/>
            <p:nvPr/>
          </p:nvSpPr>
          <p:spPr>
            <a:xfrm>
              <a:off x="2534741" y="134318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14" name="ph4314"/>
            <p:cNvSpPr/>
            <p:nvPr/>
          </p:nvSpPr>
          <p:spPr>
            <a:xfrm>
              <a:off x="2567484" y="134318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15" name="ph4315"/>
            <p:cNvSpPr/>
            <p:nvPr/>
          </p:nvSpPr>
          <p:spPr>
            <a:xfrm>
              <a:off x="2600225" y="134318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16" name="ph4316"/>
            <p:cNvSpPr/>
            <p:nvPr/>
          </p:nvSpPr>
          <p:spPr>
            <a:xfrm>
              <a:off x="2632967" y="134318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17" name="ph4317"/>
            <p:cNvSpPr/>
            <p:nvPr/>
          </p:nvSpPr>
          <p:spPr>
            <a:xfrm>
              <a:off x="2665709" y="134318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18" name="ph4318"/>
            <p:cNvSpPr/>
            <p:nvPr/>
          </p:nvSpPr>
          <p:spPr>
            <a:xfrm>
              <a:off x="2698451" y="134318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19" name="ph4319"/>
            <p:cNvSpPr/>
            <p:nvPr/>
          </p:nvSpPr>
          <p:spPr>
            <a:xfrm>
              <a:off x="2731192" y="134318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20" name="ph4320"/>
            <p:cNvSpPr/>
            <p:nvPr/>
          </p:nvSpPr>
          <p:spPr>
            <a:xfrm>
              <a:off x="2763935" y="134318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21" name="ph4321"/>
            <p:cNvSpPr/>
            <p:nvPr/>
          </p:nvSpPr>
          <p:spPr>
            <a:xfrm>
              <a:off x="2796676" y="134318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22" name="ph4322"/>
            <p:cNvSpPr/>
            <p:nvPr/>
          </p:nvSpPr>
          <p:spPr>
            <a:xfrm>
              <a:off x="2829417" y="134318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23" name="ph4323"/>
            <p:cNvSpPr/>
            <p:nvPr/>
          </p:nvSpPr>
          <p:spPr>
            <a:xfrm>
              <a:off x="2862160" y="134318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24" name="ph4324"/>
            <p:cNvSpPr/>
            <p:nvPr/>
          </p:nvSpPr>
          <p:spPr>
            <a:xfrm>
              <a:off x="2894901" y="134318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25" name="ph4325"/>
            <p:cNvSpPr/>
            <p:nvPr/>
          </p:nvSpPr>
          <p:spPr>
            <a:xfrm>
              <a:off x="2927643" y="134318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26" name="ph4326"/>
            <p:cNvSpPr/>
            <p:nvPr/>
          </p:nvSpPr>
          <p:spPr>
            <a:xfrm>
              <a:off x="2960385" y="134318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27" name="ph4327"/>
            <p:cNvSpPr/>
            <p:nvPr/>
          </p:nvSpPr>
          <p:spPr>
            <a:xfrm>
              <a:off x="2993127" y="134318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28" name="ph4328"/>
            <p:cNvSpPr/>
            <p:nvPr/>
          </p:nvSpPr>
          <p:spPr>
            <a:xfrm>
              <a:off x="3124093" y="134318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29" name="ph4329"/>
            <p:cNvSpPr/>
            <p:nvPr/>
          </p:nvSpPr>
          <p:spPr>
            <a:xfrm>
              <a:off x="3156836" y="134318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30" name="ph4330"/>
            <p:cNvSpPr/>
            <p:nvPr/>
          </p:nvSpPr>
          <p:spPr>
            <a:xfrm>
              <a:off x="3189577" y="134318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31" name="ph4331"/>
            <p:cNvSpPr/>
            <p:nvPr/>
          </p:nvSpPr>
          <p:spPr>
            <a:xfrm>
              <a:off x="3222320" y="134318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32" name="ph4332"/>
            <p:cNvSpPr/>
            <p:nvPr/>
          </p:nvSpPr>
          <p:spPr>
            <a:xfrm>
              <a:off x="3255061" y="134318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33" name="ph4333"/>
            <p:cNvSpPr/>
            <p:nvPr/>
          </p:nvSpPr>
          <p:spPr>
            <a:xfrm>
              <a:off x="3287803" y="134318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34" name="ph4334"/>
            <p:cNvSpPr/>
            <p:nvPr/>
          </p:nvSpPr>
          <p:spPr>
            <a:xfrm>
              <a:off x="2502000" y="138472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35" name="ph4335"/>
            <p:cNvSpPr/>
            <p:nvPr/>
          </p:nvSpPr>
          <p:spPr>
            <a:xfrm>
              <a:off x="2534741" y="138472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36" name="ph4336"/>
            <p:cNvSpPr/>
            <p:nvPr/>
          </p:nvSpPr>
          <p:spPr>
            <a:xfrm>
              <a:off x="2567484" y="138472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37" name="ph4337"/>
            <p:cNvSpPr/>
            <p:nvPr/>
          </p:nvSpPr>
          <p:spPr>
            <a:xfrm>
              <a:off x="2600225" y="138472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38" name="ph4338"/>
            <p:cNvSpPr/>
            <p:nvPr/>
          </p:nvSpPr>
          <p:spPr>
            <a:xfrm>
              <a:off x="2632967" y="138472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39" name="ph4339"/>
            <p:cNvSpPr/>
            <p:nvPr/>
          </p:nvSpPr>
          <p:spPr>
            <a:xfrm>
              <a:off x="2665709" y="138472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40" name="ph4340"/>
            <p:cNvSpPr/>
            <p:nvPr/>
          </p:nvSpPr>
          <p:spPr>
            <a:xfrm>
              <a:off x="2698451" y="138472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41" name="ph4341"/>
            <p:cNvSpPr/>
            <p:nvPr/>
          </p:nvSpPr>
          <p:spPr>
            <a:xfrm>
              <a:off x="2731192" y="138472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42" name="ph4342"/>
            <p:cNvSpPr/>
            <p:nvPr/>
          </p:nvSpPr>
          <p:spPr>
            <a:xfrm>
              <a:off x="2763935" y="138472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43" name="ph4343"/>
            <p:cNvSpPr/>
            <p:nvPr/>
          </p:nvSpPr>
          <p:spPr>
            <a:xfrm>
              <a:off x="2796676" y="138472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44" name="ph4344"/>
            <p:cNvSpPr/>
            <p:nvPr/>
          </p:nvSpPr>
          <p:spPr>
            <a:xfrm>
              <a:off x="2829417" y="138472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45" name="ph4345"/>
            <p:cNvSpPr/>
            <p:nvPr/>
          </p:nvSpPr>
          <p:spPr>
            <a:xfrm>
              <a:off x="2862160" y="138472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46" name="ph4346"/>
            <p:cNvSpPr/>
            <p:nvPr/>
          </p:nvSpPr>
          <p:spPr>
            <a:xfrm>
              <a:off x="2894901" y="138472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47" name="ph4347"/>
            <p:cNvSpPr/>
            <p:nvPr/>
          </p:nvSpPr>
          <p:spPr>
            <a:xfrm>
              <a:off x="2927643" y="138472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48" name="ph4348"/>
            <p:cNvSpPr/>
            <p:nvPr/>
          </p:nvSpPr>
          <p:spPr>
            <a:xfrm>
              <a:off x="2960385" y="138472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49" name="ph4349"/>
            <p:cNvSpPr/>
            <p:nvPr/>
          </p:nvSpPr>
          <p:spPr>
            <a:xfrm>
              <a:off x="2993127" y="138472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50" name="ph4350"/>
            <p:cNvSpPr/>
            <p:nvPr/>
          </p:nvSpPr>
          <p:spPr>
            <a:xfrm>
              <a:off x="3025868" y="138472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51" name="ph4351"/>
            <p:cNvSpPr/>
            <p:nvPr/>
          </p:nvSpPr>
          <p:spPr>
            <a:xfrm>
              <a:off x="3124093" y="138472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52" name="ph4352"/>
            <p:cNvSpPr/>
            <p:nvPr/>
          </p:nvSpPr>
          <p:spPr>
            <a:xfrm>
              <a:off x="3156836" y="138472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53" name="ph4353"/>
            <p:cNvSpPr/>
            <p:nvPr/>
          </p:nvSpPr>
          <p:spPr>
            <a:xfrm>
              <a:off x="3189577" y="138472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54" name="ph4354"/>
            <p:cNvSpPr/>
            <p:nvPr/>
          </p:nvSpPr>
          <p:spPr>
            <a:xfrm>
              <a:off x="3222320" y="138472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55" name="ph4355"/>
            <p:cNvSpPr/>
            <p:nvPr/>
          </p:nvSpPr>
          <p:spPr>
            <a:xfrm>
              <a:off x="3255061" y="138472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56" name="ph4356"/>
            <p:cNvSpPr/>
            <p:nvPr/>
          </p:nvSpPr>
          <p:spPr>
            <a:xfrm>
              <a:off x="3287803" y="138472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57" name="ph4357"/>
            <p:cNvSpPr/>
            <p:nvPr/>
          </p:nvSpPr>
          <p:spPr>
            <a:xfrm>
              <a:off x="2502000" y="142626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58" name="ph4358"/>
            <p:cNvSpPr/>
            <p:nvPr/>
          </p:nvSpPr>
          <p:spPr>
            <a:xfrm>
              <a:off x="2534741" y="142626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59" name="ph4359"/>
            <p:cNvSpPr/>
            <p:nvPr/>
          </p:nvSpPr>
          <p:spPr>
            <a:xfrm>
              <a:off x="2567484" y="142626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60" name="ph4360"/>
            <p:cNvSpPr/>
            <p:nvPr/>
          </p:nvSpPr>
          <p:spPr>
            <a:xfrm>
              <a:off x="2600225" y="142626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61" name="ph4361"/>
            <p:cNvSpPr/>
            <p:nvPr/>
          </p:nvSpPr>
          <p:spPr>
            <a:xfrm>
              <a:off x="2632967" y="142626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62" name="ph4362"/>
            <p:cNvSpPr/>
            <p:nvPr/>
          </p:nvSpPr>
          <p:spPr>
            <a:xfrm>
              <a:off x="2665709" y="142626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63" name="ph4363"/>
            <p:cNvSpPr/>
            <p:nvPr/>
          </p:nvSpPr>
          <p:spPr>
            <a:xfrm>
              <a:off x="2698451" y="142626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64" name="ph4364"/>
            <p:cNvSpPr/>
            <p:nvPr/>
          </p:nvSpPr>
          <p:spPr>
            <a:xfrm>
              <a:off x="2731192" y="142626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65" name="ph4365"/>
            <p:cNvSpPr/>
            <p:nvPr/>
          </p:nvSpPr>
          <p:spPr>
            <a:xfrm>
              <a:off x="2763935" y="142626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66" name="ph4366"/>
            <p:cNvSpPr/>
            <p:nvPr/>
          </p:nvSpPr>
          <p:spPr>
            <a:xfrm>
              <a:off x="2796676" y="142626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67" name="ph4367"/>
            <p:cNvSpPr/>
            <p:nvPr/>
          </p:nvSpPr>
          <p:spPr>
            <a:xfrm>
              <a:off x="2829417" y="142626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68" name="ph4368"/>
            <p:cNvSpPr/>
            <p:nvPr/>
          </p:nvSpPr>
          <p:spPr>
            <a:xfrm>
              <a:off x="2862160" y="142626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69" name="ph4369"/>
            <p:cNvSpPr/>
            <p:nvPr/>
          </p:nvSpPr>
          <p:spPr>
            <a:xfrm>
              <a:off x="2894901" y="142626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70" name="ph4370"/>
            <p:cNvSpPr/>
            <p:nvPr/>
          </p:nvSpPr>
          <p:spPr>
            <a:xfrm>
              <a:off x="2927643" y="142626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71" name="ph4371"/>
            <p:cNvSpPr/>
            <p:nvPr/>
          </p:nvSpPr>
          <p:spPr>
            <a:xfrm>
              <a:off x="2960385" y="142626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72" name="ph4372"/>
            <p:cNvSpPr/>
            <p:nvPr/>
          </p:nvSpPr>
          <p:spPr>
            <a:xfrm>
              <a:off x="2993127" y="142626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73" name="ph4373"/>
            <p:cNvSpPr/>
            <p:nvPr/>
          </p:nvSpPr>
          <p:spPr>
            <a:xfrm>
              <a:off x="3025868" y="142626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74" name="ph4374"/>
            <p:cNvSpPr/>
            <p:nvPr/>
          </p:nvSpPr>
          <p:spPr>
            <a:xfrm>
              <a:off x="3058611" y="142626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75" name="ph4375"/>
            <p:cNvSpPr/>
            <p:nvPr/>
          </p:nvSpPr>
          <p:spPr>
            <a:xfrm>
              <a:off x="3156836" y="142626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76" name="ph4376"/>
            <p:cNvSpPr/>
            <p:nvPr/>
          </p:nvSpPr>
          <p:spPr>
            <a:xfrm>
              <a:off x="3189577" y="142626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77" name="ph4377"/>
            <p:cNvSpPr/>
            <p:nvPr/>
          </p:nvSpPr>
          <p:spPr>
            <a:xfrm>
              <a:off x="3222320" y="142626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78" name="ph4378"/>
            <p:cNvSpPr/>
            <p:nvPr/>
          </p:nvSpPr>
          <p:spPr>
            <a:xfrm>
              <a:off x="3255061" y="142626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79" name="ph4379"/>
            <p:cNvSpPr/>
            <p:nvPr/>
          </p:nvSpPr>
          <p:spPr>
            <a:xfrm>
              <a:off x="3287803" y="142626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80" name="ph4380"/>
            <p:cNvSpPr/>
            <p:nvPr/>
          </p:nvSpPr>
          <p:spPr>
            <a:xfrm>
              <a:off x="2502000" y="146780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81" name="ph4381"/>
            <p:cNvSpPr/>
            <p:nvPr/>
          </p:nvSpPr>
          <p:spPr>
            <a:xfrm>
              <a:off x="2534741" y="146780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82" name="ph4382"/>
            <p:cNvSpPr/>
            <p:nvPr/>
          </p:nvSpPr>
          <p:spPr>
            <a:xfrm>
              <a:off x="2567484" y="146780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83" name="ph4383"/>
            <p:cNvSpPr/>
            <p:nvPr/>
          </p:nvSpPr>
          <p:spPr>
            <a:xfrm>
              <a:off x="2600225" y="146780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84" name="ph4384"/>
            <p:cNvSpPr/>
            <p:nvPr/>
          </p:nvSpPr>
          <p:spPr>
            <a:xfrm>
              <a:off x="2632967" y="146780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85" name="ph4385"/>
            <p:cNvSpPr/>
            <p:nvPr/>
          </p:nvSpPr>
          <p:spPr>
            <a:xfrm>
              <a:off x="2665709" y="146780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86" name="ph4386"/>
            <p:cNvSpPr/>
            <p:nvPr/>
          </p:nvSpPr>
          <p:spPr>
            <a:xfrm>
              <a:off x="2698451" y="146780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87" name="ph4387"/>
            <p:cNvSpPr/>
            <p:nvPr/>
          </p:nvSpPr>
          <p:spPr>
            <a:xfrm>
              <a:off x="2731192" y="146780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88" name="ph4388"/>
            <p:cNvSpPr/>
            <p:nvPr/>
          </p:nvSpPr>
          <p:spPr>
            <a:xfrm>
              <a:off x="2763935" y="146780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89" name="ph4389"/>
            <p:cNvSpPr/>
            <p:nvPr/>
          </p:nvSpPr>
          <p:spPr>
            <a:xfrm>
              <a:off x="2796676" y="146780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90" name="ph4390"/>
            <p:cNvSpPr/>
            <p:nvPr/>
          </p:nvSpPr>
          <p:spPr>
            <a:xfrm>
              <a:off x="2829417" y="146780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91" name="ph4391"/>
            <p:cNvSpPr/>
            <p:nvPr/>
          </p:nvSpPr>
          <p:spPr>
            <a:xfrm>
              <a:off x="2862160" y="146780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92" name="ph4392"/>
            <p:cNvSpPr/>
            <p:nvPr/>
          </p:nvSpPr>
          <p:spPr>
            <a:xfrm>
              <a:off x="2894901" y="146780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93" name="ph4393"/>
            <p:cNvSpPr/>
            <p:nvPr/>
          </p:nvSpPr>
          <p:spPr>
            <a:xfrm>
              <a:off x="2927643" y="146780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94" name="ph4394"/>
            <p:cNvSpPr/>
            <p:nvPr/>
          </p:nvSpPr>
          <p:spPr>
            <a:xfrm>
              <a:off x="2960385" y="146780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95" name="ph4395"/>
            <p:cNvSpPr/>
            <p:nvPr/>
          </p:nvSpPr>
          <p:spPr>
            <a:xfrm>
              <a:off x="2993127" y="146780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96" name="ph4396"/>
            <p:cNvSpPr/>
            <p:nvPr/>
          </p:nvSpPr>
          <p:spPr>
            <a:xfrm>
              <a:off x="3025868" y="146780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97" name="ph4397"/>
            <p:cNvSpPr/>
            <p:nvPr/>
          </p:nvSpPr>
          <p:spPr>
            <a:xfrm>
              <a:off x="3058611" y="146780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98" name="ph4398"/>
            <p:cNvSpPr/>
            <p:nvPr/>
          </p:nvSpPr>
          <p:spPr>
            <a:xfrm>
              <a:off x="3124093" y="146780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99" name="ph4399"/>
            <p:cNvSpPr/>
            <p:nvPr/>
          </p:nvSpPr>
          <p:spPr>
            <a:xfrm>
              <a:off x="3156836" y="146780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00" name="ph4400"/>
            <p:cNvSpPr/>
            <p:nvPr/>
          </p:nvSpPr>
          <p:spPr>
            <a:xfrm>
              <a:off x="3189577" y="146780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01" name="ph4401"/>
            <p:cNvSpPr/>
            <p:nvPr/>
          </p:nvSpPr>
          <p:spPr>
            <a:xfrm>
              <a:off x="3222320" y="146780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02" name="ph4402"/>
            <p:cNvSpPr/>
            <p:nvPr/>
          </p:nvSpPr>
          <p:spPr>
            <a:xfrm>
              <a:off x="3255061" y="146780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03" name="ph4403"/>
            <p:cNvSpPr/>
            <p:nvPr/>
          </p:nvSpPr>
          <p:spPr>
            <a:xfrm>
              <a:off x="3287803" y="146780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04" name="ph4404"/>
            <p:cNvSpPr/>
            <p:nvPr/>
          </p:nvSpPr>
          <p:spPr>
            <a:xfrm>
              <a:off x="2534741" y="150934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05" name="ph4405"/>
            <p:cNvSpPr/>
            <p:nvPr/>
          </p:nvSpPr>
          <p:spPr>
            <a:xfrm>
              <a:off x="2567484" y="150934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06" name="ph4406"/>
            <p:cNvSpPr/>
            <p:nvPr/>
          </p:nvSpPr>
          <p:spPr>
            <a:xfrm>
              <a:off x="2600225" y="150934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07" name="ph4407"/>
            <p:cNvSpPr/>
            <p:nvPr/>
          </p:nvSpPr>
          <p:spPr>
            <a:xfrm>
              <a:off x="2632967" y="150934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08" name="ph4408"/>
            <p:cNvSpPr/>
            <p:nvPr/>
          </p:nvSpPr>
          <p:spPr>
            <a:xfrm>
              <a:off x="2665709" y="150934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09" name="ph4409"/>
            <p:cNvSpPr/>
            <p:nvPr/>
          </p:nvSpPr>
          <p:spPr>
            <a:xfrm>
              <a:off x="2698451" y="150934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10" name="ph4410"/>
            <p:cNvSpPr/>
            <p:nvPr/>
          </p:nvSpPr>
          <p:spPr>
            <a:xfrm>
              <a:off x="2731192" y="150934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11" name="ph4411"/>
            <p:cNvSpPr/>
            <p:nvPr/>
          </p:nvSpPr>
          <p:spPr>
            <a:xfrm>
              <a:off x="2763935" y="150934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12" name="ph4412"/>
            <p:cNvSpPr/>
            <p:nvPr/>
          </p:nvSpPr>
          <p:spPr>
            <a:xfrm>
              <a:off x="2796676" y="150934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13" name="ph4413"/>
            <p:cNvSpPr/>
            <p:nvPr/>
          </p:nvSpPr>
          <p:spPr>
            <a:xfrm>
              <a:off x="2829417" y="150934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14" name="ph4414"/>
            <p:cNvSpPr/>
            <p:nvPr/>
          </p:nvSpPr>
          <p:spPr>
            <a:xfrm>
              <a:off x="2862160" y="150934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15" name="ph4415"/>
            <p:cNvSpPr/>
            <p:nvPr/>
          </p:nvSpPr>
          <p:spPr>
            <a:xfrm>
              <a:off x="2894901" y="150934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16" name="ph4416"/>
            <p:cNvSpPr/>
            <p:nvPr/>
          </p:nvSpPr>
          <p:spPr>
            <a:xfrm>
              <a:off x="2927643" y="150934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17" name="ph4417"/>
            <p:cNvSpPr/>
            <p:nvPr/>
          </p:nvSpPr>
          <p:spPr>
            <a:xfrm>
              <a:off x="2960385" y="150934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18" name="ph4418"/>
            <p:cNvSpPr/>
            <p:nvPr/>
          </p:nvSpPr>
          <p:spPr>
            <a:xfrm>
              <a:off x="2993127" y="150934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19" name="ph4419"/>
            <p:cNvSpPr/>
            <p:nvPr/>
          </p:nvSpPr>
          <p:spPr>
            <a:xfrm>
              <a:off x="3025868" y="150934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20" name="ph4420"/>
            <p:cNvSpPr/>
            <p:nvPr/>
          </p:nvSpPr>
          <p:spPr>
            <a:xfrm>
              <a:off x="3058611" y="150934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21" name="ph4421"/>
            <p:cNvSpPr/>
            <p:nvPr/>
          </p:nvSpPr>
          <p:spPr>
            <a:xfrm>
              <a:off x="3091352" y="150934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22" name="ph4422"/>
            <p:cNvSpPr/>
            <p:nvPr/>
          </p:nvSpPr>
          <p:spPr>
            <a:xfrm>
              <a:off x="3124093" y="150934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23" name="ph4423"/>
            <p:cNvSpPr/>
            <p:nvPr/>
          </p:nvSpPr>
          <p:spPr>
            <a:xfrm>
              <a:off x="3156836" y="150934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24" name="ph4424"/>
            <p:cNvSpPr/>
            <p:nvPr/>
          </p:nvSpPr>
          <p:spPr>
            <a:xfrm>
              <a:off x="3189577" y="150934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25" name="ph4425"/>
            <p:cNvSpPr/>
            <p:nvPr/>
          </p:nvSpPr>
          <p:spPr>
            <a:xfrm>
              <a:off x="3222320" y="150934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26" name="ph4426"/>
            <p:cNvSpPr/>
            <p:nvPr/>
          </p:nvSpPr>
          <p:spPr>
            <a:xfrm>
              <a:off x="3255061" y="150934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27" name="ph4427"/>
            <p:cNvSpPr/>
            <p:nvPr/>
          </p:nvSpPr>
          <p:spPr>
            <a:xfrm>
              <a:off x="3287803" y="150934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28" name="ph4428"/>
            <p:cNvSpPr/>
            <p:nvPr/>
          </p:nvSpPr>
          <p:spPr>
            <a:xfrm>
              <a:off x="2567484" y="155087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29" name="ph4429"/>
            <p:cNvSpPr/>
            <p:nvPr/>
          </p:nvSpPr>
          <p:spPr>
            <a:xfrm>
              <a:off x="2600225" y="155087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30" name="ph4430"/>
            <p:cNvSpPr/>
            <p:nvPr/>
          </p:nvSpPr>
          <p:spPr>
            <a:xfrm>
              <a:off x="2632967" y="155087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31" name="ph4431"/>
            <p:cNvSpPr/>
            <p:nvPr/>
          </p:nvSpPr>
          <p:spPr>
            <a:xfrm>
              <a:off x="2665709" y="155087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32" name="ph4432"/>
            <p:cNvSpPr/>
            <p:nvPr/>
          </p:nvSpPr>
          <p:spPr>
            <a:xfrm>
              <a:off x="2698451" y="155087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33" name="ph4433"/>
            <p:cNvSpPr/>
            <p:nvPr/>
          </p:nvSpPr>
          <p:spPr>
            <a:xfrm>
              <a:off x="2731192" y="155087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34" name="ph4434"/>
            <p:cNvSpPr/>
            <p:nvPr/>
          </p:nvSpPr>
          <p:spPr>
            <a:xfrm>
              <a:off x="2763935" y="155087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35" name="ph4435"/>
            <p:cNvSpPr/>
            <p:nvPr/>
          </p:nvSpPr>
          <p:spPr>
            <a:xfrm>
              <a:off x="2796676" y="155087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36" name="ph4436"/>
            <p:cNvSpPr/>
            <p:nvPr/>
          </p:nvSpPr>
          <p:spPr>
            <a:xfrm>
              <a:off x="2829417" y="155087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37" name="ph4437"/>
            <p:cNvSpPr/>
            <p:nvPr/>
          </p:nvSpPr>
          <p:spPr>
            <a:xfrm>
              <a:off x="2862160" y="155087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38" name="ph4438"/>
            <p:cNvSpPr/>
            <p:nvPr/>
          </p:nvSpPr>
          <p:spPr>
            <a:xfrm>
              <a:off x="2894901" y="155087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39" name="ph4439"/>
            <p:cNvSpPr/>
            <p:nvPr/>
          </p:nvSpPr>
          <p:spPr>
            <a:xfrm>
              <a:off x="2927643" y="155087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40" name="ph4440"/>
            <p:cNvSpPr/>
            <p:nvPr/>
          </p:nvSpPr>
          <p:spPr>
            <a:xfrm>
              <a:off x="2960385" y="155087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41" name="ph4441"/>
            <p:cNvSpPr/>
            <p:nvPr/>
          </p:nvSpPr>
          <p:spPr>
            <a:xfrm>
              <a:off x="2993127" y="155087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42" name="ph4442"/>
            <p:cNvSpPr/>
            <p:nvPr/>
          </p:nvSpPr>
          <p:spPr>
            <a:xfrm>
              <a:off x="3025868" y="155087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43" name="ph4443"/>
            <p:cNvSpPr/>
            <p:nvPr/>
          </p:nvSpPr>
          <p:spPr>
            <a:xfrm>
              <a:off x="3058611" y="155087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44" name="ph4444"/>
            <p:cNvSpPr/>
            <p:nvPr/>
          </p:nvSpPr>
          <p:spPr>
            <a:xfrm>
              <a:off x="3091352" y="155087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45" name="ph4445"/>
            <p:cNvSpPr/>
            <p:nvPr/>
          </p:nvSpPr>
          <p:spPr>
            <a:xfrm>
              <a:off x="3124093" y="155087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46" name="ph4446"/>
            <p:cNvSpPr/>
            <p:nvPr/>
          </p:nvSpPr>
          <p:spPr>
            <a:xfrm>
              <a:off x="3156836" y="155087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47" name="ph4447"/>
            <p:cNvSpPr/>
            <p:nvPr/>
          </p:nvSpPr>
          <p:spPr>
            <a:xfrm>
              <a:off x="3189577" y="155087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48" name="ph4448"/>
            <p:cNvSpPr/>
            <p:nvPr/>
          </p:nvSpPr>
          <p:spPr>
            <a:xfrm>
              <a:off x="3222320" y="155087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49" name="ph4449"/>
            <p:cNvSpPr/>
            <p:nvPr/>
          </p:nvSpPr>
          <p:spPr>
            <a:xfrm>
              <a:off x="3255061" y="155087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50" name="ph4450"/>
            <p:cNvSpPr/>
            <p:nvPr/>
          </p:nvSpPr>
          <p:spPr>
            <a:xfrm>
              <a:off x="2567484" y="159241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51" name="ph4451"/>
            <p:cNvSpPr/>
            <p:nvPr/>
          </p:nvSpPr>
          <p:spPr>
            <a:xfrm>
              <a:off x="2600225" y="159241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52" name="ph4452"/>
            <p:cNvSpPr/>
            <p:nvPr/>
          </p:nvSpPr>
          <p:spPr>
            <a:xfrm>
              <a:off x="2632967" y="159241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53" name="ph4453"/>
            <p:cNvSpPr/>
            <p:nvPr/>
          </p:nvSpPr>
          <p:spPr>
            <a:xfrm>
              <a:off x="2665709" y="159241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54" name="ph4454"/>
            <p:cNvSpPr/>
            <p:nvPr/>
          </p:nvSpPr>
          <p:spPr>
            <a:xfrm>
              <a:off x="2698451" y="159241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55" name="ph4455"/>
            <p:cNvSpPr/>
            <p:nvPr/>
          </p:nvSpPr>
          <p:spPr>
            <a:xfrm>
              <a:off x="2731192" y="159241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56" name="ph4456"/>
            <p:cNvSpPr/>
            <p:nvPr/>
          </p:nvSpPr>
          <p:spPr>
            <a:xfrm>
              <a:off x="2763935" y="159241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57" name="ph4457"/>
            <p:cNvSpPr/>
            <p:nvPr/>
          </p:nvSpPr>
          <p:spPr>
            <a:xfrm>
              <a:off x="2796676" y="159241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58" name="ph4458"/>
            <p:cNvSpPr/>
            <p:nvPr/>
          </p:nvSpPr>
          <p:spPr>
            <a:xfrm>
              <a:off x="2829417" y="159241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59" name="ph4459"/>
            <p:cNvSpPr/>
            <p:nvPr/>
          </p:nvSpPr>
          <p:spPr>
            <a:xfrm>
              <a:off x="2862160" y="159241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60" name="ph4460"/>
            <p:cNvSpPr/>
            <p:nvPr/>
          </p:nvSpPr>
          <p:spPr>
            <a:xfrm>
              <a:off x="2894901" y="159241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61" name="ph4461"/>
            <p:cNvSpPr/>
            <p:nvPr/>
          </p:nvSpPr>
          <p:spPr>
            <a:xfrm>
              <a:off x="2927643" y="159241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62" name="ph4462"/>
            <p:cNvSpPr/>
            <p:nvPr/>
          </p:nvSpPr>
          <p:spPr>
            <a:xfrm>
              <a:off x="2960385" y="159241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63" name="ph4463"/>
            <p:cNvSpPr/>
            <p:nvPr/>
          </p:nvSpPr>
          <p:spPr>
            <a:xfrm>
              <a:off x="2993127" y="159241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64" name="ph4464"/>
            <p:cNvSpPr/>
            <p:nvPr/>
          </p:nvSpPr>
          <p:spPr>
            <a:xfrm>
              <a:off x="3025868" y="159241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65" name="ph4465"/>
            <p:cNvSpPr/>
            <p:nvPr/>
          </p:nvSpPr>
          <p:spPr>
            <a:xfrm>
              <a:off x="3058611" y="159241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66" name="ph4466"/>
            <p:cNvSpPr/>
            <p:nvPr/>
          </p:nvSpPr>
          <p:spPr>
            <a:xfrm>
              <a:off x="3091352" y="159241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67" name="ph4467"/>
            <p:cNvSpPr/>
            <p:nvPr/>
          </p:nvSpPr>
          <p:spPr>
            <a:xfrm>
              <a:off x="3124093" y="159241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68" name="ph4468"/>
            <p:cNvSpPr/>
            <p:nvPr/>
          </p:nvSpPr>
          <p:spPr>
            <a:xfrm>
              <a:off x="3156836" y="159241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69" name="ph4469"/>
            <p:cNvSpPr/>
            <p:nvPr/>
          </p:nvSpPr>
          <p:spPr>
            <a:xfrm>
              <a:off x="3189577" y="159241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70" name="ph4470"/>
            <p:cNvSpPr/>
            <p:nvPr/>
          </p:nvSpPr>
          <p:spPr>
            <a:xfrm>
              <a:off x="3222320" y="159241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71" name="ph4471"/>
            <p:cNvSpPr/>
            <p:nvPr/>
          </p:nvSpPr>
          <p:spPr>
            <a:xfrm>
              <a:off x="2632967" y="163395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72" name="ph4472"/>
            <p:cNvSpPr/>
            <p:nvPr/>
          </p:nvSpPr>
          <p:spPr>
            <a:xfrm>
              <a:off x="2665709" y="163395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73" name="ph4473"/>
            <p:cNvSpPr/>
            <p:nvPr/>
          </p:nvSpPr>
          <p:spPr>
            <a:xfrm>
              <a:off x="2698451" y="163395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74" name="ph4474"/>
            <p:cNvSpPr/>
            <p:nvPr/>
          </p:nvSpPr>
          <p:spPr>
            <a:xfrm>
              <a:off x="2731192" y="163395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75" name="ph4475"/>
            <p:cNvSpPr/>
            <p:nvPr/>
          </p:nvSpPr>
          <p:spPr>
            <a:xfrm>
              <a:off x="2763935" y="163395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76" name="ph4476"/>
            <p:cNvSpPr/>
            <p:nvPr/>
          </p:nvSpPr>
          <p:spPr>
            <a:xfrm>
              <a:off x="2796676" y="163395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77" name="ph4477"/>
            <p:cNvSpPr/>
            <p:nvPr/>
          </p:nvSpPr>
          <p:spPr>
            <a:xfrm>
              <a:off x="2829417" y="163395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78" name="ph4478"/>
            <p:cNvSpPr/>
            <p:nvPr/>
          </p:nvSpPr>
          <p:spPr>
            <a:xfrm>
              <a:off x="2862160" y="163395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79" name="ph4479"/>
            <p:cNvSpPr/>
            <p:nvPr/>
          </p:nvSpPr>
          <p:spPr>
            <a:xfrm>
              <a:off x="2894901" y="163395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80" name="ph4480"/>
            <p:cNvSpPr/>
            <p:nvPr/>
          </p:nvSpPr>
          <p:spPr>
            <a:xfrm>
              <a:off x="2927643" y="163395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81" name="ph4481"/>
            <p:cNvSpPr/>
            <p:nvPr/>
          </p:nvSpPr>
          <p:spPr>
            <a:xfrm>
              <a:off x="2960385" y="163395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82" name="ph4482"/>
            <p:cNvSpPr/>
            <p:nvPr/>
          </p:nvSpPr>
          <p:spPr>
            <a:xfrm>
              <a:off x="2993127" y="163395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83" name="ph4483"/>
            <p:cNvSpPr/>
            <p:nvPr/>
          </p:nvSpPr>
          <p:spPr>
            <a:xfrm>
              <a:off x="3025868" y="163395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84" name="ph4484"/>
            <p:cNvSpPr/>
            <p:nvPr/>
          </p:nvSpPr>
          <p:spPr>
            <a:xfrm>
              <a:off x="3058611" y="163395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85" name="ph4485"/>
            <p:cNvSpPr/>
            <p:nvPr/>
          </p:nvSpPr>
          <p:spPr>
            <a:xfrm>
              <a:off x="3091352" y="163395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86" name="ph4486"/>
            <p:cNvSpPr/>
            <p:nvPr/>
          </p:nvSpPr>
          <p:spPr>
            <a:xfrm>
              <a:off x="3124093" y="163395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87" name="ph4487"/>
            <p:cNvSpPr/>
            <p:nvPr/>
          </p:nvSpPr>
          <p:spPr>
            <a:xfrm>
              <a:off x="3156836" y="163395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88" name="ph4488"/>
            <p:cNvSpPr/>
            <p:nvPr/>
          </p:nvSpPr>
          <p:spPr>
            <a:xfrm>
              <a:off x="3189577" y="163395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89" name="ph4489"/>
            <p:cNvSpPr/>
            <p:nvPr/>
          </p:nvSpPr>
          <p:spPr>
            <a:xfrm>
              <a:off x="2665709" y="167549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90" name="ph4490"/>
            <p:cNvSpPr/>
            <p:nvPr/>
          </p:nvSpPr>
          <p:spPr>
            <a:xfrm>
              <a:off x="2698451" y="167549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91" name="ph4491"/>
            <p:cNvSpPr/>
            <p:nvPr/>
          </p:nvSpPr>
          <p:spPr>
            <a:xfrm>
              <a:off x="2731192" y="167549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92" name="ph4492"/>
            <p:cNvSpPr/>
            <p:nvPr/>
          </p:nvSpPr>
          <p:spPr>
            <a:xfrm>
              <a:off x="2763935" y="167549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93" name="ph4493"/>
            <p:cNvSpPr/>
            <p:nvPr/>
          </p:nvSpPr>
          <p:spPr>
            <a:xfrm>
              <a:off x="2796676" y="167549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94" name="ph4494"/>
            <p:cNvSpPr/>
            <p:nvPr/>
          </p:nvSpPr>
          <p:spPr>
            <a:xfrm>
              <a:off x="2829417" y="167549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95" name="ph4495"/>
            <p:cNvSpPr/>
            <p:nvPr/>
          </p:nvSpPr>
          <p:spPr>
            <a:xfrm>
              <a:off x="2862160" y="167549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96" name="ph4496"/>
            <p:cNvSpPr/>
            <p:nvPr/>
          </p:nvSpPr>
          <p:spPr>
            <a:xfrm>
              <a:off x="2894901" y="167549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97" name="ph4497"/>
            <p:cNvSpPr/>
            <p:nvPr/>
          </p:nvSpPr>
          <p:spPr>
            <a:xfrm>
              <a:off x="2927643" y="167549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98" name="ph4498"/>
            <p:cNvSpPr/>
            <p:nvPr/>
          </p:nvSpPr>
          <p:spPr>
            <a:xfrm>
              <a:off x="2960385" y="167549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99" name="ph4499"/>
            <p:cNvSpPr/>
            <p:nvPr/>
          </p:nvSpPr>
          <p:spPr>
            <a:xfrm>
              <a:off x="2993127" y="167549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00" name="ph4500"/>
            <p:cNvSpPr/>
            <p:nvPr/>
          </p:nvSpPr>
          <p:spPr>
            <a:xfrm>
              <a:off x="3025868" y="167549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01" name="ph4501"/>
            <p:cNvSpPr/>
            <p:nvPr/>
          </p:nvSpPr>
          <p:spPr>
            <a:xfrm>
              <a:off x="3058611" y="167549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02" name="ph4502"/>
            <p:cNvSpPr/>
            <p:nvPr/>
          </p:nvSpPr>
          <p:spPr>
            <a:xfrm>
              <a:off x="3091352" y="167549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03" name="ph4503"/>
            <p:cNvSpPr/>
            <p:nvPr/>
          </p:nvSpPr>
          <p:spPr>
            <a:xfrm>
              <a:off x="3124093" y="167549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04" name="ph4504"/>
            <p:cNvSpPr/>
            <p:nvPr/>
          </p:nvSpPr>
          <p:spPr>
            <a:xfrm>
              <a:off x="3156836" y="167549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05" name="ph4505"/>
            <p:cNvSpPr/>
            <p:nvPr/>
          </p:nvSpPr>
          <p:spPr>
            <a:xfrm>
              <a:off x="2698451" y="171703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06" name="ph4506"/>
            <p:cNvSpPr/>
            <p:nvPr/>
          </p:nvSpPr>
          <p:spPr>
            <a:xfrm>
              <a:off x="2731192" y="171703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07" name="ph4507"/>
            <p:cNvSpPr/>
            <p:nvPr/>
          </p:nvSpPr>
          <p:spPr>
            <a:xfrm>
              <a:off x="2763935" y="171703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08" name="ph4508"/>
            <p:cNvSpPr/>
            <p:nvPr/>
          </p:nvSpPr>
          <p:spPr>
            <a:xfrm>
              <a:off x="2796676" y="171703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09" name="ph4509"/>
            <p:cNvSpPr/>
            <p:nvPr/>
          </p:nvSpPr>
          <p:spPr>
            <a:xfrm>
              <a:off x="2829417" y="171703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10" name="ph4510"/>
            <p:cNvSpPr/>
            <p:nvPr/>
          </p:nvSpPr>
          <p:spPr>
            <a:xfrm>
              <a:off x="2862160" y="171703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11" name="ph4511"/>
            <p:cNvSpPr/>
            <p:nvPr/>
          </p:nvSpPr>
          <p:spPr>
            <a:xfrm>
              <a:off x="2894901" y="171703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12" name="ph4512"/>
            <p:cNvSpPr/>
            <p:nvPr/>
          </p:nvSpPr>
          <p:spPr>
            <a:xfrm>
              <a:off x="2927643" y="171703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13" name="ph4513"/>
            <p:cNvSpPr/>
            <p:nvPr/>
          </p:nvSpPr>
          <p:spPr>
            <a:xfrm>
              <a:off x="2960385" y="171703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14" name="ph4514"/>
            <p:cNvSpPr/>
            <p:nvPr/>
          </p:nvSpPr>
          <p:spPr>
            <a:xfrm>
              <a:off x="2993127" y="171703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15" name="ph4515"/>
            <p:cNvSpPr/>
            <p:nvPr/>
          </p:nvSpPr>
          <p:spPr>
            <a:xfrm>
              <a:off x="3025868" y="171703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16" name="ph4516"/>
            <p:cNvSpPr/>
            <p:nvPr/>
          </p:nvSpPr>
          <p:spPr>
            <a:xfrm>
              <a:off x="3058611" y="171703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17" name="ph4517"/>
            <p:cNvSpPr/>
            <p:nvPr/>
          </p:nvSpPr>
          <p:spPr>
            <a:xfrm>
              <a:off x="3091352" y="171703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18" name="ph4518"/>
            <p:cNvSpPr/>
            <p:nvPr/>
          </p:nvSpPr>
          <p:spPr>
            <a:xfrm>
              <a:off x="3124093" y="171703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19" name="ph4519"/>
            <p:cNvSpPr/>
            <p:nvPr/>
          </p:nvSpPr>
          <p:spPr>
            <a:xfrm>
              <a:off x="3156836" y="171703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20" name="ph4520"/>
            <p:cNvSpPr/>
            <p:nvPr/>
          </p:nvSpPr>
          <p:spPr>
            <a:xfrm>
              <a:off x="2567484" y="1758571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21" name="ph4521"/>
            <p:cNvSpPr/>
            <p:nvPr/>
          </p:nvSpPr>
          <p:spPr>
            <a:xfrm>
              <a:off x="2600225" y="1758571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22" name="ph4522"/>
            <p:cNvSpPr/>
            <p:nvPr/>
          </p:nvSpPr>
          <p:spPr>
            <a:xfrm>
              <a:off x="2632967" y="1758571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23" name="ph4523"/>
            <p:cNvSpPr/>
            <p:nvPr/>
          </p:nvSpPr>
          <p:spPr>
            <a:xfrm>
              <a:off x="2665709" y="1758571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24" name="ph4524"/>
            <p:cNvSpPr/>
            <p:nvPr/>
          </p:nvSpPr>
          <p:spPr>
            <a:xfrm>
              <a:off x="2698451" y="1758571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25" name="ph4525"/>
            <p:cNvSpPr/>
            <p:nvPr/>
          </p:nvSpPr>
          <p:spPr>
            <a:xfrm>
              <a:off x="2731192" y="1758571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26" name="ph4526"/>
            <p:cNvSpPr/>
            <p:nvPr/>
          </p:nvSpPr>
          <p:spPr>
            <a:xfrm>
              <a:off x="2763935" y="1758571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27" name="ph4527"/>
            <p:cNvSpPr/>
            <p:nvPr/>
          </p:nvSpPr>
          <p:spPr>
            <a:xfrm>
              <a:off x="2796676" y="1758571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28" name="ph4528"/>
            <p:cNvSpPr/>
            <p:nvPr/>
          </p:nvSpPr>
          <p:spPr>
            <a:xfrm>
              <a:off x="2829417" y="1758571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29" name="ph4529"/>
            <p:cNvSpPr/>
            <p:nvPr/>
          </p:nvSpPr>
          <p:spPr>
            <a:xfrm>
              <a:off x="2862160" y="1758571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30" name="ph4530"/>
            <p:cNvSpPr/>
            <p:nvPr/>
          </p:nvSpPr>
          <p:spPr>
            <a:xfrm>
              <a:off x="2894901" y="1758571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31" name="ph4531"/>
            <p:cNvSpPr/>
            <p:nvPr/>
          </p:nvSpPr>
          <p:spPr>
            <a:xfrm>
              <a:off x="2927643" y="1758571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32" name="ph4532"/>
            <p:cNvSpPr/>
            <p:nvPr/>
          </p:nvSpPr>
          <p:spPr>
            <a:xfrm>
              <a:off x="2960385" y="1758571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33" name="ph4533"/>
            <p:cNvSpPr/>
            <p:nvPr/>
          </p:nvSpPr>
          <p:spPr>
            <a:xfrm>
              <a:off x="2993127" y="1758571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34" name="ph4534"/>
            <p:cNvSpPr/>
            <p:nvPr/>
          </p:nvSpPr>
          <p:spPr>
            <a:xfrm>
              <a:off x="3025868" y="1758571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35" name="ph4535"/>
            <p:cNvSpPr/>
            <p:nvPr/>
          </p:nvSpPr>
          <p:spPr>
            <a:xfrm>
              <a:off x="3058611" y="1758571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36" name="ph4536"/>
            <p:cNvSpPr/>
            <p:nvPr/>
          </p:nvSpPr>
          <p:spPr>
            <a:xfrm>
              <a:off x="3091352" y="1758571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37" name="ph4537"/>
            <p:cNvSpPr/>
            <p:nvPr/>
          </p:nvSpPr>
          <p:spPr>
            <a:xfrm>
              <a:off x="3124093" y="1758571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38" name="ph4538"/>
            <p:cNvSpPr/>
            <p:nvPr/>
          </p:nvSpPr>
          <p:spPr>
            <a:xfrm>
              <a:off x="2534741" y="180011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39" name="ph4539"/>
            <p:cNvSpPr/>
            <p:nvPr/>
          </p:nvSpPr>
          <p:spPr>
            <a:xfrm>
              <a:off x="2567484" y="180011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40" name="ph4540"/>
            <p:cNvSpPr/>
            <p:nvPr/>
          </p:nvSpPr>
          <p:spPr>
            <a:xfrm>
              <a:off x="2600225" y="180011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41" name="ph4541"/>
            <p:cNvSpPr/>
            <p:nvPr/>
          </p:nvSpPr>
          <p:spPr>
            <a:xfrm>
              <a:off x="2632967" y="180011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42" name="ph4542"/>
            <p:cNvSpPr/>
            <p:nvPr/>
          </p:nvSpPr>
          <p:spPr>
            <a:xfrm>
              <a:off x="2665709" y="180011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43" name="ph4543"/>
            <p:cNvSpPr/>
            <p:nvPr/>
          </p:nvSpPr>
          <p:spPr>
            <a:xfrm>
              <a:off x="2698451" y="180011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44" name="ph4544"/>
            <p:cNvSpPr/>
            <p:nvPr/>
          </p:nvSpPr>
          <p:spPr>
            <a:xfrm>
              <a:off x="2731192" y="180011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45" name="ph4545"/>
            <p:cNvSpPr/>
            <p:nvPr/>
          </p:nvSpPr>
          <p:spPr>
            <a:xfrm>
              <a:off x="2763935" y="180011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46" name="ph4546"/>
            <p:cNvSpPr/>
            <p:nvPr/>
          </p:nvSpPr>
          <p:spPr>
            <a:xfrm>
              <a:off x="2796676" y="180011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47" name="ph4547"/>
            <p:cNvSpPr/>
            <p:nvPr/>
          </p:nvSpPr>
          <p:spPr>
            <a:xfrm>
              <a:off x="2829417" y="180011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48" name="ph4548"/>
            <p:cNvSpPr/>
            <p:nvPr/>
          </p:nvSpPr>
          <p:spPr>
            <a:xfrm>
              <a:off x="2862160" y="180011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49" name="ph4549"/>
            <p:cNvSpPr/>
            <p:nvPr/>
          </p:nvSpPr>
          <p:spPr>
            <a:xfrm>
              <a:off x="2894901" y="180011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50" name="ph4550"/>
            <p:cNvSpPr/>
            <p:nvPr/>
          </p:nvSpPr>
          <p:spPr>
            <a:xfrm>
              <a:off x="2927643" y="180011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51" name="ph4551"/>
            <p:cNvSpPr/>
            <p:nvPr/>
          </p:nvSpPr>
          <p:spPr>
            <a:xfrm>
              <a:off x="2960385" y="180011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52" name="ph4552"/>
            <p:cNvSpPr/>
            <p:nvPr/>
          </p:nvSpPr>
          <p:spPr>
            <a:xfrm>
              <a:off x="2993127" y="180011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53" name="ph4553"/>
            <p:cNvSpPr/>
            <p:nvPr/>
          </p:nvSpPr>
          <p:spPr>
            <a:xfrm>
              <a:off x="3025868" y="180011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54" name="ph4554"/>
            <p:cNvSpPr/>
            <p:nvPr/>
          </p:nvSpPr>
          <p:spPr>
            <a:xfrm>
              <a:off x="3058611" y="180011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55" name="ph4555"/>
            <p:cNvSpPr/>
            <p:nvPr/>
          </p:nvSpPr>
          <p:spPr>
            <a:xfrm>
              <a:off x="3091352" y="180011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56" name="ph4556"/>
            <p:cNvSpPr/>
            <p:nvPr/>
          </p:nvSpPr>
          <p:spPr>
            <a:xfrm>
              <a:off x="3124093" y="180011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57" name="ph4557"/>
            <p:cNvSpPr/>
            <p:nvPr/>
          </p:nvSpPr>
          <p:spPr>
            <a:xfrm>
              <a:off x="2534741" y="184164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58" name="ph4558"/>
            <p:cNvSpPr/>
            <p:nvPr/>
          </p:nvSpPr>
          <p:spPr>
            <a:xfrm>
              <a:off x="2567484" y="184164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59" name="ph4559"/>
            <p:cNvSpPr/>
            <p:nvPr/>
          </p:nvSpPr>
          <p:spPr>
            <a:xfrm>
              <a:off x="2600225" y="184164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60" name="ph4560"/>
            <p:cNvSpPr/>
            <p:nvPr/>
          </p:nvSpPr>
          <p:spPr>
            <a:xfrm>
              <a:off x="2632967" y="184164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61" name="ph4561"/>
            <p:cNvSpPr/>
            <p:nvPr/>
          </p:nvSpPr>
          <p:spPr>
            <a:xfrm>
              <a:off x="2665709" y="184164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62" name="ph4562"/>
            <p:cNvSpPr/>
            <p:nvPr/>
          </p:nvSpPr>
          <p:spPr>
            <a:xfrm>
              <a:off x="2698451" y="184164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63" name="ph4563"/>
            <p:cNvSpPr/>
            <p:nvPr/>
          </p:nvSpPr>
          <p:spPr>
            <a:xfrm>
              <a:off x="2731192" y="184164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64" name="ph4564"/>
            <p:cNvSpPr/>
            <p:nvPr/>
          </p:nvSpPr>
          <p:spPr>
            <a:xfrm>
              <a:off x="2763935" y="184164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65" name="ph4565"/>
            <p:cNvSpPr/>
            <p:nvPr/>
          </p:nvSpPr>
          <p:spPr>
            <a:xfrm>
              <a:off x="2796676" y="184164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66" name="ph4566"/>
            <p:cNvSpPr/>
            <p:nvPr/>
          </p:nvSpPr>
          <p:spPr>
            <a:xfrm>
              <a:off x="2829417" y="184164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67" name="ph4567"/>
            <p:cNvSpPr/>
            <p:nvPr/>
          </p:nvSpPr>
          <p:spPr>
            <a:xfrm>
              <a:off x="2862160" y="184164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68" name="ph4568"/>
            <p:cNvSpPr/>
            <p:nvPr/>
          </p:nvSpPr>
          <p:spPr>
            <a:xfrm>
              <a:off x="2894901" y="184164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69" name="ph4569"/>
            <p:cNvSpPr/>
            <p:nvPr/>
          </p:nvSpPr>
          <p:spPr>
            <a:xfrm>
              <a:off x="2927643" y="184164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70" name="ph4570"/>
            <p:cNvSpPr/>
            <p:nvPr/>
          </p:nvSpPr>
          <p:spPr>
            <a:xfrm>
              <a:off x="2960385" y="184164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71" name="ph4571"/>
            <p:cNvSpPr/>
            <p:nvPr/>
          </p:nvSpPr>
          <p:spPr>
            <a:xfrm>
              <a:off x="2993127" y="184164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72" name="ph4572"/>
            <p:cNvSpPr/>
            <p:nvPr/>
          </p:nvSpPr>
          <p:spPr>
            <a:xfrm>
              <a:off x="3025868" y="184164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73" name="ph4573"/>
            <p:cNvSpPr/>
            <p:nvPr/>
          </p:nvSpPr>
          <p:spPr>
            <a:xfrm>
              <a:off x="3058611" y="184164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74" name="ph4574"/>
            <p:cNvSpPr/>
            <p:nvPr/>
          </p:nvSpPr>
          <p:spPr>
            <a:xfrm>
              <a:off x="3091352" y="184164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75" name="ph4575"/>
            <p:cNvSpPr/>
            <p:nvPr/>
          </p:nvSpPr>
          <p:spPr>
            <a:xfrm>
              <a:off x="2534741" y="188318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76" name="ph4576"/>
            <p:cNvSpPr/>
            <p:nvPr/>
          </p:nvSpPr>
          <p:spPr>
            <a:xfrm>
              <a:off x="2567484" y="188318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77" name="ph4577"/>
            <p:cNvSpPr/>
            <p:nvPr/>
          </p:nvSpPr>
          <p:spPr>
            <a:xfrm>
              <a:off x="2600225" y="188318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78" name="ph4578"/>
            <p:cNvSpPr/>
            <p:nvPr/>
          </p:nvSpPr>
          <p:spPr>
            <a:xfrm>
              <a:off x="2632967" y="188318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79" name="ph4579"/>
            <p:cNvSpPr/>
            <p:nvPr/>
          </p:nvSpPr>
          <p:spPr>
            <a:xfrm>
              <a:off x="2665709" y="188318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80" name="ph4580"/>
            <p:cNvSpPr/>
            <p:nvPr/>
          </p:nvSpPr>
          <p:spPr>
            <a:xfrm>
              <a:off x="2698451" y="188318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81" name="ph4581"/>
            <p:cNvSpPr/>
            <p:nvPr/>
          </p:nvSpPr>
          <p:spPr>
            <a:xfrm>
              <a:off x="2731192" y="188318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82" name="ph4582"/>
            <p:cNvSpPr/>
            <p:nvPr/>
          </p:nvSpPr>
          <p:spPr>
            <a:xfrm>
              <a:off x="2763935" y="188318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83" name="ph4583"/>
            <p:cNvSpPr/>
            <p:nvPr/>
          </p:nvSpPr>
          <p:spPr>
            <a:xfrm>
              <a:off x="2796676" y="188318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84" name="ph4584"/>
            <p:cNvSpPr/>
            <p:nvPr/>
          </p:nvSpPr>
          <p:spPr>
            <a:xfrm>
              <a:off x="2829417" y="188318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85" name="ph4585"/>
            <p:cNvSpPr/>
            <p:nvPr/>
          </p:nvSpPr>
          <p:spPr>
            <a:xfrm>
              <a:off x="2862160" y="188318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86" name="ph4586"/>
            <p:cNvSpPr/>
            <p:nvPr/>
          </p:nvSpPr>
          <p:spPr>
            <a:xfrm>
              <a:off x="2894901" y="188318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87" name="ph4587"/>
            <p:cNvSpPr/>
            <p:nvPr/>
          </p:nvSpPr>
          <p:spPr>
            <a:xfrm>
              <a:off x="2927643" y="188318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88" name="ph4588"/>
            <p:cNvSpPr/>
            <p:nvPr/>
          </p:nvSpPr>
          <p:spPr>
            <a:xfrm>
              <a:off x="2960385" y="188318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89" name="ph4589"/>
            <p:cNvSpPr/>
            <p:nvPr/>
          </p:nvSpPr>
          <p:spPr>
            <a:xfrm>
              <a:off x="2993127" y="188318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90" name="ph4590"/>
            <p:cNvSpPr/>
            <p:nvPr/>
          </p:nvSpPr>
          <p:spPr>
            <a:xfrm>
              <a:off x="3025868" y="188318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91" name="ph4591"/>
            <p:cNvSpPr/>
            <p:nvPr/>
          </p:nvSpPr>
          <p:spPr>
            <a:xfrm>
              <a:off x="3058611" y="188318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92" name="ph4592"/>
            <p:cNvSpPr/>
            <p:nvPr/>
          </p:nvSpPr>
          <p:spPr>
            <a:xfrm>
              <a:off x="2567484" y="192472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93" name="ph4593"/>
            <p:cNvSpPr/>
            <p:nvPr/>
          </p:nvSpPr>
          <p:spPr>
            <a:xfrm>
              <a:off x="2600225" y="192472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94" name="ph4594"/>
            <p:cNvSpPr/>
            <p:nvPr/>
          </p:nvSpPr>
          <p:spPr>
            <a:xfrm>
              <a:off x="2632967" y="192472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95" name="ph4595"/>
            <p:cNvSpPr/>
            <p:nvPr/>
          </p:nvSpPr>
          <p:spPr>
            <a:xfrm>
              <a:off x="2665709" y="192472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96" name="ph4596"/>
            <p:cNvSpPr/>
            <p:nvPr/>
          </p:nvSpPr>
          <p:spPr>
            <a:xfrm>
              <a:off x="2698451" y="192472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97" name="ph4597"/>
            <p:cNvSpPr/>
            <p:nvPr/>
          </p:nvSpPr>
          <p:spPr>
            <a:xfrm>
              <a:off x="2731192" y="192472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98" name="ph4598"/>
            <p:cNvSpPr/>
            <p:nvPr/>
          </p:nvSpPr>
          <p:spPr>
            <a:xfrm>
              <a:off x="2763935" y="192472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99" name="ph4599"/>
            <p:cNvSpPr/>
            <p:nvPr/>
          </p:nvSpPr>
          <p:spPr>
            <a:xfrm>
              <a:off x="2796676" y="192472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00" name="ph4600"/>
            <p:cNvSpPr/>
            <p:nvPr/>
          </p:nvSpPr>
          <p:spPr>
            <a:xfrm>
              <a:off x="2829417" y="192472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01" name="ph4601"/>
            <p:cNvSpPr/>
            <p:nvPr/>
          </p:nvSpPr>
          <p:spPr>
            <a:xfrm>
              <a:off x="2862160" y="192472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02" name="ph4602"/>
            <p:cNvSpPr/>
            <p:nvPr/>
          </p:nvSpPr>
          <p:spPr>
            <a:xfrm>
              <a:off x="2894901" y="192472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03" name="ph4603"/>
            <p:cNvSpPr/>
            <p:nvPr/>
          </p:nvSpPr>
          <p:spPr>
            <a:xfrm>
              <a:off x="2927643" y="192472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04" name="ph4604"/>
            <p:cNvSpPr/>
            <p:nvPr/>
          </p:nvSpPr>
          <p:spPr>
            <a:xfrm>
              <a:off x="2960385" y="192472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05" name="ph4605"/>
            <p:cNvSpPr/>
            <p:nvPr/>
          </p:nvSpPr>
          <p:spPr>
            <a:xfrm>
              <a:off x="2993127" y="192472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06" name="ph4606"/>
            <p:cNvSpPr/>
            <p:nvPr/>
          </p:nvSpPr>
          <p:spPr>
            <a:xfrm>
              <a:off x="3025868" y="192472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07" name="ph4607"/>
            <p:cNvSpPr/>
            <p:nvPr/>
          </p:nvSpPr>
          <p:spPr>
            <a:xfrm>
              <a:off x="2665709" y="196626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08" name="ph4608"/>
            <p:cNvSpPr/>
            <p:nvPr/>
          </p:nvSpPr>
          <p:spPr>
            <a:xfrm>
              <a:off x="2698451" y="196626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09" name="ph4609"/>
            <p:cNvSpPr/>
            <p:nvPr/>
          </p:nvSpPr>
          <p:spPr>
            <a:xfrm>
              <a:off x="2731192" y="196626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10" name="ph4610"/>
            <p:cNvSpPr/>
            <p:nvPr/>
          </p:nvSpPr>
          <p:spPr>
            <a:xfrm>
              <a:off x="2763935" y="196626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11" name="ph4611"/>
            <p:cNvSpPr/>
            <p:nvPr/>
          </p:nvSpPr>
          <p:spPr>
            <a:xfrm>
              <a:off x="2796676" y="196626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12" name="ph4612"/>
            <p:cNvSpPr/>
            <p:nvPr/>
          </p:nvSpPr>
          <p:spPr>
            <a:xfrm>
              <a:off x="2829417" y="196626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13" name="ph4613"/>
            <p:cNvSpPr/>
            <p:nvPr/>
          </p:nvSpPr>
          <p:spPr>
            <a:xfrm>
              <a:off x="2862160" y="196626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14" name="ph4614"/>
            <p:cNvSpPr/>
            <p:nvPr/>
          </p:nvSpPr>
          <p:spPr>
            <a:xfrm>
              <a:off x="2894901" y="196626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15" name="ph4615"/>
            <p:cNvSpPr/>
            <p:nvPr/>
          </p:nvSpPr>
          <p:spPr>
            <a:xfrm>
              <a:off x="2927643" y="196626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16" name="ph4616"/>
            <p:cNvSpPr/>
            <p:nvPr/>
          </p:nvSpPr>
          <p:spPr>
            <a:xfrm>
              <a:off x="2960385" y="196626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17" name="ph4617"/>
            <p:cNvSpPr/>
            <p:nvPr/>
          </p:nvSpPr>
          <p:spPr>
            <a:xfrm>
              <a:off x="2993127" y="196626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18" name="ph4618"/>
            <p:cNvSpPr/>
            <p:nvPr/>
          </p:nvSpPr>
          <p:spPr>
            <a:xfrm>
              <a:off x="3025868" y="196626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19" name="ph4619"/>
            <p:cNvSpPr/>
            <p:nvPr/>
          </p:nvSpPr>
          <p:spPr>
            <a:xfrm>
              <a:off x="2731192" y="2007801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20" name="ph4620"/>
            <p:cNvSpPr/>
            <p:nvPr/>
          </p:nvSpPr>
          <p:spPr>
            <a:xfrm>
              <a:off x="2763935" y="2007801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21" name="ph4621"/>
            <p:cNvSpPr/>
            <p:nvPr/>
          </p:nvSpPr>
          <p:spPr>
            <a:xfrm>
              <a:off x="2796676" y="2007801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22" name="ph4622"/>
            <p:cNvSpPr/>
            <p:nvPr/>
          </p:nvSpPr>
          <p:spPr>
            <a:xfrm>
              <a:off x="2829417" y="2007801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23" name="ph4623"/>
            <p:cNvSpPr/>
            <p:nvPr/>
          </p:nvSpPr>
          <p:spPr>
            <a:xfrm>
              <a:off x="2862160" y="2007801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24" name="ph4624"/>
            <p:cNvSpPr/>
            <p:nvPr/>
          </p:nvSpPr>
          <p:spPr>
            <a:xfrm>
              <a:off x="2894901" y="2007801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25" name="ph4625"/>
            <p:cNvSpPr/>
            <p:nvPr/>
          </p:nvSpPr>
          <p:spPr>
            <a:xfrm>
              <a:off x="2927643" y="2007801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26" name="ph4626"/>
            <p:cNvSpPr/>
            <p:nvPr/>
          </p:nvSpPr>
          <p:spPr>
            <a:xfrm>
              <a:off x="2960385" y="2007801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27" name="ph4627"/>
            <p:cNvSpPr/>
            <p:nvPr/>
          </p:nvSpPr>
          <p:spPr>
            <a:xfrm>
              <a:off x="2993127" y="2007801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28" name="ph4628"/>
            <p:cNvSpPr/>
            <p:nvPr/>
          </p:nvSpPr>
          <p:spPr>
            <a:xfrm>
              <a:off x="3025868" y="2007801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29" name="ph4629"/>
            <p:cNvSpPr/>
            <p:nvPr/>
          </p:nvSpPr>
          <p:spPr>
            <a:xfrm>
              <a:off x="2763935" y="204933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30" name="ph4630"/>
            <p:cNvSpPr/>
            <p:nvPr/>
          </p:nvSpPr>
          <p:spPr>
            <a:xfrm>
              <a:off x="2796676" y="204933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31" name="ph4631"/>
            <p:cNvSpPr/>
            <p:nvPr/>
          </p:nvSpPr>
          <p:spPr>
            <a:xfrm>
              <a:off x="2829417" y="204933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32" name="ph4632"/>
            <p:cNvSpPr/>
            <p:nvPr/>
          </p:nvSpPr>
          <p:spPr>
            <a:xfrm>
              <a:off x="2862160" y="204933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33" name="ph4633"/>
            <p:cNvSpPr/>
            <p:nvPr/>
          </p:nvSpPr>
          <p:spPr>
            <a:xfrm>
              <a:off x="2894901" y="204933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34" name="ph4634"/>
            <p:cNvSpPr/>
            <p:nvPr/>
          </p:nvSpPr>
          <p:spPr>
            <a:xfrm>
              <a:off x="2927643" y="204933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35" name="ph4635"/>
            <p:cNvSpPr/>
            <p:nvPr/>
          </p:nvSpPr>
          <p:spPr>
            <a:xfrm>
              <a:off x="2960385" y="204933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36" name="ph4636"/>
            <p:cNvSpPr/>
            <p:nvPr/>
          </p:nvSpPr>
          <p:spPr>
            <a:xfrm>
              <a:off x="2993127" y="204933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37" name="ph4637"/>
            <p:cNvSpPr/>
            <p:nvPr/>
          </p:nvSpPr>
          <p:spPr>
            <a:xfrm>
              <a:off x="3025868" y="204933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38" name="ph4638"/>
            <p:cNvSpPr/>
            <p:nvPr/>
          </p:nvSpPr>
          <p:spPr>
            <a:xfrm>
              <a:off x="2796676" y="209087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39" name="ph4639"/>
            <p:cNvSpPr/>
            <p:nvPr/>
          </p:nvSpPr>
          <p:spPr>
            <a:xfrm>
              <a:off x="2829417" y="209087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40" name="ph4640"/>
            <p:cNvSpPr/>
            <p:nvPr/>
          </p:nvSpPr>
          <p:spPr>
            <a:xfrm>
              <a:off x="2862160" y="209087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41" name="ph4641"/>
            <p:cNvSpPr/>
            <p:nvPr/>
          </p:nvSpPr>
          <p:spPr>
            <a:xfrm>
              <a:off x="2894901" y="209087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42" name="ph4642"/>
            <p:cNvSpPr/>
            <p:nvPr/>
          </p:nvSpPr>
          <p:spPr>
            <a:xfrm>
              <a:off x="2927643" y="209087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2A4AA">
                <a:alpha val="100000"/>
              </a:srgbClr>
            </a:solidFill>
            <a:ln w="5420" cap="flat">
              <a:solidFill>
                <a:srgbClr val="42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43" name="ph4643"/>
            <p:cNvSpPr/>
            <p:nvPr/>
          </p:nvSpPr>
          <p:spPr>
            <a:xfrm>
              <a:off x="2960385" y="209087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44" name="ph4644"/>
            <p:cNvSpPr/>
            <p:nvPr/>
          </p:nvSpPr>
          <p:spPr>
            <a:xfrm>
              <a:off x="2993127" y="209087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45" name="ph4645"/>
            <p:cNvSpPr/>
            <p:nvPr/>
          </p:nvSpPr>
          <p:spPr>
            <a:xfrm>
              <a:off x="3025868" y="209087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46" name="ph4646"/>
            <p:cNvSpPr/>
            <p:nvPr/>
          </p:nvSpPr>
          <p:spPr>
            <a:xfrm>
              <a:off x="3058611" y="209087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47" name="ph4647"/>
            <p:cNvSpPr/>
            <p:nvPr/>
          </p:nvSpPr>
          <p:spPr>
            <a:xfrm>
              <a:off x="2894901" y="213241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48" name="ph4648"/>
            <p:cNvSpPr/>
            <p:nvPr/>
          </p:nvSpPr>
          <p:spPr>
            <a:xfrm>
              <a:off x="2927643" y="213241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49" name="ph4649"/>
            <p:cNvSpPr/>
            <p:nvPr/>
          </p:nvSpPr>
          <p:spPr>
            <a:xfrm>
              <a:off x="2960385" y="213241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50" name="ph4650"/>
            <p:cNvSpPr/>
            <p:nvPr/>
          </p:nvSpPr>
          <p:spPr>
            <a:xfrm>
              <a:off x="2993127" y="213241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51" name="ph4651"/>
            <p:cNvSpPr/>
            <p:nvPr/>
          </p:nvSpPr>
          <p:spPr>
            <a:xfrm>
              <a:off x="3025868" y="213241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52" name="ph4652"/>
            <p:cNvSpPr/>
            <p:nvPr/>
          </p:nvSpPr>
          <p:spPr>
            <a:xfrm>
              <a:off x="3058611" y="213241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53" name="ph4653"/>
            <p:cNvSpPr/>
            <p:nvPr/>
          </p:nvSpPr>
          <p:spPr>
            <a:xfrm>
              <a:off x="2731192" y="217395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54" name="ph4654"/>
            <p:cNvSpPr/>
            <p:nvPr/>
          </p:nvSpPr>
          <p:spPr>
            <a:xfrm>
              <a:off x="2862160" y="217395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55" name="ph4655"/>
            <p:cNvSpPr/>
            <p:nvPr/>
          </p:nvSpPr>
          <p:spPr>
            <a:xfrm>
              <a:off x="2894901" y="217395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56" name="ph4656"/>
            <p:cNvSpPr/>
            <p:nvPr/>
          </p:nvSpPr>
          <p:spPr>
            <a:xfrm>
              <a:off x="2927643" y="217395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57" name="ph4657"/>
            <p:cNvSpPr/>
            <p:nvPr/>
          </p:nvSpPr>
          <p:spPr>
            <a:xfrm>
              <a:off x="2960385" y="217395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58" name="ph4658"/>
            <p:cNvSpPr/>
            <p:nvPr/>
          </p:nvSpPr>
          <p:spPr>
            <a:xfrm>
              <a:off x="2993127" y="217395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59" name="ph4659"/>
            <p:cNvSpPr/>
            <p:nvPr/>
          </p:nvSpPr>
          <p:spPr>
            <a:xfrm>
              <a:off x="3025868" y="217395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60" name="ph4660"/>
            <p:cNvSpPr/>
            <p:nvPr/>
          </p:nvSpPr>
          <p:spPr>
            <a:xfrm>
              <a:off x="3058611" y="217395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61" name="ph4661"/>
            <p:cNvSpPr/>
            <p:nvPr/>
          </p:nvSpPr>
          <p:spPr>
            <a:xfrm>
              <a:off x="2698451" y="2215491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62" name="ph4662"/>
            <p:cNvSpPr/>
            <p:nvPr/>
          </p:nvSpPr>
          <p:spPr>
            <a:xfrm>
              <a:off x="2731192" y="2215491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63" name="ph4663"/>
            <p:cNvSpPr/>
            <p:nvPr/>
          </p:nvSpPr>
          <p:spPr>
            <a:xfrm>
              <a:off x="2763935" y="2215491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64" name="ph4664"/>
            <p:cNvSpPr/>
            <p:nvPr/>
          </p:nvSpPr>
          <p:spPr>
            <a:xfrm>
              <a:off x="2796676" y="2215491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65" name="ph4665"/>
            <p:cNvSpPr/>
            <p:nvPr/>
          </p:nvSpPr>
          <p:spPr>
            <a:xfrm>
              <a:off x="2829417" y="2215491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66" name="ph4666"/>
            <p:cNvSpPr/>
            <p:nvPr/>
          </p:nvSpPr>
          <p:spPr>
            <a:xfrm>
              <a:off x="2862160" y="2215491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67" name="ph4667"/>
            <p:cNvSpPr/>
            <p:nvPr/>
          </p:nvSpPr>
          <p:spPr>
            <a:xfrm>
              <a:off x="2894901" y="2215491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68" name="ph4668"/>
            <p:cNvSpPr/>
            <p:nvPr/>
          </p:nvSpPr>
          <p:spPr>
            <a:xfrm>
              <a:off x="2927643" y="2215491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69" name="ph4669"/>
            <p:cNvSpPr/>
            <p:nvPr/>
          </p:nvSpPr>
          <p:spPr>
            <a:xfrm>
              <a:off x="2960385" y="2215491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70" name="ph4670"/>
            <p:cNvSpPr/>
            <p:nvPr/>
          </p:nvSpPr>
          <p:spPr>
            <a:xfrm>
              <a:off x="2993127" y="2215491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71" name="ph4671"/>
            <p:cNvSpPr/>
            <p:nvPr/>
          </p:nvSpPr>
          <p:spPr>
            <a:xfrm>
              <a:off x="3025868" y="2215491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72" name="ph4672"/>
            <p:cNvSpPr/>
            <p:nvPr/>
          </p:nvSpPr>
          <p:spPr>
            <a:xfrm>
              <a:off x="3058611" y="2215491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73" name="ph4673"/>
            <p:cNvSpPr/>
            <p:nvPr/>
          </p:nvSpPr>
          <p:spPr>
            <a:xfrm>
              <a:off x="2665709" y="225703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74" name="ph4674"/>
            <p:cNvSpPr/>
            <p:nvPr/>
          </p:nvSpPr>
          <p:spPr>
            <a:xfrm>
              <a:off x="2698451" y="225703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75" name="ph4675"/>
            <p:cNvSpPr/>
            <p:nvPr/>
          </p:nvSpPr>
          <p:spPr>
            <a:xfrm>
              <a:off x="2731192" y="225703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76" name="ph4676"/>
            <p:cNvSpPr/>
            <p:nvPr/>
          </p:nvSpPr>
          <p:spPr>
            <a:xfrm>
              <a:off x="2763935" y="225703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77" name="ph4677"/>
            <p:cNvSpPr/>
            <p:nvPr/>
          </p:nvSpPr>
          <p:spPr>
            <a:xfrm>
              <a:off x="2796676" y="225703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78" name="ph4678"/>
            <p:cNvSpPr/>
            <p:nvPr/>
          </p:nvSpPr>
          <p:spPr>
            <a:xfrm>
              <a:off x="2829417" y="225703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79" name="ph4679"/>
            <p:cNvSpPr/>
            <p:nvPr/>
          </p:nvSpPr>
          <p:spPr>
            <a:xfrm>
              <a:off x="2862160" y="225703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80" name="ph4680"/>
            <p:cNvSpPr/>
            <p:nvPr/>
          </p:nvSpPr>
          <p:spPr>
            <a:xfrm>
              <a:off x="2894901" y="225703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81" name="ph4681"/>
            <p:cNvSpPr/>
            <p:nvPr/>
          </p:nvSpPr>
          <p:spPr>
            <a:xfrm>
              <a:off x="2927643" y="225703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82" name="ph4682"/>
            <p:cNvSpPr/>
            <p:nvPr/>
          </p:nvSpPr>
          <p:spPr>
            <a:xfrm>
              <a:off x="2960385" y="225703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83" name="ph4683"/>
            <p:cNvSpPr/>
            <p:nvPr/>
          </p:nvSpPr>
          <p:spPr>
            <a:xfrm>
              <a:off x="2993127" y="225703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84" name="ph4684"/>
            <p:cNvSpPr/>
            <p:nvPr/>
          </p:nvSpPr>
          <p:spPr>
            <a:xfrm>
              <a:off x="3025868" y="225703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85" name="ph4685"/>
            <p:cNvSpPr/>
            <p:nvPr/>
          </p:nvSpPr>
          <p:spPr>
            <a:xfrm>
              <a:off x="3058611" y="225703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86" name="ph4686"/>
            <p:cNvSpPr/>
            <p:nvPr/>
          </p:nvSpPr>
          <p:spPr>
            <a:xfrm>
              <a:off x="3091352" y="225703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87" name="ph4687"/>
            <p:cNvSpPr/>
            <p:nvPr/>
          </p:nvSpPr>
          <p:spPr>
            <a:xfrm>
              <a:off x="2665709" y="229856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88" name="ph4688"/>
            <p:cNvSpPr/>
            <p:nvPr/>
          </p:nvSpPr>
          <p:spPr>
            <a:xfrm>
              <a:off x="2698451" y="229856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89" name="ph4689"/>
            <p:cNvSpPr/>
            <p:nvPr/>
          </p:nvSpPr>
          <p:spPr>
            <a:xfrm>
              <a:off x="2731192" y="229856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90" name="ph4690"/>
            <p:cNvSpPr/>
            <p:nvPr/>
          </p:nvSpPr>
          <p:spPr>
            <a:xfrm>
              <a:off x="2763935" y="229856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91" name="ph4691"/>
            <p:cNvSpPr/>
            <p:nvPr/>
          </p:nvSpPr>
          <p:spPr>
            <a:xfrm>
              <a:off x="2796676" y="229856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92" name="ph4692"/>
            <p:cNvSpPr/>
            <p:nvPr/>
          </p:nvSpPr>
          <p:spPr>
            <a:xfrm>
              <a:off x="2829417" y="229856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93" name="ph4693"/>
            <p:cNvSpPr/>
            <p:nvPr/>
          </p:nvSpPr>
          <p:spPr>
            <a:xfrm>
              <a:off x="2862160" y="229856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94" name="ph4694"/>
            <p:cNvSpPr/>
            <p:nvPr/>
          </p:nvSpPr>
          <p:spPr>
            <a:xfrm>
              <a:off x="2894901" y="229856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95" name="ph4695"/>
            <p:cNvSpPr/>
            <p:nvPr/>
          </p:nvSpPr>
          <p:spPr>
            <a:xfrm>
              <a:off x="2927643" y="229856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96" name="ph4696"/>
            <p:cNvSpPr/>
            <p:nvPr/>
          </p:nvSpPr>
          <p:spPr>
            <a:xfrm>
              <a:off x="2960385" y="229856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595A8">
                <a:alpha val="100000"/>
              </a:srgbClr>
            </a:solidFill>
            <a:ln w="5420" cap="flat">
              <a:solidFill>
                <a:srgbClr val="3595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97" name="ph4697"/>
            <p:cNvSpPr/>
            <p:nvPr/>
          </p:nvSpPr>
          <p:spPr>
            <a:xfrm>
              <a:off x="2993127" y="229856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98" name="ph4698"/>
            <p:cNvSpPr/>
            <p:nvPr/>
          </p:nvSpPr>
          <p:spPr>
            <a:xfrm>
              <a:off x="3025868" y="229856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99" name="ph4699"/>
            <p:cNvSpPr/>
            <p:nvPr/>
          </p:nvSpPr>
          <p:spPr>
            <a:xfrm>
              <a:off x="3058611" y="229856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00" name="ph4700"/>
            <p:cNvSpPr/>
            <p:nvPr/>
          </p:nvSpPr>
          <p:spPr>
            <a:xfrm>
              <a:off x="3091352" y="229856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01" name="ph4701"/>
            <p:cNvSpPr/>
            <p:nvPr/>
          </p:nvSpPr>
          <p:spPr>
            <a:xfrm>
              <a:off x="3124093" y="229856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02" name="ph4702"/>
            <p:cNvSpPr/>
            <p:nvPr/>
          </p:nvSpPr>
          <p:spPr>
            <a:xfrm>
              <a:off x="2665709" y="234010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03" name="ph4703"/>
            <p:cNvSpPr/>
            <p:nvPr/>
          </p:nvSpPr>
          <p:spPr>
            <a:xfrm>
              <a:off x="2698451" y="234010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04" name="ph4704"/>
            <p:cNvSpPr/>
            <p:nvPr/>
          </p:nvSpPr>
          <p:spPr>
            <a:xfrm>
              <a:off x="2731192" y="234010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05" name="ph4705"/>
            <p:cNvSpPr/>
            <p:nvPr/>
          </p:nvSpPr>
          <p:spPr>
            <a:xfrm>
              <a:off x="2763935" y="234010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06" name="ph4706"/>
            <p:cNvSpPr/>
            <p:nvPr/>
          </p:nvSpPr>
          <p:spPr>
            <a:xfrm>
              <a:off x="2796676" y="234010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07" name="ph4707"/>
            <p:cNvSpPr/>
            <p:nvPr/>
          </p:nvSpPr>
          <p:spPr>
            <a:xfrm>
              <a:off x="2829417" y="234010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08" name="ph4708"/>
            <p:cNvSpPr/>
            <p:nvPr/>
          </p:nvSpPr>
          <p:spPr>
            <a:xfrm>
              <a:off x="2862160" y="234010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09" name="ph4709"/>
            <p:cNvSpPr/>
            <p:nvPr/>
          </p:nvSpPr>
          <p:spPr>
            <a:xfrm>
              <a:off x="2894901" y="234010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10" name="ph4710"/>
            <p:cNvSpPr/>
            <p:nvPr/>
          </p:nvSpPr>
          <p:spPr>
            <a:xfrm>
              <a:off x="2927643" y="234010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11" name="ph4711"/>
            <p:cNvSpPr/>
            <p:nvPr/>
          </p:nvSpPr>
          <p:spPr>
            <a:xfrm>
              <a:off x="2960385" y="234010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12" name="ph4712"/>
            <p:cNvSpPr/>
            <p:nvPr/>
          </p:nvSpPr>
          <p:spPr>
            <a:xfrm>
              <a:off x="2993127" y="234010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13" name="ph4713"/>
            <p:cNvSpPr/>
            <p:nvPr/>
          </p:nvSpPr>
          <p:spPr>
            <a:xfrm>
              <a:off x="3025868" y="234010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14" name="ph4714"/>
            <p:cNvSpPr/>
            <p:nvPr/>
          </p:nvSpPr>
          <p:spPr>
            <a:xfrm>
              <a:off x="3058611" y="234010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15" name="ph4715"/>
            <p:cNvSpPr/>
            <p:nvPr/>
          </p:nvSpPr>
          <p:spPr>
            <a:xfrm>
              <a:off x="3091352" y="234010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16" name="ph4716"/>
            <p:cNvSpPr/>
            <p:nvPr/>
          </p:nvSpPr>
          <p:spPr>
            <a:xfrm>
              <a:off x="3124093" y="234010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17" name="ph4717"/>
            <p:cNvSpPr/>
            <p:nvPr/>
          </p:nvSpPr>
          <p:spPr>
            <a:xfrm>
              <a:off x="3549393" y="889975"/>
              <a:ext cx="1219859" cy="1270166"/>
            </a:xfrm>
            <a:custGeom>
              <a:avLst/>
              <a:gdLst/>
              <a:ahLst/>
              <a:cxnLst/>
              <a:rect l="0" t="0" r="0" b="0"/>
              <a:pathLst>
                <a:path w="914894" h="952624">
                  <a:moveTo>
                    <a:pt x="914400" y="914400"/>
                  </a:moveTo>
                  <a:lnTo>
                    <a:pt x="907475" y="952624"/>
                  </a:lnTo>
                  <a:lnTo>
                    <a:pt x="906570" y="941017"/>
                  </a:lnTo>
                  <a:lnTo>
                    <a:pt x="909475" y="909833"/>
                  </a:lnTo>
                  <a:lnTo>
                    <a:pt x="914894" y="90983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000000">
                  <a:alpha val="6509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18" name="ph4718"/>
            <p:cNvSpPr/>
            <p:nvPr/>
          </p:nvSpPr>
          <p:spPr>
            <a:xfrm>
              <a:off x="3528936" y="884275"/>
              <a:ext cx="1219375" cy="1595842"/>
            </a:xfrm>
            <a:custGeom>
              <a:avLst/>
              <a:gdLst/>
              <a:ahLst/>
              <a:cxnLst/>
              <a:rect l="0" t="0" r="0" b="0"/>
              <a:pathLst>
                <a:path w="914531" h="1196881">
                  <a:moveTo>
                    <a:pt x="914400" y="914400"/>
                  </a:moveTo>
                  <a:lnTo>
                    <a:pt x="901336" y="974329"/>
                  </a:lnTo>
                  <a:lnTo>
                    <a:pt x="883376" y="1006273"/>
                  </a:lnTo>
                  <a:lnTo>
                    <a:pt x="866834" y="1028366"/>
                  </a:lnTo>
                  <a:lnTo>
                    <a:pt x="849768" y="1024714"/>
                  </a:lnTo>
                  <a:lnTo>
                    <a:pt x="853606" y="1042269"/>
                  </a:lnTo>
                  <a:lnTo>
                    <a:pt x="848917" y="1051414"/>
                  </a:lnTo>
                  <a:lnTo>
                    <a:pt x="844904" y="1070491"/>
                  </a:lnTo>
                  <a:lnTo>
                    <a:pt x="834730" y="1083136"/>
                  </a:lnTo>
                  <a:lnTo>
                    <a:pt x="825167" y="1081918"/>
                  </a:lnTo>
                  <a:lnTo>
                    <a:pt x="811427" y="1090634"/>
                  </a:lnTo>
                  <a:lnTo>
                    <a:pt x="806008" y="1097302"/>
                  </a:lnTo>
                  <a:lnTo>
                    <a:pt x="805604" y="1110071"/>
                  </a:lnTo>
                  <a:lnTo>
                    <a:pt x="796412" y="1121304"/>
                  </a:lnTo>
                  <a:lnTo>
                    <a:pt x="763240" y="1179657"/>
                  </a:lnTo>
                  <a:lnTo>
                    <a:pt x="734441" y="1196881"/>
                  </a:lnTo>
                  <a:lnTo>
                    <a:pt x="727549" y="1194377"/>
                  </a:lnTo>
                  <a:lnTo>
                    <a:pt x="735139" y="1166833"/>
                  </a:lnTo>
                  <a:lnTo>
                    <a:pt x="740340" y="1138985"/>
                  </a:lnTo>
                  <a:lnTo>
                    <a:pt x="722860" y="1126866"/>
                  </a:lnTo>
                  <a:lnTo>
                    <a:pt x="706133" y="1120461"/>
                  </a:lnTo>
                  <a:lnTo>
                    <a:pt x="686940" y="1121304"/>
                  </a:lnTo>
                  <a:lnTo>
                    <a:pt x="665742" y="1099654"/>
                  </a:lnTo>
                  <a:lnTo>
                    <a:pt x="638415" y="1083911"/>
                  </a:lnTo>
                  <a:lnTo>
                    <a:pt x="600271" y="1041315"/>
                  </a:lnTo>
                  <a:lnTo>
                    <a:pt x="601383" y="1029500"/>
                  </a:lnTo>
                  <a:lnTo>
                    <a:pt x="600423" y="1009676"/>
                  </a:lnTo>
                  <a:lnTo>
                    <a:pt x="612015" y="978355"/>
                  </a:lnTo>
                  <a:lnTo>
                    <a:pt x="623127" y="956456"/>
                  </a:lnTo>
                  <a:lnTo>
                    <a:pt x="638469" y="945112"/>
                  </a:lnTo>
                  <a:lnTo>
                    <a:pt x="682993" y="933560"/>
                  </a:lnTo>
                  <a:lnTo>
                    <a:pt x="694159" y="916184"/>
                  </a:lnTo>
                  <a:lnTo>
                    <a:pt x="695098" y="914108"/>
                  </a:lnTo>
                  <a:lnTo>
                    <a:pt x="914531" y="91410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000000">
                  <a:alpha val="6509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19" name="ph4719"/>
            <p:cNvSpPr/>
            <p:nvPr/>
          </p:nvSpPr>
          <p:spPr>
            <a:xfrm>
              <a:off x="3214695" y="900655"/>
              <a:ext cx="1260012" cy="2683130"/>
            </a:xfrm>
            <a:custGeom>
              <a:avLst/>
              <a:gdLst/>
              <a:ahLst/>
              <a:cxnLst/>
              <a:rect l="0" t="0" r="0" b="0"/>
              <a:pathLst>
                <a:path w="945009" h="2012347">
                  <a:moveTo>
                    <a:pt x="914400" y="914400"/>
                  </a:moveTo>
                  <a:lnTo>
                    <a:pt x="881359" y="922921"/>
                  </a:lnTo>
                  <a:lnTo>
                    <a:pt x="863551" y="932301"/>
                  </a:lnTo>
                  <a:lnTo>
                    <a:pt x="849310" y="946647"/>
                  </a:lnTo>
                  <a:lnTo>
                    <a:pt x="840881" y="964659"/>
                  </a:lnTo>
                  <a:lnTo>
                    <a:pt x="821798" y="986365"/>
                  </a:lnTo>
                  <a:lnTo>
                    <a:pt x="823139" y="1000905"/>
                  </a:lnTo>
                  <a:lnTo>
                    <a:pt x="826334" y="1011239"/>
                  </a:lnTo>
                  <a:lnTo>
                    <a:pt x="824862" y="1032779"/>
                  </a:lnTo>
                  <a:lnTo>
                    <a:pt x="836933" y="1053780"/>
                  </a:lnTo>
                  <a:lnTo>
                    <a:pt x="860869" y="1088185"/>
                  </a:lnTo>
                  <a:lnTo>
                    <a:pt x="865438" y="1141627"/>
                  </a:lnTo>
                  <a:lnTo>
                    <a:pt x="883703" y="1177389"/>
                  </a:lnTo>
                  <a:lnTo>
                    <a:pt x="911695" y="1219085"/>
                  </a:lnTo>
                  <a:lnTo>
                    <a:pt x="933221" y="1230941"/>
                  </a:lnTo>
                  <a:lnTo>
                    <a:pt x="934268" y="1246449"/>
                  </a:lnTo>
                  <a:lnTo>
                    <a:pt x="924334" y="1272056"/>
                  </a:lnTo>
                  <a:lnTo>
                    <a:pt x="911237" y="1283760"/>
                  </a:lnTo>
                  <a:lnTo>
                    <a:pt x="928270" y="1281422"/>
                  </a:lnTo>
                  <a:lnTo>
                    <a:pt x="936754" y="1287274"/>
                  </a:lnTo>
                  <a:lnTo>
                    <a:pt x="945009" y="1308634"/>
                  </a:lnTo>
                  <a:lnTo>
                    <a:pt x="944365" y="1330437"/>
                  </a:lnTo>
                  <a:lnTo>
                    <a:pt x="941574" y="1342722"/>
                  </a:lnTo>
                  <a:lnTo>
                    <a:pt x="936416" y="1347619"/>
                  </a:lnTo>
                  <a:lnTo>
                    <a:pt x="936634" y="1335071"/>
                  </a:lnTo>
                  <a:lnTo>
                    <a:pt x="932981" y="1330713"/>
                  </a:lnTo>
                  <a:lnTo>
                    <a:pt x="926951" y="1336150"/>
                  </a:lnTo>
                  <a:lnTo>
                    <a:pt x="923047" y="1342348"/>
                  </a:lnTo>
                  <a:lnTo>
                    <a:pt x="921422" y="1366766"/>
                  </a:lnTo>
                  <a:lnTo>
                    <a:pt x="917289" y="1378967"/>
                  </a:lnTo>
                  <a:lnTo>
                    <a:pt x="902677" y="1382592"/>
                  </a:lnTo>
                  <a:lnTo>
                    <a:pt x="887858" y="1414632"/>
                  </a:lnTo>
                  <a:lnTo>
                    <a:pt x="874074" y="1432810"/>
                  </a:lnTo>
                  <a:lnTo>
                    <a:pt x="819835" y="1555727"/>
                  </a:lnTo>
                  <a:lnTo>
                    <a:pt x="821907" y="1576271"/>
                  </a:lnTo>
                  <a:lnTo>
                    <a:pt x="811983" y="1582884"/>
                  </a:lnTo>
                  <a:lnTo>
                    <a:pt x="796957" y="1588266"/>
                  </a:lnTo>
                  <a:lnTo>
                    <a:pt x="781756" y="1600550"/>
                  </a:lnTo>
                  <a:lnTo>
                    <a:pt x="771669" y="1614094"/>
                  </a:lnTo>
                  <a:lnTo>
                    <a:pt x="762302" y="1650520"/>
                  </a:lnTo>
                  <a:lnTo>
                    <a:pt x="744353" y="1691524"/>
                  </a:lnTo>
                  <a:lnTo>
                    <a:pt x="733154" y="1674439"/>
                  </a:lnTo>
                  <a:lnTo>
                    <a:pt x="730286" y="1659816"/>
                  </a:lnTo>
                  <a:lnTo>
                    <a:pt x="735270" y="1621675"/>
                  </a:lnTo>
                  <a:lnTo>
                    <a:pt x="754680" y="1559145"/>
                  </a:lnTo>
                  <a:lnTo>
                    <a:pt x="776064" y="1520270"/>
                  </a:lnTo>
                  <a:lnTo>
                    <a:pt x="792377" y="1501843"/>
                  </a:lnTo>
                  <a:lnTo>
                    <a:pt x="805790" y="1464283"/>
                  </a:lnTo>
                  <a:lnTo>
                    <a:pt x="788844" y="1458680"/>
                  </a:lnTo>
                  <a:lnTo>
                    <a:pt x="763011" y="1459289"/>
                  </a:lnTo>
                  <a:lnTo>
                    <a:pt x="767874" y="1441955"/>
                  </a:lnTo>
                  <a:lnTo>
                    <a:pt x="775409" y="1426682"/>
                  </a:lnTo>
                  <a:lnTo>
                    <a:pt x="761942" y="1411464"/>
                  </a:lnTo>
                  <a:lnTo>
                    <a:pt x="753971" y="1409527"/>
                  </a:lnTo>
                  <a:lnTo>
                    <a:pt x="745760" y="1403288"/>
                  </a:lnTo>
                  <a:lnTo>
                    <a:pt x="755389" y="1390616"/>
                  </a:lnTo>
                  <a:lnTo>
                    <a:pt x="760088" y="1377224"/>
                  </a:lnTo>
                  <a:lnTo>
                    <a:pt x="757221" y="1360927"/>
                  </a:lnTo>
                  <a:lnTo>
                    <a:pt x="761255" y="1348656"/>
                  </a:lnTo>
                  <a:lnTo>
                    <a:pt x="754527" y="1350510"/>
                  </a:lnTo>
                  <a:lnTo>
                    <a:pt x="743710" y="1363501"/>
                  </a:lnTo>
                  <a:lnTo>
                    <a:pt x="736982" y="1368688"/>
                  </a:lnTo>
                  <a:lnTo>
                    <a:pt x="732881" y="1357192"/>
                  </a:lnTo>
                  <a:lnTo>
                    <a:pt x="728203" y="1359793"/>
                  </a:lnTo>
                  <a:lnTo>
                    <a:pt x="725161" y="1367692"/>
                  </a:lnTo>
                  <a:lnTo>
                    <a:pt x="718258" y="1372036"/>
                  </a:lnTo>
                  <a:lnTo>
                    <a:pt x="703679" y="1361232"/>
                  </a:lnTo>
                  <a:lnTo>
                    <a:pt x="682426" y="1348864"/>
                  </a:lnTo>
                  <a:lnTo>
                    <a:pt x="670594" y="1327587"/>
                  </a:lnTo>
                  <a:lnTo>
                    <a:pt x="663844" y="1311097"/>
                  </a:lnTo>
                  <a:lnTo>
                    <a:pt x="670703" y="1281256"/>
                  </a:lnTo>
                  <a:lnTo>
                    <a:pt x="685392" y="1275958"/>
                  </a:lnTo>
                  <a:lnTo>
                    <a:pt x="704475" y="1280800"/>
                  </a:lnTo>
                  <a:lnTo>
                    <a:pt x="729490" y="1280758"/>
                  </a:lnTo>
                  <a:lnTo>
                    <a:pt x="725913" y="1274131"/>
                  </a:lnTo>
                  <a:lnTo>
                    <a:pt x="716983" y="1275224"/>
                  </a:lnTo>
                  <a:lnTo>
                    <a:pt x="690615" y="1251014"/>
                  </a:lnTo>
                  <a:lnTo>
                    <a:pt x="682131" y="1236392"/>
                  </a:lnTo>
                  <a:lnTo>
                    <a:pt x="667541" y="1232380"/>
                  </a:lnTo>
                  <a:lnTo>
                    <a:pt x="660889" y="1246435"/>
                  </a:lnTo>
                  <a:lnTo>
                    <a:pt x="653507" y="1250170"/>
                  </a:lnTo>
                  <a:lnTo>
                    <a:pt x="662623" y="1219417"/>
                  </a:lnTo>
                  <a:lnTo>
                    <a:pt x="674542" y="1218158"/>
                  </a:lnTo>
                  <a:lnTo>
                    <a:pt x="692142" y="1209636"/>
                  </a:lnTo>
                  <a:lnTo>
                    <a:pt x="687028" y="1191831"/>
                  </a:lnTo>
                  <a:lnTo>
                    <a:pt x="675916" y="1184043"/>
                  </a:lnTo>
                  <a:lnTo>
                    <a:pt x="655851" y="1193810"/>
                  </a:lnTo>
                  <a:lnTo>
                    <a:pt x="656091" y="1181290"/>
                  </a:lnTo>
                  <a:lnTo>
                    <a:pt x="659853" y="1165256"/>
                  </a:lnTo>
                  <a:lnTo>
                    <a:pt x="674978" y="1165311"/>
                  </a:lnTo>
                  <a:lnTo>
                    <a:pt x="688227" y="1170541"/>
                  </a:lnTo>
                  <a:lnTo>
                    <a:pt x="699503" y="1144643"/>
                  </a:lnTo>
                  <a:lnTo>
                    <a:pt x="700004" y="1133077"/>
                  </a:lnTo>
                  <a:lnTo>
                    <a:pt x="681270" y="1149886"/>
                  </a:lnTo>
                  <a:lnTo>
                    <a:pt x="677061" y="1113626"/>
                  </a:lnTo>
                  <a:lnTo>
                    <a:pt x="695501" y="1078654"/>
                  </a:lnTo>
                  <a:lnTo>
                    <a:pt x="713090" y="1063408"/>
                  </a:lnTo>
                  <a:lnTo>
                    <a:pt x="735062" y="1063851"/>
                  </a:lnTo>
                  <a:lnTo>
                    <a:pt x="757395" y="1061388"/>
                  </a:lnTo>
                  <a:lnTo>
                    <a:pt x="743383" y="1054983"/>
                  </a:lnTo>
                  <a:lnTo>
                    <a:pt x="728999" y="1051511"/>
                  </a:lnTo>
                  <a:lnTo>
                    <a:pt x="739806" y="1037690"/>
                  </a:lnTo>
                  <a:lnTo>
                    <a:pt x="749020" y="1035214"/>
                  </a:lnTo>
                  <a:lnTo>
                    <a:pt x="758071" y="1023164"/>
                  </a:lnTo>
                  <a:lnTo>
                    <a:pt x="736306" y="1024949"/>
                  </a:lnTo>
                  <a:lnTo>
                    <a:pt x="738868" y="1002150"/>
                  </a:lnTo>
                  <a:lnTo>
                    <a:pt x="728291" y="1006785"/>
                  </a:lnTo>
                  <a:lnTo>
                    <a:pt x="715630" y="1008929"/>
                  </a:lnTo>
                  <a:lnTo>
                    <a:pt x="710702" y="1018599"/>
                  </a:lnTo>
                  <a:lnTo>
                    <a:pt x="711672" y="1034661"/>
                  </a:lnTo>
                  <a:lnTo>
                    <a:pt x="707975" y="1045202"/>
                  </a:lnTo>
                  <a:lnTo>
                    <a:pt x="698129" y="1053669"/>
                  </a:lnTo>
                  <a:lnTo>
                    <a:pt x="681499" y="1060268"/>
                  </a:lnTo>
                  <a:lnTo>
                    <a:pt x="679885" y="1048827"/>
                  </a:lnTo>
                  <a:lnTo>
                    <a:pt x="674389" y="1043639"/>
                  </a:lnTo>
                  <a:lnTo>
                    <a:pt x="672339" y="1068139"/>
                  </a:lnTo>
                  <a:lnTo>
                    <a:pt x="667977" y="1076468"/>
                  </a:lnTo>
                  <a:lnTo>
                    <a:pt x="655819" y="1053475"/>
                  </a:lnTo>
                  <a:lnTo>
                    <a:pt x="652166" y="1058110"/>
                  </a:lnTo>
                  <a:lnTo>
                    <a:pt x="652635" y="1064639"/>
                  </a:lnTo>
                  <a:lnTo>
                    <a:pt x="649527" y="1075928"/>
                  </a:lnTo>
                  <a:lnTo>
                    <a:pt x="639102" y="1081808"/>
                  </a:lnTo>
                  <a:lnTo>
                    <a:pt x="639745" y="1096278"/>
                  </a:lnTo>
                  <a:lnTo>
                    <a:pt x="635700" y="1104164"/>
                  </a:lnTo>
                  <a:lnTo>
                    <a:pt x="602310" y="1091602"/>
                  </a:lnTo>
                  <a:lnTo>
                    <a:pt x="601525" y="1095863"/>
                  </a:lnTo>
                  <a:lnTo>
                    <a:pt x="620411" y="1122951"/>
                  </a:lnTo>
                  <a:lnTo>
                    <a:pt x="634206" y="1132206"/>
                  </a:lnTo>
                  <a:lnTo>
                    <a:pt x="635885" y="1146981"/>
                  </a:lnTo>
                  <a:lnTo>
                    <a:pt x="624043" y="1159238"/>
                  </a:lnTo>
                  <a:lnTo>
                    <a:pt x="607708" y="1148655"/>
                  </a:lnTo>
                  <a:lnTo>
                    <a:pt x="604960" y="1149430"/>
                  </a:lnTo>
                  <a:lnTo>
                    <a:pt x="613836" y="1167580"/>
                  </a:lnTo>
                  <a:lnTo>
                    <a:pt x="619430" y="1183434"/>
                  </a:lnTo>
                  <a:lnTo>
                    <a:pt x="613672" y="1196715"/>
                  </a:lnTo>
                  <a:lnTo>
                    <a:pt x="614567" y="1213067"/>
                  </a:lnTo>
                  <a:lnTo>
                    <a:pt x="613323" y="1227897"/>
                  </a:lnTo>
                  <a:lnTo>
                    <a:pt x="609801" y="1240832"/>
                  </a:lnTo>
                  <a:lnTo>
                    <a:pt x="617740" y="1300458"/>
                  </a:lnTo>
                  <a:lnTo>
                    <a:pt x="627303" y="1316672"/>
                  </a:lnTo>
                  <a:lnTo>
                    <a:pt x="636703" y="1332180"/>
                  </a:lnTo>
                  <a:lnTo>
                    <a:pt x="641686" y="1346692"/>
                  </a:lnTo>
                  <a:lnTo>
                    <a:pt x="631709" y="1348809"/>
                  </a:lnTo>
                  <a:lnTo>
                    <a:pt x="615821" y="1336870"/>
                  </a:lnTo>
                  <a:lnTo>
                    <a:pt x="601863" y="1327767"/>
                  </a:lnTo>
                  <a:lnTo>
                    <a:pt x="585233" y="1298660"/>
                  </a:lnTo>
                  <a:lnTo>
                    <a:pt x="582485" y="1287039"/>
                  </a:lnTo>
                  <a:lnTo>
                    <a:pt x="578429" y="1277853"/>
                  </a:lnTo>
                  <a:lnTo>
                    <a:pt x="580392" y="1298950"/>
                  </a:lnTo>
                  <a:lnTo>
                    <a:pt x="586324" y="1322510"/>
                  </a:lnTo>
                  <a:lnTo>
                    <a:pt x="638404" y="1375232"/>
                  </a:lnTo>
                  <a:lnTo>
                    <a:pt x="648022" y="1395458"/>
                  </a:lnTo>
                  <a:lnTo>
                    <a:pt x="655350" y="1411353"/>
                  </a:lnTo>
                  <a:lnTo>
                    <a:pt x="653507" y="1426585"/>
                  </a:lnTo>
                  <a:lnTo>
                    <a:pt x="639931" y="1415808"/>
                  </a:lnTo>
                  <a:lnTo>
                    <a:pt x="628219" y="1402071"/>
                  </a:lnTo>
                  <a:lnTo>
                    <a:pt x="597130" y="1386548"/>
                  </a:lnTo>
                  <a:lnTo>
                    <a:pt x="557928" y="1376740"/>
                  </a:lnTo>
                  <a:lnTo>
                    <a:pt x="535824" y="1340660"/>
                  </a:lnTo>
                  <a:lnTo>
                    <a:pt x="535901" y="1355712"/>
                  </a:lnTo>
                  <a:lnTo>
                    <a:pt x="530994" y="1368481"/>
                  </a:lnTo>
                  <a:lnTo>
                    <a:pt x="517483" y="1352917"/>
                  </a:lnTo>
                  <a:lnTo>
                    <a:pt x="508966" y="1339637"/>
                  </a:lnTo>
                  <a:lnTo>
                    <a:pt x="506109" y="1325083"/>
                  </a:lnTo>
                  <a:lnTo>
                    <a:pt x="489240" y="1326079"/>
                  </a:lnTo>
                  <a:lnTo>
                    <a:pt x="471553" y="1338723"/>
                  </a:lnTo>
                  <a:lnTo>
                    <a:pt x="454443" y="1335721"/>
                  </a:lnTo>
                  <a:lnTo>
                    <a:pt x="452415" y="1311041"/>
                  </a:lnTo>
                  <a:lnTo>
                    <a:pt x="457039" y="1297968"/>
                  </a:lnTo>
                  <a:lnTo>
                    <a:pt x="476242" y="1267048"/>
                  </a:lnTo>
                  <a:lnTo>
                    <a:pt x="494332" y="1251263"/>
                  </a:lnTo>
                  <a:lnTo>
                    <a:pt x="502315" y="1230886"/>
                  </a:lnTo>
                  <a:lnTo>
                    <a:pt x="499588" y="1199288"/>
                  </a:lnTo>
                  <a:lnTo>
                    <a:pt x="496186" y="1231439"/>
                  </a:lnTo>
                  <a:lnTo>
                    <a:pt x="485849" y="1247376"/>
                  </a:lnTo>
                  <a:lnTo>
                    <a:pt x="469601" y="1259550"/>
                  </a:lnTo>
                  <a:lnTo>
                    <a:pt x="448217" y="1281242"/>
                  </a:lnTo>
                  <a:lnTo>
                    <a:pt x="442994" y="1301302"/>
                  </a:lnTo>
                  <a:lnTo>
                    <a:pt x="436320" y="1338862"/>
                  </a:lnTo>
                  <a:lnTo>
                    <a:pt x="445349" y="1351576"/>
                  </a:lnTo>
                  <a:lnTo>
                    <a:pt x="454574" y="1354896"/>
                  </a:lnTo>
                  <a:lnTo>
                    <a:pt x="481825" y="1346374"/>
                  </a:lnTo>
                  <a:lnTo>
                    <a:pt x="495924" y="1350178"/>
                  </a:lnTo>
                  <a:lnTo>
                    <a:pt x="527286" y="1395402"/>
                  </a:lnTo>
                  <a:lnTo>
                    <a:pt x="585680" y="1413290"/>
                  </a:lnTo>
                  <a:lnTo>
                    <a:pt x="606977" y="1424468"/>
                  </a:lnTo>
                  <a:lnTo>
                    <a:pt x="624337" y="1448069"/>
                  </a:lnTo>
                  <a:lnTo>
                    <a:pt x="650432" y="1461655"/>
                  </a:lnTo>
                  <a:lnTo>
                    <a:pt x="670682" y="1481396"/>
                  </a:lnTo>
                  <a:lnTo>
                    <a:pt x="671227" y="1494276"/>
                  </a:lnTo>
                  <a:lnTo>
                    <a:pt x="664215" y="1509507"/>
                  </a:lnTo>
                  <a:lnTo>
                    <a:pt x="661445" y="1530120"/>
                  </a:lnTo>
                  <a:lnTo>
                    <a:pt x="652842" y="1543124"/>
                  </a:lnTo>
                  <a:lnTo>
                    <a:pt x="632188" y="1544619"/>
                  </a:lnTo>
                  <a:lnTo>
                    <a:pt x="619714" y="1541271"/>
                  </a:lnTo>
                  <a:lnTo>
                    <a:pt x="552650" y="1468807"/>
                  </a:lnTo>
                  <a:lnTo>
                    <a:pt x="544646" y="1462139"/>
                  </a:lnTo>
                  <a:lnTo>
                    <a:pt x="519773" y="1424191"/>
                  </a:lnTo>
                  <a:lnTo>
                    <a:pt x="490592" y="1403869"/>
                  </a:lnTo>
                  <a:lnTo>
                    <a:pt x="481563" y="1404298"/>
                  </a:lnTo>
                  <a:lnTo>
                    <a:pt x="523099" y="1441885"/>
                  </a:lnTo>
                  <a:lnTo>
                    <a:pt x="540055" y="1468171"/>
                  </a:lnTo>
                  <a:lnTo>
                    <a:pt x="569923" y="1505025"/>
                  </a:lnTo>
                  <a:lnTo>
                    <a:pt x="591274" y="1520630"/>
                  </a:lnTo>
                  <a:lnTo>
                    <a:pt x="606988" y="1544978"/>
                  </a:lnTo>
                  <a:lnTo>
                    <a:pt x="621589" y="1556392"/>
                  </a:lnTo>
                  <a:lnTo>
                    <a:pt x="661456" y="1572647"/>
                  </a:lnTo>
                  <a:lnTo>
                    <a:pt x="647597" y="1584323"/>
                  </a:lnTo>
                  <a:lnTo>
                    <a:pt x="669722" y="1594270"/>
                  </a:lnTo>
                  <a:lnTo>
                    <a:pt x="672884" y="1612559"/>
                  </a:lnTo>
                  <a:lnTo>
                    <a:pt x="670856" y="1633407"/>
                  </a:lnTo>
                  <a:lnTo>
                    <a:pt x="640149" y="1625162"/>
                  </a:lnTo>
                  <a:lnTo>
                    <a:pt x="639146" y="1640518"/>
                  </a:lnTo>
                  <a:lnTo>
                    <a:pt x="641893" y="1649579"/>
                  </a:lnTo>
                  <a:lnTo>
                    <a:pt x="628328" y="1657063"/>
                  </a:lnTo>
                  <a:lnTo>
                    <a:pt x="609463" y="1646909"/>
                  </a:lnTo>
                  <a:lnTo>
                    <a:pt x="560480" y="1591364"/>
                  </a:lnTo>
                  <a:lnTo>
                    <a:pt x="560894" y="1598793"/>
                  </a:lnTo>
                  <a:lnTo>
                    <a:pt x="564863" y="1607412"/>
                  </a:lnTo>
                  <a:lnTo>
                    <a:pt x="593270" y="1643174"/>
                  </a:lnTo>
                  <a:lnTo>
                    <a:pt x="618623" y="1664617"/>
                  </a:lnTo>
                  <a:lnTo>
                    <a:pt x="640116" y="1674301"/>
                  </a:lnTo>
                  <a:lnTo>
                    <a:pt x="656680" y="1692271"/>
                  </a:lnTo>
                  <a:lnTo>
                    <a:pt x="662525" y="1703145"/>
                  </a:lnTo>
                  <a:lnTo>
                    <a:pt x="666429" y="1719636"/>
                  </a:lnTo>
                  <a:lnTo>
                    <a:pt x="654150" y="1730841"/>
                  </a:lnTo>
                  <a:lnTo>
                    <a:pt x="640171" y="1737025"/>
                  </a:lnTo>
                  <a:lnTo>
                    <a:pt x="626518" y="1725847"/>
                  </a:lnTo>
                  <a:lnTo>
                    <a:pt x="616508" y="1714074"/>
                  </a:lnTo>
                  <a:lnTo>
                    <a:pt x="595189" y="1694084"/>
                  </a:lnTo>
                  <a:lnTo>
                    <a:pt x="588799" y="1671741"/>
                  </a:lnTo>
                  <a:lnTo>
                    <a:pt x="572584" y="1672890"/>
                  </a:lnTo>
                  <a:lnTo>
                    <a:pt x="504812" y="1644557"/>
                  </a:lnTo>
                  <a:lnTo>
                    <a:pt x="450343" y="1641292"/>
                  </a:lnTo>
                  <a:lnTo>
                    <a:pt x="455665" y="1646992"/>
                  </a:lnTo>
                  <a:lnTo>
                    <a:pt x="462556" y="1650783"/>
                  </a:lnTo>
                  <a:lnTo>
                    <a:pt x="505935" y="1657769"/>
                  </a:lnTo>
                  <a:lnTo>
                    <a:pt x="523077" y="1670815"/>
                  </a:lnTo>
                  <a:lnTo>
                    <a:pt x="558757" y="1682394"/>
                  </a:lnTo>
                  <a:lnTo>
                    <a:pt x="579650" y="1685562"/>
                  </a:lnTo>
                  <a:lnTo>
                    <a:pt x="588123" y="1721130"/>
                  </a:lnTo>
                  <a:lnTo>
                    <a:pt x="616998" y="1745602"/>
                  </a:lnTo>
                  <a:lnTo>
                    <a:pt x="620749" y="1763739"/>
                  </a:lnTo>
                  <a:lnTo>
                    <a:pt x="640465" y="1765773"/>
                  </a:lnTo>
                  <a:lnTo>
                    <a:pt x="675153" y="1747982"/>
                  </a:lnTo>
                  <a:lnTo>
                    <a:pt x="697540" y="1754221"/>
                  </a:lnTo>
                  <a:lnTo>
                    <a:pt x="729828" y="1759312"/>
                  </a:lnTo>
                  <a:lnTo>
                    <a:pt x="737211" y="1773672"/>
                  </a:lnTo>
                  <a:lnTo>
                    <a:pt x="742750" y="1800995"/>
                  </a:lnTo>
                  <a:lnTo>
                    <a:pt x="754167" y="1831735"/>
                  </a:lnTo>
                  <a:lnTo>
                    <a:pt x="783773" y="1952936"/>
                  </a:lnTo>
                  <a:lnTo>
                    <a:pt x="810429" y="2012347"/>
                  </a:lnTo>
                  <a:lnTo>
                    <a:pt x="802375" y="2012347"/>
                  </a:lnTo>
                  <a:lnTo>
                    <a:pt x="790392" y="1988504"/>
                  </a:lnTo>
                  <a:lnTo>
                    <a:pt x="772182" y="1941094"/>
                  </a:lnTo>
                  <a:lnTo>
                    <a:pt x="753469" y="1857383"/>
                  </a:lnTo>
                  <a:lnTo>
                    <a:pt x="748039" y="1838638"/>
                  </a:lnTo>
                  <a:lnTo>
                    <a:pt x="741649" y="1831153"/>
                  </a:lnTo>
                  <a:lnTo>
                    <a:pt x="737440" y="1837241"/>
                  </a:lnTo>
                  <a:lnTo>
                    <a:pt x="735629" y="1847907"/>
                  </a:lnTo>
                  <a:lnTo>
                    <a:pt x="738683" y="1856097"/>
                  </a:lnTo>
                  <a:lnTo>
                    <a:pt x="731311" y="1883654"/>
                  </a:lnTo>
                  <a:lnTo>
                    <a:pt x="734506" y="1896299"/>
                  </a:lnTo>
                  <a:lnTo>
                    <a:pt x="746480" y="1909372"/>
                  </a:lnTo>
                  <a:lnTo>
                    <a:pt x="759489" y="1941993"/>
                  </a:lnTo>
                  <a:lnTo>
                    <a:pt x="769881" y="1985917"/>
                  </a:lnTo>
                  <a:lnTo>
                    <a:pt x="755825" y="1968113"/>
                  </a:lnTo>
                  <a:lnTo>
                    <a:pt x="740820" y="1958678"/>
                  </a:lnTo>
                  <a:lnTo>
                    <a:pt x="717473" y="1951442"/>
                  </a:lnTo>
                  <a:lnTo>
                    <a:pt x="696678" y="1938756"/>
                  </a:lnTo>
                  <a:lnTo>
                    <a:pt x="698194" y="1956948"/>
                  </a:lnTo>
                  <a:lnTo>
                    <a:pt x="696198" y="1976593"/>
                  </a:lnTo>
                  <a:lnTo>
                    <a:pt x="680169" y="1970603"/>
                  </a:lnTo>
                  <a:lnTo>
                    <a:pt x="669264" y="1964087"/>
                  </a:lnTo>
                  <a:lnTo>
                    <a:pt x="678915" y="1985018"/>
                  </a:lnTo>
                  <a:lnTo>
                    <a:pt x="657967" y="1978737"/>
                  </a:lnTo>
                  <a:lnTo>
                    <a:pt x="644009" y="1980051"/>
                  </a:lnTo>
                  <a:lnTo>
                    <a:pt x="634936" y="1998631"/>
                  </a:lnTo>
                  <a:lnTo>
                    <a:pt x="622767" y="2009906"/>
                  </a:lnTo>
                  <a:lnTo>
                    <a:pt x="610694" y="2012347"/>
                  </a:lnTo>
                  <a:lnTo>
                    <a:pt x="602893" y="2012347"/>
                  </a:lnTo>
                  <a:lnTo>
                    <a:pt x="578080" y="1996556"/>
                  </a:lnTo>
                  <a:lnTo>
                    <a:pt x="569432" y="1975929"/>
                  </a:lnTo>
                  <a:lnTo>
                    <a:pt x="565856" y="1952964"/>
                  </a:lnTo>
                  <a:lnTo>
                    <a:pt x="564427" y="1980121"/>
                  </a:lnTo>
                  <a:lnTo>
                    <a:pt x="569182" y="2008398"/>
                  </a:lnTo>
                  <a:lnTo>
                    <a:pt x="568875" y="2012347"/>
                  </a:lnTo>
                  <a:lnTo>
                    <a:pt x="315098" y="2012347"/>
                  </a:lnTo>
                  <a:lnTo>
                    <a:pt x="315098" y="901823"/>
                  </a:lnTo>
                  <a:lnTo>
                    <a:pt x="925436" y="90182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000000">
                  <a:alpha val="6509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20" name="ph4720"/>
            <p:cNvSpPr/>
            <p:nvPr/>
          </p:nvSpPr>
          <p:spPr>
            <a:xfrm>
              <a:off x="3489375" y="1038683"/>
              <a:ext cx="1262004" cy="1219200"/>
            </a:xfrm>
            <a:custGeom>
              <a:avLst/>
              <a:gdLst/>
              <a:ahLst/>
              <a:cxnLst/>
              <a:rect l="0" t="0" r="0" b="0"/>
              <a:pathLst>
                <a:path w="946503" h="914400">
                  <a:moveTo>
                    <a:pt x="914400" y="914400"/>
                  </a:moveTo>
                  <a:lnTo>
                    <a:pt x="913800" y="906154"/>
                  </a:lnTo>
                  <a:lnTo>
                    <a:pt x="946503" y="852906"/>
                  </a:lnTo>
                  <a:lnTo>
                    <a:pt x="940592" y="87151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000000">
                  <a:alpha val="6509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21" name="ph4721"/>
            <p:cNvSpPr/>
            <p:nvPr/>
          </p:nvSpPr>
          <p:spPr>
            <a:xfrm>
              <a:off x="3153484" y="1664766"/>
              <a:ext cx="1302757" cy="1219200"/>
            </a:xfrm>
            <a:custGeom>
              <a:avLst/>
              <a:gdLst/>
              <a:ahLst/>
              <a:cxnLst/>
              <a:rect l="0" t="0" r="0" b="0"/>
              <a:pathLst>
                <a:path w="977068" h="914400">
                  <a:moveTo>
                    <a:pt x="914400" y="914400"/>
                  </a:moveTo>
                  <a:lnTo>
                    <a:pt x="948465" y="857665"/>
                  </a:lnTo>
                  <a:lnTo>
                    <a:pt x="968246" y="810131"/>
                  </a:lnTo>
                  <a:lnTo>
                    <a:pt x="977068" y="793696"/>
                  </a:lnTo>
                  <a:lnTo>
                    <a:pt x="968508" y="827009"/>
                  </a:lnTo>
                  <a:lnTo>
                    <a:pt x="953547" y="857638"/>
                  </a:lnTo>
                  <a:lnTo>
                    <a:pt x="924552" y="90980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000000">
                  <a:alpha val="6509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22" name="pt4722"/>
            <p:cNvSpPr/>
            <p:nvPr/>
          </p:nvSpPr>
          <p:spPr>
            <a:xfrm>
              <a:off x="4245560" y="2938333"/>
              <a:ext cx="84269" cy="84269"/>
            </a:xfrm>
            <a:prstGeom prst="ellipse">
              <a:avLst/>
            </a:prstGeom>
            <a:solidFill>
              <a:srgbClr val="3A6C9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23" name="pt4723"/>
            <p:cNvSpPr/>
            <p:nvPr/>
          </p:nvSpPr>
          <p:spPr>
            <a:xfrm>
              <a:off x="4469159" y="2387935"/>
              <a:ext cx="84269" cy="84269"/>
            </a:xfrm>
            <a:prstGeom prst="ellipse">
              <a:avLst/>
            </a:prstGeom>
            <a:solidFill>
              <a:srgbClr val="3A7DA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24" name="pt4724"/>
            <p:cNvSpPr/>
            <p:nvPr/>
          </p:nvSpPr>
          <p:spPr>
            <a:xfrm>
              <a:off x="3956247" y="3115029"/>
              <a:ext cx="84269" cy="84269"/>
            </a:xfrm>
            <a:prstGeom prst="ellipse">
              <a:avLst/>
            </a:prstGeom>
            <a:solidFill>
              <a:srgbClr val="5BC6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25" name="pt4725"/>
            <p:cNvSpPr/>
            <p:nvPr/>
          </p:nvSpPr>
          <p:spPr>
            <a:xfrm>
              <a:off x="4289329" y="2251513"/>
              <a:ext cx="84269" cy="84269"/>
            </a:xfrm>
            <a:prstGeom prst="ellipse">
              <a:avLst/>
            </a:prstGeom>
            <a:solidFill>
              <a:srgbClr val="5FCD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26" name="pt4726"/>
            <p:cNvSpPr/>
            <p:nvPr/>
          </p:nvSpPr>
          <p:spPr>
            <a:xfrm>
              <a:off x="3854663" y="2666211"/>
              <a:ext cx="84269" cy="84269"/>
            </a:xfrm>
            <a:prstGeom prst="ellipse">
              <a:avLst/>
            </a:prstGeom>
            <a:solidFill>
              <a:srgbClr val="75D4B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27" name="pt4727"/>
            <p:cNvSpPr/>
            <p:nvPr/>
          </p:nvSpPr>
          <p:spPr>
            <a:xfrm>
              <a:off x="3971816" y="2764811"/>
              <a:ext cx="156540" cy="156540"/>
            </a:xfrm>
            <a:prstGeom prst="ellipse">
              <a:avLst/>
            </a:prstGeom>
            <a:solidFill>
              <a:srgbClr val="B1E6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28" name="pt4728"/>
            <p:cNvSpPr/>
            <p:nvPr/>
          </p:nvSpPr>
          <p:spPr>
            <a:xfrm>
              <a:off x="3960659" y="3041722"/>
              <a:ext cx="156540" cy="156540"/>
            </a:xfrm>
            <a:prstGeom prst="ellipse">
              <a:avLst/>
            </a:prstGeom>
            <a:solidFill>
              <a:srgbClr val="379A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29" name="pt4729"/>
            <p:cNvSpPr/>
            <p:nvPr/>
          </p:nvSpPr>
          <p:spPr>
            <a:xfrm>
              <a:off x="3920112" y="3078894"/>
              <a:ext cx="156540" cy="156540"/>
            </a:xfrm>
            <a:prstGeom prst="ellipse">
              <a:avLst/>
            </a:prstGeom>
            <a:solidFill>
              <a:srgbClr val="5BC6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30" name="pg4730"/>
            <p:cNvSpPr/>
            <p:nvPr/>
          </p:nvSpPr>
          <p:spPr>
            <a:xfrm>
              <a:off x="3885120" y="2721362"/>
              <a:ext cx="210823" cy="182579"/>
            </a:xfrm>
            <a:custGeom>
              <a:avLst/>
              <a:gdLst/>
              <a:ahLst/>
              <a:cxnLst/>
              <a:rect l="0" t="0" r="0" b="0"/>
              <a:pathLst>
                <a:path w="158117" h="136934">
                  <a:moveTo>
                    <a:pt x="79058" y="0"/>
                  </a:moveTo>
                  <a:lnTo>
                    <a:pt x="158117" y="136934"/>
                  </a:lnTo>
                  <a:lnTo>
                    <a:pt x="0" y="136934"/>
                  </a:lnTo>
                  <a:close/>
                </a:path>
              </a:pathLst>
            </a:custGeom>
            <a:solidFill>
              <a:srgbClr val="FF149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39" name="rc4739"/>
            <p:cNvSpPr/>
            <p:nvPr/>
          </p:nvSpPr>
          <p:spPr>
            <a:xfrm>
              <a:off x="3558988" y="2029051"/>
              <a:ext cx="1668412" cy="1628768"/>
            </a:xfrm>
            <a:prstGeom prst="rect">
              <a:avLst/>
            </a:prstGeom>
            <a:noFill/>
            <a:ln w="127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grpSp>
          <p:nvGrpSpPr>
            <p:cNvPr id="4740" name="Group 4739">
              <a:extLst>
                <a:ext uri="{FF2B5EF4-FFF2-40B4-BE49-F238E27FC236}">
                  <a16:creationId xmlns:a16="http://schemas.microsoft.com/office/drawing/2014/main" id="{7C0C40CD-A7FA-6158-B743-823179EBC107}"/>
                </a:ext>
              </a:extLst>
            </p:cNvPr>
            <p:cNvGrpSpPr/>
            <p:nvPr/>
          </p:nvGrpSpPr>
          <p:grpSpPr>
            <a:xfrm>
              <a:off x="3404693" y="2472140"/>
              <a:ext cx="1939919" cy="1062905"/>
              <a:chOff x="1982016" y="1854105"/>
              <a:chExt cx="1454939" cy="797178"/>
            </a:xfrm>
          </p:grpSpPr>
          <p:sp>
            <p:nvSpPr>
              <p:cNvPr id="4741" name="pl4739">
                <a:extLst>
                  <a:ext uri="{FF2B5EF4-FFF2-40B4-BE49-F238E27FC236}">
                    <a16:creationId xmlns:a16="http://schemas.microsoft.com/office/drawing/2014/main" id="{0D108697-2471-B7F2-132B-2FE522A411B4}"/>
                  </a:ext>
                </a:extLst>
              </p:cNvPr>
              <p:cNvSpPr/>
              <p:nvPr/>
            </p:nvSpPr>
            <p:spPr>
              <a:xfrm>
                <a:off x="2496271" y="1988846"/>
                <a:ext cx="195845" cy="114820"/>
              </a:xfrm>
              <a:custGeom>
                <a:avLst/>
                <a:gdLst/>
                <a:ahLst/>
                <a:cxnLst/>
                <a:rect l="0" t="0" r="0" b="0"/>
                <a:pathLst>
                  <a:path w="112384" h="193555">
                    <a:moveTo>
                      <a:pt x="112384" y="0"/>
                    </a:moveTo>
                    <a:lnTo>
                      <a:pt x="0" y="193555"/>
                    </a:lnTo>
                  </a:path>
                </a:pathLst>
              </a:custGeom>
              <a:ln w="1355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42" name="pl4739">
                <a:extLst>
                  <a:ext uri="{FF2B5EF4-FFF2-40B4-BE49-F238E27FC236}">
                    <a16:creationId xmlns:a16="http://schemas.microsoft.com/office/drawing/2014/main" id="{FBEC9D65-86E1-D259-F848-4342E02B68AB}"/>
                  </a:ext>
                </a:extLst>
              </p:cNvPr>
              <p:cNvSpPr/>
              <p:nvPr/>
            </p:nvSpPr>
            <p:spPr>
              <a:xfrm>
                <a:off x="2470488" y="2204865"/>
                <a:ext cx="294638" cy="146260"/>
              </a:xfrm>
              <a:custGeom>
                <a:avLst/>
                <a:gdLst/>
                <a:ahLst/>
                <a:cxnLst/>
                <a:rect l="0" t="0" r="0" b="0"/>
                <a:pathLst>
                  <a:path w="112384" h="193555">
                    <a:moveTo>
                      <a:pt x="112384" y="0"/>
                    </a:moveTo>
                    <a:lnTo>
                      <a:pt x="0" y="193555"/>
                    </a:lnTo>
                  </a:path>
                </a:pathLst>
              </a:custGeom>
              <a:ln w="1355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43" name="pl4738">
                <a:extLst>
                  <a:ext uri="{FF2B5EF4-FFF2-40B4-BE49-F238E27FC236}">
                    <a16:creationId xmlns:a16="http://schemas.microsoft.com/office/drawing/2014/main" id="{6E953E95-99F2-7165-7E66-8B71009FBD05}"/>
                  </a:ext>
                </a:extLst>
              </p:cNvPr>
              <p:cNvSpPr/>
              <p:nvPr/>
            </p:nvSpPr>
            <p:spPr>
              <a:xfrm flipV="1">
                <a:off x="2407999" y="2354044"/>
                <a:ext cx="403609" cy="45719"/>
              </a:xfrm>
              <a:custGeom>
                <a:avLst/>
                <a:gdLst/>
                <a:ahLst/>
                <a:cxnLst/>
                <a:rect l="0" t="0" r="0" b="0"/>
                <a:pathLst>
                  <a:path w="292528" h="91649">
                    <a:moveTo>
                      <a:pt x="292528" y="91649"/>
                    </a:move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44" name="pl4739">
                <a:extLst>
                  <a:ext uri="{FF2B5EF4-FFF2-40B4-BE49-F238E27FC236}">
                    <a16:creationId xmlns:a16="http://schemas.microsoft.com/office/drawing/2014/main" id="{A43B7883-D75E-27AE-B344-ACDA2294B6A5}"/>
                  </a:ext>
                </a:extLst>
              </p:cNvPr>
              <p:cNvSpPr/>
              <p:nvPr/>
            </p:nvSpPr>
            <p:spPr>
              <a:xfrm flipH="1" flipV="1">
                <a:off x="2286779" y="2117561"/>
                <a:ext cx="124982" cy="375325"/>
              </a:xfrm>
              <a:custGeom>
                <a:avLst/>
                <a:gdLst/>
                <a:ahLst/>
                <a:cxnLst/>
                <a:rect l="0" t="0" r="0" b="0"/>
                <a:pathLst>
                  <a:path w="112384" h="193555">
                    <a:moveTo>
                      <a:pt x="112384" y="0"/>
                    </a:moveTo>
                    <a:lnTo>
                      <a:pt x="0" y="193555"/>
                    </a:lnTo>
                  </a:path>
                </a:pathLst>
              </a:custGeom>
              <a:ln w="1355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45" name="pg4742">
                <a:extLst>
                  <a:ext uri="{FF2B5EF4-FFF2-40B4-BE49-F238E27FC236}">
                    <a16:creationId xmlns:a16="http://schemas.microsoft.com/office/drawing/2014/main" id="{88E48ADE-AC75-1A40-9E79-D4C22C0D168C}"/>
                  </a:ext>
                </a:extLst>
              </p:cNvPr>
              <p:cNvSpPr/>
              <p:nvPr/>
            </p:nvSpPr>
            <p:spPr>
              <a:xfrm>
                <a:off x="2699653" y="1854105"/>
                <a:ext cx="672465" cy="194858"/>
              </a:xfrm>
              <a:custGeom>
                <a:avLst/>
                <a:gdLst/>
                <a:ahLst/>
                <a:cxnLst/>
                <a:rect l="0" t="0" r="0" b="0"/>
                <a:pathLst>
                  <a:path w="718078" h="194858">
                    <a:moveTo>
                      <a:pt x="27432" y="194858"/>
                    </a:moveTo>
                    <a:lnTo>
                      <a:pt x="690646" y="194858"/>
                    </a:lnTo>
                    <a:lnTo>
                      <a:pt x="689541" y="194836"/>
                    </a:lnTo>
                    <a:lnTo>
                      <a:pt x="693952" y="194658"/>
                    </a:lnTo>
                    <a:lnTo>
                      <a:pt x="698278" y="193775"/>
                    </a:lnTo>
                    <a:lnTo>
                      <a:pt x="702406" y="192210"/>
                    </a:lnTo>
                    <a:lnTo>
                      <a:pt x="706229" y="190002"/>
                    </a:lnTo>
                    <a:lnTo>
                      <a:pt x="709649" y="187210"/>
                    </a:lnTo>
                    <a:lnTo>
                      <a:pt x="712576" y="183906"/>
                    </a:lnTo>
                    <a:lnTo>
                      <a:pt x="714936" y="180174"/>
                    </a:lnTo>
                    <a:lnTo>
                      <a:pt x="716666" y="176113"/>
                    </a:lnTo>
                    <a:lnTo>
                      <a:pt x="717723" y="171827"/>
                    </a:lnTo>
                    <a:lnTo>
                      <a:pt x="718078" y="167426"/>
                    </a:lnTo>
                    <a:lnTo>
                      <a:pt x="718078" y="27431"/>
                    </a:lnTo>
                    <a:lnTo>
                      <a:pt x="717723" y="23031"/>
                    </a:lnTo>
                    <a:lnTo>
                      <a:pt x="716666" y="18745"/>
                    </a:lnTo>
                    <a:lnTo>
                      <a:pt x="714936" y="14683"/>
                    </a:lnTo>
                    <a:lnTo>
                      <a:pt x="712576" y="10952"/>
                    </a:lnTo>
                    <a:lnTo>
                      <a:pt x="709649" y="7647"/>
                    </a:lnTo>
                    <a:lnTo>
                      <a:pt x="706229" y="4855"/>
                    </a:lnTo>
                    <a:lnTo>
                      <a:pt x="702406" y="2648"/>
                    </a:lnTo>
                    <a:lnTo>
                      <a:pt x="698278" y="1083"/>
                    </a:lnTo>
                    <a:lnTo>
                      <a:pt x="693952" y="200"/>
                    </a:lnTo>
                    <a:lnTo>
                      <a:pt x="690646" y="0"/>
                    </a:lnTo>
                    <a:lnTo>
                      <a:pt x="27432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6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1"/>
                    </a:lnTo>
                    <a:lnTo>
                      <a:pt x="0" y="167426"/>
                    </a:lnTo>
                    <a:lnTo>
                      <a:pt x="88" y="165219"/>
                    </a:lnTo>
                    <a:lnTo>
                      <a:pt x="88" y="169633"/>
                    </a:lnTo>
                    <a:lnTo>
                      <a:pt x="797" y="173991"/>
                    </a:lnTo>
                    <a:lnTo>
                      <a:pt x="2195" y="178179"/>
                    </a:lnTo>
                    <a:lnTo>
                      <a:pt x="4246" y="182088"/>
                    </a:lnTo>
                    <a:lnTo>
                      <a:pt x="6898" y="185617"/>
                    </a:lnTo>
                    <a:lnTo>
                      <a:pt x="10082" y="188675"/>
                    </a:lnTo>
                    <a:lnTo>
                      <a:pt x="13716" y="191183"/>
                    </a:lnTo>
                    <a:lnTo>
                      <a:pt x="17704" y="193076"/>
                    </a:lnTo>
                    <a:lnTo>
                      <a:pt x="21944" y="194304"/>
                    </a:lnTo>
                    <a:lnTo>
                      <a:pt x="26327" y="194836"/>
                    </a:lnTo>
                    <a:close/>
                  </a:path>
                </a:pathLst>
              </a:custGeom>
              <a:solidFill>
                <a:schemeClr val="bg1"/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46" name="tx4743">
                <a:extLst>
                  <a:ext uri="{FF2B5EF4-FFF2-40B4-BE49-F238E27FC236}">
                    <a16:creationId xmlns:a16="http://schemas.microsoft.com/office/drawing/2014/main" id="{967C981A-D81B-545F-3319-9CD6A8CC2FAD}"/>
                  </a:ext>
                </a:extLst>
              </p:cNvPr>
              <p:cNvSpPr/>
              <p:nvPr/>
            </p:nvSpPr>
            <p:spPr>
              <a:xfrm>
                <a:off x="2713559" y="1899825"/>
                <a:ext cx="626638" cy="103418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365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S1</a:t>
                </a:r>
                <a:r>
                  <a:rPr lang="en-US" sz="1365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-</a:t>
                </a:r>
                <a:r>
                  <a:rPr sz="1365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LOLA</a:t>
                </a:r>
              </a:p>
            </p:txBody>
          </p:sp>
          <p:sp>
            <p:nvSpPr>
              <p:cNvPr id="4747" name="pg4744">
                <a:extLst>
                  <a:ext uri="{FF2B5EF4-FFF2-40B4-BE49-F238E27FC236}">
                    <a16:creationId xmlns:a16="http://schemas.microsoft.com/office/drawing/2014/main" id="{22431EDE-FCAE-4A60-0068-2376B8714300}"/>
                  </a:ext>
                </a:extLst>
              </p:cNvPr>
              <p:cNvSpPr/>
              <p:nvPr/>
            </p:nvSpPr>
            <p:spPr>
              <a:xfrm>
                <a:off x="2761961" y="2088473"/>
                <a:ext cx="674994" cy="194858"/>
              </a:xfrm>
              <a:custGeom>
                <a:avLst/>
                <a:gdLst/>
                <a:ahLst/>
                <a:cxnLst/>
                <a:rect l="0" t="0" r="0" b="0"/>
                <a:pathLst>
                  <a:path w="742035" h="194858">
                    <a:moveTo>
                      <a:pt x="27431" y="194858"/>
                    </a:moveTo>
                    <a:lnTo>
                      <a:pt x="714603" y="194858"/>
                    </a:lnTo>
                    <a:lnTo>
                      <a:pt x="713499" y="194836"/>
                    </a:lnTo>
                    <a:lnTo>
                      <a:pt x="717910" y="194658"/>
                    </a:lnTo>
                    <a:lnTo>
                      <a:pt x="722235" y="193775"/>
                    </a:lnTo>
                    <a:lnTo>
                      <a:pt x="726363" y="192210"/>
                    </a:lnTo>
                    <a:lnTo>
                      <a:pt x="730186" y="190002"/>
                    </a:lnTo>
                    <a:lnTo>
                      <a:pt x="733606" y="187210"/>
                    </a:lnTo>
                    <a:lnTo>
                      <a:pt x="736533" y="183906"/>
                    </a:lnTo>
                    <a:lnTo>
                      <a:pt x="738893" y="180174"/>
                    </a:lnTo>
                    <a:lnTo>
                      <a:pt x="740623" y="176113"/>
                    </a:lnTo>
                    <a:lnTo>
                      <a:pt x="741680" y="171827"/>
                    </a:lnTo>
                    <a:lnTo>
                      <a:pt x="742035" y="167426"/>
                    </a:lnTo>
                    <a:lnTo>
                      <a:pt x="742035" y="27431"/>
                    </a:lnTo>
                    <a:lnTo>
                      <a:pt x="741680" y="23031"/>
                    </a:lnTo>
                    <a:lnTo>
                      <a:pt x="740623" y="18745"/>
                    </a:lnTo>
                    <a:lnTo>
                      <a:pt x="738893" y="14683"/>
                    </a:lnTo>
                    <a:lnTo>
                      <a:pt x="736533" y="10952"/>
                    </a:lnTo>
                    <a:lnTo>
                      <a:pt x="733606" y="7647"/>
                    </a:lnTo>
                    <a:lnTo>
                      <a:pt x="730186" y="4855"/>
                    </a:lnTo>
                    <a:lnTo>
                      <a:pt x="726363" y="2648"/>
                    </a:lnTo>
                    <a:lnTo>
                      <a:pt x="722235" y="1083"/>
                    </a:lnTo>
                    <a:lnTo>
                      <a:pt x="717910" y="200"/>
                    </a:lnTo>
                    <a:lnTo>
                      <a:pt x="714603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5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1"/>
                    </a:lnTo>
                    <a:lnTo>
                      <a:pt x="0" y="167426"/>
                    </a:lnTo>
                    <a:lnTo>
                      <a:pt x="88" y="165219"/>
                    </a:lnTo>
                    <a:lnTo>
                      <a:pt x="88" y="169633"/>
                    </a:lnTo>
                    <a:lnTo>
                      <a:pt x="797" y="173991"/>
                    </a:lnTo>
                    <a:lnTo>
                      <a:pt x="2195" y="178179"/>
                    </a:lnTo>
                    <a:lnTo>
                      <a:pt x="4246" y="182088"/>
                    </a:lnTo>
                    <a:lnTo>
                      <a:pt x="6898" y="185617"/>
                    </a:lnTo>
                    <a:lnTo>
                      <a:pt x="10082" y="188675"/>
                    </a:lnTo>
                    <a:lnTo>
                      <a:pt x="13715" y="191183"/>
                    </a:lnTo>
                    <a:lnTo>
                      <a:pt x="17704" y="193076"/>
                    </a:lnTo>
                    <a:lnTo>
                      <a:pt x="21944" y="194304"/>
                    </a:lnTo>
                    <a:lnTo>
                      <a:pt x="26327" y="194836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48" name="tx4745">
                <a:extLst>
                  <a:ext uri="{FF2B5EF4-FFF2-40B4-BE49-F238E27FC236}">
                    <a16:creationId xmlns:a16="http://schemas.microsoft.com/office/drawing/2014/main" id="{75C321C7-86EF-0FD7-0D5C-7D2C30BAEE54}"/>
                  </a:ext>
                </a:extLst>
              </p:cNvPr>
              <p:cNvSpPr/>
              <p:nvPr/>
            </p:nvSpPr>
            <p:spPr>
              <a:xfrm>
                <a:off x="2767626" y="2136833"/>
                <a:ext cx="650595" cy="103418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365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S2</a:t>
                </a:r>
                <a:r>
                  <a:rPr lang="en-US" sz="1365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-</a:t>
                </a:r>
                <a:r>
                  <a:rPr sz="1365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DEBY</a:t>
                </a:r>
              </a:p>
            </p:txBody>
          </p:sp>
          <p:sp>
            <p:nvSpPr>
              <p:cNvPr id="4749" name="pg4740">
                <a:extLst>
                  <a:ext uri="{FF2B5EF4-FFF2-40B4-BE49-F238E27FC236}">
                    <a16:creationId xmlns:a16="http://schemas.microsoft.com/office/drawing/2014/main" id="{C12BA03A-862D-38CA-9565-CDBAE2020EAE}"/>
                  </a:ext>
                </a:extLst>
              </p:cNvPr>
              <p:cNvSpPr/>
              <p:nvPr/>
            </p:nvSpPr>
            <p:spPr>
              <a:xfrm>
                <a:off x="2821738" y="2314919"/>
                <a:ext cx="570585" cy="194858"/>
              </a:xfrm>
              <a:custGeom>
                <a:avLst/>
                <a:gdLst/>
                <a:ahLst/>
                <a:cxnLst/>
                <a:rect l="0" t="0" r="0" b="0"/>
                <a:pathLst>
                  <a:path w="570585" h="194858">
                    <a:moveTo>
                      <a:pt x="27432" y="194858"/>
                    </a:moveTo>
                    <a:lnTo>
                      <a:pt x="543153" y="194858"/>
                    </a:lnTo>
                    <a:lnTo>
                      <a:pt x="542049" y="194836"/>
                    </a:lnTo>
                    <a:lnTo>
                      <a:pt x="546460" y="194658"/>
                    </a:lnTo>
                    <a:lnTo>
                      <a:pt x="550785" y="193775"/>
                    </a:lnTo>
                    <a:lnTo>
                      <a:pt x="554913" y="192210"/>
                    </a:lnTo>
                    <a:lnTo>
                      <a:pt x="558736" y="190002"/>
                    </a:lnTo>
                    <a:lnTo>
                      <a:pt x="562156" y="187210"/>
                    </a:lnTo>
                    <a:lnTo>
                      <a:pt x="565083" y="183906"/>
                    </a:lnTo>
                    <a:lnTo>
                      <a:pt x="567443" y="180174"/>
                    </a:lnTo>
                    <a:lnTo>
                      <a:pt x="569173" y="176113"/>
                    </a:lnTo>
                    <a:lnTo>
                      <a:pt x="570230" y="171827"/>
                    </a:lnTo>
                    <a:lnTo>
                      <a:pt x="570585" y="167426"/>
                    </a:lnTo>
                    <a:lnTo>
                      <a:pt x="570585" y="27431"/>
                    </a:lnTo>
                    <a:lnTo>
                      <a:pt x="570230" y="23031"/>
                    </a:lnTo>
                    <a:lnTo>
                      <a:pt x="569173" y="18745"/>
                    </a:lnTo>
                    <a:lnTo>
                      <a:pt x="567443" y="14683"/>
                    </a:lnTo>
                    <a:lnTo>
                      <a:pt x="565083" y="10952"/>
                    </a:lnTo>
                    <a:lnTo>
                      <a:pt x="562156" y="7647"/>
                    </a:lnTo>
                    <a:lnTo>
                      <a:pt x="558736" y="4855"/>
                    </a:lnTo>
                    <a:lnTo>
                      <a:pt x="554913" y="2648"/>
                    </a:lnTo>
                    <a:lnTo>
                      <a:pt x="550785" y="1083"/>
                    </a:lnTo>
                    <a:lnTo>
                      <a:pt x="546460" y="200"/>
                    </a:lnTo>
                    <a:lnTo>
                      <a:pt x="543153" y="0"/>
                    </a:lnTo>
                    <a:lnTo>
                      <a:pt x="27432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6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1"/>
                    </a:lnTo>
                    <a:lnTo>
                      <a:pt x="0" y="167426"/>
                    </a:lnTo>
                    <a:lnTo>
                      <a:pt x="88" y="165219"/>
                    </a:lnTo>
                    <a:lnTo>
                      <a:pt x="88" y="169633"/>
                    </a:lnTo>
                    <a:lnTo>
                      <a:pt x="797" y="173991"/>
                    </a:lnTo>
                    <a:lnTo>
                      <a:pt x="2195" y="178179"/>
                    </a:lnTo>
                    <a:lnTo>
                      <a:pt x="4246" y="182088"/>
                    </a:lnTo>
                    <a:lnTo>
                      <a:pt x="6898" y="185617"/>
                    </a:lnTo>
                    <a:lnTo>
                      <a:pt x="10082" y="188675"/>
                    </a:lnTo>
                    <a:lnTo>
                      <a:pt x="13716" y="191183"/>
                    </a:lnTo>
                    <a:lnTo>
                      <a:pt x="17704" y="193076"/>
                    </a:lnTo>
                    <a:lnTo>
                      <a:pt x="21944" y="194304"/>
                    </a:lnTo>
                    <a:lnTo>
                      <a:pt x="26327" y="194836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50" name="tx4741">
                <a:extLst>
                  <a:ext uri="{FF2B5EF4-FFF2-40B4-BE49-F238E27FC236}">
                    <a16:creationId xmlns:a16="http://schemas.microsoft.com/office/drawing/2014/main" id="{1864867D-EA92-8AFF-5D31-2837A5CE08B2}"/>
                  </a:ext>
                </a:extLst>
              </p:cNvPr>
              <p:cNvSpPr/>
              <p:nvPr/>
            </p:nvSpPr>
            <p:spPr>
              <a:xfrm>
                <a:off x="2877191" y="2371510"/>
                <a:ext cx="479145" cy="103418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365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W4</a:t>
                </a:r>
                <a:r>
                  <a:rPr lang="en-US" sz="1365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-</a:t>
                </a:r>
                <a:r>
                  <a:rPr sz="1365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VA</a:t>
                </a:r>
              </a:p>
            </p:txBody>
          </p:sp>
          <p:sp>
            <p:nvSpPr>
              <p:cNvPr id="4751" name="pg4742">
                <a:extLst>
                  <a:ext uri="{FF2B5EF4-FFF2-40B4-BE49-F238E27FC236}">
                    <a16:creationId xmlns:a16="http://schemas.microsoft.com/office/drawing/2014/main" id="{65720A65-D5FE-705A-CD4A-05713040A839}"/>
                  </a:ext>
                </a:extLst>
              </p:cNvPr>
              <p:cNvSpPr/>
              <p:nvPr/>
            </p:nvSpPr>
            <p:spPr>
              <a:xfrm>
                <a:off x="1982016" y="2456425"/>
                <a:ext cx="672465" cy="194858"/>
              </a:xfrm>
              <a:custGeom>
                <a:avLst/>
                <a:gdLst/>
                <a:ahLst/>
                <a:cxnLst/>
                <a:rect l="0" t="0" r="0" b="0"/>
                <a:pathLst>
                  <a:path w="718078" h="194858">
                    <a:moveTo>
                      <a:pt x="27432" y="194858"/>
                    </a:moveTo>
                    <a:lnTo>
                      <a:pt x="690646" y="194858"/>
                    </a:lnTo>
                    <a:lnTo>
                      <a:pt x="689541" y="194836"/>
                    </a:lnTo>
                    <a:lnTo>
                      <a:pt x="693952" y="194658"/>
                    </a:lnTo>
                    <a:lnTo>
                      <a:pt x="698278" y="193775"/>
                    </a:lnTo>
                    <a:lnTo>
                      <a:pt x="702406" y="192210"/>
                    </a:lnTo>
                    <a:lnTo>
                      <a:pt x="706229" y="190002"/>
                    </a:lnTo>
                    <a:lnTo>
                      <a:pt x="709649" y="187210"/>
                    </a:lnTo>
                    <a:lnTo>
                      <a:pt x="712576" y="183906"/>
                    </a:lnTo>
                    <a:lnTo>
                      <a:pt x="714936" y="180174"/>
                    </a:lnTo>
                    <a:lnTo>
                      <a:pt x="716666" y="176113"/>
                    </a:lnTo>
                    <a:lnTo>
                      <a:pt x="717723" y="171827"/>
                    </a:lnTo>
                    <a:lnTo>
                      <a:pt x="718078" y="167426"/>
                    </a:lnTo>
                    <a:lnTo>
                      <a:pt x="718078" y="27431"/>
                    </a:lnTo>
                    <a:lnTo>
                      <a:pt x="717723" y="23031"/>
                    </a:lnTo>
                    <a:lnTo>
                      <a:pt x="716666" y="18745"/>
                    </a:lnTo>
                    <a:lnTo>
                      <a:pt x="714936" y="14683"/>
                    </a:lnTo>
                    <a:lnTo>
                      <a:pt x="712576" y="10952"/>
                    </a:lnTo>
                    <a:lnTo>
                      <a:pt x="709649" y="7647"/>
                    </a:lnTo>
                    <a:lnTo>
                      <a:pt x="706229" y="4855"/>
                    </a:lnTo>
                    <a:lnTo>
                      <a:pt x="702406" y="2648"/>
                    </a:lnTo>
                    <a:lnTo>
                      <a:pt x="698278" y="1083"/>
                    </a:lnTo>
                    <a:lnTo>
                      <a:pt x="693952" y="200"/>
                    </a:lnTo>
                    <a:lnTo>
                      <a:pt x="690646" y="0"/>
                    </a:lnTo>
                    <a:lnTo>
                      <a:pt x="27432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6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1"/>
                    </a:lnTo>
                    <a:lnTo>
                      <a:pt x="0" y="167426"/>
                    </a:lnTo>
                    <a:lnTo>
                      <a:pt x="88" y="165219"/>
                    </a:lnTo>
                    <a:lnTo>
                      <a:pt x="88" y="169633"/>
                    </a:lnTo>
                    <a:lnTo>
                      <a:pt x="797" y="173991"/>
                    </a:lnTo>
                    <a:lnTo>
                      <a:pt x="2195" y="178179"/>
                    </a:lnTo>
                    <a:lnTo>
                      <a:pt x="4246" y="182088"/>
                    </a:lnTo>
                    <a:lnTo>
                      <a:pt x="6898" y="185617"/>
                    </a:lnTo>
                    <a:lnTo>
                      <a:pt x="10082" y="188675"/>
                    </a:lnTo>
                    <a:lnTo>
                      <a:pt x="13716" y="191183"/>
                    </a:lnTo>
                    <a:lnTo>
                      <a:pt x="17704" y="193076"/>
                    </a:lnTo>
                    <a:lnTo>
                      <a:pt x="21944" y="194304"/>
                    </a:lnTo>
                    <a:lnTo>
                      <a:pt x="26327" y="194836"/>
                    </a:lnTo>
                    <a:close/>
                  </a:path>
                </a:pathLst>
              </a:custGeom>
              <a:solidFill>
                <a:schemeClr val="bg1"/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 dirty="0"/>
              </a:p>
            </p:txBody>
          </p:sp>
          <p:sp>
            <p:nvSpPr>
              <p:cNvPr id="4752" name="tx4741">
                <a:extLst>
                  <a:ext uri="{FF2B5EF4-FFF2-40B4-BE49-F238E27FC236}">
                    <a16:creationId xmlns:a16="http://schemas.microsoft.com/office/drawing/2014/main" id="{9E8BFD1D-A7F7-3050-C440-44F509526AE0}"/>
                  </a:ext>
                </a:extLst>
              </p:cNvPr>
              <p:cNvSpPr/>
              <p:nvPr/>
            </p:nvSpPr>
            <p:spPr>
              <a:xfrm>
                <a:off x="2085931" y="2494975"/>
                <a:ext cx="479145" cy="103418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lang="en-US" sz="1365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Lewisetta</a:t>
                </a:r>
                <a:endParaRPr sz="1365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endParaRPr>
              </a:p>
            </p:txBody>
          </p:sp>
        </p:grpSp>
        <p:sp>
          <p:nvSpPr>
            <p:cNvPr id="4731" name="tx4057">
              <a:extLst>
                <a:ext uri="{FF2B5EF4-FFF2-40B4-BE49-F238E27FC236}">
                  <a16:creationId xmlns:a16="http://schemas.microsoft.com/office/drawing/2014/main" id="{2B9DAE6F-8C9F-8FF0-E54B-2304046032E6}"/>
                </a:ext>
              </a:extLst>
            </p:cNvPr>
            <p:cNvSpPr/>
            <p:nvPr/>
          </p:nvSpPr>
          <p:spPr>
            <a:xfrm>
              <a:off x="3342731" y="1408553"/>
              <a:ext cx="1863303" cy="21823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2520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</a:t>
              </a:r>
              <a:r>
                <a:rPr lang="en-US" sz="2520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  <a:r>
                <a:rPr sz="2520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) Predicted </a:t>
              </a:r>
            </a:p>
          </p:txBody>
        </p:sp>
        <p:sp>
          <p:nvSpPr>
            <p:cNvPr id="4732" name="tx4067">
              <a:extLst>
                <a:ext uri="{FF2B5EF4-FFF2-40B4-BE49-F238E27FC236}">
                  <a16:creationId xmlns:a16="http://schemas.microsoft.com/office/drawing/2014/main" id="{126068BB-1F7B-11B8-A50A-7160B0BC67F8}"/>
                </a:ext>
              </a:extLst>
            </p:cNvPr>
            <p:cNvSpPr/>
            <p:nvPr/>
          </p:nvSpPr>
          <p:spPr>
            <a:xfrm>
              <a:off x="6575783" y="1416806"/>
              <a:ext cx="1711148" cy="21823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2520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to Lewisetta</a:t>
              </a:r>
            </a:p>
          </p:txBody>
        </p:sp>
        <p:grpSp>
          <p:nvGrpSpPr>
            <p:cNvPr id="4733" name="Group 4732">
              <a:extLst>
                <a:ext uri="{FF2B5EF4-FFF2-40B4-BE49-F238E27FC236}">
                  <a16:creationId xmlns:a16="http://schemas.microsoft.com/office/drawing/2014/main" id="{2D286F93-ABEF-583F-3C00-EE8D56FDB123}"/>
                </a:ext>
              </a:extLst>
            </p:cNvPr>
            <p:cNvGrpSpPr/>
            <p:nvPr/>
          </p:nvGrpSpPr>
          <p:grpSpPr>
            <a:xfrm>
              <a:off x="5377148" y="1410686"/>
              <a:ext cx="1102812" cy="279280"/>
              <a:chOff x="5401728" y="1038703"/>
              <a:chExt cx="830985" cy="279280"/>
            </a:xfrm>
          </p:grpSpPr>
          <p:sp>
            <p:nvSpPr>
              <p:cNvPr id="4734" name="tx4060">
                <a:extLst>
                  <a:ext uri="{FF2B5EF4-FFF2-40B4-BE49-F238E27FC236}">
                    <a16:creationId xmlns:a16="http://schemas.microsoft.com/office/drawing/2014/main" id="{714AF892-5154-3394-657A-4835162BB628}"/>
                  </a:ext>
                </a:extLst>
              </p:cNvPr>
              <p:cNvSpPr/>
              <p:nvPr/>
            </p:nvSpPr>
            <p:spPr>
              <a:xfrm>
                <a:off x="5401728" y="1038703"/>
                <a:ext cx="380252" cy="223142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lang="en-US" sz="2520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GF</a:t>
                </a:r>
                <a:endParaRPr sz="2520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endParaRPr>
              </a:p>
            </p:txBody>
          </p:sp>
          <p:sp>
            <p:nvSpPr>
              <p:cNvPr id="4735" name="tx4061">
                <a:extLst>
                  <a:ext uri="{FF2B5EF4-FFF2-40B4-BE49-F238E27FC236}">
                    <a16:creationId xmlns:a16="http://schemas.microsoft.com/office/drawing/2014/main" id="{9AAB38DF-88D7-ED7B-B885-59EBC09CED64}"/>
                  </a:ext>
                </a:extLst>
              </p:cNvPr>
              <p:cNvSpPr/>
              <p:nvPr/>
            </p:nvSpPr>
            <p:spPr>
              <a:xfrm>
                <a:off x="5781985" y="1164544"/>
                <a:ext cx="118628" cy="152643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512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o</a:t>
                </a:r>
              </a:p>
            </p:txBody>
          </p:sp>
          <p:sp>
            <p:nvSpPr>
              <p:cNvPr id="4736" name="tx4062">
                <a:extLst>
                  <a:ext uri="{FF2B5EF4-FFF2-40B4-BE49-F238E27FC236}">
                    <a16:creationId xmlns:a16="http://schemas.microsoft.com/office/drawing/2014/main" id="{9F972669-40F3-E8D4-1E9F-870ED3D383AC}"/>
                  </a:ext>
                </a:extLst>
              </p:cNvPr>
              <p:cNvSpPr/>
              <p:nvPr/>
            </p:nvSpPr>
            <p:spPr>
              <a:xfrm>
                <a:off x="5873249" y="1163741"/>
                <a:ext cx="59252" cy="152643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512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f</a:t>
                </a:r>
              </a:p>
            </p:txBody>
          </p:sp>
          <p:sp>
            <p:nvSpPr>
              <p:cNvPr id="4737" name="tx4063">
                <a:extLst>
                  <a:ext uri="{FF2B5EF4-FFF2-40B4-BE49-F238E27FC236}">
                    <a16:creationId xmlns:a16="http://schemas.microsoft.com/office/drawing/2014/main" id="{7CB0C249-2619-DFD7-AA9E-3A9ECD13A85E}"/>
                  </a:ext>
                </a:extLst>
              </p:cNvPr>
              <p:cNvSpPr/>
              <p:nvPr/>
            </p:nvSpPr>
            <p:spPr>
              <a:xfrm>
                <a:off x="5924911" y="1163741"/>
                <a:ext cx="59252" cy="152643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512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f</a:t>
                </a:r>
              </a:p>
            </p:txBody>
          </p:sp>
          <p:sp>
            <p:nvSpPr>
              <p:cNvPr id="4738" name="tx4064">
                <a:extLst>
                  <a:ext uri="{FF2B5EF4-FFF2-40B4-BE49-F238E27FC236}">
                    <a16:creationId xmlns:a16="http://schemas.microsoft.com/office/drawing/2014/main" id="{C39F9658-33CF-B614-9289-C13FF954492D}"/>
                  </a:ext>
                </a:extLst>
              </p:cNvPr>
              <p:cNvSpPr/>
              <p:nvPr/>
            </p:nvSpPr>
            <p:spPr>
              <a:xfrm>
                <a:off x="5967422" y="1163741"/>
                <a:ext cx="106680" cy="152643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512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s</a:t>
                </a:r>
              </a:p>
            </p:txBody>
          </p:sp>
          <p:sp>
            <p:nvSpPr>
              <p:cNvPr id="4753" name="tx4065">
                <a:extLst>
                  <a:ext uri="{FF2B5EF4-FFF2-40B4-BE49-F238E27FC236}">
                    <a16:creationId xmlns:a16="http://schemas.microsoft.com/office/drawing/2014/main" id="{0B021A9C-40CF-2135-F571-91627DCEBCAD}"/>
                  </a:ext>
                </a:extLst>
              </p:cNvPr>
              <p:cNvSpPr/>
              <p:nvPr/>
            </p:nvSpPr>
            <p:spPr>
              <a:xfrm>
                <a:off x="6023920" y="1165340"/>
                <a:ext cx="169160" cy="152643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512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e</a:t>
                </a:r>
              </a:p>
            </p:txBody>
          </p:sp>
          <p:sp>
            <p:nvSpPr>
              <p:cNvPr id="4754" name="tx4066">
                <a:extLst>
                  <a:ext uri="{FF2B5EF4-FFF2-40B4-BE49-F238E27FC236}">
                    <a16:creationId xmlns:a16="http://schemas.microsoft.com/office/drawing/2014/main" id="{2016506D-93F5-F829-5471-FB7C36207C57}"/>
                  </a:ext>
                </a:extLst>
              </p:cNvPr>
              <p:cNvSpPr/>
              <p:nvPr/>
            </p:nvSpPr>
            <p:spPr>
              <a:xfrm>
                <a:off x="6112820" y="1163741"/>
                <a:ext cx="119893" cy="152643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512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t</a:t>
                </a:r>
              </a:p>
            </p:txBody>
          </p:sp>
        </p:grp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55" name="Group 4754">
            <a:extLst>
              <a:ext uri="{FF2B5EF4-FFF2-40B4-BE49-F238E27FC236}">
                <a16:creationId xmlns:a16="http://schemas.microsoft.com/office/drawing/2014/main" id="{2B73CBA4-B2D5-7E4E-D9F5-524F0F88B2AD}"/>
              </a:ext>
            </a:extLst>
          </p:cNvPr>
          <p:cNvGrpSpPr/>
          <p:nvPr/>
        </p:nvGrpSpPr>
        <p:grpSpPr>
          <a:xfrm>
            <a:off x="2089347" y="809633"/>
            <a:ext cx="6325891" cy="4772344"/>
            <a:chOff x="2336776" y="793399"/>
            <a:chExt cx="7028768" cy="5302604"/>
          </a:xfrm>
        </p:grpSpPr>
        <p:sp>
          <p:nvSpPr>
            <p:cNvPr id="4" name="rc4"/>
            <p:cNvSpPr/>
            <p:nvPr/>
          </p:nvSpPr>
          <p:spPr>
            <a:xfrm>
              <a:off x="2521653" y="1219202"/>
              <a:ext cx="6843891" cy="487680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" name="rc6"/>
            <p:cNvSpPr/>
            <p:nvPr/>
          </p:nvSpPr>
          <p:spPr>
            <a:xfrm>
              <a:off x="3342727" y="1848078"/>
              <a:ext cx="4668748" cy="3619485"/>
            </a:xfrm>
            <a:prstGeom prst="rect">
              <a:avLst/>
            </a:prstGeom>
            <a:solidFill>
              <a:srgbClr val="F0F8FF">
                <a:alpha val="100000"/>
              </a:srgbClr>
            </a:solidFill>
          </p:spPr>
          <p:txBody>
            <a:bodyPr/>
            <a:lstStyle/>
            <a:p>
              <a:endParaRPr sz="3085"/>
            </a:p>
          </p:txBody>
        </p:sp>
        <p:sp>
          <p:nvSpPr>
            <p:cNvPr id="7" name="pl7"/>
            <p:cNvSpPr/>
            <p:nvPr/>
          </p:nvSpPr>
          <p:spPr>
            <a:xfrm>
              <a:off x="3782528" y="1848078"/>
              <a:ext cx="0" cy="3619485"/>
            </a:xfrm>
            <a:custGeom>
              <a:avLst/>
              <a:gdLst/>
              <a:ahLst/>
              <a:cxnLst/>
              <a:rect l="0" t="0" r="0" b="0"/>
              <a:pathLst>
                <a:path h="2714613">
                  <a:moveTo>
                    <a:pt x="0" y="2714613"/>
                  </a:moveTo>
                  <a:lnTo>
                    <a:pt x="0" y="2700489"/>
                  </a:lnTo>
                  <a:lnTo>
                    <a:pt x="0" y="2668708"/>
                  </a:lnTo>
                  <a:lnTo>
                    <a:pt x="0" y="2636927"/>
                  </a:lnTo>
                  <a:lnTo>
                    <a:pt x="0" y="2605147"/>
                  </a:lnTo>
                  <a:lnTo>
                    <a:pt x="0" y="2573366"/>
                  </a:lnTo>
                  <a:lnTo>
                    <a:pt x="0" y="2541585"/>
                  </a:lnTo>
                  <a:lnTo>
                    <a:pt x="0" y="2509805"/>
                  </a:lnTo>
                  <a:lnTo>
                    <a:pt x="0" y="2478024"/>
                  </a:lnTo>
                  <a:lnTo>
                    <a:pt x="0" y="2446243"/>
                  </a:lnTo>
                  <a:lnTo>
                    <a:pt x="0" y="2414462"/>
                  </a:lnTo>
                  <a:lnTo>
                    <a:pt x="0" y="2382682"/>
                  </a:lnTo>
                  <a:lnTo>
                    <a:pt x="0" y="2350901"/>
                  </a:lnTo>
                  <a:lnTo>
                    <a:pt x="0" y="2319120"/>
                  </a:lnTo>
                  <a:lnTo>
                    <a:pt x="0" y="2287340"/>
                  </a:lnTo>
                  <a:lnTo>
                    <a:pt x="0" y="2255559"/>
                  </a:lnTo>
                  <a:lnTo>
                    <a:pt x="0" y="2223778"/>
                  </a:lnTo>
                  <a:lnTo>
                    <a:pt x="0" y="2191997"/>
                  </a:lnTo>
                  <a:lnTo>
                    <a:pt x="0" y="2160217"/>
                  </a:lnTo>
                  <a:lnTo>
                    <a:pt x="0" y="2128436"/>
                  </a:lnTo>
                  <a:lnTo>
                    <a:pt x="0" y="2096655"/>
                  </a:lnTo>
                  <a:lnTo>
                    <a:pt x="0" y="2064875"/>
                  </a:lnTo>
                  <a:lnTo>
                    <a:pt x="0" y="2033094"/>
                  </a:lnTo>
                  <a:lnTo>
                    <a:pt x="0" y="2001313"/>
                  </a:lnTo>
                  <a:lnTo>
                    <a:pt x="0" y="1969532"/>
                  </a:lnTo>
                  <a:lnTo>
                    <a:pt x="0" y="1937752"/>
                  </a:lnTo>
                  <a:lnTo>
                    <a:pt x="0" y="1905971"/>
                  </a:lnTo>
                  <a:lnTo>
                    <a:pt x="0" y="1874190"/>
                  </a:lnTo>
                  <a:lnTo>
                    <a:pt x="0" y="1842410"/>
                  </a:lnTo>
                  <a:lnTo>
                    <a:pt x="0" y="1810629"/>
                  </a:lnTo>
                  <a:lnTo>
                    <a:pt x="0" y="1778848"/>
                  </a:lnTo>
                  <a:lnTo>
                    <a:pt x="0" y="1747067"/>
                  </a:lnTo>
                  <a:lnTo>
                    <a:pt x="0" y="1715287"/>
                  </a:lnTo>
                  <a:lnTo>
                    <a:pt x="0" y="1683506"/>
                  </a:lnTo>
                  <a:lnTo>
                    <a:pt x="0" y="1651725"/>
                  </a:lnTo>
                  <a:lnTo>
                    <a:pt x="0" y="1619945"/>
                  </a:lnTo>
                  <a:lnTo>
                    <a:pt x="0" y="1588164"/>
                  </a:lnTo>
                  <a:lnTo>
                    <a:pt x="0" y="1556383"/>
                  </a:lnTo>
                  <a:lnTo>
                    <a:pt x="0" y="1524602"/>
                  </a:lnTo>
                  <a:lnTo>
                    <a:pt x="0" y="1492822"/>
                  </a:lnTo>
                  <a:lnTo>
                    <a:pt x="0" y="1461041"/>
                  </a:lnTo>
                  <a:lnTo>
                    <a:pt x="0" y="1429260"/>
                  </a:lnTo>
                  <a:lnTo>
                    <a:pt x="0" y="1397480"/>
                  </a:lnTo>
                  <a:lnTo>
                    <a:pt x="0" y="1365699"/>
                  </a:lnTo>
                  <a:lnTo>
                    <a:pt x="0" y="1333918"/>
                  </a:lnTo>
                  <a:lnTo>
                    <a:pt x="0" y="1302137"/>
                  </a:lnTo>
                  <a:lnTo>
                    <a:pt x="0" y="1270357"/>
                  </a:lnTo>
                  <a:lnTo>
                    <a:pt x="0" y="1238576"/>
                  </a:lnTo>
                  <a:lnTo>
                    <a:pt x="0" y="1206795"/>
                  </a:lnTo>
                  <a:lnTo>
                    <a:pt x="0" y="1175015"/>
                  </a:lnTo>
                  <a:lnTo>
                    <a:pt x="0" y="1143234"/>
                  </a:lnTo>
                  <a:lnTo>
                    <a:pt x="0" y="1111453"/>
                  </a:lnTo>
                  <a:lnTo>
                    <a:pt x="0" y="1079672"/>
                  </a:lnTo>
                  <a:lnTo>
                    <a:pt x="0" y="1047892"/>
                  </a:lnTo>
                  <a:lnTo>
                    <a:pt x="0" y="1016111"/>
                  </a:lnTo>
                  <a:lnTo>
                    <a:pt x="0" y="984330"/>
                  </a:lnTo>
                  <a:lnTo>
                    <a:pt x="0" y="952550"/>
                  </a:lnTo>
                  <a:lnTo>
                    <a:pt x="0" y="920769"/>
                  </a:lnTo>
                  <a:lnTo>
                    <a:pt x="0" y="888988"/>
                  </a:lnTo>
                  <a:lnTo>
                    <a:pt x="0" y="857207"/>
                  </a:lnTo>
                  <a:lnTo>
                    <a:pt x="0" y="825427"/>
                  </a:lnTo>
                  <a:lnTo>
                    <a:pt x="0" y="793646"/>
                  </a:lnTo>
                  <a:lnTo>
                    <a:pt x="0" y="761865"/>
                  </a:lnTo>
                  <a:lnTo>
                    <a:pt x="0" y="730085"/>
                  </a:lnTo>
                  <a:lnTo>
                    <a:pt x="0" y="698304"/>
                  </a:lnTo>
                  <a:lnTo>
                    <a:pt x="0" y="666523"/>
                  </a:lnTo>
                  <a:lnTo>
                    <a:pt x="0" y="634742"/>
                  </a:lnTo>
                  <a:lnTo>
                    <a:pt x="0" y="602962"/>
                  </a:lnTo>
                  <a:lnTo>
                    <a:pt x="0" y="571181"/>
                  </a:lnTo>
                  <a:lnTo>
                    <a:pt x="0" y="539400"/>
                  </a:lnTo>
                  <a:lnTo>
                    <a:pt x="0" y="507620"/>
                  </a:lnTo>
                  <a:lnTo>
                    <a:pt x="0" y="475839"/>
                  </a:lnTo>
                  <a:lnTo>
                    <a:pt x="0" y="444058"/>
                  </a:lnTo>
                  <a:lnTo>
                    <a:pt x="0" y="412277"/>
                  </a:lnTo>
                  <a:lnTo>
                    <a:pt x="0" y="380497"/>
                  </a:lnTo>
                  <a:lnTo>
                    <a:pt x="0" y="348716"/>
                  </a:lnTo>
                  <a:lnTo>
                    <a:pt x="0" y="316935"/>
                  </a:lnTo>
                  <a:lnTo>
                    <a:pt x="0" y="285155"/>
                  </a:lnTo>
                  <a:lnTo>
                    <a:pt x="0" y="253374"/>
                  </a:lnTo>
                  <a:lnTo>
                    <a:pt x="0" y="221593"/>
                  </a:lnTo>
                  <a:lnTo>
                    <a:pt x="0" y="189812"/>
                  </a:lnTo>
                  <a:lnTo>
                    <a:pt x="0" y="158032"/>
                  </a:lnTo>
                  <a:lnTo>
                    <a:pt x="0" y="126251"/>
                  </a:lnTo>
                  <a:lnTo>
                    <a:pt x="0" y="94470"/>
                  </a:lnTo>
                  <a:lnTo>
                    <a:pt x="0" y="62690"/>
                  </a:lnTo>
                  <a:lnTo>
                    <a:pt x="0" y="30909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" name="pl8"/>
            <p:cNvSpPr/>
            <p:nvPr/>
          </p:nvSpPr>
          <p:spPr>
            <a:xfrm>
              <a:off x="4351493" y="1848078"/>
              <a:ext cx="0" cy="3619485"/>
            </a:xfrm>
            <a:custGeom>
              <a:avLst/>
              <a:gdLst/>
              <a:ahLst/>
              <a:cxnLst/>
              <a:rect l="0" t="0" r="0" b="0"/>
              <a:pathLst>
                <a:path h="2714613">
                  <a:moveTo>
                    <a:pt x="0" y="2714613"/>
                  </a:moveTo>
                  <a:lnTo>
                    <a:pt x="0" y="2700489"/>
                  </a:lnTo>
                  <a:lnTo>
                    <a:pt x="0" y="2668708"/>
                  </a:lnTo>
                  <a:lnTo>
                    <a:pt x="0" y="2636927"/>
                  </a:lnTo>
                  <a:lnTo>
                    <a:pt x="0" y="2605147"/>
                  </a:lnTo>
                  <a:lnTo>
                    <a:pt x="0" y="2573366"/>
                  </a:lnTo>
                  <a:lnTo>
                    <a:pt x="0" y="2541585"/>
                  </a:lnTo>
                  <a:lnTo>
                    <a:pt x="0" y="2509805"/>
                  </a:lnTo>
                  <a:lnTo>
                    <a:pt x="0" y="2478024"/>
                  </a:lnTo>
                  <a:lnTo>
                    <a:pt x="0" y="2446243"/>
                  </a:lnTo>
                  <a:lnTo>
                    <a:pt x="0" y="2414462"/>
                  </a:lnTo>
                  <a:lnTo>
                    <a:pt x="0" y="2382682"/>
                  </a:lnTo>
                  <a:lnTo>
                    <a:pt x="0" y="2350901"/>
                  </a:lnTo>
                  <a:lnTo>
                    <a:pt x="0" y="2319120"/>
                  </a:lnTo>
                  <a:lnTo>
                    <a:pt x="0" y="2287340"/>
                  </a:lnTo>
                  <a:lnTo>
                    <a:pt x="0" y="2255559"/>
                  </a:lnTo>
                  <a:lnTo>
                    <a:pt x="0" y="2223778"/>
                  </a:lnTo>
                  <a:lnTo>
                    <a:pt x="0" y="2191997"/>
                  </a:lnTo>
                  <a:lnTo>
                    <a:pt x="0" y="2160217"/>
                  </a:lnTo>
                  <a:lnTo>
                    <a:pt x="0" y="2128436"/>
                  </a:lnTo>
                  <a:lnTo>
                    <a:pt x="0" y="2096655"/>
                  </a:lnTo>
                  <a:lnTo>
                    <a:pt x="0" y="2064875"/>
                  </a:lnTo>
                  <a:lnTo>
                    <a:pt x="0" y="2033094"/>
                  </a:lnTo>
                  <a:lnTo>
                    <a:pt x="0" y="2001313"/>
                  </a:lnTo>
                  <a:lnTo>
                    <a:pt x="0" y="1969532"/>
                  </a:lnTo>
                  <a:lnTo>
                    <a:pt x="0" y="1937752"/>
                  </a:lnTo>
                  <a:lnTo>
                    <a:pt x="0" y="1905971"/>
                  </a:lnTo>
                  <a:lnTo>
                    <a:pt x="0" y="1874190"/>
                  </a:lnTo>
                  <a:lnTo>
                    <a:pt x="0" y="1842410"/>
                  </a:lnTo>
                  <a:lnTo>
                    <a:pt x="0" y="1810629"/>
                  </a:lnTo>
                  <a:lnTo>
                    <a:pt x="0" y="1778848"/>
                  </a:lnTo>
                  <a:lnTo>
                    <a:pt x="0" y="1747067"/>
                  </a:lnTo>
                  <a:lnTo>
                    <a:pt x="0" y="1715287"/>
                  </a:lnTo>
                  <a:lnTo>
                    <a:pt x="0" y="1683506"/>
                  </a:lnTo>
                  <a:lnTo>
                    <a:pt x="0" y="1651725"/>
                  </a:lnTo>
                  <a:lnTo>
                    <a:pt x="0" y="1619945"/>
                  </a:lnTo>
                  <a:lnTo>
                    <a:pt x="0" y="1588164"/>
                  </a:lnTo>
                  <a:lnTo>
                    <a:pt x="0" y="1556383"/>
                  </a:lnTo>
                  <a:lnTo>
                    <a:pt x="0" y="1524602"/>
                  </a:lnTo>
                  <a:lnTo>
                    <a:pt x="0" y="1492822"/>
                  </a:lnTo>
                  <a:lnTo>
                    <a:pt x="0" y="1461041"/>
                  </a:lnTo>
                  <a:lnTo>
                    <a:pt x="0" y="1429260"/>
                  </a:lnTo>
                  <a:lnTo>
                    <a:pt x="0" y="1397480"/>
                  </a:lnTo>
                  <a:lnTo>
                    <a:pt x="0" y="1365699"/>
                  </a:lnTo>
                  <a:lnTo>
                    <a:pt x="0" y="1333918"/>
                  </a:lnTo>
                  <a:lnTo>
                    <a:pt x="0" y="1302137"/>
                  </a:lnTo>
                  <a:lnTo>
                    <a:pt x="0" y="1270357"/>
                  </a:lnTo>
                  <a:lnTo>
                    <a:pt x="0" y="1238576"/>
                  </a:lnTo>
                  <a:lnTo>
                    <a:pt x="0" y="1206795"/>
                  </a:lnTo>
                  <a:lnTo>
                    <a:pt x="0" y="1175015"/>
                  </a:lnTo>
                  <a:lnTo>
                    <a:pt x="0" y="1143234"/>
                  </a:lnTo>
                  <a:lnTo>
                    <a:pt x="0" y="1111453"/>
                  </a:lnTo>
                  <a:lnTo>
                    <a:pt x="0" y="1079672"/>
                  </a:lnTo>
                  <a:lnTo>
                    <a:pt x="0" y="1047892"/>
                  </a:lnTo>
                  <a:lnTo>
                    <a:pt x="0" y="1016111"/>
                  </a:lnTo>
                  <a:lnTo>
                    <a:pt x="0" y="984330"/>
                  </a:lnTo>
                  <a:lnTo>
                    <a:pt x="0" y="952550"/>
                  </a:lnTo>
                  <a:lnTo>
                    <a:pt x="0" y="920769"/>
                  </a:lnTo>
                  <a:lnTo>
                    <a:pt x="0" y="888988"/>
                  </a:lnTo>
                  <a:lnTo>
                    <a:pt x="0" y="857207"/>
                  </a:lnTo>
                  <a:lnTo>
                    <a:pt x="0" y="825427"/>
                  </a:lnTo>
                  <a:lnTo>
                    <a:pt x="0" y="793646"/>
                  </a:lnTo>
                  <a:lnTo>
                    <a:pt x="0" y="761865"/>
                  </a:lnTo>
                  <a:lnTo>
                    <a:pt x="0" y="730085"/>
                  </a:lnTo>
                  <a:lnTo>
                    <a:pt x="0" y="698304"/>
                  </a:lnTo>
                  <a:lnTo>
                    <a:pt x="0" y="666523"/>
                  </a:lnTo>
                  <a:lnTo>
                    <a:pt x="0" y="634742"/>
                  </a:lnTo>
                  <a:lnTo>
                    <a:pt x="0" y="602962"/>
                  </a:lnTo>
                  <a:lnTo>
                    <a:pt x="0" y="571181"/>
                  </a:lnTo>
                  <a:lnTo>
                    <a:pt x="0" y="539400"/>
                  </a:lnTo>
                  <a:lnTo>
                    <a:pt x="0" y="507620"/>
                  </a:lnTo>
                  <a:lnTo>
                    <a:pt x="0" y="475839"/>
                  </a:lnTo>
                  <a:lnTo>
                    <a:pt x="0" y="444058"/>
                  </a:lnTo>
                  <a:lnTo>
                    <a:pt x="0" y="412277"/>
                  </a:lnTo>
                  <a:lnTo>
                    <a:pt x="0" y="380497"/>
                  </a:lnTo>
                  <a:lnTo>
                    <a:pt x="0" y="348716"/>
                  </a:lnTo>
                  <a:lnTo>
                    <a:pt x="0" y="316935"/>
                  </a:lnTo>
                  <a:lnTo>
                    <a:pt x="0" y="285155"/>
                  </a:lnTo>
                  <a:lnTo>
                    <a:pt x="0" y="253374"/>
                  </a:lnTo>
                  <a:lnTo>
                    <a:pt x="0" y="221593"/>
                  </a:lnTo>
                  <a:lnTo>
                    <a:pt x="0" y="189812"/>
                  </a:lnTo>
                  <a:lnTo>
                    <a:pt x="0" y="158032"/>
                  </a:lnTo>
                  <a:lnTo>
                    <a:pt x="0" y="126251"/>
                  </a:lnTo>
                  <a:lnTo>
                    <a:pt x="0" y="94470"/>
                  </a:lnTo>
                  <a:lnTo>
                    <a:pt x="0" y="62690"/>
                  </a:lnTo>
                  <a:lnTo>
                    <a:pt x="0" y="30909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" name="pl9"/>
            <p:cNvSpPr/>
            <p:nvPr/>
          </p:nvSpPr>
          <p:spPr>
            <a:xfrm>
              <a:off x="4920457" y="1848078"/>
              <a:ext cx="0" cy="3619485"/>
            </a:xfrm>
            <a:custGeom>
              <a:avLst/>
              <a:gdLst/>
              <a:ahLst/>
              <a:cxnLst/>
              <a:rect l="0" t="0" r="0" b="0"/>
              <a:pathLst>
                <a:path h="2714613">
                  <a:moveTo>
                    <a:pt x="0" y="2714613"/>
                  </a:moveTo>
                  <a:lnTo>
                    <a:pt x="0" y="2700489"/>
                  </a:lnTo>
                  <a:lnTo>
                    <a:pt x="0" y="2668708"/>
                  </a:lnTo>
                  <a:lnTo>
                    <a:pt x="0" y="2636927"/>
                  </a:lnTo>
                  <a:lnTo>
                    <a:pt x="0" y="2605147"/>
                  </a:lnTo>
                  <a:lnTo>
                    <a:pt x="0" y="2573366"/>
                  </a:lnTo>
                  <a:lnTo>
                    <a:pt x="0" y="2541585"/>
                  </a:lnTo>
                  <a:lnTo>
                    <a:pt x="0" y="2509805"/>
                  </a:lnTo>
                  <a:lnTo>
                    <a:pt x="0" y="2478024"/>
                  </a:lnTo>
                  <a:lnTo>
                    <a:pt x="0" y="2446243"/>
                  </a:lnTo>
                  <a:lnTo>
                    <a:pt x="0" y="2414462"/>
                  </a:lnTo>
                  <a:lnTo>
                    <a:pt x="0" y="2382682"/>
                  </a:lnTo>
                  <a:lnTo>
                    <a:pt x="0" y="2350901"/>
                  </a:lnTo>
                  <a:lnTo>
                    <a:pt x="0" y="2319120"/>
                  </a:lnTo>
                  <a:lnTo>
                    <a:pt x="0" y="2287340"/>
                  </a:lnTo>
                  <a:lnTo>
                    <a:pt x="0" y="2255559"/>
                  </a:lnTo>
                  <a:lnTo>
                    <a:pt x="0" y="2223778"/>
                  </a:lnTo>
                  <a:lnTo>
                    <a:pt x="0" y="2191997"/>
                  </a:lnTo>
                  <a:lnTo>
                    <a:pt x="0" y="2160217"/>
                  </a:lnTo>
                  <a:lnTo>
                    <a:pt x="0" y="2128436"/>
                  </a:lnTo>
                  <a:lnTo>
                    <a:pt x="0" y="2096655"/>
                  </a:lnTo>
                  <a:lnTo>
                    <a:pt x="0" y="2064875"/>
                  </a:lnTo>
                  <a:lnTo>
                    <a:pt x="0" y="2033094"/>
                  </a:lnTo>
                  <a:lnTo>
                    <a:pt x="0" y="2001313"/>
                  </a:lnTo>
                  <a:lnTo>
                    <a:pt x="0" y="1969532"/>
                  </a:lnTo>
                  <a:lnTo>
                    <a:pt x="0" y="1937752"/>
                  </a:lnTo>
                  <a:lnTo>
                    <a:pt x="0" y="1905971"/>
                  </a:lnTo>
                  <a:lnTo>
                    <a:pt x="0" y="1874190"/>
                  </a:lnTo>
                  <a:lnTo>
                    <a:pt x="0" y="1842410"/>
                  </a:lnTo>
                  <a:lnTo>
                    <a:pt x="0" y="1810629"/>
                  </a:lnTo>
                  <a:lnTo>
                    <a:pt x="0" y="1778848"/>
                  </a:lnTo>
                  <a:lnTo>
                    <a:pt x="0" y="1747067"/>
                  </a:lnTo>
                  <a:lnTo>
                    <a:pt x="0" y="1715287"/>
                  </a:lnTo>
                  <a:lnTo>
                    <a:pt x="0" y="1683506"/>
                  </a:lnTo>
                  <a:lnTo>
                    <a:pt x="0" y="1651725"/>
                  </a:lnTo>
                  <a:lnTo>
                    <a:pt x="0" y="1619945"/>
                  </a:lnTo>
                  <a:lnTo>
                    <a:pt x="0" y="1588164"/>
                  </a:lnTo>
                  <a:lnTo>
                    <a:pt x="0" y="1556383"/>
                  </a:lnTo>
                  <a:lnTo>
                    <a:pt x="0" y="1524602"/>
                  </a:lnTo>
                  <a:lnTo>
                    <a:pt x="0" y="1492822"/>
                  </a:lnTo>
                  <a:lnTo>
                    <a:pt x="0" y="1461041"/>
                  </a:lnTo>
                  <a:lnTo>
                    <a:pt x="0" y="1429260"/>
                  </a:lnTo>
                  <a:lnTo>
                    <a:pt x="0" y="1397480"/>
                  </a:lnTo>
                  <a:lnTo>
                    <a:pt x="0" y="1365699"/>
                  </a:lnTo>
                  <a:lnTo>
                    <a:pt x="0" y="1333918"/>
                  </a:lnTo>
                  <a:lnTo>
                    <a:pt x="0" y="1302137"/>
                  </a:lnTo>
                  <a:lnTo>
                    <a:pt x="0" y="1270357"/>
                  </a:lnTo>
                  <a:lnTo>
                    <a:pt x="0" y="1238576"/>
                  </a:lnTo>
                  <a:lnTo>
                    <a:pt x="0" y="1206795"/>
                  </a:lnTo>
                  <a:lnTo>
                    <a:pt x="0" y="1175015"/>
                  </a:lnTo>
                  <a:lnTo>
                    <a:pt x="0" y="1143234"/>
                  </a:lnTo>
                  <a:lnTo>
                    <a:pt x="0" y="1111453"/>
                  </a:lnTo>
                  <a:lnTo>
                    <a:pt x="0" y="1079672"/>
                  </a:lnTo>
                  <a:lnTo>
                    <a:pt x="0" y="1047892"/>
                  </a:lnTo>
                  <a:lnTo>
                    <a:pt x="0" y="1016111"/>
                  </a:lnTo>
                  <a:lnTo>
                    <a:pt x="0" y="984330"/>
                  </a:lnTo>
                  <a:lnTo>
                    <a:pt x="0" y="952550"/>
                  </a:lnTo>
                  <a:lnTo>
                    <a:pt x="0" y="920769"/>
                  </a:lnTo>
                  <a:lnTo>
                    <a:pt x="0" y="888988"/>
                  </a:lnTo>
                  <a:lnTo>
                    <a:pt x="0" y="857207"/>
                  </a:lnTo>
                  <a:lnTo>
                    <a:pt x="0" y="825427"/>
                  </a:lnTo>
                  <a:lnTo>
                    <a:pt x="0" y="793646"/>
                  </a:lnTo>
                  <a:lnTo>
                    <a:pt x="0" y="761865"/>
                  </a:lnTo>
                  <a:lnTo>
                    <a:pt x="0" y="730085"/>
                  </a:lnTo>
                  <a:lnTo>
                    <a:pt x="0" y="698304"/>
                  </a:lnTo>
                  <a:lnTo>
                    <a:pt x="0" y="666523"/>
                  </a:lnTo>
                  <a:lnTo>
                    <a:pt x="0" y="634742"/>
                  </a:lnTo>
                  <a:lnTo>
                    <a:pt x="0" y="602962"/>
                  </a:lnTo>
                  <a:lnTo>
                    <a:pt x="0" y="571181"/>
                  </a:lnTo>
                  <a:lnTo>
                    <a:pt x="0" y="539400"/>
                  </a:lnTo>
                  <a:lnTo>
                    <a:pt x="0" y="507620"/>
                  </a:lnTo>
                  <a:lnTo>
                    <a:pt x="0" y="475839"/>
                  </a:lnTo>
                  <a:lnTo>
                    <a:pt x="0" y="444058"/>
                  </a:lnTo>
                  <a:lnTo>
                    <a:pt x="0" y="412277"/>
                  </a:lnTo>
                  <a:lnTo>
                    <a:pt x="0" y="380497"/>
                  </a:lnTo>
                  <a:lnTo>
                    <a:pt x="0" y="348716"/>
                  </a:lnTo>
                  <a:lnTo>
                    <a:pt x="0" y="316935"/>
                  </a:lnTo>
                  <a:lnTo>
                    <a:pt x="0" y="285155"/>
                  </a:lnTo>
                  <a:lnTo>
                    <a:pt x="0" y="253374"/>
                  </a:lnTo>
                  <a:lnTo>
                    <a:pt x="0" y="221593"/>
                  </a:lnTo>
                  <a:lnTo>
                    <a:pt x="0" y="189812"/>
                  </a:lnTo>
                  <a:lnTo>
                    <a:pt x="0" y="158032"/>
                  </a:lnTo>
                  <a:lnTo>
                    <a:pt x="0" y="126251"/>
                  </a:lnTo>
                  <a:lnTo>
                    <a:pt x="0" y="94470"/>
                  </a:lnTo>
                  <a:lnTo>
                    <a:pt x="0" y="62690"/>
                  </a:lnTo>
                  <a:lnTo>
                    <a:pt x="0" y="30909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" name="pl10"/>
            <p:cNvSpPr/>
            <p:nvPr/>
          </p:nvSpPr>
          <p:spPr>
            <a:xfrm>
              <a:off x="5489423" y="1848078"/>
              <a:ext cx="0" cy="3619485"/>
            </a:xfrm>
            <a:custGeom>
              <a:avLst/>
              <a:gdLst/>
              <a:ahLst/>
              <a:cxnLst/>
              <a:rect l="0" t="0" r="0" b="0"/>
              <a:pathLst>
                <a:path h="2714613">
                  <a:moveTo>
                    <a:pt x="0" y="2714613"/>
                  </a:moveTo>
                  <a:lnTo>
                    <a:pt x="0" y="2700489"/>
                  </a:lnTo>
                  <a:lnTo>
                    <a:pt x="0" y="2668708"/>
                  </a:lnTo>
                  <a:lnTo>
                    <a:pt x="0" y="2636927"/>
                  </a:lnTo>
                  <a:lnTo>
                    <a:pt x="0" y="2605147"/>
                  </a:lnTo>
                  <a:lnTo>
                    <a:pt x="0" y="2573366"/>
                  </a:lnTo>
                  <a:lnTo>
                    <a:pt x="0" y="2541585"/>
                  </a:lnTo>
                  <a:lnTo>
                    <a:pt x="0" y="2509805"/>
                  </a:lnTo>
                  <a:lnTo>
                    <a:pt x="0" y="2478024"/>
                  </a:lnTo>
                  <a:lnTo>
                    <a:pt x="0" y="2446243"/>
                  </a:lnTo>
                  <a:lnTo>
                    <a:pt x="0" y="2414462"/>
                  </a:lnTo>
                  <a:lnTo>
                    <a:pt x="0" y="2382682"/>
                  </a:lnTo>
                  <a:lnTo>
                    <a:pt x="0" y="2350901"/>
                  </a:lnTo>
                  <a:lnTo>
                    <a:pt x="0" y="2319120"/>
                  </a:lnTo>
                  <a:lnTo>
                    <a:pt x="0" y="2287340"/>
                  </a:lnTo>
                  <a:lnTo>
                    <a:pt x="0" y="2255559"/>
                  </a:lnTo>
                  <a:lnTo>
                    <a:pt x="0" y="2223778"/>
                  </a:lnTo>
                  <a:lnTo>
                    <a:pt x="0" y="2191997"/>
                  </a:lnTo>
                  <a:lnTo>
                    <a:pt x="0" y="2160217"/>
                  </a:lnTo>
                  <a:lnTo>
                    <a:pt x="0" y="2128436"/>
                  </a:lnTo>
                  <a:lnTo>
                    <a:pt x="0" y="2096655"/>
                  </a:lnTo>
                  <a:lnTo>
                    <a:pt x="0" y="2064875"/>
                  </a:lnTo>
                  <a:lnTo>
                    <a:pt x="0" y="2033094"/>
                  </a:lnTo>
                  <a:lnTo>
                    <a:pt x="0" y="2001313"/>
                  </a:lnTo>
                  <a:lnTo>
                    <a:pt x="0" y="1969532"/>
                  </a:lnTo>
                  <a:lnTo>
                    <a:pt x="0" y="1937752"/>
                  </a:lnTo>
                  <a:lnTo>
                    <a:pt x="0" y="1905971"/>
                  </a:lnTo>
                  <a:lnTo>
                    <a:pt x="0" y="1874190"/>
                  </a:lnTo>
                  <a:lnTo>
                    <a:pt x="0" y="1842410"/>
                  </a:lnTo>
                  <a:lnTo>
                    <a:pt x="0" y="1810629"/>
                  </a:lnTo>
                  <a:lnTo>
                    <a:pt x="0" y="1778848"/>
                  </a:lnTo>
                  <a:lnTo>
                    <a:pt x="0" y="1747067"/>
                  </a:lnTo>
                  <a:lnTo>
                    <a:pt x="0" y="1715287"/>
                  </a:lnTo>
                  <a:lnTo>
                    <a:pt x="0" y="1683506"/>
                  </a:lnTo>
                  <a:lnTo>
                    <a:pt x="0" y="1651725"/>
                  </a:lnTo>
                  <a:lnTo>
                    <a:pt x="0" y="1619945"/>
                  </a:lnTo>
                  <a:lnTo>
                    <a:pt x="0" y="1588164"/>
                  </a:lnTo>
                  <a:lnTo>
                    <a:pt x="0" y="1556383"/>
                  </a:lnTo>
                  <a:lnTo>
                    <a:pt x="0" y="1524602"/>
                  </a:lnTo>
                  <a:lnTo>
                    <a:pt x="0" y="1492822"/>
                  </a:lnTo>
                  <a:lnTo>
                    <a:pt x="0" y="1461041"/>
                  </a:lnTo>
                  <a:lnTo>
                    <a:pt x="0" y="1429260"/>
                  </a:lnTo>
                  <a:lnTo>
                    <a:pt x="0" y="1397480"/>
                  </a:lnTo>
                  <a:lnTo>
                    <a:pt x="0" y="1365699"/>
                  </a:lnTo>
                  <a:lnTo>
                    <a:pt x="0" y="1333918"/>
                  </a:lnTo>
                  <a:lnTo>
                    <a:pt x="0" y="1302137"/>
                  </a:lnTo>
                  <a:lnTo>
                    <a:pt x="0" y="1270357"/>
                  </a:lnTo>
                  <a:lnTo>
                    <a:pt x="0" y="1238576"/>
                  </a:lnTo>
                  <a:lnTo>
                    <a:pt x="0" y="1206795"/>
                  </a:lnTo>
                  <a:lnTo>
                    <a:pt x="0" y="1175015"/>
                  </a:lnTo>
                  <a:lnTo>
                    <a:pt x="0" y="1143234"/>
                  </a:lnTo>
                  <a:lnTo>
                    <a:pt x="0" y="1111453"/>
                  </a:lnTo>
                  <a:lnTo>
                    <a:pt x="0" y="1079672"/>
                  </a:lnTo>
                  <a:lnTo>
                    <a:pt x="0" y="1047892"/>
                  </a:lnTo>
                  <a:lnTo>
                    <a:pt x="0" y="1016111"/>
                  </a:lnTo>
                  <a:lnTo>
                    <a:pt x="0" y="984330"/>
                  </a:lnTo>
                  <a:lnTo>
                    <a:pt x="0" y="952550"/>
                  </a:lnTo>
                  <a:lnTo>
                    <a:pt x="0" y="920769"/>
                  </a:lnTo>
                  <a:lnTo>
                    <a:pt x="0" y="888988"/>
                  </a:lnTo>
                  <a:lnTo>
                    <a:pt x="0" y="857207"/>
                  </a:lnTo>
                  <a:lnTo>
                    <a:pt x="0" y="825427"/>
                  </a:lnTo>
                  <a:lnTo>
                    <a:pt x="0" y="793646"/>
                  </a:lnTo>
                  <a:lnTo>
                    <a:pt x="0" y="761865"/>
                  </a:lnTo>
                  <a:lnTo>
                    <a:pt x="0" y="730085"/>
                  </a:lnTo>
                  <a:lnTo>
                    <a:pt x="0" y="698304"/>
                  </a:lnTo>
                  <a:lnTo>
                    <a:pt x="0" y="666523"/>
                  </a:lnTo>
                  <a:lnTo>
                    <a:pt x="0" y="634742"/>
                  </a:lnTo>
                  <a:lnTo>
                    <a:pt x="0" y="602962"/>
                  </a:lnTo>
                  <a:lnTo>
                    <a:pt x="0" y="571181"/>
                  </a:lnTo>
                  <a:lnTo>
                    <a:pt x="0" y="539400"/>
                  </a:lnTo>
                  <a:lnTo>
                    <a:pt x="0" y="507620"/>
                  </a:lnTo>
                  <a:lnTo>
                    <a:pt x="0" y="475839"/>
                  </a:lnTo>
                  <a:lnTo>
                    <a:pt x="0" y="444058"/>
                  </a:lnTo>
                  <a:lnTo>
                    <a:pt x="0" y="412277"/>
                  </a:lnTo>
                  <a:lnTo>
                    <a:pt x="0" y="380497"/>
                  </a:lnTo>
                  <a:lnTo>
                    <a:pt x="0" y="348716"/>
                  </a:lnTo>
                  <a:lnTo>
                    <a:pt x="0" y="316935"/>
                  </a:lnTo>
                  <a:lnTo>
                    <a:pt x="0" y="285155"/>
                  </a:lnTo>
                  <a:lnTo>
                    <a:pt x="0" y="253374"/>
                  </a:lnTo>
                  <a:lnTo>
                    <a:pt x="0" y="221593"/>
                  </a:lnTo>
                  <a:lnTo>
                    <a:pt x="0" y="189812"/>
                  </a:lnTo>
                  <a:lnTo>
                    <a:pt x="0" y="158032"/>
                  </a:lnTo>
                  <a:lnTo>
                    <a:pt x="0" y="126251"/>
                  </a:lnTo>
                  <a:lnTo>
                    <a:pt x="0" y="94470"/>
                  </a:lnTo>
                  <a:lnTo>
                    <a:pt x="0" y="62690"/>
                  </a:lnTo>
                  <a:lnTo>
                    <a:pt x="0" y="30909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" name="pl11"/>
            <p:cNvSpPr/>
            <p:nvPr/>
          </p:nvSpPr>
          <p:spPr>
            <a:xfrm>
              <a:off x="6058387" y="1848078"/>
              <a:ext cx="0" cy="3619485"/>
            </a:xfrm>
            <a:custGeom>
              <a:avLst/>
              <a:gdLst/>
              <a:ahLst/>
              <a:cxnLst/>
              <a:rect l="0" t="0" r="0" b="0"/>
              <a:pathLst>
                <a:path h="2714613">
                  <a:moveTo>
                    <a:pt x="0" y="2714613"/>
                  </a:moveTo>
                  <a:lnTo>
                    <a:pt x="0" y="2700489"/>
                  </a:lnTo>
                  <a:lnTo>
                    <a:pt x="0" y="2668708"/>
                  </a:lnTo>
                  <a:lnTo>
                    <a:pt x="0" y="2636927"/>
                  </a:lnTo>
                  <a:lnTo>
                    <a:pt x="0" y="2605147"/>
                  </a:lnTo>
                  <a:lnTo>
                    <a:pt x="0" y="2573366"/>
                  </a:lnTo>
                  <a:lnTo>
                    <a:pt x="0" y="2541585"/>
                  </a:lnTo>
                  <a:lnTo>
                    <a:pt x="0" y="2509805"/>
                  </a:lnTo>
                  <a:lnTo>
                    <a:pt x="0" y="2478024"/>
                  </a:lnTo>
                  <a:lnTo>
                    <a:pt x="0" y="2446243"/>
                  </a:lnTo>
                  <a:lnTo>
                    <a:pt x="0" y="2414462"/>
                  </a:lnTo>
                  <a:lnTo>
                    <a:pt x="0" y="2382682"/>
                  </a:lnTo>
                  <a:lnTo>
                    <a:pt x="0" y="2350901"/>
                  </a:lnTo>
                  <a:lnTo>
                    <a:pt x="0" y="2319120"/>
                  </a:lnTo>
                  <a:lnTo>
                    <a:pt x="0" y="2287340"/>
                  </a:lnTo>
                  <a:lnTo>
                    <a:pt x="0" y="2255559"/>
                  </a:lnTo>
                  <a:lnTo>
                    <a:pt x="0" y="2223778"/>
                  </a:lnTo>
                  <a:lnTo>
                    <a:pt x="0" y="2191997"/>
                  </a:lnTo>
                  <a:lnTo>
                    <a:pt x="0" y="2160217"/>
                  </a:lnTo>
                  <a:lnTo>
                    <a:pt x="0" y="2128436"/>
                  </a:lnTo>
                  <a:lnTo>
                    <a:pt x="0" y="2096655"/>
                  </a:lnTo>
                  <a:lnTo>
                    <a:pt x="0" y="2064875"/>
                  </a:lnTo>
                  <a:lnTo>
                    <a:pt x="0" y="2033094"/>
                  </a:lnTo>
                  <a:lnTo>
                    <a:pt x="0" y="2001313"/>
                  </a:lnTo>
                  <a:lnTo>
                    <a:pt x="0" y="1969532"/>
                  </a:lnTo>
                  <a:lnTo>
                    <a:pt x="0" y="1937752"/>
                  </a:lnTo>
                  <a:lnTo>
                    <a:pt x="0" y="1905971"/>
                  </a:lnTo>
                  <a:lnTo>
                    <a:pt x="0" y="1874190"/>
                  </a:lnTo>
                  <a:lnTo>
                    <a:pt x="0" y="1842410"/>
                  </a:lnTo>
                  <a:lnTo>
                    <a:pt x="0" y="1810629"/>
                  </a:lnTo>
                  <a:lnTo>
                    <a:pt x="0" y="1778848"/>
                  </a:lnTo>
                  <a:lnTo>
                    <a:pt x="0" y="1747067"/>
                  </a:lnTo>
                  <a:lnTo>
                    <a:pt x="0" y="1715287"/>
                  </a:lnTo>
                  <a:lnTo>
                    <a:pt x="0" y="1683506"/>
                  </a:lnTo>
                  <a:lnTo>
                    <a:pt x="0" y="1651725"/>
                  </a:lnTo>
                  <a:lnTo>
                    <a:pt x="0" y="1619945"/>
                  </a:lnTo>
                  <a:lnTo>
                    <a:pt x="0" y="1588164"/>
                  </a:lnTo>
                  <a:lnTo>
                    <a:pt x="0" y="1556383"/>
                  </a:lnTo>
                  <a:lnTo>
                    <a:pt x="0" y="1524602"/>
                  </a:lnTo>
                  <a:lnTo>
                    <a:pt x="0" y="1492822"/>
                  </a:lnTo>
                  <a:lnTo>
                    <a:pt x="0" y="1461041"/>
                  </a:lnTo>
                  <a:lnTo>
                    <a:pt x="0" y="1429260"/>
                  </a:lnTo>
                  <a:lnTo>
                    <a:pt x="0" y="1397480"/>
                  </a:lnTo>
                  <a:lnTo>
                    <a:pt x="0" y="1365699"/>
                  </a:lnTo>
                  <a:lnTo>
                    <a:pt x="0" y="1333918"/>
                  </a:lnTo>
                  <a:lnTo>
                    <a:pt x="0" y="1302137"/>
                  </a:lnTo>
                  <a:lnTo>
                    <a:pt x="0" y="1270357"/>
                  </a:lnTo>
                  <a:lnTo>
                    <a:pt x="0" y="1238576"/>
                  </a:lnTo>
                  <a:lnTo>
                    <a:pt x="0" y="1206795"/>
                  </a:lnTo>
                  <a:lnTo>
                    <a:pt x="0" y="1175015"/>
                  </a:lnTo>
                  <a:lnTo>
                    <a:pt x="0" y="1143234"/>
                  </a:lnTo>
                  <a:lnTo>
                    <a:pt x="0" y="1111453"/>
                  </a:lnTo>
                  <a:lnTo>
                    <a:pt x="0" y="1079672"/>
                  </a:lnTo>
                  <a:lnTo>
                    <a:pt x="0" y="1047892"/>
                  </a:lnTo>
                  <a:lnTo>
                    <a:pt x="0" y="1016111"/>
                  </a:lnTo>
                  <a:lnTo>
                    <a:pt x="0" y="984330"/>
                  </a:lnTo>
                  <a:lnTo>
                    <a:pt x="0" y="952550"/>
                  </a:lnTo>
                  <a:lnTo>
                    <a:pt x="0" y="920769"/>
                  </a:lnTo>
                  <a:lnTo>
                    <a:pt x="0" y="888988"/>
                  </a:lnTo>
                  <a:lnTo>
                    <a:pt x="0" y="857207"/>
                  </a:lnTo>
                  <a:lnTo>
                    <a:pt x="0" y="825427"/>
                  </a:lnTo>
                  <a:lnTo>
                    <a:pt x="0" y="793646"/>
                  </a:lnTo>
                  <a:lnTo>
                    <a:pt x="0" y="761865"/>
                  </a:lnTo>
                  <a:lnTo>
                    <a:pt x="0" y="730085"/>
                  </a:lnTo>
                  <a:lnTo>
                    <a:pt x="0" y="698304"/>
                  </a:lnTo>
                  <a:lnTo>
                    <a:pt x="0" y="666523"/>
                  </a:lnTo>
                  <a:lnTo>
                    <a:pt x="0" y="634742"/>
                  </a:lnTo>
                  <a:lnTo>
                    <a:pt x="0" y="602962"/>
                  </a:lnTo>
                  <a:lnTo>
                    <a:pt x="0" y="571181"/>
                  </a:lnTo>
                  <a:lnTo>
                    <a:pt x="0" y="539400"/>
                  </a:lnTo>
                  <a:lnTo>
                    <a:pt x="0" y="507620"/>
                  </a:lnTo>
                  <a:lnTo>
                    <a:pt x="0" y="475839"/>
                  </a:lnTo>
                  <a:lnTo>
                    <a:pt x="0" y="444058"/>
                  </a:lnTo>
                  <a:lnTo>
                    <a:pt x="0" y="412277"/>
                  </a:lnTo>
                  <a:lnTo>
                    <a:pt x="0" y="380497"/>
                  </a:lnTo>
                  <a:lnTo>
                    <a:pt x="0" y="348716"/>
                  </a:lnTo>
                  <a:lnTo>
                    <a:pt x="0" y="316935"/>
                  </a:lnTo>
                  <a:lnTo>
                    <a:pt x="0" y="285155"/>
                  </a:lnTo>
                  <a:lnTo>
                    <a:pt x="0" y="253374"/>
                  </a:lnTo>
                  <a:lnTo>
                    <a:pt x="0" y="221593"/>
                  </a:lnTo>
                  <a:lnTo>
                    <a:pt x="0" y="189812"/>
                  </a:lnTo>
                  <a:lnTo>
                    <a:pt x="0" y="158032"/>
                  </a:lnTo>
                  <a:lnTo>
                    <a:pt x="0" y="126251"/>
                  </a:lnTo>
                  <a:lnTo>
                    <a:pt x="0" y="94470"/>
                  </a:lnTo>
                  <a:lnTo>
                    <a:pt x="0" y="62690"/>
                  </a:lnTo>
                  <a:lnTo>
                    <a:pt x="0" y="30909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" name="pl12"/>
            <p:cNvSpPr/>
            <p:nvPr/>
          </p:nvSpPr>
          <p:spPr>
            <a:xfrm>
              <a:off x="6627352" y="1848078"/>
              <a:ext cx="0" cy="3619485"/>
            </a:xfrm>
            <a:custGeom>
              <a:avLst/>
              <a:gdLst/>
              <a:ahLst/>
              <a:cxnLst/>
              <a:rect l="0" t="0" r="0" b="0"/>
              <a:pathLst>
                <a:path h="2714613">
                  <a:moveTo>
                    <a:pt x="0" y="2714613"/>
                  </a:moveTo>
                  <a:lnTo>
                    <a:pt x="0" y="2700489"/>
                  </a:lnTo>
                  <a:lnTo>
                    <a:pt x="0" y="2668708"/>
                  </a:lnTo>
                  <a:lnTo>
                    <a:pt x="0" y="2636927"/>
                  </a:lnTo>
                  <a:lnTo>
                    <a:pt x="0" y="2605147"/>
                  </a:lnTo>
                  <a:lnTo>
                    <a:pt x="0" y="2573366"/>
                  </a:lnTo>
                  <a:lnTo>
                    <a:pt x="0" y="2541585"/>
                  </a:lnTo>
                  <a:lnTo>
                    <a:pt x="0" y="2509805"/>
                  </a:lnTo>
                  <a:lnTo>
                    <a:pt x="0" y="2478024"/>
                  </a:lnTo>
                  <a:lnTo>
                    <a:pt x="0" y="2446243"/>
                  </a:lnTo>
                  <a:lnTo>
                    <a:pt x="0" y="2414462"/>
                  </a:lnTo>
                  <a:lnTo>
                    <a:pt x="0" y="2382682"/>
                  </a:lnTo>
                  <a:lnTo>
                    <a:pt x="0" y="2350901"/>
                  </a:lnTo>
                  <a:lnTo>
                    <a:pt x="0" y="2319120"/>
                  </a:lnTo>
                  <a:lnTo>
                    <a:pt x="0" y="2287340"/>
                  </a:lnTo>
                  <a:lnTo>
                    <a:pt x="0" y="2255559"/>
                  </a:lnTo>
                  <a:lnTo>
                    <a:pt x="0" y="2223778"/>
                  </a:lnTo>
                  <a:lnTo>
                    <a:pt x="0" y="2191997"/>
                  </a:lnTo>
                  <a:lnTo>
                    <a:pt x="0" y="2160217"/>
                  </a:lnTo>
                  <a:lnTo>
                    <a:pt x="0" y="2128436"/>
                  </a:lnTo>
                  <a:lnTo>
                    <a:pt x="0" y="2096655"/>
                  </a:lnTo>
                  <a:lnTo>
                    <a:pt x="0" y="2064875"/>
                  </a:lnTo>
                  <a:lnTo>
                    <a:pt x="0" y="2033094"/>
                  </a:lnTo>
                  <a:lnTo>
                    <a:pt x="0" y="2001313"/>
                  </a:lnTo>
                  <a:lnTo>
                    <a:pt x="0" y="1969532"/>
                  </a:lnTo>
                  <a:lnTo>
                    <a:pt x="0" y="1937752"/>
                  </a:lnTo>
                  <a:lnTo>
                    <a:pt x="0" y="1905971"/>
                  </a:lnTo>
                  <a:lnTo>
                    <a:pt x="0" y="1874190"/>
                  </a:lnTo>
                  <a:lnTo>
                    <a:pt x="0" y="1842410"/>
                  </a:lnTo>
                  <a:lnTo>
                    <a:pt x="0" y="1810629"/>
                  </a:lnTo>
                  <a:lnTo>
                    <a:pt x="0" y="1778848"/>
                  </a:lnTo>
                  <a:lnTo>
                    <a:pt x="0" y="1747067"/>
                  </a:lnTo>
                  <a:lnTo>
                    <a:pt x="0" y="1715287"/>
                  </a:lnTo>
                  <a:lnTo>
                    <a:pt x="0" y="1683506"/>
                  </a:lnTo>
                  <a:lnTo>
                    <a:pt x="0" y="1651725"/>
                  </a:lnTo>
                  <a:lnTo>
                    <a:pt x="0" y="1619945"/>
                  </a:lnTo>
                  <a:lnTo>
                    <a:pt x="0" y="1588164"/>
                  </a:lnTo>
                  <a:lnTo>
                    <a:pt x="0" y="1556383"/>
                  </a:lnTo>
                  <a:lnTo>
                    <a:pt x="0" y="1524602"/>
                  </a:lnTo>
                  <a:lnTo>
                    <a:pt x="0" y="1492822"/>
                  </a:lnTo>
                  <a:lnTo>
                    <a:pt x="0" y="1461041"/>
                  </a:lnTo>
                  <a:lnTo>
                    <a:pt x="0" y="1429260"/>
                  </a:lnTo>
                  <a:lnTo>
                    <a:pt x="0" y="1397480"/>
                  </a:lnTo>
                  <a:lnTo>
                    <a:pt x="0" y="1365699"/>
                  </a:lnTo>
                  <a:lnTo>
                    <a:pt x="0" y="1333918"/>
                  </a:lnTo>
                  <a:lnTo>
                    <a:pt x="0" y="1302137"/>
                  </a:lnTo>
                  <a:lnTo>
                    <a:pt x="0" y="1270357"/>
                  </a:lnTo>
                  <a:lnTo>
                    <a:pt x="0" y="1238576"/>
                  </a:lnTo>
                  <a:lnTo>
                    <a:pt x="0" y="1206795"/>
                  </a:lnTo>
                  <a:lnTo>
                    <a:pt x="0" y="1175015"/>
                  </a:lnTo>
                  <a:lnTo>
                    <a:pt x="0" y="1143234"/>
                  </a:lnTo>
                  <a:lnTo>
                    <a:pt x="0" y="1111453"/>
                  </a:lnTo>
                  <a:lnTo>
                    <a:pt x="0" y="1079672"/>
                  </a:lnTo>
                  <a:lnTo>
                    <a:pt x="0" y="1047892"/>
                  </a:lnTo>
                  <a:lnTo>
                    <a:pt x="0" y="1016111"/>
                  </a:lnTo>
                  <a:lnTo>
                    <a:pt x="0" y="984330"/>
                  </a:lnTo>
                  <a:lnTo>
                    <a:pt x="0" y="952550"/>
                  </a:lnTo>
                  <a:lnTo>
                    <a:pt x="0" y="920769"/>
                  </a:lnTo>
                  <a:lnTo>
                    <a:pt x="0" y="888988"/>
                  </a:lnTo>
                  <a:lnTo>
                    <a:pt x="0" y="857207"/>
                  </a:lnTo>
                  <a:lnTo>
                    <a:pt x="0" y="825427"/>
                  </a:lnTo>
                  <a:lnTo>
                    <a:pt x="0" y="793646"/>
                  </a:lnTo>
                  <a:lnTo>
                    <a:pt x="0" y="761865"/>
                  </a:lnTo>
                  <a:lnTo>
                    <a:pt x="0" y="730085"/>
                  </a:lnTo>
                  <a:lnTo>
                    <a:pt x="0" y="698304"/>
                  </a:lnTo>
                  <a:lnTo>
                    <a:pt x="0" y="666523"/>
                  </a:lnTo>
                  <a:lnTo>
                    <a:pt x="0" y="634742"/>
                  </a:lnTo>
                  <a:lnTo>
                    <a:pt x="0" y="602962"/>
                  </a:lnTo>
                  <a:lnTo>
                    <a:pt x="0" y="571181"/>
                  </a:lnTo>
                  <a:lnTo>
                    <a:pt x="0" y="539400"/>
                  </a:lnTo>
                  <a:lnTo>
                    <a:pt x="0" y="507620"/>
                  </a:lnTo>
                  <a:lnTo>
                    <a:pt x="0" y="475839"/>
                  </a:lnTo>
                  <a:lnTo>
                    <a:pt x="0" y="444058"/>
                  </a:lnTo>
                  <a:lnTo>
                    <a:pt x="0" y="412277"/>
                  </a:lnTo>
                  <a:lnTo>
                    <a:pt x="0" y="380497"/>
                  </a:lnTo>
                  <a:lnTo>
                    <a:pt x="0" y="348716"/>
                  </a:lnTo>
                  <a:lnTo>
                    <a:pt x="0" y="316935"/>
                  </a:lnTo>
                  <a:lnTo>
                    <a:pt x="0" y="285155"/>
                  </a:lnTo>
                  <a:lnTo>
                    <a:pt x="0" y="253374"/>
                  </a:lnTo>
                  <a:lnTo>
                    <a:pt x="0" y="221593"/>
                  </a:lnTo>
                  <a:lnTo>
                    <a:pt x="0" y="189812"/>
                  </a:lnTo>
                  <a:lnTo>
                    <a:pt x="0" y="158032"/>
                  </a:lnTo>
                  <a:lnTo>
                    <a:pt x="0" y="126251"/>
                  </a:lnTo>
                  <a:lnTo>
                    <a:pt x="0" y="94470"/>
                  </a:lnTo>
                  <a:lnTo>
                    <a:pt x="0" y="62690"/>
                  </a:lnTo>
                  <a:lnTo>
                    <a:pt x="0" y="30909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" name="pl13"/>
            <p:cNvSpPr/>
            <p:nvPr/>
          </p:nvSpPr>
          <p:spPr>
            <a:xfrm>
              <a:off x="7196316" y="1848078"/>
              <a:ext cx="0" cy="3619485"/>
            </a:xfrm>
            <a:custGeom>
              <a:avLst/>
              <a:gdLst/>
              <a:ahLst/>
              <a:cxnLst/>
              <a:rect l="0" t="0" r="0" b="0"/>
              <a:pathLst>
                <a:path h="2714613">
                  <a:moveTo>
                    <a:pt x="0" y="2714613"/>
                  </a:moveTo>
                  <a:lnTo>
                    <a:pt x="0" y="2700489"/>
                  </a:lnTo>
                  <a:lnTo>
                    <a:pt x="0" y="2668708"/>
                  </a:lnTo>
                  <a:lnTo>
                    <a:pt x="0" y="2636927"/>
                  </a:lnTo>
                  <a:lnTo>
                    <a:pt x="0" y="2605147"/>
                  </a:lnTo>
                  <a:lnTo>
                    <a:pt x="0" y="2573366"/>
                  </a:lnTo>
                  <a:lnTo>
                    <a:pt x="0" y="2541585"/>
                  </a:lnTo>
                  <a:lnTo>
                    <a:pt x="0" y="2509805"/>
                  </a:lnTo>
                  <a:lnTo>
                    <a:pt x="0" y="2478024"/>
                  </a:lnTo>
                  <a:lnTo>
                    <a:pt x="0" y="2446243"/>
                  </a:lnTo>
                  <a:lnTo>
                    <a:pt x="0" y="2414462"/>
                  </a:lnTo>
                  <a:lnTo>
                    <a:pt x="0" y="2382682"/>
                  </a:lnTo>
                  <a:lnTo>
                    <a:pt x="0" y="2350901"/>
                  </a:lnTo>
                  <a:lnTo>
                    <a:pt x="0" y="2319120"/>
                  </a:lnTo>
                  <a:lnTo>
                    <a:pt x="0" y="2287340"/>
                  </a:lnTo>
                  <a:lnTo>
                    <a:pt x="0" y="2255559"/>
                  </a:lnTo>
                  <a:lnTo>
                    <a:pt x="0" y="2223778"/>
                  </a:lnTo>
                  <a:lnTo>
                    <a:pt x="0" y="2191997"/>
                  </a:lnTo>
                  <a:lnTo>
                    <a:pt x="0" y="2160217"/>
                  </a:lnTo>
                  <a:lnTo>
                    <a:pt x="0" y="2128436"/>
                  </a:lnTo>
                  <a:lnTo>
                    <a:pt x="0" y="2096655"/>
                  </a:lnTo>
                  <a:lnTo>
                    <a:pt x="0" y="2064875"/>
                  </a:lnTo>
                  <a:lnTo>
                    <a:pt x="0" y="2033094"/>
                  </a:lnTo>
                  <a:lnTo>
                    <a:pt x="0" y="2001313"/>
                  </a:lnTo>
                  <a:lnTo>
                    <a:pt x="0" y="1969532"/>
                  </a:lnTo>
                  <a:lnTo>
                    <a:pt x="0" y="1937752"/>
                  </a:lnTo>
                  <a:lnTo>
                    <a:pt x="0" y="1905971"/>
                  </a:lnTo>
                  <a:lnTo>
                    <a:pt x="0" y="1874190"/>
                  </a:lnTo>
                  <a:lnTo>
                    <a:pt x="0" y="1842410"/>
                  </a:lnTo>
                  <a:lnTo>
                    <a:pt x="0" y="1810629"/>
                  </a:lnTo>
                  <a:lnTo>
                    <a:pt x="0" y="1778848"/>
                  </a:lnTo>
                  <a:lnTo>
                    <a:pt x="0" y="1747067"/>
                  </a:lnTo>
                  <a:lnTo>
                    <a:pt x="0" y="1715287"/>
                  </a:lnTo>
                  <a:lnTo>
                    <a:pt x="0" y="1683506"/>
                  </a:lnTo>
                  <a:lnTo>
                    <a:pt x="0" y="1651725"/>
                  </a:lnTo>
                  <a:lnTo>
                    <a:pt x="0" y="1619945"/>
                  </a:lnTo>
                  <a:lnTo>
                    <a:pt x="0" y="1588164"/>
                  </a:lnTo>
                  <a:lnTo>
                    <a:pt x="0" y="1556383"/>
                  </a:lnTo>
                  <a:lnTo>
                    <a:pt x="0" y="1524602"/>
                  </a:lnTo>
                  <a:lnTo>
                    <a:pt x="0" y="1492822"/>
                  </a:lnTo>
                  <a:lnTo>
                    <a:pt x="0" y="1461041"/>
                  </a:lnTo>
                  <a:lnTo>
                    <a:pt x="0" y="1429260"/>
                  </a:lnTo>
                  <a:lnTo>
                    <a:pt x="0" y="1397480"/>
                  </a:lnTo>
                  <a:lnTo>
                    <a:pt x="0" y="1365699"/>
                  </a:lnTo>
                  <a:lnTo>
                    <a:pt x="0" y="1333918"/>
                  </a:lnTo>
                  <a:lnTo>
                    <a:pt x="0" y="1302137"/>
                  </a:lnTo>
                  <a:lnTo>
                    <a:pt x="0" y="1270357"/>
                  </a:lnTo>
                  <a:lnTo>
                    <a:pt x="0" y="1238576"/>
                  </a:lnTo>
                  <a:lnTo>
                    <a:pt x="0" y="1206795"/>
                  </a:lnTo>
                  <a:lnTo>
                    <a:pt x="0" y="1175015"/>
                  </a:lnTo>
                  <a:lnTo>
                    <a:pt x="0" y="1143234"/>
                  </a:lnTo>
                  <a:lnTo>
                    <a:pt x="0" y="1111453"/>
                  </a:lnTo>
                  <a:lnTo>
                    <a:pt x="0" y="1079672"/>
                  </a:lnTo>
                  <a:lnTo>
                    <a:pt x="0" y="1047892"/>
                  </a:lnTo>
                  <a:lnTo>
                    <a:pt x="0" y="1016111"/>
                  </a:lnTo>
                  <a:lnTo>
                    <a:pt x="0" y="984330"/>
                  </a:lnTo>
                  <a:lnTo>
                    <a:pt x="0" y="952550"/>
                  </a:lnTo>
                  <a:lnTo>
                    <a:pt x="0" y="920769"/>
                  </a:lnTo>
                  <a:lnTo>
                    <a:pt x="0" y="888988"/>
                  </a:lnTo>
                  <a:lnTo>
                    <a:pt x="0" y="857207"/>
                  </a:lnTo>
                  <a:lnTo>
                    <a:pt x="0" y="825427"/>
                  </a:lnTo>
                  <a:lnTo>
                    <a:pt x="0" y="793646"/>
                  </a:lnTo>
                  <a:lnTo>
                    <a:pt x="0" y="761865"/>
                  </a:lnTo>
                  <a:lnTo>
                    <a:pt x="0" y="730085"/>
                  </a:lnTo>
                  <a:lnTo>
                    <a:pt x="0" y="698304"/>
                  </a:lnTo>
                  <a:lnTo>
                    <a:pt x="0" y="666523"/>
                  </a:lnTo>
                  <a:lnTo>
                    <a:pt x="0" y="634742"/>
                  </a:lnTo>
                  <a:lnTo>
                    <a:pt x="0" y="602962"/>
                  </a:lnTo>
                  <a:lnTo>
                    <a:pt x="0" y="571181"/>
                  </a:lnTo>
                  <a:lnTo>
                    <a:pt x="0" y="539400"/>
                  </a:lnTo>
                  <a:lnTo>
                    <a:pt x="0" y="507620"/>
                  </a:lnTo>
                  <a:lnTo>
                    <a:pt x="0" y="475839"/>
                  </a:lnTo>
                  <a:lnTo>
                    <a:pt x="0" y="444058"/>
                  </a:lnTo>
                  <a:lnTo>
                    <a:pt x="0" y="412277"/>
                  </a:lnTo>
                  <a:lnTo>
                    <a:pt x="0" y="380497"/>
                  </a:lnTo>
                  <a:lnTo>
                    <a:pt x="0" y="348716"/>
                  </a:lnTo>
                  <a:lnTo>
                    <a:pt x="0" y="316935"/>
                  </a:lnTo>
                  <a:lnTo>
                    <a:pt x="0" y="285155"/>
                  </a:lnTo>
                  <a:lnTo>
                    <a:pt x="0" y="253374"/>
                  </a:lnTo>
                  <a:lnTo>
                    <a:pt x="0" y="221593"/>
                  </a:lnTo>
                  <a:lnTo>
                    <a:pt x="0" y="189812"/>
                  </a:lnTo>
                  <a:lnTo>
                    <a:pt x="0" y="158032"/>
                  </a:lnTo>
                  <a:lnTo>
                    <a:pt x="0" y="126251"/>
                  </a:lnTo>
                  <a:lnTo>
                    <a:pt x="0" y="94470"/>
                  </a:lnTo>
                  <a:lnTo>
                    <a:pt x="0" y="62690"/>
                  </a:lnTo>
                  <a:lnTo>
                    <a:pt x="0" y="30909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" name="pl14"/>
            <p:cNvSpPr/>
            <p:nvPr/>
          </p:nvSpPr>
          <p:spPr>
            <a:xfrm>
              <a:off x="7765281" y="1848078"/>
              <a:ext cx="0" cy="3619485"/>
            </a:xfrm>
            <a:custGeom>
              <a:avLst/>
              <a:gdLst/>
              <a:ahLst/>
              <a:cxnLst/>
              <a:rect l="0" t="0" r="0" b="0"/>
              <a:pathLst>
                <a:path h="2714613">
                  <a:moveTo>
                    <a:pt x="0" y="2714613"/>
                  </a:moveTo>
                  <a:lnTo>
                    <a:pt x="0" y="2700489"/>
                  </a:lnTo>
                  <a:lnTo>
                    <a:pt x="0" y="2668708"/>
                  </a:lnTo>
                  <a:lnTo>
                    <a:pt x="0" y="2636927"/>
                  </a:lnTo>
                  <a:lnTo>
                    <a:pt x="0" y="2605147"/>
                  </a:lnTo>
                  <a:lnTo>
                    <a:pt x="0" y="2573366"/>
                  </a:lnTo>
                  <a:lnTo>
                    <a:pt x="0" y="2541585"/>
                  </a:lnTo>
                  <a:lnTo>
                    <a:pt x="0" y="2509805"/>
                  </a:lnTo>
                  <a:lnTo>
                    <a:pt x="0" y="2478024"/>
                  </a:lnTo>
                  <a:lnTo>
                    <a:pt x="0" y="2446243"/>
                  </a:lnTo>
                  <a:lnTo>
                    <a:pt x="0" y="2414462"/>
                  </a:lnTo>
                  <a:lnTo>
                    <a:pt x="0" y="2382682"/>
                  </a:lnTo>
                  <a:lnTo>
                    <a:pt x="0" y="2350901"/>
                  </a:lnTo>
                  <a:lnTo>
                    <a:pt x="0" y="2319120"/>
                  </a:lnTo>
                  <a:lnTo>
                    <a:pt x="0" y="2287340"/>
                  </a:lnTo>
                  <a:lnTo>
                    <a:pt x="0" y="2255559"/>
                  </a:lnTo>
                  <a:lnTo>
                    <a:pt x="0" y="2223778"/>
                  </a:lnTo>
                  <a:lnTo>
                    <a:pt x="0" y="2191997"/>
                  </a:lnTo>
                  <a:lnTo>
                    <a:pt x="0" y="2160217"/>
                  </a:lnTo>
                  <a:lnTo>
                    <a:pt x="0" y="2128436"/>
                  </a:lnTo>
                  <a:lnTo>
                    <a:pt x="0" y="2096655"/>
                  </a:lnTo>
                  <a:lnTo>
                    <a:pt x="0" y="2064875"/>
                  </a:lnTo>
                  <a:lnTo>
                    <a:pt x="0" y="2033094"/>
                  </a:lnTo>
                  <a:lnTo>
                    <a:pt x="0" y="2001313"/>
                  </a:lnTo>
                  <a:lnTo>
                    <a:pt x="0" y="1969532"/>
                  </a:lnTo>
                  <a:lnTo>
                    <a:pt x="0" y="1937752"/>
                  </a:lnTo>
                  <a:lnTo>
                    <a:pt x="0" y="1905971"/>
                  </a:lnTo>
                  <a:lnTo>
                    <a:pt x="0" y="1874190"/>
                  </a:lnTo>
                  <a:lnTo>
                    <a:pt x="0" y="1842410"/>
                  </a:lnTo>
                  <a:lnTo>
                    <a:pt x="0" y="1810629"/>
                  </a:lnTo>
                  <a:lnTo>
                    <a:pt x="0" y="1778848"/>
                  </a:lnTo>
                  <a:lnTo>
                    <a:pt x="0" y="1747067"/>
                  </a:lnTo>
                  <a:lnTo>
                    <a:pt x="0" y="1715287"/>
                  </a:lnTo>
                  <a:lnTo>
                    <a:pt x="0" y="1683506"/>
                  </a:lnTo>
                  <a:lnTo>
                    <a:pt x="0" y="1651725"/>
                  </a:lnTo>
                  <a:lnTo>
                    <a:pt x="0" y="1619945"/>
                  </a:lnTo>
                  <a:lnTo>
                    <a:pt x="0" y="1588164"/>
                  </a:lnTo>
                  <a:lnTo>
                    <a:pt x="0" y="1556383"/>
                  </a:lnTo>
                  <a:lnTo>
                    <a:pt x="0" y="1524602"/>
                  </a:lnTo>
                  <a:lnTo>
                    <a:pt x="0" y="1492822"/>
                  </a:lnTo>
                  <a:lnTo>
                    <a:pt x="0" y="1461041"/>
                  </a:lnTo>
                  <a:lnTo>
                    <a:pt x="0" y="1429260"/>
                  </a:lnTo>
                  <a:lnTo>
                    <a:pt x="0" y="1397480"/>
                  </a:lnTo>
                  <a:lnTo>
                    <a:pt x="0" y="1365699"/>
                  </a:lnTo>
                  <a:lnTo>
                    <a:pt x="0" y="1333918"/>
                  </a:lnTo>
                  <a:lnTo>
                    <a:pt x="0" y="1302137"/>
                  </a:lnTo>
                  <a:lnTo>
                    <a:pt x="0" y="1270357"/>
                  </a:lnTo>
                  <a:lnTo>
                    <a:pt x="0" y="1238576"/>
                  </a:lnTo>
                  <a:lnTo>
                    <a:pt x="0" y="1206795"/>
                  </a:lnTo>
                  <a:lnTo>
                    <a:pt x="0" y="1175015"/>
                  </a:lnTo>
                  <a:lnTo>
                    <a:pt x="0" y="1143234"/>
                  </a:lnTo>
                  <a:lnTo>
                    <a:pt x="0" y="1111453"/>
                  </a:lnTo>
                  <a:lnTo>
                    <a:pt x="0" y="1079672"/>
                  </a:lnTo>
                  <a:lnTo>
                    <a:pt x="0" y="1047892"/>
                  </a:lnTo>
                  <a:lnTo>
                    <a:pt x="0" y="1016111"/>
                  </a:lnTo>
                  <a:lnTo>
                    <a:pt x="0" y="984330"/>
                  </a:lnTo>
                  <a:lnTo>
                    <a:pt x="0" y="952550"/>
                  </a:lnTo>
                  <a:lnTo>
                    <a:pt x="0" y="920769"/>
                  </a:lnTo>
                  <a:lnTo>
                    <a:pt x="0" y="888988"/>
                  </a:lnTo>
                  <a:lnTo>
                    <a:pt x="0" y="857207"/>
                  </a:lnTo>
                  <a:lnTo>
                    <a:pt x="0" y="825427"/>
                  </a:lnTo>
                  <a:lnTo>
                    <a:pt x="0" y="793646"/>
                  </a:lnTo>
                  <a:lnTo>
                    <a:pt x="0" y="761865"/>
                  </a:lnTo>
                  <a:lnTo>
                    <a:pt x="0" y="730085"/>
                  </a:lnTo>
                  <a:lnTo>
                    <a:pt x="0" y="698304"/>
                  </a:lnTo>
                  <a:lnTo>
                    <a:pt x="0" y="666523"/>
                  </a:lnTo>
                  <a:lnTo>
                    <a:pt x="0" y="634742"/>
                  </a:lnTo>
                  <a:lnTo>
                    <a:pt x="0" y="602962"/>
                  </a:lnTo>
                  <a:lnTo>
                    <a:pt x="0" y="571181"/>
                  </a:lnTo>
                  <a:lnTo>
                    <a:pt x="0" y="539400"/>
                  </a:lnTo>
                  <a:lnTo>
                    <a:pt x="0" y="507620"/>
                  </a:lnTo>
                  <a:lnTo>
                    <a:pt x="0" y="475839"/>
                  </a:lnTo>
                  <a:lnTo>
                    <a:pt x="0" y="444058"/>
                  </a:lnTo>
                  <a:lnTo>
                    <a:pt x="0" y="412277"/>
                  </a:lnTo>
                  <a:lnTo>
                    <a:pt x="0" y="380497"/>
                  </a:lnTo>
                  <a:lnTo>
                    <a:pt x="0" y="348716"/>
                  </a:lnTo>
                  <a:lnTo>
                    <a:pt x="0" y="316935"/>
                  </a:lnTo>
                  <a:lnTo>
                    <a:pt x="0" y="285155"/>
                  </a:lnTo>
                  <a:lnTo>
                    <a:pt x="0" y="253374"/>
                  </a:lnTo>
                  <a:lnTo>
                    <a:pt x="0" y="221593"/>
                  </a:lnTo>
                  <a:lnTo>
                    <a:pt x="0" y="189812"/>
                  </a:lnTo>
                  <a:lnTo>
                    <a:pt x="0" y="158032"/>
                  </a:lnTo>
                  <a:lnTo>
                    <a:pt x="0" y="126251"/>
                  </a:lnTo>
                  <a:lnTo>
                    <a:pt x="0" y="94470"/>
                  </a:lnTo>
                  <a:lnTo>
                    <a:pt x="0" y="62690"/>
                  </a:lnTo>
                  <a:lnTo>
                    <a:pt x="0" y="30909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" name="pl15"/>
            <p:cNvSpPr/>
            <p:nvPr/>
          </p:nvSpPr>
          <p:spPr>
            <a:xfrm>
              <a:off x="3342727" y="5130924"/>
              <a:ext cx="4668748" cy="0"/>
            </a:xfrm>
            <a:custGeom>
              <a:avLst/>
              <a:gdLst/>
              <a:ahLst/>
              <a:cxnLst/>
              <a:rect l="0" t="0" r="0" b="0"/>
              <a:pathLst>
                <a:path w="3501561">
                  <a:moveTo>
                    <a:pt x="0" y="0"/>
                  </a:moveTo>
                  <a:lnTo>
                    <a:pt x="19506" y="0"/>
                  </a:lnTo>
                  <a:lnTo>
                    <a:pt x="58299" y="0"/>
                  </a:lnTo>
                  <a:lnTo>
                    <a:pt x="97093" y="0"/>
                  </a:lnTo>
                  <a:lnTo>
                    <a:pt x="135886" y="0"/>
                  </a:lnTo>
                  <a:lnTo>
                    <a:pt x="174679" y="0"/>
                  </a:lnTo>
                  <a:lnTo>
                    <a:pt x="213472" y="0"/>
                  </a:lnTo>
                  <a:lnTo>
                    <a:pt x="252265" y="0"/>
                  </a:lnTo>
                  <a:lnTo>
                    <a:pt x="291058" y="0"/>
                  </a:lnTo>
                  <a:lnTo>
                    <a:pt x="329851" y="0"/>
                  </a:lnTo>
                  <a:lnTo>
                    <a:pt x="368644" y="0"/>
                  </a:lnTo>
                  <a:lnTo>
                    <a:pt x="407437" y="0"/>
                  </a:lnTo>
                  <a:lnTo>
                    <a:pt x="446230" y="0"/>
                  </a:lnTo>
                  <a:lnTo>
                    <a:pt x="485023" y="0"/>
                  </a:lnTo>
                  <a:lnTo>
                    <a:pt x="523816" y="0"/>
                  </a:lnTo>
                  <a:lnTo>
                    <a:pt x="562609" y="0"/>
                  </a:lnTo>
                  <a:lnTo>
                    <a:pt x="601402" y="0"/>
                  </a:lnTo>
                  <a:lnTo>
                    <a:pt x="640195" y="0"/>
                  </a:lnTo>
                  <a:lnTo>
                    <a:pt x="678988" y="0"/>
                  </a:lnTo>
                  <a:lnTo>
                    <a:pt x="717781" y="0"/>
                  </a:lnTo>
                  <a:lnTo>
                    <a:pt x="756574" y="0"/>
                  </a:lnTo>
                  <a:lnTo>
                    <a:pt x="795367" y="0"/>
                  </a:lnTo>
                  <a:lnTo>
                    <a:pt x="834160" y="0"/>
                  </a:lnTo>
                  <a:lnTo>
                    <a:pt x="872954" y="0"/>
                  </a:lnTo>
                  <a:lnTo>
                    <a:pt x="911747" y="0"/>
                  </a:lnTo>
                  <a:lnTo>
                    <a:pt x="950540" y="0"/>
                  </a:lnTo>
                  <a:lnTo>
                    <a:pt x="989333" y="0"/>
                  </a:lnTo>
                  <a:lnTo>
                    <a:pt x="1028126" y="0"/>
                  </a:lnTo>
                  <a:lnTo>
                    <a:pt x="1066919" y="0"/>
                  </a:lnTo>
                  <a:lnTo>
                    <a:pt x="1105712" y="0"/>
                  </a:lnTo>
                  <a:lnTo>
                    <a:pt x="1144505" y="0"/>
                  </a:lnTo>
                  <a:lnTo>
                    <a:pt x="1183298" y="0"/>
                  </a:lnTo>
                  <a:lnTo>
                    <a:pt x="1222091" y="0"/>
                  </a:lnTo>
                  <a:lnTo>
                    <a:pt x="1260884" y="0"/>
                  </a:lnTo>
                  <a:lnTo>
                    <a:pt x="1299677" y="0"/>
                  </a:lnTo>
                  <a:lnTo>
                    <a:pt x="1338470" y="0"/>
                  </a:lnTo>
                  <a:lnTo>
                    <a:pt x="1377263" y="0"/>
                  </a:lnTo>
                  <a:lnTo>
                    <a:pt x="1416056" y="0"/>
                  </a:lnTo>
                  <a:lnTo>
                    <a:pt x="1454849" y="0"/>
                  </a:lnTo>
                  <a:lnTo>
                    <a:pt x="1493642" y="0"/>
                  </a:lnTo>
                  <a:lnTo>
                    <a:pt x="1532435" y="0"/>
                  </a:lnTo>
                  <a:lnTo>
                    <a:pt x="1571228" y="0"/>
                  </a:lnTo>
                  <a:lnTo>
                    <a:pt x="1610021" y="0"/>
                  </a:lnTo>
                  <a:lnTo>
                    <a:pt x="1648815" y="0"/>
                  </a:lnTo>
                  <a:lnTo>
                    <a:pt x="1687608" y="0"/>
                  </a:lnTo>
                  <a:lnTo>
                    <a:pt x="1726401" y="0"/>
                  </a:lnTo>
                  <a:lnTo>
                    <a:pt x="1765194" y="0"/>
                  </a:lnTo>
                  <a:lnTo>
                    <a:pt x="1803987" y="0"/>
                  </a:lnTo>
                  <a:lnTo>
                    <a:pt x="1842780" y="0"/>
                  </a:lnTo>
                  <a:lnTo>
                    <a:pt x="1881573" y="0"/>
                  </a:lnTo>
                  <a:lnTo>
                    <a:pt x="1920366" y="0"/>
                  </a:lnTo>
                  <a:lnTo>
                    <a:pt x="1959159" y="0"/>
                  </a:lnTo>
                  <a:lnTo>
                    <a:pt x="1997952" y="0"/>
                  </a:lnTo>
                  <a:lnTo>
                    <a:pt x="2036745" y="0"/>
                  </a:lnTo>
                  <a:lnTo>
                    <a:pt x="2075538" y="0"/>
                  </a:lnTo>
                  <a:lnTo>
                    <a:pt x="2114331" y="0"/>
                  </a:lnTo>
                  <a:lnTo>
                    <a:pt x="2153124" y="0"/>
                  </a:lnTo>
                  <a:lnTo>
                    <a:pt x="2191917" y="0"/>
                  </a:lnTo>
                  <a:lnTo>
                    <a:pt x="2230710" y="0"/>
                  </a:lnTo>
                  <a:lnTo>
                    <a:pt x="2269503" y="0"/>
                  </a:lnTo>
                  <a:lnTo>
                    <a:pt x="2308296" y="0"/>
                  </a:lnTo>
                  <a:lnTo>
                    <a:pt x="2347089" y="0"/>
                  </a:lnTo>
                  <a:lnTo>
                    <a:pt x="2385882" y="0"/>
                  </a:lnTo>
                  <a:lnTo>
                    <a:pt x="2424676" y="0"/>
                  </a:lnTo>
                  <a:lnTo>
                    <a:pt x="2463469" y="0"/>
                  </a:lnTo>
                  <a:lnTo>
                    <a:pt x="2502262" y="0"/>
                  </a:lnTo>
                  <a:lnTo>
                    <a:pt x="2541055" y="0"/>
                  </a:lnTo>
                  <a:lnTo>
                    <a:pt x="2579848" y="0"/>
                  </a:lnTo>
                  <a:lnTo>
                    <a:pt x="2618641" y="0"/>
                  </a:lnTo>
                  <a:lnTo>
                    <a:pt x="2657434" y="0"/>
                  </a:lnTo>
                  <a:lnTo>
                    <a:pt x="2696227" y="0"/>
                  </a:lnTo>
                  <a:lnTo>
                    <a:pt x="2735020" y="0"/>
                  </a:lnTo>
                  <a:lnTo>
                    <a:pt x="2773813" y="0"/>
                  </a:lnTo>
                  <a:lnTo>
                    <a:pt x="2812606" y="0"/>
                  </a:lnTo>
                  <a:lnTo>
                    <a:pt x="2851399" y="0"/>
                  </a:lnTo>
                  <a:lnTo>
                    <a:pt x="2890192" y="0"/>
                  </a:lnTo>
                  <a:lnTo>
                    <a:pt x="2928985" y="0"/>
                  </a:lnTo>
                  <a:lnTo>
                    <a:pt x="2967778" y="0"/>
                  </a:lnTo>
                  <a:lnTo>
                    <a:pt x="3006571" y="0"/>
                  </a:lnTo>
                  <a:lnTo>
                    <a:pt x="3045364" y="0"/>
                  </a:lnTo>
                  <a:lnTo>
                    <a:pt x="3084157" y="0"/>
                  </a:lnTo>
                  <a:lnTo>
                    <a:pt x="3122950" y="0"/>
                  </a:lnTo>
                  <a:lnTo>
                    <a:pt x="3161743" y="0"/>
                  </a:lnTo>
                  <a:lnTo>
                    <a:pt x="3200537" y="0"/>
                  </a:lnTo>
                  <a:lnTo>
                    <a:pt x="3239330" y="0"/>
                  </a:lnTo>
                  <a:lnTo>
                    <a:pt x="3278123" y="0"/>
                  </a:lnTo>
                  <a:lnTo>
                    <a:pt x="3316916" y="0"/>
                  </a:lnTo>
                  <a:lnTo>
                    <a:pt x="3355709" y="0"/>
                  </a:lnTo>
                  <a:lnTo>
                    <a:pt x="3394502" y="0"/>
                  </a:lnTo>
                  <a:lnTo>
                    <a:pt x="3433295" y="0"/>
                  </a:lnTo>
                  <a:lnTo>
                    <a:pt x="3472088" y="0"/>
                  </a:lnTo>
                  <a:lnTo>
                    <a:pt x="3501561" y="0"/>
                  </a:lnTo>
                  <a:lnTo>
                    <a:pt x="3501561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" name="pl16"/>
            <p:cNvSpPr/>
            <p:nvPr/>
          </p:nvSpPr>
          <p:spPr>
            <a:xfrm>
              <a:off x="3342727" y="4431748"/>
              <a:ext cx="4668748" cy="0"/>
            </a:xfrm>
            <a:custGeom>
              <a:avLst/>
              <a:gdLst/>
              <a:ahLst/>
              <a:cxnLst/>
              <a:rect l="0" t="0" r="0" b="0"/>
              <a:pathLst>
                <a:path w="3501561">
                  <a:moveTo>
                    <a:pt x="0" y="0"/>
                  </a:moveTo>
                  <a:lnTo>
                    <a:pt x="19506" y="0"/>
                  </a:lnTo>
                  <a:lnTo>
                    <a:pt x="58299" y="0"/>
                  </a:lnTo>
                  <a:lnTo>
                    <a:pt x="97093" y="0"/>
                  </a:lnTo>
                  <a:lnTo>
                    <a:pt x="135886" y="0"/>
                  </a:lnTo>
                  <a:lnTo>
                    <a:pt x="174679" y="0"/>
                  </a:lnTo>
                  <a:lnTo>
                    <a:pt x="213472" y="0"/>
                  </a:lnTo>
                  <a:lnTo>
                    <a:pt x="252265" y="0"/>
                  </a:lnTo>
                  <a:lnTo>
                    <a:pt x="291058" y="0"/>
                  </a:lnTo>
                  <a:lnTo>
                    <a:pt x="329851" y="0"/>
                  </a:lnTo>
                  <a:lnTo>
                    <a:pt x="368644" y="0"/>
                  </a:lnTo>
                  <a:lnTo>
                    <a:pt x="407437" y="0"/>
                  </a:lnTo>
                  <a:lnTo>
                    <a:pt x="446230" y="0"/>
                  </a:lnTo>
                  <a:lnTo>
                    <a:pt x="485023" y="0"/>
                  </a:lnTo>
                  <a:lnTo>
                    <a:pt x="523816" y="0"/>
                  </a:lnTo>
                  <a:lnTo>
                    <a:pt x="562609" y="0"/>
                  </a:lnTo>
                  <a:lnTo>
                    <a:pt x="601402" y="0"/>
                  </a:lnTo>
                  <a:lnTo>
                    <a:pt x="640195" y="0"/>
                  </a:lnTo>
                  <a:lnTo>
                    <a:pt x="678988" y="0"/>
                  </a:lnTo>
                  <a:lnTo>
                    <a:pt x="717781" y="0"/>
                  </a:lnTo>
                  <a:lnTo>
                    <a:pt x="756574" y="0"/>
                  </a:lnTo>
                  <a:lnTo>
                    <a:pt x="795367" y="0"/>
                  </a:lnTo>
                  <a:lnTo>
                    <a:pt x="834160" y="0"/>
                  </a:lnTo>
                  <a:lnTo>
                    <a:pt x="872954" y="0"/>
                  </a:lnTo>
                  <a:lnTo>
                    <a:pt x="911747" y="0"/>
                  </a:lnTo>
                  <a:lnTo>
                    <a:pt x="950540" y="0"/>
                  </a:lnTo>
                  <a:lnTo>
                    <a:pt x="989333" y="0"/>
                  </a:lnTo>
                  <a:lnTo>
                    <a:pt x="1028126" y="0"/>
                  </a:lnTo>
                  <a:lnTo>
                    <a:pt x="1066919" y="0"/>
                  </a:lnTo>
                  <a:lnTo>
                    <a:pt x="1105712" y="0"/>
                  </a:lnTo>
                  <a:lnTo>
                    <a:pt x="1144505" y="0"/>
                  </a:lnTo>
                  <a:lnTo>
                    <a:pt x="1183298" y="0"/>
                  </a:lnTo>
                  <a:lnTo>
                    <a:pt x="1222091" y="0"/>
                  </a:lnTo>
                  <a:lnTo>
                    <a:pt x="1260884" y="0"/>
                  </a:lnTo>
                  <a:lnTo>
                    <a:pt x="1299677" y="0"/>
                  </a:lnTo>
                  <a:lnTo>
                    <a:pt x="1338470" y="0"/>
                  </a:lnTo>
                  <a:lnTo>
                    <a:pt x="1377263" y="0"/>
                  </a:lnTo>
                  <a:lnTo>
                    <a:pt x="1416056" y="0"/>
                  </a:lnTo>
                  <a:lnTo>
                    <a:pt x="1454849" y="0"/>
                  </a:lnTo>
                  <a:lnTo>
                    <a:pt x="1493642" y="0"/>
                  </a:lnTo>
                  <a:lnTo>
                    <a:pt x="1532435" y="0"/>
                  </a:lnTo>
                  <a:lnTo>
                    <a:pt x="1571228" y="0"/>
                  </a:lnTo>
                  <a:lnTo>
                    <a:pt x="1610021" y="0"/>
                  </a:lnTo>
                  <a:lnTo>
                    <a:pt x="1648815" y="0"/>
                  </a:lnTo>
                  <a:lnTo>
                    <a:pt x="1687608" y="0"/>
                  </a:lnTo>
                  <a:lnTo>
                    <a:pt x="1726401" y="0"/>
                  </a:lnTo>
                  <a:lnTo>
                    <a:pt x="1765194" y="0"/>
                  </a:lnTo>
                  <a:lnTo>
                    <a:pt x="1803987" y="0"/>
                  </a:lnTo>
                  <a:lnTo>
                    <a:pt x="1842780" y="0"/>
                  </a:lnTo>
                  <a:lnTo>
                    <a:pt x="1881573" y="0"/>
                  </a:lnTo>
                  <a:lnTo>
                    <a:pt x="1920366" y="0"/>
                  </a:lnTo>
                  <a:lnTo>
                    <a:pt x="1959159" y="0"/>
                  </a:lnTo>
                  <a:lnTo>
                    <a:pt x="1997952" y="0"/>
                  </a:lnTo>
                  <a:lnTo>
                    <a:pt x="2036745" y="0"/>
                  </a:lnTo>
                  <a:lnTo>
                    <a:pt x="2075538" y="0"/>
                  </a:lnTo>
                  <a:lnTo>
                    <a:pt x="2114331" y="0"/>
                  </a:lnTo>
                  <a:lnTo>
                    <a:pt x="2153124" y="0"/>
                  </a:lnTo>
                  <a:lnTo>
                    <a:pt x="2191917" y="0"/>
                  </a:lnTo>
                  <a:lnTo>
                    <a:pt x="2230710" y="0"/>
                  </a:lnTo>
                  <a:lnTo>
                    <a:pt x="2269503" y="0"/>
                  </a:lnTo>
                  <a:lnTo>
                    <a:pt x="2308296" y="0"/>
                  </a:lnTo>
                  <a:lnTo>
                    <a:pt x="2347089" y="0"/>
                  </a:lnTo>
                  <a:lnTo>
                    <a:pt x="2385882" y="0"/>
                  </a:lnTo>
                  <a:lnTo>
                    <a:pt x="2424676" y="0"/>
                  </a:lnTo>
                  <a:lnTo>
                    <a:pt x="2463469" y="0"/>
                  </a:lnTo>
                  <a:lnTo>
                    <a:pt x="2502262" y="0"/>
                  </a:lnTo>
                  <a:lnTo>
                    <a:pt x="2541055" y="0"/>
                  </a:lnTo>
                  <a:lnTo>
                    <a:pt x="2579848" y="0"/>
                  </a:lnTo>
                  <a:lnTo>
                    <a:pt x="2618641" y="0"/>
                  </a:lnTo>
                  <a:lnTo>
                    <a:pt x="2657434" y="0"/>
                  </a:lnTo>
                  <a:lnTo>
                    <a:pt x="2696227" y="0"/>
                  </a:lnTo>
                  <a:lnTo>
                    <a:pt x="2735020" y="0"/>
                  </a:lnTo>
                  <a:lnTo>
                    <a:pt x="2773813" y="0"/>
                  </a:lnTo>
                  <a:lnTo>
                    <a:pt x="2812606" y="0"/>
                  </a:lnTo>
                  <a:lnTo>
                    <a:pt x="2851399" y="0"/>
                  </a:lnTo>
                  <a:lnTo>
                    <a:pt x="2890192" y="0"/>
                  </a:lnTo>
                  <a:lnTo>
                    <a:pt x="2928985" y="0"/>
                  </a:lnTo>
                  <a:lnTo>
                    <a:pt x="2967778" y="0"/>
                  </a:lnTo>
                  <a:lnTo>
                    <a:pt x="3006571" y="0"/>
                  </a:lnTo>
                  <a:lnTo>
                    <a:pt x="3045364" y="0"/>
                  </a:lnTo>
                  <a:lnTo>
                    <a:pt x="3084157" y="0"/>
                  </a:lnTo>
                  <a:lnTo>
                    <a:pt x="3122950" y="0"/>
                  </a:lnTo>
                  <a:lnTo>
                    <a:pt x="3161743" y="0"/>
                  </a:lnTo>
                  <a:lnTo>
                    <a:pt x="3200537" y="0"/>
                  </a:lnTo>
                  <a:lnTo>
                    <a:pt x="3239330" y="0"/>
                  </a:lnTo>
                  <a:lnTo>
                    <a:pt x="3278123" y="0"/>
                  </a:lnTo>
                  <a:lnTo>
                    <a:pt x="3316916" y="0"/>
                  </a:lnTo>
                  <a:lnTo>
                    <a:pt x="3355709" y="0"/>
                  </a:lnTo>
                  <a:lnTo>
                    <a:pt x="3394502" y="0"/>
                  </a:lnTo>
                  <a:lnTo>
                    <a:pt x="3433295" y="0"/>
                  </a:lnTo>
                  <a:lnTo>
                    <a:pt x="3472088" y="0"/>
                  </a:lnTo>
                  <a:lnTo>
                    <a:pt x="3501561" y="0"/>
                  </a:lnTo>
                  <a:lnTo>
                    <a:pt x="3501561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" name="pl17"/>
            <p:cNvSpPr/>
            <p:nvPr/>
          </p:nvSpPr>
          <p:spPr>
            <a:xfrm>
              <a:off x="3342727" y="3732572"/>
              <a:ext cx="4668748" cy="0"/>
            </a:xfrm>
            <a:custGeom>
              <a:avLst/>
              <a:gdLst/>
              <a:ahLst/>
              <a:cxnLst/>
              <a:rect l="0" t="0" r="0" b="0"/>
              <a:pathLst>
                <a:path w="3501561">
                  <a:moveTo>
                    <a:pt x="0" y="0"/>
                  </a:moveTo>
                  <a:lnTo>
                    <a:pt x="19506" y="0"/>
                  </a:lnTo>
                  <a:lnTo>
                    <a:pt x="58299" y="0"/>
                  </a:lnTo>
                  <a:lnTo>
                    <a:pt x="97093" y="0"/>
                  </a:lnTo>
                  <a:lnTo>
                    <a:pt x="135886" y="0"/>
                  </a:lnTo>
                  <a:lnTo>
                    <a:pt x="174679" y="0"/>
                  </a:lnTo>
                  <a:lnTo>
                    <a:pt x="213472" y="0"/>
                  </a:lnTo>
                  <a:lnTo>
                    <a:pt x="252265" y="0"/>
                  </a:lnTo>
                  <a:lnTo>
                    <a:pt x="291058" y="0"/>
                  </a:lnTo>
                  <a:lnTo>
                    <a:pt x="329851" y="0"/>
                  </a:lnTo>
                  <a:lnTo>
                    <a:pt x="368644" y="0"/>
                  </a:lnTo>
                  <a:lnTo>
                    <a:pt x="407437" y="0"/>
                  </a:lnTo>
                  <a:lnTo>
                    <a:pt x="446230" y="0"/>
                  </a:lnTo>
                  <a:lnTo>
                    <a:pt x="485023" y="0"/>
                  </a:lnTo>
                  <a:lnTo>
                    <a:pt x="523816" y="0"/>
                  </a:lnTo>
                  <a:lnTo>
                    <a:pt x="562609" y="0"/>
                  </a:lnTo>
                  <a:lnTo>
                    <a:pt x="601402" y="0"/>
                  </a:lnTo>
                  <a:lnTo>
                    <a:pt x="640195" y="0"/>
                  </a:lnTo>
                  <a:lnTo>
                    <a:pt x="678988" y="0"/>
                  </a:lnTo>
                  <a:lnTo>
                    <a:pt x="717781" y="0"/>
                  </a:lnTo>
                  <a:lnTo>
                    <a:pt x="756574" y="0"/>
                  </a:lnTo>
                  <a:lnTo>
                    <a:pt x="795367" y="0"/>
                  </a:lnTo>
                  <a:lnTo>
                    <a:pt x="834160" y="0"/>
                  </a:lnTo>
                  <a:lnTo>
                    <a:pt x="872954" y="0"/>
                  </a:lnTo>
                  <a:lnTo>
                    <a:pt x="911747" y="0"/>
                  </a:lnTo>
                  <a:lnTo>
                    <a:pt x="950540" y="0"/>
                  </a:lnTo>
                  <a:lnTo>
                    <a:pt x="989333" y="0"/>
                  </a:lnTo>
                  <a:lnTo>
                    <a:pt x="1028126" y="0"/>
                  </a:lnTo>
                  <a:lnTo>
                    <a:pt x="1066919" y="0"/>
                  </a:lnTo>
                  <a:lnTo>
                    <a:pt x="1105712" y="0"/>
                  </a:lnTo>
                  <a:lnTo>
                    <a:pt x="1144505" y="0"/>
                  </a:lnTo>
                  <a:lnTo>
                    <a:pt x="1183298" y="0"/>
                  </a:lnTo>
                  <a:lnTo>
                    <a:pt x="1222091" y="0"/>
                  </a:lnTo>
                  <a:lnTo>
                    <a:pt x="1260884" y="0"/>
                  </a:lnTo>
                  <a:lnTo>
                    <a:pt x="1299677" y="0"/>
                  </a:lnTo>
                  <a:lnTo>
                    <a:pt x="1338470" y="0"/>
                  </a:lnTo>
                  <a:lnTo>
                    <a:pt x="1377263" y="0"/>
                  </a:lnTo>
                  <a:lnTo>
                    <a:pt x="1416056" y="0"/>
                  </a:lnTo>
                  <a:lnTo>
                    <a:pt x="1454849" y="0"/>
                  </a:lnTo>
                  <a:lnTo>
                    <a:pt x="1493642" y="0"/>
                  </a:lnTo>
                  <a:lnTo>
                    <a:pt x="1532435" y="0"/>
                  </a:lnTo>
                  <a:lnTo>
                    <a:pt x="1571228" y="0"/>
                  </a:lnTo>
                  <a:lnTo>
                    <a:pt x="1610021" y="0"/>
                  </a:lnTo>
                  <a:lnTo>
                    <a:pt x="1648815" y="0"/>
                  </a:lnTo>
                  <a:lnTo>
                    <a:pt x="1687608" y="0"/>
                  </a:lnTo>
                  <a:lnTo>
                    <a:pt x="1726401" y="0"/>
                  </a:lnTo>
                  <a:lnTo>
                    <a:pt x="1765194" y="0"/>
                  </a:lnTo>
                  <a:lnTo>
                    <a:pt x="1803987" y="0"/>
                  </a:lnTo>
                  <a:lnTo>
                    <a:pt x="1842780" y="0"/>
                  </a:lnTo>
                  <a:lnTo>
                    <a:pt x="1881573" y="0"/>
                  </a:lnTo>
                  <a:lnTo>
                    <a:pt x="1920366" y="0"/>
                  </a:lnTo>
                  <a:lnTo>
                    <a:pt x="1959159" y="0"/>
                  </a:lnTo>
                  <a:lnTo>
                    <a:pt x="1997952" y="0"/>
                  </a:lnTo>
                  <a:lnTo>
                    <a:pt x="2036745" y="0"/>
                  </a:lnTo>
                  <a:lnTo>
                    <a:pt x="2075538" y="0"/>
                  </a:lnTo>
                  <a:lnTo>
                    <a:pt x="2114331" y="0"/>
                  </a:lnTo>
                  <a:lnTo>
                    <a:pt x="2153124" y="0"/>
                  </a:lnTo>
                  <a:lnTo>
                    <a:pt x="2191917" y="0"/>
                  </a:lnTo>
                  <a:lnTo>
                    <a:pt x="2230710" y="0"/>
                  </a:lnTo>
                  <a:lnTo>
                    <a:pt x="2269503" y="0"/>
                  </a:lnTo>
                  <a:lnTo>
                    <a:pt x="2308296" y="0"/>
                  </a:lnTo>
                  <a:lnTo>
                    <a:pt x="2347089" y="0"/>
                  </a:lnTo>
                  <a:lnTo>
                    <a:pt x="2385882" y="0"/>
                  </a:lnTo>
                  <a:lnTo>
                    <a:pt x="2424676" y="0"/>
                  </a:lnTo>
                  <a:lnTo>
                    <a:pt x="2463469" y="0"/>
                  </a:lnTo>
                  <a:lnTo>
                    <a:pt x="2502262" y="0"/>
                  </a:lnTo>
                  <a:lnTo>
                    <a:pt x="2541055" y="0"/>
                  </a:lnTo>
                  <a:lnTo>
                    <a:pt x="2579848" y="0"/>
                  </a:lnTo>
                  <a:lnTo>
                    <a:pt x="2618641" y="0"/>
                  </a:lnTo>
                  <a:lnTo>
                    <a:pt x="2657434" y="0"/>
                  </a:lnTo>
                  <a:lnTo>
                    <a:pt x="2696227" y="0"/>
                  </a:lnTo>
                  <a:lnTo>
                    <a:pt x="2735020" y="0"/>
                  </a:lnTo>
                  <a:lnTo>
                    <a:pt x="2773813" y="0"/>
                  </a:lnTo>
                  <a:lnTo>
                    <a:pt x="2812606" y="0"/>
                  </a:lnTo>
                  <a:lnTo>
                    <a:pt x="2851399" y="0"/>
                  </a:lnTo>
                  <a:lnTo>
                    <a:pt x="2890192" y="0"/>
                  </a:lnTo>
                  <a:lnTo>
                    <a:pt x="2928985" y="0"/>
                  </a:lnTo>
                  <a:lnTo>
                    <a:pt x="2967778" y="0"/>
                  </a:lnTo>
                  <a:lnTo>
                    <a:pt x="3006571" y="0"/>
                  </a:lnTo>
                  <a:lnTo>
                    <a:pt x="3045364" y="0"/>
                  </a:lnTo>
                  <a:lnTo>
                    <a:pt x="3084157" y="0"/>
                  </a:lnTo>
                  <a:lnTo>
                    <a:pt x="3122950" y="0"/>
                  </a:lnTo>
                  <a:lnTo>
                    <a:pt x="3161743" y="0"/>
                  </a:lnTo>
                  <a:lnTo>
                    <a:pt x="3200537" y="0"/>
                  </a:lnTo>
                  <a:lnTo>
                    <a:pt x="3239330" y="0"/>
                  </a:lnTo>
                  <a:lnTo>
                    <a:pt x="3278123" y="0"/>
                  </a:lnTo>
                  <a:lnTo>
                    <a:pt x="3316916" y="0"/>
                  </a:lnTo>
                  <a:lnTo>
                    <a:pt x="3355709" y="0"/>
                  </a:lnTo>
                  <a:lnTo>
                    <a:pt x="3394502" y="0"/>
                  </a:lnTo>
                  <a:lnTo>
                    <a:pt x="3433295" y="0"/>
                  </a:lnTo>
                  <a:lnTo>
                    <a:pt x="3472088" y="0"/>
                  </a:lnTo>
                  <a:lnTo>
                    <a:pt x="3501561" y="0"/>
                  </a:lnTo>
                  <a:lnTo>
                    <a:pt x="3501561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" name="pl18"/>
            <p:cNvSpPr/>
            <p:nvPr/>
          </p:nvSpPr>
          <p:spPr>
            <a:xfrm>
              <a:off x="3342727" y="3033396"/>
              <a:ext cx="4668748" cy="0"/>
            </a:xfrm>
            <a:custGeom>
              <a:avLst/>
              <a:gdLst/>
              <a:ahLst/>
              <a:cxnLst/>
              <a:rect l="0" t="0" r="0" b="0"/>
              <a:pathLst>
                <a:path w="3501561">
                  <a:moveTo>
                    <a:pt x="0" y="0"/>
                  </a:moveTo>
                  <a:lnTo>
                    <a:pt x="19506" y="0"/>
                  </a:lnTo>
                  <a:lnTo>
                    <a:pt x="58299" y="0"/>
                  </a:lnTo>
                  <a:lnTo>
                    <a:pt x="97093" y="0"/>
                  </a:lnTo>
                  <a:lnTo>
                    <a:pt x="135886" y="0"/>
                  </a:lnTo>
                  <a:lnTo>
                    <a:pt x="174679" y="0"/>
                  </a:lnTo>
                  <a:lnTo>
                    <a:pt x="213472" y="0"/>
                  </a:lnTo>
                  <a:lnTo>
                    <a:pt x="252265" y="0"/>
                  </a:lnTo>
                  <a:lnTo>
                    <a:pt x="291058" y="0"/>
                  </a:lnTo>
                  <a:lnTo>
                    <a:pt x="329851" y="0"/>
                  </a:lnTo>
                  <a:lnTo>
                    <a:pt x="368644" y="0"/>
                  </a:lnTo>
                  <a:lnTo>
                    <a:pt x="407437" y="0"/>
                  </a:lnTo>
                  <a:lnTo>
                    <a:pt x="446230" y="0"/>
                  </a:lnTo>
                  <a:lnTo>
                    <a:pt x="485023" y="0"/>
                  </a:lnTo>
                  <a:lnTo>
                    <a:pt x="523816" y="0"/>
                  </a:lnTo>
                  <a:lnTo>
                    <a:pt x="562609" y="0"/>
                  </a:lnTo>
                  <a:lnTo>
                    <a:pt x="601402" y="0"/>
                  </a:lnTo>
                  <a:lnTo>
                    <a:pt x="640195" y="0"/>
                  </a:lnTo>
                  <a:lnTo>
                    <a:pt x="678988" y="0"/>
                  </a:lnTo>
                  <a:lnTo>
                    <a:pt x="717781" y="0"/>
                  </a:lnTo>
                  <a:lnTo>
                    <a:pt x="756574" y="0"/>
                  </a:lnTo>
                  <a:lnTo>
                    <a:pt x="795367" y="0"/>
                  </a:lnTo>
                  <a:lnTo>
                    <a:pt x="834160" y="0"/>
                  </a:lnTo>
                  <a:lnTo>
                    <a:pt x="872954" y="0"/>
                  </a:lnTo>
                  <a:lnTo>
                    <a:pt x="911747" y="0"/>
                  </a:lnTo>
                  <a:lnTo>
                    <a:pt x="950540" y="0"/>
                  </a:lnTo>
                  <a:lnTo>
                    <a:pt x="989333" y="0"/>
                  </a:lnTo>
                  <a:lnTo>
                    <a:pt x="1028126" y="0"/>
                  </a:lnTo>
                  <a:lnTo>
                    <a:pt x="1066919" y="0"/>
                  </a:lnTo>
                  <a:lnTo>
                    <a:pt x="1105712" y="0"/>
                  </a:lnTo>
                  <a:lnTo>
                    <a:pt x="1144505" y="0"/>
                  </a:lnTo>
                  <a:lnTo>
                    <a:pt x="1183298" y="0"/>
                  </a:lnTo>
                  <a:lnTo>
                    <a:pt x="1222091" y="0"/>
                  </a:lnTo>
                  <a:lnTo>
                    <a:pt x="1260884" y="0"/>
                  </a:lnTo>
                  <a:lnTo>
                    <a:pt x="1299677" y="0"/>
                  </a:lnTo>
                  <a:lnTo>
                    <a:pt x="1338470" y="0"/>
                  </a:lnTo>
                  <a:lnTo>
                    <a:pt x="1377263" y="0"/>
                  </a:lnTo>
                  <a:lnTo>
                    <a:pt x="1416056" y="0"/>
                  </a:lnTo>
                  <a:lnTo>
                    <a:pt x="1454849" y="0"/>
                  </a:lnTo>
                  <a:lnTo>
                    <a:pt x="1493642" y="0"/>
                  </a:lnTo>
                  <a:lnTo>
                    <a:pt x="1532435" y="0"/>
                  </a:lnTo>
                  <a:lnTo>
                    <a:pt x="1571228" y="0"/>
                  </a:lnTo>
                  <a:lnTo>
                    <a:pt x="1610021" y="0"/>
                  </a:lnTo>
                  <a:lnTo>
                    <a:pt x="1648815" y="0"/>
                  </a:lnTo>
                  <a:lnTo>
                    <a:pt x="1687608" y="0"/>
                  </a:lnTo>
                  <a:lnTo>
                    <a:pt x="1726401" y="0"/>
                  </a:lnTo>
                  <a:lnTo>
                    <a:pt x="1765194" y="0"/>
                  </a:lnTo>
                  <a:lnTo>
                    <a:pt x="1803987" y="0"/>
                  </a:lnTo>
                  <a:lnTo>
                    <a:pt x="1842780" y="0"/>
                  </a:lnTo>
                  <a:lnTo>
                    <a:pt x="1881573" y="0"/>
                  </a:lnTo>
                  <a:lnTo>
                    <a:pt x="1920366" y="0"/>
                  </a:lnTo>
                  <a:lnTo>
                    <a:pt x="1959159" y="0"/>
                  </a:lnTo>
                  <a:lnTo>
                    <a:pt x="1997952" y="0"/>
                  </a:lnTo>
                  <a:lnTo>
                    <a:pt x="2036745" y="0"/>
                  </a:lnTo>
                  <a:lnTo>
                    <a:pt x="2075538" y="0"/>
                  </a:lnTo>
                  <a:lnTo>
                    <a:pt x="2114331" y="0"/>
                  </a:lnTo>
                  <a:lnTo>
                    <a:pt x="2153124" y="0"/>
                  </a:lnTo>
                  <a:lnTo>
                    <a:pt x="2191917" y="0"/>
                  </a:lnTo>
                  <a:lnTo>
                    <a:pt x="2230710" y="0"/>
                  </a:lnTo>
                  <a:lnTo>
                    <a:pt x="2269503" y="0"/>
                  </a:lnTo>
                  <a:lnTo>
                    <a:pt x="2308296" y="0"/>
                  </a:lnTo>
                  <a:lnTo>
                    <a:pt x="2347089" y="0"/>
                  </a:lnTo>
                  <a:lnTo>
                    <a:pt x="2385882" y="0"/>
                  </a:lnTo>
                  <a:lnTo>
                    <a:pt x="2424676" y="0"/>
                  </a:lnTo>
                  <a:lnTo>
                    <a:pt x="2463469" y="0"/>
                  </a:lnTo>
                  <a:lnTo>
                    <a:pt x="2502262" y="0"/>
                  </a:lnTo>
                  <a:lnTo>
                    <a:pt x="2541055" y="0"/>
                  </a:lnTo>
                  <a:lnTo>
                    <a:pt x="2579848" y="0"/>
                  </a:lnTo>
                  <a:lnTo>
                    <a:pt x="2618641" y="0"/>
                  </a:lnTo>
                  <a:lnTo>
                    <a:pt x="2657434" y="0"/>
                  </a:lnTo>
                  <a:lnTo>
                    <a:pt x="2696227" y="0"/>
                  </a:lnTo>
                  <a:lnTo>
                    <a:pt x="2735020" y="0"/>
                  </a:lnTo>
                  <a:lnTo>
                    <a:pt x="2773813" y="0"/>
                  </a:lnTo>
                  <a:lnTo>
                    <a:pt x="2812606" y="0"/>
                  </a:lnTo>
                  <a:lnTo>
                    <a:pt x="2851399" y="0"/>
                  </a:lnTo>
                  <a:lnTo>
                    <a:pt x="2890192" y="0"/>
                  </a:lnTo>
                  <a:lnTo>
                    <a:pt x="2928985" y="0"/>
                  </a:lnTo>
                  <a:lnTo>
                    <a:pt x="2967778" y="0"/>
                  </a:lnTo>
                  <a:lnTo>
                    <a:pt x="3006571" y="0"/>
                  </a:lnTo>
                  <a:lnTo>
                    <a:pt x="3045364" y="0"/>
                  </a:lnTo>
                  <a:lnTo>
                    <a:pt x="3084157" y="0"/>
                  </a:lnTo>
                  <a:lnTo>
                    <a:pt x="3122950" y="0"/>
                  </a:lnTo>
                  <a:lnTo>
                    <a:pt x="3161743" y="0"/>
                  </a:lnTo>
                  <a:lnTo>
                    <a:pt x="3200537" y="0"/>
                  </a:lnTo>
                  <a:lnTo>
                    <a:pt x="3239330" y="0"/>
                  </a:lnTo>
                  <a:lnTo>
                    <a:pt x="3278123" y="0"/>
                  </a:lnTo>
                  <a:lnTo>
                    <a:pt x="3316916" y="0"/>
                  </a:lnTo>
                  <a:lnTo>
                    <a:pt x="3355709" y="0"/>
                  </a:lnTo>
                  <a:lnTo>
                    <a:pt x="3394502" y="0"/>
                  </a:lnTo>
                  <a:lnTo>
                    <a:pt x="3433295" y="0"/>
                  </a:lnTo>
                  <a:lnTo>
                    <a:pt x="3472088" y="0"/>
                  </a:lnTo>
                  <a:lnTo>
                    <a:pt x="3501561" y="0"/>
                  </a:lnTo>
                  <a:lnTo>
                    <a:pt x="3501561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" name="pl19"/>
            <p:cNvSpPr/>
            <p:nvPr/>
          </p:nvSpPr>
          <p:spPr>
            <a:xfrm>
              <a:off x="3342727" y="2334219"/>
              <a:ext cx="4668748" cy="0"/>
            </a:xfrm>
            <a:custGeom>
              <a:avLst/>
              <a:gdLst/>
              <a:ahLst/>
              <a:cxnLst/>
              <a:rect l="0" t="0" r="0" b="0"/>
              <a:pathLst>
                <a:path w="3501561">
                  <a:moveTo>
                    <a:pt x="0" y="0"/>
                  </a:moveTo>
                  <a:lnTo>
                    <a:pt x="19506" y="0"/>
                  </a:lnTo>
                  <a:lnTo>
                    <a:pt x="58299" y="0"/>
                  </a:lnTo>
                  <a:lnTo>
                    <a:pt x="97093" y="0"/>
                  </a:lnTo>
                  <a:lnTo>
                    <a:pt x="135886" y="0"/>
                  </a:lnTo>
                  <a:lnTo>
                    <a:pt x="174679" y="0"/>
                  </a:lnTo>
                  <a:lnTo>
                    <a:pt x="213472" y="0"/>
                  </a:lnTo>
                  <a:lnTo>
                    <a:pt x="252265" y="0"/>
                  </a:lnTo>
                  <a:lnTo>
                    <a:pt x="291058" y="0"/>
                  </a:lnTo>
                  <a:lnTo>
                    <a:pt x="329851" y="0"/>
                  </a:lnTo>
                  <a:lnTo>
                    <a:pt x="368644" y="0"/>
                  </a:lnTo>
                  <a:lnTo>
                    <a:pt x="407437" y="0"/>
                  </a:lnTo>
                  <a:lnTo>
                    <a:pt x="446230" y="0"/>
                  </a:lnTo>
                  <a:lnTo>
                    <a:pt x="485023" y="0"/>
                  </a:lnTo>
                  <a:lnTo>
                    <a:pt x="523816" y="0"/>
                  </a:lnTo>
                  <a:lnTo>
                    <a:pt x="562609" y="0"/>
                  </a:lnTo>
                  <a:lnTo>
                    <a:pt x="601402" y="0"/>
                  </a:lnTo>
                  <a:lnTo>
                    <a:pt x="640195" y="0"/>
                  </a:lnTo>
                  <a:lnTo>
                    <a:pt x="678988" y="0"/>
                  </a:lnTo>
                  <a:lnTo>
                    <a:pt x="717781" y="0"/>
                  </a:lnTo>
                  <a:lnTo>
                    <a:pt x="756574" y="0"/>
                  </a:lnTo>
                  <a:lnTo>
                    <a:pt x="795367" y="0"/>
                  </a:lnTo>
                  <a:lnTo>
                    <a:pt x="834160" y="0"/>
                  </a:lnTo>
                  <a:lnTo>
                    <a:pt x="872954" y="0"/>
                  </a:lnTo>
                  <a:lnTo>
                    <a:pt x="911747" y="0"/>
                  </a:lnTo>
                  <a:lnTo>
                    <a:pt x="950540" y="0"/>
                  </a:lnTo>
                  <a:lnTo>
                    <a:pt x="989333" y="0"/>
                  </a:lnTo>
                  <a:lnTo>
                    <a:pt x="1028126" y="0"/>
                  </a:lnTo>
                  <a:lnTo>
                    <a:pt x="1066919" y="0"/>
                  </a:lnTo>
                  <a:lnTo>
                    <a:pt x="1105712" y="0"/>
                  </a:lnTo>
                  <a:lnTo>
                    <a:pt x="1144505" y="0"/>
                  </a:lnTo>
                  <a:lnTo>
                    <a:pt x="1183298" y="0"/>
                  </a:lnTo>
                  <a:lnTo>
                    <a:pt x="1222091" y="0"/>
                  </a:lnTo>
                  <a:lnTo>
                    <a:pt x="1260884" y="0"/>
                  </a:lnTo>
                  <a:lnTo>
                    <a:pt x="1299677" y="0"/>
                  </a:lnTo>
                  <a:lnTo>
                    <a:pt x="1338470" y="0"/>
                  </a:lnTo>
                  <a:lnTo>
                    <a:pt x="1377263" y="0"/>
                  </a:lnTo>
                  <a:lnTo>
                    <a:pt x="1416056" y="0"/>
                  </a:lnTo>
                  <a:lnTo>
                    <a:pt x="1454849" y="0"/>
                  </a:lnTo>
                  <a:lnTo>
                    <a:pt x="1493642" y="0"/>
                  </a:lnTo>
                  <a:lnTo>
                    <a:pt x="1532435" y="0"/>
                  </a:lnTo>
                  <a:lnTo>
                    <a:pt x="1571228" y="0"/>
                  </a:lnTo>
                  <a:lnTo>
                    <a:pt x="1610021" y="0"/>
                  </a:lnTo>
                  <a:lnTo>
                    <a:pt x="1648815" y="0"/>
                  </a:lnTo>
                  <a:lnTo>
                    <a:pt x="1687608" y="0"/>
                  </a:lnTo>
                  <a:lnTo>
                    <a:pt x="1726401" y="0"/>
                  </a:lnTo>
                  <a:lnTo>
                    <a:pt x="1765194" y="0"/>
                  </a:lnTo>
                  <a:lnTo>
                    <a:pt x="1803987" y="0"/>
                  </a:lnTo>
                  <a:lnTo>
                    <a:pt x="1842780" y="0"/>
                  </a:lnTo>
                  <a:lnTo>
                    <a:pt x="1881573" y="0"/>
                  </a:lnTo>
                  <a:lnTo>
                    <a:pt x="1920366" y="0"/>
                  </a:lnTo>
                  <a:lnTo>
                    <a:pt x="1959159" y="0"/>
                  </a:lnTo>
                  <a:lnTo>
                    <a:pt x="1997952" y="0"/>
                  </a:lnTo>
                  <a:lnTo>
                    <a:pt x="2036745" y="0"/>
                  </a:lnTo>
                  <a:lnTo>
                    <a:pt x="2075538" y="0"/>
                  </a:lnTo>
                  <a:lnTo>
                    <a:pt x="2114331" y="0"/>
                  </a:lnTo>
                  <a:lnTo>
                    <a:pt x="2153124" y="0"/>
                  </a:lnTo>
                  <a:lnTo>
                    <a:pt x="2191917" y="0"/>
                  </a:lnTo>
                  <a:lnTo>
                    <a:pt x="2230710" y="0"/>
                  </a:lnTo>
                  <a:lnTo>
                    <a:pt x="2269503" y="0"/>
                  </a:lnTo>
                  <a:lnTo>
                    <a:pt x="2308296" y="0"/>
                  </a:lnTo>
                  <a:lnTo>
                    <a:pt x="2347089" y="0"/>
                  </a:lnTo>
                  <a:lnTo>
                    <a:pt x="2385882" y="0"/>
                  </a:lnTo>
                  <a:lnTo>
                    <a:pt x="2424676" y="0"/>
                  </a:lnTo>
                  <a:lnTo>
                    <a:pt x="2463469" y="0"/>
                  </a:lnTo>
                  <a:lnTo>
                    <a:pt x="2502262" y="0"/>
                  </a:lnTo>
                  <a:lnTo>
                    <a:pt x="2541055" y="0"/>
                  </a:lnTo>
                  <a:lnTo>
                    <a:pt x="2579848" y="0"/>
                  </a:lnTo>
                  <a:lnTo>
                    <a:pt x="2618641" y="0"/>
                  </a:lnTo>
                  <a:lnTo>
                    <a:pt x="2657434" y="0"/>
                  </a:lnTo>
                  <a:lnTo>
                    <a:pt x="2696227" y="0"/>
                  </a:lnTo>
                  <a:lnTo>
                    <a:pt x="2735020" y="0"/>
                  </a:lnTo>
                  <a:lnTo>
                    <a:pt x="2773813" y="0"/>
                  </a:lnTo>
                  <a:lnTo>
                    <a:pt x="2812606" y="0"/>
                  </a:lnTo>
                  <a:lnTo>
                    <a:pt x="2851399" y="0"/>
                  </a:lnTo>
                  <a:lnTo>
                    <a:pt x="2890192" y="0"/>
                  </a:lnTo>
                  <a:lnTo>
                    <a:pt x="2928985" y="0"/>
                  </a:lnTo>
                  <a:lnTo>
                    <a:pt x="2967778" y="0"/>
                  </a:lnTo>
                  <a:lnTo>
                    <a:pt x="3006571" y="0"/>
                  </a:lnTo>
                  <a:lnTo>
                    <a:pt x="3045364" y="0"/>
                  </a:lnTo>
                  <a:lnTo>
                    <a:pt x="3084157" y="0"/>
                  </a:lnTo>
                  <a:lnTo>
                    <a:pt x="3122950" y="0"/>
                  </a:lnTo>
                  <a:lnTo>
                    <a:pt x="3161743" y="0"/>
                  </a:lnTo>
                  <a:lnTo>
                    <a:pt x="3200537" y="0"/>
                  </a:lnTo>
                  <a:lnTo>
                    <a:pt x="3239330" y="0"/>
                  </a:lnTo>
                  <a:lnTo>
                    <a:pt x="3278123" y="0"/>
                  </a:lnTo>
                  <a:lnTo>
                    <a:pt x="3316916" y="0"/>
                  </a:lnTo>
                  <a:lnTo>
                    <a:pt x="3355709" y="0"/>
                  </a:lnTo>
                  <a:lnTo>
                    <a:pt x="3394502" y="0"/>
                  </a:lnTo>
                  <a:lnTo>
                    <a:pt x="3433295" y="0"/>
                  </a:lnTo>
                  <a:lnTo>
                    <a:pt x="3472088" y="0"/>
                  </a:lnTo>
                  <a:lnTo>
                    <a:pt x="3501561" y="0"/>
                  </a:lnTo>
                  <a:lnTo>
                    <a:pt x="3501561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" name="ph20"/>
            <p:cNvSpPr/>
            <p:nvPr/>
          </p:nvSpPr>
          <p:spPr>
            <a:xfrm>
              <a:off x="5854343" y="7933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" name="ph21"/>
            <p:cNvSpPr/>
            <p:nvPr/>
          </p:nvSpPr>
          <p:spPr>
            <a:xfrm>
              <a:off x="5866855" y="7933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" name="ph22"/>
            <p:cNvSpPr/>
            <p:nvPr/>
          </p:nvSpPr>
          <p:spPr>
            <a:xfrm>
              <a:off x="5879368" y="7933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" name="ph23"/>
            <p:cNvSpPr/>
            <p:nvPr/>
          </p:nvSpPr>
          <p:spPr>
            <a:xfrm>
              <a:off x="5904392" y="7933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" name="ph24"/>
            <p:cNvSpPr/>
            <p:nvPr/>
          </p:nvSpPr>
          <p:spPr>
            <a:xfrm>
              <a:off x="5916904" y="7933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" name="ph25"/>
            <p:cNvSpPr/>
            <p:nvPr/>
          </p:nvSpPr>
          <p:spPr>
            <a:xfrm>
              <a:off x="5929417" y="7933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" name="ph26"/>
            <p:cNvSpPr/>
            <p:nvPr/>
          </p:nvSpPr>
          <p:spPr>
            <a:xfrm>
              <a:off x="6504985" y="7933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" name="ph27"/>
            <p:cNvSpPr/>
            <p:nvPr/>
          </p:nvSpPr>
          <p:spPr>
            <a:xfrm>
              <a:off x="6517497" y="7933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" name="ph28"/>
            <p:cNvSpPr/>
            <p:nvPr/>
          </p:nvSpPr>
          <p:spPr>
            <a:xfrm>
              <a:off x="6530011" y="7933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" name="ph29"/>
            <p:cNvSpPr/>
            <p:nvPr/>
          </p:nvSpPr>
          <p:spPr>
            <a:xfrm>
              <a:off x="5829317" y="80877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" name="ph30"/>
            <p:cNvSpPr/>
            <p:nvPr/>
          </p:nvSpPr>
          <p:spPr>
            <a:xfrm>
              <a:off x="5841831" y="80877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" name="ph31"/>
            <p:cNvSpPr/>
            <p:nvPr/>
          </p:nvSpPr>
          <p:spPr>
            <a:xfrm>
              <a:off x="5854343" y="80877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" name="ph32"/>
            <p:cNvSpPr/>
            <p:nvPr/>
          </p:nvSpPr>
          <p:spPr>
            <a:xfrm>
              <a:off x="5866855" y="80877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" name="ph33"/>
            <p:cNvSpPr/>
            <p:nvPr/>
          </p:nvSpPr>
          <p:spPr>
            <a:xfrm>
              <a:off x="5879368" y="80877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" name="ph34"/>
            <p:cNvSpPr/>
            <p:nvPr/>
          </p:nvSpPr>
          <p:spPr>
            <a:xfrm>
              <a:off x="5891880" y="80877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" name="ph35"/>
            <p:cNvSpPr/>
            <p:nvPr/>
          </p:nvSpPr>
          <p:spPr>
            <a:xfrm>
              <a:off x="5904392" y="80877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" name="ph36"/>
            <p:cNvSpPr/>
            <p:nvPr/>
          </p:nvSpPr>
          <p:spPr>
            <a:xfrm>
              <a:off x="5916904" y="80877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" name="ph37"/>
            <p:cNvSpPr/>
            <p:nvPr/>
          </p:nvSpPr>
          <p:spPr>
            <a:xfrm>
              <a:off x="5929417" y="80877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" name="ph38"/>
            <p:cNvSpPr/>
            <p:nvPr/>
          </p:nvSpPr>
          <p:spPr>
            <a:xfrm>
              <a:off x="6492473" y="80877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" name="ph39"/>
            <p:cNvSpPr/>
            <p:nvPr/>
          </p:nvSpPr>
          <p:spPr>
            <a:xfrm>
              <a:off x="6504985" y="80877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" name="ph40"/>
            <p:cNvSpPr/>
            <p:nvPr/>
          </p:nvSpPr>
          <p:spPr>
            <a:xfrm>
              <a:off x="6517497" y="80877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" name="ph41"/>
            <p:cNvSpPr/>
            <p:nvPr/>
          </p:nvSpPr>
          <p:spPr>
            <a:xfrm>
              <a:off x="6530011" y="80877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" name="ph42"/>
            <p:cNvSpPr/>
            <p:nvPr/>
          </p:nvSpPr>
          <p:spPr>
            <a:xfrm>
              <a:off x="6542523" y="80877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" name="ph43"/>
            <p:cNvSpPr/>
            <p:nvPr/>
          </p:nvSpPr>
          <p:spPr>
            <a:xfrm>
              <a:off x="5816805" y="8241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" name="ph44"/>
            <p:cNvSpPr/>
            <p:nvPr/>
          </p:nvSpPr>
          <p:spPr>
            <a:xfrm>
              <a:off x="5829317" y="8241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" name="ph45"/>
            <p:cNvSpPr/>
            <p:nvPr/>
          </p:nvSpPr>
          <p:spPr>
            <a:xfrm>
              <a:off x="5841831" y="8241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" name="ph46"/>
            <p:cNvSpPr/>
            <p:nvPr/>
          </p:nvSpPr>
          <p:spPr>
            <a:xfrm>
              <a:off x="5854343" y="8241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" name="ph47"/>
            <p:cNvSpPr/>
            <p:nvPr/>
          </p:nvSpPr>
          <p:spPr>
            <a:xfrm>
              <a:off x="5866855" y="8241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8" name="ph48"/>
            <p:cNvSpPr/>
            <p:nvPr/>
          </p:nvSpPr>
          <p:spPr>
            <a:xfrm>
              <a:off x="5879368" y="8241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9" name="ph49"/>
            <p:cNvSpPr/>
            <p:nvPr/>
          </p:nvSpPr>
          <p:spPr>
            <a:xfrm>
              <a:off x="5891880" y="8241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0" name="ph50"/>
            <p:cNvSpPr/>
            <p:nvPr/>
          </p:nvSpPr>
          <p:spPr>
            <a:xfrm>
              <a:off x="5904392" y="8241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1" name="ph51"/>
            <p:cNvSpPr/>
            <p:nvPr/>
          </p:nvSpPr>
          <p:spPr>
            <a:xfrm>
              <a:off x="5916904" y="8241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2" name="ph52"/>
            <p:cNvSpPr/>
            <p:nvPr/>
          </p:nvSpPr>
          <p:spPr>
            <a:xfrm>
              <a:off x="5929417" y="8241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3" name="ph53"/>
            <p:cNvSpPr/>
            <p:nvPr/>
          </p:nvSpPr>
          <p:spPr>
            <a:xfrm>
              <a:off x="5941929" y="8241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4" name="ph54"/>
            <p:cNvSpPr/>
            <p:nvPr/>
          </p:nvSpPr>
          <p:spPr>
            <a:xfrm>
              <a:off x="6492473" y="8241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5" name="ph55"/>
            <p:cNvSpPr/>
            <p:nvPr/>
          </p:nvSpPr>
          <p:spPr>
            <a:xfrm>
              <a:off x="6504985" y="8241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6" name="ph56"/>
            <p:cNvSpPr/>
            <p:nvPr/>
          </p:nvSpPr>
          <p:spPr>
            <a:xfrm>
              <a:off x="6517497" y="8241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7" name="ph57"/>
            <p:cNvSpPr/>
            <p:nvPr/>
          </p:nvSpPr>
          <p:spPr>
            <a:xfrm>
              <a:off x="6530011" y="8241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8" name="ph58"/>
            <p:cNvSpPr/>
            <p:nvPr/>
          </p:nvSpPr>
          <p:spPr>
            <a:xfrm>
              <a:off x="6542523" y="8241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9" name="ph59"/>
            <p:cNvSpPr/>
            <p:nvPr/>
          </p:nvSpPr>
          <p:spPr>
            <a:xfrm>
              <a:off x="5754244" y="8395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0" name="ph60"/>
            <p:cNvSpPr/>
            <p:nvPr/>
          </p:nvSpPr>
          <p:spPr>
            <a:xfrm>
              <a:off x="5766756" y="8395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1" name="ph61"/>
            <p:cNvSpPr/>
            <p:nvPr/>
          </p:nvSpPr>
          <p:spPr>
            <a:xfrm>
              <a:off x="5779268" y="8395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2" name="ph62"/>
            <p:cNvSpPr/>
            <p:nvPr/>
          </p:nvSpPr>
          <p:spPr>
            <a:xfrm>
              <a:off x="5791781" y="8395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3" name="ph63"/>
            <p:cNvSpPr/>
            <p:nvPr/>
          </p:nvSpPr>
          <p:spPr>
            <a:xfrm>
              <a:off x="5804293" y="8395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4" name="ph64"/>
            <p:cNvSpPr/>
            <p:nvPr/>
          </p:nvSpPr>
          <p:spPr>
            <a:xfrm>
              <a:off x="5816805" y="8395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5" name="ph65"/>
            <p:cNvSpPr/>
            <p:nvPr/>
          </p:nvSpPr>
          <p:spPr>
            <a:xfrm>
              <a:off x="5829317" y="8395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6" name="ph66"/>
            <p:cNvSpPr/>
            <p:nvPr/>
          </p:nvSpPr>
          <p:spPr>
            <a:xfrm>
              <a:off x="5841831" y="8395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7" name="ph67"/>
            <p:cNvSpPr/>
            <p:nvPr/>
          </p:nvSpPr>
          <p:spPr>
            <a:xfrm>
              <a:off x="5854343" y="8395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8" name="ph68"/>
            <p:cNvSpPr/>
            <p:nvPr/>
          </p:nvSpPr>
          <p:spPr>
            <a:xfrm>
              <a:off x="5866855" y="8395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9" name="ph69"/>
            <p:cNvSpPr/>
            <p:nvPr/>
          </p:nvSpPr>
          <p:spPr>
            <a:xfrm>
              <a:off x="5879368" y="8395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0" name="ph70"/>
            <p:cNvSpPr/>
            <p:nvPr/>
          </p:nvSpPr>
          <p:spPr>
            <a:xfrm>
              <a:off x="5891880" y="8395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1" name="ph71"/>
            <p:cNvSpPr/>
            <p:nvPr/>
          </p:nvSpPr>
          <p:spPr>
            <a:xfrm>
              <a:off x="5904392" y="8395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2" name="ph72"/>
            <p:cNvSpPr/>
            <p:nvPr/>
          </p:nvSpPr>
          <p:spPr>
            <a:xfrm>
              <a:off x="5916904" y="8395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3" name="ph73"/>
            <p:cNvSpPr/>
            <p:nvPr/>
          </p:nvSpPr>
          <p:spPr>
            <a:xfrm>
              <a:off x="5929417" y="8395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4" name="ph74"/>
            <p:cNvSpPr/>
            <p:nvPr/>
          </p:nvSpPr>
          <p:spPr>
            <a:xfrm>
              <a:off x="6504985" y="8395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5" name="ph75"/>
            <p:cNvSpPr/>
            <p:nvPr/>
          </p:nvSpPr>
          <p:spPr>
            <a:xfrm>
              <a:off x="6517497" y="8395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6" name="ph76"/>
            <p:cNvSpPr/>
            <p:nvPr/>
          </p:nvSpPr>
          <p:spPr>
            <a:xfrm>
              <a:off x="6530011" y="8395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7" name="ph77"/>
            <p:cNvSpPr/>
            <p:nvPr/>
          </p:nvSpPr>
          <p:spPr>
            <a:xfrm>
              <a:off x="5716707" y="8549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8" name="ph78"/>
            <p:cNvSpPr/>
            <p:nvPr/>
          </p:nvSpPr>
          <p:spPr>
            <a:xfrm>
              <a:off x="5729219" y="8549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9" name="ph79"/>
            <p:cNvSpPr/>
            <p:nvPr/>
          </p:nvSpPr>
          <p:spPr>
            <a:xfrm>
              <a:off x="5741732" y="8549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0" name="ph80"/>
            <p:cNvSpPr/>
            <p:nvPr/>
          </p:nvSpPr>
          <p:spPr>
            <a:xfrm>
              <a:off x="5754244" y="8549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1" name="ph81"/>
            <p:cNvSpPr/>
            <p:nvPr/>
          </p:nvSpPr>
          <p:spPr>
            <a:xfrm>
              <a:off x="5766756" y="8549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2" name="ph82"/>
            <p:cNvSpPr/>
            <p:nvPr/>
          </p:nvSpPr>
          <p:spPr>
            <a:xfrm>
              <a:off x="5779268" y="8549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3" name="ph83"/>
            <p:cNvSpPr/>
            <p:nvPr/>
          </p:nvSpPr>
          <p:spPr>
            <a:xfrm>
              <a:off x="5791781" y="8549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4" name="ph84"/>
            <p:cNvSpPr/>
            <p:nvPr/>
          </p:nvSpPr>
          <p:spPr>
            <a:xfrm>
              <a:off x="5804293" y="8549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5" name="ph85"/>
            <p:cNvSpPr/>
            <p:nvPr/>
          </p:nvSpPr>
          <p:spPr>
            <a:xfrm>
              <a:off x="5816805" y="8549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6" name="ph86"/>
            <p:cNvSpPr/>
            <p:nvPr/>
          </p:nvSpPr>
          <p:spPr>
            <a:xfrm>
              <a:off x="5829317" y="8549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7" name="ph87"/>
            <p:cNvSpPr/>
            <p:nvPr/>
          </p:nvSpPr>
          <p:spPr>
            <a:xfrm>
              <a:off x="5841831" y="8549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8" name="ph88"/>
            <p:cNvSpPr/>
            <p:nvPr/>
          </p:nvSpPr>
          <p:spPr>
            <a:xfrm>
              <a:off x="5854343" y="8549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9" name="ph89"/>
            <p:cNvSpPr/>
            <p:nvPr/>
          </p:nvSpPr>
          <p:spPr>
            <a:xfrm>
              <a:off x="5866855" y="8549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0" name="ph90"/>
            <p:cNvSpPr/>
            <p:nvPr/>
          </p:nvSpPr>
          <p:spPr>
            <a:xfrm>
              <a:off x="5879368" y="8549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1" name="ph91"/>
            <p:cNvSpPr/>
            <p:nvPr/>
          </p:nvSpPr>
          <p:spPr>
            <a:xfrm>
              <a:off x="5891880" y="8549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2" name="ph92"/>
            <p:cNvSpPr/>
            <p:nvPr/>
          </p:nvSpPr>
          <p:spPr>
            <a:xfrm>
              <a:off x="5904392" y="8549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3" name="ph93"/>
            <p:cNvSpPr/>
            <p:nvPr/>
          </p:nvSpPr>
          <p:spPr>
            <a:xfrm>
              <a:off x="5916904" y="8549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4" name="ph94"/>
            <p:cNvSpPr/>
            <p:nvPr/>
          </p:nvSpPr>
          <p:spPr>
            <a:xfrm>
              <a:off x="6517497" y="8549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5" name="ph95"/>
            <p:cNvSpPr/>
            <p:nvPr/>
          </p:nvSpPr>
          <p:spPr>
            <a:xfrm>
              <a:off x="5704195" y="8702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6" name="ph96"/>
            <p:cNvSpPr/>
            <p:nvPr/>
          </p:nvSpPr>
          <p:spPr>
            <a:xfrm>
              <a:off x="5716707" y="8702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7" name="ph97"/>
            <p:cNvSpPr/>
            <p:nvPr/>
          </p:nvSpPr>
          <p:spPr>
            <a:xfrm>
              <a:off x="5729219" y="8702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8" name="ph98"/>
            <p:cNvSpPr/>
            <p:nvPr/>
          </p:nvSpPr>
          <p:spPr>
            <a:xfrm>
              <a:off x="5741732" y="8702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9" name="ph99"/>
            <p:cNvSpPr/>
            <p:nvPr/>
          </p:nvSpPr>
          <p:spPr>
            <a:xfrm>
              <a:off x="5754244" y="8702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0" name="ph100"/>
            <p:cNvSpPr/>
            <p:nvPr/>
          </p:nvSpPr>
          <p:spPr>
            <a:xfrm>
              <a:off x="5766756" y="8702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1" name="ph101"/>
            <p:cNvSpPr/>
            <p:nvPr/>
          </p:nvSpPr>
          <p:spPr>
            <a:xfrm>
              <a:off x="5779268" y="8702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2" name="ph102"/>
            <p:cNvSpPr/>
            <p:nvPr/>
          </p:nvSpPr>
          <p:spPr>
            <a:xfrm>
              <a:off x="5791781" y="8702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3" name="ph103"/>
            <p:cNvSpPr/>
            <p:nvPr/>
          </p:nvSpPr>
          <p:spPr>
            <a:xfrm>
              <a:off x="5804293" y="8702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4" name="ph104"/>
            <p:cNvSpPr/>
            <p:nvPr/>
          </p:nvSpPr>
          <p:spPr>
            <a:xfrm>
              <a:off x="5816805" y="8702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5" name="ph105"/>
            <p:cNvSpPr/>
            <p:nvPr/>
          </p:nvSpPr>
          <p:spPr>
            <a:xfrm>
              <a:off x="5829317" y="8702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6" name="ph106"/>
            <p:cNvSpPr/>
            <p:nvPr/>
          </p:nvSpPr>
          <p:spPr>
            <a:xfrm>
              <a:off x="5841831" y="8702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7" name="ph107"/>
            <p:cNvSpPr/>
            <p:nvPr/>
          </p:nvSpPr>
          <p:spPr>
            <a:xfrm>
              <a:off x="5854343" y="8702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8" name="ph108"/>
            <p:cNvSpPr/>
            <p:nvPr/>
          </p:nvSpPr>
          <p:spPr>
            <a:xfrm>
              <a:off x="5866855" y="8702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9" name="ph109"/>
            <p:cNvSpPr/>
            <p:nvPr/>
          </p:nvSpPr>
          <p:spPr>
            <a:xfrm>
              <a:off x="5879368" y="8702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0" name="ph110"/>
            <p:cNvSpPr/>
            <p:nvPr/>
          </p:nvSpPr>
          <p:spPr>
            <a:xfrm>
              <a:off x="5679169" y="8856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1" name="ph111"/>
            <p:cNvSpPr/>
            <p:nvPr/>
          </p:nvSpPr>
          <p:spPr>
            <a:xfrm>
              <a:off x="5691683" y="8856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2" name="ph112"/>
            <p:cNvSpPr/>
            <p:nvPr/>
          </p:nvSpPr>
          <p:spPr>
            <a:xfrm>
              <a:off x="5704195" y="8856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3" name="ph113"/>
            <p:cNvSpPr/>
            <p:nvPr/>
          </p:nvSpPr>
          <p:spPr>
            <a:xfrm>
              <a:off x="5716707" y="8856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4" name="ph114"/>
            <p:cNvSpPr/>
            <p:nvPr/>
          </p:nvSpPr>
          <p:spPr>
            <a:xfrm>
              <a:off x="5729219" y="8856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5" name="ph115"/>
            <p:cNvSpPr/>
            <p:nvPr/>
          </p:nvSpPr>
          <p:spPr>
            <a:xfrm>
              <a:off x="5741732" y="8856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6" name="ph116"/>
            <p:cNvSpPr/>
            <p:nvPr/>
          </p:nvSpPr>
          <p:spPr>
            <a:xfrm>
              <a:off x="5754244" y="8856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7" name="ph117"/>
            <p:cNvSpPr/>
            <p:nvPr/>
          </p:nvSpPr>
          <p:spPr>
            <a:xfrm>
              <a:off x="5766756" y="8856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8" name="ph118"/>
            <p:cNvSpPr/>
            <p:nvPr/>
          </p:nvSpPr>
          <p:spPr>
            <a:xfrm>
              <a:off x="5779268" y="8856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9" name="ph119"/>
            <p:cNvSpPr/>
            <p:nvPr/>
          </p:nvSpPr>
          <p:spPr>
            <a:xfrm>
              <a:off x="5791781" y="8856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0" name="ph120"/>
            <p:cNvSpPr/>
            <p:nvPr/>
          </p:nvSpPr>
          <p:spPr>
            <a:xfrm>
              <a:off x="5804293" y="8856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1" name="ph121"/>
            <p:cNvSpPr/>
            <p:nvPr/>
          </p:nvSpPr>
          <p:spPr>
            <a:xfrm>
              <a:off x="5816805" y="8856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2" name="ph122"/>
            <p:cNvSpPr/>
            <p:nvPr/>
          </p:nvSpPr>
          <p:spPr>
            <a:xfrm>
              <a:off x="5829317" y="8856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3" name="ph123"/>
            <p:cNvSpPr/>
            <p:nvPr/>
          </p:nvSpPr>
          <p:spPr>
            <a:xfrm>
              <a:off x="5841831" y="8856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4" name="ph124"/>
            <p:cNvSpPr/>
            <p:nvPr/>
          </p:nvSpPr>
          <p:spPr>
            <a:xfrm>
              <a:off x="5641632" y="9010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5" name="ph125"/>
            <p:cNvSpPr/>
            <p:nvPr/>
          </p:nvSpPr>
          <p:spPr>
            <a:xfrm>
              <a:off x="5654145" y="9010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6" name="ph126"/>
            <p:cNvSpPr/>
            <p:nvPr/>
          </p:nvSpPr>
          <p:spPr>
            <a:xfrm>
              <a:off x="5666657" y="9010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7" name="ph127"/>
            <p:cNvSpPr/>
            <p:nvPr/>
          </p:nvSpPr>
          <p:spPr>
            <a:xfrm>
              <a:off x="5679169" y="9010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8" name="ph128"/>
            <p:cNvSpPr/>
            <p:nvPr/>
          </p:nvSpPr>
          <p:spPr>
            <a:xfrm>
              <a:off x="5691683" y="9010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9" name="ph129"/>
            <p:cNvSpPr/>
            <p:nvPr/>
          </p:nvSpPr>
          <p:spPr>
            <a:xfrm>
              <a:off x="5704195" y="9010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0" name="ph130"/>
            <p:cNvSpPr/>
            <p:nvPr/>
          </p:nvSpPr>
          <p:spPr>
            <a:xfrm>
              <a:off x="5716707" y="9010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1" name="ph131"/>
            <p:cNvSpPr/>
            <p:nvPr/>
          </p:nvSpPr>
          <p:spPr>
            <a:xfrm>
              <a:off x="5729219" y="9010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2" name="ph132"/>
            <p:cNvSpPr/>
            <p:nvPr/>
          </p:nvSpPr>
          <p:spPr>
            <a:xfrm>
              <a:off x="5741732" y="9010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3" name="ph133"/>
            <p:cNvSpPr/>
            <p:nvPr/>
          </p:nvSpPr>
          <p:spPr>
            <a:xfrm>
              <a:off x="5754244" y="9010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4" name="ph134"/>
            <p:cNvSpPr/>
            <p:nvPr/>
          </p:nvSpPr>
          <p:spPr>
            <a:xfrm>
              <a:off x="5766756" y="9010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5" name="ph135"/>
            <p:cNvSpPr/>
            <p:nvPr/>
          </p:nvSpPr>
          <p:spPr>
            <a:xfrm>
              <a:off x="5779268" y="9010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6" name="ph136"/>
            <p:cNvSpPr/>
            <p:nvPr/>
          </p:nvSpPr>
          <p:spPr>
            <a:xfrm>
              <a:off x="5791781" y="9010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7" name="ph137"/>
            <p:cNvSpPr/>
            <p:nvPr/>
          </p:nvSpPr>
          <p:spPr>
            <a:xfrm>
              <a:off x="5804293" y="9010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8" name="ph138"/>
            <p:cNvSpPr/>
            <p:nvPr/>
          </p:nvSpPr>
          <p:spPr>
            <a:xfrm>
              <a:off x="5616608" y="91640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9" name="ph139"/>
            <p:cNvSpPr/>
            <p:nvPr/>
          </p:nvSpPr>
          <p:spPr>
            <a:xfrm>
              <a:off x="5629120" y="91640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0" name="ph140"/>
            <p:cNvSpPr/>
            <p:nvPr/>
          </p:nvSpPr>
          <p:spPr>
            <a:xfrm>
              <a:off x="5641632" y="91640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1" name="ph141"/>
            <p:cNvSpPr/>
            <p:nvPr/>
          </p:nvSpPr>
          <p:spPr>
            <a:xfrm>
              <a:off x="5654145" y="91640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2" name="ph142"/>
            <p:cNvSpPr/>
            <p:nvPr/>
          </p:nvSpPr>
          <p:spPr>
            <a:xfrm>
              <a:off x="5666657" y="91640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3" name="ph143"/>
            <p:cNvSpPr/>
            <p:nvPr/>
          </p:nvSpPr>
          <p:spPr>
            <a:xfrm>
              <a:off x="5679169" y="91640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4" name="ph144"/>
            <p:cNvSpPr/>
            <p:nvPr/>
          </p:nvSpPr>
          <p:spPr>
            <a:xfrm>
              <a:off x="5691683" y="91640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5" name="ph145"/>
            <p:cNvSpPr/>
            <p:nvPr/>
          </p:nvSpPr>
          <p:spPr>
            <a:xfrm>
              <a:off x="5704195" y="91640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6" name="ph146"/>
            <p:cNvSpPr/>
            <p:nvPr/>
          </p:nvSpPr>
          <p:spPr>
            <a:xfrm>
              <a:off x="5716707" y="91640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7" name="ph147"/>
            <p:cNvSpPr/>
            <p:nvPr/>
          </p:nvSpPr>
          <p:spPr>
            <a:xfrm>
              <a:off x="5729219" y="91640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8" name="ph148"/>
            <p:cNvSpPr/>
            <p:nvPr/>
          </p:nvSpPr>
          <p:spPr>
            <a:xfrm>
              <a:off x="5741732" y="91640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9" name="ph149"/>
            <p:cNvSpPr/>
            <p:nvPr/>
          </p:nvSpPr>
          <p:spPr>
            <a:xfrm>
              <a:off x="5754244" y="91640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0" name="ph150"/>
            <p:cNvSpPr/>
            <p:nvPr/>
          </p:nvSpPr>
          <p:spPr>
            <a:xfrm>
              <a:off x="5604096" y="9317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1" name="ph151"/>
            <p:cNvSpPr/>
            <p:nvPr/>
          </p:nvSpPr>
          <p:spPr>
            <a:xfrm>
              <a:off x="5616608" y="9317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2" name="ph152"/>
            <p:cNvSpPr/>
            <p:nvPr/>
          </p:nvSpPr>
          <p:spPr>
            <a:xfrm>
              <a:off x="5629120" y="9317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3" name="ph153"/>
            <p:cNvSpPr/>
            <p:nvPr/>
          </p:nvSpPr>
          <p:spPr>
            <a:xfrm>
              <a:off x="5641632" y="9317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4" name="ph154"/>
            <p:cNvSpPr/>
            <p:nvPr/>
          </p:nvSpPr>
          <p:spPr>
            <a:xfrm>
              <a:off x="5654145" y="9317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5" name="ph155"/>
            <p:cNvSpPr/>
            <p:nvPr/>
          </p:nvSpPr>
          <p:spPr>
            <a:xfrm>
              <a:off x="5666657" y="9317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6" name="ph156"/>
            <p:cNvSpPr/>
            <p:nvPr/>
          </p:nvSpPr>
          <p:spPr>
            <a:xfrm>
              <a:off x="5679169" y="9317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7" name="ph157"/>
            <p:cNvSpPr/>
            <p:nvPr/>
          </p:nvSpPr>
          <p:spPr>
            <a:xfrm>
              <a:off x="5691683" y="9317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8" name="ph158"/>
            <p:cNvSpPr/>
            <p:nvPr/>
          </p:nvSpPr>
          <p:spPr>
            <a:xfrm>
              <a:off x="5704195" y="9317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9" name="ph159"/>
            <p:cNvSpPr/>
            <p:nvPr/>
          </p:nvSpPr>
          <p:spPr>
            <a:xfrm>
              <a:off x="5716707" y="9317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0" name="ph160"/>
            <p:cNvSpPr/>
            <p:nvPr/>
          </p:nvSpPr>
          <p:spPr>
            <a:xfrm>
              <a:off x="5729219" y="9317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1" name="ph161"/>
            <p:cNvSpPr/>
            <p:nvPr/>
          </p:nvSpPr>
          <p:spPr>
            <a:xfrm>
              <a:off x="5591583" y="9471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2" name="ph162"/>
            <p:cNvSpPr/>
            <p:nvPr/>
          </p:nvSpPr>
          <p:spPr>
            <a:xfrm>
              <a:off x="5604096" y="9471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3" name="ph163"/>
            <p:cNvSpPr/>
            <p:nvPr/>
          </p:nvSpPr>
          <p:spPr>
            <a:xfrm>
              <a:off x="5616608" y="9471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4" name="ph164"/>
            <p:cNvSpPr/>
            <p:nvPr/>
          </p:nvSpPr>
          <p:spPr>
            <a:xfrm>
              <a:off x="5629120" y="9471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5" name="ph165"/>
            <p:cNvSpPr/>
            <p:nvPr/>
          </p:nvSpPr>
          <p:spPr>
            <a:xfrm>
              <a:off x="5641632" y="9471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6" name="ph166"/>
            <p:cNvSpPr/>
            <p:nvPr/>
          </p:nvSpPr>
          <p:spPr>
            <a:xfrm>
              <a:off x="5654145" y="9471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7" name="ph167"/>
            <p:cNvSpPr/>
            <p:nvPr/>
          </p:nvSpPr>
          <p:spPr>
            <a:xfrm>
              <a:off x="5666657" y="9471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8" name="ph168"/>
            <p:cNvSpPr/>
            <p:nvPr/>
          </p:nvSpPr>
          <p:spPr>
            <a:xfrm>
              <a:off x="5679169" y="9471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9" name="ph169"/>
            <p:cNvSpPr/>
            <p:nvPr/>
          </p:nvSpPr>
          <p:spPr>
            <a:xfrm>
              <a:off x="5691683" y="9471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0" name="ph170"/>
            <p:cNvSpPr/>
            <p:nvPr/>
          </p:nvSpPr>
          <p:spPr>
            <a:xfrm>
              <a:off x="5704195" y="9471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1" name="ph171"/>
            <p:cNvSpPr/>
            <p:nvPr/>
          </p:nvSpPr>
          <p:spPr>
            <a:xfrm>
              <a:off x="5579071" y="96253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2" name="ph172"/>
            <p:cNvSpPr/>
            <p:nvPr/>
          </p:nvSpPr>
          <p:spPr>
            <a:xfrm>
              <a:off x="5591583" y="96253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3" name="ph173"/>
            <p:cNvSpPr/>
            <p:nvPr/>
          </p:nvSpPr>
          <p:spPr>
            <a:xfrm>
              <a:off x="5604096" y="96253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4" name="ph174"/>
            <p:cNvSpPr/>
            <p:nvPr/>
          </p:nvSpPr>
          <p:spPr>
            <a:xfrm>
              <a:off x="5616608" y="96253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5" name="ph175"/>
            <p:cNvSpPr/>
            <p:nvPr/>
          </p:nvSpPr>
          <p:spPr>
            <a:xfrm>
              <a:off x="5629120" y="96253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6" name="ph176"/>
            <p:cNvSpPr/>
            <p:nvPr/>
          </p:nvSpPr>
          <p:spPr>
            <a:xfrm>
              <a:off x="5641632" y="96253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7" name="ph177"/>
            <p:cNvSpPr/>
            <p:nvPr/>
          </p:nvSpPr>
          <p:spPr>
            <a:xfrm>
              <a:off x="5654145" y="96253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8" name="ph178"/>
            <p:cNvSpPr/>
            <p:nvPr/>
          </p:nvSpPr>
          <p:spPr>
            <a:xfrm>
              <a:off x="5666657" y="96253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9" name="ph179"/>
            <p:cNvSpPr/>
            <p:nvPr/>
          </p:nvSpPr>
          <p:spPr>
            <a:xfrm>
              <a:off x="5679169" y="96253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0" name="ph180"/>
            <p:cNvSpPr/>
            <p:nvPr/>
          </p:nvSpPr>
          <p:spPr>
            <a:xfrm>
              <a:off x="5541533" y="97791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1" name="ph181"/>
            <p:cNvSpPr/>
            <p:nvPr/>
          </p:nvSpPr>
          <p:spPr>
            <a:xfrm>
              <a:off x="5554047" y="97791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2" name="ph182"/>
            <p:cNvSpPr/>
            <p:nvPr/>
          </p:nvSpPr>
          <p:spPr>
            <a:xfrm>
              <a:off x="5566559" y="97791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3" name="ph183"/>
            <p:cNvSpPr/>
            <p:nvPr/>
          </p:nvSpPr>
          <p:spPr>
            <a:xfrm>
              <a:off x="5579071" y="97791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4" name="ph184"/>
            <p:cNvSpPr/>
            <p:nvPr/>
          </p:nvSpPr>
          <p:spPr>
            <a:xfrm>
              <a:off x="5591583" y="97791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5" name="ph185"/>
            <p:cNvSpPr/>
            <p:nvPr/>
          </p:nvSpPr>
          <p:spPr>
            <a:xfrm>
              <a:off x="5604096" y="97791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6" name="ph186"/>
            <p:cNvSpPr/>
            <p:nvPr/>
          </p:nvSpPr>
          <p:spPr>
            <a:xfrm>
              <a:off x="5616608" y="97791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7" name="ph187"/>
            <p:cNvSpPr/>
            <p:nvPr/>
          </p:nvSpPr>
          <p:spPr>
            <a:xfrm>
              <a:off x="5629120" y="97791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8" name="ph188"/>
            <p:cNvSpPr/>
            <p:nvPr/>
          </p:nvSpPr>
          <p:spPr>
            <a:xfrm>
              <a:off x="5641632" y="97791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9" name="ph189"/>
            <p:cNvSpPr/>
            <p:nvPr/>
          </p:nvSpPr>
          <p:spPr>
            <a:xfrm>
              <a:off x="5654145" y="97791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0" name="ph190"/>
            <p:cNvSpPr/>
            <p:nvPr/>
          </p:nvSpPr>
          <p:spPr>
            <a:xfrm>
              <a:off x="5529021" y="99328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1" name="ph191"/>
            <p:cNvSpPr/>
            <p:nvPr/>
          </p:nvSpPr>
          <p:spPr>
            <a:xfrm>
              <a:off x="5541533" y="99328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2" name="ph192"/>
            <p:cNvSpPr/>
            <p:nvPr/>
          </p:nvSpPr>
          <p:spPr>
            <a:xfrm>
              <a:off x="5554047" y="99328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3" name="ph193"/>
            <p:cNvSpPr/>
            <p:nvPr/>
          </p:nvSpPr>
          <p:spPr>
            <a:xfrm>
              <a:off x="5566559" y="99328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4" name="ph194"/>
            <p:cNvSpPr/>
            <p:nvPr/>
          </p:nvSpPr>
          <p:spPr>
            <a:xfrm>
              <a:off x="5579071" y="99328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5" name="ph195"/>
            <p:cNvSpPr/>
            <p:nvPr/>
          </p:nvSpPr>
          <p:spPr>
            <a:xfrm>
              <a:off x="5591583" y="99328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6" name="ph196"/>
            <p:cNvSpPr/>
            <p:nvPr/>
          </p:nvSpPr>
          <p:spPr>
            <a:xfrm>
              <a:off x="5604096" y="99328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7" name="ph197"/>
            <p:cNvSpPr/>
            <p:nvPr/>
          </p:nvSpPr>
          <p:spPr>
            <a:xfrm>
              <a:off x="5616608" y="99328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8" name="ph198"/>
            <p:cNvSpPr/>
            <p:nvPr/>
          </p:nvSpPr>
          <p:spPr>
            <a:xfrm>
              <a:off x="5629120" y="99328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9" name="ph199"/>
            <p:cNvSpPr/>
            <p:nvPr/>
          </p:nvSpPr>
          <p:spPr>
            <a:xfrm>
              <a:off x="6542523" y="99328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0" name="ph200"/>
            <p:cNvSpPr/>
            <p:nvPr/>
          </p:nvSpPr>
          <p:spPr>
            <a:xfrm>
              <a:off x="5466460" y="100866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1" name="ph201"/>
            <p:cNvSpPr/>
            <p:nvPr/>
          </p:nvSpPr>
          <p:spPr>
            <a:xfrm>
              <a:off x="5478972" y="100866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2" name="ph202"/>
            <p:cNvSpPr/>
            <p:nvPr/>
          </p:nvSpPr>
          <p:spPr>
            <a:xfrm>
              <a:off x="5491484" y="100866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3" name="ph203"/>
            <p:cNvSpPr/>
            <p:nvPr/>
          </p:nvSpPr>
          <p:spPr>
            <a:xfrm>
              <a:off x="5503996" y="100866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4" name="ph204"/>
            <p:cNvSpPr/>
            <p:nvPr/>
          </p:nvSpPr>
          <p:spPr>
            <a:xfrm>
              <a:off x="5516509" y="100866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5" name="ph205"/>
            <p:cNvSpPr/>
            <p:nvPr/>
          </p:nvSpPr>
          <p:spPr>
            <a:xfrm>
              <a:off x="5529021" y="100866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6" name="ph206"/>
            <p:cNvSpPr/>
            <p:nvPr/>
          </p:nvSpPr>
          <p:spPr>
            <a:xfrm>
              <a:off x="5541533" y="100866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7" name="ph207"/>
            <p:cNvSpPr/>
            <p:nvPr/>
          </p:nvSpPr>
          <p:spPr>
            <a:xfrm>
              <a:off x="5554047" y="100866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8" name="ph208"/>
            <p:cNvSpPr/>
            <p:nvPr/>
          </p:nvSpPr>
          <p:spPr>
            <a:xfrm>
              <a:off x="5566559" y="100866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9" name="ph209"/>
            <p:cNvSpPr/>
            <p:nvPr/>
          </p:nvSpPr>
          <p:spPr>
            <a:xfrm>
              <a:off x="5579071" y="100866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0" name="ph210"/>
            <p:cNvSpPr/>
            <p:nvPr/>
          </p:nvSpPr>
          <p:spPr>
            <a:xfrm>
              <a:off x="5591583" y="100866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1" name="ph211"/>
            <p:cNvSpPr/>
            <p:nvPr/>
          </p:nvSpPr>
          <p:spPr>
            <a:xfrm>
              <a:off x="5604096" y="100866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2" name="ph212"/>
            <p:cNvSpPr/>
            <p:nvPr/>
          </p:nvSpPr>
          <p:spPr>
            <a:xfrm>
              <a:off x="5616608" y="100866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3" name="ph213"/>
            <p:cNvSpPr/>
            <p:nvPr/>
          </p:nvSpPr>
          <p:spPr>
            <a:xfrm>
              <a:off x="6504985" y="100866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4" name="ph214"/>
            <p:cNvSpPr/>
            <p:nvPr/>
          </p:nvSpPr>
          <p:spPr>
            <a:xfrm>
              <a:off x="6517497" y="100866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5" name="ph215"/>
            <p:cNvSpPr/>
            <p:nvPr/>
          </p:nvSpPr>
          <p:spPr>
            <a:xfrm>
              <a:off x="6530011" y="100866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6" name="ph216"/>
            <p:cNvSpPr/>
            <p:nvPr/>
          </p:nvSpPr>
          <p:spPr>
            <a:xfrm>
              <a:off x="6542523" y="100866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7" name="ph217"/>
            <p:cNvSpPr/>
            <p:nvPr/>
          </p:nvSpPr>
          <p:spPr>
            <a:xfrm>
              <a:off x="6555035" y="100866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8" name="ph218"/>
            <p:cNvSpPr/>
            <p:nvPr/>
          </p:nvSpPr>
          <p:spPr>
            <a:xfrm>
              <a:off x="5453947" y="1024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9" name="ph219"/>
            <p:cNvSpPr/>
            <p:nvPr/>
          </p:nvSpPr>
          <p:spPr>
            <a:xfrm>
              <a:off x="5466460" y="1024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0" name="ph220"/>
            <p:cNvSpPr/>
            <p:nvPr/>
          </p:nvSpPr>
          <p:spPr>
            <a:xfrm>
              <a:off x="5478972" y="1024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1" name="ph221"/>
            <p:cNvSpPr/>
            <p:nvPr/>
          </p:nvSpPr>
          <p:spPr>
            <a:xfrm>
              <a:off x="5491484" y="1024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2" name="ph222"/>
            <p:cNvSpPr/>
            <p:nvPr/>
          </p:nvSpPr>
          <p:spPr>
            <a:xfrm>
              <a:off x="5503996" y="1024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3" name="ph223"/>
            <p:cNvSpPr/>
            <p:nvPr/>
          </p:nvSpPr>
          <p:spPr>
            <a:xfrm>
              <a:off x="5516509" y="1024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4" name="ph224"/>
            <p:cNvSpPr/>
            <p:nvPr/>
          </p:nvSpPr>
          <p:spPr>
            <a:xfrm>
              <a:off x="5529021" y="1024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5" name="ph225"/>
            <p:cNvSpPr/>
            <p:nvPr/>
          </p:nvSpPr>
          <p:spPr>
            <a:xfrm>
              <a:off x="5541533" y="1024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6" name="ph226"/>
            <p:cNvSpPr/>
            <p:nvPr/>
          </p:nvSpPr>
          <p:spPr>
            <a:xfrm>
              <a:off x="5554047" y="1024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7" name="ph227"/>
            <p:cNvSpPr/>
            <p:nvPr/>
          </p:nvSpPr>
          <p:spPr>
            <a:xfrm>
              <a:off x="5566559" y="1024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8" name="ph228"/>
            <p:cNvSpPr/>
            <p:nvPr/>
          </p:nvSpPr>
          <p:spPr>
            <a:xfrm>
              <a:off x="5579071" y="1024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9" name="ph229"/>
            <p:cNvSpPr/>
            <p:nvPr/>
          </p:nvSpPr>
          <p:spPr>
            <a:xfrm>
              <a:off x="5591583" y="1024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0" name="ph230"/>
            <p:cNvSpPr/>
            <p:nvPr/>
          </p:nvSpPr>
          <p:spPr>
            <a:xfrm>
              <a:off x="5604096" y="1024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1" name="ph231"/>
            <p:cNvSpPr/>
            <p:nvPr/>
          </p:nvSpPr>
          <p:spPr>
            <a:xfrm>
              <a:off x="6404887" y="1024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2" name="ph232"/>
            <p:cNvSpPr/>
            <p:nvPr/>
          </p:nvSpPr>
          <p:spPr>
            <a:xfrm>
              <a:off x="6417399" y="1024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3" name="ph233"/>
            <p:cNvSpPr/>
            <p:nvPr/>
          </p:nvSpPr>
          <p:spPr>
            <a:xfrm>
              <a:off x="6429912" y="1024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4" name="ph234"/>
            <p:cNvSpPr/>
            <p:nvPr/>
          </p:nvSpPr>
          <p:spPr>
            <a:xfrm>
              <a:off x="6442424" y="1024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5" name="ph235"/>
            <p:cNvSpPr/>
            <p:nvPr/>
          </p:nvSpPr>
          <p:spPr>
            <a:xfrm>
              <a:off x="6479961" y="1024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6" name="ph236"/>
            <p:cNvSpPr/>
            <p:nvPr/>
          </p:nvSpPr>
          <p:spPr>
            <a:xfrm>
              <a:off x="6492473" y="1024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7" name="ph237"/>
            <p:cNvSpPr/>
            <p:nvPr/>
          </p:nvSpPr>
          <p:spPr>
            <a:xfrm>
              <a:off x="6504985" y="1024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8" name="ph238"/>
            <p:cNvSpPr/>
            <p:nvPr/>
          </p:nvSpPr>
          <p:spPr>
            <a:xfrm>
              <a:off x="6517497" y="1024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9" name="ph239"/>
            <p:cNvSpPr/>
            <p:nvPr/>
          </p:nvSpPr>
          <p:spPr>
            <a:xfrm>
              <a:off x="6530011" y="1024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0" name="ph240"/>
            <p:cNvSpPr/>
            <p:nvPr/>
          </p:nvSpPr>
          <p:spPr>
            <a:xfrm>
              <a:off x="6542523" y="1024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1" name="ph241"/>
            <p:cNvSpPr/>
            <p:nvPr/>
          </p:nvSpPr>
          <p:spPr>
            <a:xfrm>
              <a:off x="6555035" y="1024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2" name="ph242"/>
            <p:cNvSpPr/>
            <p:nvPr/>
          </p:nvSpPr>
          <p:spPr>
            <a:xfrm>
              <a:off x="6567548" y="1024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3" name="ph243"/>
            <p:cNvSpPr/>
            <p:nvPr/>
          </p:nvSpPr>
          <p:spPr>
            <a:xfrm>
              <a:off x="5453947" y="1039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4" name="ph244"/>
            <p:cNvSpPr/>
            <p:nvPr/>
          </p:nvSpPr>
          <p:spPr>
            <a:xfrm>
              <a:off x="5466460" y="1039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5" name="ph245"/>
            <p:cNvSpPr/>
            <p:nvPr/>
          </p:nvSpPr>
          <p:spPr>
            <a:xfrm>
              <a:off x="5478972" y="1039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6" name="ph246"/>
            <p:cNvSpPr/>
            <p:nvPr/>
          </p:nvSpPr>
          <p:spPr>
            <a:xfrm>
              <a:off x="5491484" y="1039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7" name="ph247"/>
            <p:cNvSpPr/>
            <p:nvPr/>
          </p:nvSpPr>
          <p:spPr>
            <a:xfrm>
              <a:off x="5503996" y="1039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8" name="ph248"/>
            <p:cNvSpPr/>
            <p:nvPr/>
          </p:nvSpPr>
          <p:spPr>
            <a:xfrm>
              <a:off x="5516509" y="1039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9" name="ph249"/>
            <p:cNvSpPr/>
            <p:nvPr/>
          </p:nvSpPr>
          <p:spPr>
            <a:xfrm>
              <a:off x="5529021" y="1039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0" name="ph250"/>
            <p:cNvSpPr/>
            <p:nvPr/>
          </p:nvSpPr>
          <p:spPr>
            <a:xfrm>
              <a:off x="5541533" y="1039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1" name="ph251"/>
            <p:cNvSpPr/>
            <p:nvPr/>
          </p:nvSpPr>
          <p:spPr>
            <a:xfrm>
              <a:off x="5554047" y="1039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2" name="ph252"/>
            <p:cNvSpPr/>
            <p:nvPr/>
          </p:nvSpPr>
          <p:spPr>
            <a:xfrm>
              <a:off x="5566559" y="1039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3" name="ph253"/>
            <p:cNvSpPr/>
            <p:nvPr/>
          </p:nvSpPr>
          <p:spPr>
            <a:xfrm>
              <a:off x="5579071" y="1039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4" name="ph254"/>
            <p:cNvSpPr/>
            <p:nvPr/>
          </p:nvSpPr>
          <p:spPr>
            <a:xfrm>
              <a:off x="5591583" y="1039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5" name="ph255"/>
            <p:cNvSpPr/>
            <p:nvPr/>
          </p:nvSpPr>
          <p:spPr>
            <a:xfrm>
              <a:off x="6392375" y="1039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6" name="ph256"/>
            <p:cNvSpPr/>
            <p:nvPr/>
          </p:nvSpPr>
          <p:spPr>
            <a:xfrm>
              <a:off x="6404887" y="1039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7" name="ph257"/>
            <p:cNvSpPr/>
            <p:nvPr/>
          </p:nvSpPr>
          <p:spPr>
            <a:xfrm>
              <a:off x="6417399" y="1039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8" name="ph258"/>
            <p:cNvSpPr/>
            <p:nvPr/>
          </p:nvSpPr>
          <p:spPr>
            <a:xfrm>
              <a:off x="6429912" y="1039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9" name="ph259"/>
            <p:cNvSpPr/>
            <p:nvPr/>
          </p:nvSpPr>
          <p:spPr>
            <a:xfrm>
              <a:off x="6442424" y="1039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0" name="ph260"/>
            <p:cNvSpPr/>
            <p:nvPr/>
          </p:nvSpPr>
          <p:spPr>
            <a:xfrm>
              <a:off x="6454936" y="1039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1" name="ph261"/>
            <p:cNvSpPr/>
            <p:nvPr/>
          </p:nvSpPr>
          <p:spPr>
            <a:xfrm>
              <a:off x="6467448" y="1039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2" name="ph262"/>
            <p:cNvSpPr/>
            <p:nvPr/>
          </p:nvSpPr>
          <p:spPr>
            <a:xfrm>
              <a:off x="6479961" y="1039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3" name="ph263"/>
            <p:cNvSpPr/>
            <p:nvPr/>
          </p:nvSpPr>
          <p:spPr>
            <a:xfrm>
              <a:off x="6492473" y="1039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4" name="ph264"/>
            <p:cNvSpPr/>
            <p:nvPr/>
          </p:nvSpPr>
          <p:spPr>
            <a:xfrm>
              <a:off x="6504985" y="1039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5" name="ph265"/>
            <p:cNvSpPr/>
            <p:nvPr/>
          </p:nvSpPr>
          <p:spPr>
            <a:xfrm>
              <a:off x="6517497" y="1039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6" name="ph266"/>
            <p:cNvSpPr/>
            <p:nvPr/>
          </p:nvSpPr>
          <p:spPr>
            <a:xfrm>
              <a:off x="6530011" y="1039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7" name="ph267"/>
            <p:cNvSpPr/>
            <p:nvPr/>
          </p:nvSpPr>
          <p:spPr>
            <a:xfrm>
              <a:off x="6542523" y="1039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8" name="ph268"/>
            <p:cNvSpPr/>
            <p:nvPr/>
          </p:nvSpPr>
          <p:spPr>
            <a:xfrm>
              <a:off x="6555035" y="1039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9" name="ph269"/>
            <p:cNvSpPr/>
            <p:nvPr/>
          </p:nvSpPr>
          <p:spPr>
            <a:xfrm>
              <a:off x="5453947" y="1054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0" name="ph270"/>
            <p:cNvSpPr/>
            <p:nvPr/>
          </p:nvSpPr>
          <p:spPr>
            <a:xfrm>
              <a:off x="5466460" y="1054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1" name="ph271"/>
            <p:cNvSpPr/>
            <p:nvPr/>
          </p:nvSpPr>
          <p:spPr>
            <a:xfrm>
              <a:off x="5478972" y="1054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2" name="ph272"/>
            <p:cNvSpPr/>
            <p:nvPr/>
          </p:nvSpPr>
          <p:spPr>
            <a:xfrm>
              <a:off x="5491484" y="1054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3" name="ph273"/>
            <p:cNvSpPr/>
            <p:nvPr/>
          </p:nvSpPr>
          <p:spPr>
            <a:xfrm>
              <a:off x="5503996" y="1054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4" name="ph274"/>
            <p:cNvSpPr/>
            <p:nvPr/>
          </p:nvSpPr>
          <p:spPr>
            <a:xfrm>
              <a:off x="5516509" y="1054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5" name="ph275"/>
            <p:cNvSpPr/>
            <p:nvPr/>
          </p:nvSpPr>
          <p:spPr>
            <a:xfrm>
              <a:off x="5529021" y="1054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6" name="ph276"/>
            <p:cNvSpPr/>
            <p:nvPr/>
          </p:nvSpPr>
          <p:spPr>
            <a:xfrm>
              <a:off x="5541533" y="1054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7" name="ph277"/>
            <p:cNvSpPr/>
            <p:nvPr/>
          </p:nvSpPr>
          <p:spPr>
            <a:xfrm>
              <a:off x="5554047" y="1054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8" name="ph278"/>
            <p:cNvSpPr/>
            <p:nvPr/>
          </p:nvSpPr>
          <p:spPr>
            <a:xfrm>
              <a:off x="5566559" y="1054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9" name="ph279"/>
            <p:cNvSpPr/>
            <p:nvPr/>
          </p:nvSpPr>
          <p:spPr>
            <a:xfrm>
              <a:off x="5579071" y="1054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0" name="ph280"/>
            <p:cNvSpPr/>
            <p:nvPr/>
          </p:nvSpPr>
          <p:spPr>
            <a:xfrm>
              <a:off x="5591583" y="1054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1" name="ph281"/>
            <p:cNvSpPr/>
            <p:nvPr/>
          </p:nvSpPr>
          <p:spPr>
            <a:xfrm>
              <a:off x="6292276" y="1054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2" name="ph282"/>
            <p:cNvSpPr/>
            <p:nvPr/>
          </p:nvSpPr>
          <p:spPr>
            <a:xfrm>
              <a:off x="6304788" y="1054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3" name="ph283"/>
            <p:cNvSpPr/>
            <p:nvPr/>
          </p:nvSpPr>
          <p:spPr>
            <a:xfrm>
              <a:off x="6317300" y="1054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4" name="ph284"/>
            <p:cNvSpPr/>
            <p:nvPr/>
          </p:nvSpPr>
          <p:spPr>
            <a:xfrm>
              <a:off x="6329812" y="1054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5" name="ph285"/>
            <p:cNvSpPr/>
            <p:nvPr/>
          </p:nvSpPr>
          <p:spPr>
            <a:xfrm>
              <a:off x="6367349" y="1054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6" name="ph286"/>
            <p:cNvSpPr/>
            <p:nvPr/>
          </p:nvSpPr>
          <p:spPr>
            <a:xfrm>
              <a:off x="6379861" y="1054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7" name="ph287"/>
            <p:cNvSpPr/>
            <p:nvPr/>
          </p:nvSpPr>
          <p:spPr>
            <a:xfrm>
              <a:off x="6392375" y="1054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8" name="ph288"/>
            <p:cNvSpPr/>
            <p:nvPr/>
          </p:nvSpPr>
          <p:spPr>
            <a:xfrm>
              <a:off x="6404887" y="1054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9" name="ph289"/>
            <p:cNvSpPr/>
            <p:nvPr/>
          </p:nvSpPr>
          <p:spPr>
            <a:xfrm>
              <a:off x="6417399" y="1054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0" name="ph290"/>
            <p:cNvSpPr/>
            <p:nvPr/>
          </p:nvSpPr>
          <p:spPr>
            <a:xfrm>
              <a:off x="6429912" y="1054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1" name="ph291"/>
            <p:cNvSpPr/>
            <p:nvPr/>
          </p:nvSpPr>
          <p:spPr>
            <a:xfrm>
              <a:off x="6442424" y="1054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2" name="ph292"/>
            <p:cNvSpPr/>
            <p:nvPr/>
          </p:nvSpPr>
          <p:spPr>
            <a:xfrm>
              <a:off x="6454936" y="1054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3" name="ph293"/>
            <p:cNvSpPr/>
            <p:nvPr/>
          </p:nvSpPr>
          <p:spPr>
            <a:xfrm>
              <a:off x="6467448" y="1054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4" name="ph294"/>
            <p:cNvSpPr/>
            <p:nvPr/>
          </p:nvSpPr>
          <p:spPr>
            <a:xfrm>
              <a:off x="6479961" y="1054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5" name="ph295"/>
            <p:cNvSpPr/>
            <p:nvPr/>
          </p:nvSpPr>
          <p:spPr>
            <a:xfrm>
              <a:off x="6492473" y="1054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6" name="ph296"/>
            <p:cNvSpPr/>
            <p:nvPr/>
          </p:nvSpPr>
          <p:spPr>
            <a:xfrm>
              <a:off x="6504985" y="1054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7" name="ph297"/>
            <p:cNvSpPr/>
            <p:nvPr/>
          </p:nvSpPr>
          <p:spPr>
            <a:xfrm>
              <a:off x="6517497" y="1054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8" name="ph298"/>
            <p:cNvSpPr/>
            <p:nvPr/>
          </p:nvSpPr>
          <p:spPr>
            <a:xfrm>
              <a:off x="6530011" y="1054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9" name="ph299"/>
            <p:cNvSpPr/>
            <p:nvPr/>
          </p:nvSpPr>
          <p:spPr>
            <a:xfrm>
              <a:off x="6542523" y="1054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0" name="ph300"/>
            <p:cNvSpPr/>
            <p:nvPr/>
          </p:nvSpPr>
          <p:spPr>
            <a:xfrm>
              <a:off x="6555035" y="1054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1" name="ph301"/>
            <p:cNvSpPr/>
            <p:nvPr/>
          </p:nvSpPr>
          <p:spPr>
            <a:xfrm>
              <a:off x="5441435" y="1070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2" name="ph302"/>
            <p:cNvSpPr/>
            <p:nvPr/>
          </p:nvSpPr>
          <p:spPr>
            <a:xfrm>
              <a:off x="5453947" y="1070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3" name="ph303"/>
            <p:cNvSpPr/>
            <p:nvPr/>
          </p:nvSpPr>
          <p:spPr>
            <a:xfrm>
              <a:off x="5466460" y="1070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4" name="ph304"/>
            <p:cNvSpPr/>
            <p:nvPr/>
          </p:nvSpPr>
          <p:spPr>
            <a:xfrm>
              <a:off x="5478972" y="1070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5" name="ph305"/>
            <p:cNvSpPr/>
            <p:nvPr/>
          </p:nvSpPr>
          <p:spPr>
            <a:xfrm>
              <a:off x="5491484" y="1070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6" name="ph306"/>
            <p:cNvSpPr/>
            <p:nvPr/>
          </p:nvSpPr>
          <p:spPr>
            <a:xfrm>
              <a:off x="5503996" y="1070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7" name="ph307"/>
            <p:cNvSpPr/>
            <p:nvPr/>
          </p:nvSpPr>
          <p:spPr>
            <a:xfrm>
              <a:off x="5516509" y="1070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8" name="ph308"/>
            <p:cNvSpPr/>
            <p:nvPr/>
          </p:nvSpPr>
          <p:spPr>
            <a:xfrm>
              <a:off x="5529021" y="1070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9" name="ph309"/>
            <p:cNvSpPr/>
            <p:nvPr/>
          </p:nvSpPr>
          <p:spPr>
            <a:xfrm>
              <a:off x="5541533" y="1070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0" name="ph310"/>
            <p:cNvSpPr/>
            <p:nvPr/>
          </p:nvSpPr>
          <p:spPr>
            <a:xfrm>
              <a:off x="5554047" y="1070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1" name="ph311"/>
            <p:cNvSpPr/>
            <p:nvPr/>
          </p:nvSpPr>
          <p:spPr>
            <a:xfrm>
              <a:off x="5566559" y="1070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2" name="ph312"/>
            <p:cNvSpPr/>
            <p:nvPr/>
          </p:nvSpPr>
          <p:spPr>
            <a:xfrm>
              <a:off x="5579071" y="1070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3" name="ph313"/>
            <p:cNvSpPr/>
            <p:nvPr/>
          </p:nvSpPr>
          <p:spPr>
            <a:xfrm>
              <a:off x="6279763" y="1070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4" name="ph314"/>
            <p:cNvSpPr/>
            <p:nvPr/>
          </p:nvSpPr>
          <p:spPr>
            <a:xfrm>
              <a:off x="6292276" y="1070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5" name="ph315"/>
            <p:cNvSpPr/>
            <p:nvPr/>
          </p:nvSpPr>
          <p:spPr>
            <a:xfrm>
              <a:off x="6304788" y="1070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6" name="ph316"/>
            <p:cNvSpPr/>
            <p:nvPr/>
          </p:nvSpPr>
          <p:spPr>
            <a:xfrm>
              <a:off x="6317300" y="1070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7" name="ph317"/>
            <p:cNvSpPr/>
            <p:nvPr/>
          </p:nvSpPr>
          <p:spPr>
            <a:xfrm>
              <a:off x="6329812" y="1070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8" name="ph318"/>
            <p:cNvSpPr/>
            <p:nvPr/>
          </p:nvSpPr>
          <p:spPr>
            <a:xfrm>
              <a:off x="6342325" y="1070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9" name="ph319"/>
            <p:cNvSpPr/>
            <p:nvPr/>
          </p:nvSpPr>
          <p:spPr>
            <a:xfrm>
              <a:off x="6354837" y="1070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0" name="ph320"/>
            <p:cNvSpPr/>
            <p:nvPr/>
          </p:nvSpPr>
          <p:spPr>
            <a:xfrm>
              <a:off x="6367349" y="1070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1" name="ph321"/>
            <p:cNvSpPr/>
            <p:nvPr/>
          </p:nvSpPr>
          <p:spPr>
            <a:xfrm>
              <a:off x="6379861" y="1070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2" name="ph322"/>
            <p:cNvSpPr/>
            <p:nvPr/>
          </p:nvSpPr>
          <p:spPr>
            <a:xfrm>
              <a:off x="6392375" y="1070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3" name="ph323"/>
            <p:cNvSpPr/>
            <p:nvPr/>
          </p:nvSpPr>
          <p:spPr>
            <a:xfrm>
              <a:off x="6404887" y="1070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4" name="ph324"/>
            <p:cNvSpPr/>
            <p:nvPr/>
          </p:nvSpPr>
          <p:spPr>
            <a:xfrm>
              <a:off x="6417399" y="1070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5" name="ph325"/>
            <p:cNvSpPr/>
            <p:nvPr/>
          </p:nvSpPr>
          <p:spPr>
            <a:xfrm>
              <a:off x="6429912" y="1070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6" name="ph326"/>
            <p:cNvSpPr/>
            <p:nvPr/>
          </p:nvSpPr>
          <p:spPr>
            <a:xfrm>
              <a:off x="6442424" y="1070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7" name="ph327"/>
            <p:cNvSpPr/>
            <p:nvPr/>
          </p:nvSpPr>
          <p:spPr>
            <a:xfrm>
              <a:off x="6454936" y="1070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8" name="ph328"/>
            <p:cNvSpPr/>
            <p:nvPr/>
          </p:nvSpPr>
          <p:spPr>
            <a:xfrm>
              <a:off x="6467448" y="1070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9" name="ph329"/>
            <p:cNvSpPr/>
            <p:nvPr/>
          </p:nvSpPr>
          <p:spPr>
            <a:xfrm>
              <a:off x="6479961" y="1070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0" name="ph330"/>
            <p:cNvSpPr/>
            <p:nvPr/>
          </p:nvSpPr>
          <p:spPr>
            <a:xfrm>
              <a:off x="6492473" y="1070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1" name="ph331"/>
            <p:cNvSpPr/>
            <p:nvPr/>
          </p:nvSpPr>
          <p:spPr>
            <a:xfrm>
              <a:off x="6504985" y="1070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2" name="ph332"/>
            <p:cNvSpPr/>
            <p:nvPr/>
          </p:nvSpPr>
          <p:spPr>
            <a:xfrm>
              <a:off x="6517497" y="1070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3" name="ph333"/>
            <p:cNvSpPr/>
            <p:nvPr/>
          </p:nvSpPr>
          <p:spPr>
            <a:xfrm>
              <a:off x="6530011" y="1070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4" name="ph334"/>
            <p:cNvSpPr/>
            <p:nvPr/>
          </p:nvSpPr>
          <p:spPr>
            <a:xfrm>
              <a:off x="6542523" y="1070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5" name="ph335"/>
            <p:cNvSpPr/>
            <p:nvPr/>
          </p:nvSpPr>
          <p:spPr>
            <a:xfrm>
              <a:off x="6555035" y="1070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6" name="ph336"/>
            <p:cNvSpPr/>
            <p:nvPr/>
          </p:nvSpPr>
          <p:spPr>
            <a:xfrm>
              <a:off x="5416411" y="1085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7" name="ph337"/>
            <p:cNvSpPr/>
            <p:nvPr/>
          </p:nvSpPr>
          <p:spPr>
            <a:xfrm>
              <a:off x="5428923" y="1085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8" name="ph338"/>
            <p:cNvSpPr/>
            <p:nvPr/>
          </p:nvSpPr>
          <p:spPr>
            <a:xfrm>
              <a:off x="5441435" y="1085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9" name="ph339"/>
            <p:cNvSpPr/>
            <p:nvPr/>
          </p:nvSpPr>
          <p:spPr>
            <a:xfrm>
              <a:off x="5453947" y="1085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0" name="ph340"/>
            <p:cNvSpPr/>
            <p:nvPr/>
          </p:nvSpPr>
          <p:spPr>
            <a:xfrm>
              <a:off x="5466460" y="1085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1" name="ph341"/>
            <p:cNvSpPr/>
            <p:nvPr/>
          </p:nvSpPr>
          <p:spPr>
            <a:xfrm>
              <a:off x="5478972" y="1085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2" name="ph342"/>
            <p:cNvSpPr/>
            <p:nvPr/>
          </p:nvSpPr>
          <p:spPr>
            <a:xfrm>
              <a:off x="5491484" y="1085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3" name="ph343"/>
            <p:cNvSpPr/>
            <p:nvPr/>
          </p:nvSpPr>
          <p:spPr>
            <a:xfrm>
              <a:off x="5503996" y="1085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4" name="ph344"/>
            <p:cNvSpPr/>
            <p:nvPr/>
          </p:nvSpPr>
          <p:spPr>
            <a:xfrm>
              <a:off x="5516509" y="1085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5" name="ph345"/>
            <p:cNvSpPr/>
            <p:nvPr/>
          </p:nvSpPr>
          <p:spPr>
            <a:xfrm>
              <a:off x="5529021" y="1085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6" name="ph346"/>
            <p:cNvSpPr/>
            <p:nvPr/>
          </p:nvSpPr>
          <p:spPr>
            <a:xfrm>
              <a:off x="5541533" y="1085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7" name="ph347"/>
            <p:cNvSpPr/>
            <p:nvPr/>
          </p:nvSpPr>
          <p:spPr>
            <a:xfrm>
              <a:off x="6279763" y="1085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8" name="ph348"/>
            <p:cNvSpPr/>
            <p:nvPr/>
          </p:nvSpPr>
          <p:spPr>
            <a:xfrm>
              <a:off x="6292276" y="1085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9" name="ph349"/>
            <p:cNvSpPr/>
            <p:nvPr/>
          </p:nvSpPr>
          <p:spPr>
            <a:xfrm>
              <a:off x="6304788" y="1085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0" name="ph350"/>
            <p:cNvSpPr/>
            <p:nvPr/>
          </p:nvSpPr>
          <p:spPr>
            <a:xfrm>
              <a:off x="6317300" y="1085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1" name="ph351"/>
            <p:cNvSpPr/>
            <p:nvPr/>
          </p:nvSpPr>
          <p:spPr>
            <a:xfrm>
              <a:off x="6329812" y="1085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2" name="ph352"/>
            <p:cNvSpPr/>
            <p:nvPr/>
          </p:nvSpPr>
          <p:spPr>
            <a:xfrm>
              <a:off x="6342325" y="1085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3" name="ph353"/>
            <p:cNvSpPr/>
            <p:nvPr/>
          </p:nvSpPr>
          <p:spPr>
            <a:xfrm>
              <a:off x="6354837" y="1085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4" name="ph354"/>
            <p:cNvSpPr/>
            <p:nvPr/>
          </p:nvSpPr>
          <p:spPr>
            <a:xfrm>
              <a:off x="6367349" y="1085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5" name="ph355"/>
            <p:cNvSpPr/>
            <p:nvPr/>
          </p:nvSpPr>
          <p:spPr>
            <a:xfrm>
              <a:off x="6379861" y="1085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6" name="ph356"/>
            <p:cNvSpPr/>
            <p:nvPr/>
          </p:nvSpPr>
          <p:spPr>
            <a:xfrm>
              <a:off x="6392375" y="1085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7" name="ph357"/>
            <p:cNvSpPr/>
            <p:nvPr/>
          </p:nvSpPr>
          <p:spPr>
            <a:xfrm>
              <a:off x="6404887" y="1085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8" name="ph358"/>
            <p:cNvSpPr/>
            <p:nvPr/>
          </p:nvSpPr>
          <p:spPr>
            <a:xfrm>
              <a:off x="6417399" y="1085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9" name="ph359"/>
            <p:cNvSpPr/>
            <p:nvPr/>
          </p:nvSpPr>
          <p:spPr>
            <a:xfrm>
              <a:off x="6429912" y="1085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0" name="ph360"/>
            <p:cNvSpPr/>
            <p:nvPr/>
          </p:nvSpPr>
          <p:spPr>
            <a:xfrm>
              <a:off x="6442424" y="1085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1" name="ph361"/>
            <p:cNvSpPr/>
            <p:nvPr/>
          </p:nvSpPr>
          <p:spPr>
            <a:xfrm>
              <a:off x="6454936" y="1085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2" name="ph362"/>
            <p:cNvSpPr/>
            <p:nvPr/>
          </p:nvSpPr>
          <p:spPr>
            <a:xfrm>
              <a:off x="6467448" y="1085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3" name="ph363"/>
            <p:cNvSpPr/>
            <p:nvPr/>
          </p:nvSpPr>
          <p:spPr>
            <a:xfrm>
              <a:off x="6479961" y="1085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4" name="ph364"/>
            <p:cNvSpPr/>
            <p:nvPr/>
          </p:nvSpPr>
          <p:spPr>
            <a:xfrm>
              <a:off x="6492473" y="1085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5" name="ph365"/>
            <p:cNvSpPr/>
            <p:nvPr/>
          </p:nvSpPr>
          <p:spPr>
            <a:xfrm>
              <a:off x="6504985" y="1085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6" name="ph366"/>
            <p:cNvSpPr/>
            <p:nvPr/>
          </p:nvSpPr>
          <p:spPr>
            <a:xfrm>
              <a:off x="6517497" y="1085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7" name="ph367"/>
            <p:cNvSpPr/>
            <p:nvPr/>
          </p:nvSpPr>
          <p:spPr>
            <a:xfrm>
              <a:off x="6530011" y="1085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8" name="ph368"/>
            <p:cNvSpPr/>
            <p:nvPr/>
          </p:nvSpPr>
          <p:spPr>
            <a:xfrm>
              <a:off x="6542523" y="1085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9" name="ph369"/>
            <p:cNvSpPr/>
            <p:nvPr/>
          </p:nvSpPr>
          <p:spPr>
            <a:xfrm>
              <a:off x="6555035" y="1085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0" name="ph370"/>
            <p:cNvSpPr/>
            <p:nvPr/>
          </p:nvSpPr>
          <p:spPr>
            <a:xfrm>
              <a:off x="5416411" y="1100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1" name="ph371"/>
            <p:cNvSpPr/>
            <p:nvPr/>
          </p:nvSpPr>
          <p:spPr>
            <a:xfrm>
              <a:off x="5428923" y="1100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2" name="ph372"/>
            <p:cNvSpPr/>
            <p:nvPr/>
          </p:nvSpPr>
          <p:spPr>
            <a:xfrm>
              <a:off x="5441435" y="1100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3" name="ph373"/>
            <p:cNvSpPr/>
            <p:nvPr/>
          </p:nvSpPr>
          <p:spPr>
            <a:xfrm>
              <a:off x="5453947" y="1100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4" name="ph374"/>
            <p:cNvSpPr/>
            <p:nvPr/>
          </p:nvSpPr>
          <p:spPr>
            <a:xfrm>
              <a:off x="5466460" y="1100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5" name="ph375"/>
            <p:cNvSpPr/>
            <p:nvPr/>
          </p:nvSpPr>
          <p:spPr>
            <a:xfrm>
              <a:off x="5478972" y="1100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6" name="ph376"/>
            <p:cNvSpPr/>
            <p:nvPr/>
          </p:nvSpPr>
          <p:spPr>
            <a:xfrm>
              <a:off x="5491484" y="1100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7" name="ph377"/>
            <p:cNvSpPr/>
            <p:nvPr/>
          </p:nvSpPr>
          <p:spPr>
            <a:xfrm>
              <a:off x="5503996" y="1100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8" name="ph378"/>
            <p:cNvSpPr/>
            <p:nvPr/>
          </p:nvSpPr>
          <p:spPr>
            <a:xfrm>
              <a:off x="5516509" y="1100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9" name="ph379"/>
            <p:cNvSpPr/>
            <p:nvPr/>
          </p:nvSpPr>
          <p:spPr>
            <a:xfrm>
              <a:off x="6279763" y="1100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0" name="ph380"/>
            <p:cNvSpPr/>
            <p:nvPr/>
          </p:nvSpPr>
          <p:spPr>
            <a:xfrm>
              <a:off x="6292276" y="1100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1" name="ph381"/>
            <p:cNvSpPr/>
            <p:nvPr/>
          </p:nvSpPr>
          <p:spPr>
            <a:xfrm>
              <a:off x="6304788" y="1100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2" name="ph382"/>
            <p:cNvSpPr/>
            <p:nvPr/>
          </p:nvSpPr>
          <p:spPr>
            <a:xfrm>
              <a:off x="6317300" y="1100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3" name="ph383"/>
            <p:cNvSpPr/>
            <p:nvPr/>
          </p:nvSpPr>
          <p:spPr>
            <a:xfrm>
              <a:off x="6329812" y="1100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4" name="ph384"/>
            <p:cNvSpPr/>
            <p:nvPr/>
          </p:nvSpPr>
          <p:spPr>
            <a:xfrm>
              <a:off x="6342325" y="1100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5" name="ph385"/>
            <p:cNvSpPr/>
            <p:nvPr/>
          </p:nvSpPr>
          <p:spPr>
            <a:xfrm>
              <a:off x="6354837" y="1100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6" name="ph386"/>
            <p:cNvSpPr/>
            <p:nvPr/>
          </p:nvSpPr>
          <p:spPr>
            <a:xfrm>
              <a:off x="6367349" y="1100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7" name="ph387"/>
            <p:cNvSpPr/>
            <p:nvPr/>
          </p:nvSpPr>
          <p:spPr>
            <a:xfrm>
              <a:off x="6379861" y="1100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8" name="ph388"/>
            <p:cNvSpPr/>
            <p:nvPr/>
          </p:nvSpPr>
          <p:spPr>
            <a:xfrm>
              <a:off x="6392375" y="1100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9" name="ph389"/>
            <p:cNvSpPr/>
            <p:nvPr/>
          </p:nvSpPr>
          <p:spPr>
            <a:xfrm>
              <a:off x="6404887" y="1100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0" name="ph390"/>
            <p:cNvSpPr/>
            <p:nvPr/>
          </p:nvSpPr>
          <p:spPr>
            <a:xfrm>
              <a:off x="6417399" y="1100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1" name="ph391"/>
            <p:cNvSpPr/>
            <p:nvPr/>
          </p:nvSpPr>
          <p:spPr>
            <a:xfrm>
              <a:off x="6429912" y="1100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2" name="ph392"/>
            <p:cNvSpPr/>
            <p:nvPr/>
          </p:nvSpPr>
          <p:spPr>
            <a:xfrm>
              <a:off x="6442424" y="1100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3" name="ph393"/>
            <p:cNvSpPr/>
            <p:nvPr/>
          </p:nvSpPr>
          <p:spPr>
            <a:xfrm>
              <a:off x="6454936" y="1100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4" name="ph394"/>
            <p:cNvSpPr/>
            <p:nvPr/>
          </p:nvSpPr>
          <p:spPr>
            <a:xfrm>
              <a:off x="6467448" y="1100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5" name="ph395"/>
            <p:cNvSpPr/>
            <p:nvPr/>
          </p:nvSpPr>
          <p:spPr>
            <a:xfrm>
              <a:off x="6479961" y="1100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6" name="ph396"/>
            <p:cNvSpPr/>
            <p:nvPr/>
          </p:nvSpPr>
          <p:spPr>
            <a:xfrm>
              <a:off x="6492473" y="1100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7" name="ph397"/>
            <p:cNvSpPr/>
            <p:nvPr/>
          </p:nvSpPr>
          <p:spPr>
            <a:xfrm>
              <a:off x="6504985" y="1100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8" name="ph398"/>
            <p:cNvSpPr/>
            <p:nvPr/>
          </p:nvSpPr>
          <p:spPr>
            <a:xfrm>
              <a:off x="6517497" y="1100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9" name="ph399"/>
            <p:cNvSpPr/>
            <p:nvPr/>
          </p:nvSpPr>
          <p:spPr>
            <a:xfrm>
              <a:off x="6530011" y="1100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0" name="ph400"/>
            <p:cNvSpPr/>
            <p:nvPr/>
          </p:nvSpPr>
          <p:spPr>
            <a:xfrm>
              <a:off x="6542523" y="1100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1" name="ph401"/>
            <p:cNvSpPr/>
            <p:nvPr/>
          </p:nvSpPr>
          <p:spPr>
            <a:xfrm>
              <a:off x="6555035" y="1100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2" name="ph402"/>
            <p:cNvSpPr/>
            <p:nvPr/>
          </p:nvSpPr>
          <p:spPr>
            <a:xfrm>
              <a:off x="6567548" y="1100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3" name="ph403"/>
            <p:cNvSpPr/>
            <p:nvPr/>
          </p:nvSpPr>
          <p:spPr>
            <a:xfrm>
              <a:off x="5416411" y="11162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4" name="ph404"/>
            <p:cNvSpPr/>
            <p:nvPr/>
          </p:nvSpPr>
          <p:spPr>
            <a:xfrm>
              <a:off x="5428923" y="11162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5" name="ph405"/>
            <p:cNvSpPr/>
            <p:nvPr/>
          </p:nvSpPr>
          <p:spPr>
            <a:xfrm>
              <a:off x="5441435" y="11162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6" name="ph406"/>
            <p:cNvSpPr/>
            <p:nvPr/>
          </p:nvSpPr>
          <p:spPr>
            <a:xfrm>
              <a:off x="5453947" y="11162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7" name="ph407"/>
            <p:cNvSpPr/>
            <p:nvPr/>
          </p:nvSpPr>
          <p:spPr>
            <a:xfrm>
              <a:off x="5466460" y="11162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8" name="ph408"/>
            <p:cNvSpPr/>
            <p:nvPr/>
          </p:nvSpPr>
          <p:spPr>
            <a:xfrm>
              <a:off x="5478972" y="11162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9" name="ph409"/>
            <p:cNvSpPr/>
            <p:nvPr/>
          </p:nvSpPr>
          <p:spPr>
            <a:xfrm>
              <a:off x="6267251" y="11162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0" name="ph410"/>
            <p:cNvSpPr/>
            <p:nvPr/>
          </p:nvSpPr>
          <p:spPr>
            <a:xfrm>
              <a:off x="6279763" y="11162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1" name="ph411"/>
            <p:cNvSpPr/>
            <p:nvPr/>
          </p:nvSpPr>
          <p:spPr>
            <a:xfrm>
              <a:off x="6292276" y="11162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2" name="ph412"/>
            <p:cNvSpPr/>
            <p:nvPr/>
          </p:nvSpPr>
          <p:spPr>
            <a:xfrm>
              <a:off x="6304788" y="11162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3" name="ph413"/>
            <p:cNvSpPr/>
            <p:nvPr/>
          </p:nvSpPr>
          <p:spPr>
            <a:xfrm>
              <a:off x="6317300" y="11162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4" name="ph414"/>
            <p:cNvSpPr/>
            <p:nvPr/>
          </p:nvSpPr>
          <p:spPr>
            <a:xfrm>
              <a:off x="6329812" y="11162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5" name="ph415"/>
            <p:cNvSpPr/>
            <p:nvPr/>
          </p:nvSpPr>
          <p:spPr>
            <a:xfrm>
              <a:off x="6342325" y="11162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6" name="ph416"/>
            <p:cNvSpPr/>
            <p:nvPr/>
          </p:nvSpPr>
          <p:spPr>
            <a:xfrm>
              <a:off x="6354837" y="11162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7" name="ph417"/>
            <p:cNvSpPr/>
            <p:nvPr/>
          </p:nvSpPr>
          <p:spPr>
            <a:xfrm>
              <a:off x="6367349" y="11162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8" name="ph418"/>
            <p:cNvSpPr/>
            <p:nvPr/>
          </p:nvSpPr>
          <p:spPr>
            <a:xfrm>
              <a:off x="6379861" y="11162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9" name="ph419"/>
            <p:cNvSpPr/>
            <p:nvPr/>
          </p:nvSpPr>
          <p:spPr>
            <a:xfrm>
              <a:off x="6392375" y="11162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0" name="ph420"/>
            <p:cNvSpPr/>
            <p:nvPr/>
          </p:nvSpPr>
          <p:spPr>
            <a:xfrm>
              <a:off x="6454936" y="11162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1" name="ph421"/>
            <p:cNvSpPr/>
            <p:nvPr/>
          </p:nvSpPr>
          <p:spPr>
            <a:xfrm>
              <a:off x="6467448" y="11162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2" name="ph422"/>
            <p:cNvSpPr/>
            <p:nvPr/>
          </p:nvSpPr>
          <p:spPr>
            <a:xfrm>
              <a:off x="6479961" y="11162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3" name="ph423"/>
            <p:cNvSpPr/>
            <p:nvPr/>
          </p:nvSpPr>
          <p:spPr>
            <a:xfrm>
              <a:off x="6492473" y="11162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4" name="ph424"/>
            <p:cNvSpPr/>
            <p:nvPr/>
          </p:nvSpPr>
          <p:spPr>
            <a:xfrm>
              <a:off x="6504985" y="11162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5" name="ph425"/>
            <p:cNvSpPr/>
            <p:nvPr/>
          </p:nvSpPr>
          <p:spPr>
            <a:xfrm>
              <a:off x="6517497" y="11162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6" name="ph426"/>
            <p:cNvSpPr/>
            <p:nvPr/>
          </p:nvSpPr>
          <p:spPr>
            <a:xfrm>
              <a:off x="6530011" y="11162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7" name="ph427"/>
            <p:cNvSpPr/>
            <p:nvPr/>
          </p:nvSpPr>
          <p:spPr>
            <a:xfrm>
              <a:off x="6542523" y="11162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8" name="ph428"/>
            <p:cNvSpPr/>
            <p:nvPr/>
          </p:nvSpPr>
          <p:spPr>
            <a:xfrm>
              <a:off x="6555035" y="11162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9" name="ph429"/>
            <p:cNvSpPr/>
            <p:nvPr/>
          </p:nvSpPr>
          <p:spPr>
            <a:xfrm>
              <a:off x="5416411" y="11316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0" name="ph430"/>
            <p:cNvSpPr/>
            <p:nvPr/>
          </p:nvSpPr>
          <p:spPr>
            <a:xfrm>
              <a:off x="5428923" y="11316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1" name="ph431"/>
            <p:cNvSpPr/>
            <p:nvPr/>
          </p:nvSpPr>
          <p:spPr>
            <a:xfrm>
              <a:off x="5441435" y="11316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2" name="ph432"/>
            <p:cNvSpPr/>
            <p:nvPr/>
          </p:nvSpPr>
          <p:spPr>
            <a:xfrm>
              <a:off x="5453947" y="11316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3" name="ph433"/>
            <p:cNvSpPr/>
            <p:nvPr/>
          </p:nvSpPr>
          <p:spPr>
            <a:xfrm>
              <a:off x="6217201" y="11316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4" name="ph434"/>
            <p:cNvSpPr/>
            <p:nvPr/>
          </p:nvSpPr>
          <p:spPr>
            <a:xfrm>
              <a:off x="6229713" y="11316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5" name="ph435"/>
            <p:cNvSpPr/>
            <p:nvPr/>
          </p:nvSpPr>
          <p:spPr>
            <a:xfrm>
              <a:off x="6242225" y="11316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6" name="ph436"/>
            <p:cNvSpPr/>
            <p:nvPr/>
          </p:nvSpPr>
          <p:spPr>
            <a:xfrm>
              <a:off x="6254739" y="11316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7" name="ph437"/>
            <p:cNvSpPr/>
            <p:nvPr/>
          </p:nvSpPr>
          <p:spPr>
            <a:xfrm>
              <a:off x="6267251" y="11316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8" name="ph438"/>
            <p:cNvSpPr/>
            <p:nvPr/>
          </p:nvSpPr>
          <p:spPr>
            <a:xfrm>
              <a:off x="6279763" y="11316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9" name="ph439"/>
            <p:cNvSpPr/>
            <p:nvPr/>
          </p:nvSpPr>
          <p:spPr>
            <a:xfrm>
              <a:off x="6292276" y="11316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0" name="ph440"/>
            <p:cNvSpPr/>
            <p:nvPr/>
          </p:nvSpPr>
          <p:spPr>
            <a:xfrm>
              <a:off x="6304788" y="11316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1" name="ph441"/>
            <p:cNvSpPr/>
            <p:nvPr/>
          </p:nvSpPr>
          <p:spPr>
            <a:xfrm>
              <a:off x="6317300" y="11316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2" name="ph442"/>
            <p:cNvSpPr/>
            <p:nvPr/>
          </p:nvSpPr>
          <p:spPr>
            <a:xfrm>
              <a:off x="6329812" y="11316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3" name="ph443"/>
            <p:cNvSpPr/>
            <p:nvPr/>
          </p:nvSpPr>
          <p:spPr>
            <a:xfrm>
              <a:off x="6429912" y="11316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4" name="ph444"/>
            <p:cNvSpPr/>
            <p:nvPr/>
          </p:nvSpPr>
          <p:spPr>
            <a:xfrm>
              <a:off x="6442424" y="11316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5" name="ph445"/>
            <p:cNvSpPr/>
            <p:nvPr/>
          </p:nvSpPr>
          <p:spPr>
            <a:xfrm>
              <a:off x="6454936" y="11316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6" name="ph446"/>
            <p:cNvSpPr/>
            <p:nvPr/>
          </p:nvSpPr>
          <p:spPr>
            <a:xfrm>
              <a:off x="6467448" y="11316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7" name="ph447"/>
            <p:cNvSpPr/>
            <p:nvPr/>
          </p:nvSpPr>
          <p:spPr>
            <a:xfrm>
              <a:off x="6479961" y="11316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8" name="ph448"/>
            <p:cNvSpPr/>
            <p:nvPr/>
          </p:nvSpPr>
          <p:spPr>
            <a:xfrm>
              <a:off x="6492473" y="11316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9" name="ph449"/>
            <p:cNvSpPr/>
            <p:nvPr/>
          </p:nvSpPr>
          <p:spPr>
            <a:xfrm>
              <a:off x="6504985" y="11316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0" name="ph450"/>
            <p:cNvSpPr/>
            <p:nvPr/>
          </p:nvSpPr>
          <p:spPr>
            <a:xfrm>
              <a:off x="6517497" y="11316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1" name="ph451"/>
            <p:cNvSpPr/>
            <p:nvPr/>
          </p:nvSpPr>
          <p:spPr>
            <a:xfrm>
              <a:off x="6530011" y="11316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2" name="ph452"/>
            <p:cNvSpPr/>
            <p:nvPr/>
          </p:nvSpPr>
          <p:spPr>
            <a:xfrm>
              <a:off x="6542523" y="11316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3" name="ph453"/>
            <p:cNvSpPr/>
            <p:nvPr/>
          </p:nvSpPr>
          <p:spPr>
            <a:xfrm>
              <a:off x="6092077" y="11470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4" name="ph454"/>
            <p:cNvSpPr/>
            <p:nvPr/>
          </p:nvSpPr>
          <p:spPr>
            <a:xfrm>
              <a:off x="6104589" y="11470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5" name="ph455"/>
            <p:cNvSpPr/>
            <p:nvPr/>
          </p:nvSpPr>
          <p:spPr>
            <a:xfrm>
              <a:off x="6117103" y="11470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6" name="ph456"/>
            <p:cNvSpPr/>
            <p:nvPr/>
          </p:nvSpPr>
          <p:spPr>
            <a:xfrm>
              <a:off x="6129615" y="11470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7" name="ph457"/>
            <p:cNvSpPr/>
            <p:nvPr/>
          </p:nvSpPr>
          <p:spPr>
            <a:xfrm>
              <a:off x="6142127" y="11470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8" name="ph458"/>
            <p:cNvSpPr/>
            <p:nvPr/>
          </p:nvSpPr>
          <p:spPr>
            <a:xfrm>
              <a:off x="6154640" y="11470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9" name="ph459"/>
            <p:cNvSpPr/>
            <p:nvPr/>
          </p:nvSpPr>
          <p:spPr>
            <a:xfrm>
              <a:off x="6167152" y="11470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0" name="ph460"/>
            <p:cNvSpPr/>
            <p:nvPr/>
          </p:nvSpPr>
          <p:spPr>
            <a:xfrm>
              <a:off x="6179664" y="11470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1" name="ph461"/>
            <p:cNvSpPr/>
            <p:nvPr/>
          </p:nvSpPr>
          <p:spPr>
            <a:xfrm>
              <a:off x="6192176" y="11470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2" name="ph462"/>
            <p:cNvSpPr/>
            <p:nvPr/>
          </p:nvSpPr>
          <p:spPr>
            <a:xfrm>
              <a:off x="6204689" y="11470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3" name="ph463"/>
            <p:cNvSpPr/>
            <p:nvPr/>
          </p:nvSpPr>
          <p:spPr>
            <a:xfrm>
              <a:off x="6217201" y="11470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4" name="ph464"/>
            <p:cNvSpPr/>
            <p:nvPr/>
          </p:nvSpPr>
          <p:spPr>
            <a:xfrm>
              <a:off x="6229713" y="11470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5" name="ph465"/>
            <p:cNvSpPr/>
            <p:nvPr/>
          </p:nvSpPr>
          <p:spPr>
            <a:xfrm>
              <a:off x="6242225" y="11470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6" name="ph466"/>
            <p:cNvSpPr/>
            <p:nvPr/>
          </p:nvSpPr>
          <p:spPr>
            <a:xfrm>
              <a:off x="6254739" y="11470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7" name="ph467"/>
            <p:cNvSpPr/>
            <p:nvPr/>
          </p:nvSpPr>
          <p:spPr>
            <a:xfrm>
              <a:off x="6267251" y="11470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8" name="ph468"/>
            <p:cNvSpPr/>
            <p:nvPr/>
          </p:nvSpPr>
          <p:spPr>
            <a:xfrm>
              <a:off x="6279763" y="11470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9" name="ph469"/>
            <p:cNvSpPr/>
            <p:nvPr/>
          </p:nvSpPr>
          <p:spPr>
            <a:xfrm>
              <a:off x="6292276" y="11470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0" name="ph470"/>
            <p:cNvSpPr/>
            <p:nvPr/>
          </p:nvSpPr>
          <p:spPr>
            <a:xfrm>
              <a:off x="6304788" y="11470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1" name="ph471"/>
            <p:cNvSpPr/>
            <p:nvPr/>
          </p:nvSpPr>
          <p:spPr>
            <a:xfrm>
              <a:off x="6317300" y="11470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2" name="ph472"/>
            <p:cNvSpPr/>
            <p:nvPr/>
          </p:nvSpPr>
          <p:spPr>
            <a:xfrm>
              <a:off x="6329812" y="11470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3" name="ph473"/>
            <p:cNvSpPr/>
            <p:nvPr/>
          </p:nvSpPr>
          <p:spPr>
            <a:xfrm>
              <a:off x="6404887" y="11470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4" name="ph474"/>
            <p:cNvSpPr/>
            <p:nvPr/>
          </p:nvSpPr>
          <p:spPr>
            <a:xfrm>
              <a:off x="6417399" y="11470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5" name="ph475"/>
            <p:cNvSpPr/>
            <p:nvPr/>
          </p:nvSpPr>
          <p:spPr>
            <a:xfrm>
              <a:off x="6429912" y="11470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6" name="ph476"/>
            <p:cNvSpPr/>
            <p:nvPr/>
          </p:nvSpPr>
          <p:spPr>
            <a:xfrm>
              <a:off x="6442424" y="11470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7" name="ph477"/>
            <p:cNvSpPr/>
            <p:nvPr/>
          </p:nvSpPr>
          <p:spPr>
            <a:xfrm>
              <a:off x="6454936" y="11470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8" name="ph478"/>
            <p:cNvSpPr/>
            <p:nvPr/>
          </p:nvSpPr>
          <p:spPr>
            <a:xfrm>
              <a:off x="6467448" y="11470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9" name="ph479"/>
            <p:cNvSpPr/>
            <p:nvPr/>
          </p:nvSpPr>
          <p:spPr>
            <a:xfrm>
              <a:off x="6479961" y="11470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80" name="ph480"/>
            <p:cNvSpPr/>
            <p:nvPr/>
          </p:nvSpPr>
          <p:spPr>
            <a:xfrm>
              <a:off x="6492473" y="11470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81" name="ph481"/>
            <p:cNvSpPr/>
            <p:nvPr/>
          </p:nvSpPr>
          <p:spPr>
            <a:xfrm>
              <a:off x="6504985" y="11470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82" name="ph482"/>
            <p:cNvSpPr/>
            <p:nvPr/>
          </p:nvSpPr>
          <p:spPr>
            <a:xfrm>
              <a:off x="6517497" y="11470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83" name="ph483"/>
            <p:cNvSpPr/>
            <p:nvPr/>
          </p:nvSpPr>
          <p:spPr>
            <a:xfrm>
              <a:off x="6079565" y="11624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84" name="ph484"/>
            <p:cNvSpPr/>
            <p:nvPr/>
          </p:nvSpPr>
          <p:spPr>
            <a:xfrm>
              <a:off x="6092077" y="11624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85" name="ph485"/>
            <p:cNvSpPr/>
            <p:nvPr/>
          </p:nvSpPr>
          <p:spPr>
            <a:xfrm>
              <a:off x="6104589" y="11624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86" name="ph486"/>
            <p:cNvSpPr/>
            <p:nvPr/>
          </p:nvSpPr>
          <p:spPr>
            <a:xfrm>
              <a:off x="6117103" y="11624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87" name="ph487"/>
            <p:cNvSpPr/>
            <p:nvPr/>
          </p:nvSpPr>
          <p:spPr>
            <a:xfrm>
              <a:off x="6129615" y="11624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88" name="ph488"/>
            <p:cNvSpPr/>
            <p:nvPr/>
          </p:nvSpPr>
          <p:spPr>
            <a:xfrm>
              <a:off x="6142127" y="11624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89" name="ph489"/>
            <p:cNvSpPr/>
            <p:nvPr/>
          </p:nvSpPr>
          <p:spPr>
            <a:xfrm>
              <a:off x="6154640" y="11624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90" name="ph490"/>
            <p:cNvSpPr/>
            <p:nvPr/>
          </p:nvSpPr>
          <p:spPr>
            <a:xfrm>
              <a:off x="6167152" y="11624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91" name="ph491"/>
            <p:cNvSpPr/>
            <p:nvPr/>
          </p:nvSpPr>
          <p:spPr>
            <a:xfrm>
              <a:off x="6179664" y="11624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92" name="ph492"/>
            <p:cNvSpPr/>
            <p:nvPr/>
          </p:nvSpPr>
          <p:spPr>
            <a:xfrm>
              <a:off x="6192176" y="11624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93" name="ph493"/>
            <p:cNvSpPr/>
            <p:nvPr/>
          </p:nvSpPr>
          <p:spPr>
            <a:xfrm>
              <a:off x="6204689" y="11624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94" name="ph494"/>
            <p:cNvSpPr/>
            <p:nvPr/>
          </p:nvSpPr>
          <p:spPr>
            <a:xfrm>
              <a:off x="6217201" y="11624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95" name="ph495"/>
            <p:cNvSpPr/>
            <p:nvPr/>
          </p:nvSpPr>
          <p:spPr>
            <a:xfrm>
              <a:off x="6229713" y="11624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96" name="ph496"/>
            <p:cNvSpPr/>
            <p:nvPr/>
          </p:nvSpPr>
          <p:spPr>
            <a:xfrm>
              <a:off x="6242225" y="11624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97" name="ph497"/>
            <p:cNvSpPr/>
            <p:nvPr/>
          </p:nvSpPr>
          <p:spPr>
            <a:xfrm>
              <a:off x="6254739" y="11624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98" name="ph498"/>
            <p:cNvSpPr/>
            <p:nvPr/>
          </p:nvSpPr>
          <p:spPr>
            <a:xfrm>
              <a:off x="6267251" y="11624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99" name="ph499"/>
            <p:cNvSpPr/>
            <p:nvPr/>
          </p:nvSpPr>
          <p:spPr>
            <a:xfrm>
              <a:off x="6279763" y="11624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00" name="ph500"/>
            <p:cNvSpPr/>
            <p:nvPr/>
          </p:nvSpPr>
          <p:spPr>
            <a:xfrm>
              <a:off x="6292276" y="11624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01" name="ph501"/>
            <p:cNvSpPr/>
            <p:nvPr/>
          </p:nvSpPr>
          <p:spPr>
            <a:xfrm>
              <a:off x="6304788" y="11624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02" name="ph502"/>
            <p:cNvSpPr/>
            <p:nvPr/>
          </p:nvSpPr>
          <p:spPr>
            <a:xfrm>
              <a:off x="6317300" y="11624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03" name="ph503"/>
            <p:cNvSpPr/>
            <p:nvPr/>
          </p:nvSpPr>
          <p:spPr>
            <a:xfrm>
              <a:off x="6392375" y="11624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04" name="ph504"/>
            <p:cNvSpPr/>
            <p:nvPr/>
          </p:nvSpPr>
          <p:spPr>
            <a:xfrm>
              <a:off x="6404887" y="11624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05" name="ph505"/>
            <p:cNvSpPr/>
            <p:nvPr/>
          </p:nvSpPr>
          <p:spPr>
            <a:xfrm>
              <a:off x="6417399" y="11624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06" name="ph506"/>
            <p:cNvSpPr/>
            <p:nvPr/>
          </p:nvSpPr>
          <p:spPr>
            <a:xfrm>
              <a:off x="6429912" y="11624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07" name="ph507"/>
            <p:cNvSpPr/>
            <p:nvPr/>
          </p:nvSpPr>
          <p:spPr>
            <a:xfrm>
              <a:off x="6442424" y="11624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08" name="ph508"/>
            <p:cNvSpPr/>
            <p:nvPr/>
          </p:nvSpPr>
          <p:spPr>
            <a:xfrm>
              <a:off x="6454936" y="11624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09" name="ph509"/>
            <p:cNvSpPr/>
            <p:nvPr/>
          </p:nvSpPr>
          <p:spPr>
            <a:xfrm>
              <a:off x="6467448" y="11624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10" name="ph510"/>
            <p:cNvSpPr/>
            <p:nvPr/>
          </p:nvSpPr>
          <p:spPr>
            <a:xfrm>
              <a:off x="6479961" y="11624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11" name="ph511"/>
            <p:cNvSpPr/>
            <p:nvPr/>
          </p:nvSpPr>
          <p:spPr>
            <a:xfrm>
              <a:off x="6492473" y="11624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12" name="ph512"/>
            <p:cNvSpPr/>
            <p:nvPr/>
          </p:nvSpPr>
          <p:spPr>
            <a:xfrm>
              <a:off x="6504985" y="11624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13" name="ph513"/>
            <p:cNvSpPr/>
            <p:nvPr/>
          </p:nvSpPr>
          <p:spPr>
            <a:xfrm>
              <a:off x="6067053" y="11777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14" name="ph514"/>
            <p:cNvSpPr/>
            <p:nvPr/>
          </p:nvSpPr>
          <p:spPr>
            <a:xfrm>
              <a:off x="6079565" y="11777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15" name="ph515"/>
            <p:cNvSpPr/>
            <p:nvPr/>
          </p:nvSpPr>
          <p:spPr>
            <a:xfrm>
              <a:off x="6092077" y="11777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16" name="ph516"/>
            <p:cNvSpPr/>
            <p:nvPr/>
          </p:nvSpPr>
          <p:spPr>
            <a:xfrm>
              <a:off x="6104589" y="11777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17" name="ph517"/>
            <p:cNvSpPr/>
            <p:nvPr/>
          </p:nvSpPr>
          <p:spPr>
            <a:xfrm>
              <a:off x="6117103" y="11777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18" name="ph518"/>
            <p:cNvSpPr/>
            <p:nvPr/>
          </p:nvSpPr>
          <p:spPr>
            <a:xfrm>
              <a:off x="6129615" y="11777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19" name="ph519"/>
            <p:cNvSpPr/>
            <p:nvPr/>
          </p:nvSpPr>
          <p:spPr>
            <a:xfrm>
              <a:off x="6142127" y="11777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20" name="ph520"/>
            <p:cNvSpPr/>
            <p:nvPr/>
          </p:nvSpPr>
          <p:spPr>
            <a:xfrm>
              <a:off x="6154640" y="11777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21" name="ph521"/>
            <p:cNvSpPr/>
            <p:nvPr/>
          </p:nvSpPr>
          <p:spPr>
            <a:xfrm>
              <a:off x="6167152" y="11777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22" name="ph522"/>
            <p:cNvSpPr/>
            <p:nvPr/>
          </p:nvSpPr>
          <p:spPr>
            <a:xfrm>
              <a:off x="6179664" y="11777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23" name="ph523"/>
            <p:cNvSpPr/>
            <p:nvPr/>
          </p:nvSpPr>
          <p:spPr>
            <a:xfrm>
              <a:off x="6192176" y="11777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24" name="ph524"/>
            <p:cNvSpPr/>
            <p:nvPr/>
          </p:nvSpPr>
          <p:spPr>
            <a:xfrm>
              <a:off x="6204689" y="11777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25" name="ph525"/>
            <p:cNvSpPr/>
            <p:nvPr/>
          </p:nvSpPr>
          <p:spPr>
            <a:xfrm>
              <a:off x="6217201" y="11777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26" name="ph526"/>
            <p:cNvSpPr/>
            <p:nvPr/>
          </p:nvSpPr>
          <p:spPr>
            <a:xfrm>
              <a:off x="6229713" y="11777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27" name="ph527"/>
            <p:cNvSpPr/>
            <p:nvPr/>
          </p:nvSpPr>
          <p:spPr>
            <a:xfrm>
              <a:off x="6242225" y="11777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28" name="ph528"/>
            <p:cNvSpPr/>
            <p:nvPr/>
          </p:nvSpPr>
          <p:spPr>
            <a:xfrm>
              <a:off x="6254739" y="11777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29" name="ph529"/>
            <p:cNvSpPr/>
            <p:nvPr/>
          </p:nvSpPr>
          <p:spPr>
            <a:xfrm>
              <a:off x="6267251" y="11777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30" name="ph530"/>
            <p:cNvSpPr/>
            <p:nvPr/>
          </p:nvSpPr>
          <p:spPr>
            <a:xfrm>
              <a:off x="6279763" y="11777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31" name="ph531"/>
            <p:cNvSpPr/>
            <p:nvPr/>
          </p:nvSpPr>
          <p:spPr>
            <a:xfrm>
              <a:off x="6292276" y="11777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32" name="ph532"/>
            <p:cNvSpPr/>
            <p:nvPr/>
          </p:nvSpPr>
          <p:spPr>
            <a:xfrm>
              <a:off x="6304788" y="11777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33" name="ph533"/>
            <p:cNvSpPr/>
            <p:nvPr/>
          </p:nvSpPr>
          <p:spPr>
            <a:xfrm>
              <a:off x="6392375" y="11777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34" name="ph534"/>
            <p:cNvSpPr/>
            <p:nvPr/>
          </p:nvSpPr>
          <p:spPr>
            <a:xfrm>
              <a:off x="6404887" y="11777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35" name="ph535"/>
            <p:cNvSpPr/>
            <p:nvPr/>
          </p:nvSpPr>
          <p:spPr>
            <a:xfrm>
              <a:off x="6417399" y="11777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36" name="ph536"/>
            <p:cNvSpPr/>
            <p:nvPr/>
          </p:nvSpPr>
          <p:spPr>
            <a:xfrm>
              <a:off x="6429912" y="11777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37" name="ph537"/>
            <p:cNvSpPr/>
            <p:nvPr/>
          </p:nvSpPr>
          <p:spPr>
            <a:xfrm>
              <a:off x="6442424" y="11777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38" name="ph538"/>
            <p:cNvSpPr/>
            <p:nvPr/>
          </p:nvSpPr>
          <p:spPr>
            <a:xfrm>
              <a:off x="6454936" y="11777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39" name="ph539"/>
            <p:cNvSpPr/>
            <p:nvPr/>
          </p:nvSpPr>
          <p:spPr>
            <a:xfrm>
              <a:off x="6467448" y="11777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40" name="ph540"/>
            <p:cNvSpPr/>
            <p:nvPr/>
          </p:nvSpPr>
          <p:spPr>
            <a:xfrm>
              <a:off x="6479961" y="11777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41" name="ph541"/>
            <p:cNvSpPr/>
            <p:nvPr/>
          </p:nvSpPr>
          <p:spPr>
            <a:xfrm>
              <a:off x="6067053" y="11931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42" name="ph542"/>
            <p:cNvSpPr/>
            <p:nvPr/>
          </p:nvSpPr>
          <p:spPr>
            <a:xfrm>
              <a:off x="6079565" y="11931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43" name="ph543"/>
            <p:cNvSpPr/>
            <p:nvPr/>
          </p:nvSpPr>
          <p:spPr>
            <a:xfrm>
              <a:off x="6092077" y="11931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44" name="ph544"/>
            <p:cNvSpPr/>
            <p:nvPr/>
          </p:nvSpPr>
          <p:spPr>
            <a:xfrm>
              <a:off x="6104589" y="11931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45" name="ph545"/>
            <p:cNvSpPr/>
            <p:nvPr/>
          </p:nvSpPr>
          <p:spPr>
            <a:xfrm>
              <a:off x="6117103" y="11931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46" name="ph546"/>
            <p:cNvSpPr/>
            <p:nvPr/>
          </p:nvSpPr>
          <p:spPr>
            <a:xfrm>
              <a:off x="6129615" y="11931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47" name="ph547"/>
            <p:cNvSpPr/>
            <p:nvPr/>
          </p:nvSpPr>
          <p:spPr>
            <a:xfrm>
              <a:off x="6142127" y="11931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48" name="ph548"/>
            <p:cNvSpPr/>
            <p:nvPr/>
          </p:nvSpPr>
          <p:spPr>
            <a:xfrm>
              <a:off x="6154640" y="11931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49" name="ph549"/>
            <p:cNvSpPr/>
            <p:nvPr/>
          </p:nvSpPr>
          <p:spPr>
            <a:xfrm>
              <a:off x="6167152" y="11931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50" name="ph550"/>
            <p:cNvSpPr/>
            <p:nvPr/>
          </p:nvSpPr>
          <p:spPr>
            <a:xfrm>
              <a:off x="6179664" y="11931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51" name="ph551"/>
            <p:cNvSpPr/>
            <p:nvPr/>
          </p:nvSpPr>
          <p:spPr>
            <a:xfrm>
              <a:off x="6192176" y="11931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52" name="ph552"/>
            <p:cNvSpPr/>
            <p:nvPr/>
          </p:nvSpPr>
          <p:spPr>
            <a:xfrm>
              <a:off x="6204689" y="11931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53" name="ph553"/>
            <p:cNvSpPr/>
            <p:nvPr/>
          </p:nvSpPr>
          <p:spPr>
            <a:xfrm>
              <a:off x="6217201" y="11931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54" name="ph554"/>
            <p:cNvSpPr/>
            <p:nvPr/>
          </p:nvSpPr>
          <p:spPr>
            <a:xfrm>
              <a:off x="6229713" y="11931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55" name="ph555"/>
            <p:cNvSpPr/>
            <p:nvPr/>
          </p:nvSpPr>
          <p:spPr>
            <a:xfrm>
              <a:off x="6242225" y="11931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56" name="ph556"/>
            <p:cNvSpPr/>
            <p:nvPr/>
          </p:nvSpPr>
          <p:spPr>
            <a:xfrm>
              <a:off x="6254739" y="11931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57" name="ph557"/>
            <p:cNvSpPr/>
            <p:nvPr/>
          </p:nvSpPr>
          <p:spPr>
            <a:xfrm>
              <a:off x="6392375" y="11931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58" name="ph558"/>
            <p:cNvSpPr/>
            <p:nvPr/>
          </p:nvSpPr>
          <p:spPr>
            <a:xfrm>
              <a:off x="6404887" y="11931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59" name="ph559"/>
            <p:cNvSpPr/>
            <p:nvPr/>
          </p:nvSpPr>
          <p:spPr>
            <a:xfrm>
              <a:off x="6417399" y="11931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60" name="ph560"/>
            <p:cNvSpPr/>
            <p:nvPr/>
          </p:nvSpPr>
          <p:spPr>
            <a:xfrm>
              <a:off x="6429912" y="11931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61" name="ph561"/>
            <p:cNvSpPr/>
            <p:nvPr/>
          </p:nvSpPr>
          <p:spPr>
            <a:xfrm>
              <a:off x="6442424" y="11931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62" name="ph562"/>
            <p:cNvSpPr/>
            <p:nvPr/>
          </p:nvSpPr>
          <p:spPr>
            <a:xfrm>
              <a:off x="6454936" y="11931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63" name="ph563"/>
            <p:cNvSpPr/>
            <p:nvPr/>
          </p:nvSpPr>
          <p:spPr>
            <a:xfrm>
              <a:off x="6054540" y="12085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64" name="ph564"/>
            <p:cNvSpPr/>
            <p:nvPr/>
          </p:nvSpPr>
          <p:spPr>
            <a:xfrm>
              <a:off x="6067053" y="12085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65" name="ph565"/>
            <p:cNvSpPr/>
            <p:nvPr/>
          </p:nvSpPr>
          <p:spPr>
            <a:xfrm>
              <a:off x="6079565" y="12085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66" name="ph566"/>
            <p:cNvSpPr/>
            <p:nvPr/>
          </p:nvSpPr>
          <p:spPr>
            <a:xfrm>
              <a:off x="6092077" y="12085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67" name="ph567"/>
            <p:cNvSpPr/>
            <p:nvPr/>
          </p:nvSpPr>
          <p:spPr>
            <a:xfrm>
              <a:off x="6104589" y="12085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68" name="ph568"/>
            <p:cNvSpPr/>
            <p:nvPr/>
          </p:nvSpPr>
          <p:spPr>
            <a:xfrm>
              <a:off x="6117103" y="12085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69" name="ph569"/>
            <p:cNvSpPr/>
            <p:nvPr/>
          </p:nvSpPr>
          <p:spPr>
            <a:xfrm>
              <a:off x="6129615" y="12085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70" name="ph570"/>
            <p:cNvSpPr/>
            <p:nvPr/>
          </p:nvSpPr>
          <p:spPr>
            <a:xfrm>
              <a:off x="6142127" y="12085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71" name="ph571"/>
            <p:cNvSpPr/>
            <p:nvPr/>
          </p:nvSpPr>
          <p:spPr>
            <a:xfrm>
              <a:off x="6154640" y="12085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72" name="ph572"/>
            <p:cNvSpPr/>
            <p:nvPr/>
          </p:nvSpPr>
          <p:spPr>
            <a:xfrm>
              <a:off x="6167152" y="12085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73" name="ph573"/>
            <p:cNvSpPr/>
            <p:nvPr/>
          </p:nvSpPr>
          <p:spPr>
            <a:xfrm>
              <a:off x="6179664" y="12085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74" name="ph574"/>
            <p:cNvSpPr/>
            <p:nvPr/>
          </p:nvSpPr>
          <p:spPr>
            <a:xfrm>
              <a:off x="6192176" y="12085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75" name="ph575"/>
            <p:cNvSpPr/>
            <p:nvPr/>
          </p:nvSpPr>
          <p:spPr>
            <a:xfrm>
              <a:off x="6204689" y="12085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76" name="ph576"/>
            <p:cNvSpPr/>
            <p:nvPr/>
          </p:nvSpPr>
          <p:spPr>
            <a:xfrm>
              <a:off x="6217201" y="12085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77" name="ph577"/>
            <p:cNvSpPr/>
            <p:nvPr/>
          </p:nvSpPr>
          <p:spPr>
            <a:xfrm>
              <a:off x="6379861" y="12085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78" name="ph578"/>
            <p:cNvSpPr/>
            <p:nvPr/>
          </p:nvSpPr>
          <p:spPr>
            <a:xfrm>
              <a:off x="6392375" y="12085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79" name="ph579"/>
            <p:cNvSpPr/>
            <p:nvPr/>
          </p:nvSpPr>
          <p:spPr>
            <a:xfrm>
              <a:off x="6404887" y="12085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80" name="ph580"/>
            <p:cNvSpPr/>
            <p:nvPr/>
          </p:nvSpPr>
          <p:spPr>
            <a:xfrm>
              <a:off x="6417399" y="12085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81" name="ph581"/>
            <p:cNvSpPr/>
            <p:nvPr/>
          </p:nvSpPr>
          <p:spPr>
            <a:xfrm>
              <a:off x="6429912" y="12085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82" name="ph582"/>
            <p:cNvSpPr/>
            <p:nvPr/>
          </p:nvSpPr>
          <p:spPr>
            <a:xfrm>
              <a:off x="6442424" y="120854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83" name="ph583"/>
            <p:cNvSpPr/>
            <p:nvPr/>
          </p:nvSpPr>
          <p:spPr>
            <a:xfrm>
              <a:off x="5991979" y="122392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84" name="ph584"/>
            <p:cNvSpPr/>
            <p:nvPr/>
          </p:nvSpPr>
          <p:spPr>
            <a:xfrm>
              <a:off x="6004491" y="122392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85" name="ph585"/>
            <p:cNvSpPr/>
            <p:nvPr/>
          </p:nvSpPr>
          <p:spPr>
            <a:xfrm>
              <a:off x="6017004" y="122392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86" name="ph586"/>
            <p:cNvSpPr/>
            <p:nvPr/>
          </p:nvSpPr>
          <p:spPr>
            <a:xfrm>
              <a:off x="6029516" y="122392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87" name="ph587"/>
            <p:cNvSpPr/>
            <p:nvPr/>
          </p:nvSpPr>
          <p:spPr>
            <a:xfrm>
              <a:off x="6042028" y="122392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88" name="ph588"/>
            <p:cNvSpPr/>
            <p:nvPr/>
          </p:nvSpPr>
          <p:spPr>
            <a:xfrm>
              <a:off x="6054540" y="122392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89" name="ph589"/>
            <p:cNvSpPr/>
            <p:nvPr/>
          </p:nvSpPr>
          <p:spPr>
            <a:xfrm>
              <a:off x="6067053" y="122392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90" name="ph590"/>
            <p:cNvSpPr/>
            <p:nvPr/>
          </p:nvSpPr>
          <p:spPr>
            <a:xfrm>
              <a:off x="6079565" y="122392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91" name="ph591"/>
            <p:cNvSpPr/>
            <p:nvPr/>
          </p:nvSpPr>
          <p:spPr>
            <a:xfrm>
              <a:off x="6092077" y="122392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92" name="ph592"/>
            <p:cNvSpPr/>
            <p:nvPr/>
          </p:nvSpPr>
          <p:spPr>
            <a:xfrm>
              <a:off x="6104589" y="122392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93" name="ph593"/>
            <p:cNvSpPr/>
            <p:nvPr/>
          </p:nvSpPr>
          <p:spPr>
            <a:xfrm>
              <a:off x="6117103" y="122392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94" name="ph594"/>
            <p:cNvSpPr/>
            <p:nvPr/>
          </p:nvSpPr>
          <p:spPr>
            <a:xfrm>
              <a:off x="6129615" y="122392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95" name="ph595"/>
            <p:cNvSpPr/>
            <p:nvPr/>
          </p:nvSpPr>
          <p:spPr>
            <a:xfrm>
              <a:off x="6142127" y="122392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96" name="ph596"/>
            <p:cNvSpPr/>
            <p:nvPr/>
          </p:nvSpPr>
          <p:spPr>
            <a:xfrm>
              <a:off x="6154640" y="122392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97" name="ph597"/>
            <p:cNvSpPr/>
            <p:nvPr/>
          </p:nvSpPr>
          <p:spPr>
            <a:xfrm>
              <a:off x="6179664" y="122392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98" name="ph598"/>
            <p:cNvSpPr/>
            <p:nvPr/>
          </p:nvSpPr>
          <p:spPr>
            <a:xfrm>
              <a:off x="6192176" y="122392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99" name="ph599"/>
            <p:cNvSpPr/>
            <p:nvPr/>
          </p:nvSpPr>
          <p:spPr>
            <a:xfrm>
              <a:off x="6204689" y="122392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00" name="ph600"/>
            <p:cNvSpPr/>
            <p:nvPr/>
          </p:nvSpPr>
          <p:spPr>
            <a:xfrm>
              <a:off x="6379861" y="122392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01" name="ph601"/>
            <p:cNvSpPr/>
            <p:nvPr/>
          </p:nvSpPr>
          <p:spPr>
            <a:xfrm>
              <a:off x="6392375" y="122392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02" name="ph602"/>
            <p:cNvSpPr/>
            <p:nvPr/>
          </p:nvSpPr>
          <p:spPr>
            <a:xfrm>
              <a:off x="6404887" y="122392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03" name="ph603"/>
            <p:cNvSpPr/>
            <p:nvPr/>
          </p:nvSpPr>
          <p:spPr>
            <a:xfrm>
              <a:off x="6417399" y="122392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04" name="ph604"/>
            <p:cNvSpPr/>
            <p:nvPr/>
          </p:nvSpPr>
          <p:spPr>
            <a:xfrm>
              <a:off x="6429912" y="122392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05" name="ph605"/>
            <p:cNvSpPr/>
            <p:nvPr/>
          </p:nvSpPr>
          <p:spPr>
            <a:xfrm>
              <a:off x="5954441" y="12393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06" name="ph606"/>
            <p:cNvSpPr/>
            <p:nvPr/>
          </p:nvSpPr>
          <p:spPr>
            <a:xfrm>
              <a:off x="5966953" y="12393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07" name="ph607"/>
            <p:cNvSpPr/>
            <p:nvPr/>
          </p:nvSpPr>
          <p:spPr>
            <a:xfrm>
              <a:off x="5979467" y="12393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08" name="ph608"/>
            <p:cNvSpPr/>
            <p:nvPr/>
          </p:nvSpPr>
          <p:spPr>
            <a:xfrm>
              <a:off x="5991979" y="12393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09" name="ph609"/>
            <p:cNvSpPr/>
            <p:nvPr/>
          </p:nvSpPr>
          <p:spPr>
            <a:xfrm>
              <a:off x="6004491" y="12393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10" name="ph610"/>
            <p:cNvSpPr/>
            <p:nvPr/>
          </p:nvSpPr>
          <p:spPr>
            <a:xfrm>
              <a:off x="6017004" y="12393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11" name="ph611"/>
            <p:cNvSpPr/>
            <p:nvPr/>
          </p:nvSpPr>
          <p:spPr>
            <a:xfrm>
              <a:off x="6029516" y="12393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12" name="ph612"/>
            <p:cNvSpPr/>
            <p:nvPr/>
          </p:nvSpPr>
          <p:spPr>
            <a:xfrm>
              <a:off x="6042028" y="12393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13" name="ph613"/>
            <p:cNvSpPr/>
            <p:nvPr/>
          </p:nvSpPr>
          <p:spPr>
            <a:xfrm>
              <a:off x="6054540" y="12393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14" name="ph614"/>
            <p:cNvSpPr/>
            <p:nvPr/>
          </p:nvSpPr>
          <p:spPr>
            <a:xfrm>
              <a:off x="6067053" y="12393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15" name="ph615"/>
            <p:cNvSpPr/>
            <p:nvPr/>
          </p:nvSpPr>
          <p:spPr>
            <a:xfrm>
              <a:off x="6079565" y="12393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16" name="ph616"/>
            <p:cNvSpPr/>
            <p:nvPr/>
          </p:nvSpPr>
          <p:spPr>
            <a:xfrm>
              <a:off x="6092077" y="12393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17" name="ph617"/>
            <p:cNvSpPr/>
            <p:nvPr/>
          </p:nvSpPr>
          <p:spPr>
            <a:xfrm>
              <a:off x="6104589" y="12393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18" name="ph618"/>
            <p:cNvSpPr/>
            <p:nvPr/>
          </p:nvSpPr>
          <p:spPr>
            <a:xfrm>
              <a:off x="6129615" y="12393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19" name="ph619"/>
            <p:cNvSpPr/>
            <p:nvPr/>
          </p:nvSpPr>
          <p:spPr>
            <a:xfrm>
              <a:off x="6142127" y="12393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20" name="ph620"/>
            <p:cNvSpPr/>
            <p:nvPr/>
          </p:nvSpPr>
          <p:spPr>
            <a:xfrm>
              <a:off x="6379861" y="12393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21" name="ph621"/>
            <p:cNvSpPr/>
            <p:nvPr/>
          </p:nvSpPr>
          <p:spPr>
            <a:xfrm>
              <a:off x="6392375" y="12393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22" name="ph622"/>
            <p:cNvSpPr/>
            <p:nvPr/>
          </p:nvSpPr>
          <p:spPr>
            <a:xfrm>
              <a:off x="6404887" y="12393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23" name="ph623"/>
            <p:cNvSpPr/>
            <p:nvPr/>
          </p:nvSpPr>
          <p:spPr>
            <a:xfrm>
              <a:off x="6417399" y="12393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24" name="ph624"/>
            <p:cNvSpPr/>
            <p:nvPr/>
          </p:nvSpPr>
          <p:spPr>
            <a:xfrm>
              <a:off x="6429912" y="123930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25" name="ph625"/>
            <p:cNvSpPr/>
            <p:nvPr/>
          </p:nvSpPr>
          <p:spPr>
            <a:xfrm>
              <a:off x="5941929" y="12546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26" name="ph626"/>
            <p:cNvSpPr/>
            <p:nvPr/>
          </p:nvSpPr>
          <p:spPr>
            <a:xfrm>
              <a:off x="5954441" y="12546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27" name="ph627"/>
            <p:cNvSpPr/>
            <p:nvPr/>
          </p:nvSpPr>
          <p:spPr>
            <a:xfrm>
              <a:off x="5966953" y="12546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28" name="ph628"/>
            <p:cNvSpPr/>
            <p:nvPr/>
          </p:nvSpPr>
          <p:spPr>
            <a:xfrm>
              <a:off x="5979467" y="12546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29" name="ph629"/>
            <p:cNvSpPr/>
            <p:nvPr/>
          </p:nvSpPr>
          <p:spPr>
            <a:xfrm>
              <a:off x="5991979" y="12546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30" name="ph630"/>
            <p:cNvSpPr/>
            <p:nvPr/>
          </p:nvSpPr>
          <p:spPr>
            <a:xfrm>
              <a:off x="6004491" y="12546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31" name="ph631"/>
            <p:cNvSpPr/>
            <p:nvPr/>
          </p:nvSpPr>
          <p:spPr>
            <a:xfrm>
              <a:off x="6017004" y="12546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32" name="ph632"/>
            <p:cNvSpPr/>
            <p:nvPr/>
          </p:nvSpPr>
          <p:spPr>
            <a:xfrm>
              <a:off x="6029516" y="12546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33" name="ph633"/>
            <p:cNvSpPr/>
            <p:nvPr/>
          </p:nvSpPr>
          <p:spPr>
            <a:xfrm>
              <a:off x="6042028" y="12546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34" name="ph634"/>
            <p:cNvSpPr/>
            <p:nvPr/>
          </p:nvSpPr>
          <p:spPr>
            <a:xfrm>
              <a:off x="6054540" y="12546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35" name="ph635"/>
            <p:cNvSpPr/>
            <p:nvPr/>
          </p:nvSpPr>
          <p:spPr>
            <a:xfrm>
              <a:off x="6067053" y="12546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36" name="ph636"/>
            <p:cNvSpPr/>
            <p:nvPr/>
          </p:nvSpPr>
          <p:spPr>
            <a:xfrm>
              <a:off x="6079565" y="12546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37" name="ph637"/>
            <p:cNvSpPr/>
            <p:nvPr/>
          </p:nvSpPr>
          <p:spPr>
            <a:xfrm>
              <a:off x="6092077" y="12546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38" name="ph638"/>
            <p:cNvSpPr/>
            <p:nvPr/>
          </p:nvSpPr>
          <p:spPr>
            <a:xfrm>
              <a:off x="6379861" y="12546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39" name="ph639"/>
            <p:cNvSpPr/>
            <p:nvPr/>
          </p:nvSpPr>
          <p:spPr>
            <a:xfrm>
              <a:off x="6392375" y="12546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40" name="ph640"/>
            <p:cNvSpPr/>
            <p:nvPr/>
          </p:nvSpPr>
          <p:spPr>
            <a:xfrm>
              <a:off x="6404887" y="12546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41" name="ph641"/>
            <p:cNvSpPr/>
            <p:nvPr/>
          </p:nvSpPr>
          <p:spPr>
            <a:xfrm>
              <a:off x="6417399" y="12546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42" name="ph642"/>
            <p:cNvSpPr/>
            <p:nvPr/>
          </p:nvSpPr>
          <p:spPr>
            <a:xfrm>
              <a:off x="6429912" y="12546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43" name="ph643"/>
            <p:cNvSpPr/>
            <p:nvPr/>
          </p:nvSpPr>
          <p:spPr>
            <a:xfrm>
              <a:off x="6442424" y="12546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44" name="ph644"/>
            <p:cNvSpPr/>
            <p:nvPr/>
          </p:nvSpPr>
          <p:spPr>
            <a:xfrm>
              <a:off x="6454936" y="12546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45" name="ph645"/>
            <p:cNvSpPr/>
            <p:nvPr/>
          </p:nvSpPr>
          <p:spPr>
            <a:xfrm>
              <a:off x="6504985" y="12546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46" name="ph646"/>
            <p:cNvSpPr/>
            <p:nvPr/>
          </p:nvSpPr>
          <p:spPr>
            <a:xfrm>
              <a:off x="6517497" y="12546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47" name="ph647"/>
            <p:cNvSpPr/>
            <p:nvPr/>
          </p:nvSpPr>
          <p:spPr>
            <a:xfrm>
              <a:off x="6530011" y="12546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48" name="ph648"/>
            <p:cNvSpPr/>
            <p:nvPr/>
          </p:nvSpPr>
          <p:spPr>
            <a:xfrm>
              <a:off x="6542523" y="12546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49" name="ph649"/>
            <p:cNvSpPr/>
            <p:nvPr/>
          </p:nvSpPr>
          <p:spPr>
            <a:xfrm>
              <a:off x="6555035" y="125467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50" name="ph650"/>
            <p:cNvSpPr/>
            <p:nvPr/>
          </p:nvSpPr>
          <p:spPr>
            <a:xfrm>
              <a:off x="5929417" y="127005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51" name="ph651"/>
            <p:cNvSpPr/>
            <p:nvPr/>
          </p:nvSpPr>
          <p:spPr>
            <a:xfrm>
              <a:off x="5941929" y="127005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52" name="ph652"/>
            <p:cNvSpPr/>
            <p:nvPr/>
          </p:nvSpPr>
          <p:spPr>
            <a:xfrm>
              <a:off x="5954441" y="127005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53" name="ph653"/>
            <p:cNvSpPr/>
            <p:nvPr/>
          </p:nvSpPr>
          <p:spPr>
            <a:xfrm>
              <a:off x="5966953" y="127005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54" name="ph654"/>
            <p:cNvSpPr/>
            <p:nvPr/>
          </p:nvSpPr>
          <p:spPr>
            <a:xfrm>
              <a:off x="5979467" y="127005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55" name="ph655"/>
            <p:cNvSpPr/>
            <p:nvPr/>
          </p:nvSpPr>
          <p:spPr>
            <a:xfrm>
              <a:off x="5991979" y="127005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56" name="ph656"/>
            <p:cNvSpPr/>
            <p:nvPr/>
          </p:nvSpPr>
          <p:spPr>
            <a:xfrm>
              <a:off x="6004491" y="127005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57" name="ph657"/>
            <p:cNvSpPr/>
            <p:nvPr/>
          </p:nvSpPr>
          <p:spPr>
            <a:xfrm>
              <a:off x="6017004" y="127005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58" name="ph658"/>
            <p:cNvSpPr/>
            <p:nvPr/>
          </p:nvSpPr>
          <p:spPr>
            <a:xfrm>
              <a:off x="6029516" y="127005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59" name="ph659"/>
            <p:cNvSpPr/>
            <p:nvPr/>
          </p:nvSpPr>
          <p:spPr>
            <a:xfrm>
              <a:off x="6042028" y="127005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60" name="ph660"/>
            <p:cNvSpPr/>
            <p:nvPr/>
          </p:nvSpPr>
          <p:spPr>
            <a:xfrm>
              <a:off x="6054540" y="127005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61" name="ph661"/>
            <p:cNvSpPr/>
            <p:nvPr/>
          </p:nvSpPr>
          <p:spPr>
            <a:xfrm>
              <a:off x="6067053" y="127005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62" name="ph662"/>
            <p:cNvSpPr/>
            <p:nvPr/>
          </p:nvSpPr>
          <p:spPr>
            <a:xfrm>
              <a:off x="6079565" y="127005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63" name="ph663"/>
            <p:cNvSpPr/>
            <p:nvPr/>
          </p:nvSpPr>
          <p:spPr>
            <a:xfrm>
              <a:off x="6392375" y="127005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64" name="ph664"/>
            <p:cNvSpPr/>
            <p:nvPr/>
          </p:nvSpPr>
          <p:spPr>
            <a:xfrm>
              <a:off x="6404887" y="127005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65" name="ph665"/>
            <p:cNvSpPr/>
            <p:nvPr/>
          </p:nvSpPr>
          <p:spPr>
            <a:xfrm>
              <a:off x="6417399" y="127005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66" name="ph666"/>
            <p:cNvSpPr/>
            <p:nvPr/>
          </p:nvSpPr>
          <p:spPr>
            <a:xfrm>
              <a:off x="6429912" y="127005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67" name="ph667"/>
            <p:cNvSpPr/>
            <p:nvPr/>
          </p:nvSpPr>
          <p:spPr>
            <a:xfrm>
              <a:off x="6442424" y="127005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68" name="ph668"/>
            <p:cNvSpPr/>
            <p:nvPr/>
          </p:nvSpPr>
          <p:spPr>
            <a:xfrm>
              <a:off x="6454936" y="127005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69" name="ph669"/>
            <p:cNvSpPr/>
            <p:nvPr/>
          </p:nvSpPr>
          <p:spPr>
            <a:xfrm>
              <a:off x="6467448" y="127005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70" name="ph670"/>
            <p:cNvSpPr/>
            <p:nvPr/>
          </p:nvSpPr>
          <p:spPr>
            <a:xfrm>
              <a:off x="6492473" y="127005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71" name="ph671"/>
            <p:cNvSpPr/>
            <p:nvPr/>
          </p:nvSpPr>
          <p:spPr>
            <a:xfrm>
              <a:off x="6504985" y="127005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72" name="ph672"/>
            <p:cNvSpPr/>
            <p:nvPr/>
          </p:nvSpPr>
          <p:spPr>
            <a:xfrm>
              <a:off x="6517497" y="127005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73" name="ph673"/>
            <p:cNvSpPr/>
            <p:nvPr/>
          </p:nvSpPr>
          <p:spPr>
            <a:xfrm>
              <a:off x="6530011" y="127005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74" name="ph674"/>
            <p:cNvSpPr/>
            <p:nvPr/>
          </p:nvSpPr>
          <p:spPr>
            <a:xfrm>
              <a:off x="6542523" y="127005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75" name="ph675"/>
            <p:cNvSpPr/>
            <p:nvPr/>
          </p:nvSpPr>
          <p:spPr>
            <a:xfrm>
              <a:off x="6555035" y="127005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76" name="ph676"/>
            <p:cNvSpPr/>
            <p:nvPr/>
          </p:nvSpPr>
          <p:spPr>
            <a:xfrm>
              <a:off x="6567548" y="127005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77" name="ph677"/>
            <p:cNvSpPr/>
            <p:nvPr/>
          </p:nvSpPr>
          <p:spPr>
            <a:xfrm>
              <a:off x="5916904" y="12854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78" name="ph678"/>
            <p:cNvSpPr/>
            <p:nvPr/>
          </p:nvSpPr>
          <p:spPr>
            <a:xfrm>
              <a:off x="5929417" y="12854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79" name="ph679"/>
            <p:cNvSpPr/>
            <p:nvPr/>
          </p:nvSpPr>
          <p:spPr>
            <a:xfrm>
              <a:off x="5941929" y="12854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80" name="ph680"/>
            <p:cNvSpPr/>
            <p:nvPr/>
          </p:nvSpPr>
          <p:spPr>
            <a:xfrm>
              <a:off x="5954441" y="12854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81" name="ph681"/>
            <p:cNvSpPr/>
            <p:nvPr/>
          </p:nvSpPr>
          <p:spPr>
            <a:xfrm>
              <a:off x="5966953" y="12854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82" name="ph682"/>
            <p:cNvSpPr/>
            <p:nvPr/>
          </p:nvSpPr>
          <p:spPr>
            <a:xfrm>
              <a:off x="5979467" y="12854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7A9">
                <a:alpha val="100000"/>
              </a:srgbClr>
            </a:solidFill>
            <a:ln w="5420" cap="flat">
              <a:solidFill>
                <a:srgbClr val="35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83" name="ph683"/>
            <p:cNvSpPr/>
            <p:nvPr/>
          </p:nvSpPr>
          <p:spPr>
            <a:xfrm>
              <a:off x="5991979" y="12854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84" name="ph684"/>
            <p:cNvSpPr/>
            <p:nvPr/>
          </p:nvSpPr>
          <p:spPr>
            <a:xfrm>
              <a:off x="6004491" y="12854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85" name="ph685"/>
            <p:cNvSpPr/>
            <p:nvPr/>
          </p:nvSpPr>
          <p:spPr>
            <a:xfrm>
              <a:off x="6017004" y="12854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86" name="ph686"/>
            <p:cNvSpPr/>
            <p:nvPr/>
          </p:nvSpPr>
          <p:spPr>
            <a:xfrm>
              <a:off x="6029516" y="12854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87" name="ph687"/>
            <p:cNvSpPr/>
            <p:nvPr/>
          </p:nvSpPr>
          <p:spPr>
            <a:xfrm>
              <a:off x="6042028" y="12854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88" name="ph688"/>
            <p:cNvSpPr/>
            <p:nvPr/>
          </p:nvSpPr>
          <p:spPr>
            <a:xfrm>
              <a:off x="6392375" y="12854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89" name="ph689"/>
            <p:cNvSpPr/>
            <p:nvPr/>
          </p:nvSpPr>
          <p:spPr>
            <a:xfrm>
              <a:off x="6404887" y="12854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90" name="ph690"/>
            <p:cNvSpPr/>
            <p:nvPr/>
          </p:nvSpPr>
          <p:spPr>
            <a:xfrm>
              <a:off x="6417399" y="12854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91" name="ph691"/>
            <p:cNvSpPr/>
            <p:nvPr/>
          </p:nvSpPr>
          <p:spPr>
            <a:xfrm>
              <a:off x="6429912" y="12854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92" name="ph692"/>
            <p:cNvSpPr/>
            <p:nvPr/>
          </p:nvSpPr>
          <p:spPr>
            <a:xfrm>
              <a:off x="6442424" y="12854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93" name="ph693"/>
            <p:cNvSpPr/>
            <p:nvPr/>
          </p:nvSpPr>
          <p:spPr>
            <a:xfrm>
              <a:off x="6454936" y="12854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94" name="ph694"/>
            <p:cNvSpPr/>
            <p:nvPr/>
          </p:nvSpPr>
          <p:spPr>
            <a:xfrm>
              <a:off x="6467448" y="12854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95" name="ph695"/>
            <p:cNvSpPr/>
            <p:nvPr/>
          </p:nvSpPr>
          <p:spPr>
            <a:xfrm>
              <a:off x="6479961" y="12854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96" name="ph696"/>
            <p:cNvSpPr/>
            <p:nvPr/>
          </p:nvSpPr>
          <p:spPr>
            <a:xfrm>
              <a:off x="6492473" y="12854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97" name="ph697"/>
            <p:cNvSpPr/>
            <p:nvPr/>
          </p:nvSpPr>
          <p:spPr>
            <a:xfrm>
              <a:off x="6504985" y="12854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98" name="ph698"/>
            <p:cNvSpPr/>
            <p:nvPr/>
          </p:nvSpPr>
          <p:spPr>
            <a:xfrm>
              <a:off x="6517497" y="12854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99" name="ph699"/>
            <p:cNvSpPr/>
            <p:nvPr/>
          </p:nvSpPr>
          <p:spPr>
            <a:xfrm>
              <a:off x="6530011" y="12854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00" name="ph700"/>
            <p:cNvSpPr/>
            <p:nvPr/>
          </p:nvSpPr>
          <p:spPr>
            <a:xfrm>
              <a:off x="6542523" y="12854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01" name="ph701"/>
            <p:cNvSpPr/>
            <p:nvPr/>
          </p:nvSpPr>
          <p:spPr>
            <a:xfrm>
              <a:off x="6555035" y="12854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02" name="ph702"/>
            <p:cNvSpPr/>
            <p:nvPr/>
          </p:nvSpPr>
          <p:spPr>
            <a:xfrm>
              <a:off x="6567548" y="12854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03" name="ph703"/>
            <p:cNvSpPr/>
            <p:nvPr/>
          </p:nvSpPr>
          <p:spPr>
            <a:xfrm>
              <a:off x="5904392" y="13008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04" name="ph704"/>
            <p:cNvSpPr/>
            <p:nvPr/>
          </p:nvSpPr>
          <p:spPr>
            <a:xfrm>
              <a:off x="5916904" y="13008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05" name="ph705"/>
            <p:cNvSpPr/>
            <p:nvPr/>
          </p:nvSpPr>
          <p:spPr>
            <a:xfrm>
              <a:off x="5929417" y="13008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06" name="ph706"/>
            <p:cNvSpPr/>
            <p:nvPr/>
          </p:nvSpPr>
          <p:spPr>
            <a:xfrm>
              <a:off x="5941929" y="13008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07" name="ph707"/>
            <p:cNvSpPr/>
            <p:nvPr/>
          </p:nvSpPr>
          <p:spPr>
            <a:xfrm>
              <a:off x="5954441" y="13008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08" name="ph708"/>
            <p:cNvSpPr/>
            <p:nvPr/>
          </p:nvSpPr>
          <p:spPr>
            <a:xfrm>
              <a:off x="5966953" y="13008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09" name="ph709"/>
            <p:cNvSpPr/>
            <p:nvPr/>
          </p:nvSpPr>
          <p:spPr>
            <a:xfrm>
              <a:off x="5979467" y="13008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10" name="ph710"/>
            <p:cNvSpPr/>
            <p:nvPr/>
          </p:nvSpPr>
          <p:spPr>
            <a:xfrm>
              <a:off x="5991979" y="13008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11" name="ph711"/>
            <p:cNvSpPr/>
            <p:nvPr/>
          </p:nvSpPr>
          <p:spPr>
            <a:xfrm>
              <a:off x="6004491" y="13008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12" name="ph712"/>
            <p:cNvSpPr/>
            <p:nvPr/>
          </p:nvSpPr>
          <p:spPr>
            <a:xfrm>
              <a:off x="6404887" y="13008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13" name="ph713"/>
            <p:cNvSpPr/>
            <p:nvPr/>
          </p:nvSpPr>
          <p:spPr>
            <a:xfrm>
              <a:off x="6417399" y="13008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14" name="ph714"/>
            <p:cNvSpPr/>
            <p:nvPr/>
          </p:nvSpPr>
          <p:spPr>
            <a:xfrm>
              <a:off x="6429912" y="13008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15" name="ph715"/>
            <p:cNvSpPr/>
            <p:nvPr/>
          </p:nvSpPr>
          <p:spPr>
            <a:xfrm>
              <a:off x="6442424" y="13008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16" name="ph716"/>
            <p:cNvSpPr/>
            <p:nvPr/>
          </p:nvSpPr>
          <p:spPr>
            <a:xfrm>
              <a:off x="6454936" y="13008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17" name="ph717"/>
            <p:cNvSpPr/>
            <p:nvPr/>
          </p:nvSpPr>
          <p:spPr>
            <a:xfrm>
              <a:off x="6467448" y="13008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18" name="ph718"/>
            <p:cNvSpPr/>
            <p:nvPr/>
          </p:nvSpPr>
          <p:spPr>
            <a:xfrm>
              <a:off x="6479961" y="13008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19" name="ph719"/>
            <p:cNvSpPr/>
            <p:nvPr/>
          </p:nvSpPr>
          <p:spPr>
            <a:xfrm>
              <a:off x="6492473" y="13008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20" name="ph720"/>
            <p:cNvSpPr/>
            <p:nvPr/>
          </p:nvSpPr>
          <p:spPr>
            <a:xfrm>
              <a:off x="6504985" y="13008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21" name="ph721"/>
            <p:cNvSpPr/>
            <p:nvPr/>
          </p:nvSpPr>
          <p:spPr>
            <a:xfrm>
              <a:off x="6517497" y="13008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22" name="ph722"/>
            <p:cNvSpPr/>
            <p:nvPr/>
          </p:nvSpPr>
          <p:spPr>
            <a:xfrm>
              <a:off x="6530011" y="13008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23" name="ph723"/>
            <p:cNvSpPr/>
            <p:nvPr/>
          </p:nvSpPr>
          <p:spPr>
            <a:xfrm>
              <a:off x="6542523" y="13008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24" name="ph724"/>
            <p:cNvSpPr/>
            <p:nvPr/>
          </p:nvSpPr>
          <p:spPr>
            <a:xfrm>
              <a:off x="6555035" y="13008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25" name="ph725"/>
            <p:cNvSpPr/>
            <p:nvPr/>
          </p:nvSpPr>
          <p:spPr>
            <a:xfrm>
              <a:off x="5891880" y="13161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26" name="ph726"/>
            <p:cNvSpPr/>
            <p:nvPr/>
          </p:nvSpPr>
          <p:spPr>
            <a:xfrm>
              <a:off x="5904392" y="13161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27" name="ph727"/>
            <p:cNvSpPr/>
            <p:nvPr/>
          </p:nvSpPr>
          <p:spPr>
            <a:xfrm>
              <a:off x="5916904" y="13161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28" name="ph728"/>
            <p:cNvSpPr/>
            <p:nvPr/>
          </p:nvSpPr>
          <p:spPr>
            <a:xfrm>
              <a:off x="5929417" y="13161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29" name="ph729"/>
            <p:cNvSpPr/>
            <p:nvPr/>
          </p:nvSpPr>
          <p:spPr>
            <a:xfrm>
              <a:off x="5941929" y="13161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30" name="ph730"/>
            <p:cNvSpPr/>
            <p:nvPr/>
          </p:nvSpPr>
          <p:spPr>
            <a:xfrm>
              <a:off x="5954441" y="13161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31" name="ph731"/>
            <p:cNvSpPr/>
            <p:nvPr/>
          </p:nvSpPr>
          <p:spPr>
            <a:xfrm>
              <a:off x="5966953" y="13161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32" name="ph732"/>
            <p:cNvSpPr/>
            <p:nvPr/>
          </p:nvSpPr>
          <p:spPr>
            <a:xfrm>
              <a:off x="6417399" y="13161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33" name="ph733"/>
            <p:cNvSpPr/>
            <p:nvPr/>
          </p:nvSpPr>
          <p:spPr>
            <a:xfrm>
              <a:off x="6429912" y="13161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34" name="ph734"/>
            <p:cNvSpPr/>
            <p:nvPr/>
          </p:nvSpPr>
          <p:spPr>
            <a:xfrm>
              <a:off x="6442424" y="13161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35" name="ph735"/>
            <p:cNvSpPr/>
            <p:nvPr/>
          </p:nvSpPr>
          <p:spPr>
            <a:xfrm>
              <a:off x="6454936" y="13161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36" name="ph736"/>
            <p:cNvSpPr/>
            <p:nvPr/>
          </p:nvSpPr>
          <p:spPr>
            <a:xfrm>
              <a:off x="6467448" y="13161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37" name="ph737"/>
            <p:cNvSpPr/>
            <p:nvPr/>
          </p:nvSpPr>
          <p:spPr>
            <a:xfrm>
              <a:off x="6479961" y="13161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38" name="ph738"/>
            <p:cNvSpPr/>
            <p:nvPr/>
          </p:nvSpPr>
          <p:spPr>
            <a:xfrm>
              <a:off x="6492473" y="13161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39" name="ph739"/>
            <p:cNvSpPr/>
            <p:nvPr/>
          </p:nvSpPr>
          <p:spPr>
            <a:xfrm>
              <a:off x="6504985" y="13161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40" name="ph740"/>
            <p:cNvSpPr/>
            <p:nvPr/>
          </p:nvSpPr>
          <p:spPr>
            <a:xfrm>
              <a:off x="6517497" y="13161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41" name="ph741"/>
            <p:cNvSpPr/>
            <p:nvPr/>
          </p:nvSpPr>
          <p:spPr>
            <a:xfrm>
              <a:off x="6530011" y="13161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42" name="ph742"/>
            <p:cNvSpPr/>
            <p:nvPr/>
          </p:nvSpPr>
          <p:spPr>
            <a:xfrm>
              <a:off x="6542523" y="13161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43" name="ph743"/>
            <p:cNvSpPr/>
            <p:nvPr/>
          </p:nvSpPr>
          <p:spPr>
            <a:xfrm>
              <a:off x="5891880" y="13315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44" name="ph744"/>
            <p:cNvSpPr/>
            <p:nvPr/>
          </p:nvSpPr>
          <p:spPr>
            <a:xfrm>
              <a:off x="5904392" y="13315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45" name="ph745"/>
            <p:cNvSpPr/>
            <p:nvPr/>
          </p:nvSpPr>
          <p:spPr>
            <a:xfrm>
              <a:off x="5916904" y="13315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46" name="ph746"/>
            <p:cNvSpPr/>
            <p:nvPr/>
          </p:nvSpPr>
          <p:spPr>
            <a:xfrm>
              <a:off x="5929417" y="13315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47" name="ph747"/>
            <p:cNvSpPr/>
            <p:nvPr/>
          </p:nvSpPr>
          <p:spPr>
            <a:xfrm>
              <a:off x="5941929" y="13315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48" name="ph748"/>
            <p:cNvSpPr/>
            <p:nvPr/>
          </p:nvSpPr>
          <p:spPr>
            <a:xfrm>
              <a:off x="5954441" y="13315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49" name="ph749"/>
            <p:cNvSpPr/>
            <p:nvPr/>
          </p:nvSpPr>
          <p:spPr>
            <a:xfrm>
              <a:off x="6442424" y="13315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50" name="ph750"/>
            <p:cNvSpPr/>
            <p:nvPr/>
          </p:nvSpPr>
          <p:spPr>
            <a:xfrm>
              <a:off x="6454936" y="13315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51" name="ph751"/>
            <p:cNvSpPr/>
            <p:nvPr/>
          </p:nvSpPr>
          <p:spPr>
            <a:xfrm>
              <a:off x="6467448" y="13315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52" name="ph752"/>
            <p:cNvSpPr/>
            <p:nvPr/>
          </p:nvSpPr>
          <p:spPr>
            <a:xfrm>
              <a:off x="6479961" y="13315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53" name="ph753"/>
            <p:cNvSpPr/>
            <p:nvPr/>
          </p:nvSpPr>
          <p:spPr>
            <a:xfrm>
              <a:off x="6492473" y="13315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54" name="ph754"/>
            <p:cNvSpPr/>
            <p:nvPr/>
          </p:nvSpPr>
          <p:spPr>
            <a:xfrm>
              <a:off x="6504985" y="13315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55" name="ph755"/>
            <p:cNvSpPr/>
            <p:nvPr/>
          </p:nvSpPr>
          <p:spPr>
            <a:xfrm>
              <a:off x="6517497" y="13315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56" name="ph756"/>
            <p:cNvSpPr/>
            <p:nvPr/>
          </p:nvSpPr>
          <p:spPr>
            <a:xfrm>
              <a:off x="5879368" y="13469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57" name="ph757"/>
            <p:cNvSpPr/>
            <p:nvPr/>
          </p:nvSpPr>
          <p:spPr>
            <a:xfrm>
              <a:off x="5891880" y="13469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58" name="ph758"/>
            <p:cNvSpPr/>
            <p:nvPr/>
          </p:nvSpPr>
          <p:spPr>
            <a:xfrm>
              <a:off x="5904392" y="13469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59" name="ph759"/>
            <p:cNvSpPr/>
            <p:nvPr/>
          </p:nvSpPr>
          <p:spPr>
            <a:xfrm>
              <a:off x="5916904" y="13469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60" name="ph760"/>
            <p:cNvSpPr/>
            <p:nvPr/>
          </p:nvSpPr>
          <p:spPr>
            <a:xfrm>
              <a:off x="5929417" y="13469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61" name="ph761"/>
            <p:cNvSpPr/>
            <p:nvPr/>
          </p:nvSpPr>
          <p:spPr>
            <a:xfrm>
              <a:off x="5941929" y="13469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62" name="ph762"/>
            <p:cNvSpPr/>
            <p:nvPr/>
          </p:nvSpPr>
          <p:spPr>
            <a:xfrm>
              <a:off x="6467448" y="13469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63" name="ph763"/>
            <p:cNvSpPr/>
            <p:nvPr/>
          </p:nvSpPr>
          <p:spPr>
            <a:xfrm>
              <a:off x="6479961" y="13469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64" name="ph764"/>
            <p:cNvSpPr/>
            <p:nvPr/>
          </p:nvSpPr>
          <p:spPr>
            <a:xfrm>
              <a:off x="6492473" y="134693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65" name="ph765"/>
            <p:cNvSpPr/>
            <p:nvPr/>
          </p:nvSpPr>
          <p:spPr>
            <a:xfrm>
              <a:off x="5866855" y="136230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66" name="ph766"/>
            <p:cNvSpPr/>
            <p:nvPr/>
          </p:nvSpPr>
          <p:spPr>
            <a:xfrm>
              <a:off x="5879368" y="136230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67" name="ph767"/>
            <p:cNvSpPr/>
            <p:nvPr/>
          </p:nvSpPr>
          <p:spPr>
            <a:xfrm>
              <a:off x="5891880" y="136230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68" name="ph768"/>
            <p:cNvSpPr/>
            <p:nvPr/>
          </p:nvSpPr>
          <p:spPr>
            <a:xfrm>
              <a:off x="5904392" y="136230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69" name="ph769"/>
            <p:cNvSpPr/>
            <p:nvPr/>
          </p:nvSpPr>
          <p:spPr>
            <a:xfrm>
              <a:off x="5916904" y="136230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70" name="ph770"/>
            <p:cNvSpPr/>
            <p:nvPr/>
          </p:nvSpPr>
          <p:spPr>
            <a:xfrm>
              <a:off x="5929417" y="136230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71" name="ph771"/>
            <p:cNvSpPr/>
            <p:nvPr/>
          </p:nvSpPr>
          <p:spPr>
            <a:xfrm>
              <a:off x="5866855" y="137768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72" name="ph772"/>
            <p:cNvSpPr/>
            <p:nvPr/>
          </p:nvSpPr>
          <p:spPr>
            <a:xfrm>
              <a:off x="5879368" y="137768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73" name="ph773"/>
            <p:cNvSpPr/>
            <p:nvPr/>
          </p:nvSpPr>
          <p:spPr>
            <a:xfrm>
              <a:off x="5891880" y="137768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74" name="ph774"/>
            <p:cNvSpPr/>
            <p:nvPr/>
          </p:nvSpPr>
          <p:spPr>
            <a:xfrm>
              <a:off x="5904392" y="137768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75" name="ph775"/>
            <p:cNvSpPr/>
            <p:nvPr/>
          </p:nvSpPr>
          <p:spPr>
            <a:xfrm>
              <a:off x="5916904" y="137768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76" name="ph776"/>
            <p:cNvSpPr/>
            <p:nvPr/>
          </p:nvSpPr>
          <p:spPr>
            <a:xfrm>
              <a:off x="5854343" y="139305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77" name="ph777"/>
            <p:cNvSpPr/>
            <p:nvPr/>
          </p:nvSpPr>
          <p:spPr>
            <a:xfrm>
              <a:off x="5866855" y="139305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78" name="ph778"/>
            <p:cNvSpPr/>
            <p:nvPr/>
          </p:nvSpPr>
          <p:spPr>
            <a:xfrm>
              <a:off x="5879368" y="139305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79" name="ph779"/>
            <p:cNvSpPr/>
            <p:nvPr/>
          </p:nvSpPr>
          <p:spPr>
            <a:xfrm>
              <a:off x="5891880" y="139305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80" name="ph780"/>
            <p:cNvSpPr/>
            <p:nvPr/>
          </p:nvSpPr>
          <p:spPr>
            <a:xfrm>
              <a:off x="5904392" y="139305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81" name="ph781"/>
            <p:cNvSpPr/>
            <p:nvPr/>
          </p:nvSpPr>
          <p:spPr>
            <a:xfrm>
              <a:off x="5916904" y="139305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82" name="ph782"/>
            <p:cNvSpPr/>
            <p:nvPr/>
          </p:nvSpPr>
          <p:spPr>
            <a:xfrm>
              <a:off x="5854343" y="140843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83" name="ph783"/>
            <p:cNvSpPr/>
            <p:nvPr/>
          </p:nvSpPr>
          <p:spPr>
            <a:xfrm>
              <a:off x="5866855" y="140843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84" name="ph784"/>
            <p:cNvSpPr/>
            <p:nvPr/>
          </p:nvSpPr>
          <p:spPr>
            <a:xfrm>
              <a:off x="5879368" y="140843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85" name="ph785"/>
            <p:cNvSpPr/>
            <p:nvPr/>
          </p:nvSpPr>
          <p:spPr>
            <a:xfrm>
              <a:off x="5891880" y="140843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86" name="ph786"/>
            <p:cNvSpPr/>
            <p:nvPr/>
          </p:nvSpPr>
          <p:spPr>
            <a:xfrm>
              <a:off x="5904392" y="140843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87" name="ph787"/>
            <p:cNvSpPr/>
            <p:nvPr/>
          </p:nvSpPr>
          <p:spPr>
            <a:xfrm>
              <a:off x="5916904" y="140843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88" name="ph788"/>
            <p:cNvSpPr/>
            <p:nvPr/>
          </p:nvSpPr>
          <p:spPr>
            <a:xfrm>
              <a:off x="5854343" y="142381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89" name="ph789"/>
            <p:cNvSpPr/>
            <p:nvPr/>
          </p:nvSpPr>
          <p:spPr>
            <a:xfrm>
              <a:off x="5866855" y="142381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90" name="ph790"/>
            <p:cNvSpPr/>
            <p:nvPr/>
          </p:nvSpPr>
          <p:spPr>
            <a:xfrm>
              <a:off x="5879368" y="142381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91" name="ph791"/>
            <p:cNvSpPr/>
            <p:nvPr/>
          </p:nvSpPr>
          <p:spPr>
            <a:xfrm>
              <a:off x="5891880" y="142381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92" name="ph792"/>
            <p:cNvSpPr/>
            <p:nvPr/>
          </p:nvSpPr>
          <p:spPr>
            <a:xfrm>
              <a:off x="5904392" y="142381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93" name="ph793"/>
            <p:cNvSpPr/>
            <p:nvPr/>
          </p:nvSpPr>
          <p:spPr>
            <a:xfrm>
              <a:off x="5916904" y="142381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94" name="ph794"/>
            <p:cNvSpPr/>
            <p:nvPr/>
          </p:nvSpPr>
          <p:spPr>
            <a:xfrm>
              <a:off x="5854343" y="14391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95" name="ph795"/>
            <p:cNvSpPr/>
            <p:nvPr/>
          </p:nvSpPr>
          <p:spPr>
            <a:xfrm>
              <a:off x="5866855" y="14391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96" name="ph796"/>
            <p:cNvSpPr/>
            <p:nvPr/>
          </p:nvSpPr>
          <p:spPr>
            <a:xfrm>
              <a:off x="5879368" y="14391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97" name="ph797"/>
            <p:cNvSpPr/>
            <p:nvPr/>
          </p:nvSpPr>
          <p:spPr>
            <a:xfrm>
              <a:off x="5891880" y="14391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98" name="ph798"/>
            <p:cNvSpPr/>
            <p:nvPr/>
          </p:nvSpPr>
          <p:spPr>
            <a:xfrm>
              <a:off x="5904392" y="14391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99" name="ph799"/>
            <p:cNvSpPr/>
            <p:nvPr/>
          </p:nvSpPr>
          <p:spPr>
            <a:xfrm>
              <a:off x="5916904" y="14391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00" name="ph800"/>
            <p:cNvSpPr/>
            <p:nvPr/>
          </p:nvSpPr>
          <p:spPr>
            <a:xfrm>
              <a:off x="5929417" y="14391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01" name="ph801"/>
            <p:cNvSpPr/>
            <p:nvPr/>
          </p:nvSpPr>
          <p:spPr>
            <a:xfrm>
              <a:off x="5841831" y="14545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02" name="ph802"/>
            <p:cNvSpPr/>
            <p:nvPr/>
          </p:nvSpPr>
          <p:spPr>
            <a:xfrm>
              <a:off x="5854343" y="14545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03" name="ph803"/>
            <p:cNvSpPr/>
            <p:nvPr/>
          </p:nvSpPr>
          <p:spPr>
            <a:xfrm>
              <a:off x="5866855" y="14545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04" name="ph804"/>
            <p:cNvSpPr/>
            <p:nvPr/>
          </p:nvSpPr>
          <p:spPr>
            <a:xfrm>
              <a:off x="5879368" y="14545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05" name="ph805"/>
            <p:cNvSpPr/>
            <p:nvPr/>
          </p:nvSpPr>
          <p:spPr>
            <a:xfrm>
              <a:off x="5891880" y="14545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06" name="ph806"/>
            <p:cNvSpPr/>
            <p:nvPr/>
          </p:nvSpPr>
          <p:spPr>
            <a:xfrm>
              <a:off x="5904392" y="14545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07" name="ph807"/>
            <p:cNvSpPr/>
            <p:nvPr/>
          </p:nvSpPr>
          <p:spPr>
            <a:xfrm>
              <a:off x="5916904" y="14545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08" name="ph808"/>
            <p:cNvSpPr/>
            <p:nvPr/>
          </p:nvSpPr>
          <p:spPr>
            <a:xfrm>
              <a:off x="5829317" y="14699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09" name="ph809"/>
            <p:cNvSpPr/>
            <p:nvPr/>
          </p:nvSpPr>
          <p:spPr>
            <a:xfrm>
              <a:off x="5841831" y="14699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10" name="ph810"/>
            <p:cNvSpPr/>
            <p:nvPr/>
          </p:nvSpPr>
          <p:spPr>
            <a:xfrm>
              <a:off x="5854343" y="14699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11" name="ph811"/>
            <p:cNvSpPr/>
            <p:nvPr/>
          </p:nvSpPr>
          <p:spPr>
            <a:xfrm>
              <a:off x="5866855" y="14699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12" name="ph812"/>
            <p:cNvSpPr/>
            <p:nvPr/>
          </p:nvSpPr>
          <p:spPr>
            <a:xfrm>
              <a:off x="5879368" y="14699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13" name="ph813"/>
            <p:cNvSpPr/>
            <p:nvPr/>
          </p:nvSpPr>
          <p:spPr>
            <a:xfrm>
              <a:off x="5891880" y="14699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14" name="ph814"/>
            <p:cNvSpPr/>
            <p:nvPr/>
          </p:nvSpPr>
          <p:spPr>
            <a:xfrm>
              <a:off x="5904392" y="14699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15" name="ph815"/>
            <p:cNvSpPr/>
            <p:nvPr/>
          </p:nvSpPr>
          <p:spPr>
            <a:xfrm>
              <a:off x="5829317" y="14853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16" name="ph816"/>
            <p:cNvSpPr/>
            <p:nvPr/>
          </p:nvSpPr>
          <p:spPr>
            <a:xfrm>
              <a:off x="5841831" y="14853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17" name="ph817"/>
            <p:cNvSpPr/>
            <p:nvPr/>
          </p:nvSpPr>
          <p:spPr>
            <a:xfrm>
              <a:off x="5854343" y="14853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18" name="ph818"/>
            <p:cNvSpPr/>
            <p:nvPr/>
          </p:nvSpPr>
          <p:spPr>
            <a:xfrm>
              <a:off x="5866855" y="14853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19" name="ph819"/>
            <p:cNvSpPr/>
            <p:nvPr/>
          </p:nvSpPr>
          <p:spPr>
            <a:xfrm>
              <a:off x="5879368" y="14853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20" name="ph820"/>
            <p:cNvSpPr/>
            <p:nvPr/>
          </p:nvSpPr>
          <p:spPr>
            <a:xfrm>
              <a:off x="5891880" y="14853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21" name="ph821"/>
            <p:cNvSpPr/>
            <p:nvPr/>
          </p:nvSpPr>
          <p:spPr>
            <a:xfrm>
              <a:off x="5904392" y="14853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22" name="ph822"/>
            <p:cNvSpPr/>
            <p:nvPr/>
          </p:nvSpPr>
          <p:spPr>
            <a:xfrm>
              <a:off x="5929417" y="14853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23" name="ph823"/>
            <p:cNvSpPr/>
            <p:nvPr/>
          </p:nvSpPr>
          <p:spPr>
            <a:xfrm>
              <a:off x="5941929" y="14853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24" name="ph824"/>
            <p:cNvSpPr/>
            <p:nvPr/>
          </p:nvSpPr>
          <p:spPr>
            <a:xfrm>
              <a:off x="5954441" y="14853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25" name="ph825"/>
            <p:cNvSpPr/>
            <p:nvPr/>
          </p:nvSpPr>
          <p:spPr>
            <a:xfrm>
              <a:off x="5966953" y="14853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26" name="ph826"/>
            <p:cNvSpPr/>
            <p:nvPr/>
          </p:nvSpPr>
          <p:spPr>
            <a:xfrm>
              <a:off x="5829317" y="15006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27" name="ph827"/>
            <p:cNvSpPr/>
            <p:nvPr/>
          </p:nvSpPr>
          <p:spPr>
            <a:xfrm>
              <a:off x="5841831" y="15006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28" name="ph828"/>
            <p:cNvSpPr/>
            <p:nvPr/>
          </p:nvSpPr>
          <p:spPr>
            <a:xfrm>
              <a:off x="5854343" y="15006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29" name="ph829"/>
            <p:cNvSpPr/>
            <p:nvPr/>
          </p:nvSpPr>
          <p:spPr>
            <a:xfrm>
              <a:off x="5866855" y="15006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30" name="ph830"/>
            <p:cNvSpPr/>
            <p:nvPr/>
          </p:nvSpPr>
          <p:spPr>
            <a:xfrm>
              <a:off x="5879368" y="15006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31" name="ph831"/>
            <p:cNvSpPr/>
            <p:nvPr/>
          </p:nvSpPr>
          <p:spPr>
            <a:xfrm>
              <a:off x="5891880" y="15006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32" name="ph832"/>
            <p:cNvSpPr/>
            <p:nvPr/>
          </p:nvSpPr>
          <p:spPr>
            <a:xfrm>
              <a:off x="5904392" y="15006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33" name="ph833"/>
            <p:cNvSpPr/>
            <p:nvPr/>
          </p:nvSpPr>
          <p:spPr>
            <a:xfrm>
              <a:off x="5916904" y="15006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34" name="ph834"/>
            <p:cNvSpPr/>
            <p:nvPr/>
          </p:nvSpPr>
          <p:spPr>
            <a:xfrm>
              <a:off x="5929417" y="15006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35" name="ph835"/>
            <p:cNvSpPr/>
            <p:nvPr/>
          </p:nvSpPr>
          <p:spPr>
            <a:xfrm>
              <a:off x="5941929" y="15006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36" name="ph836"/>
            <p:cNvSpPr/>
            <p:nvPr/>
          </p:nvSpPr>
          <p:spPr>
            <a:xfrm>
              <a:off x="5954441" y="15006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37" name="ph837"/>
            <p:cNvSpPr/>
            <p:nvPr/>
          </p:nvSpPr>
          <p:spPr>
            <a:xfrm>
              <a:off x="5966953" y="15006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38" name="ph838"/>
            <p:cNvSpPr/>
            <p:nvPr/>
          </p:nvSpPr>
          <p:spPr>
            <a:xfrm>
              <a:off x="5979467" y="15006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39" name="ph839"/>
            <p:cNvSpPr/>
            <p:nvPr/>
          </p:nvSpPr>
          <p:spPr>
            <a:xfrm>
              <a:off x="5854343" y="15160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40" name="ph840"/>
            <p:cNvSpPr/>
            <p:nvPr/>
          </p:nvSpPr>
          <p:spPr>
            <a:xfrm>
              <a:off x="5866855" y="15160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41" name="ph841"/>
            <p:cNvSpPr/>
            <p:nvPr/>
          </p:nvSpPr>
          <p:spPr>
            <a:xfrm>
              <a:off x="5879368" y="15160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42" name="ph842"/>
            <p:cNvSpPr/>
            <p:nvPr/>
          </p:nvSpPr>
          <p:spPr>
            <a:xfrm>
              <a:off x="5891880" y="15160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43" name="ph843"/>
            <p:cNvSpPr/>
            <p:nvPr/>
          </p:nvSpPr>
          <p:spPr>
            <a:xfrm>
              <a:off x="5904392" y="15160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44" name="ph844"/>
            <p:cNvSpPr/>
            <p:nvPr/>
          </p:nvSpPr>
          <p:spPr>
            <a:xfrm>
              <a:off x="5916904" y="15160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45" name="ph845"/>
            <p:cNvSpPr/>
            <p:nvPr/>
          </p:nvSpPr>
          <p:spPr>
            <a:xfrm>
              <a:off x="5929417" y="15160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46" name="ph846"/>
            <p:cNvSpPr/>
            <p:nvPr/>
          </p:nvSpPr>
          <p:spPr>
            <a:xfrm>
              <a:off x="5941929" y="15160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47" name="ph847"/>
            <p:cNvSpPr/>
            <p:nvPr/>
          </p:nvSpPr>
          <p:spPr>
            <a:xfrm>
              <a:off x="5954441" y="15160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48" name="ph848"/>
            <p:cNvSpPr/>
            <p:nvPr/>
          </p:nvSpPr>
          <p:spPr>
            <a:xfrm>
              <a:off x="5966953" y="15160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49" name="ph849"/>
            <p:cNvSpPr/>
            <p:nvPr/>
          </p:nvSpPr>
          <p:spPr>
            <a:xfrm>
              <a:off x="5979467" y="15160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50" name="ph850"/>
            <p:cNvSpPr/>
            <p:nvPr/>
          </p:nvSpPr>
          <p:spPr>
            <a:xfrm>
              <a:off x="5991979" y="15160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51" name="ph851"/>
            <p:cNvSpPr/>
            <p:nvPr/>
          </p:nvSpPr>
          <p:spPr>
            <a:xfrm>
              <a:off x="5804293" y="15314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52" name="ph852"/>
            <p:cNvSpPr/>
            <p:nvPr/>
          </p:nvSpPr>
          <p:spPr>
            <a:xfrm>
              <a:off x="5816805" y="15314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53" name="ph853"/>
            <p:cNvSpPr/>
            <p:nvPr/>
          </p:nvSpPr>
          <p:spPr>
            <a:xfrm>
              <a:off x="5829317" y="15314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54" name="ph854"/>
            <p:cNvSpPr/>
            <p:nvPr/>
          </p:nvSpPr>
          <p:spPr>
            <a:xfrm>
              <a:off x="5841831" y="15314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55" name="ph855"/>
            <p:cNvSpPr/>
            <p:nvPr/>
          </p:nvSpPr>
          <p:spPr>
            <a:xfrm>
              <a:off x="5879368" y="15314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56" name="ph856"/>
            <p:cNvSpPr/>
            <p:nvPr/>
          </p:nvSpPr>
          <p:spPr>
            <a:xfrm>
              <a:off x="5891880" y="15314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57" name="ph857"/>
            <p:cNvSpPr/>
            <p:nvPr/>
          </p:nvSpPr>
          <p:spPr>
            <a:xfrm>
              <a:off x="5904392" y="15314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58" name="ph858"/>
            <p:cNvSpPr/>
            <p:nvPr/>
          </p:nvSpPr>
          <p:spPr>
            <a:xfrm>
              <a:off x="5916904" y="15314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59" name="ph859"/>
            <p:cNvSpPr/>
            <p:nvPr/>
          </p:nvSpPr>
          <p:spPr>
            <a:xfrm>
              <a:off x="5929417" y="15314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60" name="ph860"/>
            <p:cNvSpPr/>
            <p:nvPr/>
          </p:nvSpPr>
          <p:spPr>
            <a:xfrm>
              <a:off x="5941929" y="15314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61" name="ph861"/>
            <p:cNvSpPr/>
            <p:nvPr/>
          </p:nvSpPr>
          <p:spPr>
            <a:xfrm>
              <a:off x="5954441" y="15314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62" name="ph862"/>
            <p:cNvSpPr/>
            <p:nvPr/>
          </p:nvSpPr>
          <p:spPr>
            <a:xfrm>
              <a:off x="5966953" y="15314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63" name="ph863"/>
            <p:cNvSpPr/>
            <p:nvPr/>
          </p:nvSpPr>
          <p:spPr>
            <a:xfrm>
              <a:off x="5979467" y="15314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64" name="ph864"/>
            <p:cNvSpPr/>
            <p:nvPr/>
          </p:nvSpPr>
          <p:spPr>
            <a:xfrm>
              <a:off x="5991979" y="15314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65" name="ph865"/>
            <p:cNvSpPr/>
            <p:nvPr/>
          </p:nvSpPr>
          <p:spPr>
            <a:xfrm>
              <a:off x="5791781" y="15468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66" name="ph866"/>
            <p:cNvSpPr/>
            <p:nvPr/>
          </p:nvSpPr>
          <p:spPr>
            <a:xfrm>
              <a:off x="5804293" y="15468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67" name="ph867"/>
            <p:cNvSpPr/>
            <p:nvPr/>
          </p:nvSpPr>
          <p:spPr>
            <a:xfrm>
              <a:off x="5816805" y="15468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68" name="ph868"/>
            <p:cNvSpPr/>
            <p:nvPr/>
          </p:nvSpPr>
          <p:spPr>
            <a:xfrm>
              <a:off x="5829317" y="15468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69" name="ph869"/>
            <p:cNvSpPr/>
            <p:nvPr/>
          </p:nvSpPr>
          <p:spPr>
            <a:xfrm>
              <a:off x="5841831" y="15468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70" name="ph870"/>
            <p:cNvSpPr/>
            <p:nvPr/>
          </p:nvSpPr>
          <p:spPr>
            <a:xfrm>
              <a:off x="5854343" y="15468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71" name="ph871"/>
            <p:cNvSpPr/>
            <p:nvPr/>
          </p:nvSpPr>
          <p:spPr>
            <a:xfrm>
              <a:off x="5866855" y="15468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72" name="ph872"/>
            <p:cNvSpPr/>
            <p:nvPr/>
          </p:nvSpPr>
          <p:spPr>
            <a:xfrm>
              <a:off x="5879368" y="15468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73" name="ph873"/>
            <p:cNvSpPr/>
            <p:nvPr/>
          </p:nvSpPr>
          <p:spPr>
            <a:xfrm>
              <a:off x="5891880" y="15468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74" name="ph874"/>
            <p:cNvSpPr/>
            <p:nvPr/>
          </p:nvSpPr>
          <p:spPr>
            <a:xfrm>
              <a:off x="5904392" y="15468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75" name="ph875"/>
            <p:cNvSpPr/>
            <p:nvPr/>
          </p:nvSpPr>
          <p:spPr>
            <a:xfrm>
              <a:off x="5916904" y="15468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76" name="ph876"/>
            <p:cNvSpPr/>
            <p:nvPr/>
          </p:nvSpPr>
          <p:spPr>
            <a:xfrm>
              <a:off x="5929417" y="15468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77" name="ph877"/>
            <p:cNvSpPr/>
            <p:nvPr/>
          </p:nvSpPr>
          <p:spPr>
            <a:xfrm>
              <a:off x="5941929" y="15468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78" name="ph878"/>
            <p:cNvSpPr/>
            <p:nvPr/>
          </p:nvSpPr>
          <p:spPr>
            <a:xfrm>
              <a:off x="5954441" y="15468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79" name="ph879"/>
            <p:cNvSpPr/>
            <p:nvPr/>
          </p:nvSpPr>
          <p:spPr>
            <a:xfrm>
              <a:off x="5966953" y="15468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80" name="ph880"/>
            <p:cNvSpPr/>
            <p:nvPr/>
          </p:nvSpPr>
          <p:spPr>
            <a:xfrm>
              <a:off x="5979467" y="15468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81" name="ph881"/>
            <p:cNvSpPr/>
            <p:nvPr/>
          </p:nvSpPr>
          <p:spPr>
            <a:xfrm>
              <a:off x="5991979" y="15468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82" name="ph882"/>
            <p:cNvSpPr/>
            <p:nvPr/>
          </p:nvSpPr>
          <p:spPr>
            <a:xfrm>
              <a:off x="6004491" y="15468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83" name="ph883"/>
            <p:cNvSpPr/>
            <p:nvPr/>
          </p:nvSpPr>
          <p:spPr>
            <a:xfrm>
              <a:off x="5791781" y="15621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84" name="ph884"/>
            <p:cNvSpPr/>
            <p:nvPr/>
          </p:nvSpPr>
          <p:spPr>
            <a:xfrm>
              <a:off x="5804293" y="15621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85" name="ph885"/>
            <p:cNvSpPr/>
            <p:nvPr/>
          </p:nvSpPr>
          <p:spPr>
            <a:xfrm>
              <a:off x="5816805" y="15621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86" name="ph886"/>
            <p:cNvSpPr/>
            <p:nvPr/>
          </p:nvSpPr>
          <p:spPr>
            <a:xfrm>
              <a:off x="5829317" y="15621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87" name="ph887"/>
            <p:cNvSpPr/>
            <p:nvPr/>
          </p:nvSpPr>
          <p:spPr>
            <a:xfrm>
              <a:off x="5841831" y="15621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88" name="ph888"/>
            <p:cNvSpPr/>
            <p:nvPr/>
          </p:nvSpPr>
          <p:spPr>
            <a:xfrm>
              <a:off x="5854343" y="15621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89" name="ph889"/>
            <p:cNvSpPr/>
            <p:nvPr/>
          </p:nvSpPr>
          <p:spPr>
            <a:xfrm>
              <a:off x="5866855" y="15621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90" name="ph890"/>
            <p:cNvSpPr/>
            <p:nvPr/>
          </p:nvSpPr>
          <p:spPr>
            <a:xfrm>
              <a:off x="5879368" y="15621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91" name="ph891"/>
            <p:cNvSpPr/>
            <p:nvPr/>
          </p:nvSpPr>
          <p:spPr>
            <a:xfrm>
              <a:off x="5891880" y="15621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92" name="ph892"/>
            <p:cNvSpPr/>
            <p:nvPr/>
          </p:nvSpPr>
          <p:spPr>
            <a:xfrm>
              <a:off x="5904392" y="15621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93" name="ph893"/>
            <p:cNvSpPr/>
            <p:nvPr/>
          </p:nvSpPr>
          <p:spPr>
            <a:xfrm>
              <a:off x="5916904" y="15621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94" name="ph894"/>
            <p:cNvSpPr/>
            <p:nvPr/>
          </p:nvSpPr>
          <p:spPr>
            <a:xfrm>
              <a:off x="5929417" y="15621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95" name="ph895"/>
            <p:cNvSpPr/>
            <p:nvPr/>
          </p:nvSpPr>
          <p:spPr>
            <a:xfrm>
              <a:off x="5941929" y="15621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96" name="ph896"/>
            <p:cNvSpPr/>
            <p:nvPr/>
          </p:nvSpPr>
          <p:spPr>
            <a:xfrm>
              <a:off x="5954441" y="15621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97" name="ph897"/>
            <p:cNvSpPr/>
            <p:nvPr/>
          </p:nvSpPr>
          <p:spPr>
            <a:xfrm>
              <a:off x="5966953" y="15621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98" name="ph898"/>
            <p:cNvSpPr/>
            <p:nvPr/>
          </p:nvSpPr>
          <p:spPr>
            <a:xfrm>
              <a:off x="5979467" y="15621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99" name="ph899"/>
            <p:cNvSpPr/>
            <p:nvPr/>
          </p:nvSpPr>
          <p:spPr>
            <a:xfrm>
              <a:off x="5991979" y="15621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00" name="ph900"/>
            <p:cNvSpPr/>
            <p:nvPr/>
          </p:nvSpPr>
          <p:spPr>
            <a:xfrm>
              <a:off x="6004491" y="15621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01" name="ph901"/>
            <p:cNvSpPr/>
            <p:nvPr/>
          </p:nvSpPr>
          <p:spPr>
            <a:xfrm>
              <a:off x="5791781" y="15775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02" name="ph902"/>
            <p:cNvSpPr/>
            <p:nvPr/>
          </p:nvSpPr>
          <p:spPr>
            <a:xfrm>
              <a:off x="5804293" y="15775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03" name="ph903"/>
            <p:cNvSpPr/>
            <p:nvPr/>
          </p:nvSpPr>
          <p:spPr>
            <a:xfrm>
              <a:off x="5816805" y="15775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04" name="ph904"/>
            <p:cNvSpPr/>
            <p:nvPr/>
          </p:nvSpPr>
          <p:spPr>
            <a:xfrm>
              <a:off x="5829317" y="15775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05" name="ph905"/>
            <p:cNvSpPr/>
            <p:nvPr/>
          </p:nvSpPr>
          <p:spPr>
            <a:xfrm>
              <a:off x="5841831" y="15775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06" name="ph906"/>
            <p:cNvSpPr/>
            <p:nvPr/>
          </p:nvSpPr>
          <p:spPr>
            <a:xfrm>
              <a:off x="5854343" y="15775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07" name="ph907"/>
            <p:cNvSpPr/>
            <p:nvPr/>
          </p:nvSpPr>
          <p:spPr>
            <a:xfrm>
              <a:off x="5866855" y="15775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08" name="ph908"/>
            <p:cNvSpPr/>
            <p:nvPr/>
          </p:nvSpPr>
          <p:spPr>
            <a:xfrm>
              <a:off x="5879368" y="15775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09" name="ph909"/>
            <p:cNvSpPr/>
            <p:nvPr/>
          </p:nvSpPr>
          <p:spPr>
            <a:xfrm>
              <a:off x="5891880" y="15775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10" name="ph910"/>
            <p:cNvSpPr/>
            <p:nvPr/>
          </p:nvSpPr>
          <p:spPr>
            <a:xfrm>
              <a:off x="5904392" y="15775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11" name="ph911"/>
            <p:cNvSpPr/>
            <p:nvPr/>
          </p:nvSpPr>
          <p:spPr>
            <a:xfrm>
              <a:off x="5916904" y="15775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12" name="ph912"/>
            <p:cNvSpPr/>
            <p:nvPr/>
          </p:nvSpPr>
          <p:spPr>
            <a:xfrm>
              <a:off x="5929417" y="15775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8FA7">
                <a:alpha val="100000"/>
              </a:srgbClr>
            </a:solidFill>
            <a:ln w="5420" cap="flat">
              <a:solidFill>
                <a:srgbClr val="36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13" name="ph913"/>
            <p:cNvSpPr/>
            <p:nvPr/>
          </p:nvSpPr>
          <p:spPr>
            <a:xfrm>
              <a:off x="5941929" y="15775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14" name="ph914"/>
            <p:cNvSpPr/>
            <p:nvPr/>
          </p:nvSpPr>
          <p:spPr>
            <a:xfrm>
              <a:off x="5954441" y="15775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15" name="ph915"/>
            <p:cNvSpPr/>
            <p:nvPr/>
          </p:nvSpPr>
          <p:spPr>
            <a:xfrm>
              <a:off x="5966953" y="15775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16" name="ph916"/>
            <p:cNvSpPr/>
            <p:nvPr/>
          </p:nvSpPr>
          <p:spPr>
            <a:xfrm>
              <a:off x="5979467" y="15775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17" name="ph917"/>
            <p:cNvSpPr/>
            <p:nvPr/>
          </p:nvSpPr>
          <p:spPr>
            <a:xfrm>
              <a:off x="5991979" y="15775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18" name="ph918"/>
            <p:cNvSpPr/>
            <p:nvPr/>
          </p:nvSpPr>
          <p:spPr>
            <a:xfrm>
              <a:off x="6004491" y="15775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19" name="ph919"/>
            <p:cNvSpPr/>
            <p:nvPr/>
          </p:nvSpPr>
          <p:spPr>
            <a:xfrm>
              <a:off x="5641632" y="1592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20" name="ph920"/>
            <p:cNvSpPr/>
            <p:nvPr/>
          </p:nvSpPr>
          <p:spPr>
            <a:xfrm>
              <a:off x="5691683" y="1592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21" name="ph921"/>
            <p:cNvSpPr/>
            <p:nvPr/>
          </p:nvSpPr>
          <p:spPr>
            <a:xfrm>
              <a:off x="5704195" y="1592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22" name="ph922"/>
            <p:cNvSpPr/>
            <p:nvPr/>
          </p:nvSpPr>
          <p:spPr>
            <a:xfrm>
              <a:off x="5716707" y="1592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23" name="ph923"/>
            <p:cNvSpPr/>
            <p:nvPr/>
          </p:nvSpPr>
          <p:spPr>
            <a:xfrm>
              <a:off x="5729219" y="1592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24" name="ph924"/>
            <p:cNvSpPr/>
            <p:nvPr/>
          </p:nvSpPr>
          <p:spPr>
            <a:xfrm>
              <a:off x="5741732" y="1592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25" name="ph925"/>
            <p:cNvSpPr/>
            <p:nvPr/>
          </p:nvSpPr>
          <p:spPr>
            <a:xfrm>
              <a:off x="5754244" y="1592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26" name="ph926"/>
            <p:cNvSpPr/>
            <p:nvPr/>
          </p:nvSpPr>
          <p:spPr>
            <a:xfrm>
              <a:off x="5766756" y="1592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27" name="ph927"/>
            <p:cNvSpPr/>
            <p:nvPr/>
          </p:nvSpPr>
          <p:spPr>
            <a:xfrm>
              <a:off x="5779268" y="1592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28" name="ph928"/>
            <p:cNvSpPr/>
            <p:nvPr/>
          </p:nvSpPr>
          <p:spPr>
            <a:xfrm>
              <a:off x="5791781" y="1592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29" name="ph929"/>
            <p:cNvSpPr/>
            <p:nvPr/>
          </p:nvSpPr>
          <p:spPr>
            <a:xfrm>
              <a:off x="5804293" y="1592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30" name="ph930"/>
            <p:cNvSpPr/>
            <p:nvPr/>
          </p:nvSpPr>
          <p:spPr>
            <a:xfrm>
              <a:off x="5816805" y="1592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31" name="ph931"/>
            <p:cNvSpPr/>
            <p:nvPr/>
          </p:nvSpPr>
          <p:spPr>
            <a:xfrm>
              <a:off x="5829317" y="1592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32" name="ph932"/>
            <p:cNvSpPr/>
            <p:nvPr/>
          </p:nvSpPr>
          <p:spPr>
            <a:xfrm>
              <a:off x="5841831" y="1592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33" name="ph933"/>
            <p:cNvSpPr/>
            <p:nvPr/>
          </p:nvSpPr>
          <p:spPr>
            <a:xfrm>
              <a:off x="5854343" y="1592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34" name="ph934"/>
            <p:cNvSpPr/>
            <p:nvPr/>
          </p:nvSpPr>
          <p:spPr>
            <a:xfrm>
              <a:off x="5866855" y="1592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35" name="ph935"/>
            <p:cNvSpPr/>
            <p:nvPr/>
          </p:nvSpPr>
          <p:spPr>
            <a:xfrm>
              <a:off x="5879368" y="1592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36" name="ph936"/>
            <p:cNvSpPr/>
            <p:nvPr/>
          </p:nvSpPr>
          <p:spPr>
            <a:xfrm>
              <a:off x="5891880" y="1592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37" name="ph937"/>
            <p:cNvSpPr/>
            <p:nvPr/>
          </p:nvSpPr>
          <p:spPr>
            <a:xfrm>
              <a:off x="5904392" y="1592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38" name="ph938"/>
            <p:cNvSpPr/>
            <p:nvPr/>
          </p:nvSpPr>
          <p:spPr>
            <a:xfrm>
              <a:off x="5916904" y="1592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39" name="ph939"/>
            <p:cNvSpPr/>
            <p:nvPr/>
          </p:nvSpPr>
          <p:spPr>
            <a:xfrm>
              <a:off x="5929417" y="1592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40" name="ph940"/>
            <p:cNvSpPr/>
            <p:nvPr/>
          </p:nvSpPr>
          <p:spPr>
            <a:xfrm>
              <a:off x="5941929" y="1592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41" name="ph941"/>
            <p:cNvSpPr/>
            <p:nvPr/>
          </p:nvSpPr>
          <p:spPr>
            <a:xfrm>
              <a:off x="5954441" y="1592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42" name="ph942"/>
            <p:cNvSpPr/>
            <p:nvPr/>
          </p:nvSpPr>
          <p:spPr>
            <a:xfrm>
              <a:off x="5966953" y="1592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43" name="ph943"/>
            <p:cNvSpPr/>
            <p:nvPr/>
          </p:nvSpPr>
          <p:spPr>
            <a:xfrm>
              <a:off x="5979467" y="1592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44" name="ph944"/>
            <p:cNvSpPr/>
            <p:nvPr/>
          </p:nvSpPr>
          <p:spPr>
            <a:xfrm>
              <a:off x="5991979" y="1592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45" name="ph945"/>
            <p:cNvSpPr/>
            <p:nvPr/>
          </p:nvSpPr>
          <p:spPr>
            <a:xfrm>
              <a:off x="5503996" y="1608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46" name="ph946"/>
            <p:cNvSpPr/>
            <p:nvPr/>
          </p:nvSpPr>
          <p:spPr>
            <a:xfrm>
              <a:off x="5516509" y="1608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47" name="ph947"/>
            <p:cNvSpPr/>
            <p:nvPr/>
          </p:nvSpPr>
          <p:spPr>
            <a:xfrm>
              <a:off x="5529021" y="1608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48" name="ph948"/>
            <p:cNvSpPr/>
            <p:nvPr/>
          </p:nvSpPr>
          <p:spPr>
            <a:xfrm>
              <a:off x="5604096" y="1608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49" name="ph949"/>
            <p:cNvSpPr/>
            <p:nvPr/>
          </p:nvSpPr>
          <p:spPr>
            <a:xfrm>
              <a:off x="5616608" y="1608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50" name="ph950"/>
            <p:cNvSpPr/>
            <p:nvPr/>
          </p:nvSpPr>
          <p:spPr>
            <a:xfrm>
              <a:off x="5629120" y="1608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51" name="ph951"/>
            <p:cNvSpPr/>
            <p:nvPr/>
          </p:nvSpPr>
          <p:spPr>
            <a:xfrm>
              <a:off x="5641632" y="1608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52" name="ph952"/>
            <p:cNvSpPr/>
            <p:nvPr/>
          </p:nvSpPr>
          <p:spPr>
            <a:xfrm>
              <a:off x="5654145" y="1608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53" name="ph953"/>
            <p:cNvSpPr/>
            <p:nvPr/>
          </p:nvSpPr>
          <p:spPr>
            <a:xfrm>
              <a:off x="5666657" y="1608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54" name="ph954"/>
            <p:cNvSpPr/>
            <p:nvPr/>
          </p:nvSpPr>
          <p:spPr>
            <a:xfrm>
              <a:off x="5679169" y="1608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55" name="ph955"/>
            <p:cNvSpPr/>
            <p:nvPr/>
          </p:nvSpPr>
          <p:spPr>
            <a:xfrm>
              <a:off x="5691683" y="1608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56" name="ph956"/>
            <p:cNvSpPr/>
            <p:nvPr/>
          </p:nvSpPr>
          <p:spPr>
            <a:xfrm>
              <a:off x="5704195" y="1608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6A6">
                <a:alpha val="100000"/>
              </a:srgbClr>
            </a:solidFill>
            <a:ln w="5420" cap="flat">
              <a:solidFill>
                <a:srgbClr val="3986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57" name="ph957"/>
            <p:cNvSpPr/>
            <p:nvPr/>
          </p:nvSpPr>
          <p:spPr>
            <a:xfrm>
              <a:off x="5716707" y="1608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58" name="ph958"/>
            <p:cNvSpPr/>
            <p:nvPr/>
          </p:nvSpPr>
          <p:spPr>
            <a:xfrm>
              <a:off x="5729219" y="1608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59" name="ph959"/>
            <p:cNvSpPr/>
            <p:nvPr/>
          </p:nvSpPr>
          <p:spPr>
            <a:xfrm>
              <a:off x="5741732" y="1608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60" name="ph960"/>
            <p:cNvSpPr/>
            <p:nvPr/>
          </p:nvSpPr>
          <p:spPr>
            <a:xfrm>
              <a:off x="5754244" y="1608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61" name="ph961"/>
            <p:cNvSpPr/>
            <p:nvPr/>
          </p:nvSpPr>
          <p:spPr>
            <a:xfrm>
              <a:off x="5766756" y="1608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62" name="ph962"/>
            <p:cNvSpPr/>
            <p:nvPr/>
          </p:nvSpPr>
          <p:spPr>
            <a:xfrm>
              <a:off x="5779268" y="1608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63" name="ph963"/>
            <p:cNvSpPr/>
            <p:nvPr/>
          </p:nvSpPr>
          <p:spPr>
            <a:xfrm>
              <a:off x="5791781" y="1608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64" name="ph964"/>
            <p:cNvSpPr/>
            <p:nvPr/>
          </p:nvSpPr>
          <p:spPr>
            <a:xfrm>
              <a:off x="5804293" y="1608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65" name="ph965"/>
            <p:cNvSpPr/>
            <p:nvPr/>
          </p:nvSpPr>
          <p:spPr>
            <a:xfrm>
              <a:off x="5816805" y="1608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66" name="ph966"/>
            <p:cNvSpPr/>
            <p:nvPr/>
          </p:nvSpPr>
          <p:spPr>
            <a:xfrm>
              <a:off x="5829317" y="1608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67" name="ph967"/>
            <p:cNvSpPr/>
            <p:nvPr/>
          </p:nvSpPr>
          <p:spPr>
            <a:xfrm>
              <a:off x="5841831" y="1608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68" name="ph968"/>
            <p:cNvSpPr/>
            <p:nvPr/>
          </p:nvSpPr>
          <p:spPr>
            <a:xfrm>
              <a:off x="5854343" y="1608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69" name="ph969"/>
            <p:cNvSpPr/>
            <p:nvPr/>
          </p:nvSpPr>
          <p:spPr>
            <a:xfrm>
              <a:off x="5866855" y="1608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70" name="ph970"/>
            <p:cNvSpPr/>
            <p:nvPr/>
          </p:nvSpPr>
          <p:spPr>
            <a:xfrm>
              <a:off x="5879368" y="1608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71" name="ph971"/>
            <p:cNvSpPr/>
            <p:nvPr/>
          </p:nvSpPr>
          <p:spPr>
            <a:xfrm>
              <a:off x="5891880" y="1608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72" name="ph972"/>
            <p:cNvSpPr/>
            <p:nvPr/>
          </p:nvSpPr>
          <p:spPr>
            <a:xfrm>
              <a:off x="5904392" y="1608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73" name="ph973"/>
            <p:cNvSpPr/>
            <p:nvPr/>
          </p:nvSpPr>
          <p:spPr>
            <a:xfrm>
              <a:off x="5916904" y="1608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74" name="ph974"/>
            <p:cNvSpPr/>
            <p:nvPr/>
          </p:nvSpPr>
          <p:spPr>
            <a:xfrm>
              <a:off x="5929417" y="1608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75" name="ph975"/>
            <p:cNvSpPr/>
            <p:nvPr/>
          </p:nvSpPr>
          <p:spPr>
            <a:xfrm>
              <a:off x="5941929" y="1608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76" name="ph976"/>
            <p:cNvSpPr/>
            <p:nvPr/>
          </p:nvSpPr>
          <p:spPr>
            <a:xfrm>
              <a:off x="5954441" y="1608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8FA7">
                <a:alpha val="100000"/>
              </a:srgbClr>
            </a:solidFill>
            <a:ln w="5420" cap="flat">
              <a:solidFill>
                <a:srgbClr val="36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77" name="ph977"/>
            <p:cNvSpPr/>
            <p:nvPr/>
          </p:nvSpPr>
          <p:spPr>
            <a:xfrm>
              <a:off x="5491484" y="1623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78" name="ph978"/>
            <p:cNvSpPr/>
            <p:nvPr/>
          </p:nvSpPr>
          <p:spPr>
            <a:xfrm>
              <a:off x="5503996" y="1623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79" name="ph979"/>
            <p:cNvSpPr/>
            <p:nvPr/>
          </p:nvSpPr>
          <p:spPr>
            <a:xfrm>
              <a:off x="5516509" y="1623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80" name="ph980"/>
            <p:cNvSpPr/>
            <p:nvPr/>
          </p:nvSpPr>
          <p:spPr>
            <a:xfrm>
              <a:off x="5529021" y="1623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81" name="ph981"/>
            <p:cNvSpPr/>
            <p:nvPr/>
          </p:nvSpPr>
          <p:spPr>
            <a:xfrm>
              <a:off x="5541533" y="1623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82" name="ph982"/>
            <p:cNvSpPr/>
            <p:nvPr/>
          </p:nvSpPr>
          <p:spPr>
            <a:xfrm>
              <a:off x="5579071" y="1623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83" name="ph983"/>
            <p:cNvSpPr/>
            <p:nvPr/>
          </p:nvSpPr>
          <p:spPr>
            <a:xfrm>
              <a:off x="5591583" y="1623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84" name="ph984"/>
            <p:cNvSpPr/>
            <p:nvPr/>
          </p:nvSpPr>
          <p:spPr>
            <a:xfrm>
              <a:off x="5604096" y="1623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85" name="ph985"/>
            <p:cNvSpPr/>
            <p:nvPr/>
          </p:nvSpPr>
          <p:spPr>
            <a:xfrm>
              <a:off x="5616608" y="1623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86" name="ph986"/>
            <p:cNvSpPr/>
            <p:nvPr/>
          </p:nvSpPr>
          <p:spPr>
            <a:xfrm>
              <a:off x="5629120" y="1623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87" name="ph987"/>
            <p:cNvSpPr/>
            <p:nvPr/>
          </p:nvSpPr>
          <p:spPr>
            <a:xfrm>
              <a:off x="5641632" y="1623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88" name="ph988"/>
            <p:cNvSpPr/>
            <p:nvPr/>
          </p:nvSpPr>
          <p:spPr>
            <a:xfrm>
              <a:off x="5654145" y="1623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DA4">
                <a:alpha val="100000"/>
              </a:srgbClr>
            </a:solidFill>
            <a:ln w="5420" cap="flat">
              <a:solidFill>
                <a:srgbClr val="3A7D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89" name="ph989"/>
            <p:cNvSpPr/>
            <p:nvPr/>
          </p:nvSpPr>
          <p:spPr>
            <a:xfrm>
              <a:off x="5666657" y="1623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90" name="ph990"/>
            <p:cNvSpPr/>
            <p:nvPr/>
          </p:nvSpPr>
          <p:spPr>
            <a:xfrm>
              <a:off x="5679169" y="1623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91" name="ph991"/>
            <p:cNvSpPr/>
            <p:nvPr/>
          </p:nvSpPr>
          <p:spPr>
            <a:xfrm>
              <a:off x="5691683" y="1623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92" name="ph992"/>
            <p:cNvSpPr/>
            <p:nvPr/>
          </p:nvSpPr>
          <p:spPr>
            <a:xfrm>
              <a:off x="5704195" y="1623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93" name="ph993"/>
            <p:cNvSpPr/>
            <p:nvPr/>
          </p:nvSpPr>
          <p:spPr>
            <a:xfrm>
              <a:off x="5716707" y="1623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94" name="ph994"/>
            <p:cNvSpPr/>
            <p:nvPr/>
          </p:nvSpPr>
          <p:spPr>
            <a:xfrm>
              <a:off x="5729219" y="1623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95" name="ph995"/>
            <p:cNvSpPr/>
            <p:nvPr/>
          </p:nvSpPr>
          <p:spPr>
            <a:xfrm>
              <a:off x="5741732" y="1623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96" name="ph996"/>
            <p:cNvSpPr/>
            <p:nvPr/>
          </p:nvSpPr>
          <p:spPr>
            <a:xfrm>
              <a:off x="5754244" y="1623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97" name="ph997"/>
            <p:cNvSpPr/>
            <p:nvPr/>
          </p:nvSpPr>
          <p:spPr>
            <a:xfrm>
              <a:off x="5766756" y="1623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98" name="ph998"/>
            <p:cNvSpPr/>
            <p:nvPr/>
          </p:nvSpPr>
          <p:spPr>
            <a:xfrm>
              <a:off x="5779268" y="1623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99" name="ph999"/>
            <p:cNvSpPr/>
            <p:nvPr/>
          </p:nvSpPr>
          <p:spPr>
            <a:xfrm>
              <a:off x="5791781" y="1623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00" name="ph1000"/>
            <p:cNvSpPr/>
            <p:nvPr/>
          </p:nvSpPr>
          <p:spPr>
            <a:xfrm>
              <a:off x="5804293" y="1623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01" name="ph1001"/>
            <p:cNvSpPr/>
            <p:nvPr/>
          </p:nvSpPr>
          <p:spPr>
            <a:xfrm>
              <a:off x="5816805" y="1623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02" name="ph1002"/>
            <p:cNvSpPr/>
            <p:nvPr/>
          </p:nvSpPr>
          <p:spPr>
            <a:xfrm>
              <a:off x="5829317" y="1623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03" name="ph1003"/>
            <p:cNvSpPr/>
            <p:nvPr/>
          </p:nvSpPr>
          <p:spPr>
            <a:xfrm>
              <a:off x="5841831" y="1623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04" name="ph1004"/>
            <p:cNvSpPr/>
            <p:nvPr/>
          </p:nvSpPr>
          <p:spPr>
            <a:xfrm>
              <a:off x="5854343" y="1623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05" name="ph1005"/>
            <p:cNvSpPr/>
            <p:nvPr/>
          </p:nvSpPr>
          <p:spPr>
            <a:xfrm>
              <a:off x="5866855" y="1623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06" name="ph1006"/>
            <p:cNvSpPr/>
            <p:nvPr/>
          </p:nvSpPr>
          <p:spPr>
            <a:xfrm>
              <a:off x="5891880" y="1623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07" name="ph1007"/>
            <p:cNvSpPr/>
            <p:nvPr/>
          </p:nvSpPr>
          <p:spPr>
            <a:xfrm>
              <a:off x="5904392" y="1623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08" name="ph1008"/>
            <p:cNvSpPr/>
            <p:nvPr/>
          </p:nvSpPr>
          <p:spPr>
            <a:xfrm>
              <a:off x="5491484" y="1639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09" name="ph1009"/>
            <p:cNvSpPr/>
            <p:nvPr/>
          </p:nvSpPr>
          <p:spPr>
            <a:xfrm>
              <a:off x="5503996" y="1639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10" name="ph1010"/>
            <p:cNvSpPr/>
            <p:nvPr/>
          </p:nvSpPr>
          <p:spPr>
            <a:xfrm>
              <a:off x="5516509" y="1639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11" name="ph1011"/>
            <p:cNvSpPr/>
            <p:nvPr/>
          </p:nvSpPr>
          <p:spPr>
            <a:xfrm>
              <a:off x="5529021" y="1639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12" name="ph1012"/>
            <p:cNvSpPr/>
            <p:nvPr/>
          </p:nvSpPr>
          <p:spPr>
            <a:xfrm>
              <a:off x="5541533" y="1639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DA4">
                <a:alpha val="100000"/>
              </a:srgbClr>
            </a:solidFill>
            <a:ln w="5420" cap="flat">
              <a:solidFill>
                <a:srgbClr val="3A7D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13" name="ph1013"/>
            <p:cNvSpPr/>
            <p:nvPr/>
          </p:nvSpPr>
          <p:spPr>
            <a:xfrm>
              <a:off x="5554047" y="1639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14" name="ph1014"/>
            <p:cNvSpPr/>
            <p:nvPr/>
          </p:nvSpPr>
          <p:spPr>
            <a:xfrm>
              <a:off x="5566559" y="1639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15" name="ph1015"/>
            <p:cNvSpPr/>
            <p:nvPr/>
          </p:nvSpPr>
          <p:spPr>
            <a:xfrm>
              <a:off x="5579071" y="1639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16" name="ph1016"/>
            <p:cNvSpPr/>
            <p:nvPr/>
          </p:nvSpPr>
          <p:spPr>
            <a:xfrm>
              <a:off x="5591583" y="1639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17" name="ph1017"/>
            <p:cNvSpPr/>
            <p:nvPr/>
          </p:nvSpPr>
          <p:spPr>
            <a:xfrm>
              <a:off x="5604096" y="1639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18" name="ph1018"/>
            <p:cNvSpPr/>
            <p:nvPr/>
          </p:nvSpPr>
          <p:spPr>
            <a:xfrm>
              <a:off x="5616608" y="1639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19" name="ph1019"/>
            <p:cNvSpPr/>
            <p:nvPr/>
          </p:nvSpPr>
          <p:spPr>
            <a:xfrm>
              <a:off x="5629120" y="1639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20" name="ph1020"/>
            <p:cNvSpPr/>
            <p:nvPr/>
          </p:nvSpPr>
          <p:spPr>
            <a:xfrm>
              <a:off x="5641632" y="1639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21" name="ph1021"/>
            <p:cNvSpPr/>
            <p:nvPr/>
          </p:nvSpPr>
          <p:spPr>
            <a:xfrm>
              <a:off x="5654145" y="1639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22" name="ph1022"/>
            <p:cNvSpPr/>
            <p:nvPr/>
          </p:nvSpPr>
          <p:spPr>
            <a:xfrm>
              <a:off x="5666657" y="1639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23" name="ph1023"/>
            <p:cNvSpPr/>
            <p:nvPr/>
          </p:nvSpPr>
          <p:spPr>
            <a:xfrm>
              <a:off x="5679169" y="1639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24" name="ph1024"/>
            <p:cNvSpPr/>
            <p:nvPr/>
          </p:nvSpPr>
          <p:spPr>
            <a:xfrm>
              <a:off x="5691683" y="1639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25" name="ph1025"/>
            <p:cNvSpPr/>
            <p:nvPr/>
          </p:nvSpPr>
          <p:spPr>
            <a:xfrm>
              <a:off x="5704195" y="1639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26" name="ph1026"/>
            <p:cNvSpPr/>
            <p:nvPr/>
          </p:nvSpPr>
          <p:spPr>
            <a:xfrm>
              <a:off x="5716707" y="1639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27" name="ph1027"/>
            <p:cNvSpPr/>
            <p:nvPr/>
          </p:nvSpPr>
          <p:spPr>
            <a:xfrm>
              <a:off x="5729219" y="1639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28" name="ph1028"/>
            <p:cNvSpPr/>
            <p:nvPr/>
          </p:nvSpPr>
          <p:spPr>
            <a:xfrm>
              <a:off x="5741732" y="1639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29" name="ph1029"/>
            <p:cNvSpPr/>
            <p:nvPr/>
          </p:nvSpPr>
          <p:spPr>
            <a:xfrm>
              <a:off x="5754244" y="1639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30" name="ph1030"/>
            <p:cNvSpPr/>
            <p:nvPr/>
          </p:nvSpPr>
          <p:spPr>
            <a:xfrm>
              <a:off x="5766756" y="1639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31" name="ph1031"/>
            <p:cNvSpPr/>
            <p:nvPr/>
          </p:nvSpPr>
          <p:spPr>
            <a:xfrm>
              <a:off x="5779268" y="1639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32" name="ph1032"/>
            <p:cNvSpPr/>
            <p:nvPr/>
          </p:nvSpPr>
          <p:spPr>
            <a:xfrm>
              <a:off x="5791781" y="1639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33" name="ph1033"/>
            <p:cNvSpPr/>
            <p:nvPr/>
          </p:nvSpPr>
          <p:spPr>
            <a:xfrm>
              <a:off x="5804293" y="1639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34" name="ph1034"/>
            <p:cNvSpPr/>
            <p:nvPr/>
          </p:nvSpPr>
          <p:spPr>
            <a:xfrm>
              <a:off x="5816805" y="1639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35" name="ph1035"/>
            <p:cNvSpPr/>
            <p:nvPr/>
          </p:nvSpPr>
          <p:spPr>
            <a:xfrm>
              <a:off x="5503996" y="16544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36" name="ph1036"/>
            <p:cNvSpPr/>
            <p:nvPr/>
          </p:nvSpPr>
          <p:spPr>
            <a:xfrm>
              <a:off x="5516509" y="16544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37" name="ph1037"/>
            <p:cNvSpPr/>
            <p:nvPr/>
          </p:nvSpPr>
          <p:spPr>
            <a:xfrm>
              <a:off x="5529021" y="16544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38" name="ph1038"/>
            <p:cNvSpPr/>
            <p:nvPr/>
          </p:nvSpPr>
          <p:spPr>
            <a:xfrm>
              <a:off x="5541533" y="16544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39" name="ph1039"/>
            <p:cNvSpPr/>
            <p:nvPr/>
          </p:nvSpPr>
          <p:spPr>
            <a:xfrm>
              <a:off x="5554047" y="16544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40" name="ph1040"/>
            <p:cNvSpPr/>
            <p:nvPr/>
          </p:nvSpPr>
          <p:spPr>
            <a:xfrm>
              <a:off x="5566559" y="16544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41" name="ph1041"/>
            <p:cNvSpPr/>
            <p:nvPr/>
          </p:nvSpPr>
          <p:spPr>
            <a:xfrm>
              <a:off x="5579071" y="16544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42" name="ph1042"/>
            <p:cNvSpPr/>
            <p:nvPr/>
          </p:nvSpPr>
          <p:spPr>
            <a:xfrm>
              <a:off x="5591583" y="16544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43" name="ph1043"/>
            <p:cNvSpPr/>
            <p:nvPr/>
          </p:nvSpPr>
          <p:spPr>
            <a:xfrm>
              <a:off x="5604096" y="16544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44" name="ph1044"/>
            <p:cNvSpPr/>
            <p:nvPr/>
          </p:nvSpPr>
          <p:spPr>
            <a:xfrm>
              <a:off x="5616608" y="16544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45" name="ph1045"/>
            <p:cNvSpPr/>
            <p:nvPr/>
          </p:nvSpPr>
          <p:spPr>
            <a:xfrm>
              <a:off x="5629120" y="16544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46" name="ph1046"/>
            <p:cNvSpPr/>
            <p:nvPr/>
          </p:nvSpPr>
          <p:spPr>
            <a:xfrm>
              <a:off x="5641632" y="16544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47" name="ph1047"/>
            <p:cNvSpPr/>
            <p:nvPr/>
          </p:nvSpPr>
          <p:spPr>
            <a:xfrm>
              <a:off x="5654145" y="16544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48" name="ph1048"/>
            <p:cNvSpPr/>
            <p:nvPr/>
          </p:nvSpPr>
          <p:spPr>
            <a:xfrm>
              <a:off x="5666657" y="16544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49" name="ph1049"/>
            <p:cNvSpPr/>
            <p:nvPr/>
          </p:nvSpPr>
          <p:spPr>
            <a:xfrm>
              <a:off x="5679169" y="16544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50" name="ph1050"/>
            <p:cNvSpPr/>
            <p:nvPr/>
          </p:nvSpPr>
          <p:spPr>
            <a:xfrm>
              <a:off x="5691683" y="16544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51" name="ph1051"/>
            <p:cNvSpPr/>
            <p:nvPr/>
          </p:nvSpPr>
          <p:spPr>
            <a:xfrm>
              <a:off x="5704195" y="16544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52" name="ph1052"/>
            <p:cNvSpPr/>
            <p:nvPr/>
          </p:nvSpPr>
          <p:spPr>
            <a:xfrm>
              <a:off x="5716707" y="16544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53" name="ph1053"/>
            <p:cNvSpPr/>
            <p:nvPr/>
          </p:nvSpPr>
          <p:spPr>
            <a:xfrm>
              <a:off x="5729219" y="16544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54" name="ph1054"/>
            <p:cNvSpPr/>
            <p:nvPr/>
          </p:nvSpPr>
          <p:spPr>
            <a:xfrm>
              <a:off x="5741732" y="16544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55" name="ph1055"/>
            <p:cNvSpPr/>
            <p:nvPr/>
          </p:nvSpPr>
          <p:spPr>
            <a:xfrm>
              <a:off x="5766756" y="16544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56" name="ph1056"/>
            <p:cNvSpPr/>
            <p:nvPr/>
          </p:nvSpPr>
          <p:spPr>
            <a:xfrm>
              <a:off x="5503996" y="16698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57" name="ph1057"/>
            <p:cNvSpPr/>
            <p:nvPr/>
          </p:nvSpPr>
          <p:spPr>
            <a:xfrm>
              <a:off x="5516509" y="16698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58" name="ph1058"/>
            <p:cNvSpPr/>
            <p:nvPr/>
          </p:nvSpPr>
          <p:spPr>
            <a:xfrm>
              <a:off x="5529021" y="16698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59" name="ph1059"/>
            <p:cNvSpPr/>
            <p:nvPr/>
          </p:nvSpPr>
          <p:spPr>
            <a:xfrm>
              <a:off x="5541533" y="16698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60" name="ph1060"/>
            <p:cNvSpPr/>
            <p:nvPr/>
          </p:nvSpPr>
          <p:spPr>
            <a:xfrm>
              <a:off x="5554047" y="16698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61" name="ph1061"/>
            <p:cNvSpPr/>
            <p:nvPr/>
          </p:nvSpPr>
          <p:spPr>
            <a:xfrm>
              <a:off x="5566559" y="16698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62" name="ph1062"/>
            <p:cNvSpPr/>
            <p:nvPr/>
          </p:nvSpPr>
          <p:spPr>
            <a:xfrm>
              <a:off x="5579071" y="16698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63" name="ph1063"/>
            <p:cNvSpPr/>
            <p:nvPr/>
          </p:nvSpPr>
          <p:spPr>
            <a:xfrm>
              <a:off x="5591583" y="16698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64" name="ph1064"/>
            <p:cNvSpPr/>
            <p:nvPr/>
          </p:nvSpPr>
          <p:spPr>
            <a:xfrm>
              <a:off x="5604096" y="16698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65" name="ph1065"/>
            <p:cNvSpPr/>
            <p:nvPr/>
          </p:nvSpPr>
          <p:spPr>
            <a:xfrm>
              <a:off x="5616608" y="16698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66" name="ph1066"/>
            <p:cNvSpPr/>
            <p:nvPr/>
          </p:nvSpPr>
          <p:spPr>
            <a:xfrm>
              <a:off x="5629120" y="16698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67" name="ph1067"/>
            <p:cNvSpPr/>
            <p:nvPr/>
          </p:nvSpPr>
          <p:spPr>
            <a:xfrm>
              <a:off x="5491484" y="16852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68" name="ph1068"/>
            <p:cNvSpPr/>
            <p:nvPr/>
          </p:nvSpPr>
          <p:spPr>
            <a:xfrm>
              <a:off x="5503996" y="16852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69" name="ph1069"/>
            <p:cNvSpPr/>
            <p:nvPr/>
          </p:nvSpPr>
          <p:spPr>
            <a:xfrm>
              <a:off x="5516509" y="16852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70" name="ph1070"/>
            <p:cNvSpPr/>
            <p:nvPr/>
          </p:nvSpPr>
          <p:spPr>
            <a:xfrm>
              <a:off x="5529021" y="16852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71" name="ph1071"/>
            <p:cNvSpPr/>
            <p:nvPr/>
          </p:nvSpPr>
          <p:spPr>
            <a:xfrm>
              <a:off x="5541533" y="16852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72" name="ph1072"/>
            <p:cNvSpPr/>
            <p:nvPr/>
          </p:nvSpPr>
          <p:spPr>
            <a:xfrm>
              <a:off x="5554047" y="16852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73" name="ph1073"/>
            <p:cNvSpPr/>
            <p:nvPr/>
          </p:nvSpPr>
          <p:spPr>
            <a:xfrm>
              <a:off x="5566559" y="16852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74" name="ph1074"/>
            <p:cNvSpPr/>
            <p:nvPr/>
          </p:nvSpPr>
          <p:spPr>
            <a:xfrm>
              <a:off x="5579071" y="16852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75" name="ph1075"/>
            <p:cNvSpPr/>
            <p:nvPr/>
          </p:nvSpPr>
          <p:spPr>
            <a:xfrm>
              <a:off x="5591583" y="16852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76" name="ph1076"/>
            <p:cNvSpPr/>
            <p:nvPr/>
          </p:nvSpPr>
          <p:spPr>
            <a:xfrm>
              <a:off x="5478972" y="170057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77" name="ph1077"/>
            <p:cNvSpPr/>
            <p:nvPr/>
          </p:nvSpPr>
          <p:spPr>
            <a:xfrm>
              <a:off x="5491484" y="170057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78" name="ph1078"/>
            <p:cNvSpPr/>
            <p:nvPr/>
          </p:nvSpPr>
          <p:spPr>
            <a:xfrm>
              <a:off x="5503996" y="170057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79" name="ph1079"/>
            <p:cNvSpPr/>
            <p:nvPr/>
          </p:nvSpPr>
          <p:spPr>
            <a:xfrm>
              <a:off x="5516509" y="170057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80" name="ph1080"/>
            <p:cNvSpPr/>
            <p:nvPr/>
          </p:nvSpPr>
          <p:spPr>
            <a:xfrm>
              <a:off x="5529021" y="170057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81" name="ph1081"/>
            <p:cNvSpPr/>
            <p:nvPr/>
          </p:nvSpPr>
          <p:spPr>
            <a:xfrm>
              <a:off x="5541533" y="170057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82" name="ph1082"/>
            <p:cNvSpPr/>
            <p:nvPr/>
          </p:nvSpPr>
          <p:spPr>
            <a:xfrm>
              <a:off x="5554047" y="170057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83" name="ph1083"/>
            <p:cNvSpPr/>
            <p:nvPr/>
          </p:nvSpPr>
          <p:spPr>
            <a:xfrm>
              <a:off x="5566559" y="170057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84" name="ph1084"/>
            <p:cNvSpPr/>
            <p:nvPr/>
          </p:nvSpPr>
          <p:spPr>
            <a:xfrm>
              <a:off x="5466460" y="171595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85" name="ph1085"/>
            <p:cNvSpPr/>
            <p:nvPr/>
          </p:nvSpPr>
          <p:spPr>
            <a:xfrm>
              <a:off x="5478972" y="171595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86" name="ph1086"/>
            <p:cNvSpPr/>
            <p:nvPr/>
          </p:nvSpPr>
          <p:spPr>
            <a:xfrm>
              <a:off x="5491484" y="171595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87" name="ph1087"/>
            <p:cNvSpPr/>
            <p:nvPr/>
          </p:nvSpPr>
          <p:spPr>
            <a:xfrm>
              <a:off x="5503996" y="171595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88" name="ph1088"/>
            <p:cNvSpPr/>
            <p:nvPr/>
          </p:nvSpPr>
          <p:spPr>
            <a:xfrm>
              <a:off x="5516509" y="171595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89" name="ph1089"/>
            <p:cNvSpPr/>
            <p:nvPr/>
          </p:nvSpPr>
          <p:spPr>
            <a:xfrm>
              <a:off x="5529021" y="171595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90" name="ph1090"/>
            <p:cNvSpPr/>
            <p:nvPr/>
          </p:nvSpPr>
          <p:spPr>
            <a:xfrm>
              <a:off x="5541533" y="171595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91" name="ph1091"/>
            <p:cNvSpPr/>
            <p:nvPr/>
          </p:nvSpPr>
          <p:spPr>
            <a:xfrm>
              <a:off x="5466460" y="173132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92" name="ph1092"/>
            <p:cNvSpPr/>
            <p:nvPr/>
          </p:nvSpPr>
          <p:spPr>
            <a:xfrm>
              <a:off x="5478972" y="173132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93" name="ph1093"/>
            <p:cNvSpPr/>
            <p:nvPr/>
          </p:nvSpPr>
          <p:spPr>
            <a:xfrm>
              <a:off x="5491484" y="173132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94" name="ph1094"/>
            <p:cNvSpPr/>
            <p:nvPr/>
          </p:nvSpPr>
          <p:spPr>
            <a:xfrm>
              <a:off x="5503996" y="173132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95" name="ph1095"/>
            <p:cNvSpPr/>
            <p:nvPr/>
          </p:nvSpPr>
          <p:spPr>
            <a:xfrm>
              <a:off x="5516509" y="173132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96" name="ph1096"/>
            <p:cNvSpPr/>
            <p:nvPr/>
          </p:nvSpPr>
          <p:spPr>
            <a:xfrm>
              <a:off x="5529021" y="173132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97" name="ph1097"/>
            <p:cNvSpPr/>
            <p:nvPr/>
          </p:nvSpPr>
          <p:spPr>
            <a:xfrm>
              <a:off x="5541533" y="173132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98" name="ph1098"/>
            <p:cNvSpPr/>
            <p:nvPr/>
          </p:nvSpPr>
          <p:spPr>
            <a:xfrm>
              <a:off x="5466460" y="174670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99" name="ph1099"/>
            <p:cNvSpPr/>
            <p:nvPr/>
          </p:nvSpPr>
          <p:spPr>
            <a:xfrm>
              <a:off x="5478972" y="174670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00" name="ph1100"/>
            <p:cNvSpPr/>
            <p:nvPr/>
          </p:nvSpPr>
          <p:spPr>
            <a:xfrm>
              <a:off x="5491484" y="174670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01" name="ph1101"/>
            <p:cNvSpPr/>
            <p:nvPr/>
          </p:nvSpPr>
          <p:spPr>
            <a:xfrm>
              <a:off x="5503996" y="174670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02" name="ph1102"/>
            <p:cNvSpPr/>
            <p:nvPr/>
          </p:nvSpPr>
          <p:spPr>
            <a:xfrm>
              <a:off x="5516509" y="174670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03" name="ph1103"/>
            <p:cNvSpPr/>
            <p:nvPr/>
          </p:nvSpPr>
          <p:spPr>
            <a:xfrm>
              <a:off x="5529021" y="174670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04" name="ph1104"/>
            <p:cNvSpPr/>
            <p:nvPr/>
          </p:nvSpPr>
          <p:spPr>
            <a:xfrm>
              <a:off x="5541533" y="174670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05" name="ph1105"/>
            <p:cNvSpPr/>
            <p:nvPr/>
          </p:nvSpPr>
          <p:spPr>
            <a:xfrm>
              <a:off x="5466460" y="176208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06" name="ph1106"/>
            <p:cNvSpPr/>
            <p:nvPr/>
          </p:nvSpPr>
          <p:spPr>
            <a:xfrm>
              <a:off x="5478972" y="176208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07" name="ph1107"/>
            <p:cNvSpPr/>
            <p:nvPr/>
          </p:nvSpPr>
          <p:spPr>
            <a:xfrm>
              <a:off x="5491484" y="176208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08" name="ph1108"/>
            <p:cNvSpPr/>
            <p:nvPr/>
          </p:nvSpPr>
          <p:spPr>
            <a:xfrm>
              <a:off x="5503996" y="176208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09" name="ph1109"/>
            <p:cNvSpPr/>
            <p:nvPr/>
          </p:nvSpPr>
          <p:spPr>
            <a:xfrm>
              <a:off x="5516509" y="176208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10" name="ph1110"/>
            <p:cNvSpPr/>
            <p:nvPr/>
          </p:nvSpPr>
          <p:spPr>
            <a:xfrm>
              <a:off x="5529021" y="176208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11" name="ph1111"/>
            <p:cNvSpPr/>
            <p:nvPr/>
          </p:nvSpPr>
          <p:spPr>
            <a:xfrm>
              <a:off x="5541533" y="176208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12" name="ph1112"/>
            <p:cNvSpPr/>
            <p:nvPr/>
          </p:nvSpPr>
          <p:spPr>
            <a:xfrm>
              <a:off x="5391385" y="177745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13" name="ph1113"/>
            <p:cNvSpPr/>
            <p:nvPr/>
          </p:nvSpPr>
          <p:spPr>
            <a:xfrm>
              <a:off x="5403897" y="177745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14" name="ph1114"/>
            <p:cNvSpPr/>
            <p:nvPr/>
          </p:nvSpPr>
          <p:spPr>
            <a:xfrm>
              <a:off x="5491484" y="177745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15" name="ph1115"/>
            <p:cNvSpPr/>
            <p:nvPr/>
          </p:nvSpPr>
          <p:spPr>
            <a:xfrm>
              <a:off x="5503996" y="177745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16" name="ph1116"/>
            <p:cNvSpPr/>
            <p:nvPr/>
          </p:nvSpPr>
          <p:spPr>
            <a:xfrm>
              <a:off x="5516509" y="177745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17" name="ph1117"/>
            <p:cNvSpPr/>
            <p:nvPr/>
          </p:nvSpPr>
          <p:spPr>
            <a:xfrm>
              <a:off x="5529021" y="177745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7A9">
                <a:alpha val="100000"/>
              </a:srgbClr>
            </a:solidFill>
            <a:ln w="5420" cap="flat">
              <a:solidFill>
                <a:srgbClr val="35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18" name="ph1118"/>
            <p:cNvSpPr/>
            <p:nvPr/>
          </p:nvSpPr>
          <p:spPr>
            <a:xfrm>
              <a:off x="5541533" y="177745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19" name="ph1119"/>
            <p:cNvSpPr/>
            <p:nvPr/>
          </p:nvSpPr>
          <p:spPr>
            <a:xfrm>
              <a:off x="5366360" y="179283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20" name="ph1120"/>
            <p:cNvSpPr/>
            <p:nvPr/>
          </p:nvSpPr>
          <p:spPr>
            <a:xfrm>
              <a:off x="5378873" y="179283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21" name="ph1121"/>
            <p:cNvSpPr/>
            <p:nvPr/>
          </p:nvSpPr>
          <p:spPr>
            <a:xfrm>
              <a:off x="5391385" y="179283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22" name="ph1122"/>
            <p:cNvSpPr/>
            <p:nvPr/>
          </p:nvSpPr>
          <p:spPr>
            <a:xfrm>
              <a:off x="5403897" y="179283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23" name="ph1123"/>
            <p:cNvSpPr/>
            <p:nvPr/>
          </p:nvSpPr>
          <p:spPr>
            <a:xfrm>
              <a:off x="5416411" y="179283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24" name="ph1124"/>
            <p:cNvSpPr/>
            <p:nvPr/>
          </p:nvSpPr>
          <p:spPr>
            <a:xfrm>
              <a:off x="5491484" y="179283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25" name="ph1125"/>
            <p:cNvSpPr/>
            <p:nvPr/>
          </p:nvSpPr>
          <p:spPr>
            <a:xfrm>
              <a:off x="5503996" y="179283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26" name="ph1126"/>
            <p:cNvSpPr/>
            <p:nvPr/>
          </p:nvSpPr>
          <p:spPr>
            <a:xfrm>
              <a:off x="5516509" y="179283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27" name="ph1127"/>
            <p:cNvSpPr/>
            <p:nvPr/>
          </p:nvSpPr>
          <p:spPr>
            <a:xfrm>
              <a:off x="5529021" y="179283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28" name="ph1128"/>
            <p:cNvSpPr/>
            <p:nvPr/>
          </p:nvSpPr>
          <p:spPr>
            <a:xfrm>
              <a:off x="5541533" y="179283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29" name="ph1129"/>
            <p:cNvSpPr/>
            <p:nvPr/>
          </p:nvSpPr>
          <p:spPr>
            <a:xfrm>
              <a:off x="5341336" y="18082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30" name="ph1130"/>
            <p:cNvSpPr/>
            <p:nvPr/>
          </p:nvSpPr>
          <p:spPr>
            <a:xfrm>
              <a:off x="5353848" y="18082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31" name="ph1131"/>
            <p:cNvSpPr/>
            <p:nvPr/>
          </p:nvSpPr>
          <p:spPr>
            <a:xfrm>
              <a:off x="5366360" y="18082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32" name="ph1132"/>
            <p:cNvSpPr/>
            <p:nvPr/>
          </p:nvSpPr>
          <p:spPr>
            <a:xfrm>
              <a:off x="5378873" y="18082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33" name="ph1133"/>
            <p:cNvSpPr/>
            <p:nvPr/>
          </p:nvSpPr>
          <p:spPr>
            <a:xfrm>
              <a:off x="5391385" y="18082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34" name="ph1134"/>
            <p:cNvSpPr/>
            <p:nvPr/>
          </p:nvSpPr>
          <p:spPr>
            <a:xfrm>
              <a:off x="5403897" y="18082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35" name="ph1135"/>
            <p:cNvSpPr/>
            <p:nvPr/>
          </p:nvSpPr>
          <p:spPr>
            <a:xfrm>
              <a:off x="5416411" y="18082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36" name="ph1136"/>
            <p:cNvSpPr/>
            <p:nvPr/>
          </p:nvSpPr>
          <p:spPr>
            <a:xfrm>
              <a:off x="5478972" y="18082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37" name="ph1137"/>
            <p:cNvSpPr/>
            <p:nvPr/>
          </p:nvSpPr>
          <p:spPr>
            <a:xfrm>
              <a:off x="5491484" y="18082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38" name="ph1138"/>
            <p:cNvSpPr/>
            <p:nvPr/>
          </p:nvSpPr>
          <p:spPr>
            <a:xfrm>
              <a:off x="5503996" y="18082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39" name="ph1139"/>
            <p:cNvSpPr/>
            <p:nvPr/>
          </p:nvSpPr>
          <p:spPr>
            <a:xfrm>
              <a:off x="5516509" y="18082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40" name="ph1140"/>
            <p:cNvSpPr/>
            <p:nvPr/>
          </p:nvSpPr>
          <p:spPr>
            <a:xfrm>
              <a:off x="5529021" y="18082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41" name="ph1141"/>
            <p:cNvSpPr/>
            <p:nvPr/>
          </p:nvSpPr>
          <p:spPr>
            <a:xfrm>
              <a:off x="5328824" y="18235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42" name="ph1142"/>
            <p:cNvSpPr/>
            <p:nvPr/>
          </p:nvSpPr>
          <p:spPr>
            <a:xfrm>
              <a:off x="5341336" y="18235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43" name="ph1143"/>
            <p:cNvSpPr/>
            <p:nvPr/>
          </p:nvSpPr>
          <p:spPr>
            <a:xfrm>
              <a:off x="5353848" y="18235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44" name="ph1144"/>
            <p:cNvSpPr/>
            <p:nvPr/>
          </p:nvSpPr>
          <p:spPr>
            <a:xfrm>
              <a:off x="5366360" y="18235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45" name="ph1145"/>
            <p:cNvSpPr/>
            <p:nvPr/>
          </p:nvSpPr>
          <p:spPr>
            <a:xfrm>
              <a:off x="5378873" y="18235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46" name="ph1146"/>
            <p:cNvSpPr/>
            <p:nvPr/>
          </p:nvSpPr>
          <p:spPr>
            <a:xfrm>
              <a:off x="5391385" y="18235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47" name="ph1147"/>
            <p:cNvSpPr/>
            <p:nvPr/>
          </p:nvSpPr>
          <p:spPr>
            <a:xfrm>
              <a:off x="5403897" y="18235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48" name="ph1148"/>
            <p:cNvSpPr/>
            <p:nvPr/>
          </p:nvSpPr>
          <p:spPr>
            <a:xfrm>
              <a:off x="5416411" y="18235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49" name="ph1149"/>
            <p:cNvSpPr/>
            <p:nvPr/>
          </p:nvSpPr>
          <p:spPr>
            <a:xfrm>
              <a:off x="5478972" y="18235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6AA">
                <a:alpha val="100000"/>
              </a:srgbClr>
            </a:solidFill>
            <a:ln w="5420" cap="flat">
              <a:solidFill>
                <a:srgbClr val="42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50" name="ph1150"/>
            <p:cNvSpPr/>
            <p:nvPr/>
          </p:nvSpPr>
          <p:spPr>
            <a:xfrm>
              <a:off x="5491484" y="18235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51" name="ph1151"/>
            <p:cNvSpPr/>
            <p:nvPr/>
          </p:nvSpPr>
          <p:spPr>
            <a:xfrm>
              <a:off x="5503996" y="18235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52" name="ph1152"/>
            <p:cNvSpPr/>
            <p:nvPr/>
          </p:nvSpPr>
          <p:spPr>
            <a:xfrm>
              <a:off x="5516509" y="18235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53" name="ph1153"/>
            <p:cNvSpPr/>
            <p:nvPr/>
          </p:nvSpPr>
          <p:spPr>
            <a:xfrm>
              <a:off x="5529021" y="18235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54" name="ph1154"/>
            <p:cNvSpPr/>
            <p:nvPr/>
          </p:nvSpPr>
          <p:spPr>
            <a:xfrm>
              <a:off x="5266261" y="18389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55" name="ph1155"/>
            <p:cNvSpPr/>
            <p:nvPr/>
          </p:nvSpPr>
          <p:spPr>
            <a:xfrm>
              <a:off x="5278775" y="18389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56" name="ph1156"/>
            <p:cNvSpPr/>
            <p:nvPr/>
          </p:nvSpPr>
          <p:spPr>
            <a:xfrm>
              <a:off x="5291287" y="18389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57" name="ph1157"/>
            <p:cNvSpPr/>
            <p:nvPr/>
          </p:nvSpPr>
          <p:spPr>
            <a:xfrm>
              <a:off x="5303799" y="18389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58" name="ph1158"/>
            <p:cNvSpPr/>
            <p:nvPr/>
          </p:nvSpPr>
          <p:spPr>
            <a:xfrm>
              <a:off x="5316311" y="18389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59" name="ph1159"/>
            <p:cNvSpPr/>
            <p:nvPr/>
          </p:nvSpPr>
          <p:spPr>
            <a:xfrm>
              <a:off x="5328824" y="18389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60" name="ph1160"/>
            <p:cNvSpPr/>
            <p:nvPr/>
          </p:nvSpPr>
          <p:spPr>
            <a:xfrm>
              <a:off x="5341336" y="18389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61" name="ph1161"/>
            <p:cNvSpPr/>
            <p:nvPr/>
          </p:nvSpPr>
          <p:spPr>
            <a:xfrm>
              <a:off x="5353848" y="18389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62" name="ph1162"/>
            <p:cNvSpPr/>
            <p:nvPr/>
          </p:nvSpPr>
          <p:spPr>
            <a:xfrm>
              <a:off x="5366360" y="18389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63" name="ph1163"/>
            <p:cNvSpPr/>
            <p:nvPr/>
          </p:nvSpPr>
          <p:spPr>
            <a:xfrm>
              <a:off x="5378873" y="18389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9DAA">
                <a:alpha val="100000"/>
              </a:srgbClr>
            </a:solidFill>
            <a:ln w="5420" cap="flat">
              <a:solidFill>
                <a:srgbClr val="3B9D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64" name="ph1164"/>
            <p:cNvSpPr/>
            <p:nvPr/>
          </p:nvSpPr>
          <p:spPr>
            <a:xfrm>
              <a:off x="5391385" y="18389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65" name="ph1165"/>
            <p:cNvSpPr/>
            <p:nvPr/>
          </p:nvSpPr>
          <p:spPr>
            <a:xfrm>
              <a:off x="5403897" y="18389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66" name="ph1166"/>
            <p:cNvSpPr/>
            <p:nvPr/>
          </p:nvSpPr>
          <p:spPr>
            <a:xfrm>
              <a:off x="5466460" y="18389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67" name="ph1167"/>
            <p:cNvSpPr/>
            <p:nvPr/>
          </p:nvSpPr>
          <p:spPr>
            <a:xfrm>
              <a:off x="5478972" y="18389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68" name="ph1168"/>
            <p:cNvSpPr/>
            <p:nvPr/>
          </p:nvSpPr>
          <p:spPr>
            <a:xfrm>
              <a:off x="5491484" y="18389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69" name="ph1169"/>
            <p:cNvSpPr/>
            <p:nvPr/>
          </p:nvSpPr>
          <p:spPr>
            <a:xfrm>
              <a:off x="5503996" y="18389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70" name="ph1170"/>
            <p:cNvSpPr/>
            <p:nvPr/>
          </p:nvSpPr>
          <p:spPr>
            <a:xfrm>
              <a:off x="5516509" y="18389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71" name="ph1171"/>
            <p:cNvSpPr/>
            <p:nvPr/>
          </p:nvSpPr>
          <p:spPr>
            <a:xfrm>
              <a:off x="5529021" y="18389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72" name="ph1172"/>
            <p:cNvSpPr/>
            <p:nvPr/>
          </p:nvSpPr>
          <p:spPr>
            <a:xfrm>
              <a:off x="5253749" y="185433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73" name="ph1173"/>
            <p:cNvSpPr/>
            <p:nvPr/>
          </p:nvSpPr>
          <p:spPr>
            <a:xfrm>
              <a:off x="5266261" y="185433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74" name="ph1174"/>
            <p:cNvSpPr/>
            <p:nvPr/>
          </p:nvSpPr>
          <p:spPr>
            <a:xfrm>
              <a:off x="5278775" y="185433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75" name="ph1175"/>
            <p:cNvSpPr/>
            <p:nvPr/>
          </p:nvSpPr>
          <p:spPr>
            <a:xfrm>
              <a:off x="5291287" y="185433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76" name="ph1176"/>
            <p:cNvSpPr/>
            <p:nvPr/>
          </p:nvSpPr>
          <p:spPr>
            <a:xfrm>
              <a:off x="5303799" y="185433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77" name="ph1177"/>
            <p:cNvSpPr/>
            <p:nvPr/>
          </p:nvSpPr>
          <p:spPr>
            <a:xfrm>
              <a:off x="5316311" y="185433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78" name="ph1178"/>
            <p:cNvSpPr/>
            <p:nvPr/>
          </p:nvSpPr>
          <p:spPr>
            <a:xfrm>
              <a:off x="5328824" y="185433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79" name="ph1179"/>
            <p:cNvSpPr/>
            <p:nvPr/>
          </p:nvSpPr>
          <p:spPr>
            <a:xfrm>
              <a:off x="5341336" y="185433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80" name="ph1180"/>
            <p:cNvSpPr/>
            <p:nvPr/>
          </p:nvSpPr>
          <p:spPr>
            <a:xfrm>
              <a:off x="5353848" y="185433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81" name="ph1181"/>
            <p:cNvSpPr/>
            <p:nvPr/>
          </p:nvSpPr>
          <p:spPr>
            <a:xfrm>
              <a:off x="5366360" y="185433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82" name="ph1182"/>
            <p:cNvSpPr/>
            <p:nvPr/>
          </p:nvSpPr>
          <p:spPr>
            <a:xfrm>
              <a:off x="5378873" y="185433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83" name="ph1183"/>
            <p:cNvSpPr/>
            <p:nvPr/>
          </p:nvSpPr>
          <p:spPr>
            <a:xfrm>
              <a:off x="5391385" y="185433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84" name="ph1184"/>
            <p:cNvSpPr/>
            <p:nvPr/>
          </p:nvSpPr>
          <p:spPr>
            <a:xfrm>
              <a:off x="5453947" y="185433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85" name="ph1185"/>
            <p:cNvSpPr/>
            <p:nvPr/>
          </p:nvSpPr>
          <p:spPr>
            <a:xfrm>
              <a:off x="5466460" y="185433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86" name="ph1186"/>
            <p:cNvSpPr/>
            <p:nvPr/>
          </p:nvSpPr>
          <p:spPr>
            <a:xfrm>
              <a:off x="5478972" y="185433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87" name="ph1187"/>
            <p:cNvSpPr/>
            <p:nvPr/>
          </p:nvSpPr>
          <p:spPr>
            <a:xfrm>
              <a:off x="5491484" y="185433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88" name="ph1188"/>
            <p:cNvSpPr/>
            <p:nvPr/>
          </p:nvSpPr>
          <p:spPr>
            <a:xfrm>
              <a:off x="5503996" y="185433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89" name="ph1189"/>
            <p:cNvSpPr/>
            <p:nvPr/>
          </p:nvSpPr>
          <p:spPr>
            <a:xfrm>
              <a:off x="5516509" y="185433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90" name="ph1190"/>
            <p:cNvSpPr/>
            <p:nvPr/>
          </p:nvSpPr>
          <p:spPr>
            <a:xfrm>
              <a:off x="5529021" y="185433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91" name="ph1191"/>
            <p:cNvSpPr/>
            <p:nvPr/>
          </p:nvSpPr>
          <p:spPr>
            <a:xfrm>
              <a:off x="5228724" y="186971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9DAA">
                <a:alpha val="100000"/>
              </a:srgbClr>
            </a:solidFill>
            <a:ln w="5420" cap="flat">
              <a:solidFill>
                <a:srgbClr val="3B9D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92" name="ph1192"/>
            <p:cNvSpPr/>
            <p:nvPr/>
          </p:nvSpPr>
          <p:spPr>
            <a:xfrm>
              <a:off x="5241237" y="186971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93" name="ph1193"/>
            <p:cNvSpPr/>
            <p:nvPr/>
          </p:nvSpPr>
          <p:spPr>
            <a:xfrm>
              <a:off x="5253749" y="186971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94" name="ph1194"/>
            <p:cNvSpPr/>
            <p:nvPr/>
          </p:nvSpPr>
          <p:spPr>
            <a:xfrm>
              <a:off x="5266261" y="186971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95" name="ph1195"/>
            <p:cNvSpPr/>
            <p:nvPr/>
          </p:nvSpPr>
          <p:spPr>
            <a:xfrm>
              <a:off x="5278775" y="186971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96" name="ph1196"/>
            <p:cNvSpPr/>
            <p:nvPr/>
          </p:nvSpPr>
          <p:spPr>
            <a:xfrm>
              <a:off x="5291287" y="186971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97" name="ph1197"/>
            <p:cNvSpPr/>
            <p:nvPr/>
          </p:nvSpPr>
          <p:spPr>
            <a:xfrm>
              <a:off x="5303799" y="186971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98" name="ph1198"/>
            <p:cNvSpPr/>
            <p:nvPr/>
          </p:nvSpPr>
          <p:spPr>
            <a:xfrm>
              <a:off x="5316311" y="186971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99" name="ph1199"/>
            <p:cNvSpPr/>
            <p:nvPr/>
          </p:nvSpPr>
          <p:spPr>
            <a:xfrm>
              <a:off x="5328824" y="186971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00" name="ph1200"/>
            <p:cNvSpPr/>
            <p:nvPr/>
          </p:nvSpPr>
          <p:spPr>
            <a:xfrm>
              <a:off x="5341336" y="186971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01" name="ph1201"/>
            <p:cNvSpPr/>
            <p:nvPr/>
          </p:nvSpPr>
          <p:spPr>
            <a:xfrm>
              <a:off x="5353848" y="186971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02" name="ph1202"/>
            <p:cNvSpPr/>
            <p:nvPr/>
          </p:nvSpPr>
          <p:spPr>
            <a:xfrm>
              <a:off x="5366360" y="186971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03" name="ph1203"/>
            <p:cNvSpPr/>
            <p:nvPr/>
          </p:nvSpPr>
          <p:spPr>
            <a:xfrm>
              <a:off x="5441435" y="186971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04" name="ph1204"/>
            <p:cNvSpPr/>
            <p:nvPr/>
          </p:nvSpPr>
          <p:spPr>
            <a:xfrm>
              <a:off x="5453947" y="186971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05" name="ph1205"/>
            <p:cNvSpPr/>
            <p:nvPr/>
          </p:nvSpPr>
          <p:spPr>
            <a:xfrm>
              <a:off x="5466460" y="186971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06" name="ph1206"/>
            <p:cNvSpPr/>
            <p:nvPr/>
          </p:nvSpPr>
          <p:spPr>
            <a:xfrm>
              <a:off x="5478972" y="186971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07" name="ph1207"/>
            <p:cNvSpPr/>
            <p:nvPr/>
          </p:nvSpPr>
          <p:spPr>
            <a:xfrm>
              <a:off x="5491484" y="186971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08" name="ph1208"/>
            <p:cNvSpPr/>
            <p:nvPr/>
          </p:nvSpPr>
          <p:spPr>
            <a:xfrm>
              <a:off x="5503996" y="186971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09" name="ph1209"/>
            <p:cNvSpPr/>
            <p:nvPr/>
          </p:nvSpPr>
          <p:spPr>
            <a:xfrm>
              <a:off x="5203700" y="18850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10" name="ph1210"/>
            <p:cNvSpPr/>
            <p:nvPr/>
          </p:nvSpPr>
          <p:spPr>
            <a:xfrm>
              <a:off x="5216212" y="18850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11" name="ph1211"/>
            <p:cNvSpPr/>
            <p:nvPr/>
          </p:nvSpPr>
          <p:spPr>
            <a:xfrm>
              <a:off x="5228724" y="18850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12" name="ph1212"/>
            <p:cNvSpPr/>
            <p:nvPr/>
          </p:nvSpPr>
          <p:spPr>
            <a:xfrm>
              <a:off x="5241237" y="18850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13" name="ph1213"/>
            <p:cNvSpPr/>
            <p:nvPr/>
          </p:nvSpPr>
          <p:spPr>
            <a:xfrm>
              <a:off x="5253749" y="18850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14" name="ph1214"/>
            <p:cNvSpPr/>
            <p:nvPr/>
          </p:nvSpPr>
          <p:spPr>
            <a:xfrm>
              <a:off x="5266261" y="18850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15" name="ph1215"/>
            <p:cNvSpPr/>
            <p:nvPr/>
          </p:nvSpPr>
          <p:spPr>
            <a:xfrm>
              <a:off x="5278775" y="18850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16" name="ph1216"/>
            <p:cNvSpPr/>
            <p:nvPr/>
          </p:nvSpPr>
          <p:spPr>
            <a:xfrm>
              <a:off x="5291287" y="18850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17" name="ph1217"/>
            <p:cNvSpPr/>
            <p:nvPr/>
          </p:nvSpPr>
          <p:spPr>
            <a:xfrm>
              <a:off x="5303799" y="18850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18" name="ph1218"/>
            <p:cNvSpPr/>
            <p:nvPr/>
          </p:nvSpPr>
          <p:spPr>
            <a:xfrm>
              <a:off x="5316311" y="18850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19" name="ph1219"/>
            <p:cNvSpPr/>
            <p:nvPr/>
          </p:nvSpPr>
          <p:spPr>
            <a:xfrm>
              <a:off x="5328824" y="18850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20" name="ph1220"/>
            <p:cNvSpPr/>
            <p:nvPr/>
          </p:nvSpPr>
          <p:spPr>
            <a:xfrm>
              <a:off x="5341336" y="18850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21" name="ph1221"/>
            <p:cNvSpPr/>
            <p:nvPr/>
          </p:nvSpPr>
          <p:spPr>
            <a:xfrm>
              <a:off x="5353848" y="18850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22" name="ph1222"/>
            <p:cNvSpPr/>
            <p:nvPr/>
          </p:nvSpPr>
          <p:spPr>
            <a:xfrm>
              <a:off x="5366360" y="18850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23" name="ph1223"/>
            <p:cNvSpPr/>
            <p:nvPr/>
          </p:nvSpPr>
          <p:spPr>
            <a:xfrm>
              <a:off x="5378873" y="18850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24" name="ph1224"/>
            <p:cNvSpPr/>
            <p:nvPr/>
          </p:nvSpPr>
          <p:spPr>
            <a:xfrm>
              <a:off x="5391385" y="18850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25" name="ph1225"/>
            <p:cNvSpPr/>
            <p:nvPr/>
          </p:nvSpPr>
          <p:spPr>
            <a:xfrm>
              <a:off x="5403897" y="18850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26" name="ph1226"/>
            <p:cNvSpPr/>
            <p:nvPr/>
          </p:nvSpPr>
          <p:spPr>
            <a:xfrm>
              <a:off x="5428923" y="18850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27" name="ph1227"/>
            <p:cNvSpPr/>
            <p:nvPr/>
          </p:nvSpPr>
          <p:spPr>
            <a:xfrm>
              <a:off x="5441435" y="18850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28" name="ph1228"/>
            <p:cNvSpPr/>
            <p:nvPr/>
          </p:nvSpPr>
          <p:spPr>
            <a:xfrm>
              <a:off x="5453947" y="18850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29" name="ph1229"/>
            <p:cNvSpPr/>
            <p:nvPr/>
          </p:nvSpPr>
          <p:spPr>
            <a:xfrm>
              <a:off x="5466460" y="18850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30" name="ph1230"/>
            <p:cNvSpPr/>
            <p:nvPr/>
          </p:nvSpPr>
          <p:spPr>
            <a:xfrm>
              <a:off x="5478972" y="18850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31" name="ph1231"/>
            <p:cNvSpPr/>
            <p:nvPr/>
          </p:nvSpPr>
          <p:spPr>
            <a:xfrm>
              <a:off x="5491484" y="18850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32" name="ph1232"/>
            <p:cNvSpPr/>
            <p:nvPr/>
          </p:nvSpPr>
          <p:spPr>
            <a:xfrm>
              <a:off x="5503996" y="188508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33" name="ph1233"/>
            <p:cNvSpPr/>
            <p:nvPr/>
          </p:nvSpPr>
          <p:spPr>
            <a:xfrm>
              <a:off x="5203700" y="19004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34" name="ph1234"/>
            <p:cNvSpPr/>
            <p:nvPr/>
          </p:nvSpPr>
          <p:spPr>
            <a:xfrm>
              <a:off x="5216212" y="19004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35" name="ph1235"/>
            <p:cNvSpPr/>
            <p:nvPr/>
          </p:nvSpPr>
          <p:spPr>
            <a:xfrm>
              <a:off x="5228724" y="19004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36" name="ph1236"/>
            <p:cNvSpPr/>
            <p:nvPr/>
          </p:nvSpPr>
          <p:spPr>
            <a:xfrm>
              <a:off x="5241237" y="19004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37" name="ph1237"/>
            <p:cNvSpPr/>
            <p:nvPr/>
          </p:nvSpPr>
          <p:spPr>
            <a:xfrm>
              <a:off x="5253749" y="19004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38" name="ph1238"/>
            <p:cNvSpPr/>
            <p:nvPr/>
          </p:nvSpPr>
          <p:spPr>
            <a:xfrm>
              <a:off x="5266261" y="19004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39" name="ph1239"/>
            <p:cNvSpPr/>
            <p:nvPr/>
          </p:nvSpPr>
          <p:spPr>
            <a:xfrm>
              <a:off x="5278775" y="19004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40" name="ph1240"/>
            <p:cNvSpPr/>
            <p:nvPr/>
          </p:nvSpPr>
          <p:spPr>
            <a:xfrm>
              <a:off x="5291287" y="19004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41" name="ph1241"/>
            <p:cNvSpPr/>
            <p:nvPr/>
          </p:nvSpPr>
          <p:spPr>
            <a:xfrm>
              <a:off x="5303799" y="19004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42" name="ph1242"/>
            <p:cNvSpPr/>
            <p:nvPr/>
          </p:nvSpPr>
          <p:spPr>
            <a:xfrm>
              <a:off x="5316311" y="19004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43" name="ph1243"/>
            <p:cNvSpPr/>
            <p:nvPr/>
          </p:nvSpPr>
          <p:spPr>
            <a:xfrm>
              <a:off x="5328824" y="19004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44" name="ph1244"/>
            <p:cNvSpPr/>
            <p:nvPr/>
          </p:nvSpPr>
          <p:spPr>
            <a:xfrm>
              <a:off x="5341336" y="19004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45" name="ph1245"/>
            <p:cNvSpPr/>
            <p:nvPr/>
          </p:nvSpPr>
          <p:spPr>
            <a:xfrm>
              <a:off x="5353848" y="19004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46" name="ph1246"/>
            <p:cNvSpPr/>
            <p:nvPr/>
          </p:nvSpPr>
          <p:spPr>
            <a:xfrm>
              <a:off x="5366360" y="19004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47" name="ph1247"/>
            <p:cNvSpPr/>
            <p:nvPr/>
          </p:nvSpPr>
          <p:spPr>
            <a:xfrm>
              <a:off x="5378873" y="19004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48" name="ph1248"/>
            <p:cNvSpPr/>
            <p:nvPr/>
          </p:nvSpPr>
          <p:spPr>
            <a:xfrm>
              <a:off x="5391385" y="19004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49" name="ph1249"/>
            <p:cNvSpPr/>
            <p:nvPr/>
          </p:nvSpPr>
          <p:spPr>
            <a:xfrm>
              <a:off x="5403897" y="19004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50" name="ph1250"/>
            <p:cNvSpPr/>
            <p:nvPr/>
          </p:nvSpPr>
          <p:spPr>
            <a:xfrm>
              <a:off x="5416411" y="19004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51" name="ph1251"/>
            <p:cNvSpPr/>
            <p:nvPr/>
          </p:nvSpPr>
          <p:spPr>
            <a:xfrm>
              <a:off x="5428923" y="19004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52" name="ph1252"/>
            <p:cNvSpPr/>
            <p:nvPr/>
          </p:nvSpPr>
          <p:spPr>
            <a:xfrm>
              <a:off x="5441435" y="19004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53" name="ph1253"/>
            <p:cNvSpPr/>
            <p:nvPr/>
          </p:nvSpPr>
          <p:spPr>
            <a:xfrm>
              <a:off x="5453947" y="19004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54" name="ph1254"/>
            <p:cNvSpPr/>
            <p:nvPr/>
          </p:nvSpPr>
          <p:spPr>
            <a:xfrm>
              <a:off x="5466460" y="19004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55" name="ph1255"/>
            <p:cNvSpPr/>
            <p:nvPr/>
          </p:nvSpPr>
          <p:spPr>
            <a:xfrm>
              <a:off x="5478972" y="19004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56" name="ph1256"/>
            <p:cNvSpPr/>
            <p:nvPr/>
          </p:nvSpPr>
          <p:spPr>
            <a:xfrm>
              <a:off x="5491484" y="190046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57" name="ph1257"/>
            <p:cNvSpPr/>
            <p:nvPr/>
          </p:nvSpPr>
          <p:spPr>
            <a:xfrm>
              <a:off x="5203700" y="19158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58" name="ph1258"/>
            <p:cNvSpPr/>
            <p:nvPr/>
          </p:nvSpPr>
          <p:spPr>
            <a:xfrm>
              <a:off x="5216212" y="19158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59" name="ph1259"/>
            <p:cNvSpPr/>
            <p:nvPr/>
          </p:nvSpPr>
          <p:spPr>
            <a:xfrm>
              <a:off x="5228724" y="19158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60" name="ph1260"/>
            <p:cNvSpPr/>
            <p:nvPr/>
          </p:nvSpPr>
          <p:spPr>
            <a:xfrm>
              <a:off x="5241237" y="19158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61" name="ph1261"/>
            <p:cNvSpPr/>
            <p:nvPr/>
          </p:nvSpPr>
          <p:spPr>
            <a:xfrm>
              <a:off x="5253749" y="19158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62" name="ph1262"/>
            <p:cNvSpPr/>
            <p:nvPr/>
          </p:nvSpPr>
          <p:spPr>
            <a:xfrm>
              <a:off x="5266261" y="19158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63" name="ph1263"/>
            <p:cNvSpPr/>
            <p:nvPr/>
          </p:nvSpPr>
          <p:spPr>
            <a:xfrm>
              <a:off x="5278775" y="19158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64" name="ph1264"/>
            <p:cNvSpPr/>
            <p:nvPr/>
          </p:nvSpPr>
          <p:spPr>
            <a:xfrm>
              <a:off x="5291287" y="19158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65" name="ph1265"/>
            <p:cNvSpPr/>
            <p:nvPr/>
          </p:nvSpPr>
          <p:spPr>
            <a:xfrm>
              <a:off x="5303799" y="19158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66" name="ph1266"/>
            <p:cNvSpPr/>
            <p:nvPr/>
          </p:nvSpPr>
          <p:spPr>
            <a:xfrm>
              <a:off x="5316311" y="19158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67" name="ph1267"/>
            <p:cNvSpPr/>
            <p:nvPr/>
          </p:nvSpPr>
          <p:spPr>
            <a:xfrm>
              <a:off x="5328824" y="19158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68" name="ph1268"/>
            <p:cNvSpPr/>
            <p:nvPr/>
          </p:nvSpPr>
          <p:spPr>
            <a:xfrm>
              <a:off x="5341336" y="19158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69" name="ph1269"/>
            <p:cNvSpPr/>
            <p:nvPr/>
          </p:nvSpPr>
          <p:spPr>
            <a:xfrm>
              <a:off x="5353848" y="19158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70" name="ph1270"/>
            <p:cNvSpPr/>
            <p:nvPr/>
          </p:nvSpPr>
          <p:spPr>
            <a:xfrm>
              <a:off x="5366360" y="19158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71" name="ph1271"/>
            <p:cNvSpPr/>
            <p:nvPr/>
          </p:nvSpPr>
          <p:spPr>
            <a:xfrm>
              <a:off x="5378873" y="19158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72" name="ph1272"/>
            <p:cNvSpPr/>
            <p:nvPr/>
          </p:nvSpPr>
          <p:spPr>
            <a:xfrm>
              <a:off x="5391385" y="19158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73" name="ph1273"/>
            <p:cNvSpPr/>
            <p:nvPr/>
          </p:nvSpPr>
          <p:spPr>
            <a:xfrm>
              <a:off x="5403897" y="19158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74" name="ph1274"/>
            <p:cNvSpPr/>
            <p:nvPr/>
          </p:nvSpPr>
          <p:spPr>
            <a:xfrm>
              <a:off x="5416411" y="19158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75" name="ph1275"/>
            <p:cNvSpPr/>
            <p:nvPr/>
          </p:nvSpPr>
          <p:spPr>
            <a:xfrm>
              <a:off x="5428923" y="19158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76" name="ph1276"/>
            <p:cNvSpPr/>
            <p:nvPr/>
          </p:nvSpPr>
          <p:spPr>
            <a:xfrm>
              <a:off x="5441435" y="19158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77" name="ph1277"/>
            <p:cNvSpPr/>
            <p:nvPr/>
          </p:nvSpPr>
          <p:spPr>
            <a:xfrm>
              <a:off x="5453947" y="19158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78" name="ph1278"/>
            <p:cNvSpPr/>
            <p:nvPr/>
          </p:nvSpPr>
          <p:spPr>
            <a:xfrm>
              <a:off x="5466460" y="19158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79" name="ph1279"/>
            <p:cNvSpPr/>
            <p:nvPr/>
          </p:nvSpPr>
          <p:spPr>
            <a:xfrm>
              <a:off x="5478972" y="191583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80" name="ph1280"/>
            <p:cNvSpPr/>
            <p:nvPr/>
          </p:nvSpPr>
          <p:spPr>
            <a:xfrm>
              <a:off x="5166163" y="193121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81" name="ph1281"/>
            <p:cNvSpPr/>
            <p:nvPr/>
          </p:nvSpPr>
          <p:spPr>
            <a:xfrm>
              <a:off x="5178675" y="193121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82" name="ph1282"/>
            <p:cNvSpPr/>
            <p:nvPr/>
          </p:nvSpPr>
          <p:spPr>
            <a:xfrm>
              <a:off x="5203700" y="193121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83" name="ph1283"/>
            <p:cNvSpPr/>
            <p:nvPr/>
          </p:nvSpPr>
          <p:spPr>
            <a:xfrm>
              <a:off x="5216212" y="193121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84" name="ph1284"/>
            <p:cNvSpPr/>
            <p:nvPr/>
          </p:nvSpPr>
          <p:spPr>
            <a:xfrm>
              <a:off x="5228724" y="193121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85" name="ph1285"/>
            <p:cNvSpPr/>
            <p:nvPr/>
          </p:nvSpPr>
          <p:spPr>
            <a:xfrm>
              <a:off x="5241237" y="193121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86" name="ph1286"/>
            <p:cNvSpPr/>
            <p:nvPr/>
          </p:nvSpPr>
          <p:spPr>
            <a:xfrm>
              <a:off x="5253749" y="193121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87" name="ph1287"/>
            <p:cNvSpPr/>
            <p:nvPr/>
          </p:nvSpPr>
          <p:spPr>
            <a:xfrm>
              <a:off x="5266261" y="193121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88" name="ph1288"/>
            <p:cNvSpPr/>
            <p:nvPr/>
          </p:nvSpPr>
          <p:spPr>
            <a:xfrm>
              <a:off x="5278775" y="193121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89" name="ph1289"/>
            <p:cNvSpPr/>
            <p:nvPr/>
          </p:nvSpPr>
          <p:spPr>
            <a:xfrm>
              <a:off x="5291287" y="193121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90" name="ph1290"/>
            <p:cNvSpPr/>
            <p:nvPr/>
          </p:nvSpPr>
          <p:spPr>
            <a:xfrm>
              <a:off x="5328824" y="193121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91" name="ph1291"/>
            <p:cNvSpPr/>
            <p:nvPr/>
          </p:nvSpPr>
          <p:spPr>
            <a:xfrm>
              <a:off x="5341336" y="193121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92" name="ph1292"/>
            <p:cNvSpPr/>
            <p:nvPr/>
          </p:nvSpPr>
          <p:spPr>
            <a:xfrm>
              <a:off x="5353848" y="193121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93" name="ph1293"/>
            <p:cNvSpPr/>
            <p:nvPr/>
          </p:nvSpPr>
          <p:spPr>
            <a:xfrm>
              <a:off x="5366360" y="193121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94" name="ph1294"/>
            <p:cNvSpPr/>
            <p:nvPr/>
          </p:nvSpPr>
          <p:spPr>
            <a:xfrm>
              <a:off x="5378873" y="193121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95" name="ph1295"/>
            <p:cNvSpPr/>
            <p:nvPr/>
          </p:nvSpPr>
          <p:spPr>
            <a:xfrm>
              <a:off x="5391385" y="193121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96" name="ph1296"/>
            <p:cNvSpPr/>
            <p:nvPr/>
          </p:nvSpPr>
          <p:spPr>
            <a:xfrm>
              <a:off x="5403897" y="193121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97" name="ph1297"/>
            <p:cNvSpPr/>
            <p:nvPr/>
          </p:nvSpPr>
          <p:spPr>
            <a:xfrm>
              <a:off x="5416411" y="193121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98" name="ph1298"/>
            <p:cNvSpPr/>
            <p:nvPr/>
          </p:nvSpPr>
          <p:spPr>
            <a:xfrm>
              <a:off x="5428923" y="193121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99" name="ph1299"/>
            <p:cNvSpPr/>
            <p:nvPr/>
          </p:nvSpPr>
          <p:spPr>
            <a:xfrm>
              <a:off x="5441435" y="193121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00" name="ph1300"/>
            <p:cNvSpPr/>
            <p:nvPr/>
          </p:nvSpPr>
          <p:spPr>
            <a:xfrm>
              <a:off x="5453947" y="193121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01" name="ph1301"/>
            <p:cNvSpPr/>
            <p:nvPr/>
          </p:nvSpPr>
          <p:spPr>
            <a:xfrm>
              <a:off x="5466460" y="193121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02" name="ph1302"/>
            <p:cNvSpPr/>
            <p:nvPr/>
          </p:nvSpPr>
          <p:spPr>
            <a:xfrm>
              <a:off x="5153651" y="194659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03" name="ph1303"/>
            <p:cNvSpPr/>
            <p:nvPr/>
          </p:nvSpPr>
          <p:spPr>
            <a:xfrm>
              <a:off x="5166163" y="194659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04" name="ph1304"/>
            <p:cNvSpPr/>
            <p:nvPr/>
          </p:nvSpPr>
          <p:spPr>
            <a:xfrm>
              <a:off x="5178675" y="194659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05" name="ph1305"/>
            <p:cNvSpPr/>
            <p:nvPr/>
          </p:nvSpPr>
          <p:spPr>
            <a:xfrm>
              <a:off x="5191188" y="194659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06" name="ph1306"/>
            <p:cNvSpPr/>
            <p:nvPr/>
          </p:nvSpPr>
          <p:spPr>
            <a:xfrm>
              <a:off x="5203700" y="194659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07" name="ph1307"/>
            <p:cNvSpPr/>
            <p:nvPr/>
          </p:nvSpPr>
          <p:spPr>
            <a:xfrm>
              <a:off x="5216212" y="194659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08" name="ph1308"/>
            <p:cNvSpPr/>
            <p:nvPr/>
          </p:nvSpPr>
          <p:spPr>
            <a:xfrm>
              <a:off x="5228724" y="194659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09" name="ph1309"/>
            <p:cNvSpPr/>
            <p:nvPr/>
          </p:nvSpPr>
          <p:spPr>
            <a:xfrm>
              <a:off x="5241237" y="194659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10" name="ph1310"/>
            <p:cNvSpPr/>
            <p:nvPr/>
          </p:nvSpPr>
          <p:spPr>
            <a:xfrm>
              <a:off x="5253749" y="194659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11" name="ph1311"/>
            <p:cNvSpPr/>
            <p:nvPr/>
          </p:nvSpPr>
          <p:spPr>
            <a:xfrm>
              <a:off x="5266261" y="194659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12" name="ph1312"/>
            <p:cNvSpPr/>
            <p:nvPr/>
          </p:nvSpPr>
          <p:spPr>
            <a:xfrm>
              <a:off x="5278775" y="194659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13" name="ph1313"/>
            <p:cNvSpPr/>
            <p:nvPr/>
          </p:nvSpPr>
          <p:spPr>
            <a:xfrm>
              <a:off x="5291287" y="194659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14" name="ph1314"/>
            <p:cNvSpPr/>
            <p:nvPr/>
          </p:nvSpPr>
          <p:spPr>
            <a:xfrm>
              <a:off x="5341336" y="194659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15" name="ph1315"/>
            <p:cNvSpPr/>
            <p:nvPr/>
          </p:nvSpPr>
          <p:spPr>
            <a:xfrm>
              <a:off x="5353848" y="194659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16" name="ph1316"/>
            <p:cNvSpPr/>
            <p:nvPr/>
          </p:nvSpPr>
          <p:spPr>
            <a:xfrm>
              <a:off x="5366360" y="194659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17" name="ph1317"/>
            <p:cNvSpPr/>
            <p:nvPr/>
          </p:nvSpPr>
          <p:spPr>
            <a:xfrm>
              <a:off x="5378873" y="194659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18" name="ph1318"/>
            <p:cNvSpPr/>
            <p:nvPr/>
          </p:nvSpPr>
          <p:spPr>
            <a:xfrm>
              <a:off x="5391385" y="194659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19" name="ph1319"/>
            <p:cNvSpPr/>
            <p:nvPr/>
          </p:nvSpPr>
          <p:spPr>
            <a:xfrm>
              <a:off x="5403897" y="194659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20" name="ph1320"/>
            <p:cNvSpPr/>
            <p:nvPr/>
          </p:nvSpPr>
          <p:spPr>
            <a:xfrm>
              <a:off x="5416411" y="194659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21" name="ph1321"/>
            <p:cNvSpPr/>
            <p:nvPr/>
          </p:nvSpPr>
          <p:spPr>
            <a:xfrm>
              <a:off x="5428923" y="194659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22" name="ph1322"/>
            <p:cNvSpPr/>
            <p:nvPr/>
          </p:nvSpPr>
          <p:spPr>
            <a:xfrm>
              <a:off x="5441435" y="194659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23" name="ph1323"/>
            <p:cNvSpPr/>
            <p:nvPr/>
          </p:nvSpPr>
          <p:spPr>
            <a:xfrm>
              <a:off x="5453947" y="194659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24" name="ph1324"/>
            <p:cNvSpPr/>
            <p:nvPr/>
          </p:nvSpPr>
          <p:spPr>
            <a:xfrm>
              <a:off x="5141139" y="19619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25" name="ph1325"/>
            <p:cNvSpPr/>
            <p:nvPr/>
          </p:nvSpPr>
          <p:spPr>
            <a:xfrm>
              <a:off x="5153651" y="19619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26" name="ph1326"/>
            <p:cNvSpPr/>
            <p:nvPr/>
          </p:nvSpPr>
          <p:spPr>
            <a:xfrm>
              <a:off x="5166163" y="19619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27" name="ph1327"/>
            <p:cNvSpPr/>
            <p:nvPr/>
          </p:nvSpPr>
          <p:spPr>
            <a:xfrm>
              <a:off x="5178675" y="19619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28" name="ph1328"/>
            <p:cNvSpPr/>
            <p:nvPr/>
          </p:nvSpPr>
          <p:spPr>
            <a:xfrm>
              <a:off x="5191188" y="19619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29" name="ph1329"/>
            <p:cNvSpPr/>
            <p:nvPr/>
          </p:nvSpPr>
          <p:spPr>
            <a:xfrm>
              <a:off x="5203700" y="19619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30" name="ph1330"/>
            <p:cNvSpPr/>
            <p:nvPr/>
          </p:nvSpPr>
          <p:spPr>
            <a:xfrm>
              <a:off x="5216212" y="19619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31" name="ph1331"/>
            <p:cNvSpPr/>
            <p:nvPr/>
          </p:nvSpPr>
          <p:spPr>
            <a:xfrm>
              <a:off x="5228724" y="19619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32" name="ph1332"/>
            <p:cNvSpPr/>
            <p:nvPr/>
          </p:nvSpPr>
          <p:spPr>
            <a:xfrm>
              <a:off x="5241237" y="19619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33" name="ph1333"/>
            <p:cNvSpPr/>
            <p:nvPr/>
          </p:nvSpPr>
          <p:spPr>
            <a:xfrm>
              <a:off x="5253749" y="19619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34" name="ph1334"/>
            <p:cNvSpPr/>
            <p:nvPr/>
          </p:nvSpPr>
          <p:spPr>
            <a:xfrm>
              <a:off x="5266261" y="19619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35" name="ph1335"/>
            <p:cNvSpPr/>
            <p:nvPr/>
          </p:nvSpPr>
          <p:spPr>
            <a:xfrm>
              <a:off x="5278775" y="19619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36" name="ph1336"/>
            <p:cNvSpPr/>
            <p:nvPr/>
          </p:nvSpPr>
          <p:spPr>
            <a:xfrm>
              <a:off x="5291287" y="19619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37" name="ph1337"/>
            <p:cNvSpPr/>
            <p:nvPr/>
          </p:nvSpPr>
          <p:spPr>
            <a:xfrm>
              <a:off x="5341336" y="19619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38" name="ph1338"/>
            <p:cNvSpPr/>
            <p:nvPr/>
          </p:nvSpPr>
          <p:spPr>
            <a:xfrm>
              <a:off x="5353848" y="19619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39" name="ph1339"/>
            <p:cNvSpPr/>
            <p:nvPr/>
          </p:nvSpPr>
          <p:spPr>
            <a:xfrm>
              <a:off x="5366360" y="19619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40" name="ph1340"/>
            <p:cNvSpPr/>
            <p:nvPr/>
          </p:nvSpPr>
          <p:spPr>
            <a:xfrm>
              <a:off x="5378873" y="19619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41" name="ph1341"/>
            <p:cNvSpPr/>
            <p:nvPr/>
          </p:nvSpPr>
          <p:spPr>
            <a:xfrm>
              <a:off x="5391385" y="19619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42" name="ph1342"/>
            <p:cNvSpPr/>
            <p:nvPr/>
          </p:nvSpPr>
          <p:spPr>
            <a:xfrm>
              <a:off x="5403897" y="19619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43" name="ph1343"/>
            <p:cNvSpPr/>
            <p:nvPr/>
          </p:nvSpPr>
          <p:spPr>
            <a:xfrm>
              <a:off x="5416411" y="19619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44" name="ph1344"/>
            <p:cNvSpPr/>
            <p:nvPr/>
          </p:nvSpPr>
          <p:spPr>
            <a:xfrm>
              <a:off x="5428923" y="19619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45" name="ph1345"/>
            <p:cNvSpPr/>
            <p:nvPr/>
          </p:nvSpPr>
          <p:spPr>
            <a:xfrm>
              <a:off x="5441435" y="196196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46" name="ph1346"/>
            <p:cNvSpPr/>
            <p:nvPr/>
          </p:nvSpPr>
          <p:spPr>
            <a:xfrm>
              <a:off x="5128625" y="197734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47" name="ph1347"/>
            <p:cNvSpPr/>
            <p:nvPr/>
          </p:nvSpPr>
          <p:spPr>
            <a:xfrm>
              <a:off x="5141139" y="197734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48" name="ph1348"/>
            <p:cNvSpPr/>
            <p:nvPr/>
          </p:nvSpPr>
          <p:spPr>
            <a:xfrm>
              <a:off x="5153651" y="197734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49" name="ph1349"/>
            <p:cNvSpPr/>
            <p:nvPr/>
          </p:nvSpPr>
          <p:spPr>
            <a:xfrm>
              <a:off x="5166163" y="197734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50" name="ph1350"/>
            <p:cNvSpPr/>
            <p:nvPr/>
          </p:nvSpPr>
          <p:spPr>
            <a:xfrm>
              <a:off x="5178675" y="197734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51" name="ph1351"/>
            <p:cNvSpPr/>
            <p:nvPr/>
          </p:nvSpPr>
          <p:spPr>
            <a:xfrm>
              <a:off x="5191188" y="197734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52" name="ph1352"/>
            <p:cNvSpPr/>
            <p:nvPr/>
          </p:nvSpPr>
          <p:spPr>
            <a:xfrm>
              <a:off x="5203700" y="197734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53" name="ph1353"/>
            <p:cNvSpPr/>
            <p:nvPr/>
          </p:nvSpPr>
          <p:spPr>
            <a:xfrm>
              <a:off x="5216212" y="197734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54" name="ph1354"/>
            <p:cNvSpPr/>
            <p:nvPr/>
          </p:nvSpPr>
          <p:spPr>
            <a:xfrm>
              <a:off x="5228724" y="197734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55" name="ph1355"/>
            <p:cNvSpPr/>
            <p:nvPr/>
          </p:nvSpPr>
          <p:spPr>
            <a:xfrm>
              <a:off x="5241237" y="197734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56" name="ph1356"/>
            <p:cNvSpPr/>
            <p:nvPr/>
          </p:nvSpPr>
          <p:spPr>
            <a:xfrm>
              <a:off x="5253749" y="197734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57" name="ph1357"/>
            <p:cNvSpPr/>
            <p:nvPr/>
          </p:nvSpPr>
          <p:spPr>
            <a:xfrm>
              <a:off x="5266261" y="197734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58" name="ph1358"/>
            <p:cNvSpPr/>
            <p:nvPr/>
          </p:nvSpPr>
          <p:spPr>
            <a:xfrm>
              <a:off x="5278775" y="197734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59" name="ph1359"/>
            <p:cNvSpPr/>
            <p:nvPr/>
          </p:nvSpPr>
          <p:spPr>
            <a:xfrm>
              <a:off x="5291287" y="197734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60" name="ph1360"/>
            <p:cNvSpPr/>
            <p:nvPr/>
          </p:nvSpPr>
          <p:spPr>
            <a:xfrm>
              <a:off x="5303799" y="197734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61" name="ph1361"/>
            <p:cNvSpPr/>
            <p:nvPr/>
          </p:nvSpPr>
          <p:spPr>
            <a:xfrm>
              <a:off x="5353848" y="197734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62" name="ph1362"/>
            <p:cNvSpPr/>
            <p:nvPr/>
          </p:nvSpPr>
          <p:spPr>
            <a:xfrm>
              <a:off x="5366360" y="197734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63" name="ph1363"/>
            <p:cNvSpPr/>
            <p:nvPr/>
          </p:nvSpPr>
          <p:spPr>
            <a:xfrm>
              <a:off x="5378873" y="197734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64" name="ph1364"/>
            <p:cNvSpPr/>
            <p:nvPr/>
          </p:nvSpPr>
          <p:spPr>
            <a:xfrm>
              <a:off x="5391385" y="197734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65" name="ph1365"/>
            <p:cNvSpPr/>
            <p:nvPr/>
          </p:nvSpPr>
          <p:spPr>
            <a:xfrm>
              <a:off x="5403897" y="197734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66" name="ph1366"/>
            <p:cNvSpPr/>
            <p:nvPr/>
          </p:nvSpPr>
          <p:spPr>
            <a:xfrm>
              <a:off x="5416411" y="197734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67" name="ph1367"/>
            <p:cNvSpPr/>
            <p:nvPr/>
          </p:nvSpPr>
          <p:spPr>
            <a:xfrm>
              <a:off x="5428923" y="197734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68" name="ph1368"/>
            <p:cNvSpPr/>
            <p:nvPr/>
          </p:nvSpPr>
          <p:spPr>
            <a:xfrm>
              <a:off x="5128625" y="19927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69" name="ph1369"/>
            <p:cNvSpPr/>
            <p:nvPr/>
          </p:nvSpPr>
          <p:spPr>
            <a:xfrm>
              <a:off x="5141139" y="19927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70" name="ph1370"/>
            <p:cNvSpPr/>
            <p:nvPr/>
          </p:nvSpPr>
          <p:spPr>
            <a:xfrm>
              <a:off x="5153651" y="19927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71" name="ph1371"/>
            <p:cNvSpPr/>
            <p:nvPr/>
          </p:nvSpPr>
          <p:spPr>
            <a:xfrm>
              <a:off x="5166163" y="19927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72" name="ph1372"/>
            <p:cNvSpPr/>
            <p:nvPr/>
          </p:nvSpPr>
          <p:spPr>
            <a:xfrm>
              <a:off x="5178675" y="19927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73" name="ph1373"/>
            <p:cNvSpPr/>
            <p:nvPr/>
          </p:nvSpPr>
          <p:spPr>
            <a:xfrm>
              <a:off x="5191188" y="19927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74" name="ph1374"/>
            <p:cNvSpPr/>
            <p:nvPr/>
          </p:nvSpPr>
          <p:spPr>
            <a:xfrm>
              <a:off x="5203700" y="19927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75" name="ph1375"/>
            <p:cNvSpPr/>
            <p:nvPr/>
          </p:nvSpPr>
          <p:spPr>
            <a:xfrm>
              <a:off x="5216212" y="19927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76" name="ph1376"/>
            <p:cNvSpPr/>
            <p:nvPr/>
          </p:nvSpPr>
          <p:spPr>
            <a:xfrm>
              <a:off x="5228724" y="19927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77" name="ph1377"/>
            <p:cNvSpPr/>
            <p:nvPr/>
          </p:nvSpPr>
          <p:spPr>
            <a:xfrm>
              <a:off x="5241237" y="19927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78" name="ph1378"/>
            <p:cNvSpPr/>
            <p:nvPr/>
          </p:nvSpPr>
          <p:spPr>
            <a:xfrm>
              <a:off x="5253749" y="19927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79" name="ph1379"/>
            <p:cNvSpPr/>
            <p:nvPr/>
          </p:nvSpPr>
          <p:spPr>
            <a:xfrm>
              <a:off x="5266261" y="19927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80" name="ph1380"/>
            <p:cNvSpPr/>
            <p:nvPr/>
          </p:nvSpPr>
          <p:spPr>
            <a:xfrm>
              <a:off x="5278775" y="19927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81" name="ph1381"/>
            <p:cNvSpPr/>
            <p:nvPr/>
          </p:nvSpPr>
          <p:spPr>
            <a:xfrm>
              <a:off x="5291287" y="19927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82" name="ph1382"/>
            <p:cNvSpPr/>
            <p:nvPr/>
          </p:nvSpPr>
          <p:spPr>
            <a:xfrm>
              <a:off x="5303799" y="19927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83" name="ph1383"/>
            <p:cNvSpPr/>
            <p:nvPr/>
          </p:nvSpPr>
          <p:spPr>
            <a:xfrm>
              <a:off x="5353848" y="19927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84" name="ph1384"/>
            <p:cNvSpPr/>
            <p:nvPr/>
          </p:nvSpPr>
          <p:spPr>
            <a:xfrm>
              <a:off x="5366360" y="19927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85" name="ph1385"/>
            <p:cNvSpPr/>
            <p:nvPr/>
          </p:nvSpPr>
          <p:spPr>
            <a:xfrm>
              <a:off x="5378873" y="19927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86" name="ph1386"/>
            <p:cNvSpPr/>
            <p:nvPr/>
          </p:nvSpPr>
          <p:spPr>
            <a:xfrm>
              <a:off x="5391385" y="19927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87" name="ph1387"/>
            <p:cNvSpPr/>
            <p:nvPr/>
          </p:nvSpPr>
          <p:spPr>
            <a:xfrm>
              <a:off x="5403897" y="19927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88" name="ph1388"/>
            <p:cNvSpPr/>
            <p:nvPr/>
          </p:nvSpPr>
          <p:spPr>
            <a:xfrm>
              <a:off x="5416411" y="19927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89" name="ph1389"/>
            <p:cNvSpPr/>
            <p:nvPr/>
          </p:nvSpPr>
          <p:spPr>
            <a:xfrm>
              <a:off x="5116113" y="20080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90" name="ph1390"/>
            <p:cNvSpPr/>
            <p:nvPr/>
          </p:nvSpPr>
          <p:spPr>
            <a:xfrm>
              <a:off x="5128625" y="20080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91" name="ph1391"/>
            <p:cNvSpPr/>
            <p:nvPr/>
          </p:nvSpPr>
          <p:spPr>
            <a:xfrm>
              <a:off x="5141139" y="20080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92" name="ph1392"/>
            <p:cNvSpPr/>
            <p:nvPr/>
          </p:nvSpPr>
          <p:spPr>
            <a:xfrm>
              <a:off x="5153651" y="20080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93" name="ph1393"/>
            <p:cNvSpPr/>
            <p:nvPr/>
          </p:nvSpPr>
          <p:spPr>
            <a:xfrm>
              <a:off x="5166163" y="20080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94" name="ph1394"/>
            <p:cNvSpPr/>
            <p:nvPr/>
          </p:nvSpPr>
          <p:spPr>
            <a:xfrm>
              <a:off x="5178675" y="20080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95" name="ph1395"/>
            <p:cNvSpPr/>
            <p:nvPr/>
          </p:nvSpPr>
          <p:spPr>
            <a:xfrm>
              <a:off x="5191188" y="20080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96" name="ph1396"/>
            <p:cNvSpPr/>
            <p:nvPr/>
          </p:nvSpPr>
          <p:spPr>
            <a:xfrm>
              <a:off x="5203700" y="20080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97" name="ph1397"/>
            <p:cNvSpPr/>
            <p:nvPr/>
          </p:nvSpPr>
          <p:spPr>
            <a:xfrm>
              <a:off x="5216212" y="20080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98" name="ph1398"/>
            <p:cNvSpPr/>
            <p:nvPr/>
          </p:nvSpPr>
          <p:spPr>
            <a:xfrm>
              <a:off x="5228724" y="20080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99" name="ph1399"/>
            <p:cNvSpPr/>
            <p:nvPr/>
          </p:nvSpPr>
          <p:spPr>
            <a:xfrm>
              <a:off x="5241237" y="20080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00" name="ph1400"/>
            <p:cNvSpPr/>
            <p:nvPr/>
          </p:nvSpPr>
          <p:spPr>
            <a:xfrm>
              <a:off x="5253749" y="20080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01" name="ph1401"/>
            <p:cNvSpPr/>
            <p:nvPr/>
          </p:nvSpPr>
          <p:spPr>
            <a:xfrm>
              <a:off x="5266261" y="20080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02" name="ph1402"/>
            <p:cNvSpPr/>
            <p:nvPr/>
          </p:nvSpPr>
          <p:spPr>
            <a:xfrm>
              <a:off x="5278775" y="20080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03" name="ph1403"/>
            <p:cNvSpPr/>
            <p:nvPr/>
          </p:nvSpPr>
          <p:spPr>
            <a:xfrm>
              <a:off x="5291287" y="20080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04" name="ph1404"/>
            <p:cNvSpPr/>
            <p:nvPr/>
          </p:nvSpPr>
          <p:spPr>
            <a:xfrm>
              <a:off x="5303799" y="20080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05" name="ph1405"/>
            <p:cNvSpPr/>
            <p:nvPr/>
          </p:nvSpPr>
          <p:spPr>
            <a:xfrm>
              <a:off x="5316311" y="20080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06" name="ph1406"/>
            <p:cNvSpPr/>
            <p:nvPr/>
          </p:nvSpPr>
          <p:spPr>
            <a:xfrm>
              <a:off x="5353848" y="20080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07" name="ph1407"/>
            <p:cNvSpPr/>
            <p:nvPr/>
          </p:nvSpPr>
          <p:spPr>
            <a:xfrm>
              <a:off x="5366360" y="20080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08" name="ph1408"/>
            <p:cNvSpPr/>
            <p:nvPr/>
          </p:nvSpPr>
          <p:spPr>
            <a:xfrm>
              <a:off x="5378873" y="20080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09" name="ph1409"/>
            <p:cNvSpPr/>
            <p:nvPr/>
          </p:nvSpPr>
          <p:spPr>
            <a:xfrm>
              <a:off x="5391385" y="20080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10" name="ph1410"/>
            <p:cNvSpPr/>
            <p:nvPr/>
          </p:nvSpPr>
          <p:spPr>
            <a:xfrm>
              <a:off x="5403897" y="20080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11" name="ph1411"/>
            <p:cNvSpPr/>
            <p:nvPr/>
          </p:nvSpPr>
          <p:spPr>
            <a:xfrm>
              <a:off x="5416411" y="20080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12" name="ph1412"/>
            <p:cNvSpPr/>
            <p:nvPr/>
          </p:nvSpPr>
          <p:spPr>
            <a:xfrm>
              <a:off x="5116113" y="20234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13" name="ph1413"/>
            <p:cNvSpPr/>
            <p:nvPr/>
          </p:nvSpPr>
          <p:spPr>
            <a:xfrm>
              <a:off x="5128625" y="20234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14" name="ph1414"/>
            <p:cNvSpPr/>
            <p:nvPr/>
          </p:nvSpPr>
          <p:spPr>
            <a:xfrm>
              <a:off x="5141139" y="20234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15" name="ph1415"/>
            <p:cNvSpPr/>
            <p:nvPr/>
          </p:nvSpPr>
          <p:spPr>
            <a:xfrm>
              <a:off x="5153651" y="20234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16" name="ph1416"/>
            <p:cNvSpPr/>
            <p:nvPr/>
          </p:nvSpPr>
          <p:spPr>
            <a:xfrm>
              <a:off x="5166163" y="20234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17" name="ph1417"/>
            <p:cNvSpPr/>
            <p:nvPr/>
          </p:nvSpPr>
          <p:spPr>
            <a:xfrm>
              <a:off x="5178675" y="20234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18" name="ph1418"/>
            <p:cNvSpPr/>
            <p:nvPr/>
          </p:nvSpPr>
          <p:spPr>
            <a:xfrm>
              <a:off x="5191188" y="20234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19" name="ph1419"/>
            <p:cNvSpPr/>
            <p:nvPr/>
          </p:nvSpPr>
          <p:spPr>
            <a:xfrm>
              <a:off x="5203700" y="20234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20" name="ph1420"/>
            <p:cNvSpPr/>
            <p:nvPr/>
          </p:nvSpPr>
          <p:spPr>
            <a:xfrm>
              <a:off x="5216212" y="20234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21" name="ph1421"/>
            <p:cNvSpPr/>
            <p:nvPr/>
          </p:nvSpPr>
          <p:spPr>
            <a:xfrm>
              <a:off x="5228724" y="20234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22" name="ph1422"/>
            <p:cNvSpPr/>
            <p:nvPr/>
          </p:nvSpPr>
          <p:spPr>
            <a:xfrm>
              <a:off x="5241237" y="20234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23" name="ph1423"/>
            <p:cNvSpPr/>
            <p:nvPr/>
          </p:nvSpPr>
          <p:spPr>
            <a:xfrm>
              <a:off x="5253749" y="20234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24" name="ph1424"/>
            <p:cNvSpPr/>
            <p:nvPr/>
          </p:nvSpPr>
          <p:spPr>
            <a:xfrm>
              <a:off x="5266261" y="20234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25" name="ph1425"/>
            <p:cNvSpPr/>
            <p:nvPr/>
          </p:nvSpPr>
          <p:spPr>
            <a:xfrm>
              <a:off x="5278775" y="20234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26" name="ph1426"/>
            <p:cNvSpPr/>
            <p:nvPr/>
          </p:nvSpPr>
          <p:spPr>
            <a:xfrm>
              <a:off x="5291287" y="20234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27" name="ph1427"/>
            <p:cNvSpPr/>
            <p:nvPr/>
          </p:nvSpPr>
          <p:spPr>
            <a:xfrm>
              <a:off x="5303799" y="20234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28" name="ph1428"/>
            <p:cNvSpPr/>
            <p:nvPr/>
          </p:nvSpPr>
          <p:spPr>
            <a:xfrm>
              <a:off x="5316311" y="20234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29" name="ph1429"/>
            <p:cNvSpPr/>
            <p:nvPr/>
          </p:nvSpPr>
          <p:spPr>
            <a:xfrm>
              <a:off x="5328824" y="20234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30" name="ph1430"/>
            <p:cNvSpPr/>
            <p:nvPr/>
          </p:nvSpPr>
          <p:spPr>
            <a:xfrm>
              <a:off x="5366360" y="20234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31" name="ph1431"/>
            <p:cNvSpPr/>
            <p:nvPr/>
          </p:nvSpPr>
          <p:spPr>
            <a:xfrm>
              <a:off x="5378873" y="20234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32" name="ph1432"/>
            <p:cNvSpPr/>
            <p:nvPr/>
          </p:nvSpPr>
          <p:spPr>
            <a:xfrm>
              <a:off x="5391385" y="20234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33" name="ph1433"/>
            <p:cNvSpPr/>
            <p:nvPr/>
          </p:nvSpPr>
          <p:spPr>
            <a:xfrm>
              <a:off x="5403897" y="20234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34" name="ph1434"/>
            <p:cNvSpPr/>
            <p:nvPr/>
          </p:nvSpPr>
          <p:spPr>
            <a:xfrm>
              <a:off x="5416411" y="20234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35" name="ph1435"/>
            <p:cNvSpPr/>
            <p:nvPr/>
          </p:nvSpPr>
          <p:spPr>
            <a:xfrm>
              <a:off x="5116113" y="20388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36" name="ph1436"/>
            <p:cNvSpPr/>
            <p:nvPr/>
          </p:nvSpPr>
          <p:spPr>
            <a:xfrm>
              <a:off x="5128625" y="20388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37" name="ph1437"/>
            <p:cNvSpPr/>
            <p:nvPr/>
          </p:nvSpPr>
          <p:spPr>
            <a:xfrm>
              <a:off x="5141139" y="20388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38" name="ph1438"/>
            <p:cNvSpPr/>
            <p:nvPr/>
          </p:nvSpPr>
          <p:spPr>
            <a:xfrm>
              <a:off x="5153651" y="20388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39" name="ph1439"/>
            <p:cNvSpPr/>
            <p:nvPr/>
          </p:nvSpPr>
          <p:spPr>
            <a:xfrm>
              <a:off x="5166163" y="20388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40" name="ph1440"/>
            <p:cNvSpPr/>
            <p:nvPr/>
          </p:nvSpPr>
          <p:spPr>
            <a:xfrm>
              <a:off x="5178675" y="20388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41" name="ph1441"/>
            <p:cNvSpPr/>
            <p:nvPr/>
          </p:nvSpPr>
          <p:spPr>
            <a:xfrm>
              <a:off x="5191188" y="20388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42" name="ph1442"/>
            <p:cNvSpPr/>
            <p:nvPr/>
          </p:nvSpPr>
          <p:spPr>
            <a:xfrm>
              <a:off x="5203700" y="20388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5A8">
                <a:alpha val="100000"/>
              </a:srgbClr>
            </a:solidFill>
            <a:ln w="5420" cap="flat">
              <a:solidFill>
                <a:srgbClr val="3595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43" name="ph1443"/>
            <p:cNvSpPr/>
            <p:nvPr/>
          </p:nvSpPr>
          <p:spPr>
            <a:xfrm>
              <a:off x="5216212" y="20388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44" name="ph1444"/>
            <p:cNvSpPr/>
            <p:nvPr/>
          </p:nvSpPr>
          <p:spPr>
            <a:xfrm>
              <a:off x="5228724" y="20388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45" name="ph1445"/>
            <p:cNvSpPr/>
            <p:nvPr/>
          </p:nvSpPr>
          <p:spPr>
            <a:xfrm>
              <a:off x="5241237" y="20388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46" name="ph1446"/>
            <p:cNvSpPr/>
            <p:nvPr/>
          </p:nvSpPr>
          <p:spPr>
            <a:xfrm>
              <a:off x="5253749" y="20388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47" name="ph1447"/>
            <p:cNvSpPr/>
            <p:nvPr/>
          </p:nvSpPr>
          <p:spPr>
            <a:xfrm>
              <a:off x="5266261" y="20388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48" name="ph1448"/>
            <p:cNvSpPr/>
            <p:nvPr/>
          </p:nvSpPr>
          <p:spPr>
            <a:xfrm>
              <a:off x="5278775" y="20388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49" name="ph1449"/>
            <p:cNvSpPr/>
            <p:nvPr/>
          </p:nvSpPr>
          <p:spPr>
            <a:xfrm>
              <a:off x="5291287" y="20388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50" name="ph1450"/>
            <p:cNvSpPr/>
            <p:nvPr/>
          </p:nvSpPr>
          <p:spPr>
            <a:xfrm>
              <a:off x="5303799" y="20388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51" name="ph1451"/>
            <p:cNvSpPr/>
            <p:nvPr/>
          </p:nvSpPr>
          <p:spPr>
            <a:xfrm>
              <a:off x="5316311" y="20388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52" name="ph1452"/>
            <p:cNvSpPr/>
            <p:nvPr/>
          </p:nvSpPr>
          <p:spPr>
            <a:xfrm>
              <a:off x="5328824" y="20388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53" name="ph1453"/>
            <p:cNvSpPr/>
            <p:nvPr/>
          </p:nvSpPr>
          <p:spPr>
            <a:xfrm>
              <a:off x="5353848" y="20388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54" name="ph1454"/>
            <p:cNvSpPr/>
            <p:nvPr/>
          </p:nvSpPr>
          <p:spPr>
            <a:xfrm>
              <a:off x="5366360" y="20388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55" name="ph1455"/>
            <p:cNvSpPr/>
            <p:nvPr/>
          </p:nvSpPr>
          <p:spPr>
            <a:xfrm>
              <a:off x="5378873" y="20388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56" name="ph1456"/>
            <p:cNvSpPr/>
            <p:nvPr/>
          </p:nvSpPr>
          <p:spPr>
            <a:xfrm>
              <a:off x="5391385" y="20388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57" name="ph1457"/>
            <p:cNvSpPr/>
            <p:nvPr/>
          </p:nvSpPr>
          <p:spPr>
            <a:xfrm>
              <a:off x="5403897" y="20388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58" name="ph1458"/>
            <p:cNvSpPr/>
            <p:nvPr/>
          </p:nvSpPr>
          <p:spPr>
            <a:xfrm>
              <a:off x="5416411" y="20388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59" name="ph1459"/>
            <p:cNvSpPr/>
            <p:nvPr/>
          </p:nvSpPr>
          <p:spPr>
            <a:xfrm>
              <a:off x="5128625" y="20542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60" name="ph1460"/>
            <p:cNvSpPr/>
            <p:nvPr/>
          </p:nvSpPr>
          <p:spPr>
            <a:xfrm>
              <a:off x="5141139" y="20542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61" name="ph1461"/>
            <p:cNvSpPr/>
            <p:nvPr/>
          </p:nvSpPr>
          <p:spPr>
            <a:xfrm>
              <a:off x="5153651" y="20542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62" name="ph1462"/>
            <p:cNvSpPr/>
            <p:nvPr/>
          </p:nvSpPr>
          <p:spPr>
            <a:xfrm>
              <a:off x="5166163" y="20542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63" name="ph1463"/>
            <p:cNvSpPr/>
            <p:nvPr/>
          </p:nvSpPr>
          <p:spPr>
            <a:xfrm>
              <a:off x="5178675" y="20542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64" name="ph1464"/>
            <p:cNvSpPr/>
            <p:nvPr/>
          </p:nvSpPr>
          <p:spPr>
            <a:xfrm>
              <a:off x="5191188" y="20542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5A8">
                <a:alpha val="100000"/>
              </a:srgbClr>
            </a:solidFill>
            <a:ln w="5420" cap="flat">
              <a:solidFill>
                <a:srgbClr val="3595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65" name="ph1465"/>
            <p:cNvSpPr/>
            <p:nvPr/>
          </p:nvSpPr>
          <p:spPr>
            <a:xfrm>
              <a:off x="5203700" y="20542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66" name="ph1466"/>
            <p:cNvSpPr/>
            <p:nvPr/>
          </p:nvSpPr>
          <p:spPr>
            <a:xfrm>
              <a:off x="5216212" y="20542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67" name="ph1467"/>
            <p:cNvSpPr/>
            <p:nvPr/>
          </p:nvSpPr>
          <p:spPr>
            <a:xfrm>
              <a:off x="5228724" y="20542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68" name="ph1468"/>
            <p:cNvSpPr/>
            <p:nvPr/>
          </p:nvSpPr>
          <p:spPr>
            <a:xfrm>
              <a:off x="5241237" y="20542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69" name="ph1469"/>
            <p:cNvSpPr/>
            <p:nvPr/>
          </p:nvSpPr>
          <p:spPr>
            <a:xfrm>
              <a:off x="5253749" y="20542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70" name="ph1470"/>
            <p:cNvSpPr/>
            <p:nvPr/>
          </p:nvSpPr>
          <p:spPr>
            <a:xfrm>
              <a:off x="5266261" y="20542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71" name="ph1471"/>
            <p:cNvSpPr/>
            <p:nvPr/>
          </p:nvSpPr>
          <p:spPr>
            <a:xfrm>
              <a:off x="5278775" y="20542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72" name="ph1472"/>
            <p:cNvSpPr/>
            <p:nvPr/>
          </p:nvSpPr>
          <p:spPr>
            <a:xfrm>
              <a:off x="5291287" y="20542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CB0AB">
                <a:alpha val="100000"/>
              </a:srgbClr>
            </a:solidFill>
            <a:ln w="5420" cap="flat">
              <a:solidFill>
                <a:srgbClr val="4C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73" name="ph1473"/>
            <p:cNvSpPr/>
            <p:nvPr/>
          </p:nvSpPr>
          <p:spPr>
            <a:xfrm>
              <a:off x="5303799" y="20542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74" name="ph1474"/>
            <p:cNvSpPr/>
            <p:nvPr/>
          </p:nvSpPr>
          <p:spPr>
            <a:xfrm>
              <a:off x="5316311" y="20542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75" name="ph1475"/>
            <p:cNvSpPr/>
            <p:nvPr/>
          </p:nvSpPr>
          <p:spPr>
            <a:xfrm>
              <a:off x="5328824" y="20542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76" name="ph1476"/>
            <p:cNvSpPr/>
            <p:nvPr/>
          </p:nvSpPr>
          <p:spPr>
            <a:xfrm>
              <a:off x="5341336" y="20542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77" name="ph1477"/>
            <p:cNvSpPr/>
            <p:nvPr/>
          </p:nvSpPr>
          <p:spPr>
            <a:xfrm>
              <a:off x="5353848" y="20542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78" name="ph1478"/>
            <p:cNvSpPr/>
            <p:nvPr/>
          </p:nvSpPr>
          <p:spPr>
            <a:xfrm>
              <a:off x="5366360" y="20542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79" name="ph1479"/>
            <p:cNvSpPr/>
            <p:nvPr/>
          </p:nvSpPr>
          <p:spPr>
            <a:xfrm>
              <a:off x="5378873" y="20542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80" name="ph1480"/>
            <p:cNvSpPr/>
            <p:nvPr/>
          </p:nvSpPr>
          <p:spPr>
            <a:xfrm>
              <a:off x="5391385" y="20542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81" name="ph1481"/>
            <p:cNvSpPr/>
            <p:nvPr/>
          </p:nvSpPr>
          <p:spPr>
            <a:xfrm>
              <a:off x="5403897" y="20542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82" name="ph1482"/>
            <p:cNvSpPr/>
            <p:nvPr/>
          </p:nvSpPr>
          <p:spPr>
            <a:xfrm>
              <a:off x="5416411" y="20542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83" name="ph1483"/>
            <p:cNvSpPr/>
            <p:nvPr/>
          </p:nvSpPr>
          <p:spPr>
            <a:xfrm>
              <a:off x="5141139" y="20695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84" name="ph1484"/>
            <p:cNvSpPr/>
            <p:nvPr/>
          </p:nvSpPr>
          <p:spPr>
            <a:xfrm>
              <a:off x="5153651" y="20695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85" name="ph1485"/>
            <p:cNvSpPr/>
            <p:nvPr/>
          </p:nvSpPr>
          <p:spPr>
            <a:xfrm>
              <a:off x="5166163" y="20695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7A9">
                <a:alpha val="100000"/>
              </a:srgbClr>
            </a:solidFill>
            <a:ln w="5420" cap="flat">
              <a:solidFill>
                <a:srgbClr val="35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86" name="ph1486"/>
            <p:cNvSpPr/>
            <p:nvPr/>
          </p:nvSpPr>
          <p:spPr>
            <a:xfrm>
              <a:off x="5178675" y="20695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7A9">
                <a:alpha val="100000"/>
              </a:srgbClr>
            </a:solidFill>
            <a:ln w="5420" cap="flat">
              <a:solidFill>
                <a:srgbClr val="35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87" name="ph1487"/>
            <p:cNvSpPr/>
            <p:nvPr/>
          </p:nvSpPr>
          <p:spPr>
            <a:xfrm>
              <a:off x="5191188" y="20695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88" name="ph1488"/>
            <p:cNvSpPr/>
            <p:nvPr/>
          </p:nvSpPr>
          <p:spPr>
            <a:xfrm>
              <a:off x="5203700" y="20695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89" name="ph1489"/>
            <p:cNvSpPr/>
            <p:nvPr/>
          </p:nvSpPr>
          <p:spPr>
            <a:xfrm>
              <a:off x="5216212" y="20695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90" name="ph1490"/>
            <p:cNvSpPr/>
            <p:nvPr/>
          </p:nvSpPr>
          <p:spPr>
            <a:xfrm>
              <a:off x="5228724" y="20695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91" name="ph1491"/>
            <p:cNvSpPr/>
            <p:nvPr/>
          </p:nvSpPr>
          <p:spPr>
            <a:xfrm>
              <a:off x="5241237" y="20695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92" name="ph1492"/>
            <p:cNvSpPr/>
            <p:nvPr/>
          </p:nvSpPr>
          <p:spPr>
            <a:xfrm>
              <a:off x="5253749" y="20695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8ABAA">
                <a:alpha val="100000"/>
              </a:srgbClr>
            </a:solidFill>
            <a:ln w="5420" cap="flat">
              <a:solidFill>
                <a:srgbClr val="48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93" name="ph1493"/>
            <p:cNvSpPr/>
            <p:nvPr/>
          </p:nvSpPr>
          <p:spPr>
            <a:xfrm>
              <a:off x="5266261" y="20695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94" name="ph1494"/>
            <p:cNvSpPr/>
            <p:nvPr/>
          </p:nvSpPr>
          <p:spPr>
            <a:xfrm>
              <a:off x="5278775" y="20695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95" name="ph1495"/>
            <p:cNvSpPr/>
            <p:nvPr/>
          </p:nvSpPr>
          <p:spPr>
            <a:xfrm>
              <a:off x="5291287" y="20695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96" name="ph1496"/>
            <p:cNvSpPr/>
            <p:nvPr/>
          </p:nvSpPr>
          <p:spPr>
            <a:xfrm>
              <a:off x="5303799" y="20695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97" name="ph1497"/>
            <p:cNvSpPr/>
            <p:nvPr/>
          </p:nvSpPr>
          <p:spPr>
            <a:xfrm>
              <a:off x="5316311" y="20695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98" name="ph1498"/>
            <p:cNvSpPr/>
            <p:nvPr/>
          </p:nvSpPr>
          <p:spPr>
            <a:xfrm>
              <a:off x="5328824" y="20695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99" name="ph1499"/>
            <p:cNvSpPr/>
            <p:nvPr/>
          </p:nvSpPr>
          <p:spPr>
            <a:xfrm>
              <a:off x="5341336" y="20695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00" name="ph1500"/>
            <p:cNvSpPr/>
            <p:nvPr/>
          </p:nvSpPr>
          <p:spPr>
            <a:xfrm>
              <a:off x="5353848" y="20695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01" name="ph1501"/>
            <p:cNvSpPr/>
            <p:nvPr/>
          </p:nvSpPr>
          <p:spPr>
            <a:xfrm>
              <a:off x="5366360" y="20695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02" name="ph1502"/>
            <p:cNvSpPr/>
            <p:nvPr/>
          </p:nvSpPr>
          <p:spPr>
            <a:xfrm>
              <a:off x="5378873" y="20695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03" name="ph1503"/>
            <p:cNvSpPr/>
            <p:nvPr/>
          </p:nvSpPr>
          <p:spPr>
            <a:xfrm>
              <a:off x="5391385" y="20695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04" name="ph1504"/>
            <p:cNvSpPr/>
            <p:nvPr/>
          </p:nvSpPr>
          <p:spPr>
            <a:xfrm>
              <a:off x="5403897" y="20695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05" name="ph1505"/>
            <p:cNvSpPr/>
            <p:nvPr/>
          </p:nvSpPr>
          <p:spPr>
            <a:xfrm>
              <a:off x="5141139" y="20849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06" name="ph1506"/>
            <p:cNvSpPr/>
            <p:nvPr/>
          </p:nvSpPr>
          <p:spPr>
            <a:xfrm>
              <a:off x="5153651" y="20849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07" name="ph1507"/>
            <p:cNvSpPr/>
            <p:nvPr/>
          </p:nvSpPr>
          <p:spPr>
            <a:xfrm>
              <a:off x="5166163" y="20849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08" name="ph1508"/>
            <p:cNvSpPr/>
            <p:nvPr/>
          </p:nvSpPr>
          <p:spPr>
            <a:xfrm>
              <a:off x="5178675" y="20849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09" name="ph1509"/>
            <p:cNvSpPr/>
            <p:nvPr/>
          </p:nvSpPr>
          <p:spPr>
            <a:xfrm>
              <a:off x="5191188" y="20849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10" name="ph1510"/>
            <p:cNvSpPr/>
            <p:nvPr/>
          </p:nvSpPr>
          <p:spPr>
            <a:xfrm>
              <a:off x="5203700" y="20849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11" name="ph1511"/>
            <p:cNvSpPr/>
            <p:nvPr/>
          </p:nvSpPr>
          <p:spPr>
            <a:xfrm>
              <a:off x="5216212" y="20849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12" name="ph1512"/>
            <p:cNvSpPr/>
            <p:nvPr/>
          </p:nvSpPr>
          <p:spPr>
            <a:xfrm>
              <a:off x="5228724" y="20849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13" name="ph1513"/>
            <p:cNvSpPr/>
            <p:nvPr/>
          </p:nvSpPr>
          <p:spPr>
            <a:xfrm>
              <a:off x="5241237" y="20849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14" name="ph1514"/>
            <p:cNvSpPr/>
            <p:nvPr/>
          </p:nvSpPr>
          <p:spPr>
            <a:xfrm>
              <a:off x="5253749" y="20849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15" name="ph1515"/>
            <p:cNvSpPr/>
            <p:nvPr/>
          </p:nvSpPr>
          <p:spPr>
            <a:xfrm>
              <a:off x="5266261" y="20849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16" name="ph1516"/>
            <p:cNvSpPr/>
            <p:nvPr/>
          </p:nvSpPr>
          <p:spPr>
            <a:xfrm>
              <a:off x="5278775" y="20849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17" name="ph1517"/>
            <p:cNvSpPr/>
            <p:nvPr/>
          </p:nvSpPr>
          <p:spPr>
            <a:xfrm>
              <a:off x="5291287" y="20849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18" name="ph1518"/>
            <p:cNvSpPr/>
            <p:nvPr/>
          </p:nvSpPr>
          <p:spPr>
            <a:xfrm>
              <a:off x="5303799" y="20849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19" name="ph1519"/>
            <p:cNvSpPr/>
            <p:nvPr/>
          </p:nvSpPr>
          <p:spPr>
            <a:xfrm>
              <a:off x="5316311" y="20849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20" name="ph1520"/>
            <p:cNvSpPr/>
            <p:nvPr/>
          </p:nvSpPr>
          <p:spPr>
            <a:xfrm>
              <a:off x="5328824" y="20849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21" name="ph1521"/>
            <p:cNvSpPr/>
            <p:nvPr/>
          </p:nvSpPr>
          <p:spPr>
            <a:xfrm>
              <a:off x="5341336" y="20849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22" name="ph1522"/>
            <p:cNvSpPr/>
            <p:nvPr/>
          </p:nvSpPr>
          <p:spPr>
            <a:xfrm>
              <a:off x="5353848" y="20849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23" name="ph1523"/>
            <p:cNvSpPr/>
            <p:nvPr/>
          </p:nvSpPr>
          <p:spPr>
            <a:xfrm>
              <a:off x="5366360" y="20849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24" name="ph1524"/>
            <p:cNvSpPr/>
            <p:nvPr/>
          </p:nvSpPr>
          <p:spPr>
            <a:xfrm>
              <a:off x="5378873" y="20849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25" name="ph1525"/>
            <p:cNvSpPr/>
            <p:nvPr/>
          </p:nvSpPr>
          <p:spPr>
            <a:xfrm>
              <a:off x="5391385" y="20849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26" name="ph1526"/>
            <p:cNvSpPr/>
            <p:nvPr/>
          </p:nvSpPr>
          <p:spPr>
            <a:xfrm>
              <a:off x="5166163" y="21003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27" name="ph1527"/>
            <p:cNvSpPr/>
            <p:nvPr/>
          </p:nvSpPr>
          <p:spPr>
            <a:xfrm>
              <a:off x="5178675" y="21003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28" name="ph1528"/>
            <p:cNvSpPr/>
            <p:nvPr/>
          </p:nvSpPr>
          <p:spPr>
            <a:xfrm>
              <a:off x="5191188" y="21003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29" name="ph1529"/>
            <p:cNvSpPr/>
            <p:nvPr/>
          </p:nvSpPr>
          <p:spPr>
            <a:xfrm>
              <a:off x="5203700" y="21003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30" name="ph1530"/>
            <p:cNvSpPr/>
            <p:nvPr/>
          </p:nvSpPr>
          <p:spPr>
            <a:xfrm>
              <a:off x="5216212" y="21003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31" name="ph1531"/>
            <p:cNvSpPr/>
            <p:nvPr/>
          </p:nvSpPr>
          <p:spPr>
            <a:xfrm>
              <a:off x="5228724" y="21003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32" name="ph1532"/>
            <p:cNvSpPr/>
            <p:nvPr/>
          </p:nvSpPr>
          <p:spPr>
            <a:xfrm>
              <a:off x="5241237" y="21003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33" name="ph1533"/>
            <p:cNvSpPr/>
            <p:nvPr/>
          </p:nvSpPr>
          <p:spPr>
            <a:xfrm>
              <a:off x="5253749" y="21003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34" name="ph1534"/>
            <p:cNvSpPr/>
            <p:nvPr/>
          </p:nvSpPr>
          <p:spPr>
            <a:xfrm>
              <a:off x="5266261" y="21003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35" name="ph1535"/>
            <p:cNvSpPr/>
            <p:nvPr/>
          </p:nvSpPr>
          <p:spPr>
            <a:xfrm>
              <a:off x="5278775" y="21003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36" name="ph1536"/>
            <p:cNvSpPr/>
            <p:nvPr/>
          </p:nvSpPr>
          <p:spPr>
            <a:xfrm>
              <a:off x="5291287" y="21003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37" name="ph1537"/>
            <p:cNvSpPr/>
            <p:nvPr/>
          </p:nvSpPr>
          <p:spPr>
            <a:xfrm>
              <a:off x="5303799" y="21003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38" name="ph1538"/>
            <p:cNvSpPr/>
            <p:nvPr/>
          </p:nvSpPr>
          <p:spPr>
            <a:xfrm>
              <a:off x="5316311" y="21003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39" name="ph1539"/>
            <p:cNvSpPr/>
            <p:nvPr/>
          </p:nvSpPr>
          <p:spPr>
            <a:xfrm>
              <a:off x="5328824" y="21003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40" name="ph1540"/>
            <p:cNvSpPr/>
            <p:nvPr/>
          </p:nvSpPr>
          <p:spPr>
            <a:xfrm>
              <a:off x="5341336" y="21003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41" name="ph1541"/>
            <p:cNvSpPr/>
            <p:nvPr/>
          </p:nvSpPr>
          <p:spPr>
            <a:xfrm>
              <a:off x="5353848" y="21003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42" name="ph1542"/>
            <p:cNvSpPr/>
            <p:nvPr/>
          </p:nvSpPr>
          <p:spPr>
            <a:xfrm>
              <a:off x="5366360" y="21003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43" name="ph1543"/>
            <p:cNvSpPr/>
            <p:nvPr/>
          </p:nvSpPr>
          <p:spPr>
            <a:xfrm>
              <a:off x="5378873" y="21003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44" name="ph1544"/>
            <p:cNvSpPr/>
            <p:nvPr/>
          </p:nvSpPr>
          <p:spPr>
            <a:xfrm>
              <a:off x="5178675" y="21157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45" name="ph1545"/>
            <p:cNvSpPr/>
            <p:nvPr/>
          </p:nvSpPr>
          <p:spPr>
            <a:xfrm>
              <a:off x="5191188" y="21157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46" name="ph1546"/>
            <p:cNvSpPr/>
            <p:nvPr/>
          </p:nvSpPr>
          <p:spPr>
            <a:xfrm>
              <a:off x="5203700" y="21157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47" name="ph1547"/>
            <p:cNvSpPr/>
            <p:nvPr/>
          </p:nvSpPr>
          <p:spPr>
            <a:xfrm>
              <a:off x="5216212" y="21157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48" name="ph1548"/>
            <p:cNvSpPr/>
            <p:nvPr/>
          </p:nvSpPr>
          <p:spPr>
            <a:xfrm>
              <a:off x="5228724" y="21157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CB0AB">
                <a:alpha val="100000"/>
              </a:srgbClr>
            </a:solidFill>
            <a:ln w="5420" cap="flat">
              <a:solidFill>
                <a:srgbClr val="4C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49" name="ph1549"/>
            <p:cNvSpPr/>
            <p:nvPr/>
          </p:nvSpPr>
          <p:spPr>
            <a:xfrm>
              <a:off x="5241237" y="21157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50" name="ph1550"/>
            <p:cNvSpPr/>
            <p:nvPr/>
          </p:nvSpPr>
          <p:spPr>
            <a:xfrm>
              <a:off x="5253749" y="21157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51" name="ph1551"/>
            <p:cNvSpPr/>
            <p:nvPr/>
          </p:nvSpPr>
          <p:spPr>
            <a:xfrm>
              <a:off x="5266261" y="21157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52" name="ph1552"/>
            <p:cNvSpPr/>
            <p:nvPr/>
          </p:nvSpPr>
          <p:spPr>
            <a:xfrm>
              <a:off x="5278775" y="21157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53" name="ph1553"/>
            <p:cNvSpPr/>
            <p:nvPr/>
          </p:nvSpPr>
          <p:spPr>
            <a:xfrm>
              <a:off x="5291287" y="21157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54" name="ph1554"/>
            <p:cNvSpPr/>
            <p:nvPr/>
          </p:nvSpPr>
          <p:spPr>
            <a:xfrm>
              <a:off x="5303799" y="21157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55" name="ph1555"/>
            <p:cNvSpPr/>
            <p:nvPr/>
          </p:nvSpPr>
          <p:spPr>
            <a:xfrm>
              <a:off x="5316311" y="21157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56" name="ph1556"/>
            <p:cNvSpPr/>
            <p:nvPr/>
          </p:nvSpPr>
          <p:spPr>
            <a:xfrm>
              <a:off x="5328824" y="21157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57" name="ph1557"/>
            <p:cNvSpPr/>
            <p:nvPr/>
          </p:nvSpPr>
          <p:spPr>
            <a:xfrm>
              <a:off x="5341336" y="21157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58" name="ph1558"/>
            <p:cNvSpPr/>
            <p:nvPr/>
          </p:nvSpPr>
          <p:spPr>
            <a:xfrm>
              <a:off x="5353848" y="21157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59" name="ph1559"/>
            <p:cNvSpPr/>
            <p:nvPr/>
          </p:nvSpPr>
          <p:spPr>
            <a:xfrm>
              <a:off x="5366360" y="21157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60" name="ph1560"/>
            <p:cNvSpPr/>
            <p:nvPr/>
          </p:nvSpPr>
          <p:spPr>
            <a:xfrm>
              <a:off x="5191188" y="21311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61" name="ph1561"/>
            <p:cNvSpPr/>
            <p:nvPr/>
          </p:nvSpPr>
          <p:spPr>
            <a:xfrm>
              <a:off x="5203700" y="21311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62" name="ph1562"/>
            <p:cNvSpPr/>
            <p:nvPr/>
          </p:nvSpPr>
          <p:spPr>
            <a:xfrm>
              <a:off x="5216212" y="21311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63" name="ph1563"/>
            <p:cNvSpPr/>
            <p:nvPr/>
          </p:nvSpPr>
          <p:spPr>
            <a:xfrm>
              <a:off x="5228724" y="21311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64" name="ph1564"/>
            <p:cNvSpPr/>
            <p:nvPr/>
          </p:nvSpPr>
          <p:spPr>
            <a:xfrm>
              <a:off x="5241237" y="21311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65" name="ph1565"/>
            <p:cNvSpPr/>
            <p:nvPr/>
          </p:nvSpPr>
          <p:spPr>
            <a:xfrm>
              <a:off x="5253749" y="21311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66" name="ph1566"/>
            <p:cNvSpPr/>
            <p:nvPr/>
          </p:nvSpPr>
          <p:spPr>
            <a:xfrm>
              <a:off x="5266261" y="21311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67" name="ph1567"/>
            <p:cNvSpPr/>
            <p:nvPr/>
          </p:nvSpPr>
          <p:spPr>
            <a:xfrm>
              <a:off x="5278775" y="21311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68" name="ph1568"/>
            <p:cNvSpPr/>
            <p:nvPr/>
          </p:nvSpPr>
          <p:spPr>
            <a:xfrm>
              <a:off x="5291287" y="21311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69" name="ph1569"/>
            <p:cNvSpPr/>
            <p:nvPr/>
          </p:nvSpPr>
          <p:spPr>
            <a:xfrm>
              <a:off x="5303799" y="21311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70" name="ph1570"/>
            <p:cNvSpPr/>
            <p:nvPr/>
          </p:nvSpPr>
          <p:spPr>
            <a:xfrm>
              <a:off x="5316311" y="21311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71" name="ph1571"/>
            <p:cNvSpPr/>
            <p:nvPr/>
          </p:nvSpPr>
          <p:spPr>
            <a:xfrm>
              <a:off x="5328824" y="21311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72" name="ph1572"/>
            <p:cNvSpPr/>
            <p:nvPr/>
          </p:nvSpPr>
          <p:spPr>
            <a:xfrm>
              <a:off x="5341336" y="21311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73" name="ph1573"/>
            <p:cNvSpPr/>
            <p:nvPr/>
          </p:nvSpPr>
          <p:spPr>
            <a:xfrm>
              <a:off x="5353848" y="21311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74" name="ph1574"/>
            <p:cNvSpPr/>
            <p:nvPr/>
          </p:nvSpPr>
          <p:spPr>
            <a:xfrm>
              <a:off x="5366360" y="21311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75" name="ph1575"/>
            <p:cNvSpPr/>
            <p:nvPr/>
          </p:nvSpPr>
          <p:spPr>
            <a:xfrm>
              <a:off x="5141139" y="21464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76" name="ph1576"/>
            <p:cNvSpPr/>
            <p:nvPr/>
          </p:nvSpPr>
          <p:spPr>
            <a:xfrm>
              <a:off x="5153651" y="21464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77" name="ph1577"/>
            <p:cNvSpPr/>
            <p:nvPr/>
          </p:nvSpPr>
          <p:spPr>
            <a:xfrm>
              <a:off x="5166163" y="21464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78" name="ph1578"/>
            <p:cNvSpPr/>
            <p:nvPr/>
          </p:nvSpPr>
          <p:spPr>
            <a:xfrm>
              <a:off x="5178675" y="21464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79" name="ph1579"/>
            <p:cNvSpPr/>
            <p:nvPr/>
          </p:nvSpPr>
          <p:spPr>
            <a:xfrm>
              <a:off x="5191188" y="21464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80" name="ph1580"/>
            <p:cNvSpPr/>
            <p:nvPr/>
          </p:nvSpPr>
          <p:spPr>
            <a:xfrm>
              <a:off x="5203700" y="21464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81" name="ph1581"/>
            <p:cNvSpPr/>
            <p:nvPr/>
          </p:nvSpPr>
          <p:spPr>
            <a:xfrm>
              <a:off x="5216212" y="21464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82" name="ph1582"/>
            <p:cNvSpPr/>
            <p:nvPr/>
          </p:nvSpPr>
          <p:spPr>
            <a:xfrm>
              <a:off x="5228724" y="21464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83" name="ph1583"/>
            <p:cNvSpPr/>
            <p:nvPr/>
          </p:nvSpPr>
          <p:spPr>
            <a:xfrm>
              <a:off x="5241237" y="21464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84" name="ph1584"/>
            <p:cNvSpPr/>
            <p:nvPr/>
          </p:nvSpPr>
          <p:spPr>
            <a:xfrm>
              <a:off x="5253749" y="21464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85" name="ph1585"/>
            <p:cNvSpPr/>
            <p:nvPr/>
          </p:nvSpPr>
          <p:spPr>
            <a:xfrm>
              <a:off x="5266261" y="21464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86" name="ph1586"/>
            <p:cNvSpPr/>
            <p:nvPr/>
          </p:nvSpPr>
          <p:spPr>
            <a:xfrm>
              <a:off x="5278775" y="21464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87" name="ph1587"/>
            <p:cNvSpPr/>
            <p:nvPr/>
          </p:nvSpPr>
          <p:spPr>
            <a:xfrm>
              <a:off x="5291287" y="21464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88" name="ph1588"/>
            <p:cNvSpPr/>
            <p:nvPr/>
          </p:nvSpPr>
          <p:spPr>
            <a:xfrm>
              <a:off x="5303799" y="21464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89" name="ph1589"/>
            <p:cNvSpPr/>
            <p:nvPr/>
          </p:nvSpPr>
          <p:spPr>
            <a:xfrm>
              <a:off x="5316311" y="21464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90" name="ph1590"/>
            <p:cNvSpPr/>
            <p:nvPr/>
          </p:nvSpPr>
          <p:spPr>
            <a:xfrm>
              <a:off x="5328824" y="21464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91" name="ph1591"/>
            <p:cNvSpPr/>
            <p:nvPr/>
          </p:nvSpPr>
          <p:spPr>
            <a:xfrm>
              <a:off x="5341336" y="21464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92" name="ph1592"/>
            <p:cNvSpPr/>
            <p:nvPr/>
          </p:nvSpPr>
          <p:spPr>
            <a:xfrm>
              <a:off x="5353848" y="21464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93" name="ph1593"/>
            <p:cNvSpPr/>
            <p:nvPr/>
          </p:nvSpPr>
          <p:spPr>
            <a:xfrm>
              <a:off x="5128625" y="21618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94" name="ph1594"/>
            <p:cNvSpPr/>
            <p:nvPr/>
          </p:nvSpPr>
          <p:spPr>
            <a:xfrm>
              <a:off x="5141139" y="21618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95" name="ph1595"/>
            <p:cNvSpPr/>
            <p:nvPr/>
          </p:nvSpPr>
          <p:spPr>
            <a:xfrm>
              <a:off x="5153651" y="21618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96" name="ph1596"/>
            <p:cNvSpPr/>
            <p:nvPr/>
          </p:nvSpPr>
          <p:spPr>
            <a:xfrm>
              <a:off x="5166163" y="21618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97" name="ph1597"/>
            <p:cNvSpPr/>
            <p:nvPr/>
          </p:nvSpPr>
          <p:spPr>
            <a:xfrm>
              <a:off x="5178675" y="21618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98" name="ph1598"/>
            <p:cNvSpPr/>
            <p:nvPr/>
          </p:nvSpPr>
          <p:spPr>
            <a:xfrm>
              <a:off x="5191188" y="21618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99" name="ph1599"/>
            <p:cNvSpPr/>
            <p:nvPr/>
          </p:nvSpPr>
          <p:spPr>
            <a:xfrm>
              <a:off x="5203700" y="21618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00" name="ph1600"/>
            <p:cNvSpPr/>
            <p:nvPr/>
          </p:nvSpPr>
          <p:spPr>
            <a:xfrm>
              <a:off x="5216212" y="21618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01" name="ph1601"/>
            <p:cNvSpPr/>
            <p:nvPr/>
          </p:nvSpPr>
          <p:spPr>
            <a:xfrm>
              <a:off x="5228724" y="21618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02" name="ph1602"/>
            <p:cNvSpPr/>
            <p:nvPr/>
          </p:nvSpPr>
          <p:spPr>
            <a:xfrm>
              <a:off x="5241237" y="21618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03" name="ph1603"/>
            <p:cNvSpPr/>
            <p:nvPr/>
          </p:nvSpPr>
          <p:spPr>
            <a:xfrm>
              <a:off x="5253749" y="21618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04" name="ph1604"/>
            <p:cNvSpPr/>
            <p:nvPr/>
          </p:nvSpPr>
          <p:spPr>
            <a:xfrm>
              <a:off x="5266261" y="21618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05" name="ph1605"/>
            <p:cNvSpPr/>
            <p:nvPr/>
          </p:nvSpPr>
          <p:spPr>
            <a:xfrm>
              <a:off x="5278775" y="21618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06" name="ph1606"/>
            <p:cNvSpPr/>
            <p:nvPr/>
          </p:nvSpPr>
          <p:spPr>
            <a:xfrm>
              <a:off x="5291287" y="21618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07" name="ph1607"/>
            <p:cNvSpPr/>
            <p:nvPr/>
          </p:nvSpPr>
          <p:spPr>
            <a:xfrm>
              <a:off x="5303799" y="21618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08" name="ph1608"/>
            <p:cNvSpPr/>
            <p:nvPr/>
          </p:nvSpPr>
          <p:spPr>
            <a:xfrm>
              <a:off x="5316311" y="21618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09" name="ph1609"/>
            <p:cNvSpPr/>
            <p:nvPr/>
          </p:nvSpPr>
          <p:spPr>
            <a:xfrm>
              <a:off x="5328824" y="21618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10" name="ph1610"/>
            <p:cNvSpPr/>
            <p:nvPr/>
          </p:nvSpPr>
          <p:spPr>
            <a:xfrm>
              <a:off x="5341336" y="21618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11" name="ph1611"/>
            <p:cNvSpPr/>
            <p:nvPr/>
          </p:nvSpPr>
          <p:spPr>
            <a:xfrm>
              <a:off x="5353848" y="21618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12" name="ph1612"/>
            <p:cNvSpPr/>
            <p:nvPr/>
          </p:nvSpPr>
          <p:spPr>
            <a:xfrm>
              <a:off x="5128625" y="21772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13" name="ph1613"/>
            <p:cNvSpPr/>
            <p:nvPr/>
          </p:nvSpPr>
          <p:spPr>
            <a:xfrm>
              <a:off x="5141139" y="21772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14" name="ph1614"/>
            <p:cNvSpPr/>
            <p:nvPr/>
          </p:nvSpPr>
          <p:spPr>
            <a:xfrm>
              <a:off x="5153651" y="21772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15" name="ph1615"/>
            <p:cNvSpPr/>
            <p:nvPr/>
          </p:nvSpPr>
          <p:spPr>
            <a:xfrm>
              <a:off x="5166163" y="21772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16" name="ph1616"/>
            <p:cNvSpPr/>
            <p:nvPr/>
          </p:nvSpPr>
          <p:spPr>
            <a:xfrm>
              <a:off x="5178675" y="21772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17" name="ph1617"/>
            <p:cNvSpPr/>
            <p:nvPr/>
          </p:nvSpPr>
          <p:spPr>
            <a:xfrm>
              <a:off x="5191188" y="21772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18" name="ph1618"/>
            <p:cNvSpPr/>
            <p:nvPr/>
          </p:nvSpPr>
          <p:spPr>
            <a:xfrm>
              <a:off x="5203700" y="21772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19" name="ph1619"/>
            <p:cNvSpPr/>
            <p:nvPr/>
          </p:nvSpPr>
          <p:spPr>
            <a:xfrm>
              <a:off x="5216212" y="21772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20" name="ph1620"/>
            <p:cNvSpPr/>
            <p:nvPr/>
          </p:nvSpPr>
          <p:spPr>
            <a:xfrm>
              <a:off x="5228724" y="21772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21" name="ph1621"/>
            <p:cNvSpPr/>
            <p:nvPr/>
          </p:nvSpPr>
          <p:spPr>
            <a:xfrm>
              <a:off x="5241237" y="21772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22" name="ph1622"/>
            <p:cNvSpPr/>
            <p:nvPr/>
          </p:nvSpPr>
          <p:spPr>
            <a:xfrm>
              <a:off x="5253749" y="21772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23" name="ph1623"/>
            <p:cNvSpPr/>
            <p:nvPr/>
          </p:nvSpPr>
          <p:spPr>
            <a:xfrm>
              <a:off x="5266261" y="21772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24" name="ph1624"/>
            <p:cNvSpPr/>
            <p:nvPr/>
          </p:nvSpPr>
          <p:spPr>
            <a:xfrm>
              <a:off x="5278775" y="21772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25" name="ph1625"/>
            <p:cNvSpPr/>
            <p:nvPr/>
          </p:nvSpPr>
          <p:spPr>
            <a:xfrm>
              <a:off x="5291287" y="21772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26" name="ph1626"/>
            <p:cNvSpPr/>
            <p:nvPr/>
          </p:nvSpPr>
          <p:spPr>
            <a:xfrm>
              <a:off x="5303799" y="21772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BFAB">
                <a:alpha val="100000"/>
              </a:srgbClr>
            </a:solidFill>
            <a:ln w="5420" cap="flat">
              <a:solidFill>
                <a:srgbClr val="57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27" name="ph1627"/>
            <p:cNvSpPr/>
            <p:nvPr/>
          </p:nvSpPr>
          <p:spPr>
            <a:xfrm>
              <a:off x="5316311" y="21772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BFAB">
                <a:alpha val="100000"/>
              </a:srgbClr>
            </a:solidFill>
            <a:ln w="5420" cap="flat">
              <a:solidFill>
                <a:srgbClr val="57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28" name="ph1628"/>
            <p:cNvSpPr/>
            <p:nvPr/>
          </p:nvSpPr>
          <p:spPr>
            <a:xfrm>
              <a:off x="5328824" y="21772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29" name="ph1629"/>
            <p:cNvSpPr/>
            <p:nvPr/>
          </p:nvSpPr>
          <p:spPr>
            <a:xfrm>
              <a:off x="5341336" y="21772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30" name="ph1630"/>
            <p:cNvSpPr/>
            <p:nvPr/>
          </p:nvSpPr>
          <p:spPr>
            <a:xfrm>
              <a:off x="5128625" y="21926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31" name="ph1631"/>
            <p:cNvSpPr/>
            <p:nvPr/>
          </p:nvSpPr>
          <p:spPr>
            <a:xfrm>
              <a:off x="5141139" y="21926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32" name="ph1632"/>
            <p:cNvSpPr/>
            <p:nvPr/>
          </p:nvSpPr>
          <p:spPr>
            <a:xfrm>
              <a:off x="5153651" y="21926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33" name="ph1633"/>
            <p:cNvSpPr/>
            <p:nvPr/>
          </p:nvSpPr>
          <p:spPr>
            <a:xfrm>
              <a:off x="5166163" y="21926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34" name="ph1634"/>
            <p:cNvSpPr/>
            <p:nvPr/>
          </p:nvSpPr>
          <p:spPr>
            <a:xfrm>
              <a:off x="5178675" y="21926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35" name="ph1635"/>
            <p:cNvSpPr/>
            <p:nvPr/>
          </p:nvSpPr>
          <p:spPr>
            <a:xfrm>
              <a:off x="5191188" y="21926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36" name="ph1636"/>
            <p:cNvSpPr/>
            <p:nvPr/>
          </p:nvSpPr>
          <p:spPr>
            <a:xfrm>
              <a:off x="5203700" y="21926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ECCAC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37" name="ph1637"/>
            <p:cNvSpPr/>
            <p:nvPr/>
          </p:nvSpPr>
          <p:spPr>
            <a:xfrm>
              <a:off x="5216212" y="21926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38" name="ph1638"/>
            <p:cNvSpPr/>
            <p:nvPr/>
          </p:nvSpPr>
          <p:spPr>
            <a:xfrm>
              <a:off x="5228724" y="21926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39" name="ph1639"/>
            <p:cNvSpPr/>
            <p:nvPr/>
          </p:nvSpPr>
          <p:spPr>
            <a:xfrm>
              <a:off x="5241237" y="21926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DC8AC">
                <a:alpha val="100000"/>
              </a:srgbClr>
            </a:solidFill>
            <a:ln w="5420" cap="flat">
              <a:solidFill>
                <a:srgbClr val="5D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40" name="ph1640"/>
            <p:cNvSpPr/>
            <p:nvPr/>
          </p:nvSpPr>
          <p:spPr>
            <a:xfrm>
              <a:off x="5253749" y="21926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41" name="ph1641"/>
            <p:cNvSpPr/>
            <p:nvPr/>
          </p:nvSpPr>
          <p:spPr>
            <a:xfrm>
              <a:off x="5266261" y="21926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42" name="ph1642"/>
            <p:cNvSpPr/>
            <p:nvPr/>
          </p:nvSpPr>
          <p:spPr>
            <a:xfrm>
              <a:off x="5278775" y="21926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43" name="ph1643"/>
            <p:cNvSpPr/>
            <p:nvPr/>
          </p:nvSpPr>
          <p:spPr>
            <a:xfrm>
              <a:off x="5291287" y="21926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44" name="ph1644"/>
            <p:cNvSpPr/>
            <p:nvPr/>
          </p:nvSpPr>
          <p:spPr>
            <a:xfrm>
              <a:off x="5303799" y="21926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45" name="ph1645"/>
            <p:cNvSpPr/>
            <p:nvPr/>
          </p:nvSpPr>
          <p:spPr>
            <a:xfrm>
              <a:off x="5316311" y="21926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46" name="ph1646"/>
            <p:cNvSpPr/>
            <p:nvPr/>
          </p:nvSpPr>
          <p:spPr>
            <a:xfrm>
              <a:off x="5328824" y="21926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47" name="ph1647"/>
            <p:cNvSpPr/>
            <p:nvPr/>
          </p:nvSpPr>
          <p:spPr>
            <a:xfrm>
              <a:off x="5141139" y="22079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48" name="ph1648"/>
            <p:cNvSpPr/>
            <p:nvPr/>
          </p:nvSpPr>
          <p:spPr>
            <a:xfrm>
              <a:off x="5153651" y="22079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49" name="ph1649"/>
            <p:cNvSpPr/>
            <p:nvPr/>
          </p:nvSpPr>
          <p:spPr>
            <a:xfrm>
              <a:off x="5166163" y="22079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50" name="ph1650"/>
            <p:cNvSpPr/>
            <p:nvPr/>
          </p:nvSpPr>
          <p:spPr>
            <a:xfrm>
              <a:off x="5178675" y="22079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51" name="ph1651"/>
            <p:cNvSpPr/>
            <p:nvPr/>
          </p:nvSpPr>
          <p:spPr>
            <a:xfrm>
              <a:off x="5191188" y="22079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52" name="ph1652"/>
            <p:cNvSpPr/>
            <p:nvPr/>
          </p:nvSpPr>
          <p:spPr>
            <a:xfrm>
              <a:off x="5203700" y="22079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53" name="ph1653"/>
            <p:cNvSpPr/>
            <p:nvPr/>
          </p:nvSpPr>
          <p:spPr>
            <a:xfrm>
              <a:off x="5216212" y="22079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54" name="ph1654"/>
            <p:cNvSpPr/>
            <p:nvPr/>
          </p:nvSpPr>
          <p:spPr>
            <a:xfrm>
              <a:off x="5228724" y="22079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55" name="ph1655"/>
            <p:cNvSpPr/>
            <p:nvPr/>
          </p:nvSpPr>
          <p:spPr>
            <a:xfrm>
              <a:off x="5241237" y="22079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56" name="ph1656"/>
            <p:cNvSpPr/>
            <p:nvPr/>
          </p:nvSpPr>
          <p:spPr>
            <a:xfrm>
              <a:off x="5253749" y="22079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57" name="ph1657"/>
            <p:cNvSpPr/>
            <p:nvPr/>
          </p:nvSpPr>
          <p:spPr>
            <a:xfrm>
              <a:off x="5266261" y="22079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58" name="ph1658"/>
            <p:cNvSpPr/>
            <p:nvPr/>
          </p:nvSpPr>
          <p:spPr>
            <a:xfrm>
              <a:off x="5278775" y="22079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59" name="ph1659"/>
            <p:cNvSpPr/>
            <p:nvPr/>
          </p:nvSpPr>
          <p:spPr>
            <a:xfrm>
              <a:off x="5291287" y="22079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60" name="ph1660"/>
            <p:cNvSpPr/>
            <p:nvPr/>
          </p:nvSpPr>
          <p:spPr>
            <a:xfrm>
              <a:off x="5303799" y="22079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61" name="ph1661"/>
            <p:cNvSpPr/>
            <p:nvPr/>
          </p:nvSpPr>
          <p:spPr>
            <a:xfrm>
              <a:off x="5316311" y="22079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62" name="ph1662"/>
            <p:cNvSpPr/>
            <p:nvPr/>
          </p:nvSpPr>
          <p:spPr>
            <a:xfrm>
              <a:off x="5178675" y="22233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63" name="ph1663"/>
            <p:cNvSpPr/>
            <p:nvPr/>
          </p:nvSpPr>
          <p:spPr>
            <a:xfrm>
              <a:off x="5191188" y="22233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DC8AC">
                <a:alpha val="100000"/>
              </a:srgbClr>
            </a:solidFill>
            <a:ln w="5420" cap="flat">
              <a:solidFill>
                <a:srgbClr val="5D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64" name="ph1664"/>
            <p:cNvSpPr/>
            <p:nvPr/>
          </p:nvSpPr>
          <p:spPr>
            <a:xfrm>
              <a:off x="5203700" y="22233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65" name="ph1665"/>
            <p:cNvSpPr/>
            <p:nvPr/>
          </p:nvSpPr>
          <p:spPr>
            <a:xfrm>
              <a:off x="5216212" y="22233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66" name="ph1666"/>
            <p:cNvSpPr/>
            <p:nvPr/>
          </p:nvSpPr>
          <p:spPr>
            <a:xfrm>
              <a:off x="5228724" y="22233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67" name="ph1667"/>
            <p:cNvSpPr/>
            <p:nvPr/>
          </p:nvSpPr>
          <p:spPr>
            <a:xfrm>
              <a:off x="5241237" y="22233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68" name="ph1668"/>
            <p:cNvSpPr/>
            <p:nvPr/>
          </p:nvSpPr>
          <p:spPr>
            <a:xfrm>
              <a:off x="5253749" y="22233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69" name="ph1669"/>
            <p:cNvSpPr/>
            <p:nvPr/>
          </p:nvSpPr>
          <p:spPr>
            <a:xfrm>
              <a:off x="5266261" y="22233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70" name="ph1670"/>
            <p:cNvSpPr/>
            <p:nvPr/>
          </p:nvSpPr>
          <p:spPr>
            <a:xfrm>
              <a:off x="5278775" y="22233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71" name="ph1671"/>
            <p:cNvSpPr/>
            <p:nvPr/>
          </p:nvSpPr>
          <p:spPr>
            <a:xfrm>
              <a:off x="5291287" y="22233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72" name="ph1672"/>
            <p:cNvSpPr/>
            <p:nvPr/>
          </p:nvSpPr>
          <p:spPr>
            <a:xfrm>
              <a:off x="5303799" y="22233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73" name="ph1673"/>
            <p:cNvSpPr/>
            <p:nvPr/>
          </p:nvSpPr>
          <p:spPr>
            <a:xfrm>
              <a:off x="5316311" y="22233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74" name="ph1674"/>
            <p:cNvSpPr/>
            <p:nvPr/>
          </p:nvSpPr>
          <p:spPr>
            <a:xfrm>
              <a:off x="5203700" y="223873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75" name="ph1675"/>
            <p:cNvSpPr/>
            <p:nvPr/>
          </p:nvSpPr>
          <p:spPr>
            <a:xfrm>
              <a:off x="5216212" y="223873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76" name="ph1676"/>
            <p:cNvSpPr/>
            <p:nvPr/>
          </p:nvSpPr>
          <p:spPr>
            <a:xfrm>
              <a:off x="5228724" y="223873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77" name="ph1677"/>
            <p:cNvSpPr/>
            <p:nvPr/>
          </p:nvSpPr>
          <p:spPr>
            <a:xfrm>
              <a:off x="5241237" y="223873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78" name="ph1678"/>
            <p:cNvSpPr/>
            <p:nvPr/>
          </p:nvSpPr>
          <p:spPr>
            <a:xfrm>
              <a:off x="5253749" y="223873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79" name="ph1679"/>
            <p:cNvSpPr/>
            <p:nvPr/>
          </p:nvSpPr>
          <p:spPr>
            <a:xfrm>
              <a:off x="5266261" y="223873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80" name="ph1680"/>
            <p:cNvSpPr/>
            <p:nvPr/>
          </p:nvSpPr>
          <p:spPr>
            <a:xfrm>
              <a:off x="5278775" y="223873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81" name="ph1681"/>
            <p:cNvSpPr/>
            <p:nvPr/>
          </p:nvSpPr>
          <p:spPr>
            <a:xfrm>
              <a:off x="5291287" y="223873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82" name="ph1682"/>
            <p:cNvSpPr/>
            <p:nvPr/>
          </p:nvSpPr>
          <p:spPr>
            <a:xfrm>
              <a:off x="5303799" y="223873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83" name="ph1683"/>
            <p:cNvSpPr/>
            <p:nvPr/>
          </p:nvSpPr>
          <p:spPr>
            <a:xfrm>
              <a:off x="5316311" y="223873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84" name="ph1684"/>
            <p:cNvSpPr/>
            <p:nvPr/>
          </p:nvSpPr>
          <p:spPr>
            <a:xfrm>
              <a:off x="5216212" y="22541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85" name="ph1685"/>
            <p:cNvSpPr/>
            <p:nvPr/>
          </p:nvSpPr>
          <p:spPr>
            <a:xfrm>
              <a:off x="5228724" y="22541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86" name="ph1686"/>
            <p:cNvSpPr/>
            <p:nvPr/>
          </p:nvSpPr>
          <p:spPr>
            <a:xfrm>
              <a:off x="5241237" y="22541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87" name="ph1687"/>
            <p:cNvSpPr/>
            <p:nvPr/>
          </p:nvSpPr>
          <p:spPr>
            <a:xfrm>
              <a:off x="5253749" y="22541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88" name="ph1688"/>
            <p:cNvSpPr/>
            <p:nvPr/>
          </p:nvSpPr>
          <p:spPr>
            <a:xfrm>
              <a:off x="5266261" y="22541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89" name="ph1689"/>
            <p:cNvSpPr/>
            <p:nvPr/>
          </p:nvSpPr>
          <p:spPr>
            <a:xfrm>
              <a:off x="5278775" y="22541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90" name="ph1690"/>
            <p:cNvSpPr/>
            <p:nvPr/>
          </p:nvSpPr>
          <p:spPr>
            <a:xfrm>
              <a:off x="5291287" y="22541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91" name="ph1691"/>
            <p:cNvSpPr/>
            <p:nvPr/>
          </p:nvSpPr>
          <p:spPr>
            <a:xfrm>
              <a:off x="5303799" y="22541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92" name="ph1692"/>
            <p:cNvSpPr/>
            <p:nvPr/>
          </p:nvSpPr>
          <p:spPr>
            <a:xfrm>
              <a:off x="5316311" y="22541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93" name="ph1693"/>
            <p:cNvSpPr/>
            <p:nvPr/>
          </p:nvSpPr>
          <p:spPr>
            <a:xfrm>
              <a:off x="5228724" y="22694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94" name="ph1694"/>
            <p:cNvSpPr/>
            <p:nvPr/>
          </p:nvSpPr>
          <p:spPr>
            <a:xfrm>
              <a:off x="5241237" y="22694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95" name="ph1695"/>
            <p:cNvSpPr/>
            <p:nvPr/>
          </p:nvSpPr>
          <p:spPr>
            <a:xfrm>
              <a:off x="5253749" y="22694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96" name="ph1696"/>
            <p:cNvSpPr/>
            <p:nvPr/>
          </p:nvSpPr>
          <p:spPr>
            <a:xfrm>
              <a:off x="5266261" y="22694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97" name="ph1697"/>
            <p:cNvSpPr/>
            <p:nvPr/>
          </p:nvSpPr>
          <p:spPr>
            <a:xfrm>
              <a:off x="5278775" y="22694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98" name="ph1698"/>
            <p:cNvSpPr/>
            <p:nvPr/>
          </p:nvSpPr>
          <p:spPr>
            <a:xfrm>
              <a:off x="5291287" y="22694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99" name="ph1699"/>
            <p:cNvSpPr/>
            <p:nvPr/>
          </p:nvSpPr>
          <p:spPr>
            <a:xfrm>
              <a:off x="5303799" y="22694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00" name="ph1700"/>
            <p:cNvSpPr/>
            <p:nvPr/>
          </p:nvSpPr>
          <p:spPr>
            <a:xfrm>
              <a:off x="5316311" y="22694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01" name="ph1701"/>
            <p:cNvSpPr/>
            <p:nvPr/>
          </p:nvSpPr>
          <p:spPr>
            <a:xfrm>
              <a:off x="5328824" y="22694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02" name="ph1702"/>
            <p:cNvSpPr/>
            <p:nvPr/>
          </p:nvSpPr>
          <p:spPr>
            <a:xfrm>
              <a:off x="5266261" y="22848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03" name="ph1703"/>
            <p:cNvSpPr/>
            <p:nvPr/>
          </p:nvSpPr>
          <p:spPr>
            <a:xfrm>
              <a:off x="5278775" y="22848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04" name="ph1704"/>
            <p:cNvSpPr/>
            <p:nvPr/>
          </p:nvSpPr>
          <p:spPr>
            <a:xfrm>
              <a:off x="5291287" y="22848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05" name="ph1705"/>
            <p:cNvSpPr/>
            <p:nvPr/>
          </p:nvSpPr>
          <p:spPr>
            <a:xfrm>
              <a:off x="5303799" y="22848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06" name="ph1706"/>
            <p:cNvSpPr/>
            <p:nvPr/>
          </p:nvSpPr>
          <p:spPr>
            <a:xfrm>
              <a:off x="5316311" y="22848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07" name="ph1707"/>
            <p:cNvSpPr/>
            <p:nvPr/>
          </p:nvSpPr>
          <p:spPr>
            <a:xfrm>
              <a:off x="5328824" y="22848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08" name="ph1708"/>
            <p:cNvSpPr/>
            <p:nvPr/>
          </p:nvSpPr>
          <p:spPr>
            <a:xfrm>
              <a:off x="5203700" y="230023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09" name="ph1709"/>
            <p:cNvSpPr/>
            <p:nvPr/>
          </p:nvSpPr>
          <p:spPr>
            <a:xfrm>
              <a:off x="5253749" y="230023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10" name="ph1710"/>
            <p:cNvSpPr/>
            <p:nvPr/>
          </p:nvSpPr>
          <p:spPr>
            <a:xfrm>
              <a:off x="5266261" y="230023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11" name="ph1711"/>
            <p:cNvSpPr/>
            <p:nvPr/>
          </p:nvSpPr>
          <p:spPr>
            <a:xfrm>
              <a:off x="5278775" y="230023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12" name="ph1712"/>
            <p:cNvSpPr/>
            <p:nvPr/>
          </p:nvSpPr>
          <p:spPr>
            <a:xfrm>
              <a:off x="5291287" y="230023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13" name="ph1713"/>
            <p:cNvSpPr/>
            <p:nvPr/>
          </p:nvSpPr>
          <p:spPr>
            <a:xfrm>
              <a:off x="5303799" y="230023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14" name="ph1714"/>
            <p:cNvSpPr/>
            <p:nvPr/>
          </p:nvSpPr>
          <p:spPr>
            <a:xfrm>
              <a:off x="5316311" y="230023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15" name="ph1715"/>
            <p:cNvSpPr/>
            <p:nvPr/>
          </p:nvSpPr>
          <p:spPr>
            <a:xfrm>
              <a:off x="5328824" y="230023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16" name="ph1716"/>
            <p:cNvSpPr/>
            <p:nvPr/>
          </p:nvSpPr>
          <p:spPr>
            <a:xfrm>
              <a:off x="5191188" y="231561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17" name="ph1717"/>
            <p:cNvSpPr/>
            <p:nvPr/>
          </p:nvSpPr>
          <p:spPr>
            <a:xfrm>
              <a:off x="5203700" y="231561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18" name="ph1718"/>
            <p:cNvSpPr/>
            <p:nvPr/>
          </p:nvSpPr>
          <p:spPr>
            <a:xfrm>
              <a:off x="5216212" y="231561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19" name="ph1719"/>
            <p:cNvSpPr/>
            <p:nvPr/>
          </p:nvSpPr>
          <p:spPr>
            <a:xfrm>
              <a:off x="5228724" y="231561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20" name="ph1720"/>
            <p:cNvSpPr/>
            <p:nvPr/>
          </p:nvSpPr>
          <p:spPr>
            <a:xfrm>
              <a:off x="5241237" y="231561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21" name="ph1721"/>
            <p:cNvSpPr/>
            <p:nvPr/>
          </p:nvSpPr>
          <p:spPr>
            <a:xfrm>
              <a:off x="5253749" y="231561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22" name="ph1722"/>
            <p:cNvSpPr/>
            <p:nvPr/>
          </p:nvSpPr>
          <p:spPr>
            <a:xfrm>
              <a:off x="5266261" y="231561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23" name="ph1723"/>
            <p:cNvSpPr/>
            <p:nvPr/>
          </p:nvSpPr>
          <p:spPr>
            <a:xfrm>
              <a:off x="5278775" y="231561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24" name="ph1724"/>
            <p:cNvSpPr/>
            <p:nvPr/>
          </p:nvSpPr>
          <p:spPr>
            <a:xfrm>
              <a:off x="5291287" y="231561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25" name="ph1725"/>
            <p:cNvSpPr/>
            <p:nvPr/>
          </p:nvSpPr>
          <p:spPr>
            <a:xfrm>
              <a:off x="5303799" y="231561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26" name="ph1726"/>
            <p:cNvSpPr/>
            <p:nvPr/>
          </p:nvSpPr>
          <p:spPr>
            <a:xfrm>
              <a:off x="5316311" y="231561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27" name="ph1727"/>
            <p:cNvSpPr/>
            <p:nvPr/>
          </p:nvSpPr>
          <p:spPr>
            <a:xfrm>
              <a:off x="5328824" y="231561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28" name="ph1728"/>
            <p:cNvSpPr/>
            <p:nvPr/>
          </p:nvSpPr>
          <p:spPr>
            <a:xfrm>
              <a:off x="5178675" y="23309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29" name="ph1729"/>
            <p:cNvSpPr/>
            <p:nvPr/>
          </p:nvSpPr>
          <p:spPr>
            <a:xfrm>
              <a:off x="5191188" y="23309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30" name="ph1730"/>
            <p:cNvSpPr/>
            <p:nvPr/>
          </p:nvSpPr>
          <p:spPr>
            <a:xfrm>
              <a:off x="5203700" y="23309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31" name="ph1731"/>
            <p:cNvSpPr/>
            <p:nvPr/>
          </p:nvSpPr>
          <p:spPr>
            <a:xfrm>
              <a:off x="5216212" y="23309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32" name="ph1732"/>
            <p:cNvSpPr/>
            <p:nvPr/>
          </p:nvSpPr>
          <p:spPr>
            <a:xfrm>
              <a:off x="5228724" y="23309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33" name="ph1733"/>
            <p:cNvSpPr/>
            <p:nvPr/>
          </p:nvSpPr>
          <p:spPr>
            <a:xfrm>
              <a:off x="5241237" y="23309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34" name="ph1734"/>
            <p:cNvSpPr/>
            <p:nvPr/>
          </p:nvSpPr>
          <p:spPr>
            <a:xfrm>
              <a:off x="5253749" y="23309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35" name="ph1735"/>
            <p:cNvSpPr/>
            <p:nvPr/>
          </p:nvSpPr>
          <p:spPr>
            <a:xfrm>
              <a:off x="5266261" y="23309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36" name="ph1736"/>
            <p:cNvSpPr/>
            <p:nvPr/>
          </p:nvSpPr>
          <p:spPr>
            <a:xfrm>
              <a:off x="5278775" y="23309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37" name="ph1737"/>
            <p:cNvSpPr/>
            <p:nvPr/>
          </p:nvSpPr>
          <p:spPr>
            <a:xfrm>
              <a:off x="5291287" y="23309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38" name="ph1738"/>
            <p:cNvSpPr/>
            <p:nvPr/>
          </p:nvSpPr>
          <p:spPr>
            <a:xfrm>
              <a:off x="5303799" y="23309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39" name="ph1739"/>
            <p:cNvSpPr/>
            <p:nvPr/>
          </p:nvSpPr>
          <p:spPr>
            <a:xfrm>
              <a:off x="5316311" y="23309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40" name="ph1740"/>
            <p:cNvSpPr/>
            <p:nvPr/>
          </p:nvSpPr>
          <p:spPr>
            <a:xfrm>
              <a:off x="5328824" y="23309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41" name="ph1741"/>
            <p:cNvSpPr/>
            <p:nvPr/>
          </p:nvSpPr>
          <p:spPr>
            <a:xfrm>
              <a:off x="5341336" y="23309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CB0AB">
                <a:alpha val="100000"/>
              </a:srgbClr>
            </a:solidFill>
            <a:ln w="5420" cap="flat">
              <a:solidFill>
                <a:srgbClr val="4C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42" name="ph1742"/>
            <p:cNvSpPr/>
            <p:nvPr/>
          </p:nvSpPr>
          <p:spPr>
            <a:xfrm>
              <a:off x="5178675" y="234636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43" name="ph1743"/>
            <p:cNvSpPr/>
            <p:nvPr/>
          </p:nvSpPr>
          <p:spPr>
            <a:xfrm>
              <a:off x="5191188" y="234636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44" name="ph1744"/>
            <p:cNvSpPr/>
            <p:nvPr/>
          </p:nvSpPr>
          <p:spPr>
            <a:xfrm>
              <a:off x="5203700" y="234636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45" name="ph1745"/>
            <p:cNvSpPr/>
            <p:nvPr/>
          </p:nvSpPr>
          <p:spPr>
            <a:xfrm>
              <a:off x="5216212" y="234636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46" name="ph1746"/>
            <p:cNvSpPr/>
            <p:nvPr/>
          </p:nvSpPr>
          <p:spPr>
            <a:xfrm>
              <a:off x="5228724" y="234636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47" name="ph1747"/>
            <p:cNvSpPr/>
            <p:nvPr/>
          </p:nvSpPr>
          <p:spPr>
            <a:xfrm>
              <a:off x="5241237" y="234636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48" name="ph1748"/>
            <p:cNvSpPr/>
            <p:nvPr/>
          </p:nvSpPr>
          <p:spPr>
            <a:xfrm>
              <a:off x="5253749" y="234636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49" name="ph1749"/>
            <p:cNvSpPr/>
            <p:nvPr/>
          </p:nvSpPr>
          <p:spPr>
            <a:xfrm>
              <a:off x="5266261" y="234636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50" name="ph1750"/>
            <p:cNvSpPr/>
            <p:nvPr/>
          </p:nvSpPr>
          <p:spPr>
            <a:xfrm>
              <a:off x="5278775" y="234636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51" name="ph1751"/>
            <p:cNvSpPr/>
            <p:nvPr/>
          </p:nvSpPr>
          <p:spPr>
            <a:xfrm>
              <a:off x="5291287" y="234636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CB0AB">
                <a:alpha val="100000"/>
              </a:srgbClr>
            </a:solidFill>
            <a:ln w="5420" cap="flat">
              <a:solidFill>
                <a:srgbClr val="4C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52" name="ph1752"/>
            <p:cNvSpPr/>
            <p:nvPr/>
          </p:nvSpPr>
          <p:spPr>
            <a:xfrm>
              <a:off x="5303799" y="234636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53" name="ph1753"/>
            <p:cNvSpPr/>
            <p:nvPr/>
          </p:nvSpPr>
          <p:spPr>
            <a:xfrm>
              <a:off x="5316311" y="234636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54" name="ph1754"/>
            <p:cNvSpPr/>
            <p:nvPr/>
          </p:nvSpPr>
          <p:spPr>
            <a:xfrm>
              <a:off x="5328824" y="234636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55" name="ph1755"/>
            <p:cNvSpPr/>
            <p:nvPr/>
          </p:nvSpPr>
          <p:spPr>
            <a:xfrm>
              <a:off x="5341336" y="234636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56" name="ph1756"/>
            <p:cNvSpPr/>
            <p:nvPr/>
          </p:nvSpPr>
          <p:spPr>
            <a:xfrm>
              <a:off x="5353848" y="234636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57" name="ph1757"/>
            <p:cNvSpPr/>
            <p:nvPr/>
          </p:nvSpPr>
          <p:spPr>
            <a:xfrm>
              <a:off x="5178675" y="236174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58" name="ph1758"/>
            <p:cNvSpPr/>
            <p:nvPr/>
          </p:nvSpPr>
          <p:spPr>
            <a:xfrm>
              <a:off x="5191188" y="236174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59" name="ph1759"/>
            <p:cNvSpPr/>
            <p:nvPr/>
          </p:nvSpPr>
          <p:spPr>
            <a:xfrm>
              <a:off x="5203700" y="236174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60" name="ph1760"/>
            <p:cNvSpPr/>
            <p:nvPr/>
          </p:nvSpPr>
          <p:spPr>
            <a:xfrm>
              <a:off x="5216212" y="236174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61" name="ph1761"/>
            <p:cNvSpPr/>
            <p:nvPr/>
          </p:nvSpPr>
          <p:spPr>
            <a:xfrm>
              <a:off x="5228724" y="236174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62" name="ph1762"/>
            <p:cNvSpPr/>
            <p:nvPr/>
          </p:nvSpPr>
          <p:spPr>
            <a:xfrm>
              <a:off x="5241237" y="236174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63" name="ph1763"/>
            <p:cNvSpPr/>
            <p:nvPr/>
          </p:nvSpPr>
          <p:spPr>
            <a:xfrm>
              <a:off x="5253749" y="236174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64" name="ph1764"/>
            <p:cNvSpPr/>
            <p:nvPr/>
          </p:nvSpPr>
          <p:spPr>
            <a:xfrm>
              <a:off x="5266261" y="236174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65" name="ph1765"/>
            <p:cNvSpPr/>
            <p:nvPr/>
          </p:nvSpPr>
          <p:spPr>
            <a:xfrm>
              <a:off x="5278775" y="236174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66" name="ph1766"/>
            <p:cNvSpPr/>
            <p:nvPr/>
          </p:nvSpPr>
          <p:spPr>
            <a:xfrm>
              <a:off x="5291287" y="236174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67" name="ph1767"/>
            <p:cNvSpPr/>
            <p:nvPr/>
          </p:nvSpPr>
          <p:spPr>
            <a:xfrm>
              <a:off x="5303799" y="236174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68" name="ph1768"/>
            <p:cNvSpPr/>
            <p:nvPr/>
          </p:nvSpPr>
          <p:spPr>
            <a:xfrm>
              <a:off x="5316311" y="236174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69" name="ph1769"/>
            <p:cNvSpPr/>
            <p:nvPr/>
          </p:nvSpPr>
          <p:spPr>
            <a:xfrm>
              <a:off x="5328824" y="236174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70" name="ph1770"/>
            <p:cNvSpPr/>
            <p:nvPr/>
          </p:nvSpPr>
          <p:spPr>
            <a:xfrm>
              <a:off x="5341336" y="236174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71" name="ph1771"/>
            <p:cNvSpPr/>
            <p:nvPr/>
          </p:nvSpPr>
          <p:spPr>
            <a:xfrm>
              <a:off x="5353848" y="236174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72" name="ph1772"/>
            <p:cNvSpPr/>
            <p:nvPr/>
          </p:nvSpPr>
          <p:spPr>
            <a:xfrm>
              <a:off x="5178675" y="237711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8ABAA">
                <a:alpha val="100000"/>
              </a:srgbClr>
            </a:solidFill>
            <a:ln w="5420" cap="flat">
              <a:solidFill>
                <a:srgbClr val="48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73" name="ph1773"/>
            <p:cNvSpPr/>
            <p:nvPr/>
          </p:nvSpPr>
          <p:spPr>
            <a:xfrm>
              <a:off x="5191188" y="237711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74" name="ph1774"/>
            <p:cNvSpPr/>
            <p:nvPr/>
          </p:nvSpPr>
          <p:spPr>
            <a:xfrm>
              <a:off x="5203700" y="237711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75" name="ph1775"/>
            <p:cNvSpPr/>
            <p:nvPr/>
          </p:nvSpPr>
          <p:spPr>
            <a:xfrm>
              <a:off x="5216212" y="237711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76" name="ph1776"/>
            <p:cNvSpPr/>
            <p:nvPr/>
          </p:nvSpPr>
          <p:spPr>
            <a:xfrm>
              <a:off x="5228724" y="237711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77" name="ph1777"/>
            <p:cNvSpPr/>
            <p:nvPr/>
          </p:nvSpPr>
          <p:spPr>
            <a:xfrm>
              <a:off x="5241237" y="237711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78" name="ph1778"/>
            <p:cNvSpPr/>
            <p:nvPr/>
          </p:nvSpPr>
          <p:spPr>
            <a:xfrm>
              <a:off x="5253749" y="237711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79" name="ph1779"/>
            <p:cNvSpPr/>
            <p:nvPr/>
          </p:nvSpPr>
          <p:spPr>
            <a:xfrm>
              <a:off x="5266261" y="237711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80" name="ph1780"/>
            <p:cNvSpPr/>
            <p:nvPr/>
          </p:nvSpPr>
          <p:spPr>
            <a:xfrm>
              <a:off x="5278775" y="237711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81" name="ph1781"/>
            <p:cNvSpPr/>
            <p:nvPr/>
          </p:nvSpPr>
          <p:spPr>
            <a:xfrm>
              <a:off x="5291287" y="237711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82" name="ph1782"/>
            <p:cNvSpPr/>
            <p:nvPr/>
          </p:nvSpPr>
          <p:spPr>
            <a:xfrm>
              <a:off x="5303799" y="237711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83" name="ph1783"/>
            <p:cNvSpPr/>
            <p:nvPr/>
          </p:nvSpPr>
          <p:spPr>
            <a:xfrm>
              <a:off x="5316311" y="237711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84" name="ph1784"/>
            <p:cNvSpPr/>
            <p:nvPr/>
          </p:nvSpPr>
          <p:spPr>
            <a:xfrm>
              <a:off x="5328824" y="237711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85" name="ph1785"/>
            <p:cNvSpPr/>
            <p:nvPr/>
          </p:nvSpPr>
          <p:spPr>
            <a:xfrm>
              <a:off x="5341336" y="237711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86" name="ph1786"/>
            <p:cNvSpPr/>
            <p:nvPr/>
          </p:nvSpPr>
          <p:spPr>
            <a:xfrm>
              <a:off x="5353848" y="237711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87" name="ph1787"/>
            <p:cNvSpPr/>
            <p:nvPr/>
          </p:nvSpPr>
          <p:spPr>
            <a:xfrm>
              <a:off x="5366360" y="237711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88" name="ph1788"/>
            <p:cNvSpPr/>
            <p:nvPr/>
          </p:nvSpPr>
          <p:spPr>
            <a:xfrm>
              <a:off x="5191188" y="239249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89" name="ph1789"/>
            <p:cNvSpPr/>
            <p:nvPr/>
          </p:nvSpPr>
          <p:spPr>
            <a:xfrm>
              <a:off x="5203700" y="239249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90" name="ph1790"/>
            <p:cNvSpPr/>
            <p:nvPr/>
          </p:nvSpPr>
          <p:spPr>
            <a:xfrm>
              <a:off x="5216212" y="239249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91" name="ph1791"/>
            <p:cNvSpPr/>
            <p:nvPr/>
          </p:nvSpPr>
          <p:spPr>
            <a:xfrm>
              <a:off x="5228724" y="239249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92" name="ph1792"/>
            <p:cNvSpPr/>
            <p:nvPr/>
          </p:nvSpPr>
          <p:spPr>
            <a:xfrm>
              <a:off x="5241237" y="239249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93" name="ph1793"/>
            <p:cNvSpPr/>
            <p:nvPr/>
          </p:nvSpPr>
          <p:spPr>
            <a:xfrm>
              <a:off x="5253749" y="239249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94" name="ph1794"/>
            <p:cNvSpPr/>
            <p:nvPr/>
          </p:nvSpPr>
          <p:spPr>
            <a:xfrm>
              <a:off x="5266261" y="239249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95" name="ph1795"/>
            <p:cNvSpPr/>
            <p:nvPr/>
          </p:nvSpPr>
          <p:spPr>
            <a:xfrm>
              <a:off x="5278775" y="239249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96" name="ph1796"/>
            <p:cNvSpPr/>
            <p:nvPr/>
          </p:nvSpPr>
          <p:spPr>
            <a:xfrm>
              <a:off x="5291287" y="239249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97" name="ph1797"/>
            <p:cNvSpPr/>
            <p:nvPr/>
          </p:nvSpPr>
          <p:spPr>
            <a:xfrm>
              <a:off x="5303799" y="239249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98" name="ph1798"/>
            <p:cNvSpPr/>
            <p:nvPr/>
          </p:nvSpPr>
          <p:spPr>
            <a:xfrm>
              <a:off x="5316311" y="239249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99" name="ph1799"/>
            <p:cNvSpPr/>
            <p:nvPr/>
          </p:nvSpPr>
          <p:spPr>
            <a:xfrm>
              <a:off x="5328824" y="239249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00" name="ph1800"/>
            <p:cNvSpPr/>
            <p:nvPr/>
          </p:nvSpPr>
          <p:spPr>
            <a:xfrm>
              <a:off x="5341336" y="239249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01" name="ph1801"/>
            <p:cNvSpPr/>
            <p:nvPr/>
          </p:nvSpPr>
          <p:spPr>
            <a:xfrm>
              <a:off x="5353848" y="239249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02" name="ph1802"/>
            <p:cNvSpPr/>
            <p:nvPr/>
          </p:nvSpPr>
          <p:spPr>
            <a:xfrm>
              <a:off x="5366360" y="239249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03" name="ph1803"/>
            <p:cNvSpPr/>
            <p:nvPr/>
          </p:nvSpPr>
          <p:spPr>
            <a:xfrm>
              <a:off x="5153651" y="240786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04" name="ph1804"/>
            <p:cNvSpPr/>
            <p:nvPr/>
          </p:nvSpPr>
          <p:spPr>
            <a:xfrm>
              <a:off x="5166163" y="240786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05" name="ph1805"/>
            <p:cNvSpPr/>
            <p:nvPr/>
          </p:nvSpPr>
          <p:spPr>
            <a:xfrm>
              <a:off x="5178675" y="240786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06" name="ph1806"/>
            <p:cNvSpPr/>
            <p:nvPr/>
          </p:nvSpPr>
          <p:spPr>
            <a:xfrm>
              <a:off x="5191188" y="240786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07" name="ph1807"/>
            <p:cNvSpPr/>
            <p:nvPr/>
          </p:nvSpPr>
          <p:spPr>
            <a:xfrm>
              <a:off x="5203700" y="240786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08" name="ph1808"/>
            <p:cNvSpPr/>
            <p:nvPr/>
          </p:nvSpPr>
          <p:spPr>
            <a:xfrm>
              <a:off x="5216212" y="240786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09" name="ph1809"/>
            <p:cNvSpPr/>
            <p:nvPr/>
          </p:nvSpPr>
          <p:spPr>
            <a:xfrm>
              <a:off x="5228724" y="240786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10" name="ph1810"/>
            <p:cNvSpPr/>
            <p:nvPr/>
          </p:nvSpPr>
          <p:spPr>
            <a:xfrm>
              <a:off x="5241237" y="240786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11" name="ph1811"/>
            <p:cNvSpPr/>
            <p:nvPr/>
          </p:nvSpPr>
          <p:spPr>
            <a:xfrm>
              <a:off x="5253749" y="240786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12" name="ph1812"/>
            <p:cNvSpPr/>
            <p:nvPr/>
          </p:nvSpPr>
          <p:spPr>
            <a:xfrm>
              <a:off x="5266261" y="240786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13" name="ph1813"/>
            <p:cNvSpPr/>
            <p:nvPr/>
          </p:nvSpPr>
          <p:spPr>
            <a:xfrm>
              <a:off x="5278775" y="240786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14" name="ph1814"/>
            <p:cNvSpPr/>
            <p:nvPr/>
          </p:nvSpPr>
          <p:spPr>
            <a:xfrm>
              <a:off x="5291287" y="240786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15" name="ph1815"/>
            <p:cNvSpPr/>
            <p:nvPr/>
          </p:nvSpPr>
          <p:spPr>
            <a:xfrm>
              <a:off x="5303799" y="240786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16" name="ph1816"/>
            <p:cNvSpPr/>
            <p:nvPr/>
          </p:nvSpPr>
          <p:spPr>
            <a:xfrm>
              <a:off x="5316311" y="240786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17" name="ph1817"/>
            <p:cNvSpPr/>
            <p:nvPr/>
          </p:nvSpPr>
          <p:spPr>
            <a:xfrm>
              <a:off x="5328824" y="240786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18" name="ph1818"/>
            <p:cNvSpPr/>
            <p:nvPr/>
          </p:nvSpPr>
          <p:spPr>
            <a:xfrm>
              <a:off x="5341336" y="240786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19" name="ph1819"/>
            <p:cNvSpPr/>
            <p:nvPr/>
          </p:nvSpPr>
          <p:spPr>
            <a:xfrm>
              <a:off x="5353848" y="240786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20" name="ph1820"/>
            <p:cNvSpPr/>
            <p:nvPr/>
          </p:nvSpPr>
          <p:spPr>
            <a:xfrm>
              <a:off x="5153651" y="242324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21" name="ph1821"/>
            <p:cNvSpPr/>
            <p:nvPr/>
          </p:nvSpPr>
          <p:spPr>
            <a:xfrm>
              <a:off x="5166163" y="242324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22" name="ph1822"/>
            <p:cNvSpPr/>
            <p:nvPr/>
          </p:nvSpPr>
          <p:spPr>
            <a:xfrm>
              <a:off x="5178675" y="242324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23" name="ph1823"/>
            <p:cNvSpPr/>
            <p:nvPr/>
          </p:nvSpPr>
          <p:spPr>
            <a:xfrm>
              <a:off x="5191188" y="242324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24" name="ph1824"/>
            <p:cNvSpPr/>
            <p:nvPr/>
          </p:nvSpPr>
          <p:spPr>
            <a:xfrm>
              <a:off x="5203700" y="242324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25" name="ph1825"/>
            <p:cNvSpPr/>
            <p:nvPr/>
          </p:nvSpPr>
          <p:spPr>
            <a:xfrm>
              <a:off x="5216212" y="242324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26" name="ph1826"/>
            <p:cNvSpPr/>
            <p:nvPr/>
          </p:nvSpPr>
          <p:spPr>
            <a:xfrm>
              <a:off x="5228724" y="242324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27" name="ph1827"/>
            <p:cNvSpPr/>
            <p:nvPr/>
          </p:nvSpPr>
          <p:spPr>
            <a:xfrm>
              <a:off x="5241237" y="242324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28" name="ph1828"/>
            <p:cNvSpPr/>
            <p:nvPr/>
          </p:nvSpPr>
          <p:spPr>
            <a:xfrm>
              <a:off x="5253749" y="242324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29" name="ph1829"/>
            <p:cNvSpPr/>
            <p:nvPr/>
          </p:nvSpPr>
          <p:spPr>
            <a:xfrm>
              <a:off x="5266261" y="242324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30" name="ph1830"/>
            <p:cNvSpPr/>
            <p:nvPr/>
          </p:nvSpPr>
          <p:spPr>
            <a:xfrm>
              <a:off x="5278775" y="242324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31" name="ph1831"/>
            <p:cNvSpPr/>
            <p:nvPr/>
          </p:nvSpPr>
          <p:spPr>
            <a:xfrm>
              <a:off x="5291287" y="242324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32" name="ph1832"/>
            <p:cNvSpPr/>
            <p:nvPr/>
          </p:nvSpPr>
          <p:spPr>
            <a:xfrm>
              <a:off x="5303799" y="242324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33" name="ph1833"/>
            <p:cNvSpPr/>
            <p:nvPr/>
          </p:nvSpPr>
          <p:spPr>
            <a:xfrm>
              <a:off x="5316311" y="242324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34" name="ph1834"/>
            <p:cNvSpPr/>
            <p:nvPr/>
          </p:nvSpPr>
          <p:spPr>
            <a:xfrm>
              <a:off x="5328824" y="242324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35" name="ph1835"/>
            <p:cNvSpPr/>
            <p:nvPr/>
          </p:nvSpPr>
          <p:spPr>
            <a:xfrm>
              <a:off x="5341336" y="242324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36" name="ph1836"/>
            <p:cNvSpPr/>
            <p:nvPr/>
          </p:nvSpPr>
          <p:spPr>
            <a:xfrm>
              <a:off x="5153651" y="24386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37" name="ph1837"/>
            <p:cNvSpPr/>
            <p:nvPr/>
          </p:nvSpPr>
          <p:spPr>
            <a:xfrm>
              <a:off x="5166163" y="24386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38" name="ph1838"/>
            <p:cNvSpPr/>
            <p:nvPr/>
          </p:nvSpPr>
          <p:spPr>
            <a:xfrm>
              <a:off x="5178675" y="24386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6AA">
                <a:alpha val="100000"/>
              </a:srgbClr>
            </a:solidFill>
            <a:ln w="5420" cap="flat">
              <a:solidFill>
                <a:srgbClr val="42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39" name="ph1839"/>
            <p:cNvSpPr/>
            <p:nvPr/>
          </p:nvSpPr>
          <p:spPr>
            <a:xfrm>
              <a:off x="5191188" y="24386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40" name="ph1840"/>
            <p:cNvSpPr/>
            <p:nvPr/>
          </p:nvSpPr>
          <p:spPr>
            <a:xfrm>
              <a:off x="5203700" y="24386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41" name="ph1841"/>
            <p:cNvSpPr/>
            <p:nvPr/>
          </p:nvSpPr>
          <p:spPr>
            <a:xfrm>
              <a:off x="5216212" y="24386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42" name="ph1842"/>
            <p:cNvSpPr/>
            <p:nvPr/>
          </p:nvSpPr>
          <p:spPr>
            <a:xfrm>
              <a:off x="5228724" y="24386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43" name="ph1843"/>
            <p:cNvSpPr/>
            <p:nvPr/>
          </p:nvSpPr>
          <p:spPr>
            <a:xfrm>
              <a:off x="5241237" y="24386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44" name="ph1844"/>
            <p:cNvSpPr/>
            <p:nvPr/>
          </p:nvSpPr>
          <p:spPr>
            <a:xfrm>
              <a:off x="5253749" y="24386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45" name="ph1845"/>
            <p:cNvSpPr/>
            <p:nvPr/>
          </p:nvSpPr>
          <p:spPr>
            <a:xfrm>
              <a:off x="5266261" y="24386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46" name="ph1846"/>
            <p:cNvSpPr/>
            <p:nvPr/>
          </p:nvSpPr>
          <p:spPr>
            <a:xfrm>
              <a:off x="5278775" y="24386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47" name="ph1847"/>
            <p:cNvSpPr/>
            <p:nvPr/>
          </p:nvSpPr>
          <p:spPr>
            <a:xfrm>
              <a:off x="5291287" y="24386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48" name="ph1848"/>
            <p:cNvSpPr/>
            <p:nvPr/>
          </p:nvSpPr>
          <p:spPr>
            <a:xfrm>
              <a:off x="5303799" y="24386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49" name="ph1849"/>
            <p:cNvSpPr/>
            <p:nvPr/>
          </p:nvSpPr>
          <p:spPr>
            <a:xfrm>
              <a:off x="5316311" y="24386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50" name="ph1850"/>
            <p:cNvSpPr/>
            <p:nvPr/>
          </p:nvSpPr>
          <p:spPr>
            <a:xfrm>
              <a:off x="5328824" y="243861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51" name="ph1851"/>
            <p:cNvSpPr/>
            <p:nvPr/>
          </p:nvSpPr>
          <p:spPr>
            <a:xfrm>
              <a:off x="5153651" y="24539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52" name="ph1852"/>
            <p:cNvSpPr/>
            <p:nvPr/>
          </p:nvSpPr>
          <p:spPr>
            <a:xfrm>
              <a:off x="5166163" y="24539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53" name="ph1853"/>
            <p:cNvSpPr/>
            <p:nvPr/>
          </p:nvSpPr>
          <p:spPr>
            <a:xfrm>
              <a:off x="5178675" y="24539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4AA">
                <a:alpha val="100000"/>
              </a:srgbClr>
            </a:solidFill>
            <a:ln w="5420" cap="flat">
              <a:solidFill>
                <a:srgbClr val="42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54" name="ph1854"/>
            <p:cNvSpPr/>
            <p:nvPr/>
          </p:nvSpPr>
          <p:spPr>
            <a:xfrm>
              <a:off x="5191188" y="24539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55" name="ph1855"/>
            <p:cNvSpPr/>
            <p:nvPr/>
          </p:nvSpPr>
          <p:spPr>
            <a:xfrm>
              <a:off x="5203700" y="24539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56" name="ph1856"/>
            <p:cNvSpPr/>
            <p:nvPr/>
          </p:nvSpPr>
          <p:spPr>
            <a:xfrm>
              <a:off x="5216212" y="24539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57" name="ph1857"/>
            <p:cNvSpPr/>
            <p:nvPr/>
          </p:nvSpPr>
          <p:spPr>
            <a:xfrm>
              <a:off x="5228724" y="24539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6AA">
                <a:alpha val="100000"/>
              </a:srgbClr>
            </a:solidFill>
            <a:ln w="5420" cap="flat">
              <a:solidFill>
                <a:srgbClr val="42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58" name="ph1858"/>
            <p:cNvSpPr/>
            <p:nvPr/>
          </p:nvSpPr>
          <p:spPr>
            <a:xfrm>
              <a:off x="5241237" y="24539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59" name="ph1859"/>
            <p:cNvSpPr/>
            <p:nvPr/>
          </p:nvSpPr>
          <p:spPr>
            <a:xfrm>
              <a:off x="5253749" y="24539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60" name="ph1860"/>
            <p:cNvSpPr/>
            <p:nvPr/>
          </p:nvSpPr>
          <p:spPr>
            <a:xfrm>
              <a:off x="5266261" y="24539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61" name="ph1861"/>
            <p:cNvSpPr/>
            <p:nvPr/>
          </p:nvSpPr>
          <p:spPr>
            <a:xfrm>
              <a:off x="5278775" y="24539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62" name="ph1862"/>
            <p:cNvSpPr/>
            <p:nvPr/>
          </p:nvSpPr>
          <p:spPr>
            <a:xfrm>
              <a:off x="5291287" y="24539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63" name="ph1863"/>
            <p:cNvSpPr/>
            <p:nvPr/>
          </p:nvSpPr>
          <p:spPr>
            <a:xfrm>
              <a:off x="5303799" y="24539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64" name="ph1864"/>
            <p:cNvSpPr/>
            <p:nvPr/>
          </p:nvSpPr>
          <p:spPr>
            <a:xfrm>
              <a:off x="5316311" y="245399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65" name="ph1865"/>
            <p:cNvSpPr/>
            <p:nvPr/>
          </p:nvSpPr>
          <p:spPr>
            <a:xfrm>
              <a:off x="5141139" y="24693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66" name="ph1866"/>
            <p:cNvSpPr/>
            <p:nvPr/>
          </p:nvSpPr>
          <p:spPr>
            <a:xfrm>
              <a:off x="5153651" y="24693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67" name="ph1867"/>
            <p:cNvSpPr/>
            <p:nvPr/>
          </p:nvSpPr>
          <p:spPr>
            <a:xfrm>
              <a:off x="5166163" y="24693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68" name="ph1868"/>
            <p:cNvSpPr/>
            <p:nvPr/>
          </p:nvSpPr>
          <p:spPr>
            <a:xfrm>
              <a:off x="5178675" y="24693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69" name="ph1869"/>
            <p:cNvSpPr/>
            <p:nvPr/>
          </p:nvSpPr>
          <p:spPr>
            <a:xfrm>
              <a:off x="5191188" y="24693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70" name="ph1870"/>
            <p:cNvSpPr/>
            <p:nvPr/>
          </p:nvSpPr>
          <p:spPr>
            <a:xfrm>
              <a:off x="5203700" y="24693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71" name="ph1871"/>
            <p:cNvSpPr/>
            <p:nvPr/>
          </p:nvSpPr>
          <p:spPr>
            <a:xfrm>
              <a:off x="5216212" y="24693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72" name="ph1872"/>
            <p:cNvSpPr/>
            <p:nvPr/>
          </p:nvSpPr>
          <p:spPr>
            <a:xfrm>
              <a:off x="5228724" y="24693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73" name="ph1873"/>
            <p:cNvSpPr/>
            <p:nvPr/>
          </p:nvSpPr>
          <p:spPr>
            <a:xfrm>
              <a:off x="5241237" y="24693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74" name="ph1874"/>
            <p:cNvSpPr/>
            <p:nvPr/>
          </p:nvSpPr>
          <p:spPr>
            <a:xfrm>
              <a:off x="5253749" y="24693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75" name="ph1875"/>
            <p:cNvSpPr/>
            <p:nvPr/>
          </p:nvSpPr>
          <p:spPr>
            <a:xfrm>
              <a:off x="5266261" y="24693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76" name="ph1876"/>
            <p:cNvSpPr/>
            <p:nvPr/>
          </p:nvSpPr>
          <p:spPr>
            <a:xfrm>
              <a:off x="5278775" y="24693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77" name="ph1877"/>
            <p:cNvSpPr/>
            <p:nvPr/>
          </p:nvSpPr>
          <p:spPr>
            <a:xfrm>
              <a:off x="5291287" y="246937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78" name="ph1878"/>
            <p:cNvSpPr/>
            <p:nvPr/>
          </p:nvSpPr>
          <p:spPr>
            <a:xfrm>
              <a:off x="5141139" y="24847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79" name="ph1879"/>
            <p:cNvSpPr/>
            <p:nvPr/>
          </p:nvSpPr>
          <p:spPr>
            <a:xfrm>
              <a:off x="5153651" y="24847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80" name="ph1880"/>
            <p:cNvSpPr/>
            <p:nvPr/>
          </p:nvSpPr>
          <p:spPr>
            <a:xfrm>
              <a:off x="5166163" y="24847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81" name="ph1881"/>
            <p:cNvSpPr/>
            <p:nvPr/>
          </p:nvSpPr>
          <p:spPr>
            <a:xfrm>
              <a:off x="5178675" y="24847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82" name="ph1882"/>
            <p:cNvSpPr/>
            <p:nvPr/>
          </p:nvSpPr>
          <p:spPr>
            <a:xfrm>
              <a:off x="5191188" y="24847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83" name="ph1883"/>
            <p:cNvSpPr/>
            <p:nvPr/>
          </p:nvSpPr>
          <p:spPr>
            <a:xfrm>
              <a:off x="5203700" y="24847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84" name="ph1884"/>
            <p:cNvSpPr/>
            <p:nvPr/>
          </p:nvSpPr>
          <p:spPr>
            <a:xfrm>
              <a:off x="5216212" y="24847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85" name="ph1885"/>
            <p:cNvSpPr/>
            <p:nvPr/>
          </p:nvSpPr>
          <p:spPr>
            <a:xfrm>
              <a:off x="5228724" y="24847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86" name="ph1886"/>
            <p:cNvSpPr/>
            <p:nvPr/>
          </p:nvSpPr>
          <p:spPr>
            <a:xfrm>
              <a:off x="5241237" y="24847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87" name="ph1887"/>
            <p:cNvSpPr/>
            <p:nvPr/>
          </p:nvSpPr>
          <p:spPr>
            <a:xfrm>
              <a:off x="5253749" y="24847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88" name="ph1888"/>
            <p:cNvSpPr/>
            <p:nvPr/>
          </p:nvSpPr>
          <p:spPr>
            <a:xfrm>
              <a:off x="5266261" y="24847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89" name="ph1889"/>
            <p:cNvSpPr/>
            <p:nvPr/>
          </p:nvSpPr>
          <p:spPr>
            <a:xfrm>
              <a:off x="5278775" y="248474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90" name="ph1890"/>
            <p:cNvSpPr/>
            <p:nvPr/>
          </p:nvSpPr>
          <p:spPr>
            <a:xfrm>
              <a:off x="5141139" y="250012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91" name="ph1891"/>
            <p:cNvSpPr/>
            <p:nvPr/>
          </p:nvSpPr>
          <p:spPr>
            <a:xfrm>
              <a:off x="5153651" y="250012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92" name="ph1892"/>
            <p:cNvSpPr/>
            <p:nvPr/>
          </p:nvSpPr>
          <p:spPr>
            <a:xfrm>
              <a:off x="5166163" y="250012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93" name="ph1893"/>
            <p:cNvSpPr/>
            <p:nvPr/>
          </p:nvSpPr>
          <p:spPr>
            <a:xfrm>
              <a:off x="5178675" y="250012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94" name="ph1894"/>
            <p:cNvSpPr/>
            <p:nvPr/>
          </p:nvSpPr>
          <p:spPr>
            <a:xfrm>
              <a:off x="5191188" y="250012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95" name="ph1895"/>
            <p:cNvSpPr/>
            <p:nvPr/>
          </p:nvSpPr>
          <p:spPr>
            <a:xfrm>
              <a:off x="5203700" y="250012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96" name="ph1896"/>
            <p:cNvSpPr/>
            <p:nvPr/>
          </p:nvSpPr>
          <p:spPr>
            <a:xfrm>
              <a:off x="5216212" y="250012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97" name="ph1897"/>
            <p:cNvSpPr/>
            <p:nvPr/>
          </p:nvSpPr>
          <p:spPr>
            <a:xfrm>
              <a:off x="5228724" y="250012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98" name="ph1898"/>
            <p:cNvSpPr/>
            <p:nvPr/>
          </p:nvSpPr>
          <p:spPr>
            <a:xfrm>
              <a:off x="5241237" y="250012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99" name="ph1899"/>
            <p:cNvSpPr/>
            <p:nvPr/>
          </p:nvSpPr>
          <p:spPr>
            <a:xfrm>
              <a:off x="5253749" y="250012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00" name="ph1900"/>
            <p:cNvSpPr/>
            <p:nvPr/>
          </p:nvSpPr>
          <p:spPr>
            <a:xfrm>
              <a:off x="5266261" y="250012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01" name="ph1901"/>
            <p:cNvSpPr/>
            <p:nvPr/>
          </p:nvSpPr>
          <p:spPr>
            <a:xfrm>
              <a:off x="5116113" y="25154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02" name="ph1902"/>
            <p:cNvSpPr/>
            <p:nvPr/>
          </p:nvSpPr>
          <p:spPr>
            <a:xfrm>
              <a:off x="5128625" y="25154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03" name="ph1903"/>
            <p:cNvSpPr/>
            <p:nvPr/>
          </p:nvSpPr>
          <p:spPr>
            <a:xfrm>
              <a:off x="5141139" y="25154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04" name="ph1904"/>
            <p:cNvSpPr/>
            <p:nvPr/>
          </p:nvSpPr>
          <p:spPr>
            <a:xfrm>
              <a:off x="5153651" y="25154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05" name="ph1905"/>
            <p:cNvSpPr/>
            <p:nvPr/>
          </p:nvSpPr>
          <p:spPr>
            <a:xfrm>
              <a:off x="5166163" y="25154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06" name="ph1906"/>
            <p:cNvSpPr/>
            <p:nvPr/>
          </p:nvSpPr>
          <p:spPr>
            <a:xfrm>
              <a:off x="5178675" y="25154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07" name="ph1907"/>
            <p:cNvSpPr/>
            <p:nvPr/>
          </p:nvSpPr>
          <p:spPr>
            <a:xfrm>
              <a:off x="5191188" y="25154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08" name="ph1908"/>
            <p:cNvSpPr/>
            <p:nvPr/>
          </p:nvSpPr>
          <p:spPr>
            <a:xfrm>
              <a:off x="5203700" y="25154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09" name="ph1909"/>
            <p:cNvSpPr/>
            <p:nvPr/>
          </p:nvSpPr>
          <p:spPr>
            <a:xfrm>
              <a:off x="5216212" y="25154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10" name="ph1910"/>
            <p:cNvSpPr/>
            <p:nvPr/>
          </p:nvSpPr>
          <p:spPr>
            <a:xfrm>
              <a:off x="5228724" y="25154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11" name="ph1911"/>
            <p:cNvSpPr/>
            <p:nvPr/>
          </p:nvSpPr>
          <p:spPr>
            <a:xfrm>
              <a:off x="5241237" y="25154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12" name="ph1912"/>
            <p:cNvSpPr/>
            <p:nvPr/>
          </p:nvSpPr>
          <p:spPr>
            <a:xfrm>
              <a:off x="5253749" y="25154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13" name="ph1913"/>
            <p:cNvSpPr/>
            <p:nvPr/>
          </p:nvSpPr>
          <p:spPr>
            <a:xfrm>
              <a:off x="5266261" y="251549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14" name="ph1914"/>
            <p:cNvSpPr/>
            <p:nvPr/>
          </p:nvSpPr>
          <p:spPr>
            <a:xfrm>
              <a:off x="5103601" y="253087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15" name="ph1915"/>
            <p:cNvSpPr/>
            <p:nvPr/>
          </p:nvSpPr>
          <p:spPr>
            <a:xfrm>
              <a:off x="5116113" y="253087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16" name="ph1916"/>
            <p:cNvSpPr/>
            <p:nvPr/>
          </p:nvSpPr>
          <p:spPr>
            <a:xfrm>
              <a:off x="5128625" y="253087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17" name="ph1917"/>
            <p:cNvSpPr/>
            <p:nvPr/>
          </p:nvSpPr>
          <p:spPr>
            <a:xfrm>
              <a:off x="5141139" y="253087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18" name="ph1918"/>
            <p:cNvSpPr/>
            <p:nvPr/>
          </p:nvSpPr>
          <p:spPr>
            <a:xfrm>
              <a:off x="5153651" y="253087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19" name="ph1919"/>
            <p:cNvSpPr/>
            <p:nvPr/>
          </p:nvSpPr>
          <p:spPr>
            <a:xfrm>
              <a:off x="5166163" y="253087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20" name="ph1920"/>
            <p:cNvSpPr/>
            <p:nvPr/>
          </p:nvSpPr>
          <p:spPr>
            <a:xfrm>
              <a:off x="5178675" y="253087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21" name="ph1921"/>
            <p:cNvSpPr/>
            <p:nvPr/>
          </p:nvSpPr>
          <p:spPr>
            <a:xfrm>
              <a:off x="5191188" y="253087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22" name="ph1922"/>
            <p:cNvSpPr/>
            <p:nvPr/>
          </p:nvSpPr>
          <p:spPr>
            <a:xfrm>
              <a:off x="5203700" y="253087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23" name="ph1923"/>
            <p:cNvSpPr/>
            <p:nvPr/>
          </p:nvSpPr>
          <p:spPr>
            <a:xfrm>
              <a:off x="5216212" y="253087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24" name="ph1924"/>
            <p:cNvSpPr/>
            <p:nvPr/>
          </p:nvSpPr>
          <p:spPr>
            <a:xfrm>
              <a:off x="5228724" y="253087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25" name="ph1925"/>
            <p:cNvSpPr/>
            <p:nvPr/>
          </p:nvSpPr>
          <p:spPr>
            <a:xfrm>
              <a:off x="5241237" y="253087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26" name="ph1926"/>
            <p:cNvSpPr/>
            <p:nvPr/>
          </p:nvSpPr>
          <p:spPr>
            <a:xfrm>
              <a:off x="5253749" y="253087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27" name="ph1927"/>
            <p:cNvSpPr/>
            <p:nvPr/>
          </p:nvSpPr>
          <p:spPr>
            <a:xfrm>
              <a:off x="5266261" y="253087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28" name="ph1928"/>
            <p:cNvSpPr/>
            <p:nvPr/>
          </p:nvSpPr>
          <p:spPr>
            <a:xfrm>
              <a:off x="5103601" y="25462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29" name="ph1929"/>
            <p:cNvSpPr/>
            <p:nvPr/>
          </p:nvSpPr>
          <p:spPr>
            <a:xfrm>
              <a:off x="5116113" y="25462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30" name="ph1930"/>
            <p:cNvSpPr/>
            <p:nvPr/>
          </p:nvSpPr>
          <p:spPr>
            <a:xfrm>
              <a:off x="5128625" y="25462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31" name="ph1931"/>
            <p:cNvSpPr/>
            <p:nvPr/>
          </p:nvSpPr>
          <p:spPr>
            <a:xfrm>
              <a:off x="5141139" y="25462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32" name="ph1932"/>
            <p:cNvSpPr/>
            <p:nvPr/>
          </p:nvSpPr>
          <p:spPr>
            <a:xfrm>
              <a:off x="5153651" y="25462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33" name="ph1933"/>
            <p:cNvSpPr/>
            <p:nvPr/>
          </p:nvSpPr>
          <p:spPr>
            <a:xfrm>
              <a:off x="5166163" y="25462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34" name="ph1934"/>
            <p:cNvSpPr/>
            <p:nvPr/>
          </p:nvSpPr>
          <p:spPr>
            <a:xfrm>
              <a:off x="5178675" y="25462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35" name="ph1935"/>
            <p:cNvSpPr/>
            <p:nvPr/>
          </p:nvSpPr>
          <p:spPr>
            <a:xfrm>
              <a:off x="5191188" y="25462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36" name="ph1936"/>
            <p:cNvSpPr/>
            <p:nvPr/>
          </p:nvSpPr>
          <p:spPr>
            <a:xfrm>
              <a:off x="5203700" y="25462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37" name="ph1937"/>
            <p:cNvSpPr/>
            <p:nvPr/>
          </p:nvSpPr>
          <p:spPr>
            <a:xfrm>
              <a:off x="5216212" y="25462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38" name="ph1938"/>
            <p:cNvSpPr/>
            <p:nvPr/>
          </p:nvSpPr>
          <p:spPr>
            <a:xfrm>
              <a:off x="5228724" y="25462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39" name="ph1939"/>
            <p:cNvSpPr/>
            <p:nvPr/>
          </p:nvSpPr>
          <p:spPr>
            <a:xfrm>
              <a:off x="5241237" y="25462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40" name="ph1940"/>
            <p:cNvSpPr/>
            <p:nvPr/>
          </p:nvSpPr>
          <p:spPr>
            <a:xfrm>
              <a:off x="5253749" y="254625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41" name="ph1941"/>
            <p:cNvSpPr/>
            <p:nvPr/>
          </p:nvSpPr>
          <p:spPr>
            <a:xfrm>
              <a:off x="5091088" y="25616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42" name="ph1942"/>
            <p:cNvSpPr/>
            <p:nvPr/>
          </p:nvSpPr>
          <p:spPr>
            <a:xfrm>
              <a:off x="5103601" y="25616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43" name="ph1943"/>
            <p:cNvSpPr/>
            <p:nvPr/>
          </p:nvSpPr>
          <p:spPr>
            <a:xfrm>
              <a:off x="5116113" y="25616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44" name="ph1944"/>
            <p:cNvSpPr/>
            <p:nvPr/>
          </p:nvSpPr>
          <p:spPr>
            <a:xfrm>
              <a:off x="5128625" y="25616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45" name="ph1945"/>
            <p:cNvSpPr/>
            <p:nvPr/>
          </p:nvSpPr>
          <p:spPr>
            <a:xfrm>
              <a:off x="5141139" y="25616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46" name="ph1946"/>
            <p:cNvSpPr/>
            <p:nvPr/>
          </p:nvSpPr>
          <p:spPr>
            <a:xfrm>
              <a:off x="5153651" y="25616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47" name="ph1947"/>
            <p:cNvSpPr/>
            <p:nvPr/>
          </p:nvSpPr>
          <p:spPr>
            <a:xfrm>
              <a:off x="5166163" y="25616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48" name="ph1948"/>
            <p:cNvSpPr/>
            <p:nvPr/>
          </p:nvSpPr>
          <p:spPr>
            <a:xfrm>
              <a:off x="5178675" y="25616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49" name="ph1949"/>
            <p:cNvSpPr/>
            <p:nvPr/>
          </p:nvSpPr>
          <p:spPr>
            <a:xfrm>
              <a:off x="5191188" y="25616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50" name="ph1950"/>
            <p:cNvSpPr/>
            <p:nvPr/>
          </p:nvSpPr>
          <p:spPr>
            <a:xfrm>
              <a:off x="5203700" y="25616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51" name="ph1951"/>
            <p:cNvSpPr/>
            <p:nvPr/>
          </p:nvSpPr>
          <p:spPr>
            <a:xfrm>
              <a:off x="5216212" y="25616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52" name="ph1952"/>
            <p:cNvSpPr/>
            <p:nvPr/>
          </p:nvSpPr>
          <p:spPr>
            <a:xfrm>
              <a:off x="5228724" y="25616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53" name="ph1953"/>
            <p:cNvSpPr/>
            <p:nvPr/>
          </p:nvSpPr>
          <p:spPr>
            <a:xfrm>
              <a:off x="5241237" y="256162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54" name="ph1954"/>
            <p:cNvSpPr/>
            <p:nvPr/>
          </p:nvSpPr>
          <p:spPr>
            <a:xfrm>
              <a:off x="5078576" y="25770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55" name="ph1955"/>
            <p:cNvSpPr/>
            <p:nvPr/>
          </p:nvSpPr>
          <p:spPr>
            <a:xfrm>
              <a:off x="5091088" y="25770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56" name="ph1956"/>
            <p:cNvSpPr/>
            <p:nvPr/>
          </p:nvSpPr>
          <p:spPr>
            <a:xfrm>
              <a:off x="5103601" y="25770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57" name="ph1957"/>
            <p:cNvSpPr/>
            <p:nvPr/>
          </p:nvSpPr>
          <p:spPr>
            <a:xfrm>
              <a:off x="5116113" y="25770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58" name="ph1958"/>
            <p:cNvSpPr/>
            <p:nvPr/>
          </p:nvSpPr>
          <p:spPr>
            <a:xfrm>
              <a:off x="5128625" y="25770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59" name="ph1959"/>
            <p:cNvSpPr/>
            <p:nvPr/>
          </p:nvSpPr>
          <p:spPr>
            <a:xfrm>
              <a:off x="5141139" y="25770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60" name="ph1960"/>
            <p:cNvSpPr/>
            <p:nvPr/>
          </p:nvSpPr>
          <p:spPr>
            <a:xfrm>
              <a:off x="5153651" y="25770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61" name="ph1961"/>
            <p:cNvSpPr/>
            <p:nvPr/>
          </p:nvSpPr>
          <p:spPr>
            <a:xfrm>
              <a:off x="5166163" y="25770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62" name="ph1962"/>
            <p:cNvSpPr/>
            <p:nvPr/>
          </p:nvSpPr>
          <p:spPr>
            <a:xfrm>
              <a:off x="5178675" y="25770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63" name="ph1963"/>
            <p:cNvSpPr/>
            <p:nvPr/>
          </p:nvSpPr>
          <p:spPr>
            <a:xfrm>
              <a:off x="5191188" y="25770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64" name="ph1964"/>
            <p:cNvSpPr/>
            <p:nvPr/>
          </p:nvSpPr>
          <p:spPr>
            <a:xfrm>
              <a:off x="5203700" y="25770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65" name="ph1965"/>
            <p:cNvSpPr/>
            <p:nvPr/>
          </p:nvSpPr>
          <p:spPr>
            <a:xfrm>
              <a:off x="5216212" y="257700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66" name="ph1966"/>
            <p:cNvSpPr/>
            <p:nvPr/>
          </p:nvSpPr>
          <p:spPr>
            <a:xfrm>
              <a:off x="5053552" y="25923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67" name="ph1967"/>
            <p:cNvSpPr/>
            <p:nvPr/>
          </p:nvSpPr>
          <p:spPr>
            <a:xfrm>
              <a:off x="5066064" y="25923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68" name="ph1968"/>
            <p:cNvSpPr/>
            <p:nvPr/>
          </p:nvSpPr>
          <p:spPr>
            <a:xfrm>
              <a:off x="5078576" y="25923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69" name="ph1969"/>
            <p:cNvSpPr/>
            <p:nvPr/>
          </p:nvSpPr>
          <p:spPr>
            <a:xfrm>
              <a:off x="5091088" y="25923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70" name="ph1970"/>
            <p:cNvSpPr/>
            <p:nvPr/>
          </p:nvSpPr>
          <p:spPr>
            <a:xfrm>
              <a:off x="5103601" y="25923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71" name="ph1971"/>
            <p:cNvSpPr/>
            <p:nvPr/>
          </p:nvSpPr>
          <p:spPr>
            <a:xfrm>
              <a:off x="5116113" y="25923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72" name="ph1972"/>
            <p:cNvSpPr/>
            <p:nvPr/>
          </p:nvSpPr>
          <p:spPr>
            <a:xfrm>
              <a:off x="5128625" y="25923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73" name="ph1973"/>
            <p:cNvSpPr/>
            <p:nvPr/>
          </p:nvSpPr>
          <p:spPr>
            <a:xfrm>
              <a:off x="5141139" y="25923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74" name="ph1974"/>
            <p:cNvSpPr/>
            <p:nvPr/>
          </p:nvSpPr>
          <p:spPr>
            <a:xfrm>
              <a:off x="5153651" y="259237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75" name="ph1975"/>
            <p:cNvSpPr/>
            <p:nvPr/>
          </p:nvSpPr>
          <p:spPr>
            <a:xfrm>
              <a:off x="5041039" y="26077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76" name="ph1976"/>
            <p:cNvSpPr/>
            <p:nvPr/>
          </p:nvSpPr>
          <p:spPr>
            <a:xfrm>
              <a:off x="5053552" y="26077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77" name="ph1977"/>
            <p:cNvSpPr/>
            <p:nvPr/>
          </p:nvSpPr>
          <p:spPr>
            <a:xfrm>
              <a:off x="5066064" y="26077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78" name="ph1978"/>
            <p:cNvSpPr/>
            <p:nvPr/>
          </p:nvSpPr>
          <p:spPr>
            <a:xfrm>
              <a:off x="5078576" y="26077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79" name="ph1979"/>
            <p:cNvSpPr/>
            <p:nvPr/>
          </p:nvSpPr>
          <p:spPr>
            <a:xfrm>
              <a:off x="5091088" y="26077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80" name="ph1980"/>
            <p:cNvSpPr/>
            <p:nvPr/>
          </p:nvSpPr>
          <p:spPr>
            <a:xfrm>
              <a:off x="5103601" y="26077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81" name="ph1981"/>
            <p:cNvSpPr/>
            <p:nvPr/>
          </p:nvSpPr>
          <p:spPr>
            <a:xfrm>
              <a:off x="5116113" y="26077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82" name="ph1982"/>
            <p:cNvSpPr/>
            <p:nvPr/>
          </p:nvSpPr>
          <p:spPr>
            <a:xfrm>
              <a:off x="5128625" y="260775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83" name="ph1983"/>
            <p:cNvSpPr/>
            <p:nvPr/>
          </p:nvSpPr>
          <p:spPr>
            <a:xfrm>
              <a:off x="5016015" y="26231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84" name="ph1984"/>
            <p:cNvSpPr/>
            <p:nvPr/>
          </p:nvSpPr>
          <p:spPr>
            <a:xfrm>
              <a:off x="5028527" y="26231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85" name="ph1985"/>
            <p:cNvSpPr/>
            <p:nvPr/>
          </p:nvSpPr>
          <p:spPr>
            <a:xfrm>
              <a:off x="5041039" y="26231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86" name="ph1986"/>
            <p:cNvSpPr/>
            <p:nvPr/>
          </p:nvSpPr>
          <p:spPr>
            <a:xfrm>
              <a:off x="5053552" y="26231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87" name="ph1987"/>
            <p:cNvSpPr/>
            <p:nvPr/>
          </p:nvSpPr>
          <p:spPr>
            <a:xfrm>
              <a:off x="5066064" y="26231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88" name="ph1988"/>
            <p:cNvSpPr/>
            <p:nvPr/>
          </p:nvSpPr>
          <p:spPr>
            <a:xfrm>
              <a:off x="5078576" y="26231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89" name="ph1989"/>
            <p:cNvSpPr/>
            <p:nvPr/>
          </p:nvSpPr>
          <p:spPr>
            <a:xfrm>
              <a:off x="5091088" y="26231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90" name="ph1990"/>
            <p:cNvSpPr/>
            <p:nvPr/>
          </p:nvSpPr>
          <p:spPr>
            <a:xfrm>
              <a:off x="5103601" y="26231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91" name="ph1991"/>
            <p:cNvSpPr/>
            <p:nvPr/>
          </p:nvSpPr>
          <p:spPr>
            <a:xfrm>
              <a:off x="5116113" y="26231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92" name="ph1992"/>
            <p:cNvSpPr/>
            <p:nvPr/>
          </p:nvSpPr>
          <p:spPr>
            <a:xfrm>
              <a:off x="4978477" y="26385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93" name="ph1993"/>
            <p:cNvSpPr/>
            <p:nvPr/>
          </p:nvSpPr>
          <p:spPr>
            <a:xfrm>
              <a:off x="4990989" y="26385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94" name="ph1994"/>
            <p:cNvSpPr/>
            <p:nvPr/>
          </p:nvSpPr>
          <p:spPr>
            <a:xfrm>
              <a:off x="5003503" y="26385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95" name="ph1995"/>
            <p:cNvSpPr/>
            <p:nvPr/>
          </p:nvSpPr>
          <p:spPr>
            <a:xfrm>
              <a:off x="5016015" y="26385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96" name="ph1996"/>
            <p:cNvSpPr/>
            <p:nvPr/>
          </p:nvSpPr>
          <p:spPr>
            <a:xfrm>
              <a:off x="5028527" y="26385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97" name="ph1997"/>
            <p:cNvSpPr/>
            <p:nvPr/>
          </p:nvSpPr>
          <p:spPr>
            <a:xfrm>
              <a:off x="5041039" y="26385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98" name="ph1998"/>
            <p:cNvSpPr/>
            <p:nvPr/>
          </p:nvSpPr>
          <p:spPr>
            <a:xfrm>
              <a:off x="5053552" y="26385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99" name="ph1999"/>
            <p:cNvSpPr/>
            <p:nvPr/>
          </p:nvSpPr>
          <p:spPr>
            <a:xfrm>
              <a:off x="5066064" y="26385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00" name="ph2000"/>
            <p:cNvSpPr/>
            <p:nvPr/>
          </p:nvSpPr>
          <p:spPr>
            <a:xfrm>
              <a:off x="5078576" y="26385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01" name="ph2001"/>
            <p:cNvSpPr/>
            <p:nvPr/>
          </p:nvSpPr>
          <p:spPr>
            <a:xfrm>
              <a:off x="5091088" y="26385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02" name="ph2002"/>
            <p:cNvSpPr/>
            <p:nvPr/>
          </p:nvSpPr>
          <p:spPr>
            <a:xfrm>
              <a:off x="5103601" y="26385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03" name="ph2003"/>
            <p:cNvSpPr/>
            <p:nvPr/>
          </p:nvSpPr>
          <p:spPr>
            <a:xfrm>
              <a:off x="4953452" y="26538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04" name="ph2004"/>
            <p:cNvSpPr/>
            <p:nvPr/>
          </p:nvSpPr>
          <p:spPr>
            <a:xfrm>
              <a:off x="4965965" y="26538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05" name="ph2005"/>
            <p:cNvSpPr/>
            <p:nvPr/>
          </p:nvSpPr>
          <p:spPr>
            <a:xfrm>
              <a:off x="4978477" y="26538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06" name="ph2006"/>
            <p:cNvSpPr/>
            <p:nvPr/>
          </p:nvSpPr>
          <p:spPr>
            <a:xfrm>
              <a:off x="4990989" y="26538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07" name="ph2007"/>
            <p:cNvSpPr/>
            <p:nvPr/>
          </p:nvSpPr>
          <p:spPr>
            <a:xfrm>
              <a:off x="5003503" y="26538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08" name="ph2008"/>
            <p:cNvSpPr/>
            <p:nvPr/>
          </p:nvSpPr>
          <p:spPr>
            <a:xfrm>
              <a:off x="5016015" y="26538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09" name="ph2009"/>
            <p:cNvSpPr/>
            <p:nvPr/>
          </p:nvSpPr>
          <p:spPr>
            <a:xfrm>
              <a:off x="5028527" y="26538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10" name="ph2010"/>
            <p:cNvSpPr/>
            <p:nvPr/>
          </p:nvSpPr>
          <p:spPr>
            <a:xfrm>
              <a:off x="5041039" y="26538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11" name="ph2011"/>
            <p:cNvSpPr/>
            <p:nvPr/>
          </p:nvSpPr>
          <p:spPr>
            <a:xfrm>
              <a:off x="5053552" y="26538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12" name="ph2012"/>
            <p:cNvSpPr/>
            <p:nvPr/>
          </p:nvSpPr>
          <p:spPr>
            <a:xfrm>
              <a:off x="5066064" y="26538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13" name="ph2013"/>
            <p:cNvSpPr/>
            <p:nvPr/>
          </p:nvSpPr>
          <p:spPr>
            <a:xfrm>
              <a:off x="5078576" y="26538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14" name="ph2014"/>
            <p:cNvSpPr/>
            <p:nvPr/>
          </p:nvSpPr>
          <p:spPr>
            <a:xfrm>
              <a:off x="5091088" y="26538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15" name="ph2015"/>
            <p:cNvSpPr/>
            <p:nvPr/>
          </p:nvSpPr>
          <p:spPr>
            <a:xfrm>
              <a:off x="4940940" y="26692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16" name="ph2016"/>
            <p:cNvSpPr/>
            <p:nvPr/>
          </p:nvSpPr>
          <p:spPr>
            <a:xfrm>
              <a:off x="4953452" y="26692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17" name="ph2017"/>
            <p:cNvSpPr/>
            <p:nvPr/>
          </p:nvSpPr>
          <p:spPr>
            <a:xfrm>
              <a:off x="4965965" y="26692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18" name="ph2018"/>
            <p:cNvSpPr/>
            <p:nvPr/>
          </p:nvSpPr>
          <p:spPr>
            <a:xfrm>
              <a:off x="4978477" y="26692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19" name="ph2019"/>
            <p:cNvSpPr/>
            <p:nvPr/>
          </p:nvSpPr>
          <p:spPr>
            <a:xfrm>
              <a:off x="4990989" y="26692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20" name="ph2020"/>
            <p:cNvSpPr/>
            <p:nvPr/>
          </p:nvSpPr>
          <p:spPr>
            <a:xfrm>
              <a:off x="5003503" y="26692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21" name="ph2021"/>
            <p:cNvSpPr/>
            <p:nvPr/>
          </p:nvSpPr>
          <p:spPr>
            <a:xfrm>
              <a:off x="5016015" y="26692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22" name="ph2022"/>
            <p:cNvSpPr/>
            <p:nvPr/>
          </p:nvSpPr>
          <p:spPr>
            <a:xfrm>
              <a:off x="5028527" y="26692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23" name="ph2023"/>
            <p:cNvSpPr/>
            <p:nvPr/>
          </p:nvSpPr>
          <p:spPr>
            <a:xfrm>
              <a:off x="5041039" y="26692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24" name="ph2024"/>
            <p:cNvSpPr/>
            <p:nvPr/>
          </p:nvSpPr>
          <p:spPr>
            <a:xfrm>
              <a:off x="5053552" y="26692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25" name="ph2025"/>
            <p:cNvSpPr/>
            <p:nvPr/>
          </p:nvSpPr>
          <p:spPr>
            <a:xfrm>
              <a:off x="5066064" y="26692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26" name="ph2026"/>
            <p:cNvSpPr/>
            <p:nvPr/>
          </p:nvSpPr>
          <p:spPr>
            <a:xfrm>
              <a:off x="5078576" y="26692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27" name="ph2027"/>
            <p:cNvSpPr/>
            <p:nvPr/>
          </p:nvSpPr>
          <p:spPr>
            <a:xfrm>
              <a:off x="5091088" y="266925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28" name="ph2028"/>
            <p:cNvSpPr/>
            <p:nvPr/>
          </p:nvSpPr>
          <p:spPr>
            <a:xfrm>
              <a:off x="4928428" y="268463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29" name="ph2029"/>
            <p:cNvSpPr/>
            <p:nvPr/>
          </p:nvSpPr>
          <p:spPr>
            <a:xfrm>
              <a:off x="4940940" y="268463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30" name="ph2030"/>
            <p:cNvSpPr/>
            <p:nvPr/>
          </p:nvSpPr>
          <p:spPr>
            <a:xfrm>
              <a:off x="4953452" y="268463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31" name="ph2031"/>
            <p:cNvSpPr/>
            <p:nvPr/>
          </p:nvSpPr>
          <p:spPr>
            <a:xfrm>
              <a:off x="4965965" y="268463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32" name="ph2032"/>
            <p:cNvSpPr/>
            <p:nvPr/>
          </p:nvSpPr>
          <p:spPr>
            <a:xfrm>
              <a:off x="4978477" y="268463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33" name="ph2033"/>
            <p:cNvSpPr/>
            <p:nvPr/>
          </p:nvSpPr>
          <p:spPr>
            <a:xfrm>
              <a:off x="4990989" y="268463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34" name="ph2034"/>
            <p:cNvSpPr/>
            <p:nvPr/>
          </p:nvSpPr>
          <p:spPr>
            <a:xfrm>
              <a:off x="5003503" y="268463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35" name="ph2035"/>
            <p:cNvSpPr/>
            <p:nvPr/>
          </p:nvSpPr>
          <p:spPr>
            <a:xfrm>
              <a:off x="5016015" y="268463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36" name="ph2036"/>
            <p:cNvSpPr/>
            <p:nvPr/>
          </p:nvSpPr>
          <p:spPr>
            <a:xfrm>
              <a:off x="5028527" y="268463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37" name="ph2037"/>
            <p:cNvSpPr/>
            <p:nvPr/>
          </p:nvSpPr>
          <p:spPr>
            <a:xfrm>
              <a:off x="5041039" y="268463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38" name="ph2038"/>
            <p:cNvSpPr/>
            <p:nvPr/>
          </p:nvSpPr>
          <p:spPr>
            <a:xfrm>
              <a:off x="5053552" y="268463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39" name="ph2039"/>
            <p:cNvSpPr/>
            <p:nvPr/>
          </p:nvSpPr>
          <p:spPr>
            <a:xfrm>
              <a:off x="5066064" y="268463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40" name="ph2040"/>
            <p:cNvSpPr/>
            <p:nvPr/>
          </p:nvSpPr>
          <p:spPr>
            <a:xfrm>
              <a:off x="5078576" y="268463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41" name="ph2041"/>
            <p:cNvSpPr/>
            <p:nvPr/>
          </p:nvSpPr>
          <p:spPr>
            <a:xfrm>
              <a:off x="4915916" y="270001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6AA">
                <a:alpha val="100000"/>
              </a:srgbClr>
            </a:solidFill>
            <a:ln w="5420" cap="flat">
              <a:solidFill>
                <a:srgbClr val="42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42" name="ph2042"/>
            <p:cNvSpPr/>
            <p:nvPr/>
          </p:nvSpPr>
          <p:spPr>
            <a:xfrm>
              <a:off x="4928428" y="270001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43" name="ph2043"/>
            <p:cNvSpPr/>
            <p:nvPr/>
          </p:nvSpPr>
          <p:spPr>
            <a:xfrm>
              <a:off x="4940940" y="270001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44" name="ph2044"/>
            <p:cNvSpPr/>
            <p:nvPr/>
          </p:nvSpPr>
          <p:spPr>
            <a:xfrm>
              <a:off x="4953452" y="270001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45" name="ph2045"/>
            <p:cNvSpPr/>
            <p:nvPr/>
          </p:nvSpPr>
          <p:spPr>
            <a:xfrm>
              <a:off x="4965965" y="270001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46" name="ph2046"/>
            <p:cNvSpPr/>
            <p:nvPr/>
          </p:nvSpPr>
          <p:spPr>
            <a:xfrm>
              <a:off x="4978477" y="270001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47" name="ph2047"/>
            <p:cNvSpPr/>
            <p:nvPr/>
          </p:nvSpPr>
          <p:spPr>
            <a:xfrm>
              <a:off x="4990989" y="270001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48" name="ph2048"/>
            <p:cNvSpPr/>
            <p:nvPr/>
          </p:nvSpPr>
          <p:spPr>
            <a:xfrm>
              <a:off x="4903403" y="271538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49" name="ph2049"/>
            <p:cNvSpPr/>
            <p:nvPr/>
          </p:nvSpPr>
          <p:spPr>
            <a:xfrm>
              <a:off x="4915916" y="271538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50" name="ph2050"/>
            <p:cNvSpPr/>
            <p:nvPr/>
          </p:nvSpPr>
          <p:spPr>
            <a:xfrm>
              <a:off x="4928428" y="271538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51" name="ph2051"/>
            <p:cNvSpPr/>
            <p:nvPr/>
          </p:nvSpPr>
          <p:spPr>
            <a:xfrm>
              <a:off x="4940940" y="271538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52" name="ph2052"/>
            <p:cNvSpPr/>
            <p:nvPr/>
          </p:nvSpPr>
          <p:spPr>
            <a:xfrm>
              <a:off x="4953452" y="271538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53" name="ph2053"/>
            <p:cNvSpPr/>
            <p:nvPr/>
          </p:nvSpPr>
          <p:spPr>
            <a:xfrm>
              <a:off x="4965965" y="271538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54" name="ph2054"/>
            <p:cNvSpPr/>
            <p:nvPr/>
          </p:nvSpPr>
          <p:spPr>
            <a:xfrm>
              <a:off x="4978477" y="271538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55" name="ph2055"/>
            <p:cNvSpPr/>
            <p:nvPr/>
          </p:nvSpPr>
          <p:spPr>
            <a:xfrm>
              <a:off x="4890891" y="273076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56" name="ph2056"/>
            <p:cNvSpPr/>
            <p:nvPr/>
          </p:nvSpPr>
          <p:spPr>
            <a:xfrm>
              <a:off x="4903403" y="273076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57" name="ph2057"/>
            <p:cNvSpPr/>
            <p:nvPr/>
          </p:nvSpPr>
          <p:spPr>
            <a:xfrm>
              <a:off x="4915916" y="273076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58" name="ph2058"/>
            <p:cNvSpPr/>
            <p:nvPr/>
          </p:nvSpPr>
          <p:spPr>
            <a:xfrm>
              <a:off x="4928428" y="273076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59" name="ph2059"/>
            <p:cNvSpPr/>
            <p:nvPr/>
          </p:nvSpPr>
          <p:spPr>
            <a:xfrm>
              <a:off x="4940940" y="273076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60" name="ph2060"/>
            <p:cNvSpPr/>
            <p:nvPr/>
          </p:nvSpPr>
          <p:spPr>
            <a:xfrm>
              <a:off x="4953452" y="273076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61" name="ph2061"/>
            <p:cNvSpPr/>
            <p:nvPr/>
          </p:nvSpPr>
          <p:spPr>
            <a:xfrm>
              <a:off x="4965965" y="273076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62" name="ph2062"/>
            <p:cNvSpPr/>
            <p:nvPr/>
          </p:nvSpPr>
          <p:spPr>
            <a:xfrm>
              <a:off x="4890891" y="27461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63" name="ph2063"/>
            <p:cNvSpPr/>
            <p:nvPr/>
          </p:nvSpPr>
          <p:spPr>
            <a:xfrm>
              <a:off x="4903403" y="27461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64" name="ph2064"/>
            <p:cNvSpPr/>
            <p:nvPr/>
          </p:nvSpPr>
          <p:spPr>
            <a:xfrm>
              <a:off x="4915916" y="27461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65" name="ph2065"/>
            <p:cNvSpPr/>
            <p:nvPr/>
          </p:nvSpPr>
          <p:spPr>
            <a:xfrm>
              <a:off x="4928428" y="27461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66" name="ph2066"/>
            <p:cNvSpPr/>
            <p:nvPr/>
          </p:nvSpPr>
          <p:spPr>
            <a:xfrm>
              <a:off x="4940940" y="27461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67" name="ph2067"/>
            <p:cNvSpPr/>
            <p:nvPr/>
          </p:nvSpPr>
          <p:spPr>
            <a:xfrm>
              <a:off x="4953452" y="27461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68" name="ph2068"/>
            <p:cNvSpPr/>
            <p:nvPr/>
          </p:nvSpPr>
          <p:spPr>
            <a:xfrm>
              <a:off x="4865867" y="27615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69" name="ph2069"/>
            <p:cNvSpPr/>
            <p:nvPr/>
          </p:nvSpPr>
          <p:spPr>
            <a:xfrm>
              <a:off x="4878379" y="27615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70" name="ph2070"/>
            <p:cNvSpPr/>
            <p:nvPr/>
          </p:nvSpPr>
          <p:spPr>
            <a:xfrm>
              <a:off x="4890891" y="27615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71" name="ph2071"/>
            <p:cNvSpPr/>
            <p:nvPr/>
          </p:nvSpPr>
          <p:spPr>
            <a:xfrm>
              <a:off x="4903403" y="27615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72" name="ph2072"/>
            <p:cNvSpPr/>
            <p:nvPr/>
          </p:nvSpPr>
          <p:spPr>
            <a:xfrm>
              <a:off x="4915916" y="27615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73" name="ph2073"/>
            <p:cNvSpPr/>
            <p:nvPr/>
          </p:nvSpPr>
          <p:spPr>
            <a:xfrm>
              <a:off x="4928428" y="27615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74" name="ph2074"/>
            <p:cNvSpPr/>
            <p:nvPr/>
          </p:nvSpPr>
          <p:spPr>
            <a:xfrm>
              <a:off x="4940940" y="27615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75" name="ph2075"/>
            <p:cNvSpPr/>
            <p:nvPr/>
          </p:nvSpPr>
          <p:spPr>
            <a:xfrm>
              <a:off x="4853353" y="27768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76" name="ph2076"/>
            <p:cNvSpPr/>
            <p:nvPr/>
          </p:nvSpPr>
          <p:spPr>
            <a:xfrm>
              <a:off x="4865867" y="27768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77" name="ph2077"/>
            <p:cNvSpPr/>
            <p:nvPr/>
          </p:nvSpPr>
          <p:spPr>
            <a:xfrm>
              <a:off x="4878379" y="27768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78" name="ph2078"/>
            <p:cNvSpPr/>
            <p:nvPr/>
          </p:nvSpPr>
          <p:spPr>
            <a:xfrm>
              <a:off x="4890891" y="27768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79" name="ph2079"/>
            <p:cNvSpPr/>
            <p:nvPr/>
          </p:nvSpPr>
          <p:spPr>
            <a:xfrm>
              <a:off x="4903403" y="27768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80" name="ph2080"/>
            <p:cNvSpPr/>
            <p:nvPr/>
          </p:nvSpPr>
          <p:spPr>
            <a:xfrm>
              <a:off x="4915916" y="27768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81" name="ph2081"/>
            <p:cNvSpPr/>
            <p:nvPr/>
          </p:nvSpPr>
          <p:spPr>
            <a:xfrm>
              <a:off x="4928428" y="27768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82" name="ph2082"/>
            <p:cNvSpPr/>
            <p:nvPr/>
          </p:nvSpPr>
          <p:spPr>
            <a:xfrm>
              <a:off x="4940940" y="27768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83" name="ph2083"/>
            <p:cNvSpPr/>
            <p:nvPr/>
          </p:nvSpPr>
          <p:spPr>
            <a:xfrm>
              <a:off x="4828329" y="27922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84" name="ph2084"/>
            <p:cNvSpPr/>
            <p:nvPr/>
          </p:nvSpPr>
          <p:spPr>
            <a:xfrm>
              <a:off x="4840841" y="27922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85" name="ph2085"/>
            <p:cNvSpPr/>
            <p:nvPr/>
          </p:nvSpPr>
          <p:spPr>
            <a:xfrm>
              <a:off x="4853353" y="27922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86" name="ph2086"/>
            <p:cNvSpPr/>
            <p:nvPr/>
          </p:nvSpPr>
          <p:spPr>
            <a:xfrm>
              <a:off x="4865867" y="27922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87" name="ph2087"/>
            <p:cNvSpPr/>
            <p:nvPr/>
          </p:nvSpPr>
          <p:spPr>
            <a:xfrm>
              <a:off x="4878379" y="27922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88" name="ph2088"/>
            <p:cNvSpPr/>
            <p:nvPr/>
          </p:nvSpPr>
          <p:spPr>
            <a:xfrm>
              <a:off x="4890891" y="27922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89" name="ph2089"/>
            <p:cNvSpPr/>
            <p:nvPr/>
          </p:nvSpPr>
          <p:spPr>
            <a:xfrm>
              <a:off x="4903403" y="27922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90" name="ph2090"/>
            <p:cNvSpPr/>
            <p:nvPr/>
          </p:nvSpPr>
          <p:spPr>
            <a:xfrm>
              <a:off x="4915916" y="27922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91" name="ph2091"/>
            <p:cNvSpPr/>
            <p:nvPr/>
          </p:nvSpPr>
          <p:spPr>
            <a:xfrm>
              <a:off x="4928428" y="27922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92" name="ph2092"/>
            <p:cNvSpPr/>
            <p:nvPr/>
          </p:nvSpPr>
          <p:spPr>
            <a:xfrm>
              <a:off x="4815816" y="28076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93" name="ph2093"/>
            <p:cNvSpPr/>
            <p:nvPr/>
          </p:nvSpPr>
          <p:spPr>
            <a:xfrm>
              <a:off x="4828329" y="28076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94" name="ph2094"/>
            <p:cNvSpPr/>
            <p:nvPr/>
          </p:nvSpPr>
          <p:spPr>
            <a:xfrm>
              <a:off x="4840841" y="28076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95" name="ph2095"/>
            <p:cNvSpPr/>
            <p:nvPr/>
          </p:nvSpPr>
          <p:spPr>
            <a:xfrm>
              <a:off x="4853353" y="28076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96" name="ph2096"/>
            <p:cNvSpPr/>
            <p:nvPr/>
          </p:nvSpPr>
          <p:spPr>
            <a:xfrm>
              <a:off x="4865867" y="28076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97" name="ph2097"/>
            <p:cNvSpPr/>
            <p:nvPr/>
          </p:nvSpPr>
          <p:spPr>
            <a:xfrm>
              <a:off x="4878379" y="28076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98" name="ph2098"/>
            <p:cNvSpPr/>
            <p:nvPr/>
          </p:nvSpPr>
          <p:spPr>
            <a:xfrm>
              <a:off x="4890891" y="28076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99" name="ph2099"/>
            <p:cNvSpPr/>
            <p:nvPr/>
          </p:nvSpPr>
          <p:spPr>
            <a:xfrm>
              <a:off x="4903403" y="28076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00" name="ph2100"/>
            <p:cNvSpPr/>
            <p:nvPr/>
          </p:nvSpPr>
          <p:spPr>
            <a:xfrm>
              <a:off x="4753255" y="282301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01" name="ph2101"/>
            <p:cNvSpPr/>
            <p:nvPr/>
          </p:nvSpPr>
          <p:spPr>
            <a:xfrm>
              <a:off x="4765767" y="282301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02" name="ph2102"/>
            <p:cNvSpPr/>
            <p:nvPr/>
          </p:nvSpPr>
          <p:spPr>
            <a:xfrm>
              <a:off x="4778280" y="282301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03" name="ph2103"/>
            <p:cNvSpPr/>
            <p:nvPr/>
          </p:nvSpPr>
          <p:spPr>
            <a:xfrm>
              <a:off x="4790792" y="282301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04" name="ph2104"/>
            <p:cNvSpPr/>
            <p:nvPr/>
          </p:nvSpPr>
          <p:spPr>
            <a:xfrm>
              <a:off x="4803304" y="282301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05" name="ph2105"/>
            <p:cNvSpPr/>
            <p:nvPr/>
          </p:nvSpPr>
          <p:spPr>
            <a:xfrm>
              <a:off x="4815816" y="282301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06" name="ph2106"/>
            <p:cNvSpPr/>
            <p:nvPr/>
          </p:nvSpPr>
          <p:spPr>
            <a:xfrm>
              <a:off x="4828329" y="282301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07" name="ph2107"/>
            <p:cNvSpPr/>
            <p:nvPr/>
          </p:nvSpPr>
          <p:spPr>
            <a:xfrm>
              <a:off x="4840841" y="282301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08" name="ph2108"/>
            <p:cNvSpPr/>
            <p:nvPr/>
          </p:nvSpPr>
          <p:spPr>
            <a:xfrm>
              <a:off x="4853353" y="282301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09" name="ph2109"/>
            <p:cNvSpPr/>
            <p:nvPr/>
          </p:nvSpPr>
          <p:spPr>
            <a:xfrm>
              <a:off x="4865867" y="282301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10" name="ph2110"/>
            <p:cNvSpPr/>
            <p:nvPr/>
          </p:nvSpPr>
          <p:spPr>
            <a:xfrm>
              <a:off x="4878379" y="282301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11" name="ph2111"/>
            <p:cNvSpPr/>
            <p:nvPr/>
          </p:nvSpPr>
          <p:spPr>
            <a:xfrm>
              <a:off x="4890891" y="282301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12" name="ph2112"/>
            <p:cNvSpPr/>
            <p:nvPr/>
          </p:nvSpPr>
          <p:spPr>
            <a:xfrm>
              <a:off x="4728231" y="283839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13" name="ph2113"/>
            <p:cNvSpPr/>
            <p:nvPr/>
          </p:nvSpPr>
          <p:spPr>
            <a:xfrm>
              <a:off x="4740743" y="283839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14" name="ph2114"/>
            <p:cNvSpPr/>
            <p:nvPr/>
          </p:nvSpPr>
          <p:spPr>
            <a:xfrm>
              <a:off x="4753255" y="283839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15" name="ph2115"/>
            <p:cNvSpPr/>
            <p:nvPr/>
          </p:nvSpPr>
          <p:spPr>
            <a:xfrm>
              <a:off x="4765767" y="283839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16" name="ph2116"/>
            <p:cNvSpPr/>
            <p:nvPr/>
          </p:nvSpPr>
          <p:spPr>
            <a:xfrm>
              <a:off x="4778280" y="283839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17" name="ph2117"/>
            <p:cNvSpPr/>
            <p:nvPr/>
          </p:nvSpPr>
          <p:spPr>
            <a:xfrm>
              <a:off x="4790792" y="283839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18" name="ph2118"/>
            <p:cNvSpPr/>
            <p:nvPr/>
          </p:nvSpPr>
          <p:spPr>
            <a:xfrm>
              <a:off x="4803304" y="283839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19" name="ph2119"/>
            <p:cNvSpPr/>
            <p:nvPr/>
          </p:nvSpPr>
          <p:spPr>
            <a:xfrm>
              <a:off x="4815816" y="283839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20" name="ph2120"/>
            <p:cNvSpPr/>
            <p:nvPr/>
          </p:nvSpPr>
          <p:spPr>
            <a:xfrm>
              <a:off x="4828329" y="283839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21" name="ph2121"/>
            <p:cNvSpPr/>
            <p:nvPr/>
          </p:nvSpPr>
          <p:spPr>
            <a:xfrm>
              <a:off x="4840841" y="283839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22" name="ph2122"/>
            <p:cNvSpPr/>
            <p:nvPr/>
          </p:nvSpPr>
          <p:spPr>
            <a:xfrm>
              <a:off x="4853353" y="283839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23" name="ph2123"/>
            <p:cNvSpPr/>
            <p:nvPr/>
          </p:nvSpPr>
          <p:spPr>
            <a:xfrm>
              <a:off x="4865867" y="283839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24" name="ph2124"/>
            <p:cNvSpPr/>
            <p:nvPr/>
          </p:nvSpPr>
          <p:spPr>
            <a:xfrm>
              <a:off x="4878379" y="283839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25" name="ph2125"/>
            <p:cNvSpPr/>
            <p:nvPr/>
          </p:nvSpPr>
          <p:spPr>
            <a:xfrm>
              <a:off x="4715717" y="285376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26" name="ph2126"/>
            <p:cNvSpPr/>
            <p:nvPr/>
          </p:nvSpPr>
          <p:spPr>
            <a:xfrm>
              <a:off x="4728231" y="285376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27" name="ph2127"/>
            <p:cNvSpPr/>
            <p:nvPr/>
          </p:nvSpPr>
          <p:spPr>
            <a:xfrm>
              <a:off x="4740743" y="285376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28" name="ph2128"/>
            <p:cNvSpPr/>
            <p:nvPr/>
          </p:nvSpPr>
          <p:spPr>
            <a:xfrm>
              <a:off x="4753255" y="285376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29" name="ph2129"/>
            <p:cNvSpPr/>
            <p:nvPr/>
          </p:nvSpPr>
          <p:spPr>
            <a:xfrm>
              <a:off x="4765767" y="285376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30" name="ph2130"/>
            <p:cNvSpPr/>
            <p:nvPr/>
          </p:nvSpPr>
          <p:spPr>
            <a:xfrm>
              <a:off x="4778280" y="285376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31" name="ph2131"/>
            <p:cNvSpPr/>
            <p:nvPr/>
          </p:nvSpPr>
          <p:spPr>
            <a:xfrm>
              <a:off x="4790792" y="285376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32" name="ph2132"/>
            <p:cNvSpPr/>
            <p:nvPr/>
          </p:nvSpPr>
          <p:spPr>
            <a:xfrm>
              <a:off x="4803304" y="285376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33" name="ph2133"/>
            <p:cNvSpPr/>
            <p:nvPr/>
          </p:nvSpPr>
          <p:spPr>
            <a:xfrm>
              <a:off x="4815816" y="285376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34" name="ph2134"/>
            <p:cNvSpPr/>
            <p:nvPr/>
          </p:nvSpPr>
          <p:spPr>
            <a:xfrm>
              <a:off x="4828329" y="285376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35" name="ph2135"/>
            <p:cNvSpPr/>
            <p:nvPr/>
          </p:nvSpPr>
          <p:spPr>
            <a:xfrm>
              <a:off x="4840841" y="285376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36" name="ph2136"/>
            <p:cNvSpPr/>
            <p:nvPr/>
          </p:nvSpPr>
          <p:spPr>
            <a:xfrm>
              <a:off x="4853353" y="285376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37" name="ph2137"/>
            <p:cNvSpPr/>
            <p:nvPr/>
          </p:nvSpPr>
          <p:spPr>
            <a:xfrm>
              <a:off x="4715717" y="286914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38" name="ph2138"/>
            <p:cNvSpPr/>
            <p:nvPr/>
          </p:nvSpPr>
          <p:spPr>
            <a:xfrm>
              <a:off x="4728231" y="286914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39" name="ph2139"/>
            <p:cNvSpPr/>
            <p:nvPr/>
          </p:nvSpPr>
          <p:spPr>
            <a:xfrm>
              <a:off x="4740743" y="286914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40" name="ph2140"/>
            <p:cNvSpPr/>
            <p:nvPr/>
          </p:nvSpPr>
          <p:spPr>
            <a:xfrm>
              <a:off x="4753255" y="286914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41" name="ph2141"/>
            <p:cNvSpPr/>
            <p:nvPr/>
          </p:nvSpPr>
          <p:spPr>
            <a:xfrm>
              <a:off x="4765767" y="286914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42" name="ph2142"/>
            <p:cNvSpPr/>
            <p:nvPr/>
          </p:nvSpPr>
          <p:spPr>
            <a:xfrm>
              <a:off x="4778280" y="286914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43" name="ph2143"/>
            <p:cNvSpPr/>
            <p:nvPr/>
          </p:nvSpPr>
          <p:spPr>
            <a:xfrm>
              <a:off x="4790792" y="286914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44" name="ph2144"/>
            <p:cNvSpPr/>
            <p:nvPr/>
          </p:nvSpPr>
          <p:spPr>
            <a:xfrm>
              <a:off x="4803304" y="286914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45" name="ph2145"/>
            <p:cNvSpPr/>
            <p:nvPr/>
          </p:nvSpPr>
          <p:spPr>
            <a:xfrm>
              <a:off x="4815816" y="286914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46" name="ph2146"/>
            <p:cNvSpPr/>
            <p:nvPr/>
          </p:nvSpPr>
          <p:spPr>
            <a:xfrm>
              <a:off x="4828329" y="286914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47" name="ph2147"/>
            <p:cNvSpPr/>
            <p:nvPr/>
          </p:nvSpPr>
          <p:spPr>
            <a:xfrm>
              <a:off x="4840841" y="286914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48" name="ph2148"/>
            <p:cNvSpPr/>
            <p:nvPr/>
          </p:nvSpPr>
          <p:spPr>
            <a:xfrm>
              <a:off x="4715717" y="288452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49" name="ph2149"/>
            <p:cNvSpPr/>
            <p:nvPr/>
          </p:nvSpPr>
          <p:spPr>
            <a:xfrm>
              <a:off x="4728231" y="288452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50" name="ph2150"/>
            <p:cNvSpPr/>
            <p:nvPr/>
          </p:nvSpPr>
          <p:spPr>
            <a:xfrm>
              <a:off x="4740743" y="288452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51" name="ph2151"/>
            <p:cNvSpPr/>
            <p:nvPr/>
          </p:nvSpPr>
          <p:spPr>
            <a:xfrm>
              <a:off x="4753255" y="288452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52" name="ph2152"/>
            <p:cNvSpPr/>
            <p:nvPr/>
          </p:nvSpPr>
          <p:spPr>
            <a:xfrm>
              <a:off x="4765767" y="288452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53" name="ph2153"/>
            <p:cNvSpPr/>
            <p:nvPr/>
          </p:nvSpPr>
          <p:spPr>
            <a:xfrm>
              <a:off x="4778280" y="288452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54" name="ph2154"/>
            <p:cNvSpPr/>
            <p:nvPr/>
          </p:nvSpPr>
          <p:spPr>
            <a:xfrm>
              <a:off x="4790792" y="288452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55" name="ph2155"/>
            <p:cNvSpPr/>
            <p:nvPr/>
          </p:nvSpPr>
          <p:spPr>
            <a:xfrm>
              <a:off x="4803304" y="288452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56" name="ph2156"/>
            <p:cNvSpPr/>
            <p:nvPr/>
          </p:nvSpPr>
          <p:spPr>
            <a:xfrm>
              <a:off x="4715717" y="289989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57" name="ph2157"/>
            <p:cNvSpPr/>
            <p:nvPr/>
          </p:nvSpPr>
          <p:spPr>
            <a:xfrm>
              <a:off x="4728231" y="289989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58" name="ph2158"/>
            <p:cNvSpPr/>
            <p:nvPr/>
          </p:nvSpPr>
          <p:spPr>
            <a:xfrm>
              <a:off x="4740743" y="289989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59" name="ph2159"/>
            <p:cNvSpPr/>
            <p:nvPr/>
          </p:nvSpPr>
          <p:spPr>
            <a:xfrm>
              <a:off x="4753255" y="289989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60" name="ph2160"/>
            <p:cNvSpPr/>
            <p:nvPr/>
          </p:nvSpPr>
          <p:spPr>
            <a:xfrm>
              <a:off x="4765767" y="289989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61" name="ph2161"/>
            <p:cNvSpPr/>
            <p:nvPr/>
          </p:nvSpPr>
          <p:spPr>
            <a:xfrm>
              <a:off x="4778280" y="289989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62" name="ph2162"/>
            <p:cNvSpPr/>
            <p:nvPr/>
          </p:nvSpPr>
          <p:spPr>
            <a:xfrm>
              <a:off x="4790792" y="289989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63" name="ph2163"/>
            <p:cNvSpPr/>
            <p:nvPr/>
          </p:nvSpPr>
          <p:spPr>
            <a:xfrm>
              <a:off x="4690693" y="291527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64" name="ph2164"/>
            <p:cNvSpPr/>
            <p:nvPr/>
          </p:nvSpPr>
          <p:spPr>
            <a:xfrm>
              <a:off x="4703205" y="291527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65" name="ph2165"/>
            <p:cNvSpPr/>
            <p:nvPr/>
          </p:nvSpPr>
          <p:spPr>
            <a:xfrm>
              <a:off x="4715717" y="291527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66" name="ph2166"/>
            <p:cNvSpPr/>
            <p:nvPr/>
          </p:nvSpPr>
          <p:spPr>
            <a:xfrm>
              <a:off x="4728231" y="291527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67" name="ph2167"/>
            <p:cNvSpPr/>
            <p:nvPr/>
          </p:nvSpPr>
          <p:spPr>
            <a:xfrm>
              <a:off x="4740743" y="291527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68" name="ph2168"/>
            <p:cNvSpPr/>
            <p:nvPr/>
          </p:nvSpPr>
          <p:spPr>
            <a:xfrm>
              <a:off x="4753255" y="291527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69" name="ph2169"/>
            <p:cNvSpPr/>
            <p:nvPr/>
          </p:nvSpPr>
          <p:spPr>
            <a:xfrm>
              <a:off x="4765767" y="291527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70" name="ph2170"/>
            <p:cNvSpPr/>
            <p:nvPr/>
          </p:nvSpPr>
          <p:spPr>
            <a:xfrm>
              <a:off x="4778280" y="291527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71" name="ph2171"/>
            <p:cNvSpPr/>
            <p:nvPr/>
          </p:nvSpPr>
          <p:spPr>
            <a:xfrm>
              <a:off x="4690693" y="293064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72" name="ph2172"/>
            <p:cNvSpPr/>
            <p:nvPr/>
          </p:nvSpPr>
          <p:spPr>
            <a:xfrm>
              <a:off x="4703205" y="293064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73" name="ph2173"/>
            <p:cNvSpPr/>
            <p:nvPr/>
          </p:nvSpPr>
          <p:spPr>
            <a:xfrm>
              <a:off x="4715717" y="293064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74" name="ph2174"/>
            <p:cNvSpPr/>
            <p:nvPr/>
          </p:nvSpPr>
          <p:spPr>
            <a:xfrm>
              <a:off x="4728231" y="293064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75" name="ph2175"/>
            <p:cNvSpPr/>
            <p:nvPr/>
          </p:nvSpPr>
          <p:spPr>
            <a:xfrm>
              <a:off x="4740743" y="293064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76" name="ph2176"/>
            <p:cNvSpPr/>
            <p:nvPr/>
          </p:nvSpPr>
          <p:spPr>
            <a:xfrm>
              <a:off x="4753255" y="293064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77" name="ph2177"/>
            <p:cNvSpPr/>
            <p:nvPr/>
          </p:nvSpPr>
          <p:spPr>
            <a:xfrm>
              <a:off x="4765767" y="293064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78" name="ph2178"/>
            <p:cNvSpPr/>
            <p:nvPr/>
          </p:nvSpPr>
          <p:spPr>
            <a:xfrm>
              <a:off x="4678180" y="294602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79" name="ph2179"/>
            <p:cNvSpPr/>
            <p:nvPr/>
          </p:nvSpPr>
          <p:spPr>
            <a:xfrm>
              <a:off x="4690693" y="294602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80" name="ph2180"/>
            <p:cNvSpPr/>
            <p:nvPr/>
          </p:nvSpPr>
          <p:spPr>
            <a:xfrm>
              <a:off x="4703205" y="294602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81" name="ph2181"/>
            <p:cNvSpPr/>
            <p:nvPr/>
          </p:nvSpPr>
          <p:spPr>
            <a:xfrm>
              <a:off x="4715717" y="294602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82" name="ph2182"/>
            <p:cNvSpPr/>
            <p:nvPr/>
          </p:nvSpPr>
          <p:spPr>
            <a:xfrm>
              <a:off x="4728231" y="294602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83" name="ph2183"/>
            <p:cNvSpPr/>
            <p:nvPr/>
          </p:nvSpPr>
          <p:spPr>
            <a:xfrm>
              <a:off x="4740743" y="294602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84" name="ph2184"/>
            <p:cNvSpPr/>
            <p:nvPr/>
          </p:nvSpPr>
          <p:spPr>
            <a:xfrm>
              <a:off x="4753255" y="294602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85" name="ph2185"/>
            <p:cNvSpPr/>
            <p:nvPr/>
          </p:nvSpPr>
          <p:spPr>
            <a:xfrm>
              <a:off x="4678180" y="29614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86" name="ph2186"/>
            <p:cNvSpPr/>
            <p:nvPr/>
          </p:nvSpPr>
          <p:spPr>
            <a:xfrm>
              <a:off x="4690693" y="29614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87" name="ph2187"/>
            <p:cNvSpPr/>
            <p:nvPr/>
          </p:nvSpPr>
          <p:spPr>
            <a:xfrm>
              <a:off x="4703205" y="29614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88" name="ph2188"/>
            <p:cNvSpPr/>
            <p:nvPr/>
          </p:nvSpPr>
          <p:spPr>
            <a:xfrm>
              <a:off x="4715717" y="29614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89" name="ph2189"/>
            <p:cNvSpPr/>
            <p:nvPr/>
          </p:nvSpPr>
          <p:spPr>
            <a:xfrm>
              <a:off x="4728231" y="29614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90" name="ph2190"/>
            <p:cNvSpPr/>
            <p:nvPr/>
          </p:nvSpPr>
          <p:spPr>
            <a:xfrm>
              <a:off x="4740743" y="29614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91" name="ph2191"/>
            <p:cNvSpPr/>
            <p:nvPr/>
          </p:nvSpPr>
          <p:spPr>
            <a:xfrm>
              <a:off x="4665668" y="297677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92" name="ph2192"/>
            <p:cNvSpPr/>
            <p:nvPr/>
          </p:nvSpPr>
          <p:spPr>
            <a:xfrm>
              <a:off x="4678180" y="297677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93" name="ph2193"/>
            <p:cNvSpPr/>
            <p:nvPr/>
          </p:nvSpPr>
          <p:spPr>
            <a:xfrm>
              <a:off x="4690693" y="297677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94" name="ph2194"/>
            <p:cNvSpPr/>
            <p:nvPr/>
          </p:nvSpPr>
          <p:spPr>
            <a:xfrm>
              <a:off x="4703205" y="297677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95" name="ph2195"/>
            <p:cNvSpPr/>
            <p:nvPr/>
          </p:nvSpPr>
          <p:spPr>
            <a:xfrm>
              <a:off x="4715717" y="297677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96" name="ph2196"/>
            <p:cNvSpPr/>
            <p:nvPr/>
          </p:nvSpPr>
          <p:spPr>
            <a:xfrm>
              <a:off x="4728231" y="297677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97" name="ph2197"/>
            <p:cNvSpPr/>
            <p:nvPr/>
          </p:nvSpPr>
          <p:spPr>
            <a:xfrm>
              <a:off x="4665668" y="299215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98" name="ph2198"/>
            <p:cNvSpPr/>
            <p:nvPr/>
          </p:nvSpPr>
          <p:spPr>
            <a:xfrm>
              <a:off x="4678180" y="299215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99" name="ph2199"/>
            <p:cNvSpPr/>
            <p:nvPr/>
          </p:nvSpPr>
          <p:spPr>
            <a:xfrm>
              <a:off x="4690693" y="299215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00" name="ph2200"/>
            <p:cNvSpPr/>
            <p:nvPr/>
          </p:nvSpPr>
          <p:spPr>
            <a:xfrm>
              <a:off x="4703205" y="299215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01" name="ph2201"/>
            <p:cNvSpPr/>
            <p:nvPr/>
          </p:nvSpPr>
          <p:spPr>
            <a:xfrm>
              <a:off x="4715717" y="299215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02" name="ph2202"/>
            <p:cNvSpPr/>
            <p:nvPr/>
          </p:nvSpPr>
          <p:spPr>
            <a:xfrm>
              <a:off x="4653156" y="30075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03" name="ph2203"/>
            <p:cNvSpPr/>
            <p:nvPr/>
          </p:nvSpPr>
          <p:spPr>
            <a:xfrm>
              <a:off x="4665668" y="30075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04" name="ph2204"/>
            <p:cNvSpPr/>
            <p:nvPr/>
          </p:nvSpPr>
          <p:spPr>
            <a:xfrm>
              <a:off x="4678180" y="30075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05" name="ph2205"/>
            <p:cNvSpPr/>
            <p:nvPr/>
          </p:nvSpPr>
          <p:spPr>
            <a:xfrm>
              <a:off x="4690693" y="30075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06" name="ph2206"/>
            <p:cNvSpPr/>
            <p:nvPr/>
          </p:nvSpPr>
          <p:spPr>
            <a:xfrm>
              <a:off x="4703205" y="30075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07" name="ph2207"/>
            <p:cNvSpPr/>
            <p:nvPr/>
          </p:nvSpPr>
          <p:spPr>
            <a:xfrm>
              <a:off x="4715717" y="300752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08" name="ph2208"/>
            <p:cNvSpPr/>
            <p:nvPr/>
          </p:nvSpPr>
          <p:spPr>
            <a:xfrm>
              <a:off x="4653156" y="302290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09" name="ph2209"/>
            <p:cNvSpPr/>
            <p:nvPr/>
          </p:nvSpPr>
          <p:spPr>
            <a:xfrm>
              <a:off x="4665668" y="302290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10" name="ph2210"/>
            <p:cNvSpPr/>
            <p:nvPr/>
          </p:nvSpPr>
          <p:spPr>
            <a:xfrm>
              <a:off x="4678180" y="302290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11" name="ph2211"/>
            <p:cNvSpPr/>
            <p:nvPr/>
          </p:nvSpPr>
          <p:spPr>
            <a:xfrm>
              <a:off x="4690693" y="302290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12" name="ph2212"/>
            <p:cNvSpPr/>
            <p:nvPr/>
          </p:nvSpPr>
          <p:spPr>
            <a:xfrm>
              <a:off x="4703205" y="302290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13" name="ph2213"/>
            <p:cNvSpPr/>
            <p:nvPr/>
          </p:nvSpPr>
          <p:spPr>
            <a:xfrm>
              <a:off x="4640644" y="303828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14" name="ph2214"/>
            <p:cNvSpPr/>
            <p:nvPr/>
          </p:nvSpPr>
          <p:spPr>
            <a:xfrm>
              <a:off x="4653156" y="303828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15" name="ph2215"/>
            <p:cNvSpPr/>
            <p:nvPr/>
          </p:nvSpPr>
          <p:spPr>
            <a:xfrm>
              <a:off x="4665668" y="303828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16" name="ph2216"/>
            <p:cNvSpPr/>
            <p:nvPr/>
          </p:nvSpPr>
          <p:spPr>
            <a:xfrm>
              <a:off x="4678180" y="303828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17" name="ph2217"/>
            <p:cNvSpPr/>
            <p:nvPr/>
          </p:nvSpPr>
          <p:spPr>
            <a:xfrm>
              <a:off x="4690693" y="303828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18" name="ph2218"/>
            <p:cNvSpPr/>
            <p:nvPr/>
          </p:nvSpPr>
          <p:spPr>
            <a:xfrm>
              <a:off x="4703205" y="303828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19" name="ph2219"/>
            <p:cNvSpPr/>
            <p:nvPr/>
          </p:nvSpPr>
          <p:spPr>
            <a:xfrm>
              <a:off x="4640644" y="305365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20" name="ph2220"/>
            <p:cNvSpPr/>
            <p:nvPr/>
          </p:nvSpPr>
          <p:spPr>
            <a:xfrm>
              <a:off x="4653156" y="305365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21" name="ph2221"/>
            <p:cNvSpPr/>
            <p:nvPr/>
          </p:nvSpPr>
          <p:spPr>
            <a:xfrm>
              <a:off x="4665668" y="305365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22" name="ph2222"/>
            <p:cNvSpPr/>
            <p:nvPr/>
          </p:nvSpPr>
          <p:spPr>
            <a:xfrm>
              <a:off x="4678180" y="305365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23" name="ph2223"/>
            <p:cNvSpPr/>
            <p:nvPr/>
          </p:nvSpPr>
          <p:spPr>
            <a:xfrm>
              <a:off x="4690693" y="305365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24" name="ph2224"/>
            <p:cNvSpPr/>
            <p:nvPr/>
          </p:nvSpPr>
          <p:spPr>
            <a:xfrm>
              <a:off x="4703205" y="305365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25" name="ph2225"/>
            <p:cNvSpPr/>
            <p:nvPr/>
          </p:nvSpPr>
          <p:spPr>
            <a:xfrm>
              <a:off x="4640644" y="306903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26" name="ph2226"/>
            <p:cNvSpPr/>
            <p:nvPr/>
          </p:nvSpPr>
          <p:spPr>
            <a:xfrm>
              <a:off x="4653156" y="306903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27" name="ph2227"/>
            <p:cNvSpPr/>
            <p:nvPr/>
          </p:nvSpPr>
          <p:spPr>
            <a:xfrm>
              <a:off x="4665668" y="306903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28" name="ph2228"/>
            <p:cNvSpPr/>
            <p:nvPr/>
          </p:nvSpPr>
          <p:spPr>
            <a:xfrm>
              <a:off x="4678180" y="306903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29" name="ph2229"/>
            <p:cNvSpPr/>
            <p:nvPr/>
          </p:nvSpPr>
          <p:spPr>
            <a:xfrm>
              <a:off x="4690693" y="306903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30" name="ph2230"/>
            <p:cNvSpPr/>
            <p:nvPr/>
          </p:nvSpPr>
          <p:spPr>
            <a:xfrm>
              <a:off x="3902415" y="308440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31" name="ph2231"/>
            <p:cNvSpPr/>
            <p:nvPr/>
          </p:nvSpPr>
          <p:spPr>
            <a:xfrm>
              <a:off x="3914927" y="308440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32" name="ph2232"/>
            <p:cNvSpPr/>
            <p:nvPr/>
          </p:nvSpPr>
          <p:spPr>
            <a:xfrm>
              <a:off x="3927439" y="308440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33" name="ph2233"/>
            <p:cNvSpPr/>
            <p:nvPr/>
          </p:nvSpPr>
          <p:spPr>
            <a:xfrm>
              <a:off x="3939951" y="308440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34" name="ph2234"/>
            <p:cNvSpPr/>
            <p:nvPr/>
          </p:nvSpPr>
          <p:spPr>
            <a:xfrm>
              <a:off x="4640644" y="308440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35" name="ph2235"/>
            <p:cNvSpPr/>
            <p:nvPr/>
          </p:nvSpPr>
          <p:spPr>
            <a:xfrm>
              <a:off x="4653156" y="308440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36" name="ph2236"/>
            <p:cNvSpPr/>
            <p:nvPr/>
          </p:nvSpPr>
          <p:spPr>
            <a:xfrm>
              <a:off x="4665668" y="308440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37" name="ph2237"/>
            <p:cNvSpPr/>
            <p:nvPr/>
          </p:nvSpPr>
          <p:spPr>
            <a:xfrm>
              <a:off x="4678180" y="308440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38" name="ph2238"/>
            <p:cNvSpPr/>
            <p:nvPr/>
          </p:nvSpPr>
          <p:spPr>
            <a:xfrm>
              <a:off x="3902415" y="309978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39" name="ph2239"/>
            <p:cNvSpPr/>
            <p:nvPr/>
          </p:nvSpPr>
          <p:spPr>
            <a:xfrm>
              <a:off x="3914927" y="309978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40" name="ph2240"/>
            <p:cNvSpPr/>
            <p:nvPr/>
          </p:nvSpPr>
          <p:spPr>
            <a:xfrm>
              <a:off x="3927439" y="309978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41" name="ph2241"/>
            <p:cNvSpPr/>
            <p:nvPr/>
          </p:nvSpPr>
          <p:spPr>
            <a:xfrm>
              <a:off x="3939951" y="309978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42" name="ph2242"/>
            <p:cNvSpPr/>
            <p:nvPr/>
          </p:nvSpPr>
          <p:spPr>
            <a:xfrm>
              <a:off x="3952464" y="309978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43" name="ph2243"/>
            <p:cNvSpPr/>
            <p:nvPr/>
          </p:nvSpPr>
          <p:spPr>
            <a:xfrm>
              <a:off x="4002513" y="309978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44" name="ph2244"/>
            <p:cNvSpPr/>
            <p:nvPr/>
          </p:nvSpPr>
          <p:spPr>
            <a:xfrm>
              <a:off x="4015025" y="309978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45" name="ph2245"/>
            <p:cNvSpPr/>
            <p:nvPr/>
          </p:nvSpPr>
          <p:spPr>
            <a:xfrm>
              <a:off x="4027537" y="309978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87D">
                <a:alpha val="100000"/>
              </a:srgbClr>
            </a:solidFill>
            <a:ln w="5420" cap="flat">
              <a:solidFill>
                <a:srgbClr val="3C48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46" name="ph2246"/>
            <p:cNvSpPr/>
            <p:nvPr/>
          </p:nvSpPr>
          <p:spPr>
            <a:xfrm>
              <a:off x="4040051" y="309978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47" name="ph2247"/>
            <p:cNvSpPr/>
            <p:nvPr/>
          </p:nvSpPr>
          <p:spPr>
            <a:xfrm>
              <a:off x="4052563" y="309978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48" name="ph2248"/>
            <p:cNvSpPr/>
            <p:nvPr/>
          </p:nvSpPr>
          <p:spPr>
            <a:xfrm>
              <a:off x="4640644" y="309978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49" name="ph2249"/>
            <p:cNvSpPr/>
            <p:nvPr/>
          </p:nvSpPr>
          <p:spPr>
            <a:xfrm>
              <a:off x="4653156" y="309978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50" name="ph2250"/>
            <p:cNvSpPr/>
            <p:nvPr/>
          </p:nvSpPr>
          <p:spPr>
            <a:xfrm>
              <a:off x="4665668" y="309978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51" name="ph2251"/>
            <p:cNvSpPr/>
            <p:nvPr/>
          </p:nvSpPr>
          <p:spPr>
            <a:xfrm>
              <a:off x="4678180" y="309978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52" name="ph2252"/>
            <p:cNvSpPr/>
            <p:nvPr/>
          </p:nvSpPr>
          <p:spPr>
            <a:xfrm>
              <a:off x="4690693" y="309978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53" name="ph2253"/>
            <p:cNvSpPr/>
            <p:nvPr/>
          </p:nvSpPr>
          <p:spPr>
            <a:xfrm>
              <a:off x="3814828" y="311516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54" name="ph2254"/>
            <p:cNvSpPr/>
            <p:nvPr/>
          </p:nvSpPr>
          <p:spPr>
            <a:xfrm>
              <a:off x="3827340" y="311516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55" name="ph2255"/>
            <p:cNvSpPr/>
            <p:nvPr/>
          </p:nvSpPr>
          <p:spPr>
            <a:xfrm>
              <a:off x="3889901" y="311516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56" name="ph2256"/>
            <p:cNvSpPr/>
            <p:nvPr/>
          </p:nvSpPr>
          <p:spPr>
            <a:xfrm>
              <a:off x="3902415" y="311516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57" name="ph2257"/>
            <p:cNvSpPr/>
            <p:nvPr/>
          </p:nvSpPr>
          <p:spPr>
            <a:xfrm>
              <a:off x="3914927" y="311516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58" name="ph2258"/>
            <p:cNvSpPr/>
            <p:nvPr/>
          </p:nvSpPr>
          <p:spPr>
            <a:xfrm>
              <a:off x="3927439" y="311516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59" name="ph2259"/>
            <p:cNvSpPr/>
            <p:nvPr/>
          </p:nvSpPr>
          <p:spPr>
            <a:xfrm>
              <a:off x="3939951" y="311516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60" name="ph2260"/>
            <p:cNvSpPr/>
            <p:nvPr/>
          </p:nvSpPr>
          <p:spPr>
            <a:xfrm>
              <a:off x="3952464" y="311516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61" name="ph2261"/>
            <p:cNvSpPr/>
            <p:nvPr/>
          </p:nvSpPr>
          <p:spPr>
            <a:xfrm>
              <a:off x="4002513" y="311516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62" name="ph2262"/>
            <p:cNvSpPr/>
            <p:nvPr/>
          </p:nvSpPr>
          <p:spPr>
            <a:xfrm>
              <a:off x="4015025" y="311516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63" name="ph2263"/>
            <p:cNvSpPr/>
            <p:nvPr/>
          </p:nvSpPr>
          <p:spPr>
            <a:xfrm>
              <a:off x="4027537" y="311516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64" name="ph2264"/>
            <p:cNvSpPr/>
            <p:nvPr/>
          </p:nvSpPr>
          <p:spPr>
            <a:xfrm>
              <a:off x="4040051" y="311516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65" name="ph2265"/>
            <p:cNvSpPr/>
            <p:nvPr/>
          </p:nvSpPr>
          <p:spPr>
            <a:xfrm>
              <a:off x="4052563" y="311516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66" name="ph2266"/>
            <p:cNvSpPr/>
            <p:nvPr/>
          </p:nvSpPr>
          <p:spPr>
            <a:xfrm>
              <a:off x="4065075" y="311516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67" name="ph2267"/>
            <p:cNvSpPr/>
            <p:nvPr/>
          </p:nvSpPr>
          <p:spPr>
            <a:xfrm>
              <a:off x="4077587" y="311516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C487D">
                <a:alpha val="100000"/>
              </a:srgbClr>
            </a:solidFill>
            <a:ln w="5420" cap="flat">
              <a:solidFill>
                <a:srgbClr val="3C48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68" name="ph2268"/>
            <p:cNvSpPr/>
            <p:nvPr/>
          </p:nvSpPr>
          <p:spPr>
            <a:xfrm>
              <a:off x="4090100" y="311516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69" name="ph2269"/>
            <p:cNvSpPr/>
            <p:nvPr/>
          </p:nvSpPr>
          <p:spPr>
            <a:xfrm>
              <a:off x="4102612" y="311516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87D">
                <a:alpha val="100000"/>
              </a:srgbClr>
            </a:solidFill>
            <a:ln w="5420" cap="flat">
              <a:solidFill>
                <a:srgbClr val="3C48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70" name="ph2270"/>
            <p:cNvSpPr/>
            <p:nvPr/>
          </p:nvSpPr>
          <p:spPr>
            <a:xfrm>
              <a:off x="4115124" y="311516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71" name="ph2271"/>
            <p:cNvSpPr/>
            <p:nvPr/>
          </p:nvSpPr>
          <p:spPr>
            <a:xfrm>
              <a:off x="4127637" y="311516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72" name="ph2272"/>
            <p:cNvSpPr/>
            <p:nvPr/>
          </p:nvSpPr>
          <p:spPr>
            <a:xfrm>
              <a:off x="4140149" y="311516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73" name="ph2273"/>
            <p:cNvSpPr/>
            <p:nvPr/>
          </p:nvSpPr>
          <p:spPr>
            <a:xfrm>
              <a:off x="4640644" y="311516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74" name="ph2274"/>
            <p:cNvSpPr/>
            <p:nvPr/>
          </p:nvSpPr>
          <p:spPr>
            <a:xfrm>
              <a:off x="4653156" y="311516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75" name="ph2275"/>
            <p:cNvSpPr/>
            <p:nvPr/>
          </p:nvSpPr>
          <p:spPr>
            <a:xfrm>
              <a:off x="4665668" y="311516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76" name="ph2276"/>
            <p:cNvSpPr/>
            <p:nvPr/>
          </p:nvSpPr>
          <p:spPr>
            <a:xfrm>
              <a:off x="4678180" y="311516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77" name="ph2277"/>
            <p:cNvSpPr/>
            <p:nvPr/>
          </p:nvSpPr>
          <p:spPr>
            <a:xfrm>
              <a:off x="4690693" y="311516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78" name="ph2278"/>
            <p:cNvSpPr/>
            <p:nvPr/>
          </p:nvSpPr>
          <p:spPr>
            <a:xfrm>
              <a:off x="3652167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79" name="ph2279"/>
            <p:cNvSpPr/>
            <p:nvPr/>
          </p:nvSpPr>
          <p:spPr>
            <a:xfrm>
              <a:off x="3664679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80" name="ph2280"/>
            <p:cNvSpPr/>
            <p:nvPr/>
          </p:nvSpPr>
          <p:spPr>
            <a:xfrm>
              <a:off x="3677192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81" name="ph2281"/>
            <p:cNvSpPr/>
            <p:nvPr/>
          </p:nvSpPr>
          <p:spPr>
            <a:xfrm>
              <a:off x="3689704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82" name="ph2282"/>
            <p:cNvSpPr/>
            <p:nvPr/>
          </p:nvSpPr>
          <p:spPr>
            <a:xfrm>
              <a:off x="3702216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83" name="ph2283"/>
            <p:cNvSpPr/>
            <p:nvPr/>
          </p:nvSpPr>
          <p:spPr>
            <a:xfrm>
              <a:off x="3764779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84" name="ph2284"/>
            <p:cNvSpPr/>
            <p:nvPr/>
          </p:nvSpPr>
          <p:spPr>
            <a:xfrm>
              <a:off x="3777291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85" name="ph2285"/>
            <p:cNvSpPr/>
            <p:nvPr/>
          </p:nvSpPr>
          <p:spPr>
            <a:xfrm>
              <a:off x="3789803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86" name="ph2286"/>
            <p:cNvSpPr/>
            <p:nvPr/>
          </p:nvSpPr>
          <p:spPr>
            <a:xfrm>
              <a:off x="3802315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87" name="ph2287"/>
            <p:cNvSpPr/>
            <p:nvPr/>
          </p:nvSpPr>
          <p:spPr>
            <a:xfrm>
              <a:off x="3814828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88" name="ph2288"/>
            <p:cNvSpPr/>
            <p:nvPr/>
          </p:nvSpPr>
          <p:spPr>
            <a:xfrm>
              <a:off x="3827340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89" name="ph2289"/>
            <p:cNvSpPr/>
            <p:nvPr/>
          </p:nvSpPr>
          <p:spPr>
            <a:xfrm>
              <a:off x="3839852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90" name="ph2290"/>
            <p:cNvSpPr/>
            <p:nvPr/>
          </p:nvSpPr>
          <p:spPr>
            <a:xfrm>
              <a:off x="3852365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91" name="ph2291"/>
            <p:cNvSpPr/>
            <p:nvPr/>
          </p:nvSpPr>
          <p:spPr>
            <a:xfrm>
              <a:off x="3864877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92" name="ph2292"/>
            <p:cNvSpPr/>
            <p:nvPr/>
          </p:nvSpPr>
          <p:spPr>
            <a:xfrm>
              <a:off x="3877389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93" name="ph2293"/>
            <p:cNvSpPr/>
            <p:nvPr/>
          </p:nvSpPr>
          <p:spPr>
            <a:xfrm>
              <a:off x="3889901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94" name="ph2294"/>
            <p:cNvSpPr/>
            <p:nvPr/>
          </p:nvSpPr>
          <p:spPr>
            <a:xfrm>
              <a:off x="3902415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95" name="ph2295"/>
            <p:cNvSpPr/>
            <p:nvPr/>
          </p:nvSpPr>
          <p:spPr>
            <a:xfrm>
              <a:off x="3914927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96" name="ph2296"/>
            <p:cNvSpPr/>
            <p:nvPr/>
          </p:nvSpPr>
          <p:spPr>
            <a:xfrm>
              <a:off x="3927439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97" name="ph2297"/>
            <p:cNvSpPr/>
            <p:nvPr/>
          </p:nvSpPr>
          <p:spPr>
            <a:xfrm>
              <a:off x="3939951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98" name="ph2298"/>
            <p:cNvSpPr/>
            <p:nvPr/>
          </p:nvSpPr>
          <p:spPr>
            <a:xfrm>
              <a:off x="3952464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99" name="ph2299"/>
            <p:cNvSpPr/>
            <p:nvPr/>
          </p:nvSpPr>
          <p:spPr>
            <a:xfrm>
              <a:off x="3964976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00" name="ph2300"/>
            <p:cNvSpPr/>
            <p:nvPr/>
          </p:nvSpPr>
          <p:spPr>
            <a:xfrm>
              <a:off x="3977488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01" name="ph2301"/>
            <p:cNvSpPr/>
            <p:nvPr/>
          </p:nvSpPr>
          <p:spPr>
            <a:xfrm>
              <a:off x="3990001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02" name="ph2302"/>
            <p:cNvSpPr/>
            <p:nvPr/>
          </p:nvSpPr>
          <p:spPr>
            <a:xfrm>
              <a:off x="4002513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03" name="ph2303"/>
            <p:cNvSpPr/>
            <p:nvPr/>
          </p:nvSpPr>
          <p:spPr>
            <a:xfrm>
              <a:off x="4015025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04" name="ph2304"/>
            <p:cNvSpPr/>
            <p:nvPr/>
          </p:nvSpPr>
          <p:spPr>
            <a:xfrm>
              <a:off x="4027537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05" name="ph2305"/>
            <p:cNvSpPr/>
            <p:nvPr/>
          </p:nvSpPr>
          <p:spPr>
            <a:xfrm>
              <a:off x="4040051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06" name="ph2306"/>
            <p:cNvSpPr/>
            <p:nvPr/>
          </p:nvSpPr>
          <p:spPr>
            <a:xfrm>
              <a:off x="4052563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07" name="ph2307"/>
            <p:cNvSpPr/>
            <p:nvPr/>
          </p:nvSpPr>
          <p:spPr>
            <a:xfrm>
              <a:off x="4065075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08" name="ph2308"/>
            <p:cNvSpPr/>
            <p:nvPr/>
          </p:nvSpPr>
          <p:spPr>
            <a:xfrm>
              <a:off x="4077587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09" name="ph2309"/>
            <p:cNvSpPr/>
            <p:nvPr/>
          </p:nvSpPr>
          <p:spPr>
            <a:xfrm>
              <a:off x="4090100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10" name="ph2310"/>
            <p:cNvSpPr/>
            <p:nvPr/>
          </p:nvSpPr>
          <p:spPr>
            <a:xfrm>
              <a:off x="4102612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11" name="ph2311"/>
            <p:cNvSpPr/>
            <p:nvPr/>
          </p:nvSpPr>
          <p:spPr>
            <a:xfrm>
              <a:off x="4115124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12" name="ph2312"/>
            <p:cNvSpPr/>
            <p:nvPr/>
          </p:nvSpPr>
          <p:spPr>
            <a:xfrm>
              <a:off x="4127637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13" name="ph2313"/>
            <p:cNvSpPr/>
            <p:nvPr/>
          </p:nvSpPr>
          <p:spPr>
            <a:xfrm>
              <a:off x="4140149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14" name="ph2314"/>
            <p:cNvSpPr/>
            <p:nvPr/>
          </p:nvSpPr>
          <p:spPr>
            <a:xfrm>
              <a:off x="4152661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15" name="ph2315"/>
            <p:cNvSpPr/>
            <p:nvPr/>
          </p:nvSpPr>
          <p:spPr>
            <a:xfrm>
              <a:off x="4190199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16" name="ph2316"/>
            <p:cNvSpPr/>
            <p:nvPr/>
          </p:nvSpPr>
          <p:spPr>
            <a:xfrm>
              <a:off x="4640644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17" name="ph2317"/>
            <p:cNvSpPr/>
            <p:nvPr/>
          </p:nvSpPr>
          <p:spPr>
            <a:xfrm>
              <a:off x="4653156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18" name="ph2318"/>
            <p:cNvSpPr/>
            <p:nvPr/>
          </p:nvSpPr>
          <p:spPr>
            <a:xfrm>
              <a:off x="4665668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19" name="ph2319"/>
            <p:cNvSpPr/>
            <p:nvPr/>
          </p:nvSpPr>
          <p:spPr>
            <a:xfrm>
              <a:off x="4678180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20" name="ph2320"/>
            <p:cNvSpPr/>
            <p:nvPr/>
          </p:nvSpPr>
          <p:spPr>
            <a:xfrm>
              <a:off x="4690693" y="31305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21" name="ph2321"/>
            <p:cNvSpPr/>
            <p:nvPr/>
          </p:nvSpPr>
          <p:spPr>
            <a:xfrm>
              <a:off x="3639655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22" name="ph2322"/>
            <p:cNvSpPr/>
            <p:nvPr/>
          </p:nvSpPr>
          <p:spPr>
            <a:xfrm>
              <a:off x="3652167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23" name="ph2323"/>
            <p:cNvSpPr/>
            <p:nvPr/>
          </p:nvSpPr>
          <p:spPr>
            <a:xfrm>
              <a:off x="3664679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24" name="ph2324"/>
            <p:cNvSpPr/>
            <p:nvPr/>
          </p:nvSpPr>
          <p:spPr>
            <a:xfrm>
              <a:off x="3677192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25" name="ph2325"/>
            <p:cNvSpPr/>
            <p:nvPr/>
          </p:nvSpPr>
          <p:spPr>
            <a:xfrm>
              <a:off x="3689704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26" name="ph2326"/>
            <p:cNvSpPr/>
            <p:nvPr/>
          </p:nvSpPr>
          <p:spPr>
            <a:xfrm>
              <a:off x="3702216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27" name="ph2327"/>
            <p:cNvSpPr/>
            <p:nvPr/>
          </p:nvSpPr>
          <p:spPr>
            <a:xfrm>
              <a:off x="3714729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28" name="ph2328"/>
            <p:cNvSpPr/>
            <p:nvPr/>
          </p:nvSpPr>
          <p:spPr>
            <a:xfrm>
              <a:off x="3727241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29" name="ph2329"/>
            <p:cNvSpPr/>
            <p:nvPr/>
          </p:nvSpPr>
          <p:spPr>
            <a:xfrm>
              <a:off x="3739753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30" name="ph2330"/>
            <p:cNvSpPr/>
            <p:nvPr/>
          </p:nvSpPr>
          <p:spPr>
            <a:xfrm>
              <a:off x="3752265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31" name="ph2331"/>
            <p:cNvSpPr/>
            <p:nvPr/>
          </p:nvSpPr>
          <p:spPr>
            <a:xfrm>
              <a:off x="3764779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32" name="ph2332"/>
            <p:cNvSpPr/>
            <p:nvPr/>
          </p:nvSpPr>
          <p:spPr>
            <a:xfrm>
              <a:off x="3777291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33" name="ph2333"/>
            <p:cNvSpPr/>
            <p:nvPr/>
          </p:nvSpPr>
          <p:spPr>
            <a:xfrm>
              <a:off x="3789803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34" name="ph2334"/>
            <p:cNvSpPr/>
            <p:nvPr/>
          </p:nvSpPr>
          <p:spPr>
            <a:xfrm>
              <a:off x="3802315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35" name="ph2335"/>
            <p:cNvSpPr/>
            <p:nvPr/>
          </p:nvSpPr>
          <p:spPr>
            <a:xfrm>
              <a:off x="3814828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36" name="ph2336"/>
            <p:cNvSpPr/>
            <p:nvPr/>
          </p:nvSpPr>
          <p:spPr>
            <a:xfrm>
              <a:off x="3827340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073">
                <a:alpha val="100000"/>
              </a:srgbClr>
            </a:solidFill>
            <a:ln w="5420" cap="flat">
              <a:solidFill>
                <a:srgbClr val="3B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37" name="ph2337"/>
            <p:cNvSpPr/>
            <p:nvPr/>
          </p:nvSpPr>
          <p:spPr>
            <a:xfrm>
              <a:off x="3839852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38" name="ph2338"/>
            <p:cNvSpPr/>
            <p:nvPr/>
          </p:nvSpPr>
          <p:spPr>
            <a:xfrm>
              <a:off x="3852365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39" name="ph2339"/>
            <p:cNvSpPr/>
            <p:nvPr/>
          </p:nvSpPr>
          <p:spPr>
            <a:xfrm>
              <a:off x="3864877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40" name="ph2340"/>
            <p:cNvSpPr/>
            <p:nvPr/>
          </p:nvSpPr>
          <p:spPr>
            <a:xfrm>
              <a:off x="3877389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41" name="ph2341"/>
            <p:cNvSpPr/>
            <p:nvPr/>
          </p:nvSpPr>
          <p:spPr>
            <a:xfrm>
              <a:off x="3889901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42" name="ph2342"/>
            <p:cNvSpPr/>
            <p:nvPr/>
          </p:nvSpPr>
          <p:spPr>
            <a:xfrm>
              <a:off x="3902415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43" name="ph2343"/>
            <p:cNvSpPr/>
            <p:nvPr/>
          </p:nvSpPr>
          <p:spPr>
            <a:xfrm>
              <a:off x="3914927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44" name="ph2344"/>
            <p:cNvSpPr/>
            <p:nvPr/>
          </p:nvSpPr>
          <p:spPr>
            <a:xfrm>
              <a:off x="3927439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45" name="ph2345"/>
            <p:cNvSpPr/>
            <p:nvPr/>
          </p:nvSpPr>
          <p:spPr>
            <a:xfrm>
              <a:off x="3939951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46" name="ph2346"/>
            <p:cNvSpPr/>
            <p:nvPr/>
          </p:nvSpPr>
          <p:spPr>
            <a:xfrm>
              <a:off x="3952464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47" name="ph2347"/>
            <p:cNvSpPr/>
            <p:nvPr/>
          </p:nvSpPr>
          <p:spPr>
            <a:xfrm>
              <a:off x="3964976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48" name="ph2348"/>
            <p:cNvSpPr/>
            <p:nvPr/>
          </p:nvSpPr>
          <p:spPr>
            <a:xfrm>
              <a:off x="3977488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49" name="ph2349"/>
            <p:cNvSpPr/>
            <p:nvPr/>
          </p:nvSpPr>
          <p:spPr>
            <a:xfrm>
              <a:off x="3990001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50" name="ph2350"/>
            <p:cNvSpPr/>
            <p:nvPr/>
          </p:nvSpPr>
          <p:spPr>
            <a:xfrm>
              <a:off x="4002513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51" name="ph2351"/>
            <p:cNvSpPr/>
            <p:nvPr/>
          </p:nvSpPr>
          <p:spPr>
            <a:xfrm>
              <a:off x="4015025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52" name="ph2352"/>
            <p:cNvSpPr/>
            <p:nvPr/>
          </p:nvSpPr>
          <p:spPr>
            <a:xfrm>
              <a:off x="4027537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53" name="ph2353"/>
            <p:cNvSpPr/>
            <p:nvPr/>
          </p:nvSpPr>
          <p:spPr>
            <a:xfrm>
              <a:off x="4040051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54" name="ph2354"/>
            <p:cNvSpPr/>
            <p:nvPr/>
          </p:nvSpPr>
          <p:spPr>
            <a:xfrm>
              <a:off x="4052563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55" name="ph2355"/>
            <p:cNvSpPr/>
            <p:nvPr/>
          </p:nvSpPr>
          <p:spPr>
            <a:xfrm>
              <a:off x="4065075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56" name="ph2356"/>
            <p:cNvSpPr/>
            <p:nvPr/>
          </p:nvSpPr>
          <p:spPr>
            <a:xfrm>
              <a:off x="4077587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57" name="ph2357"/>
            <p:cNvSpPr/>
            <p:nvPr/>
          </p:nvSpPr>
          <p:spPr>
            <a:xfrm>
              <a:off x="4090100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58" name="ph2358"/>
            <p:cNvSpPr/>
            <p:nvPr/>
          </p:nvSpPr>
          <p:spPr>
            <a:xfrm>
              <a:off x="4102612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59" name="ph2359"/>
            <p:cNvSpPr/>
            <p:nvPr/>
          </p:nvSpPr>
          <p:spPr>
            <a:xfrm>
              <a:off x="4115124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60" name="ph2360"/>
            <p:cNvSpPr/>
            <p:nvPr/>
          </p:nvSpPr>
          <p:spPr>
            <a:xfrm>
              <a:off x="4127637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61" name="ph2361"/>
            <p:cNvSpPr/>
            <p:nvPr/>
          </p:nvSpPr>
          <p:spPr>
            <a:xfrm>
              <a:off x="4140149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62" name="ph2362"/>
            <p:cNvSpPr/>
            <p:nvPr/>
          </p:nvSpPr>
          <p:spPr>
            <a:xfrm>
              <a:off x="4152661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63" name="ph2363"/>
            <p:cNvSpPr/>
            <p:nvPr/>
          </p:nvSpPr>
          <p:spPr>
            <a:xfrm>
              <a:off x="4165173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64" name="ph2364"/>
            <p:cNvSpPr/>
            <p:nvPr/>
          </p:nvSpPr>
          <p:spPr>
            <a:xfrm>
              <a:off x="4177687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376">
                <a:alpha val="100000"/>
              </a:srgbClr>
            </a:solidFill>
            <a:ln w="5420" cap="flat">
              <a:solidFill>
                <a:srgbClr val="3C43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65" name="ph2365"/>
            <p:cNvSpPr/>
            <p:nvPr/>
          </p:nvSpPr>
          <p:spPr>
            <a:xfrm>
              <a:off x="4190199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66" name="ph2366"/>
            <p:cNvSpPr/>
            <p:nvPr/>
          </p:nvSpPr>
          <p:spPr>
            <a:xfrm>
              <a:off x="4202711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C4175">
                <a:alpha val="100000"/>
              </a:srgbClr>
            </a:solidFill>
            <a:ln w="5420" cap="flat">
              <a:solidFill>
                <a:srgbClr val="3C41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67" name="ph2367"/>
            <p:cNvSpPr/>
            <p:nvPr/>
          </p:nvSpPr>
          <p:spPr>
            <a:xfrm>
              <a:off x="4215223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68" name="ph2368"/>
            <p:cNvSpPr/>
            <p:nvPr/>
          </p:nvSpPr>
          <p:spPr>
            <a:xfrm>
              <a:off x="4653156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69" name="ph2369"/>
            <p:cNvSpPr/>
            <p:nvPr/>
          </p:nvSpPr>
          <p:spPr>
            <a:xfrm>
              <a:off x="4665668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70" name="ph2370"/>
            <p:cNvSpPr/>
            <p:nvPr/>
          </p:nvSpPr>
          <p:spPr>
            <a:xfrm>
              <a:off x="4678180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71" name="ph2371"/>
            <p:cNvSpPr/>
            <p:nvPr/>
          </p:nvSpPr>
          <p:spPr>
            <a:xfrm>
              <a:off x="4690693" y="31459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72" name="ph2372"/>
            <p:cNvSpPr/>
            <p:nvPr/>
          </p:nvSpPr>
          <p:spPr>
            <a:xfrm>
              <a:off x="3627143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73" name="ph2373"/>
            <p:cNvSpPr/>
            <p:nvPr/>
          </p:nvSpPr>
          <p:spPr>
            <a:xfrm>
              <a:off x="3639655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74" name="ph2374"/>
            <p:cNvSpPr/>
            <p:nvPr/>
          </p:nvSpPr>
          <p:spPr>
            <a:xfrm>
              <a:off x="3652167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75" name="ph2375"/>
            <p:cNvSpPr/>
            <p:nvPr/>
          </p:nvSpPr>
          <p:spPr>
            <a:xfrm>
              <a:off x="3664679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76" name="ph2376"/>
            <p:cNvSpPr/>
            <p:nvPr/>
          </p:nvSpPr>
          <p:spPr>
            <a:xfrm>
              <a:off x="3677192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77" name="ph2377"/>
            <p:cNvSpPr/>
            <p:nvPr/>
          </p:nvSpPr>
          <p:spPr>
            <a:xfrm>
              <a:off x="3689704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78" name="ph2378"/>
            <p:cNvSpPr/>
            <p:nvPr/>
          </p:nvSpPr>
          <p:spPr>
            <a:xfrm>
              <a:off x="3702216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79" name="ph2379"/>
            <p:cNvSpPr/>
            <p:nvPr/>
          </p:nvSpPr>
          <p:spPr>
            <a:xfrm>
              <a:off x="3714729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80" name="ph2380"/>
            <p:cNvSpPr/>
            <p:nvPr/>
          </p:nvSpPr>
          <p:spPr>
            <a:xfrm>
              <a:off x="3727241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81" name="ph2381"/>
            <p:cNvSpPr/>
            <p:nvPr/>
          </p:nvSpPr>
          <p:spPr>
            <a:xfrm>
              <a:off x="3739753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82" name="ph2382"/>
            <p:cNvSpPr/>
            <p:nvPr/>
          </p:nvSpPr>
          <p:spPr>
            <a:xfrm>
              <a:off x="3752265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83" name="ph2383"/>
            <p:cNvSpPr/>
            <p:nvPr/>
          </p:nvSpPr>
          <p:spPr>
            <a:xfrm>
              <a:off x="3764779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767">
                <a:alpha val="100000"/>
              </a:srgbClr>
            </a:solidFill>
            <a:ln w="5420" cap="flat">
              <a:solidFill>
                <a:srgbClr val="3B3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84" name="ph2384"/>
            <p:cNvSpPr/>
            <p:nvPr/>
          </p:nvSpPr>
          <p:spPr>
            <a:xfrm>
              <a:off x="3777291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85" name="ph2385"/>
            <p:cNvSpPr/>
            <p:nvPr/>
          </p:nvSpPr>
          <p:spPr>
            <a:xfrm>
              <a:off x="3789803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86" name="ph2386"/>
            <p:cNvSpPr/>
            <p:nvPr/>
          </p:nvSpPr>
          <p:spPr>
            <a:xfrm>
              <a:off x="3802315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87" name="ph2387"/>
            <p:cNvSpPr/>
            <p:nvPr/>
          </p:nvSpPr>
          <p:spPr>
            <a:xfrm>
              <a:off x="3814828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88" name="ph2388"/>
            <p:cNvSpPr/>
            <p:nvPr/>
          </p:nvSpPr>
          <p:spPr>
            <a:xfrm>
              <a:off x="3827340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89" name="ph2389"/>
            <p:cNvSpPr/>
            <p:nvPr/>
          </p:nvSpPr>
          <p:spPr>
            <a:xfrm>
              <a:off x="3839852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90" name="ph2390"/>
            <p:cNvSpPr/>
            <p:nvPr/>
          </p:nvSpPr>
          <p:spPr>
            <a:xfrm>
              <a:off x="3852365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91" name="ph2391"/>
            <p:cNvSpPr/>
            <p:nvPr/>
          </p:nvSpPr>
          <p:spPr>
            <a:xfrm>
              <a:off x="3864877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92" name="ph2392"/>
            <p:cNvSpPr/>
            <p:nvPr/>
          </p:nvSpPr>
          <p:spPr>
            <a:xfrm>
              <a:off x="3877389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93" name="ph2393"/>
            <p:cNvSpPr/>
            <p:nvPr/>
          </p:nvSpPr>
          <p:spPr>
            <a:xfrm>
              <a:off x="3889901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94" name="ph2394"/>
            <p:cNvSpPr/>
            <p:nvPr/>
          </p:nvSpPr>
          <p:spPr>
            <a:xfrm>
              <a:off x="3902415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95" name="ph2395"/>
            <p:cNvSpPr/>
            <p:nvPr/>
          </p:nvSpPr>
          <p:spPr>
            <a:xfrm>
              <a:off x="3914927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96" name="ph2396"/>
            <p:cNvSpPr/>
            <p:nvPr/>
          </p:nvSpPr>
          <p:spPr>
            <a:xfrm>
              <a:off x="3927439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97" name="ph2397"/>
            <p:cNvSpPr/>
            <p:nvPr/>
          </p:nvSpPr>
          <p:spPr>
            <a:xfrm>
              <a:off x="3939951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98" name="ph2398"/>
            <p:cNvSpPr/>
            <p:nvPr/>
          </p:nvSpPr>
          <p:spPr>
            <a:xfrm>
              <a:off x="3952464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99" name="ph2399"/>
            <p:cNvSpPr/>
            <p:nvPr/>
          </p:nvSpPr>
          <p:spPr>
            <a:xfrm>
              <a:off x="3964976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00" name="ph2400"/>
            <p:cNvSpPr/>
            <p:nvPr/>
          </p:nvSpPr>
          <p:spPr>
            <a:xfrm>
              <a:off x="3977488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01" name="ph2401"/>
            <p:cNvSpPr/>
            <p:nvPr/>
          </p:nvSpPr>
          <p:spPr>
            <a:xfrm>
              <a:off x="3990001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02" name="ph2402"/>
            <p:cNvSpPr/>
            <p:nvPr/>
          </p:nvSpPr>
          <p:spPr>
            <a:xfrm>
              <a:off x="4002513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03" name="ph2403"/>
            <p:cNvSpPr/>
            <p:nvPr/>
          </p:nvSpPr>
          <p:spPr>
            <a:xfrm>
              <a:off x="4015025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04" name="ph2404"/>
            <p:cNvSpPr/>
            <p:nvPr/>
          </p:nvSpPr>
          <p:spPr>
            <a:xfrm>
              <a:off x="4027537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05" name="ph2405"/>
            <p:cNvSpPr/>
            <p:nvPr/>
          </p:nvSpPr>
          <p:spPr>
            <a:xfrm>
              <a:off x="4040051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06" name="ph2406"/>
            <p:cNvSpPr/>
            <p:nvPr/>
          </p:nvSpPr>
          <p:spPr>
            <a:xfrm>
              <a:off x="4052563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07" name="ph2407"/>
            <p:cNvSpPr/>
            <p:nvPr/>
          </p:nvSpPr>
          <p:spPr>
            <a:xfrm>
              <a:off x="4065075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08" name="ph2408"/>
            <p:cNvSpPr/>
            <p:nvPr/>
          </p:nvSpPr>
          <p:spPr>
            <a:xfrm>
              <a:off x="4077587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09" name="ph2409"/>
            <p:cNvSpPr/>
            <p:nvPr/>
          </p:nvSpPr>
          <p:spPr>
            <a:xfrm>
              <a:off x="4090100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10" name="ph2410"/>
            <p:cNvSpPr/>
            <p:nvPr/>
          </p:nvSpPr>
          <p:spPr>
            <a:xfrm>
              <a:off x="4102612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11" name="ph2411"/>
            <p:cNvSpPr/>
            <p:nvPr/>
          </p:nvSpPr>
          <p:spPr>
            <a:xfrm>
              <a:off x="4115124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12" name="ph2412"/>
            <p:cNvSpPr/>
            <p:nvPr/>
          </p:nvSpPr>
          <p:spPr>
            <a:xfrm>
              <a:off x="4127637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13" name="ph2413"/>
            <p:cNvSpPr/>
            <p:nvPr/>
          </p:nvSpPr>
          <p:spPr>
            <a:xfrm>
              <a:off x="4140149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14" name="ph2414"/>
            <p:cNvSpPr/>
            <p:nvPr/>
          </p:nvSpPr>
          <p:spPr>
            <a:xfrm>
              <a:off x="4152661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376">
                <a:alpha val="100000"/>
              </a:srgbClr>
            </a:solidFill>
            <a:ln w="5420" cap="flat">
              <a:solidFill>
                <a:srgbClr val="3C43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15" name="ph2415"/>
            <p:cNvSpPr/>
            <p:nvPr/>
          </p:nvSpPr>
          <p:spPr>
            <a:xfrm>
              <a:off x="4165173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16" name="ph2416"/>
            <p:cNvSpPr/>
            <p:nvPr/>
          </p:nvSpPr>
          <p:spPr>
            <a:xfrm>
              <a:off x="4177687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17" name="ph2417"/>
            <p:cNvSpPr/>
            <p:nvPr/>
          </p:nvSpPr>
          <p:spPr>
            <a:xfrm>
              <a:off x="4190199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18" name="ph2418"/>
            <p:cNvSpPr/>
            <p:nvPr/>
          </p:nvSpPr>
          <p:spPr>
            <a:xfrm>
              <a:off x="4202711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19" name="ph2419"/>
            <p:cNvSpPr/>
            <p:nvPr/>
          </p:nvSpPr>
          <p:spPr>
            <a:xfrm>
              <a:off x="4215223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20" name="ph2420"/>
            <p:cNvSpPr/>
            <p:nvPr/>
          </p:nvSpPr>
          <p:spPr>
            <a:xfrm>
              <a:off x="4340347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21" name="ph2421"/>
            <p:cNvSpPr/>
            <p:nvPr/>
          </p:nvSpPr>
          <p:spPr>
            <a:xfrm>
              <a:off x="4352859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22" name="ph2422"/>
            <p:cNvSpPr/>
            <p:nvPr/>
          </p:nvSpPr>
          <p:spPr>
            <a:xfrm>
              <a:off x="4365372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D85">
                <a:alpha val="100000"/>
              </a:srgbClr>
            </a:solidFill>
            <a:ln w="5420" cap="flat">
              <a:solidFill>
                <a:srgbClr val="3B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23" name="ph2423"/>
            <p:cNvSpPr/>
            <p:nvPr/>
          </p:nvSpPr>
          <p:spPr>
            <a:xfrm>
              <a:off x="4377884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24" name="ph2424"/>
            <p:cNvSpPr/>
            <p:nvPr/>
          </p:nvSpPr>
          <p:spPr>
            <a:xfrm>
              <a:off x="4653156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25" name="ph2425"/>
            <p:cNvSpPr/>
            <p:nvPr/>
          </p:nvSpPr>
          <p:spPr>
            <a:xfrm>
              <a:off x="4665668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26" name="ph2426"/>
            <p:cNvSpPr/>
            <p:nvPr/>
          </p:nvSpPr>
          <p:spPr>
            <a:xfrm>
              <a:off x="4678180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27" name="ph2427"/>
            <p:cNvSpPr/>
            <p:nvPr/>
          </p:nvSpPr>
          <p:spPr>
            <a:xfrm>
              <a:off x="4690693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28" name="ph2428"/>
            <p:cNvSpPr/>
            <p:nvPr/>
          </p:nvSpPr>
          <p:spPr>
            <a:xfrm>
              <a:off x="4703205" y="31612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29" name="ph2429"/>
            <p:cNvSpPr/>
            <p:nvPr/>
          </p:nvSpPr>
          <p:spPr>
            <a:xfrm>
              <a:off x="3251771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30" name="ph2430"/>
            <p:cNvSpPr/>
            <p:nvPr/>
          </p:nvSpPr>
          <p:spPr>
            <a:xfrm>
              <a:off x="3264284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31" name="ph2431"/>
            <p:cNvSpPr/>
            <p:nvPr/>
          </p:nvSpPr>
          <p:spPr>
            <a:xfrm>
              <a:off x="3627143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32" name="ph2432"/>
            <p:cNvSpPr/>
            <p:nvPr/>
          </p:nvSpPr>
          <p:spPr>
            <a:xfrm>
              <a:off x="3639655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33" name="ph2433"/>
            <p:cNvSpPr/>
            <p:nvPr/>
          </p:nvSpPr>
          <p:spPr>
            <a:xfrm>
              <a:off x="3652167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34" name="ph2434"/>
            <p:cNvSpPr/>
            <p:nvPr/>
          </p:nvSpPr>
          <p:spPr>
            <a:xfrm>
              <a:off x="3664679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35" name="ph2435"/>
            <p:cNvSpPr/>
            <p:nvPr/>
          </p:nvSpPr>
          <p:spPr>
            <a:xfrm>
              <a:off x="3677192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36" name="ph2436"/>
            <p:cNvSpPr/>
            <p:nvPr/>
          </p:nvSpPr>
          <p:spPr>
            <a:xfrm>
              <a:off x="3689704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37" name="ph2437"/>
            <p:cNvSpPr/>
            <p:nvPr/>
          </p:nvSpPr>
          <p:spPr>
            <a:xfrm>
              <a:off x="3702216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38" name="ph2438"/>
            <p:cNvSpPr/>
            <p:nvPr/>
          </p:nvSpPr>
          <p:spPr>
            <a:xfrm>
              <a:off x="3714729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39" name="ph2439"/>
            <p:cNvSpPr/>
            <p:nvPr/>
          </p:nvSpPr>
          <p:spPr>
            <a:xfrm>
              <a:off x="3727241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40" name="ph2440"/>
            <p:cNvSpPr/>
            <p:nvPr/>
          </p:nvSpPr>
          <p:spPr>
            <a:xfrm>
              <a:off x="3739753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41" name="ph2441"/>
            <p:cNvSpPr/>
            <p:nvPr/>
          </p:nvSpPr>
          <p:spPr>
            <a:xfrm>
              <a:off x="3752265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42" name="ph2442"/>
            <p:cNvSpPr/>
            <p:nvPr/>
          </p:nvSpPr>
          <p:spPr>
            <a:xfrm>
              <a:off x="3764779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43" name="ph2443"/>
            <p:cNvSpPr/>
            <p:nvPr/>
          </p:nvSpPr>
          <p:spPr>
            <a:xfrm>
              <a:off x="3777291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44" name="ph2444"/>
            <p:cNvSpPr/>
            <p:nvPr/>
          </p:nvSpPr>
          <p:spPr>
            <a:xfrm>
              <a:off x="3789803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45" name="ph2445"/>
            <p:cNvSpPr/>
            <p:nvPr/>
          </p:nvSpPr>
          <p:spPr>
            <a:xfrm>
              <a:off x="3802315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46" name="ph2446"/>
            <p:cNvSpPr/>
            <p:nvPr/>
          </p:nvSpPr>
          <p:spPr>
            <a:xfrm>
              <a:off x="3814828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47" name="ph2447"/>
            <p:cNvSpPr/>
            <p:nvPr/>
          </p:nvSpPr>
          <p:spPr>
            <a:xfrm>
              <a:off x="3827340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48" name="ph2448"/>
            <p:cNvSpPr/>
            <p:nvPr/>
          </p:nvSpPr>
          <p:spPr>
            <a:xfrm>
              <a:off x="3839852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49" name="ph2449"/>
            <p:cNvSpPr/>
            <p:nvPr/>
          </p:nvSpPr>
          <p:spPr>
            <a:xfrm>
              <a:off x="3852365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50" name="ph2450"/>
            <p:cNvSpPr/>
            <p:nvPr/>
          </p:nvSpPr>
          <p:spPr>
            <a:xfrm>
              <a:off x="3864877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51" name="ph2451"/>
            <p:cNvSpPr/>
            <p:nvPr/>
          </p:nvSpPr>
          <p:spPr>
            <a:xfrm>
              <a:off x="3877389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52" name="ph2452"/>
            <p:cNvSpPr/>
            <p:nvPr/>
          </p:nvSpPr>
          <p:spPr>
            <a:xfrm>
              <a:off x="3889901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53" name="ph2453"/>
            <p:cNvSpPr/>
            <p:nvPr/>
          </p:nvSpPr>
          <p:spPr>
            <a:xfrm>
              <a:off x="3902415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54" name="ph2454"/>
            <p:cNvSpPr/>
            <p:nvPr/>
          </p:nvSpPr>
          <p:spPr>
            <a:xfrm>
              <a:off x="3914927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55" name="ph2455"/>
            <p:cNvSpPr/>
            <p:nvPr/>
          </p:nvSpPr>
          <p:spPr>
            <a:xfrm>
              <a:off x="3927439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56" name="ph2456"/>
            <p:cNvSpPr/>
            <p:nvPr/>
          </p:nvSpPr>
          <p:spPr>
            <a:xfrm>
              <a:off x="3939951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57" name="ph2457"/>
            <p:cNvSpPr/>
            <p:nvPr/>
          </p:nvSpPr>
          <p:spPr>
            <a:xfrm>
              <a:off x="3952464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58" name="ph2458"/>
            <p:cNvSpPr/>
            <p:nvPr/>
          </p:nvSpPr>
          <p:spPr>
            <a:xfrm>
              <a:off x="3964976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59" name="ph2459"/>
            <p:cNvSpPr/>
            <p:nvPr/>
          </p:nvSpPr>
          <p:spPr>
            <a:xfrm>
              <a:off x="3977488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60" name="ph2460"/>
            <p:cNvSpPr/>
            <p:nvPr/>
          </p:nvSpPr>
          <p:spPr>
            <a:xfrm>
              <a:off x="3990001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61" name="ph2461"/>
            <p:cNvSpPr/>
            <p:nvPr/>
          </p:nvSpPr>
          <p:spPr>
            <a:xfrm>
              <a:off x="4002513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62" name="ph2462"/>
            <p:cNvSpPr/>
            <p:nvPr/>
          </p:nvSpPr>
          <p:spPr>
            <a:xfrm>
              <a:off x="4015025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63" name="ph2463"/>
            <p:cNvSpPr/>
            <p:nvPr/>
          </p:nvSpPr>
          <p:spPr>
            <a:xfrm>
              <a:off x="4027537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64" name="ph2464"/>
            <p:cNvSpPr/>
            <p:nvPr/>
          </p:nvSpPr>
          <p:spPr>
            <a:xfrm>
              <a:off x="4040051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65" name="ph2465"/>
            <p:cNvSpPr/>
            <p:nvPr/>
          </p:nvSpPr>
          <p:spPr>
            <a:xfrm>
              <a:off x="4052563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66" name="ph2466"/>
            <p:cNvSpPr/>
            <p:nvPr/>
          </p:nvSpPr>
          <p:spPr>
            <a:xfrm>
              <a:off x="4065075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67" name="ph2467"/>
            <p:cNvSpPr/>
            <p:nvPr/>
          </p:nvSpPr>
          <p:spPr>
            <a:xfrm>
              <a:off x="4077587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68" name="ph2468"/>
            <p:cNvSpPr/>
            <p:nvPr/>
          </p:nvSpPr>
          <p:spPr>
            <a:xfrm>
              <a:off x="4090100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69" name="ph2469"/>
            <p:cNvSpPr/>
            <p:nvPr/>
          </p:nvSpPr>
          <p:spPr>
            <a:xfrm>
              <a:off x="4102612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70" name="ph2470"/>
            <p:cNvSpPr/>
            <p:nvPr/>
          </p:nvSpPr>
          <p:spPr>
            <a:xfrm>
              <a:off x="4115124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71" name="ph2471"/>
            <p:cNvSpPr/>
            <p:nvPr/>
          </p:nvSpPr>
          <p:spPr>
            <a:xfrm>
              <a:off x="4127637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72" name="ph2472"/>
            <p:cNvSpPr/>
            <p:nvPr/>
          </p:nvSpPr>
          <p:spPr>
            <a:xfrm>
              <a:off x="4140149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73" name="ph2473"/>
            <p:cNvSpPr/>
            <p:nvPr/>
          </p:nvSpPr>
          <p:spPr>
            <a:xfrm>
              <a:off x="4152661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175">
                <a:alpha val="100000"/>
              </a:srgbClr>
            </a:solidFill>
            <a:ln w="5420" cap="flat">
              <a:solidFill>
                <a:srgbClr val="3C41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74" name="ph2474"/>
            <p:cNvSpPr/>
            <p:nvPr/>
          </p:nvSpPr>
          <p:spPr>
            <a:xfrm>
              <a:off x="4165173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75" name="ph2475"/>
            <p:cNvSpPr/>
            <p:nvPr/>
          </p:nvSpPr>
          <p:spPr>
            <a:xfrm>
              <a:off x="4177687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76" name="ph2476"/>
            <p:cNvSpPr/>
            <p:nvPr/>
          </p:nvSpPr>
          <p:spPr>
            <a:xfrm>
              <a:off x="4190199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77" name="ph2477"/>
            <p:cNvSpPr/>
            <p:nvPr/>
          </p:nvSpPr>
          <p:spPr>
            <a:xfrm>
              <a:off x="4202711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78" name="ph2478"/>
            <p:cNvSpPr/>
            <p:nvPr/>
          </p:nvSpPr>
          <p:spPr>
            <a:xfrm>
              <a:off x="4215223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79" name="ph2479"/>
            <p:cNvSpPr/>
            <p:nvPr/>
          </p:nvSpPr>
          <p:spPr>
            <a:xfrm>
              <a:off x="4327835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80" name="ph2480"/>
            <p:cNvSpPr/>
            <p:nvPr/>
          </p:nvSpPr>
          <p:spPr>
            <a:xfrm>
              <a:off x="4340347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376">
                <a:alpha val="100000"/>
              </a:srgbClr>
            </a:solidFill>
            <a:ln w="5420" cap="flat">
              <a:solidFill>
                <a:srgbClr val="3C43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81" name="ph2481"/>
            <p:cNvSpPr/>
            <p:nvPr/>
          </p:nvSpPr>
          <p:spPr>
            <a:xfrm>
              <a:off x="4352859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82" name="ph2482"/>
            <p:cNvSpPr/>
            <p:nvPr/>
          </p:nvSpPr>
          <p:spPr>
            <a:xfrm>
              <a:off x="4365372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83" name="ph2483"/>
            <p:cNvSpPr/>
            <p:nvPr/>
          </p:nvSpPr>
          <p:spPr>
            <a:xfrm>
              <a:off x="4377884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84" name="ph2484"/>
            <p:cNvSpPr/>
            <p:nvPr/>
          </p:nvSpPr>
          <p:spPr>
            <a:xfrm>
              <a:off x="4390396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85" name="ph2485"/>
            <p:cNvSpPr/>
            <p:nvPr/>
          </p:nvSpPr>
          <p:spPr>
            <a:xfrm>
              <a:off x="4402908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86" name="ph2486"/>
            <p:cNvSpPr/>
            <p:nvPr/>
          </p:nvSpPr>
          <p:spPr>
            <a:xfrm>
              <a:off x="4653156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87" name="ph2487"/>
            <p:cNvSpPr/>
            <p:nvPr/>
          </p:nvSpPr>
          <p:spPr>
            <a:xfrm>
              <a:off x="4665668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88" name="ph2488"/>
            <p:cNvSpPr/>
            <p:nvPr/>
          </p:nvSpPr>
          <p:spPr>
            <a:xfrm>
              <a:off x="4678180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89" name="ph2489"/>
            <p:cNvSpPr/>
            <p:nvPr/>
          </p:nvSpPr>
          <p:spPr>
            <a:xfrm>
              <a:off x="4690693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90" name="ph2490"/>
            <p:cNvSpPr/>
            <p:nvPr/>
          </p:nvSpPr>
          <p:spPr>
            <a:xfrm>
              <a:off x="4703205" y="31766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91" name="ph2491"/>
            <p:cNvSpPr/>
            <p:nvPr/>
          </p:nvSpPr>
          <p:spPr>
            <a:xfrm>
              <a:off x="3239259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92" name="ph2492"/>
            <p:cNvSpPr/>
            <p:nvPr/>
          </p:nvSpPr>
          <p:spPr>
            <a:xfrm>
              <a:off x="3251771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93" name="ph2493"/>
            <p:cNvSpPr/>
            <p:nvPr/>
          </p:nvSpPr>
          <p:spPr>
            <a:xfrm>
              <a:off x="3264284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94" name="ph2494"/>
            <p:cNvSpPr/>
            <p:nvPr/>
          </p:nvSpPr>
          <p:spPr>
            <a:xfrm>
              <a:off x="3276796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95" name="ph2495"/>
            <p:cNvSpPr/>
            <p:nvPr/>
          </p:nvSpPr>
          <p:spPr>
            <a:xfrm>
              <a:off x="3289308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96" name="ph2496"/>
            <p:cNvSpPr/>
            <p:nvPr/>
          </p:nvSpPr>
          <p:spPr>
            <a:xfrm>
              <a:off x="3627143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97" name="ph2497"/>
            <p:cNvSpPr/>
            <p:nvPr/>
          </p:nvSpPr>
          <p:spPr>
            <a:xfrm>
              <a:off x="3639655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98" name="ph2498"/>
            <p:cNvSpPr/>
            <p:nvPr/>
          </p:nvSpPr>
          <p:spPr>
            <a:xfrm>
              <a:off x="3652167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99" name="ph2499"/>
            <p:cNvSpPr/>
            <p:nvPr/>
          </p:nvSpPr>
          <p:spPr>
            <a:xfrm>
              <a:off x="3664679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00" name="ph2500"/>
            <p:cNvSpPr/>
            <p:nvPr/>
          </p:nvSpPr>
          <p:spPr>
            <a:xfrm>
              <a:off x="3677192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01" name="ph2501"/>
            <p:cNvSpPr/>
            <p:nvPr/>
          </p:nvSpPr>
          <p:spPr>
            <a:xfrm>
              <a:off x="3689704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02" name="ph2502"/>
            <p:cNvSpPr/>
            <p:nvPr/>
          </p:nvSpPr>
          <p:spPr>
            <a:xfrm>
              <a:off x="3702216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03" name="ph2503"/>
            <p:cNvSpPr/>
            <p:nvPr/>
          </p:nvSpPr>
          <p:spPr>
            <a:xfrm>
              <a:off x="3714729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04" name="ph2504"/>
            <p:cNvSpPr/>
            <p:nvPr/>
          </p:nvSpPr>
          <p:spPr>
            <a:xfrm>
              <a:off x="3727241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05" name="ph2505"/>
            <p:cNvSpPr/>
            <p:nvPr/>
          </p:nvSpPr>
          <p:spPr>
            <a:xfrm>
              <a:off x="3739753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06" name="ph2506"/>
            <p:cNvSpPr/>
            <p:nvPr/>
          </p:nvSpPr>
          <p:spPr>
            <a:xfrm>
              <a:off x="3752265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07" name="ph2507"/>
            <p:cNvSpPr/>
            <p:nvPr/>
          </p:nvSpPr>
          <p:spPr>
            <a:xfrm>
              <a:off x="3764779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08" name="ph2508"/>
            <p:cNvSpPr/>
            <p:nvPr/>
          </p:nvSpPr>
          <p:spPr>
            <a:xfrm>
              <a:off x="3777291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09" name="ph2509"/>
            <p:cNvSpPr/>
            <p:nvPr/>
          </p:nvSpPr>
          <p:spPr>
            <a:xfrm>
              <a:off x="3789803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10" name="ph2510"/>
            <p:cNvSpPr/>
            <p:nvPr/>
          </p:nvSpPr>
          <p:spPr>
            <a:xfrm>
              <a:off x="3902415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11" name="ph2511"/>
            <p:cNvSpPr/>
            <p:nvPr/>
          </p:nvSpPr>
          <p:spPr>
            <a:xfrm>
              <a:off x="3914927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12" name="ph2512"/>
            <p:cNvSpPr/>
            <p:nvPr/>
          </p:nvSpPr>
          <p:spPr>
            <a:xfrm>
              <a:off x="3927439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13" name="ph2513"/>
            <p:cNvSpPr/>
            <p:nvPr/>
          </p:nvSpPr>
          <p:spPr>
            <a:xfrm>
              <a:off x="3939951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14" name="ph2514"/>
            <p:cNvSpPr/>
            <p:nvPr/>
          </p:nvSpPr>
          <p:spPr>
            <a:xfrm>
              <a:off x="3952464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15" name="ph2515"/>
            <p:cNvSpPr/>
            <p:nvPr/>
          </p:nvSpPr>
          <p:spPr>
            <a:xfrm>
              <a:off x="3964976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16" name="ph2516"/>
            <p:cNvSpPr/>
            <p:nvPr/>
          </p:nvSpPr>
          <p:spPr>
            <a:xfrm>
              <a:off x="3977488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17" name="ph2517"/>
            <p:cNvSpPr/>
            <p:nvPr/>
          </p:nvSpPr>
          <p:spPr>
            <a:xfrm>
              <a:off x="3990001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18" name="ph2518"/>
            <p:cNvSpPr/>
            <p:nvPr/>
          </p:nvSpPr>
          <p:spPr>
            <a:xfrm>
              <a:off x="4002513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19" name="ph2519"/>
            <p:cNvSpPr/>
            <p:nvPr/>
          </p:nvSpPr>
          <p:spPr>
            <a:xfrm>
              <a:off x="4015025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20" name="ph2520"/>
            <p:cNvSpPr/>
            <p:nvPr/>
          </p:nvSpPr>
          <p:spPr>
            <a:xfrm>
              <a:off x="4127637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21" name="ph2521"/>
            <p:cNvSpPr/>
            <p:nvPr/>
          </p:nvSpPr>
          <p:spPr>
            <a:xfrm>
              <a:off x="4140149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22" name="ph2522"/>
            <p:cNvSpPr/>
            <p:nvPr/>
          </p:nvSpPr>
          <p:spPr>
            <a:xfrm>
              <a:off x="4152661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23" name="ph2523"/>
            <p:cNvSpPr/>
            <p:nvPr/>
          </p:nvSpPr>
          <p:spPr>
            <a:xfrm>
              <a:off x="4165173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24" name="ph2524"/>
            <p:cNvSpPr/>
            <p:nvPr/>
          </p:nvSpPr>
          <p:spPr>
            <a:xfrm>
              <a:off x="4177687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25" name="ph2525"/>
            <p:cNvSpPr/>
            <p:nvPr/>
          </p:nvSpPr>
          <p:spPr>
            <a:xfrm>
              <a:off x="4190199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26" name="ph2526"/>
            <p:cNvSpPr/>
            <p:nvPr/>
          </p:nvSpPr>
          <p:spPr>
            <a:xfrm>
              <a:off x="4202711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27" name="ph2527"/>
            <p:cNvSpPr/>
            <p:nvPr/>
          </p:nvSpPr>
          <p:spPr>
            <a:xfrm>
              <a:off x="4215223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28" name="ph2528"/>
            <p:cNvSpPr/>
            <p:nvPr/>
          </p:nvSpPr>
          <p:spPr>
            <a:xfrm>
              <a:off x="4227736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29" name="ph2529"/>
            <p:cNvSpPr/>
            <p:nvPr/>
          </p:nvSpPr>
          <p:spPr>
            <a:xfrm>
              <a:off x="4302809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30" name="ph2530"/>
            <p:cNvSpPr/>
            <p:nvPr/>
          </p:nvSpPr>
          <p:spPr>
            <a:xfrm>
              <a:off x="4315323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31" name="ph2531"/>
            <p:cNvSpPr/>
            <p:nvPr/>
          </p:nvSpPr>
          <p:spPr>
            <a:xfrm>
              <a:off x="4327835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32" name="ph2532"/>
            <p:cNvSpPr/>
            <p:nvPr/>
          </p:nvSpPr>
          <p:spPr>
            <a:xfrm>
              <a:off x="4340347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33" name="ph2533"/>
            <p:cNvSpPr/>
            <p:nvPr/>
          </p:nvSpPr>
          <p:spPr>
            <a:xfrm>
              <a:off x="4352859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34" name="ph2534"/>
            <p:cNvSpPr/>
            <p:nvPr/>
          </p:nvSpPr>
          <p:spPr>
            <a:xfrm>
              <a:off x="4365372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35" name="ph2535"/>
            <p:cNvSpPr/>
            <p:nvPr/>
          </p:nvSpPr>
          <p:spPr>
            <a:xfrm>
              <a:off x="4377884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36" name="ph2536"/>
            <p:cNvSpPr/>
            <p:nvPr/>
          </p:nvSpPr>
          <p:spPr>
            <a:xfrm>
              <a:off x="4390396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B4F89">
                <a:alpha val="100000"/>
              </a:srgbClr>
            </a:solidFill>
            <a:ln w="5420" cap="flat">
              <a:solidFill>
                <a:srgbClr val="3B4F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37" name="ph2537"/>
            <p:cNvSpPr/>
            <p:nvPr/>
          </p:nvSpPr>
          <p:spPr>
            <a:xfrm>
              <a:off x="4402908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38" name="ph2538"/>
            <p:cNvSpPr/>
            <p:nvPr/>
          </p:nvSpPr>
          <p:spPr>
            <a:xfrm>
              <a:off x="4415421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39" name="ph2539"/>
            <p:cNvSpPr/>
            <p:nvPr/>
          </p:nvSpPr>
          <p:spPr>
            <a:xfrm>
              <a:off x="4427933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40" name="ph2540"/>
            <p:cNvSpPr/>
            <p:nvPr/>
          </p:nvSpPr>
          <p:spPr>
            <a:xfrm>
              <a:off x="4653156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41" name="ph2541"/>
            <p:cNvSpPr/>
            <p:nvPr/>
          </p:nvSpPr>
          <p:spPr>
            <a:xfrm>
              <a:off x="4665668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42" name="ph2542"/>
            <p:cNvSpPr/>
            <p:nvPr/>
          </p:nvSpPr>
          <p:spPr>
            <a:xfrm>
              <a:off x="4678180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43" name="ph2543"/>
            <p:cNvSpPr/>
            <p:nvPr/>
          </p:nvSpPr>
          <p:spPr>
            <a:xfrm>
              <a:off x="4690693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44" name="ph2544"/>
            <p:cNvSpPr/>
            <p:nvPr/>
          </p:nvSpPr>
          <p:spPr>
            <a:xfrm>
              <a:off x="4703205" y="319203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45" name="ph2545"/>
            <p:cNvSpPr/>
            <p:nvPr/>
          </p:nvSpPr>
          <p:spPr>
            <a:xfrm>
              <a:off x="3139160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46" name="ph2546"/>
            <p:cNvSpPr/>
            <p:nvPr/>
          </p:nvSpPr>
          <p:spPr>
            <a:xfrm>
              <a:off x="3151672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47" name="ph2547"/>
            <p:cNvSpPr/>
            <p:nvPr/>
          </p:nvSpPr>
          <p:spPr>
            <a:xfrm>
              <a:off x="3164185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48" name="ph2548"/>
            <p:cNvSpPr/>
            <p:nvPr/>
          </p:nvSpPr>
          <p:spPr>
            <a:xfrm>
              <a:off x="3226747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49" name="ph2549"/>
            <p:cNvSpPr/>
            <p:nvPr/>
          </p:nvSpPr>
          <p:spPr>
            <a:xfrm>
              <a:off x="3239259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50" name="ph2550"/>
            <p:cNvSpPr/>
            <p:nvPr/>
          </p:nvSpPr>
          <p:spPr>
            <a:xfrm>
              <a:off x="3251771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51" name="ph2551"/>
            <p:cNvSpPr/>
            <p:nvPr/>
          </p:nvSpPr>
          <p:spPr>
            <a:xfrm>
              <a:off x="3264284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52" name="ph2552"/>
            <p:cNvSpPr/>
            <p:nvPr/>
          </p:nvSpPr>
          <p:spPr>
            <a:xfrm>
              <a:off x="3276796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53" name="ph2553"/>
            <p:cNvSpPr/>
            <p:nvPr/>
          </p:nvSpPr>
          <p:spPr>
            <a:xfrm>
              <a:off x="3289308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54" name="ph2554"/>
            <p:cNvSpPr/>
            <p:nvPr/>
          </p:nvSpPr>
          <p:spPr>
            <a:xfrm>
              <a:off x="3301821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55" name="ph2555"/>
            <p:cNvSpPr/>
            <p:nvPr/>
          </p:nvSpPr>
          <p:spPr>
            <a:xfrm>
              <a:off x="3314333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56" name="ph2556"/>
            <p:cNvSpPr/>
            <p:nvPr/>
          </p:nvSpPr>
          <p:spPr>
            <a:xfrm>
              <a:off x="3326845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57" name="ph2557"/>
            <p:cNvSpPr/>
            <p:nvPr/>
          </p:nvSpPr>
          <p:spPr>
            <a:xfrm>
              <a:off x="3339357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58" name="ph2558"/>
            <p:cNvSpPr/>
            <p:nvPr/>
          </p:nvSpPr>
          <p:spPr>
            <a:xfrm>
              <a:off x="3351871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F5C">
                <a:alpha val="100000"/>
              </a:srgbClr>
            </a:solidFill>
            <a:ln w="5420" cap="flat">
              <a:solidFill>
                <a:srgbClr val="392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59" name="ph2559"/>
            <p:cNvSpPr/>
            <p:nvPr/>
          </p:nvSpPr>
          <p:spPr>
            <a:xfrm>
              <a:off x="3451969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60" name="ph2560"/>
            <p:cNvSpPr/>
            <p:nvPr/>
          </p:nvSpPr>
          <p:spPr>
            <a:xfrm>
              <a:off x="3464481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61" name="ph2561"/>
            <p:cNvSpPr/>
            <p:nvPr/>
          </p:nvSpPr>
          <p:spPr>
            <a:xfrm>
              <a:off x="3476993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62" name="ph2562"/>
            <p:cNvSpPr/>
            <p:nvPr/>
          </p:nvSpPr>
          <p:spPr>
            <a:xfrm>
              <a:off x="3489507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63" name="ph2563"/>
            <p:cNvSpPr/>
            <p:nvPr/>
          </p:nvSpPr>
          <p:spPr>
            <a:xfrm>
              <a:off x="3502019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64" name="ph2564"/>
            <p:cNvSpPr/>
            <p:nvPr/>
          </p:nvSpPr>
          <p:spPr>
            <a:xfrm>
              <a:off x="3627143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65" name="ph2565"/>
            <p:cNvSpPr/>
            <p:nvPr/>
          </p:nvSpPr>
          <p:spPr>
            <a:xfrm>
              <a:off x="3639655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66" name="ph2566"/>
            <p:cNvSpPr/>
            <p:nvPr/>
          </p:nvSpPr>
          <p:spPr>
            <a:xfrm>
              <a:off x="3652167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67" name="ph2567"/>
            <p:cNvSpPr/>
            <p:nvPr/>
          </p:nvSpPr>
          <p:spPr>
            <a:xfrm>
              <a:off x="3664679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68" name="ph2568"/>
            <p:cNvSpPr/>
            <p:nvPr/>
          </p:nvSpPr>
          <p:spPr>
            <a:xfrm>
              <a:off x="3677192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69" name="ph2569"/>
            <p:cNvSpPr/>
            <p:nvPr/>
          </p:nvSpPr>
          <p:spPr>
            <a:xfrm>
              <a:off x="3689704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70" name="ph2570"/>
            <p:cNvSpPr/>
            <p:nvPr/>
          </p:nvSpPr>
          <p:spPr>
            <a:xfrm>
              <a:off x="3702216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71" name="ph2571"/>
            <p:cNvSpPr/>
            <p:nvPr/>
          </p:nvSpPr>
          <p:spPr>
            <a:xfrm>
              <a:off x="3714729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72" name="ph2572"/>
            <p:cNvSpPr/>
            <p:nvPr/>
          </p:nvSpPr>
          <p:spPr>
            <a:xfrm>
              <a:off x="3727241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73" name="ph2573"/>
            <p:cNvSpPr/>
            <p:nvPr/>
          </p:nvSpPr>
          <p:spPr>
            <a:xfrm>
              <a:off x="3739753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74" name="ph2574"/>
            <p:cNvSpPr/>
            <p:nvPr/>
          </p:nvSpPr>
          <p:spPr>
            <a:xfrm>
              <a:off x="3752265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75" name="ph2575"/>
            <p:cNvSpPr/>
            <p:nvPr/>
          </p:nvSpPr>
          <p:spPr>
            <a:xfrm>
              <a:off x="3764779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76" name="ph2576"/>
            <p:cNvSpPr/>
            <p:nvPr/>
          </p:nvSpPr>
          <p:spPr>
            <a:xfrm>
              <a:off x="3777291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77" name="ph2577"/>
            <p:cNvSpPr/>
            <p:nvPr/>
          </p:nvSpPr>
          <p:spPr>
            <a:xfrm>
              <a:off x="3789803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78" name="ph2578"/>
            <p:cNvSpPr/>
            <p:nvPr/>
          </p:nvSpPr>
          <p:spPr>
            <a:xfrm>
              <a:off x="4165173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79" name="ph2579"/>
            <p:cNvSpPr/>
            <p:nvPr/>
          </p:nvSpPr>
          <p:spPr>
            <a:xfrm>
              <a:off x="4177687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80" name="ph2580"/>
            <p:cNvSpPr/>
            <p:nvPr/>
          </p:nvSpPr>
          <p:spPr>
            <a:xfrm>
              <a:off x="4190199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81" name="ph2581"/>
            <p:cNvSpPr/>
            <p:nvPr/>
          </p:nvSpPr>
          <p:spPr>
            <a:xfrm>
              <a:off x="4202711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82" name="ph2582"/>
            <p:cNvSpPr/>
            <p:nvPr/>
          </p:nvSpPr>
          <p:spPr>
            <a:xfrm>
              <a:off x="4215223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83" name="ph2583"/>
            <p:cNvSpPr/>
            <p:nvPr/>
          </p:nvSpPr>
          <p:spPr>
            <a:xfrm>
              <a:off x="4227736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84" name="ph2584"/>
            <p:cNvSpPr/>
            <p:nvPr/>
          </p:nvSpPr>
          <p:spPr>
            <a:xfrm>
              <a:off x="4240248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85" name="ph2585"/>
            <p:cNvSpPr/>
            <p:nvPr/>
          </p:nvSpPr>
          <p:spPr>
            <a:xfrm>
              <a:off x="4265272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86" name="ph2586"/>
            <p:cNvSpPr/>
            <p:nvPr/>
          </p:nvSpPr>
          <p:spPr>
            <a:xfrm>
              <a:off x="4277785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87" name="ph2587"/>
            <p:cNvSpPr/>
            <p:nvPr/>
          </p:nvSpPr>
          <p:spPr>
            <a:xfrm>
              <a:off x="4290297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88" name="ph2588"/>
            <p:cNvSpPr/>
            <p:nvPr/>
          </p:nvSpPr>
          <p:spPr>
            <a:xfrm>
              <a:off x="4302809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89" name="ph2589"/>
            <p:cNvSpPr/>
            <p:nvPr/>
          </p:nvSpPr>
          <p:spPr>
            <a:xfrm>
              <a:off x="4315323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90" name="ph2590"/>
            <p:cNvSpPr/>
            <p:nvPr/>
          </p:nvSpPr>
          <p:spPr>
            <a:xfrm>
              <a:off x="4327835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91" name="ph2591"/>
            <p:cNvSpPr/>
            <p:nvPr/>
          </p:nvSpPr>
          <p:spPr>
            <a:xfrm>
              <a:off x="4340347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92" name="ph2592"/>
            <p:cNvSpPr/>
            <p:nvPr/>
          </p:nvSpPr>
          <p:spPr>
            <a:xfrm>
              <a:off x="4352859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93" name="ph2593"/>
            <p:cNvSpPr/>
            <p:nvPr/>
          </p:nvSpPr>
          <p:spPr>
            <a:xfrm>
              <a:off x="4365372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94" name="ph2594"/>
            <p:cNvSpPr/>
            <p:nvPr/>
          </p:nvSpPr>
          <p:spPr>
            <a:xfrm>
              <a:off x="4377884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95" name="ph2595"/>
            <p:cNvSpPr/>
            <p:nvPr/>
          </p:nvSpPr>
          <p:spPr>
            <a:xfrm>
              <a:off x="4390396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96" name="ph2596"/>
            <p:cNvSpPr/>
            <p:nvPr/>
          </p:nvSpPr>
          <p:spPr>
            <a:xfrm>
              <a:off x="4402908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97" name="ph2597"/>
            <p:cNvSpPr/>
            <p:nvPr/>
          </p:nvSpPr>
          <p:spPr>
            <a:xfrm>
              <a:off x="4415421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98" name="ph2598"/>
            <p:cNvSpPr/>
            <p:nvPr/>
          </p:nvSpPr>
          <p:spPr>
            <a:xfrm>
              <a:off x="4427933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99" name="ph2599"/>
            <p:cNvSpPr/>
            <p:nvPr/>
          </p:nvSpPr>
          <p:spPr>
            <a:xfrm>
              <a:off x="4440445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00" name="ph2600"/>
            <p:cNvSpPr/>
            <p:nvPr/>
          </p:nvSpPr>
          <p:spPr>
            <a:xfrm>
              <a:off x="4665668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01" name="ph2601"/>
            <p:cNvSpPr/>
            <p:nvPr/>
          </p:nvSpPr>
          <p:spPr>
            <a:xfrm>
              <a:off x="4678180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02" name="ph2602"/>
            <p:cNvSpPr/>
            <p:nvPr/>
          </p:nvSpPr>
          <p:spPr>
            <a:xfrm>
              <a:off x="4690693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03" name="ph2603"/>
            <p:cNvSpPr/>
            <p:nvPr/>
          </p:nvSpPr>
          <p:spPr>
            <a:xfrm>
              <a:off x="4703205" y="320741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04" name="ph2604"/>
            <p:cNvSpPr/>
            <p:nvPr/>
          </p:nvSpPr>
          <p:spPr>
            <a:xfrm>
              <a:off x="3114135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05" name="ph2605"/>
            <p:cNvSpPr/>
            <p:nvPr/>
          </p:nvSpPr>
          <p:spPr>
            <a:xfrm>
              <a:off x="3126648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06" name="ph2606"/>
            <p:cNvSpPr/>
            <p:nvPr/>
          </p:nvSpPr>
          <p:spPr>
            <a:xfrm>
              <a:off x="3139160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07" name="ph2607"/>
            <p:cNvSpPr/>
            <p:nvPr/>
          </p:nvSpPr>
          <p:spPr>
            <a:xfrm>
              <a:off x="3151672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08" name="ph2608"/>
            <p:cNvSpPr/>
            <p:nvPr/>
          </p:nvSpPr>
          <p:spPr>
            <a:xfrm>
              <a:off x="3164185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09" name="ph2609"/>
            <p:cNvSpPr/>
            <p:nvPr/>
          </p:nvSpPr>
          <p:spPr>
            <a:xfrm>
              <a:off x="3176697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10" name="ph2610"/>
            <p:cNvSpPr/>
            <p:nvPr/>
          </p:nvSpPr>
          <p:spPr>
            <a:xfrm>
              <a:off x="3214235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11" name="ph2611"/>
            <p:cNvSpPr/>
            <p:nvPr/>
          </p:nvSpPr>
          <p:spPr>
            <a:xfrm>
              <a:off x="3226747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12" name="ph2612"/>
            <p:cNvSpPr/>
            <p:nvPr/>
          </p:nvSpPr>
          <p:spPr>
            <a:xfrm>
              <a:off x="3239259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13" name="ph2613"/>
            <p:cNvSpPr/>
            <p:nvPr/>
          </p:nvSpPr>
          <p:spPr>
            <a:xfrm>
              <a:off x="3251771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14" name="ph2614"/>
            <p:cNvSpPr/>
            <p:nvPr/>
          </p:nvSpPr>
          <p:spPr>
            <a:xfrm>
              <a:off x="3264284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15" name="ph2615"/>
            <p:cNvSpPr/>
            <p:nvPr/>
          </p:nvSpPr>
          <p:spPr>
            <a:xfrm>
              <a:off x="3276796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16" name="ph2616"/>
            <p:cNvSpPr/>
            <p:nvPr/>
          </p:nvSpPr>
          <p:spPr>
            <a:xfrm>
              <a:off x="3289308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17" name="ph2617"/>
            <p:cNvSpPr/>
            <p:nvPr/>
          </p:nvSpPr>
          <p:spPr>
            <a:xfrm>
              <a:off x="3301821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18" name="ph2618"/>
            <p:cNvSpPr/>
            <p:nvPr/>
          </p:nvSpPr>
          <p:spPr>
            <a:xfrm>
              <a:off x="3314333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19" name="ph2619"/>
            <p:cNvSpPr/>
            <p:nvPr/>
          </p:nvSpPr>
          <p:spPr>
            <a:xfrm>
              <a:off x="3326845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20" name="ph2620"/>
            <p:cNvSpPr/>
            <p:nvPr/>
          </p:nvSpPr>
          <p:spPr>
            <a:xfrm>
              <a:off x="3339357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21" name="ph2621"/>
            <p:cNvSpPr/>
            <p:nvPr/>
          </p:nvSpPr>
          <p:spPr>
            <a:xfrm>
              <a:off x="3351871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22" name="ph2622"/>
            <p:cNvSpPr/>
            <p:nvPr/>
          </p:nvSpPr>
          <p:spPr>
            <a:xfrm>
              <a:off x="3364383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23" name="ph2623"/>
            <p:cNvSpPr/>
            <p:nvPr/>
          </p:nvSpPr>
          <p:spPr>
            <a:xfrm>
              <a:off x="3376895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24" name="ph2624"/>
            <p:cNvSpPr/>
            <p:nvPr/>
          </p:nvSpPr>
          <p:spPr>
            <a:xfrm>
              <a:off x="3439457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25" name="ph2625"/>
            <p:cNvSpPr/>
            <p:nvPr/>
          </p:nvSpPr>
          <p:spPr>
            <a:xfrm>
              <a:off x="3451969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26" name="ph2626"/>
            <p:cNvSpPr/>
            <p:nvPr/>
          </p:nvSpPr>
          <p:spPr>
            <a:xfrm>
              <a:off x="3464481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27" name="ph2627"/>
            <p:cNvSpPr/>
            <p:nvPr/>
          </p:nvSpPr>
          <p:spPr>
            <a:xfrm>
              <a:off x="3476993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28" name="ph2628"/>
            <p:cNvSpPr/>
            <p:nvPr/>
          </p:nvSpPr>
          <p:spPr>
            <a:xfrm>
              <a:off x="3489507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29" name="ph2629"/>
            <p:cNvSpPr/>
            <p:nvPr/>
          </p:nvSpPr>
          <p:spPr>
            <a:xfrm>
              <a:off x="3502019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30" name="ph2630"/>
            <p:cNvSpPr/>
            <p:nvPr/>
          </p:nvSpPr>
          <p:spPr>
            <a:xfrm>
              <a:off x="3514531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31" name="ph2631"/>
            <p:cNvSpPr/>
            <p:nvPr/>
          </p:nvSpPr>
          <p:spPr>
            <a:xfrm>
              <a:off x="3527043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32" name="ph2632"/>
            <p:cNvSpPr/>
            <p:nvPr/>
          </p:nvSpPr>
          <p:spPr>
            <a:xfrm>
              <a:off x="3652167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33" name="ph2633"/>
            <p:cNvSpPr/>
            <p:nvPr/>
          </p:nvSpPr>
          <p:spPr>
            <a:xfrm>
              <a:off x="3664679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34" name="ph2634"/>
            <p:cNvSpPr/>
            <p:nvPr/>
          </p:nvSpPr>
          <p:spPr>
            <a:xfrm>
              <a:off x="3677192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35" name="ph2635"/>
            <p:cNvSpPr/>
            <p:nvPr/>
          </p:nvSpPr>
          <p:spPr>
            <a:xfrm>
              <a:off x="3689704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36" name="ph2636"/>
            <p:cNvSpPr/>
            <p:nvPr/>
          </p:nvSpPr>
          <p:spPr>
            <a:xfrm>
              <a:off x="3702216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37" name="ph2637"/>
            <p:cNvSpPr/>
            <p:nvPr/>
          </p:nvSpPr>
          <p:spPr>
            <a:xfrm>
              <a:off x="3714729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315D">
                <a:alpha val="100000"/>
              </a:srgbClr>
            </a:solidFill>
            <a:ln w="5420" cap="flat">
              <a:solidFill>
                <a:srgbClr val="39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38" name="ph2638"/>
            <p:cNvSpPr/>
            <p:nvPr/>
          </p:nvSpPr>
          <p:spPr>
            <a:xfrm>
              <a:off x="3727241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39" name="ph2639"/>
            <p:cNvSpPr/>
            <p:nvPr/>
          </p:nvSpPr>
          <p:spPr>
            <a:xfrm>
              <a:off x="3739753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40" name="ph2640"/>
            <p:cNvSpPr/>
            <p:nvPr/>
          </p:nvSpPr>
          <p:spPr>
            <a:xfrm>
              <a:off x="3752265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41" name="ph2641"/>
            <p:cNvSpPr/>
            <p:nvPr/>
          </p:nvSpPr>
          <p:spPr>
            <a:xfrm>
              <a:off x="3764779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42" name="ph2642"/>
            <p:cNvSpPr/>
            <p:nvPr/>
          </p:nvSpPr>
          <p:spPr>
            <a:xfrm>
              <a:off x="3777291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43" name="ph2643"/>
            <p:cNvSpPr/>
            <p:nvPr/>
          </p:nvSpPr>
          <p:spPr>
            <a:xfrm>
              <a:off x="3789803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44" name="ph2644"/>
            <p:cNvSpPr/>
            <p:nvPr/>
          </p:nvSpPr>
          <p:spPr>
            <a:xfrm>
              <a:off x="4177687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45" name="ph2645"/>
            <p:cNvSpPr/>
            <p:nvPr/>
          </p:nvSpPr>
          <p:spPr>
            <a:xfrm>
              <a:off x="4190199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46" name="ph2646"/>
            <p:cNvSpPr/>
            <p:nvPr/>
          </p:nvSpPr>
          <p:spPr>
            <a:xfrm>
              <a:off x="4202711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47" name="ph2647"/>
            <p:cNvSpPr/>
            <p:nvPr/>
          </p:nvSpPr>
          <p:spPr>
            <a:xfrm>
              <a:off x="4215223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48" name="ph2648"/>
            <p:cNvSpPr/>
            <p:nvPr/>
          </p:nvSpPr>
          <p:spPr>
            <a:xfrm>
              <a:off x="4227736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767">
                <a:alpha val="100000"/>
              </a:srgbClr>
            </a:solidFill>
            <a:ln w="5420" cap="flat">
              <a:solidFill>
                <a:srgbClr val="3B3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49" name="ph2649"/>
            <p:cNvSpPr/>
            <p:nvPr/>
          </p:nvSpPr>
          <p:spPr>
            <a:xfrm>
              <a:off x="4240248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50" name="ph2650"/>
            <p:cNvSpPr/>
            <p:nvPr/>
          </p:nvSpPr>
          <p:spPr>
            <a:xfrm>
              <a:off x="4252760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767">
                <a:alpha val="100000"/>
              </a:srgbClr>
            </a:solidFill>
            <a:ln w="5420" cap="flat">
              <a:solidFill>
                <a:srgbClr val="3B3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51" name="ph2651"/>
            <p:cNvSpPr/>
            <p:nvPr/>
          </p:nvSpPr>
          <p:spPr>
            <a:xfrm>
              <a:off x="4265272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52" name="ph2652"/>
            <p:cNvSpPr/>
            <p:nvPr/>
          </p:nvSpPr>
          <p:spPr>
            <a:xfrm>
              <a:off x="4277785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53" name="ph2653"/>
            <p:cNvSpPr/>
            <p:nvPr/>
          </p:nvSpPr>
          <p:spPr>
            <a:xfrm>
              <a:off x="4290297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54" name="ph2654"/>
            <p:cNvSpPr/>
            <p:nvPr/>
          </p:nvSpPr>
          <p:spPr>
            <a:xfrm>
              <a:off x="4302809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55" name="ph2655"/>
            <p:cNvSpPr/>
            <p:nvPr/>
          </p:nvSpPr>
          <p:spPr>
            <a:xfrm>
              <a:off x="4315323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56" name="ph2656"/>
            <p:cNvSpPr/>
            <p:nvPr/>
          </p:nvSpPr>
          <p:spPr>
            <a:xfrm>
              <a:off x="4327835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57" name="ph2657"/>
            <p:cNvSpPr/>
            <p:nvPr/>
          </p:nvSpPr>
          <p:spPr>
            <a:xfrm>
              <a:off x="4340347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C6E">
                <a:alpha val="100000"/>
              </a:srgbClr>
            </a:solidFill>
            <a:ln w="5420" cap="flat">
              <a:solidFill>
                <a:srgbClr val="3B3C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58" name="ph2658"/>
            <p:cNvSpPr/>
            <p:nvPr/>
          </p:nvSpPr>
          <p:spPr>
            <a:xfrm>
              <a:off x="4352859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59" name="ph2659"/>
            <p:cNvSpPr/>
            <p:nvPr/>
          </p:nvSpPr>
          <p:spPr>
            <a:xfrm>
              <a:off x="4365372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60" name="ph2660"/>
            <p:cNvSpPr/>
            <p:nvPr/>
          </p:nvSpPr>
          <p:spPr>
            <a:xfrm>
              <a:off x="4377884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61" name="ph2661"/>
            <p:cNvSpPr/>
            <p:nvPr/>
          </p:nvSpPr>
          <p:spPr>
            <a:xfrm>
              <a:off x="4390396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62" name="ph2662"/>
            <p:cNvSpPr/>
            <p:nvPr/>
          </p:nvSpPr>
          <p:spPr>
            <a:xfrm>
              <a:off x="4402908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63" name="ph2663"/>
            <p:cNvSpPr/>
            <p:nvPr/>
          </p:nvSpPr>
          <p:spPr>
            <a:xfrm>
              <a:off x="4415421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64" name="ph2664"/>
            <p:cNvSpPr/>
            <p:nvPr/>
          </p:nvSpPr>
          <p:spPr>
            <a:xfrm>
              <a:off x="4427933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65" name="ph2665"/>
            <p:cNvSpPr/>
            <p:nvPr/>
          </p:nvSpPr>
          <p:spPr>
            <a:xfrm>
              <a:off x="4440445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66" name="ph2666"/>
            <p:cNvSpPr/>
            <p:nvPr/>
          </p:nvSpPr>
          <p:spPr>
            <a:xfrm>
              <a:off x="4452959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67" name="ph2667"/>
            <p:cNvSpPr/>
            <p:nvPr/>
          </p:nvSpPr>
          <p:spPr>
            <a:xfrm>
              <a:off x="4665668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68" name="ph2668"/>
            <p:cNvSpPr/>
            <p:nvPr/>
          </p:nvSpPr>
          <p:spPr>
            <a:xfrm>
              <a:off x="4678180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69" name="ph2669"/>
            <p:cNvSpPr/>
            <p:nvPr/>
          </p:nvSpPr>
          <p:spPr>
            <a:xfrm>
              <a:off x="4690693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70" name="ph2670"/>
            <p:cNvSpPr/>
            <p:nvPr/>
          </p:nvSpPr>
          <p:spPr>
            <a:xfrm>
              <a:off x="4703205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71" name="ph2671"/>
            <p:cNvSpPr/>
            <p:nvPr/>
          </p:nvSpPr>
          <p:spPr>
            <a:xfrm>
              <a:off x="4715717" y="322279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72" name="ph2672"/>
            <p:cNvSpPr/>
            <p:nvPr/>
          </p:nvSpPr>
          <p:spPr>
            <a:xfrm>
              <a:off x="3101623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73" name="ph2673"/>
            <p:cNvSpPr/>
            <p:nvPr/>
          </p:nvSpPr>
          <p:spPr>
            <a:xfrm>
              <a:off x="3114135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74" name="ph2674"/>
            <p:cNvSpPr/>
            <p:nvPr/>
          </p:nvSpPr>
          <p:spPr>
            <a:xfrm>
              <a:off x="3126648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75" name="ph2675"/>
            <p:cNvSpPr/>
            <p:nvPr/>
          </p:nvSpPr>
          <p:spPr>
            <a:xfrm>
              <a:off x="3139160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76" name="ph2676"/>
            <p:cNvSpPr/>
            <p:nvPr/>
          </p:nvSpPr>
          <p:spPr>
            <a:xfrm>
              <a:off x="3151672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77" name="ph2677"/>
            <p:cNvSpPr/>
            <p:nvPr/>
          </p:nvSpPr>
          <p:spPr>
            <a:xfrm>
              <a:off x="3164185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78" name="ph2678"/>
            <p:cNvSpPr/>
            <p:nvPr/>
          </p:nvSpPr>
          <p:spPr>
            <a:xfrm>
              <a:off x="3176697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79" name="ph2679"/>
            <p:cNvSpPr/>
            <p:nvPr/>
          </p:nvSpPr>
          <p:spPr>
            <a:xfrm>
              <a:off x="3189209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80" name="ph2680"/>
            <p:cNvSpPr/>
            <p:nvPr/>
          </p:nvSpPr>
          <p:spPr>
            <a:xfrm>
              <a:off x="3201721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81" name="ph2681"/>
            <p:cNvSpPr/>
            <p:nvPr/>
          </p:nvSpPr>
          <p:spPr>
            <a:xfrm>
              <a:off x="3214235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82" name="ph2682"/>
            <p:cNvSpPr/>
            <p:nvPr/>
          </p:nvSpPr>
          <p:spPr>
            <a:xfrm>
              <a:off x="3226747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83" name="ph2683"/>
            <p:cNvSpPr/>
            <p:nvPr/>
          </p:nvSpPr>
          <p:spPr>
            <a:xfrm>
              <a:off x="3239259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84" name="ph2684"/>
            <p:cNvSpPr/>
            <p:nvPr/>
          </p:nvSpPr>
          <p:spPr>
            <a:xfrm>
              <a:off x="3251771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85" name="ph2685"/>
            <p:cNvSpPr/>
            <p:nvPr/>
          </p:nvSpPr>
          <p:spPr>
            <a:xfrm>
              <a:off x="3264284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86" name="ph2686"/>
            <p:cNvSpPr/>
            <p:nvPr/>
          </p:nvSpPr>
          <p:spPr>
            <a:xfrm>
              <a:off x="3276796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87" name="ph2687"/>
            <p:cNvSpPr/>
            <p:nvPr/>
          </p:nvSpPr>
          <p:spPr>
            <a:xfrm>
              <a:off x="3289308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88" name="ph2688"/>
            <p:cNvSpPr/>
            <p:nvPr/>
          </p:nvSpPr>
          <p:spPr>
            <a:xfrm>
              <a:off x="3301821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89" name="ph2689"/>
            <p:cNvSpPr/>
            <p:nvPr/>
          </p:nvSpPr>
          <p:spPr>
            <a:xfrm>
              <a:off x="3314333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90" name="ph2690"/>
            <p:cNvSpPr/>
            <p:nvPr/>
          </p:nvSpPr>
          <p:spPr>
            <a:xfrm>
              <a:off x="3326845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91" name="ph2691"/>
            <p:cNvSpPr/>
            <p:nvPr/>
          </p:nvSpPr>
          <p:spPr>
            <a:xfrm>
              <a:off x="3339357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92" name="ph2692"/>
            <p:cNvSpPr/>
            <p:nvPr/>
          </p:nvSpPr>
          <p:spPr>
            <a:xfrm>
              <a:off x="3351871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93" name="ph2693"/>
            <p:cNvSpPr/>
            <p:nvPr/>
          </p:nvSpPr>
          <p:spPr>
            <a:xfrm>
              <a:off x="3364383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94" name="ph2694"/>
            <p:cNvSpPr/>
            <p:nvPr/>
          </p:nvSpPr>
          <p:spPr>
            <a:xfrm>
              <a:off x="3376895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95" name="ph2695"/>
            <p:cNvSpPr/>
            <p:nvPr/>
          </p:nvSpPr>
          <p:spPr>
            <a:xfrm>
              <a:off x="3389407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96" name="ph2696"/>
            <p:cNvSpPr/>
            <p:nvPr/>
          </p:nvSpPr>
          <p:spPr>
            <a:xfrm>
              <a:off x="3401920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97" name="ph2697"/>
            <p:cNvSpPr/>
            <p:nvPr/>
          </p:nvSpPr>
          <p:spPr>
            <a:xfrm>
              <a:off x="3414432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98" name="ph2698"/>
            <p:cNvSpPr/>
            <p:nvPr/>
          </p:nvSpPr>
          <p:spPr>
            <a:xfrm>
              <a:off x="3426944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99" name="ph2699"/>
            <p:cNvSpPr/>
            <p:nvPr/>
          </p:nvSpPr>
          <p:spPr>
            <a:xfrm>
              <a:off x="3439457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00" name="ph2700"/>
            <p:cNvSpPr/>
            <p:nvPr/>
          </p:nvSpPr>
          <p:spPr>
            <a:xfrm>
              <a:off x="3451969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01" name="ph2701"/>
            <p:cNvSpPr/>
            <p:nvPr/>
          </p:nvSpPr>
          <p:spPr>
            <a:xfrm>
              <a:off x="3464481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02" name="ph2702"/>
            <p:cNvSpPr/>
            <p:nvPr/>
          </p:nvSpPr>
          <p:spPr>
            <a:xfrm>
              <a:off x="3476993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03" name="ph2703"/>
            <p:cNvSpPr/>
            <p:nvPr/>
          </p:nvSpPr>
          <p:spPr>
            <a:xfrm>
              <a:off x="3489507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04" name="ph2704"/>
            <p:cNvSpPr/>
            <p:nvPr/>
          </p:nvSpPr>
          <p:spPr>
            <a:xfrm>
              <a:off x="3502019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05" name="ph2705"/>
            <p:cNvSpPr/>
            <p:nvPr/>
          </p:nvSpPr>
          <p:spPr>
            <a:xfrm>
              <a:off x="3514531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06" name="ph2706"/>
            <p:cNvSpPr/>
            <p:nvPr/>
          </p:nvSpPr>
          <p:spPr>
            <a:xfrm>
              <a:off x="3527043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07" name="ph2707"/>
            <p:cNvSpPr/>
            <p:nvPr/>
          </p:nvSpPr>
          <p:spPr>
            <a:xfrm>
              <a:off x="3539556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08" name="ph2708"/>
            <p:cNvSpPr/>
            <p:nvPr/>
          </p:nvSpPr>
          <p:spPr>
            <a:xfrm>
              <a:off x="3552068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09" name="ph2709"/>
            <p:cNvSpPr/>
            <p:nvPr/>
          </p:nvSpPr>
          <p:spPr>
            <a:xfrm>
              <a:off x="3564580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10" name="ph2710"/>
            <p:cNvSpPr/>
            <p:nvPr/>
          </p:nvSpPr>
          <p:spPr>
            <a:xfrm>
              <a:off x="3664679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11" name="ph2711"/>
            <p:cNvSpPr/>
            <p:nvPr/>
          </p:nvSpPr>
          <p:spPr>
            <a:xfrm>
              <a:off x="3677192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12" name="ph2712"/>
            <p:cNvSpPr/>
            <p:nvPr/>
          </p:nvSpPr>
          <p:spPr>
            <a:xfrm>
              <a:off x="3689704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13" name="ph2713"/>
            <p:cNvSpPr/>
            <p:nvPr/>
          </p:nvSpPr>
          <p:spPr>
            <a:xfrm>
              <a:off x="3714729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14" name="ph2714"/>
            <p:cNvSpPr/>
            <p:nvPr/>
          </p:nvSpPr>
          <p:spPr>
            <a:xfrm>
              <a:off x="3727241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15" name="ph2715"/>
            <p:cNvSpPr/>
            <p:nvPr/>
          </p:nvSpPr>
          <p:spPr>
            <a:xfrm>
              <a:off x="3739753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16" name="ph2716"/>
            <p:cNvSpPr/>
            <p:nvPr/>
          </p:nvSpPr>
          <p:spPr>
            <a:xfrm>
              <a:off x="3752265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17" name="ph2717"/>
            <p:cNvSpPr/>
            <p:nvPr/>
          </p:nvSpPr>
          <p:spPr>
            <a:xfrm>
              <a:off x="3764779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18" name="ph2718"/>
            <p:cNvSpPr/>
            <p:nvPr/>
          </p:nvSpPr>
          <p:spPr>
            <a:xfrm>
              <a:off x="3777291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19" name="ph2719"/>
            <p:cNvSpPr/>
            <p:nvPr/>
          </p:nvSpPr>
          <p:spPr>
            <a:xfrm>
              <a:off x="3789803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20" name="ph2720"/>
            <p:cNvSpPr/>
            <p:nvPr/>
          </p:nvSpPr>
          <p:spPr>
            <a:xfrm>
              <a:off x="4190199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21" name="ph2721"/>
            <p:cNvSpPr/>
            <p:nvPr/>
          </p:nvSpPr>
          <p:spPr>
            <a:xfrm>
              <a:off x="4202711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22" name="ph2722"/>
            <p:cNvSpPr/>
            <p:nvPr/>
          </p:nvSpPr>
          <p:spPr>
            <a:xfrm>
              <a:off x="4215223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23" name="ph2723"/>
            <p:cNvSpPr/>
            <p:nvPr/>
          </p:nvSpPr>
          <p:spPr>
            <a:xfrm>
              <a:off x="4227736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765">
                <a:alpha val="100000"/>
              </a:srgbClr>
            </a:solidFill>
            <a:ln w="5420" cap="flat">
              <a:solidFill>
                <a:srgbClr val="3B37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24" name="ph2724"/>
            <p:cNvSpPr/>
            <p:nvPr/>
          </p:nvSpPr>
          <p:spPr>
            <a:xfrm>
              <a:off x="4240248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25" name="ph2725"/>
            <p:cNvSpPr/>
            <p:nvPr/>
          </p:nvSpPr>
          <p:spPr>
            <a:xfrm>
              <a:off x="4252760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26" name="ph2726"/>
            <p:cNvSpPr/>
            <p:nvPr/>
          </p:nvSpPr>
          <p:spPr>
            <a:xfrm>
              <a:off x="4265272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27" name="ph2727"/>
            <p:cNvSpPr/>
            <p:nvPr/>
          </p:nvSpPr>
          <p:spPr>
            <a:xfrm>
              <a:off x="4277785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28" name="ph2728"/>
            <p:cNvSpPr/>
            <p:nvPr/>
          </p:nvSpPr>
          <p:spPr>
            <a:xfrm>
              <a:off x="4290297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29" name="ph2729"/>
            <p:cNvSpPr/>
            <p:nvPr/>
          </p:nvSpPr>
          <p:spPr>
            <a:xfrm>
              <a:off x="4302809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30" name="ph2730"/>
            <p:cNvSpPr/>
            <p:nvPr/>
          </p:nvSpPr>
          <p:spPr>
            <a:xfrm>
              <a:off x="4315323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767">
                <a:alpha val="100000"/>
              </a:srgbClr>
            </a:solidFill>
            <a:ln w="5420" cap="flat">
              <a:solidFill>
                <a:srgbClr val="3B3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31" name="ph2731"/>
            <p:cNvSpPr/>
            <p:nvPr/>
          </p:nvSpPr>
          <p:spPr>
            <a:xfrm>
              <a:off x="4327835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32" name="ph2732"/>
            <p:cNvSpPr/>
            <p:nvPr/>
          </p:nvSpPr>
          <p:spPr>
            <a:xfrm>
              <a:off x="4340347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33" name="ph2733"/>
            <p:cNvSpPr/>
            <p:nvPr/>
          </p:nvSpPr>
          <p:spPr>
            <a:xfrm>
              <a:off x="4352859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34" name="ph2734"/>
            <p:cNvSpPr/>
            <p:nvPr/>
          </p:nvSpPr>
          <p:spPr>
            <a:xfrm>
              <a:off x="4390396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35" name="ph2735"/>
            <p:cNvSpPr/>
            <p:nvPr/>
          </p:nvSpPr>
          <p:spPr>
            <a:xfrm>
              <a:off x="4402908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36" name="ph2736"/>
            <p:cNvSpPr/>
            <p:nvPr/>
          </p:nvSpPr>
          <p:spPr>
            <a:xfrm>
              <a:off x="4415421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37" name="ph2737"/>
            <p:cNvSpPr/>
            <p:nvPr/>
          </p:nvSpPr>
          <p:spPr>
            <a:xfrm>
              <a:off x="4427933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38" name="ph2738"/>
            <p:cNvSpPr/>
            <p:nvPr/>
          </p:nvSpPr>
          <p:spPr>
            <a:xfrm>
              <a:off x="4440445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39" name="ph2739"/>
            <p:cNvSpPr/>
            <p:nvPr/>
          </p:nvSpPr>
          <p:spPr>
            <a:xfrm>
              <a:off x="4452959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40" name="ph2740"/>
            <p:cNvSpPr/>
            <p:nvPr/>
          </p:nvSpPr>
          <p:spPr>
            <a:xfrm>
              <a:off x="4465471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41" name="ph2741"/>
            <p:cNvSpPr/>
            <p:nvPr/>
          </p:nvSpPr>
          <p:spPr>
            <a:xfrm>
              <a:off x="4665668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42" name="ph2742"/>
            <p:cNvSpPr/>
            <p:nvPr/>
          </p:nvSpPr>
          <p:spPr>
            <a:xfrm>
              <a:off x="4678180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43" name="ph2743"/>
            <p:cNvSpPr/>
            <p:nvPr/>
          </p:nvSpPr>
          <p:spPr>
            <a:xfrm>
              <a:off x="4690693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44" name="ph2744"/>
            <p:cNvSpPr/>
            <p:nvPr/>
          </p:nvSpPr>
          <p:spPr>
            <a:xfrm>
              <a:off x="4703205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45" name="ph2745"/>
            <p:cNvSpPr/>
            <p:nvPr/>
          </p:nvSpPr>
          <p:spPr>
            <a:xfrm>
              <a:off x="4715717" y="323816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46" name="ph2746"/>
            <p:cNvSpPr/>
            <p:nvPr/>
          </p:nvSpPr>
          <p:spPr>
            <a:xfrm>
              <a:off x="3101623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47" name="ph2747"/>
            <p:cNvSpPr/>
            <p:nvPr/>
          </p:nvSpPr>
          <p:spPr>
            <a:xfrm>
              <a:off x="3114135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48" name="ph2748"/>
            <p:cNvSpPr/>
            <p:nvPr/>
          </p:nvSpPr>
          <p:spPr>
            <a:xfrm>
              <a:off x="3126648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49" name="ph2749"/>
            <p:cNvSpPr/>
            <p:nvPr/>
          </p:nvSpPr>
          <p:spPr>
            <a:xfrm>
              <a:off x="3139160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50" name="ph2750"/>
            <p:cNvSpPr/>
            <p:nvPr/>
          </p:nvSpPr>
          <p:spPr>
            <a:xfrm>
              <a:off x="3151672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51" name="ph2751"/>
            <p:cNvSpPr/>
            <p:nvPr/>
          </p:nvSpPr>
          <p:spPr>
            <a:xfrm>
              <a:off x="3164185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52" name="ph2752"/>
            <p:cNvSpPr/>
            <p:nvPr/>
          </p:nvSpPr>
          <p:spPr>
            <a:xfrm>
              <a:off x="3176697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53" name="ph2753"/>
            <p:cNvSpPr/>
            <p:nvPr/>
          </p:nvSpPr>
          <p:spPr>
            <a:xfrm>
              <a:off x="3189209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54" name="ph2754"/>
            <p:cNvSpPr/>
            <p:nvPr/>
          </p:nvSpPr>
          <p:spPr>
            <a:xfrm>
              <a:off x="3201721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55" name="ph2755"/>
            <p:cNvSpPr/>
            <p:nvPr/>
          </p:nvSpPr>
          <p:spPr>
            <a:xfrm>
              <a:off x="3214235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56" name="ph2756"/>
            <p:cNvSpPr/>
            <p:nvPr/>
          </p:nvSpPr>
          <p:spPr>
            <a:xfrm>
              <a:off x="3226747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D57">
                <a:alpha val="100000"/>
              </a:srgbClr>
            </a:solidFill>
            <a:ln w="5420" cap="flat">
              <a:solidFill>
                <a:srgbClr val="392D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57" name="ph2757"/>
            <p:cNvSpPr/>
            <p:nvPr/>
          </p:nvSpPr>
          <p:spPr>
            <a:xfrm>
              <a:off x="3239259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58" name="ph2758"/>
            <p:cNvSpPr/>
            <p:nvPr/>
          </p:nvSpPr>
          <p:spPr>
            <a:xfrm>
              <a:off x="3251771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59" name="ph2759"/>
            <p:cNvSpPr/>
            <p:nvPr/>
          </p:nvSpPr>
          <p:spPr>
            <a:xfrm>
              <a:off x="3264284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60" name="ph2760"/>
            <p:cNvSpPr/>
            <p:nvPr/>
          </p:nvSpPr>
          <p:spPr>
            <a:xfrm>
              <a:off x="3276796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61" name="ph2761"/>
            <p:cNvSpPr/>
            <p:nvPr/>
          </p:nvSpPr>
          <p:spPr>
            <a:xfrm>
              <a:off x="3289308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62" name="ph2762"/>
            <p:cNvSpPr/>
            <p:nvPr/>
          </p:nvSpPr>
          <p:spPr>
            <a:xfrm>
              <a:off x="3301821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63" name="ph2763"/>
            <p:cNvSpPr/>
            <p:nvPr/>
          </p:nvSpPr>
          <p:spPr>
            <a:xfrm>
              <a:off x="3314333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64" name="ph2764"/>
            <p:cNvSpPr/>
            <p:nvPr/>
          </p:nvSpPr>
          <p:spPr>
            <a:xfrm>
              <a:off x="3326845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65" name="ph2765"/>
            <p:cNvSpPr/>
            <p:nvPr/>
          </p:nvSpPr>
          <p:spPr>
            <a:xfrm>
              <a:off x="3339357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66" name="ph2766"/>
            <p:cNvSpPr/>
            <p:nvPr/>
          </p:nvSpPr>
          <p:spPr>
            <a:xfrm>
              <a:off x="3351871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67" name="ph2767"/>
            <p:cNvSpPr/>
            <p:nvPr/>
          </p:nvSpPr>
          <p:spPr>
            <a:xfrm>
              <a:off x="3364383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68" name="ph2768"/>
            <p:cNvSpPr/>
            <p:nvPr/>
          </p:nvSpPr>
          <p:spPr>
            <a:xfrm>
              <a:off x="3376895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69" name="ph2769"/>
            <p:cNvSpPr/>
            <p:nvPr/>
          </p:nvSpPr>
          <p:spPr>
            <a:xfrm>
              <a:off x="3389407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70" name="ph2770"/>
            <p:cNvSpPr/>
            <p:nvPr/>
          </p:nvSpPr>
          <p:spPr>
            <a:xfrm>
              <a:off x="3401920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71" name="ph2771"/>
            <p:cNvSpPr/>
            <p:nvPr/>
          </p:nvSpPr>
          <p:spPr>
            <a:xfrm>
              <a:off x="3414432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72" name="ph2772"/>
            <p:cNvSpPr/>
            <p:nvPr/>
          </p:nvSpPr>
          <p:spPr>
            <a:xfrm>
              <a:off x="3426944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73" name="ph2773"/>
            <p:cNvSpPr/>
            <p:nvPr/>
          </p:nvSpPr>
          <p:spPr>
            <a:xfrm>
              <a:off x="3439457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74" name="ph2774"/>
            <p:cNvSpPr/>
            <p:nvPr/>
          </p:nvSpPr>
          <p:spPr>
            <a:xfrm>
              <a:off x="3451969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75" name="ph2775"/>
            <p:cNvSpPr/>
            <p:nvPr/>
          </p:nvSpPr>
          <p:spPr>
            <a:xfrm>
              <a:off x="3464481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76" name="ph2776"/>
            <p:cNvSpPr/>
            <p:nvPr/>
          </p:nvSpPr>
          <p:spPr>
            <a:xfrm>
              <a:off x="3476993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77" name="ph2777"/>
            <p:cNvSpPr/>
            <p:nvPr/>
          </p:nvSpPr>
          <p:spPr>
            <a:xfrm>
              <a:off x="3489507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78" name="ph2778"/>
            <p:cNvSpPr/>
            <p:nvPr/>
          </p:nvSpPr>
          <p:spPr>
            <a:xfrm>
              <a:off x="3502019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79" name="ph2779"/>
            <p:cNvSpPr/>
            <p:nvPr/>
          </p:nvSpPr>
          <p:spPr>
            <a:xfrm>
              <a:off x="3514531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80" name="ph2780"/>
            <p:cNvSpPr/>
            <p:nvPr/>
          </p:nvSpPr>
          <p:spPr>
            <a:xfrm>
              <a:off x="3527043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81" name="ph2781"/>
            <p:cNvSpPr/>
            <p:nvPr/>
          </p:nvSpPr>
          <p:spPr>
            <a:xfrm>
              <a:off x="3539556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82" name="ph2782"/>
            <p:cNvSpPr/>
            <p:nvPr/>
          </p:nvSpPr>
          <p:spPr>
            <a:xfrm>
              <a:off x="3552068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83" name="ph2783"/>
            <p:cNvSpPr/>
            <p:nvPr/>
          </p:nvSpPr>
          <p:spPr>
            <a:xfrm>
              <a:off x="3564580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84" name="ph2784"/>
            <p:cNvSpPr/>
            <p:nvPr/>
          </p:nvSpPr>
          <p:spPr>
            <a:xfrm>
              <a:off x="3577093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85" name="ph2785"/>
            <p:cNvSpPr/>
            <p:nvPr/>
          </p:nvSpPr>
          <p:spPr>
            <a:xfrm>
              <a:off x="3652167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86" name="ph2786"/>
            <p:cNvSpPr/>
            <p:nvPr/>
          </p:nvSpPr>
          <p:spPr>
            <a:xfrm>
              <a:off x="3664679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87" name="ph2787"/>
            <p:cNvSpPr/>
            <p:nvPr/>
          </p:nvSpPr>
          <p:spPr>
            <a:xfrm>
              <a:off x="3677192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88" name="ph2788"/>
            <p:cNvSpPr/>
            <p:nvPr/>
          </p:nvSpPr>
          <p:spPr>
            <a:xfrm>
              <a:off x="3689704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89" name="ph2789"/>
            <p:cNvSpPr/>
            <p:nvPr/>
          </p:nvSpPr>
          <p:spPr>
            <a:xfrm>
              <a:off x="3702216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90" name="ph2790"/>
            <p:cNvSpPr/>
            <p:nvPr/>
          </p:nvSpPr>
          <p:spPr>
            <a:xfrm>
              <a:off x="3714729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91" name="ph2791"/>
            <p:cNvSpPr/>
            <p:nvPr/>
          </p:nvSpPr>
          <p:spPr>
            <a:xfrm>
              <a:off x="3727241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92" name="ph2792"/>
            <p:cNvSpPr/>
            <p:nvPr/>
          </p:nvSpPr>
          <p:spPr>
            <a:xfrm>
              <a:off x="3739753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93" name="ph2793"/>
            <p:cNvSpPr/>
            <p:nvPr/>
          </p:nvSpPr>
          <p:spPr>
            <a:xfrm>
              <a:off x="3752265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94" name="ph2794"/>
            <p:cNvSpPr/>
            <p:nvPr/>
          </p:nvSpPr>
          <p:spPr>
            <a:xfrm>
              <a:off x="3764779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95" name="ph2795"/>
            <p:cNvSpPr/>
            <p:nvPr/>
          </p:nvSpPr>
          <p:spPr>
            <a:xfrm>
              <a:off x="3777291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96" name="ph2796"/>
            <p:cNvSpPr/>
            <p:nvPr/>
          </p:nvSpPr>
          <p:spPr>
            <a:xfrm>
              <a:off x="4202711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97" name="ph2797"/>
            <p:cNvSpPr/>
            <p:nvPr/>
          </p:nvSpPr>
          <p:spPr>
            <a:xfrm>
              <a:off x="4215223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767">
                <a:alpha val="100000"/>
              </a:srgbClr>
            </a:solidFill>
            <a:ln w="5420" cap="flat">
              <a:solidFill>
                <a:srgbClr val="3B3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98" name="ph2798"/>
            <p:cNvSpPr/>
            <p:nvPr/>
          </p:nvSpPr>
          <p:spPr>
            <a:xfrm>
              <a:off x="4227736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99" name="ph2799"/>
            <p:cNvSpPr/>
            <p:nvPr/>
          </p:nvSpPr>
          <p:spPr>
            <a:xfrm>
              <a:off x="4240248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00" name="ph2800"/>
            <p:cNvSpPr/>
            <p:nvPr/>
          </p:nvSpPr>
          <p:spPr>
            <a:xfrm>
              <a:off x="4252760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01" name="ph2801"/>
            <p:cNvSpPr/>
            <p:nvPr/>
          </p:nvSpPr>
          <p:spPr>
            <a:xfrm>
              <a:off x="4265272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02" name="ph2802"/>
            <p:cNvSpPr/>
            <p:nvPr/>
          </p:nvSpPr>
          <p:spPr>
            <a:xfrm>
              <a:off x="4277785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03" name="ph2803"/>
            <p:cNvSpPr/>
            <p:nvPr/>
          </p:nvSpPr>
          <p:spPr>
            <a:xfrm>
              <a:off x="4290297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04" name="ph2804"/>
            <p:cNvSpPr/>
            <p:nvPr/>
          </p:nvSpPr>
          <p:spPr>
            <a:xfrm>
              <a:off x="4302809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05" name="ph2805"/>
            <p:cNvSpPr/>
            <p:nvPr/>
          </p:nvSpPr>
          <p:spPr>
            <a:xfrm>
              <a:off x="4315323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06" name="ph2806"/>
            <p:cNvSpPr/>
            <p:nvPr/>
          </p:nvSpPr>
          <p:spPr>
            <a:xfrm>
              <a:off x="4402908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07" name="ph2807"/>
            <p:cNvSpPr/>
            <p:nvPr/>
          </p:nvSpPr>
          <p:spPr>
            <a:xfrm>
              <a:off x="4415421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B518C">
                <a:alpha val="100000"/>
              </a:srgbClr>
            </a:solidFill>
            <a:ln w="5420" cap="flat">
              <a:solidFill>
                <a:srgbClr val="3B51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08" name="ph2808"/>
            <p:cNvSpPr/>
            <p:nvPr/>
          </p:nvSpPr>
          <p:spPr>
            <a:xfrm>
              <a:off x="4427933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09" name="ph2809"/>
            <p:cNvSpPr/>
            <p:nvPr/>
          </p:nvSpPr>
          <p:spPr>
            <a:xfrm>
              <a:off x="4440445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10" name="ph2810"/>
            <p:cNvSpPr/>
            <p:nvPr/>
          </p:nvSpPr>
          <p:spPr>
            <a:xfrm>
              <a:off x="4452959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11" name="ph2811"/>
            <p:cNvSpPr/>
            <p:nvPr/>
          </p:nvSpPr>
          <p:spPr>
            <a:xfrm>
              <a:off x="4465471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12" name="ph2812"/>
            <p:cNvSpPr/>
            <p:nvPr/>
          </p:nvSpPr>
          <p:spPr>
            <a:xfrm>
              <a:off x="4678180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13" name="ph2813"/>
            <p:cNvSpPr/>
            <p:nvPr/>
          </p:nvSpPr>
          <p:spPr>
            <a:xfrm>
              <a:off x="4690693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14" name="ph2814"/>
            <p:cNvSpPr/>
            <p:nvPr/>
          </p:nvSpPr>
          <p:spPr>
            <a:xfrm>
              <a:off x="4703205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15" name="ph2815"/>
            <p:cNvSpPr/>
            <p:nvPr/>
          </p:nvSpPr>
          <p:spPr>
            <a:xfrm>
              <a:off x="4715717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16" name="ph2816"/>
            <p:cNvSpPr/>
            <p:nvPr/>
          </p:nvSpPr>
          <p:spPr>
            <a:xfrm>
              <a:off x="4728231" y="325354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17" name="ph2817"/>
            <p:cNvSpPr/>
            <p:nvPr/>
          </p:nvSpPr>
          <p:spPr>
            <a:xfrm>
              <a:off x="3101623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18" name="ph2818"/>
            <p:cNvSpPr/>
            <p:nvPr/>
          </p:nvSpPr>
          <p:spPr>
            <a:xfrm>
              <a:off x="3114135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19" name="ph2819"/>
            <p:cNvSpPr/>
            <p:nvPr/>
          </p:nvSpPr>
          <p:spPr>
            <a:xfrm>
              <a:off x="3126648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20" name="ph2820"/>
            <p:cNvSpPr/>
            <p:nvPr/>
          </p:nvSpPr>
          <p:spPr>
            <a:xfrm>
              <a:off x="3139160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21" name="ph2821"/>
            <p:cNvSpPr/>
            <p:nvPr/>
          </p:nvSpPr>
          <p:spPr>
            <a:xfrm>
              <a:off x="3151672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B98">
                <a:alpha val="100000"/>
              </a:srgbClr>
            </a:solidFill>
            <a:ln w="5420" cap="flat">
              <a:solidFill>
                <a:srgbClr val="3A5B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22" name="ph2822"/>
            <p:cNvSpPr/>
            <p:nvPr/>
          </p:nvSpPr>
          <p:spPr>
            <a:xfrm>
              <a:off x="3164185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23" name="ph2823"/>
            <p:cNvSpPr/>
            <p:nvPr/>
          </p:nvSpPr>
          <p:spPr>
            <a:xfrm>
              <a:off x="3176697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24" name="ph2824"/>
            <p:cNvSpPr/>
            <p:nvPr/>
          </p:nvSpPr>
          <p:spPr>
            <a:xfrm>
              <a:off x="3189209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25" name="ph2825"/>
            <p:cNvSpPr/>
            <p:nvPr/>
          </p:nvSpPr>
          <p:spPr>
            <a:xfrm>
              <a:off x="3201721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173">
                <a:alpha val="100000"/>
              </a:srgbClr>
            </a:solidFill>
            <a:ln w="5420" cap="flat">
              <a:solidFill>
                <a:srgbClr val="3C41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26" name="ph2826"/>
            <p:cNvSpPr/>
            <p:nvPr/>
          </p:nvSpPr>
          <p:spPr>
            <a:xfrm>
              <a:off x="3214235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27" name="ph2827"/>
            <p:cNvSpPr/>
            <p:nvPr/>
          </p:nvSpPr>
          <p:spPr>
            <a:xfrm>
              <a:off x="3226747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28" name="ph2828"/>
            <p:cNvSpPr/>
            <p:nvPr/>
          </p:nvSpPr>
          <p:spPr>
            <a:xfrm>
              <a:off x="3239259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29" name="ph2829"/>
            <p:cNvSpPr/>
            <p:nvPr/>
          </p:nvSpPr>
          <p:spPr>
            <a:xfrm>
              <a:off x="3251771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30" name="ph2830"/>
            <p:cNvSpPr/>
            <p:nvPr/>
          </p:nvSpPr>
          <p:spPr>
            <a:xfrm>
              <a:off x="3264284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31" name="ph2831"/>
            <p:cNvSpPr/>
            <p:nvPr/>
          </p:nvSpPr>
          <p:spPr>
            <a:xfrm>
              <a:off x="3276796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32" name="ph2832"/>
            <p:cNvSpPr/>
            <p:nvPr/>
          </p:nvSpPr>
          <p:spPr>
            <a:xfrm>
              <a:off x="3289308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33" name="ph2833"/>
            <p:cNvSpPr/>
            <p:nvPr/>
          </p:nvSpPr>
          <p:spPr>
            <a:xfrm>
              <a:off x="3301821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34" name="ph2834"/>
            <p:cNvSpPr/>
            <p:nvPr/>
          </p:nvSpPr>
          <p:spPr>
            <a:xfrm>
              <a:off x="3314333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35" name="ph2835"/>
            <p:cNvSpPr/>
            <p:nvPr/>
          </p:nvSpPr>
          <p:spPr>
            <a:xfrm>
              <a:off x="3326845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36" name="ph2836"/>
            <p:cNvSpPr/>
            <p:nvPr/>
          </p:nvSpPr>
          <p:spPr>
            <a:xfrm>
              <a:off x="3339357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37" name="ph2837"/>
            <p:cNvSpPr/>
            <p:nvPr/>
          </p:nvSpPr>
          <p:spPr>
            <a:xfrm>
              <a:off x="3351871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38" name="ph2838"/>
            <p:cNvSpPr/>
            <p:nvPr/>
          </p:nvSpPr>
          <p:spPr>
            <a:xfrm>
              <a:off x="3364383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39" name="ph2839"/>
            <p:cNvSpPr/>
            <p:nvPr/>
          </p:nvSpPr>
          <p:spPr>
            <a:xfrm>
              <a:off x="3376895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40" name="ph2840"/>
            <p:cNvSpPr/>
            <p:nvPr/>
          </p:nvSpPr>
          <p:spPr>
            <a:xfrm>
              <a:off x="3389407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41" name="ph2841"/>
            <p:cNvSpPr/>
            <p:nvPr/>
          </p:nvSpPr>
          <p:spPr>
            <a:xfrm>
              <a:off x="3401920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42" name="ph2842"/>
            <p:cNvSpPr/>
            <p:nvPr/>
          </p:nvSpPr>
          <p:spPr>
            <a:xfrm>
              <a:off x="3414432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43" name="ph2843"/>
            <p:cNvSpPr/>
            <p:nvPr/>
          </p:nvSpPr>
          <p:spPr>
            <a:xfrm>
              <a:off x="3426944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44" name="ph2844"/>
            <p:cNvSpPr/>
            <p:nvPr/>
          </p:nvSpPr>
          <p:spPr>
            <a:xfrm>
              <a:off x="3439457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45" name="ph2845"/>
            <p:cNvSpPr/>
            <p:nvPr/>
          </p:nvSpPr>
          <p:spPr>
            <a:xfrm>
              <a:off x="3451969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46" name="ph2846"/>
            <p:cNvSpPr/>
            <p:nvPr/>
          </p:nvSpPr>
          <p:spPr>
            <a:xfrm>
              <a:off x="3464481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47" name="ph2847"/>
            <p:cNvSpPr/>
            <p:nvPr/>
          </p:nvSpPr>
          <p:spPr>
            <a:xfrm>
              <a:off x="3476993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48" name="ph2848"/>
            <p:cNvSpPr/>
            <p:nvPr/>
          </p:nvSpPr>
          <p:spPr>
            <a:xfrm>
              <a:off x="3489507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49" name="ph2849"/>
            <p:cNvSpPr/>
            <p:nvPr/>
          </p:nvSpPr>
          <p:spPr>
            <a:xfrm>
              <a:off x="3502019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50" name="ph2850"/>
            <p:cNvSpPr/>
            <p:nvPr/>
          </p:nvSpPr>
          <p:spPr>
            <a:xfrm>
              <a:off x="3514531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51" name="ph2851"/>
            <p:cNvSpPr/>
            <p:nvPr/>
          </p:nvSpPr>
          <p:spPr>
            <a:xfrm>
              <a:off x="3527043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52" name="ph2852"/>
            <p:cNvSpPr/>
            <p:nvPr/>
          </p:nvSpPr>
          <p:spPr>
            <a:xfrm>
              <a:off x="3539556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53" name="ph2853"/>
            <p:cNvSpPr/>
            <p:nvPr/>
          </p:nvSpPr>
          <p:spPr>
            <a:xfrm>
              <a:off x="3552068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54" name="ph2854"/>
            <p:cNvSpPr/>
            <p:nvPr/>
          </p:nvSpPr>
          <p:spPr>
            <a:xfrm>
              <a:off x="3564580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55" name="ph2855"/>
            <p:cNvSpPr/>
            <p:nvPr/>
          </p:nvSpPr>
          <p:spPr>
            <a:xfrm>
              <a:off x="3577093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56" name="ph2856"/>
            <p:cNvSpPr/>
            <p:nvPr/>
          </p:nvSpPr>
          <p:spPr>
            <a:xfrm>
              <a:off x="3639655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57" name="ph2857"/>
            <p:cNvSpPr/>
            <p:nvPr/>
          </p:nvSpPr>
          <p:spPr>
            <a:xfrm>
              <a:off x="3652167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58" name="ph2858"/>
            <p:cNvSpPr/>
            <p:nvPr/>
          </p:nvSpPr>
          <p:spPr>
            <a:xfrm>
              <a:off x="3664679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59" name="ph2859"/>
            <p:cNvSpPr/>
            <p:nvPr/>
          </p:nvSpPr>
          <p:spPr>
            <a:xfrm>
              <a:off x="3677192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60" name="ph2860"/>
            <p:cNvSpPr/>
            <p:nvPr/>
          </p:nvSpPr>
          <p:spPr>
            <a:xfrm>
              <a:off x="3689704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61" name="ph2861"/>
            <p:cNvSpPr/>
            <p:nvPr/>
          </p:nvSpPr>
          <p:spPr>
            <a:xfrm>
              <a:off x="3702216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62" name="ph2862"/>
            <p:cNvSpPr/>
            <p:nvPr/>
          </p:nvSpPr>
          <p:spPr>
            <a:xfrm>
              <a:off x="3714729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63" name="ph2863"/>
            <p:cNvSpPr/>
            <p:nvPr/>
          </p:nvSpPr>
          <p:spPr>
            <a:xfrm>
              <a:off x="3727241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64" name="ph2864"/>
            <p:cNvSpPr/>
            <p:nvPr/>
          </p:nvSpPr>
          <p:spPr>
            <a:xfrm>
              <a:off x="3739753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315D">
                <a:alpha val="100000"/>
              </a:srgbClr>
            </a:solidFill>
            <a:ln w="5420" cap="flat">
              <a:solidFill>
                <a:srgbClr val="39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65" name="ph2865"/>
            <p:cNvSpPr/>
            <p:nvPr/>
          </p:nvSpPr>
          <p:spPr>
            <a:xfrm>
              <a:off x="3752265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66" name="ph2866"/>
            <p:cNvSpPr/>
            <p:nvPr/>
          </p:nvSpPr>
          <p:spPr>
            <a:xfrm>
              <a:off x="3764779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67" name="ph2867"/>
            <p:cNvSpPr/>
            <p:nvPr/>
          </p:nvSpPr>
          <p:spPr>
            <a:xfrm>
              <a:off x="3777291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68" name="ph2868"/>
            <p:cNvSpPr/>
            <p:nvPr/>
          </p:nvSpPr>
          <p:spPr>
            <a:xfrm>
              <a:off x="3789803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69" name="ph2869"/>
            <p:cNvSpPr/>
            <p:nvPr/>
          </p:nvSpPr>
          <p:spPr>
            <a:xfrm>
              <a:off x="3802315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70" name="ph2870"/>
            <p:cNvSpPr/>
            <p:nvPr/>
          </p:nvSpPr>
          <p:spPr>
            <a:xfrm>
              <a:off x="4202711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71" name="ph2871"/>
            <p:cNvSpPr/>
            <p:nvPr/>
          </p:nvSpPr>
          <p:spPr>
            <a:xfrm>
              <a:off x="4215223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72" name="ph2872"/>
            <p:cNvSpPr/>
            <p:nvPr/>
          </p:nvSpPr>
          <p:spPr>
            <a:xfrm>
              <a:off x="4227736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73" name="ph2873"/>
            <p:cNvSpPr/>
            <p:nvPr/>
          </p:nvSpPr>
          <p:spPr>
            <a:xfrm>
              <a:off x="4240248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74" name="ph2874"/>
            <p:cNvSpPr/>
            <p:nvPr/>
          </p:nvSpPr>
          <p:spPr>
            <a:xfrm>
              <a:off x="4252760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75" name="ph2875"/>
            <p:cNvSpPr/>
            <p:nvPr/>
          </p:nvSpPr>
          <p:spPr>
            <a:xfrm>
              <a:off x="4265272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76" name="ph2876"/>
            <p:cNvSpPr/>
            <p:nvPr/>
          </p:nvSpPr>
          <p:spPr>
            <a:xfrm>
              <a:off x="4277785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77" name="ph2877"/>
            <p:cNvSpPr/>
            <p:nvPr/>
          </p:nvSpPr>
          <p:spPr>
            <a:xfrm>
              <a:off x="4290297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78" name="ph2878"/>
            <p:cNvSpPr/>
            <p:nvPr/>
          </p:nvSpPr>
          <p:spPr>
            <a:xfrm>
              <a:off x="4415421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79" name="ph2879"/>
            <p:cNvSpPr/>
            <p:nvPr/>
          </p:nvSpPr>
          <p:spPr>
            <a:xfrm>
              <a:off x="4427933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80" name="ph2880"/>
            <p:cNvSpPr/>
            <p:nvPr/>
          </p:nvSpPr>
          <p:spPr>
            <a:xfrm>
              <a:off x="4440445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81" name="ph2881"/>
            <p:cNvSpPr/>
            <p:nvPr/>
          </p:nvSpPr>
          <p:spPr>
            <a:xfrm>
              <a:off x="4452959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82" name="ph2882"/>
            <p:cNvSpPr/>
            <p:nvPr/>
          </p:nvSpPr>
          <p:spPr>
            <a:xfrm>
              <a:off x="4465471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83" name="ph2883"/>
            <p:cNvSpPr/>
            <p:nvPr/>
          </p:nvSpPr>
          <p:spPr>
            <a:xfrm>
              <a:off x="4477983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84" name="ph2884"/>
            <p:cNvSpPr/>
            <p:nvPr/>
          </p:nvSpPr>
          <p:spPr>
            <a:xfrm>
              <a:off x="4490495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85" name="ph2885"/>
            <p:cNvSpPr/>
            <p:nvPr/>
          </p:nvSpPr>
          <p:spPr>
            <a:xfrm>
              <a:off x="4678180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86" name="ph2886"/>
            <p:cNvSpPr/>
            <p:nvPr/>
          </p:nvSpPr>
          <p:spPr>
            <a:xfrm>
              <a:off x="4690693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87" name="ph2887"/>
            <p:cNvSpPr/>
            <p:nvPr/>
          </p:nvSpPr>
          <p:spPr>
            <a:xfrm>
              <a:off x="4703205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88" name="ph2888"/>
            <p:cNvSpPr/>
            <p:nvPr/>
          </p:nvSpPr>
          <p:spPr>
            <a:xfrm>
              <a:off x="4715717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89" name="ph2889"/>
            <p:cNvSpPr/>
            <p:nvPr/>
          </p:nvSpPr>
          <p:spPr>
            <a:xfrm>
              <a:off x="4728231" y="326891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90" name="ph2890"/>
            <p:cNvSpPr/>
            <p:nvPr/>
          </p:nvSpPr>
          <p:spPr>
            <a:xfrm>
              <a:off x="3101623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91" name="ph2891"/>
            <p:cNvSpPr/>
            <p:nvPr/>
          </p:nvSpPr>
          <p:spPr>
            <a:xfrm>
              <a:off x="3114135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92" name="ph2892"/>
            <p:cNvSpPr/>
            <p:nvPr/>
          </p:nvSpPr>
          <p:spPr>
            <a:xfrm>
              <a:off x="3126648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93" name="ph2893"/>
            <p:cNvSpPr/>
            <p:nvPr/>
          </p:nvSpPr>
          <p:spPr>
            <a:xfrm>
              <a:off x="3139160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94" name="ph2894"/>
            <p:cNvSpPr/>
            <p:nvPr/>
          </p:nvSpPr>
          <p:spPr>
            <a:xfrm>
              <a:off x="3151672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95" name="ph2895"/>
            <p:cNvSpPr/>
            <p:nvPr/>
          </p:nvSpPr>
          <p:spPr>
            <a:xfrm>
              <a:off x="3164185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96" name="ph2896"/>
            <p:cNvSpPr/>
            <p:nvPr/>
          </p:nvSpPr>
          <p:spPr>
            <a:xfrm>
              <a:off x="3176697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97" name="ph2897"/>
            <p:cNvSpPr/>
            <p:nvPr/>
          </p:nvSpPr>
          <p:spPr>
            <a:xfrm>
              <a:off x="3189209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98" name="ph2898"/>
            <p:cNvSpPr/>
            <p:nvPr/>
          </p:nvSpPr>
          <p:spPr>
            <a:xfrm>
              <a:off x="3201721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99" name="ph2899"/>
            <p:cNvSpPr/>
            <p:nvPr/>
          </p:nvSpPr>
          <p:spPr>
            <a:xfrm>
              <a:off x="3214235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00" name="ph2900"/>
            <p:cNvSpPr/>
            <p:nvPr/>
          </p:nvSpPr>
          <p:spPr>
            <a:xfrm>
              <a:off x="3226747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01" name="ph2901"/>
            <p:cNvSpPr/>
            <p:nvPr/>
          </p:nvSpPr>
          <p:spPr>
            <a:xfrm>
              <a:off x="3239259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02" name="ph2902"/>
            <p:cNvSpPr/>
            <p:nvPr/>
          </p:nvSpPr>
          <p:spPr>
            <a:xfrm>
              <a:off x="3364383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03" name="ph2903"/>
            <p:cNvSpPr/>
            <p:nvPr/>
          </p:nvSpPr>
          <p:spPr>
            <a:xfrm>
              <a:off x="3376895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04" name="ph2904"/>
            <p:cNvSpPr/>
            <p:nvPr/>
          </p:nvSpPr>
          <p:spPr>
            <a:xfrm>
              <a:off x="3389407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05" name="ph2905"/>
            <p:cNvSpPr/>
            <p:nvPr/>
          </p:nvSpPr>
          <p:spPr>
            <a:xfrm>
              <a:off x="3401920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06" name="ph2906"/>
            <p:cNvSpPr/>
            <p:nvPr/>
          </p:nvSpPr>
          <p:spPr>
            <a:xfrm>
              <a:off x="3414432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07" name="ph2907"/>
            <p:cNvSpPr/>
            <p:nvPr/>
          </p:nvSpPr>
          <p:spPr>
            <a:xfrm>
              <a:off x="3426944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08" name="ph2908"/>
            <p:cNvSpPr/>
            <p:nvPr/>
          </p:nvSpPr>
          <p:spPr>
            <a:xfrm>
              <a:off x="3439457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09" name="ph2909"/>
            <p:cNvSpPr/>
            <p:nvPr/>
          </p:nvSpPr>
          <p:spPr>
            <a:xfrm>
              <a:off x="3451969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10" name="ph2910"/>
            <p:cNvSpPr/>
            <p:nvPr/>
          </p:nvSpPr>
          <p:spPr>
            <a:xfrm>
              <a:off x="3464481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11" name="ph2911"/>
            <p:cNvSpPr/>
            <p:nvPr/>
          </p:nvSpPr>
          <p:spPr>
            <a:xfrm>
              <a:off x="3476993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12" name="ph2912"/>
            <p:cNvSpPr/>
            <p:nvPr/>
          </p:nvSpPr>
          <p:spPr>
            <a:xfrm>
              <a:off x="3502019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13" name="ph2913"/>
            <p:cNvSpPr/>
            <p:nvPr/>
          </p:nvSpPr>
          <p:spPr>
            <a:xfrm>
              <a:off x="3514531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14" name="ph2914"/>
            <p:cNvSpPr/>
            <p:nvPr/>
          </p:nvSpPr>
          <p:spPr>
            <a:xfrm>
              <a:off x="3527043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15" name="ph2915"/>
            <p:cNvSpPr/>
            <p:nvPr/>
          </p:nvSpPr>
          <p:spPr>
            <a:xfrm>
              <a:off x="3539556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16" name="ph2916"/>
            <p:cNvSpPr/>
            <p:nvPr/>
          </p:nvSpPr>
          <p:spPr>
            <a:xfrm>
              <a:off x="3552068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17" name="ph2917"/>
            <p:cNvSpPr/>
            <p:nvPr/>
          </p:nvSpPr>
          <p:spPr>
            <a:xfrm>
              <a:off x="3564580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18" name="ph2918"/>
            <p:cNvSpPr/>
            <p:nvPr/>
          </p:nvSpPr>
          <p:spPr>
            <a:xfrm>
              <a:off x="3577093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19" name="ph2919"/>
            <p:cNvSpPr/>
            <p:nvPr/>
          </p:nvSpPr>
          <p:spPr>
            <a:xfrm>
              <a:off x="3589605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20" name="ph2920"/>
            <p:cNvSpPr/>
            <p:nvPr/>
          </p:nvSpPr>
          <p:spPr>
            <a:xfrm>
              <a:off x="3614629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21" name="ph2921"/>
            <p:cNvSpPr/>
            <p:nvPr/>
          </p:nvSpPr>
          <p:spPr>
            <a:xfrm>
              <a:off x="3627143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22" name="ph2922"/>
            <p:cNvSpPr/>
            <p:nvPr/>
          </p:nvSpPr>
          <p:spPr>
            <a:xfrm>
              <a:off x="3639655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23" name="ph2923"/>
            <p:cNvSpPr/>
            <p:nvPr/>
          </p:nvSpPr>
          <p:spPr>
            <a:xfrm>
              <a:off x="3652167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24" name="ph2924"/>
            <p:cNvSpPr/>
            <p:nvPr/>
          </p:nvSpPr>
          <p:spPr>
            <a:xfrm>
              <a:off x="3664679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25" name="ph2925"/>
            <p:cNvSpPr/>
            <p:nvPr/>
          </p:nvSpPr>
          <p:spPr>
            <a:xfrm>
              <a:off x="3677192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26" name="ph2926"/>
            <p:cNvSpPr/>
            <p:nvPr/>
          </p:nvSpPr>
          <p:spPr>
            <a:xfrm>
              <a:off x="3689704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2A55">
                <a:alpha val="100000"/>
              </a:srgbClr>
            </a:solidFill>
            <a:ln w="5420" cap="flat">
              <a:solidFill>
                <a:srgbClr val="382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27" name="ph2927"/>
            <p:cNvSpPr/>
            <p:nvPr/>
          </p:nvSpPr>
          <p:spPr>
            <a:xfrm>
              <a:off x="3702216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2A55">
                <a:alpha val="100000"/>
              </a:srgbClr>
            </a:solidFill>
            <a:ln w="5420" cap="flat">
              <a:solidFill>
                <a:srgbClr val="382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28" name="ph2928"/>
            <p:cNvSpPr/>
            <p:nvPr/>
          </p:nvSpPr>
          <p:spPr>
            <a:xfrm>
              <a:off x="3714729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29" name="ph2929"/>
            <p:cNvSpPr/>
            <p:nvPr/>
          </p:nvSpPr>
          <p:spPr>
            <a:xfrm>
              <a:off x="3727241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30" name="ph2930"/>
            <p:cNvSpPr/>
            <p:nvPr/>
          </p:nvSpPr>
          <p:spPr>
            <a:xfrm>
              <a:off x="3739753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31" name="ph2931"/>
            <p:cNvSpPr/>
            <p:nvPr/>
          </p:nvSpPr>
          <p:spPr>
            <a:xfrm>
              <a:off x="3752265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32" name="ph2932"/>
            <p:cNvSpPr/>
            <p:nvPr/>
          </p:nvSpPr>
          <p:spPr>
            <a:xfrm>
              <a:off x="3764779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33" name="ph2933"/>
            <p:cNvSpPr/>
            <p:nvPr/>
          </p:nvSpPr>
          <p:spPr>
            <a:xfrm>
              <a:off x="3777291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34" name="ph2934"/>
            <p:cNvSpPr/>
            <p:nvPr/>
          </p:nvSpPr>
          <p:spPr>
            <a:xfrm>
              <a:off x="3789803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35" name="ph2935"/>
            <p:cNvSpPr/>
            <p:nvPr/>
          </p:nvSpPr>
          <p:spPr>
            <a:xfrm>
              <a:off x="3802315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36" name="ph2936"/>
            <p:cNvSpPr/>
            <p:nvPr/>
          </p:nvSpPr>
          <p:spPr>
            <a:xfrm>
              <a:off x="3814828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37" name="ph2937"/>
            <p:cNvSpPr/>
            <p:nvPr/>
          </p:nvSpPr>
          <p:spPr>
            <a:xfrm>
              <a:off x="4227736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38" name="ph2938"/>
            <p:cNvSpPr/>
            <p:nvPr/>
          </p:nvSpPr>
          <p:spPr>
            <a:xfrm>
              <a:off x="4427933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39" name="ph2939"/>
            <p:cNvSpPr/>
            <p:nvPr/>
          </p:nvSpPr>
          <p:spPr>
            <a:xfrm>
              <a:off x="4440445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40" name="ph2940"/>
            <p:cNvSpPr/>
            <p:nvPr/>
          </p:nvSpPr>
          <p:spPr>
            <a:xfrm>
              <a:off x="4452959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41" name="ph2941"/>
            <p:cNvSpPr/>
            <p:nvPr/>
          </p:nvSpPr>
          <p:spPr>
            <a:xfrm>
              <a:off x="4465471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42" name="ph2942"/>
            <p:cNvSpPr/>
            <p:nvPr/>
          </p:nvSpPr>
          <p:spPr>
            <a:xfrm>
              <a:off x="4477983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43" name="ph2943"/>
            <p:cNvSpPr/>
            <p:nvPr/>
          </p:nvSpPr>
          <p:spPr>
            <a:xfrm>
              <a:off x="4490495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44" name="ph2944"/>
            <p:cNvSpPr/>
            <p:nvPr/>
          </p:nvSpPr>
          <p:spPr>
            <a:xfrm>
              <a:off x="4503008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45" name="ph2945"/>
            <p:cNvSpPr/>
            <p:nvPr/>
          </p:nvSpPr>
          <p:spPr>
            <a:xfrm>
              <a:off x="4678180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46" name="ph2946"/>
            <p:cNvSpPr/>
            <p:nvPr/>
          </p:nvSpPr>
          <p:spPr>
            <a:xfrm>
              <a:off x="4690693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47" name="ph2947"/>
            <p:cNvSpPr/>
            <p:nvPr/>
          </p:nvSpPr>
          <p:spPr>
            <a:xfrm>
              <a:off x="4703205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48" name="ph2948"/>
            <p:cNvSpPr/>
            <p:nvPr/>
          </p:nvSpPr>
          <p:spPr>
            <a:xfrm>
              <a:off x="4715717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49" name="ph2949"/>
            <p:cNvSpPr/>
            <p:nvPr/>
          </p:nvSpPr>
          <p:spPr>
            <a:xfrm>
              <a:off x="4728231" y="328429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50" name="ph2950"/>
            <p:cNvSpPr/>
            <p:nvPr/>
          </p:nvSpPr>
          <p:spPr>
            <a:xfrm>
              <a:off x="3089111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51" name="ph2951"/>
            <p:cNvSpPr/>
            <p:nvPr/>
          </p:nvSpPr>
          <p:spPr>
            <a:xfrm>
              <a:off x="3101623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52" name="ph2952"/>
            <p:cNvSpPr/>
            <p:nvPr/>
          </p:nvSpPr>
          <p:spPr>
            <a:xfrm>
              <a:off x="3114135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53" name="ph2953"/>
            <p:cNvSpPr/>
            <p:nvPr/>
          </p:nvSpPr>
          <p:spPr>
            <a:xfrm>
              <a:off x="3126648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54" name="ph2954"/>
            <p:cNvSpPr/>
            <p:nvPr/>
          </p:nvSpPr>
          <p:spPr>
            <a:xfrm>
              <a:off x="3139160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55" name="ph2955"/>
            <p:cNvSpPr/>
            <p:nvPr/>
          </p:nvSpPr>
          <p:spPr>
            <a:xfrm>
              <a:off x="3151672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56" name="ph2956"/>
            <p:cNvSpPr/>
            <p:nvPr/>
          </p:nvSpPr>
          <p:spPr>
            <a:xfrm>
              <a:off x="3164185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57" name="ph2957"/>
            <p:cNvSpPr/>
            <p:nvPr/>
          </p:nvSpPr>
          <p:spPr>
            <a:xfrm>
              <a:off x="3176697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58" name="ph2958"/>
            <p:cNvSpPr/>
            <p:nvPr/>
          </p:nvSpPr>
          <p:spPr>
            <a:xfrm>
              <a:off x="3189209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87D">
                <a:alpha val="100000"/>
              </a:srgbClr>
            </a:solidFill>
            <a:ln w="5420" cap="flat">
              <a:solidFill>
                <a:srgbClr val="3C48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59" name="ph2959"/>
            <p:cNvSpPr/>
            <p:nvPr/>
          </p:nvSpPr>
          <p:spPr>
            <a:xfrm>
              <a:off x="3201721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60" name="ph2960"/>
            <p:cNvSpPr/>
            <p:nvPr/>
          </p:nvSpPr>
          <p:spPr>
            <a:xfrm>
              <a:off x="3426944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61" name="ph2961"/>
            <p:cNvSpPr/>
            <p:nvPr/>
          </p:nvSpPr>
          <p:spPr>
            <a:xfrm>
              <a:off x="3439457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62" name="ph2962"/>
            <p:cNvSpPr/>
            <p:nvPr/>
          </p:nvSpPr>
          <p:spPr>
            <a:xfrm>
              <a:off x="3514531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63" name="ph2963"/>
            <p:cNvSpPr/>
            <p:nvPr/>
          </p:nvSpPr>
          <p:spPr>
            <a:xfrm>
              <a:off x="3527043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64" name="ph2964"/>
            <p:cNvSpPr/>
            <p:nvPr/>
          </p:nvSpPr>
          <p:spPr>
            <a:xfrm>
              <a:off x="3539556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315D">
                <a:alpha val="100000"/>
              </a:srgbClr>
            </a:solidFill>
            <a:ln w="5420" cap="flat">
              <a:solidFill>
                <a:srgbClr val="39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65" name="ph2965"/>
            <p:cNvSpPr/>
            <p:nvPr/>
          </p:nvSpPr>
          <p:spPr>
            <a:xfrm>
              <a:off x="3552068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66" name="ph2966"/>
            <p:cNvSpPr/>
            <p:nvPr/>
          </p:nvSpPr>
          <p:spPr>
            <a:xfrm>
              <a:off x="3564580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67" name="ph2967"/>
            <p:cNvSpPr/>
            <p:nvPr/>
          </p:nvSpPr>
          <p:spPr>
            <a:xfrm>
              <a:off x="3577093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68" name="ph2968"/>
            <p:cNvSpPr/>
            <p:nvPr/>
          </p:nvSpPr>
          <p:spPr>
            <a:xfrm>
              <a:off x="3589605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69" name="ph2969"/>
            <p:cNvSpPr/>
            <p:nvPr/>
          </p:nvSpPr>
          <p:spPr>
            <a:xfrm>
              <a:off x="3602117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70" name="ph2970"/>
            <p:cNvSpPr/>
            <p:nvPr/>
          </p:nvSpPr>
          <p:spPr>
            <a:xfrm>
              <a:off x="3614629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71" name="ph2971"/>
            <p:cNvSpPr/>
            <p:nvPr/>
          </p:nvSpPr>
          <p:spPr>
            <a:xfrm>
              <a:off x="3627143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D57">
                <a:alpha val="100000"/>
              </a:srgbClr>
            </a:solidFill>
            <a:ln w="5420" cap="flat">
              <a:solidFill>
                <a:srgbClr val="392D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72" name="ph2972"/>
            <p:cNvSpPr/>
            <p:nvPr/>
          </p:nvSpPr>
          <p:spPr>
            <a:xfrm>
              <a:off x="3639655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73" name="ph2973"/>
            <p:cNvSpPr/>
            <p:nvPr/>
          </p:nvSpPr>
          <p:spPr>
            <a:xfrm>
              <a:off x="3652167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74" name="ph2974"/>
            <p:cNvSpPr/>
            <p:nvPr/>
          </p:nvSpPr>
          <p:spPr>
            <a:xfrm>
              <a:off x="3664679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75" name="ph2975"/>
            <p:cNvSpPr/>
            <p:nvPr/>
          </p:nvSpPr>
          <p:spPr>
            <a:xfrm>
              <a:off x="3677192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76" name="ph2976"/>
            <p:cNvSpPr/>
            <p:nvPr/>
          </p:nvSpPr>
          <p:spPr>
            <a:xfrm>
              <a:off x="3689704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77" name="ph2977"/>
            <p:cNvSpPr/>
            <p:nvPr/>
          </p:nvSpPr>
          <p:spPr>
            <a:xfrm>
              <a:off x="3702216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78" name="ph2978"/>
            <p:cNvSpPr/>
            <p:nvPr/>
          </p:nvSpPr>
          <p:spPr>
            <a:xfrm>
              <a:off x="3714729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79" name="ph2979"/>
            <p:cNvSpPr/>
            <p:nvPr/>
          </p:nvSpPr>
          <p:spPr>
            <a:xfrm>
              <a:off x="3727241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80" name="ph2980"/>
            <p:cNvSpPr/>
            <p:nvPr/>
          </p:nvSpPr>
          <p:spPr>
            <a:xfrm>
              <a:off x="3739753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81" name="ph2981"/>
            <p:cNvSpPr/>
            <p:nvPr/>
          </p:nvSpPr>
          <p:spPr>
            <a:xfrm>
              <a:off x="3752265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82" name="ph2982"/>
            <p:cNvSpPr/>
            <p:nvPr/>
          </p:nvSpPr>
          <p:spPr>
            <a:xfrm>
              <a:off x="3764779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83" name="ph2983"/>
            <p:cNvSpPr/>
            <p:nvPr/>
          </p:nvSpPr>
          <p:spPr>
            <a:xfrm>
              <a:off x="3777291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84" name="ph2984"/>
            <p:cNvSpPr/>
            <p:nvPr/>
          </p:nvSpPr>
          <p:spPr>
            <a:xfrm>
              <a:off x="3789803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85" name="ph2985"/>
            <p:cNvSpPr/>
            <p:nvPr/>
          </p:nvSpPr>
          <p:spPr>
            <a:xfrm>
              <a:off x="3802315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86" name="ph2986"/>
            <p:cNvSpPr/>
            <p:nvPr/>
          </p:nvSpPr>
          <p:spPr>
            <a:xfrm>
              <a:off x="3814828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87" name="ph2987"/>
            <p:cNvSpPr/>
            <p:nvPr/>
          </p:nvSpPr>
          <p:spPr>
            <a:xfrm>
              <a:off x="3827340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88" name="ph2988"/>
            <p:cNvSpPr/>
            <p:nvPr/>
          </p:nvSpPr>
          <p:spPr>
            <a:xfrm>
              <a:off x="4440445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89" name="ph2989"/>
            <p:cNvSpPr/>
            <p:nvPr/>
          </p:nvSpPr>
          <p:spPr>
            <a:xfrm>
              <a:off x="4452959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90" name="ph2990"/>
            <p:cNvSpPr/>
            <p:nvPr/>
          </p:nvSpPr>
          <p:spPr>
            <a:xfrm>
              <a:off x="4465471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91" name="ph2991"/>
            <p:cNvSpPr/>
            <p:nvPr/>
          </p:nvSpPr>
          <p:spPr>
            <a:xfrm>
              <a:off x="4477983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92" name="ph2992"/>
            <p:cNvSpPr/>
            <p:nvPr/>
          </p:nvSpPr>
          <p:spPr>
            <a:xfrm>
              <a:off x="4490495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93" name="ph2993"/>
            <p:cNvSpPr/>
            <p:nvPr/>
          </p:nvSpPr>
          <p:spPr>
            <a:xfrm>
              <a:off x="4503008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94" name="ph2994"/>
            <p:cNvSpPr/>
            <p:nvPr/>
          </p:nvSpPr>
          <p:spPr>
            <a:xfrm>
              <a:off x="4515520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95" name="ph2995"/>
            <p:cNvSpPr/>
            <p:nvPr/>
          </p:nvSpPr>
          <p:spPr>
            <a:xfrm>
              <a:off x="4690693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96" name="ph2996"/>
            <p:cNvSpPr/>
            <p:nvPr/>
          </p:nvSpPr>
          <p:spPr>
            <a:xfrm>
              <a:off x="4703205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97" name="ph2997"/>
            <p:cNvSpPr/>
            <p:nvPr/>
          </p:nvSpPr>
          <p:spPr>
            <a:xfrm>
              <a:off x="4715717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98" name="ph2998"/>
            <p:cNvSpPr/>
            <p:nvPr/>
          </p:nvSpPr>
          <p:spPr>
            <a:xfrm>
              <a:off x="4728231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99" name="ph2999"/>
            <p:cNvSpPr/>
            <p:nvPr/>
          </p:nvSpPr>
          <p:spPr>
            <a:xfrm>
              <a:off x="4740743" y="329967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00" name="ph3000"/>
            <p:cNvSpPr/>
            <p:nvPr/>
          </p:nvSpPr>
          <p:spPr>
            <a:xfrm>
              <a:off x="3089111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01" name="ph3001"/>
            <p:cNvSpPr/>
            <p:nvPr/>
          </p:nvSpPr>
          <p:spPr>
            <a:xfrm>
              <a:off x="3101623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02" name="ph3002"/>
            <p:cNvSpPr/>
            <p:nvPr/>
          </p:nvSpPr>
          <p:spPr>
            <a:xfrm>
              <a:off x="3114135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03" name="ph3003"/>
            <p:cNvSpPr/>
            <p:nvPr/>
          </p:nvSpPr>
          <p:spPr>
            <a:xfrm>
              <a:off x="3126648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04" name="ph3004"/>
            <p:cNvSpPr/>
            <p:nvPr/>
          </p:nvSpPr>
          <p:spPr>
            <a:xfrm>
              <a:off x="3139160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05" name="ph3005"/>
            <p:cNvSpPr/>
            <p:nvPr/>
          </p:nvSpPr>
          <p:spPr>
            <a:xfrm>
              <a:off x="3151672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06" name="ph3006"/>
            <p:cNvSpPr/>
            <p:nvPr/>
          </p:nvSpPr>
          <p:spPr>
            <a:xfrm>
              <a:off x="3164185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07" name="ph3007"/>
            <p:cNvSpPr/>
            <p:nvPr/>
          </p:nvSpPr>
          <p:spPr>
            <a:xfrm>
              <a:off x="3176697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08" name="ph3008"/>
            <p:cNvSpPr/>
            <p:nvPr/>
          </p:nvSpPr>
          <p:spPr>
            <a:xfrm>
              <a:off x="3527043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25E">
                <a:alpha val="100000"/>
              </a:srgbClr>
            </a:solidFill>
            <a:ln w="5420" cap="flat">
              <a:solidFill>
                <a:srgbClr val="3A32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09" name="ph3009"/>
            <p:cNvSpPr/>
            <p:nvPr/>
          </p:nvSpPr>
          <p:spPr>
            <a:xfrm>
              <a:off x="3539556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10" name="ph3010"/>
            <p:cNvSpPr/>
            <p:nvPr/>
          </p:nvSpPr>
          <p:spPr>
            <a:xfrm>
              <a:off x="3552068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11" name="ph3011"/>
            <p:cNvSpPr/>
            <p:nvPr/>
          </p:nvSpPr>
          <p:spPr>
            <a:xfrm>
              <a:off x="3564580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12" name="ph3012"/>
            <p:cNvSpPr/>
            <p:nvPr/>
          </p:nvSpPr>
          <p:spPr>
            <a:xfrm>
              <a:off x="3577093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13" name="ph3013"/>
            <p:cNvSpPr/>
            <p:nvPr/>
          </p:nvSpPr>
          <p:spPr>
            <a:xfrm>
              <a:off x="3589605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2A55">
                <a:alpha val="100000"/>
              </a:srgbClr>
            </a:solidFill>
            <a:ln w="5420" cap="flat">
              <a:solidFill>
                <a:srgbClr val="382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14" name="ph3014"/>
            <p:cNvSpPr/>
            <p:nvPr/>
          </p:nvSpPr>
          <p:spPr>
            <a:xfrm>
              <a:off x="3602117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15" name="ph3015"/>
            <p:cNvSpPr/>
            <p:nvPr/>
          </p:nvSpPr>
          <p:spPr>
            <a:xfrm>
              <a:off x="3614629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16" name="ph3016"/>
            <p:cNvSpPr/>
            <p:nvPr/>
          </p:nvSpPr>
          <p:spPr>
            <a:xfrm>
              <a:off x="3627143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D57">
                <a:alpha val="100000"/>
              </a:srgbClr>
            </a:solidFill>
            <a:ln w="5420" cap="flat">
              <a:solidFill>
                <a:srgbClr val="392D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17" name="ph3017"/>
            <p:cNvSpPr/>
            <p:nvPr/>
          </p:nvSpPr>
          <p:spPr>
            <a:xfrm>
              <a:off x="3639655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18" name="ph3018"/>
            <p:cNvSpPr/>
            <p:nvPr/>
          </p:nvSpPr>
          <p:spPr>
            <a:xfrm>
              <a:off x="3652167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19" name="ph3019"/>
            <p:cNvSpPr/>
            <p:nvPr/>
          </p:nvSpPr>
          <p:spPr>
            <a:xfrm>
              <a:off x="3664679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20" name="ph3020"/>
            <p:cNvSpPr/>
            <p:nvPr/>
          </p:nvSpPr>
          <p:spPr>
            <a:xfrm>
              <a:off x="3677192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21" name="ph3021"/>
            <p:cNvSpPr/>
            <p:nvPr/>
          </p:nvSpPr>
          <p:spPr>
            <a:xfrm>
              <a:off x="3689704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22" name="ph3022"/>
            <p:cNvSpPr/>
            <p:nvPr/>
          </p:nvSpPr>
          <p:spPr>
            <a:xfrm>
              <a:off x="3702216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23" name="ph3023"/>
            <p:cNvSpPr/>
            <p:nvPr/>
          </p:nvSpPr>
          <p:spPr>
            <a:xfrm>
              <a:off x="3714729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24" name="ph3024"/>
            <p:cNvSpPr/>
            <p:nvPr/>
          </p:nvSpPr>
          <p:spPr>
            <a:xfrm>
              <a:off x="3727241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25" name="ph3025"/>
            <p:cNvSpPr/>
            <p:nvPr/>
          </p:nvSpPr>
          <p:spPr>
            <a:xfrm>
              <a:off x="3739753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26" name="ph3026"/>
            <p:cNvSpPr/>
            <p:nvPr/>
          </p:nvSpPr>
          <p:spPr>
            <a:xfrm>
              <a:off x="3752265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27" name="ph3027"/>
            <p:cNvSpPr/>
            <p:nvPr/>
          </p:nvSpPr>
          <p:spPr>
            <a:xfrm>
              <a:off x="3764779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25E">
                <a:alpha val="100000"/>
              </a:srgbClr>
            </a:solidFill>
            <a:ln w="5420" cap="flat">
              <a:solidFill>
                <a:srgbClr val="3A32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28" name="ph3028"/>
            <p:cNvSpPr/>
            <p:nvPr/>
          </p:nvSpPr>
          <p:spPr>
            <a:xfrm>
              <a:off x="3777291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29" name="ph3029"/>
            <p:cNvSpPr/>
            <p:nvPr/>
          </p:nvSpPr>
          <p:spPr>
            <a:xfrm>
              <a:off x="3789803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30" name="ph3030"/>
            <p:cNvSpPr/>
            <p:nvPr/>
          </p:nvSpPr>
          <p:spPr>
            <a:xfrm>
              <a:off x="3802315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31" name="ph3031"/>
            <p:cNvSpPr/>
            <p:nvPr/>
          </p:nvSpPr>
          <p:spPr>
            <a:xfrm>
              <a:off x="3814828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32" name="ph3032"/>
            <p:cNvSpPr/>
            <p:nvPr/>
          </p:nvSpPr>
          <p:spPr>
            <a:xfrm>
              <a:off x="3827340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33" name="ph3033"/>
            <p:cNvSpPr/>
            <p:nvPr/>
          </p:nvSpPr>
          <p:spPr>
            <a:xfrm>
              <a:off x="4452959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34" name="ph3034"/>
            <p:cNvSpPr/>
            <p:nvPr/>
          </p:nvSpPr>
          <p:spPr>
            <a:xfrm>
              <a:off x="4465471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35" name="ph3035"/>
            <p:cNvSpPr/>
            <p:nvPr/>
          </p:nvSpPr>
          <p:spPr>
            <a:xfrm>
              <a:off x="4477983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36" name="ph3036"/>
            <p:cNvSpPr/>
            <p:nvPr/>
          </p:nvSpPr>
          <p:spPr>
            <a:xfrm>
              <a:off x="4490495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37" name="ph3037"/>
            <p:cNvSpPr/>
            <p:nvPr/>
          </p:nvSpPr>
          <p:spPr>
            <a:xfrm>
              <a:off x="4503008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38" name="ph3038"/>
            <p:cNvSpPr/>
            <p:nvPr/>
          </p:nvSpPr>
          <p:spPr>
            <a:xfrm>
              <a:off x="4515520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39" name="ph3039"/>
            <p:cNvSpPr/>
            <p:nvPr/>
          </p:nvSpPr>
          <p:spPr>
            <a:xfrm>
              <a:off x="4528032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40" name="ph3040"/>
            <p:cNvSpPr/>
            <p:nvPr/>
          </p:nvSpPr>
          <p:spPr>
            <a:xfrm>
              <a:off x="4690693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41" name="ph3041"/>
            <p:cNvSpPr/>
            <p:nvPr/>
          </p:nvSpPr>
          <p:spPr>
            <a:xfrm>
              <a:off x="4703205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42" name="ph3042"/>
            <p:cNvSpPr/>
            <p:nvPr/>
          </p:nvSpPr>
          <p:spPr>
            <a:xfrm>
              <a:off x="4715717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43" name="ph3043"/>
            <p:cNvSpPr/>
            <p:nvPr/>
          </p:nvSpPr>
          <p:spPr>
            <a:xfrm>
              <a:off x="4728231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44" name="ph3044"/>
            <p:cNvSpPr/>
            <p:nvPr/>
          </p:nvSpPr>
          <p:spPr>
            <a:xfrm>
              <a:off x="4740743" y="33150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45" name="ph3045"/>
            <p:cNvSpPr/>
            <p:nvPr/>
          </p:nvSpPr>
          <p:spPr>
            <a:xfrm>
              <a:off x="3076599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175">
                <a:alpha val="100000"/>
              </a:srgbClr>
            </a:solidFill>
            <a:ln w="5420" cap="flat">
              <a:solidFill>
                <a:srgbClr val="3C41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46" name="ph3046"/>
            <p:cNvSpPr/>
            <p:nvPr/>
          </p:nvSpPr>
          <p:spPr>
            <a:xfrm>
              <a:off x="3089111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47" name="ph3047"/>
            <p:cNvSpPr/>
            <p:nvPr/>
          </p:nvSpPr>
          <p:spPr>
            <a:xfrm>
              <a:off x="3101623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48" name="ph3048"/>
            <p:cNvSpPr/>
            <p:nvPr/>
          </p:nvSpPr>
          <p:spPr>
            <a:xfrm>
              <a:off x="3114135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49" name="ph3049"/>
            <p:cNvSpPr/>
            <p:nvPr/>
          </p:nvSpPr>
          <p:spPr>
            <a:xfrm>
              <a:off x="3126648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50" name="ph3050"/>
            <p:cNvSpPr/>
            <p:nvPr/>
          </p:nvSpPr>
          <p:spPr>
            <a:xfrm>
              <a:off x="3139160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51" name="ph3051"/>
            <p:cNvSpPr/>
            <p:nvPr/>
          </p:nvSpPr>
          <p:spPr>
            <a:xfrm>
              <a:off x="3539556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52" name="ph3052"/>
            <p:cNvSpPr/>
            <p:nvPr/>
          </p:nvSpPr>
          <p:spPr>
            <a:xfrm>
              <a:off x="3552068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53" name="ph3053"/>
            <p:cNvSpPr/>
            <p:nvPr/>
          </p:nvSpPr>
          <p:spPr>
            <a:xfrm>
              <a:off x="3564580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54" name="ph3054"/>
            <p:cNvSpPr/>
            <p:nvPr/>
          </p:nvSpPr>
          <p:spPr>
            <a:xfrm>
              <a:off x="3577093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55" name="ph3055"/>
            <p:cNvSpPr/>
            <p:nvPr/>
          </p:nvSpPr>
          <p:spPr>
            <a:xfrm>
              <a:off x="3589605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56" name="ph3056"/>
            <p:cNvSpPr/>
            <p:nvPr/>
          </p:nvSpPr>
          <p:spPr>
            <a:xfrm>
              <a:off x="3602117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57" name="ph3057"/>
            <p:cNvSpPr/>
            <p:nvPr/>
          </p:nvSpPr>
          <p:spPr>
            <a:xfrm>
              <a:off x="3614629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58" name="ph3058"/>
            <p:cNvSpPr/>
            <p:nvPr/>
          </p:nvSpPr>
          <p:spPr>
            <a:xfrm>
              <a:off x="3627143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59" name="ph3059"/>
            <p:cNvSpPr/>
            <p:nvPr/>
          </p:nvSpPr>
          <p:spPr>
            <a:xfrm>
              <a:off x="3639655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60" name="ph3060"/>
            <p:cNvSpPr/>
            <p:nvPr/>
          </p:nvSpPr>
          <p:spPr>
            <a:xfrm>
              <a:off x="3652167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61" name="ph3061"/>
            <p:cNvSpPr/>
            <p:nvPr/>
          </p:nvSpPr>
          <p:spPr>
            <a:xfrm>
              <a:off x="3664679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62" name="ph3062"/>
            <p:cNvSpPr/>
            <p:nvPr/>
          </p:nvSpPr>
          <p:spPr>
            <a:xfrm>
              <a:off x="3677192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63" name="ph3063"/>
            <p:cNvSpPr/>
            <p:nvPr/>
          </p:nvSpPr>
          <p:spPr>
            <a:xfrm>
              <a:off x="3689704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64" name="ph3064"/>
            <p:cNvSpPr/>
            <p:nvPr/>
          </p:nvSpPr>
          <p:spPr>
            <a:xfrm>
              <a:off x="3702216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65" name="ph3065"/>
            <p:cNvSpPr/>
            <p:nvPr/>
          </p:nvSpPr>
          <p:spPr>
            <a:xfrm>
              <a:off x="3714729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66" name="ph3066"/>
            <p:cNvSpPr/>
            <p:nvPr/>
          </p:nvSpPr>
          <p:spPr>
            <a:xfrm>
              <a:off x="3727241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F5C">
                <a:alpha val="100000"/>
              </a:srgbClr>
            </a:solidFill>
            <a:ln w="5420" cap="flat">
              <a:solidFill>
                <a:srgbClr val="392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67" name="ph3067"/>
            <p:cNvSpPr/>
            <p:nvPr/>
          </p:nvSpPr>
          <p:spPr>
            <a:xfrm>
              <a:off x="3739753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68" name="ph3068"/>
            <p:cNvSpPr/>
            <p:nvPr/>
          </p:nvSpPr>
          <p:spPr>
            <a:xfrm>
              <a:off x="3752265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69" name="ph3069"/>
            <p:cNvSpPr/>
            <p:nvPr/>
          </p:nvSpPr>
          <p:spPr>
            <a:xfrm>
              <a:off x="3764779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70" name="ph3070"/>
            <p:cNvSpPr/>
            <p:nvPr/>
          </p:nvSpPr>
          <p:spPr>
            <a:xfrm>
              <a:off x="3777291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71" name="ph3071"/>
            <p:cNvSpPr/>
            <p:nvPr/>
          </p:nvSpPr>
          <p:spPr>
            <a:xfrm>
              <a:off x="3789803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72" name="ph3072"/>
            <p:cNvSpPr/>
            <p:nvPr/>
          </p:nvSpPr>
          <p:spPr>
            <a:xfrm>
              <a:off x="3802315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73" name="ph3073"/>
            <p:cNvSpPr/>
            <p:nvPr/>
          </p:nvSpPr>
          <p:spPr>
            <a:xfrm>
              <a:off x="3814828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74" name="ph3074"/>
            <p:cNvSpPr/>
            <p:nvPr/>
          </p:nvSpPr>
          <p:spPr>
            <a:xfrm>
              <a:off x="3827340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75" name="ph3075"/>
            <p:cNvSpPr/>
            <p:nvPr/>
          </p:nvSpPr>
          <p:spPr>
            <a:xfrm>
              <a:off x="4465471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76" name="ph3076"/>
            <p:cNvSpPr/>
            <p:nvPr/>
          </p:nvSpPr>
          <p:spPr>
            <a:xfrm>
              <a:off x="4477983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77" name="ph3077"/>
            <p:cNvSpPr/>
            <p:nvPr/>
          </p:nvSpPr>
          <p:spPr>
            <a:xfrm>
              <a:off x="4490495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78" name="ph3078"/>
            <p:cNvSpPr/>
            <p:nvPr/>
          </p:nvSpPr>
          <p:spPr>
            <a:xfrm>
              <a:off x="4503008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79" name="ph3079"/>
            <p:cNvSpPr/>
            <p:nvPr/>
          </p:nvSpPr>
          <p:spPr>
            <a:xfrm>
              <a:off x="4515520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80" name="ph3080"/>
            <p:cNvSpPr/>
            <p:nvPr/>
          </p:nvSpPr>
          <p:spPr>
            <a:xfrm>
              <a:off x="4528032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81" name="ph3081"/>
            <p:cNvSpPr/>
            <p:nvPr/>
          </p:nvSpPr>
          <p:spPr>
            <a:xfrm>
              <a:off x="4540544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82" name="ph3082"/>
            <p:cNvSpPr/>
            <p:nvPr/>
          </p:nvSpPr>
          <p:spPr>
            <a:xfrm>
              <a:off x="4703205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83" name="ph3083"/>
            <p:cNvSpPr/>
            <p:nvPr/>
          </p:nvSpPr>
          <p:spPr>
            <a:xfrm>
              <a:off x="4715717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84" name="ph3084"/>
            <p:cNvSpPr/>
            <p:nvPr/>
          </p:nvSpPr>
          <p:spPr>
            <a:xfrm>
              <a:off x="4728231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85" name="ph3085"/>
            <p:cNvSpPr/>
            <p:nvPr/>
          </p:nvSpPr>
          <p:spPr>
            <a:xfrm>
              <a:off x="4740743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86" name="ph3086"/>
            <p:cNvSpPr/>
            <p:nvPr/>
          </p:nvSpPr>
          <p:spPr>
            <a:xfrm>
              <a:off x="4753255" y="33304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87" name="ph3087"/>
            <p:cNvSpPr/>
            <p:nvPr/>
          </p:nvSpPr>
          <p:spPr>
            <a:xfrm>
              <a:off x="3051573" y="33457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88" name="ph3088"/>
            <p:cNvSpPr/>
            <p:nvPr/>
          </p:nvSpPr>
          <p:spPr>
            <a:xfrm>
              <a:off x="3064085" y="33457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89" name="ph3089"/>
            <p:cNvSpPr/>
            <p:nvPr/>
          </p:nvSpPr>
          <p:spPr>
            <a:xfrm>
              <a:off x="3076599" y="33457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90" name="ph3090"/>
            <p:cNvSpPr/>
            <p:nvPr/>
          </p:nvSpPr>
          <p:spPr>
            <a:xfrm>
              <a:off x="3089111" y="33457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175">
                <a:alpha val="100000"/>
              </a:srgbClr>
            </a:solidFill>
            <a:ln w="5420" cap="flat">
              <a:solidFill>
                <a:srgbClr val="3C41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91" name="ph3091"/>
            <p:cNvSpPr/>
            <p:nvPr/>
          </p:nvSpPr>
          <p:spPr>
            <a:xfrm>
              <a:off x="3101623" y="33457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92" name="ph3092"/>
            <p:cNvSpPr/>
            <p:nvPr/>
          </p:nvSpPr>
          <p:spPr>
            <a:xfrm>
              <a:off x="3114135" y="33457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93" name="ph3093"/>
            <p:cNvSpPr/>
            <p:nvPr/>
          </p:nvSpPr>
          <p:spPr>
            <a:xfrm>
              <a:off x="3126648" y="33457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94" name="ph3094"/>
            <p:cNvSpPr/>
            <p:nvPr/>
          </p:nvSpPr>
          <p:spPr>
            <a:xfrm>
              <a:off x="3564580" y="33457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95" name="ph3095"/>
            <p:cNvSpPr/>
            <p:nvPr/>
          </p:nvSpPr>
          <p:spPr>
            <a:xfrm>
              <a:off x="3577093" y="33457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96" name="ph3096"/>
            <p:cNvSpPr/>
            <p:nvPr/>
          </p:nvSpPr>
          <p:spPr>
            <a:xfrm>
              <a:off x="3589605" y="33457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97" name="ph3097"/>
            <p:cNvSpPr/>
            <p:nvPr/>
          </p:nvSpPr>
          <p:spPr>
            <a:xfrm>
              <a:off x="3602117" y="33457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98" name="ph3098"/>
            <p:cNvSpPr/>
            <p:nvPr/>
          </p:nvSpPr>
          <p:spPr>
            <a:xfrm>
              <a:off x="3614629" y="33457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99" name="ph3099"/>
            <p:cNvSpPr/>
            <p:nvPr/>
          </p:nvSpPr>
          <p:spPr>
            <a:xfrm>
              <a:off x="3627143" y="33457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00" name="ph3100"/>
            <p:cNvSpPr/>
            <p:nvPr/>
          </p:nvSpPr>
          <p:spPr>
            <a:xfrm>
              <a:off x="3639655" y="33457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01" name="ph3101"/>
            <p:cNvSpPr/>
            <p:nvPr/>
          </p:nvSpPr>
          <p:spPr>
            <a:xfrm>
              <a:off x="3652167" y="33457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02" name="ph3102"/>
            <p:cNvSpPr/>
            <p:nvPr/>
          </p:nvSpPr>
          <p:spPr>
            <a:xfrm>
              <a:off x="3664679" y="33457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03" name="ph3103"/>
            <p:cNvSpPr/>
            <p:nvPr/>
          </p:nvSpPr>
          <p:spPr>
            <a:xfrm>
              <a:off x="3677192" y="33457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04" name="ph3104"/>
            <p:cNvSpPr/>
            <p:nvPr/>
          </p:nvSpPr>
          <p:spPr>
            <a:xfrm>
              <a:off x="3689704" y="33457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05" name="ph3105"/>
            <p:cNvSpPr/>
            <p:nvPr/>
          </p:nvSpPr>
          <p:spPr>
            <a:xfrm>
              <a:off x="3702216" y="33457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06" name="ph3106"/>
            <p:cNvSpPr/>
            <p:nvPr/>
          </p:nvSpPr>
          <p:spPr>
            <a:xfrm>
              <a:off x="3739753" y="33457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07" name="ph3107"/>
            <p:cNvSpPr/>
            <p:nvPr/>
          </p:nvSpPr>
          <p:spPr>
            <a:xfrm>
              <a:off x="3752265" y="33457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08" name="ph3108"/>
            <p:cNvSpPr/>
            <p:nvPr/>
          </p:nvSpPr>
          <p:spPr>
            <a:xfrm>
              <a:off x="3764779" y="33457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09" name="ph3109"/>
            <p:cNvSpPr/>
            <p:nvPr/>
          </p:nvSpPr>
          <p:spPr>
            <a:xfrm>
              <a:off x="3777291" y="33457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10" name="ph3110"/>
            <p:cNvSpPr/>
            <p:nvPr/>
          </p:nvSpPr>
          <p:spPr>
            <a:xfrm>
              <a:off x="3789803" y="33457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11" name="ph3111"/>
            <p:cNvSpPr/>
            <p:nvPr/>
          </p:nvSpPr>
          <p:spPr>
            <a:xfrm>
              <a:off x="3802315" y="33457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12" name="ph3112"/>
            <p:cNvSpPr/>
            <p:nvPr/>
          </p:nvSpPr>
          <p:spPr>
            <a:xfrm>
              <a:off x="3814828" y="33457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13" name="ph3113"/>
            <p:cNvSpPr/>
            <p:nvPr/>
          </p:nvSpPr>
          <p:spPr>
            <a:xfrm>
              <a:off x="3827340" y="33457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765">
                <a:alpha val="100000"/>
              </a:srgbClr>
            </a:solidFill>
            <a:ln w="5420" cap="flat">
              <a:solidFill>
                <a:srgbClr val="3B37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14" name="ph3114"/>
            <p:cNvSpPr/>
            <p:nvPr/>
          </p:nvSpPr>
          <p:spPr>
            <a:xfrm>
              <a:off x="4490495" y="33457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15" name="ph3115"/>
            <p:cNvSpPr/>
            <p:nvPr/>
          </p:nvSpPr>
          <p:spPr>
            <a:xfrm>
              <a:off x="4503008" y="33457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16" name="ph3116"/>
            <p:cNvSpPr/>
            <p:nvPr/>
          </p:nvSpPr>
          <p:spPr>
            <a:xfrm>
              <a:off x="4515520" y="33457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17" name="ph3117"/>
            <p:cNvSpPr/>
            <p:nvPr/>
          </p:nvSpPr>
          <p:spPr>
            <a:xfrm>
              <a:off x="4528032" y="33457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18" name="ph3118"/>
            <p:cNvSpPr/>
            <p:nvPr/>
          </p:nvSpPr>
          <p:spPr>
            <a:xfrm>
              <a:off x="4540544" y="33457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19" name="ph3119"/>
            <p:cNvSpPr/>
            <p:nvPr/>
          </p:nvSpPr>
          <p:spPr>
            <a:xfrm>
              <a:off x="4553057" y="33457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20" name="ph3120"/>
            <p:cNvSpPr/>
            <p:nvPr/>
          </p:nvSpPr>
          <p:spPr>
            <a:xfrm>
              <a:off x="4703205" y="33457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21" name="ph3121"/>
            <p:cNvSpPr/>
            <p:nvPr/>
          </p:nvSpPr>
          <p:spPr>
            <a:xfrm>
              <a:off x="4715717" y="33457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22" name="ph3122"/>
            <p:cNvSpPr/>
            <p:nvPr/>
          </p:nvSpPr>
          <p:spPr>
            <a:xfrm>
              <a:off x="4728231" y="33457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23" name="ph3123"/>
            <p:cNvSpPr/>
            <p:nvPr/>
          </p:nvSpPr>
          <p:spPr>
            <a:xfrm>
              <a:off x="4740743" y="33457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24" name="ph3124"/>
            <p:cNvSpPr/>
            <p:nvPr/>
          </p:nvSpPr>
          <p:spPr>
            <a:xfrm>
              <a:off x="4753255" y="33457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25" name="ph3125"/>
            <p:cNvSpPr/>
            <p:nvPr/>
          </p:nvSpPr>
          <p:spPr>
            <a:xfrm>
              <a:off x="4765767" y="33457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26" name="ph3126"/>
            <p:cNvSpPr/>
            <p:nvPr/>
          </p:nvSpPr>
          <p:spPr>
            <a:xfrm>
              <a:off x="2926449" y="33611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27" name="ph3127"/>
            <p:cNvSpPr/>
            <p:nvPr/>
          </p:nvSpPr>
          <p:spPr>
            <a:xfrm>
              <a:off x="2938963" y="33611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28" name="ph3128"/>
            <p:cNvSpPr/>
            <p:nvPr/>
          </p:nvSpPr>
          <p:spPr>
            <a:xfrm>
              <a:off x="2951475" y="33611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29" name="ph3129"/>
            <p:cNvSpPr/>
            <p:nvPr/>
          </p:nvSpPr>
          <p:spPr>
            <a:xfrm>
              <a:off x="2963987" y="33611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30" name="ph3130"/>
            <p:cNvSpPr/>
            <p:nvPr/>
          </p:nvSpPr>
          <p:spPr>
            <a:xfrm>
              <a:off x="2976499" y="33611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2A55">
                <a:alpha val="100000"/>
              </a:srgbClr>
            </a:solidFill>
            <a:ln w="5420" cap="flat">
              <a:solidFill>
                <a:srgbClr val="382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31" name="ph3131"/>
            <p:cNvSpPr/>
            <p:nvPr/>
          </p:nvSpPr>
          <p:spPr>
            <a:xfrm>
              <a:off x="2989012" y="33611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2A55">
                <a:alpha val="100000"/>
              </a:srgbClr>
            </a:solidFill>
            <a:ln w="5420" cap="flat">
              <a:solidFill>
                <a:srgbClr val="382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32" name="ph3132"/>
            <p:cNvSpPr/>
            <p:nvPr/>
          </p:nvSpPr>
          <p:spPr>
            <a:xfrm>
              <a:off x="3026549" y="33611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33" name="ph3133"/>
            <p:cNvSpPr/>
            <p:nvPr/>
          </p:nvSpPr>
          <p:spPr>
            <a:xfrm>
              <a:off x="3039061" y="33611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34" name="ph3134"/>
            <p:cNvSpPr/>
            <p:nvPr/>
          </p:nvSpPr>
          <p:spPr>
            <a:xfrm>
              <a:off x="3051573" y="33611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35" name="ph3135"/>
            <p:cNvSpPr/>
            <p:nvPr/>
          </p:nvSpPr>
          <p:spPr>
            <a:xfrm>
              <a:off x="3064085" y="33611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36" name="ph3136"/>
            <p:cNvSpPr/>
            <p:nvPr/>
          </p:nvSpPr>
          <p:spPr>
            <a:xfrm>
              <a:off x="3076599" y="33611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37" name="ph3137"/>
            <p:cNvSpPr/>
            <p:nvPr/>
          </p:nvSpPr>
          <p:spPr>
            <a:xfrm>
              <a:off x="3089111" y="33611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38" name="ph3138"/>
            <p:cNvSpPr/>
            <p:nvPr/>
          </p:nvSpPr>
          <p:spPr>
            <a:xfrm>
              <a:off x="3101623" y="33611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39" name="ph3139"/>
            <p:cNvSpPr/>
            <p:nvPr/>
          </p:nvSpPr>
          <p:spPr>
            <a:xfrm>
              <a:off x="3114135" y="33611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40" name="ph3140"/>
            <p:cNvSpPr/>
            <p:nvPr/>
          </p:nvSpPr>
          <p:spPr>
            <a:xfrm>
              <a:off x="3664679" y="33611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41" name="ph3141"/>
            <p:cNvSpPr/>
            <p:nvPr/>
          </p:nvSpPr>
          <p:spPr>
            <a:xfrm>
              <a:off x="3677192" y="33611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42" name="ph3142"/>
            <p:cNvSpPr/>
            <p:nvPr/>
          </p:nvSpPr>
          <p:spPr>
            <a:xfrm>
              <a:off x="3752265" y="33611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43" name="ph3143"/>
            <p:cNvSpPr/>
            <p:nvPr/>
          </p:nvSpPr>
          <p:spPr>
            <a:xfrm>
              <a:off x="3764779" y="33611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44" name="ph3144"/>
            <p:cNvSpPr/>
            <p:nvPr/>
          </p:nvSpPr>
          <p:spPr>
            <a:xfrm>
              <a:off x="3777291" y="33611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45" name="ph3145"/>
            <p:cNvSpPr/>
            <p:nvPr/>
          </p:nvSpPr>
          <p:spPr>
            <a:xfrm>
              <a:off x="3789803" y="33611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46" name="ph3146"/>
            <p:cNvSpPr/>
            <p:nvPr/>
          </p:nvSpPr>
          <p:spPr>
            <a:xfrm>
              <a:off x="3802315" y="33611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47" name="ph3147"/>
            <p:cNvSpPr/>
            <p:nvPr/>
          </p:nvSpPr>
          <p:spPr>
            <a:xfrm>
              <a:off x="3814828" y="33611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48" name="ph3148"/>
            <p:cNvSpPr/>
            <p:nvPr/>
          </p:nvSpPr>
          <p:spPr>
            <a:xfrm>
              <a:off x="4503008" y="33611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49" name="ph3149"/>
            <p:cNvSpPr/>
            <p:nvPr/>
          </p:nvSpPr>
          <p:spPr>
            <a:xfrm>
              <a:off x="4515520" y="33611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50" name="ph3150"/>
            <p:cNvSpPr/>
            <p:nvPr/>
          </p:nvSpPr>
          <p:spPr>
            <a:xfrm>
              <a:off x="4528032" y="33611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51" name="ph3151"/>
            <p:cNvSpPr/>
            <p:nvPr/>
          </p:nvSpPr>
          <p:spPr>
            <a:xfrm>
              <a:off x="4540544" y="33611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52" name="ph3152"/>
            <p:cNvSpPr/>
            <p:nvPr/>
          </p:nvSpPr>
          <p:spPr>
            <a:xfrm>
              <a:off x="4553057" y="33611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53" name="ph3153"/>
            <p:cNvSpPr/>
            <p:nvPr/>
          </p:nvSpPr>
          <p:spPr>
            <a:xfrm>
              <a:off x="4715717" y="33611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54" name="ph3154"/>
            <p:cNvSpPr/>
            <p:nvPr/>
          </p:nvSpPr>
          <p:spPr>
            <a:xfrm>
              <a:off x="4728231" y="33611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55" name="ph3155"/>
            <p:cNvSpPr/>
            <p:nvPr/>
          </p:nvSpPr>
          <p:spPr>
            <a:xfrm>
              <a:off x="4740743" y="33611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56" name="ph3156"/>
            <p:cNvSpPr/>
            <p:nvPr/>
          </p:nvSpPr>
          <p:spPr>
            <a:xfrm>
              <a:off x="4753255" y="33611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57" name="ph3157"/>
            <p:cNvSpPr/>
            <p:nvPr/>
          </p:nvSpPr>
          <p:spPr>
            <a:xfrm>
              <a:off x="4765767" y="33611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58" name="ph3158"/>
            <p:cNvSpPr/>
            <p:nvPr/>
          </p:nvSpPr>
          <p:spPr>
            <a:xfrm>
              <a:off x="2913937" y="337654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59" name="ph3159"/>
            <p:cNvSpPr/>
            <p:nvPr/>
          </p:nvSpPr>
          <p:spPr>
            <a:xfrm>
              <a:off x="2926449" y="337654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60" name="ph3160"/>
            <p:cNvSpPr/>
            <p:nvPr/>
          </p:nvSpPr>
          <p:spPr>
            <a:xfrm>
              <a:off x="2938963" y="337654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D57">
                <a:alpha val="100000"/>
              </a:srgbClr>
            </a:solidFill>
            <a:ln w="5420" cap="flat">
              <a:solidFill>
                <a:srgbClr val="392D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61" name="ph3161"/>
            <p:cNvSpPr/>
            <p:nvPr/>
          </p:nvSpPr>
          <p:spPr>
            <a:xfrm>
              <a:off x="2951475" y="337654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62" name="ph3162"/>
            <p:cNvSpPr/>
            <p:nvPr/>
          </p:nvSpPr>
          <p:spPr>
            <a:xfrm>
              <a:off x="2963987" y="337654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63" name="ph3163"/>
            <p:cNvSpPr/>
            <p:nvPr/>
          </p:nvSpPr>
          <p:spPr>
            <a:xfrm>
              <a:off x="2976499" y="337654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64" name="ph3164"/>
            <p:cNvSpPr/>
            <p:nvPr/>
          </p:nvSpPr>
          <p:spPr>
            <a:xfrm>
              <a:off x="2989012" y="337654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65" name="ph3165"/>
            <p:cNvSpPr/>
            <p:nvPr/>
          </p:nvSpPr>
          <p:spPr>
            <a:xfrm>
              <a:off x="3001524" y="337654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2A55">
                <a:alpha val="100000"/>
              </a:srgbClr>
            </a:solidFill>
            <a:ln w="5420" cap="flat">
              <a:solidFill>
                <a:srgbClr val="382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66" name="ph3166"/>
            <p:cNvSpPr/>
            <p:nvPr/>
          </p:nvSpPr>
          <p:spPr>
            <a:xfrm>
              <a:off x="3014036" y="337654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67" name="ph3167"/>
            <p:cNvSpPr/>
            <p:nvPr/>
          </p:nvSpPr>
          <p:spPr>
            <a:xfrm>
              <a:off x="3026549" y="337654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68" name="ph3168"/>
            <p:cNvSpPr/>
            <p:nvPr/>
          </p:nvSpPr>
          <p:spPr>
            <a:xfrm>
              <a:off x="3039061" y="337654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69" name="ph3169"/>
            <p:cNvSpPr/>
            <p:nvPr/>
          </p:nvSpPr>
          <p:spPr>
            <a:xfrm>
              <a:off x="3051573" y="337654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70" name="ph3170"/>
            <p:cNvSpPr/>
            <p:nvPr/>
          </p:nvSpPr>
          <p:spPr>
            <a:xfrm>
              <a:off x="3064085" y="337654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71" name="ph3171"/>
            <p:cNvSpPr/>
            <p:nvPr/>
          </p:nvSpPr>
          <p:spPr>
            <a:xfrm>
              <a:off x="3076599" y="337654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72" name="ph3172"/>
            <p:cNvSpPr/>
            <p:nvPr/>
          </p:nvSpPr>
          <p:spPr>
            <a:xfrm>
              <a:off x="3089111" y="337654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73" name="ph3173"/>
            <p:cNvSpPr/>
            <p:nvPr/>
          </p:nvSpPr>
          <p:spPr>
            <a:xfrm>
              <a:off x="3101623" y="337654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74" name="ph3174"/>
            <p:cNvSpPr/>
            <p:nvPr/>
          </p:nvSpPr>
          <p:spPr>
            <a:xfrm>
              <a:off x="3752265" y="337654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75" name="ph3175"/>
            <p:cNvSpPr/>
            <p:nvPr/>
          </p:nvSpPr>
          <p:spPr>
            <a:xfrm>
              <a:off x="3764779" y="337654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76" name="ph3176"/>
            <p:cNvSpPr/>
            <p:nvPr/>
          </p:nvSpPr>
          <p:spPr>
            <a:xfrm>
              <a:off x="3777291" y="337654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77" name="ph3177"/>
            <p:cNvSpPr/>
            <p:nvPr/>
          </p:nvSpPr>
          <p:spPr>
            <a:xfrm>
              <a:off x="3789803" y="337654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78" name="ph3178"/>
            <p:cNvSpPr/>
            <p:nvPr/>
          </p:nvSpPr>
          <p:spPr>
            <a:xfrm>
              <a:off x="4503008" y="337654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79" name="ph3179"/>
            <p:cNvSpPr/>
            <p:nvPr/>
          </p:nvSpPr>
          <p:spPr>
            <a:xfrm>
              <a:off x="4515520" y="337654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80" name="ph3180"/>
            <p:cNvSpPr/>
            <p:nvPr/>
          </p:nvSpPr>
          <p:spPr>
            <a:xfrm>
              <a:off x="4528032" y="337654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81" name="ph3181"/>
            <p:cNvSpPr/>
            <p:nvPr/>
          </p:nvSpPr>
          <p:spPr>
            <a:xfrm>
              <a:off x="4540544" y="337654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82" name="ph3182"/>
            <p:cNvSpPr/>
            <p:nvPr/>
          </p:nvSpPr>
          <p:spPr>
            <a:xfrm>
              <a:off x="4553057" y="337654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83" name="ph3183"/>
            <p:cNvSpPr/>
            <p:nvPr/>
          </p:nvSpPr>
          <p:spPr>
            <a:xfrm>
              <a:off x="4715717" y="337654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84" name="ph3184"/>
            <p:cNvSpPr/>
            <p:nvPr/>
          </p:nvSpPr>
          <p:spPr>
            <a:xfrm>
              <a:off x="4728231" y="337654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85" name="ph3185"/>
            <p:cNvSpPr/>
            <p:nvPr/>
          </p:nvSpPr>
          <p:spPr>
            <a:xfrm>
              <a:off x="4740743" y="337654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7DA4">
                <a:alpha val="100000"/>
              </a:srgbClr>
            </a:solidFill>
            <a:ln w="5420" cap="flat">
              <a:solidFill>
                <a:srgbClr val="3A7D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86" name="ph3186"/>
            <p:cNvSpPr/>
            <p:nvPr/>
          </p:nvSpPr>
          <p:spPr>
            <a:xfrm>
              <a:off x="4753255" y="337654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87" name="ph3187"/>
            <p:cNvSpPr/>
            <p:nvPr/>
          </p:nvSpPr>
          <p:spPr>
            <a:xfrm>
              <a:off x="4765767" y="337654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88" name="ph3188"/>
            <p:cNvSpPr/>
            <p:nvPr/>
          </p:nvSpPr>
          <p:spPr>
            <a:xfrm>
              <a:off x="4778280" y="337654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89" name="ph3189"/>
            <p:cNvSpPr/>
            <p:nvPr/>
          </p:nvSpPr>
          <p:spPr>
            <a:xfrm>
              <a:off x="2913937" y="339192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90" name="ph3190"/>
            <p:cNvSpPr/>
            <p:nvPr/>
          </p:nvSpPr>
          <p:spPr>
            <a:xfrm>
              <a:off x="2926449" y="339192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91" name="ph3191"/>
            <p:cNvSpPr/>
            <p:nvPr/>
          </p:nvSpPr>
          <p:spPr>
            <a:xfrm>
              <a:off x="2938963" y="339192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92" name="ph3192"/>
            <p:cNvSpPr/>
            <p:nvPr/>
          </p:nvSpPr>
          <p:spPr>
            <a:xfrm>
              <a:off x="2951475" y="339192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93" name="ph3193"/>
            <p:cNvSpPr/>
            <p:nvPr/>
          </p:nvSpPr>
          <p:spPr>
            <a:xfrm>
              <a:off x="2963987" y="339192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94" name="ph3194"/>
            <p:cNvSpPr/>
            <p:nvPr/>
          </p:nvSpPr>
          <p:spPr>
            <a:xfrm>
              <a:off x="2976499" y="339192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2A53">
                <a:alpha val="100000"/>
              </a:srgbClr>
            </a:solidFill>
            <a:ln w="5420" cap="flat">
              <a:solidFill>
                <a:srgbClr val="37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95" name="ph3195"/>
            <p:cNvSpPr/>
            <p:nvPr/>
          </p:nvSpPr>
          <p:spPr>
            <a:xfrm>
              <a:off x="2989012" y="339192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72A53">
                <a:alpha val="100000"/>
              </a:srgbClr>
            </a:solidFill>
            <a:ln w="5420" cap="flat">
              <a:solidFill>
                <a:srgbClr val="37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96" name="ph3196"/>
            <p:cNvSpPr/>
            <p:nvPr/>
          </p:nvSpPr>
          <p:spPr>
            <a:xfrm>
              <a:off x="3001524" y="339192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97" name="ph3197"/>
            <p:cNvSpPr/>
            <p:nvPr/>
          </p:nvSpPr>
          <p:spPr>
            <a:xfrm>
              <a:off x="3014036" y="339192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98" name="ph3198"/>
            <p:cNvSpPr/>
            <p:nvPr/>
          </p:nvSpPr>
          <p:spPr>
            <a:xfrm>
              <a:off x="3026549" y="339192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99" name="ph3199"/>
            <p:cNvSpPr/>
            <p:nvPr/>
          </p:nvSpPr>
          <p:spPr>
            <a:xfrm>
              <a:off x="3039061" y="339192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00" name="ph3200"/>
            <p:cNvSpPr/>
            <p:nvPr/>
          </p:nvSpPr>
          <p:spPr>
            <a:xfrm>
              <a:off x="3051573" y="339192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01" name="ph3201"/>
            <p:cNvSpPr/>
            <p:nvPr/>
          </p:nvSpPr>
          <p:spPr>
            <a:xfrm>
              <a:off x="3064085" y="339192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02" name="ph3202"/>
            <p:cNvSpPr/>
            <p:nvPr/>
          </p:nvSpPr>
          <p:spPr>
            <a:xfrm>
              <a:off x="3076599" y="339192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03" name="ph3203"/>
            <p:cNvSpPr/>
            <p:nvPr/>
          </p:nvSpPr>
          <p:spPr>
            <a:xfrm>
              <a:off x="3089111" y="339192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04" name="ph3204"/>
            <p:cNvSpPr/>
            <p:nvPr/>
          </p:nvSpPr>
          <p:spPr>
            <a:xfrm>
              <a:off x="4503008" y="339192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05" name="ph3205"/>
            <p:cNvSpPr/>
            <p:nvPr/>
          </p:nvSpPr>
          <p:spPr>
            <a:xfrm>
              <a:off x="4515520" y="339192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06" name="ph3206"/>
            <p:cNvSpPr/>
            <p:nvPr/>
          </p:nvSpPr>
          <p:spPr>
            <a:xfrm>
              <a:off x="4528032" y="339192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07" name="ph3207"/>
            <p:cNvSpPr/>
            <p:nvPr/>
          </p:nvSpPr>
          <p:spPr>
            <a:xfrm>
              <a:off x="4540544" y="339192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08" name="ph3208"/>
            <p:cNvSpPr/>
            <p:nvPr/>
          </p:nvSpPr>
          <p:spPr>
            <a:xfrm>
              <a:off x="4553057" y="339192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09" name="ph3209"/>
            <p:cNvSpPr/>
            <p:nvPr/>
          </p:nvSpPr>
          <p:spPr>
            <a:xfrm>
              <a:off x="4715717" y="339192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10" name="ph3210"/>
            <p:cNvSpPr/>
            <p:nvPr/>
          </p:nvSpPr>
          <p:spPr>
            <a:xfrm>
              <a:off x="4728231" y="339192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11" name="ph3211"/>
            <p:cNvSpPr/>
            <p:nvPr/>
          </p:nvSpPr>
          <p:spPr>
            <a:xfrm>
              <a:off x="4740743" y="339192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12" name="ph3212"/>
            <p:cNvSpPr/>
            <p:nvPr/>
          </p:nvSpPr>
          <p:spPr>
            <a:xfrm>
              <a:off x="4753255" y="339192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13" name="ph3213"/>
            <p:cNvSpPr/>
            <p:nvPr/>
          </p:nvSpPr>
          <p:spPr>
            <a:xfrm>
              <a:off x="4765767" y="339192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14" name="ph3214"/>
            <p:cNvSpPr/>
            <p:nvPr/>
          </p:nvSpPr>
          <p:spPr>
            <a:xfrm>
              <a:off x="4778280" y="339192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15" name="ph3215"/>
            <p:cNvSpPr/>
            <p:nvPr/>
          </p:nvSpPr>
          <p:spPr>
            <a:xfrm>
              <a:off x="4790792" y="339192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16" name="ph3216"/>
            <p:cNvSpPr/>
            <p:nvPr/>
          </p:nvSpPr>
          <p:spPr>
            <a:xfrm>
              <a:off x="2901425" y="34073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17" name="ph3217"/>
            <p:cNvSpPr/>
            <p:nvPr/>
          </p:nvSpPr>
          <p:spPr>
            <a:xfrm>
              <a:off x="2913937" y="34073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18" name="ph3218"/>
            <p:cNvSpPr/>
            <p:nvPr/>
          </p:nvSpPr>
          <p:spPr>
            <a:xfrm>
              <a:off x="2926449" y="34073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19" name="ph3219"/>
            <p:cNvSpPr/>
            <p:nvPr/>
          </p:nvSpPr>
          <p:spPr>
            <a:xfrm>
              <a:off x="2938963" y="34073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20" name="ph3220"/>
            <p:cNvSpPr/>
            <p:nvPr/>
          </p:nvSpPr>
          <p:spPr>
            <a:xfrm>
              <a:off x="2951475" y="34073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21" name="ph3221"/>
            <p:cNvSpPr/>
            <p:nvPr/>
          </p:nvSpPr>
          <p:spPr>
            <a:xfrm>
              <a:off x="2963987" y="34073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22" name="ph3222"/>
            <p:cNvSpPr/>
            <p:nvPr/>
          </p:nvSpPr>
          <p:spPr>
            <a:xfrm>
              <a:off x="2976499" y="34073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23" name="ph3223"/>
            <p:cNvSpPr/>
            <p:nvPr/>
          </p:nvSpPr>
          <p:spPr>
            <a:xfrm>
              <a:off x="2989012" y="34073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24" name="ph3224"/>
            <p:cNvSpPr/>
            <p:nvPr/>
          </p:nvSpPr>
          <p:spPr>
            <a:xfrm>
              <a:off x="3001524" y="34073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25" name="ph3225"/>
            <p:cNvSpPr/>
            <p:nvPr/>
          </p:nvSpPr>
          <p:spPr>
            <a:xfrm>
              <a:off x="3014036" y="34073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26" name="ph3226"/>
            <p:cNvSpPr/>
            <p:nvPr/>
          </p:nvSpPr>
          <p:spPr>
            <a:xfrm>
              <a:off x="3026549" y="34073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27" name="ph3227"/>
            <p:cNvSpPr/>
            <p:nvPr/>
          </p:nvSpPr>
          <p:spPr>
            <a:xfrm>
              <a:off x="3039061" y="34073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28" name="ph3228"/>
            <p:cNvSpPr/>
            <p:nvPr/>
          </p:nvSpPr>
          <p:spPr>
            <a:xfrm>
              <a:off x="3051573" y="34073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29" name="ph3229"/>
            <p:cNvSpPr/>
            <p:nvPr/>
          </p:nvSpPr>
          <p:spPr>
            <a:xfrm>
              <a:off x="3064085" y="34073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30" name="ph3230"/>
            <p:cNvSpPr/>
            <p:nvPr/>
          </p:nvSpPr>
          <p:spPr>
            <a:xfrm>
              <a:off x="4503008" y="34073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31" name="ph3231"/>
            <p:cNvSpPr/>
            <p:nvPr/>
          </p:nvSpPr>
          <p:spPr>
            <a:xfrm>
              <a:off x="4515520" y="34073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32" name="ph3232"/>
            <p:cNvSpPr/>
            <p:nvPr/>
          </p:nvSpPr>
          <p:spPr>
            <a:xfrm>
              <a:off x="4528032" y="34073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33" name="ph3233"/>
            <p:cNvSpPr/>
            <p:nvPr/>
          </p:nvSpPr>
          <p:spPr>
            <a:xfrm>
              <a:off x="4540544" y="34073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34" name="ph3234"/>
            <p:cNvSpPr/>
            <p:nvPr/>
          </p:nvSpPr>
          <p:spPr>
            <a:xfrm>
              <a:off x="4553057" y="34073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35" name="ph3235"/>
            <p:cNvSpPr/>
            <p:nvPr/>
          </p:nvSpPr>
          <p:spPr>
            <a:xfrm>
              <a:off x="4715717" y="34073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36" name="ph3236"/>
            <p:cNvSpPr/>
            <p:nvPr/>
          </p:nvSpPr>
          <p:spPr>
            <a:xfrm>
              <a:off x="4728231" y="34073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37" name="ph3237"/>
            <p:cNvSpPr/>
            <p:nvPr/>
          </p:nvSpPr>
          <p:spPr>
            <a:xfrm>
              <a:off x="4740743" y="34073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38" name="ph3238"/>
            <p:cNvSpPr/>
            <p:nvPr/>
          </p:nvSpPr>
          <p:spPr>
            <a:xfrm>
              <a:off x="4753255" y="34073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39" name="ph3239"/>
            <p:cNvSpPr/>
            <p:nvPr/>
          </p:nvSpPr>
          <p:spPr>
            <a:xfrm>
              <a:off x="4765767" y="34073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40" name="ph3240"/>
            <p:cNvSpPr/>
            <p:nvPr/>
          </p:nvSpPr>
          <p:spPr>
            <a:xfrm>
              <a:off x="4778280" y="34073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DA4">
                <a:alpha val="100000"/>
              </a:srgbClr>
            </a:solidFill>
            <a:ln w="5420" cap="flat">
              <a:solidFill>
                <a:srgbClr val="3A7D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41" name="ph3241"/>
            <p:cNvSpPr/>
            <p:nvPr/>
          </p:nvSpPr>
          <p:spPr>
            <a:xfrm>
              <a:off x="4790792" y="340730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42" name="ph3242"/>
            <p:cNvSpPr/>
            <p:nvPr/>
          </p:nvSpPr>
          <p:spPr>
            <a:xfrm>
              <a:off x="2901425" y="342267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43" name="ph3243"/>
            <p:cNvSpPr/>
            <p:nvPr/>
          </p:nvSpPr>
          <p:spPr>
            <a:xfrm>
              <a:off x="2913937" y="342267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44" name="ph3244"/>
            <p:cNvSpPr/>
            <p:nvPr/>
          </p:nvSpPr>
          <p:spPr>
            <a:xfrm>
              <a:off x="2926449" y="342267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45" name="ph3245"/>
            <p:cNvSpPr/>
            <p:nvPr/>
          </p:nvSpPr>
          <p:spPr>
            <a:xfrm>
              <a:off x="2938963" y="342267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46" name="ph3246"/>
            <p:cNvSpPr/>
            <p:nvPr/>
          </p:nvSpPr>
          <p:spPr>
            <a:xfrm>
              <a:off x="2951475" y="342267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47" name="ph3247"/>
            <p:cNvSpPr/>
            <p:nvPr/>
          </p:nvSpPr>
          <p:spPr>
            <a:xfrm>
              <a:off x="2963987" y="342267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48" name="ph3248"/>
            <p:cNvSpPr/>
            <p:nvPr/>
          </p:nvSpPr>
          <p:spPr>
            <a:xfrm>
              <a:off x="2976499" y="342267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49" name="ph3249"/>
            <p:cNvSpPr/>
            <p:nvPr/>
          </p:nvSpPr>
          <p:spPr>
            <a:xfrm>
              <a:off x="2989012" y="342267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50" name="ph3250"/>
            <p:cNvSpPr/>
            <p:nvPr/>
          </p:nvSpPr>
          <p:spPr>
            <a:xfrm>
              <a:off x="3001524" y="342267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51" name="ph3251"/>
            <p:cNvSpPr/>
            <p:nvPr/>
          </p:nvSpPr>
          <p:spPr>
            <a:xfrm>
              <a:off x="3014036" y="342267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52" name="ph3252"/>
            <p:cNvSpPr/>
            <p:nvPr/>
          </p:nvSpPr>
          <p:spPr>
            <a:xfrm>
              <a:off x="3026549" y="342267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53" name="ph3253"/>
            <p:cNvSpPr/>
            <p:nvPr/>
          </p:nvSpPr>
          <p:spPr>
            <a:xfrm>
              <a:off x="3039061" y="342267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54" name="ph3254"/>
            <p:cNvSpPr/>
            <p:nvPr/>
          </p:nvSpPr>
          <p:spPr>
            <a:xfrm>
              <a:off x="4503008" y="342267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55" name="ph3255"/>
            <p:cNvSpPr/>
            <p:nvPr/>
          </p:nvSpPr>
          <p:spPr>
            <a:xfrm>
              <a:off x="4515520" y="342267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56" name="ph3256"/>
            <p:cNvSpPr/>
            <p:nvPr/>
          </p:nvSpPr>
          <p:spPr>
            <a:xfrm>
              <a:off x="4528032" y="342267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57" name="ph3257"/>
            <p:cNvSpPr/>
            <p:nvPr/>
          </p:nvSpPr>
          <p:spPr>
            <a:xfrm>
              <a:off x="4540544" y="342267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58" name="ph3258"/>
            <p:cNvSpPr/>
            <p:nvPr/>
          </p:nvSpPr>
          <p:spPr>
            <a:xfrm>
              <a:off x="4553057" y="342267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59" name="ph3259"/>
            <p:cNvSpPr/>
            <p:nvPr/>
          </p:nvSpPr>
          <p:spPr>
            <a:xfrm>
              <a:off x="4728231" y="342267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60" name="ph3260"/>
            <p:cNvSpPr/>
            <p:nvPr/>
          </p:nvSpPr>
          <p:spPr>
            <a:xfrm>
              <a:off x="4740743" y="342267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61" name="ph3261"/>
            <p:cNvSpPr/>
            <p:nvPr/>
          </p:nvSpPr>
          <p:spPr>
            <a:xfrm>
              <a:off x="4753255" y="342267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62" name="ph3262"/>
            <p:cNvSpPr/>
            <p:nvPr/>
          </p:nvSpPr>
          <p:spPr>
            <a:xfrm>
              <a:off x="4765767" y="342267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63" name="ph3263"/>
            <p:cNvSpPr/>
            <p:nvPr/>
          </p:nvSpPr>
          <p:spPr>
            <a:xfrm>
              <a:off x="4778280" y="342267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64" name="ph3264"/>
            <p:cNvSpPr/>
            <p:nvPr/>
          </p:nvSpPr>
          <p:spPr>
            <a:xfrm>
              <a:off x="4790792" y="342267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65" name="ph3265"/>
            <p:cNvSpPr/>
            <p:nvPr/>
          </p:nvSpPr>
          <p:spPr>
            <a:xfrm>
              <a:off x="2863888" y="343805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66" name="ph3266"/>
            <p:cNvSpPr/>
            <p:nvPr/>
          </p:nvSpPr>
          <p:spPr>
            <a:xfrm>
              <a:off x="2876400" y="343805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67" name="ph3267"/>
            <p:cNvSpPr/>
            <p:nvPr/>
          </p:nvSpPr>
          <p:spPr>
            <a:xfrm>
              <a:off x="2888913" y="343805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68" name="ph3268"/>
            <p:cNvSpPr/>
            <p:nvPr/>
          </p:nvSpPr>
          <p:spPr>
            <a:xfrm>
              <a:off x="2901425" y="343805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69" name="ph3269"/>
            <p:cNvSpPr/>
            <p:nvPr/>
          </p:nvSpPr>
          <p:spPr>
            <a:xfrm>
              <a:off x="2913937" y="343805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70" name="ph3270"/>
            <p:cNvSpPr/>
            <p:nvPr/>
          </p:nvSpPr>
          <p:spPr>
            <a:xfrm>
              <a:off x="2926449" y="343805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71" name="ph3271"/>
            <p:cNvSpPr/>
            <p:nvPr/>
          </p:nvSpPr>
          <p:spPr>
            <a:xfrm>
              <a:off x="2938963" y="343805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72" name="ph3272"/>
            <p:cNvSpPr/>
            <p:nvPr/>
          </p:nvSpPr>
          <p:spPr>
            <a:xfrm>
              <a:off x="2951475" y="343805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73" name="ph3273"/>
            <p:cNvSpPr/>
            <p:nvPr/>
          </p:nvSpPr>
          <p:spPr>
            <a:xfrm>
              <a:off x="2963987" y="343805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74" name="ph3274"/>
            <p:cNvSpPr/>
            <p:nvPr/>
          </p:nvSpPr>
          <p:spPr>
            <a:xfrm>
              <a:off x="2976499" y="343805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75" name="ph3275"/>
            <p:cNvSpPr/>
            <p:nvPr/>
          </p:nvSpPr>
          <p:spPr>
            <a:xfrm>
              <a:off x="2989012" y="343805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76" name="ph3276"/>
            <p:cNvSpPr/>
            <p:nvPr/>
          </p:nvSpPr>
          <p:spPr>
            <a:xfrm>
              <a:off x="3001524" y="343805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77" name="ph3277"/>
            <p:cNvSpPr/>
            <p:nvPr/>
          </p:nvSpPr>
          <p:spPr>
            <a:xfrm>
              <a:off x="3014036" y="343805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78" name="ph3278"/>
            <p:cNvSpPr/>
            <p:nvPr/>
          </p:nvSpPr>
          <p:spPr>
            <a:xfrm>
              <a:off x="4503008" y="343805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79" name="ph3279"/>
            <p:cNvSpPr/>
            <p:nvPr/>
          </p:nvSpPr>
          <p:spPr>
            <a:xfrm>
              <a:off x="4515520" y="343805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80" name="ph3280"/>
            <p:cNvSpPr/>
            <p:nvPr/>
          </p:nvSpPr>
          <p:spPr>
            <a:xfrm>
              <a:off x="4528032" y="343805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81" name="ph3281"/>
            <p:cNvSpPr/>
            <p:nvPr/>
          </p:nvSpPr>
          <p:spPr>
            <a:xfrm>
              <a:off x="4540544" y="343805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82" name="ph3282"/>
            <p:cNvSpPr/>
            <p:nvPr/>
          </p:nvSpPr>
          <p:spPr>
            <a:xfrm>
              <a:off x="4553057" y="343805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83" name="ph3283"/>
            <p:cNvSpPr/>
            <p:nvPr/>
          </p:nvSpPr>
          <p:spPr>
            <a:xfrm>
              <a:off x="4728231" y="343805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84" name="ph3284"/>
            <p:cNvSpPr/>
            <p:nvPr/>
          </p:nvSpPr>
          <p:spPr>
            <a:xfrm>
              <a:off x="4740743" y="343805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85" name="ph3285"/>
            <p:cNvSpPr/>
            <p:nvPr/>
          </p:nvSpPr>
          <p:spPr>
            <a:xfrm>
              <a:off x="4753255" y="343805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86" name="ph3286"/>
            <p:cNvSpPr/>
            <p:nvPr/>
          </p:nvSpPr>
          <p:spPr>
            <a:xfrm>
              <a:off x="4765767" y="343805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87" name="ph3287"/>
            <p:cNvSpPr/>
            <p:nvPr/>
          </p:nvSpPr>
          <p:spPr>
            <a:xfrm>
              <a:off x="4778280" y="343805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88" name="ph3288"/>
            <p:cNvSpPr/>
            <p:nvPr/>
          </p:nvSpPr>
          <p:spPr>
            <a:xfrm>
              <a:off x="4790792" y="343805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89" name="ph3289"/>
            <p:cNvSpPr/>
            <p:nvPr/>
          </p:nvSpPr>
          <p:spPr>
            <a:xfrm>
              <a:off x="2863888" y="345342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2A55">
                <a:alpha val="100000"/>
              </a:srgbClr>
            </a:solidFill>
            <a:ln w="5420" cap="flat">
              <a:solidFill>
                <a:srgbClr val="382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90" name="ph3290"/>
            <p:cNvSpPr/>
            <p:nvPr/>
          </p:nvSpPr>
          <p:spPr>
            <a:xfrm>
              <a:off x="2876400" y="345342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91" name="ph3291"/>
            <p:cNvSpPr/>
            <p:nvPr/>
          </p:nvSpPr>
          <p:spPr>
            <a:xfrm>
              <a:off x="2888913" y="345342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2A55">
                <a:alpha val="100000"/>
              </a:srgbClr>
            </a:solidFill>
            <a:ln w="5420" cap="flat">
              <a:solidFill>
                <a:srgbClr val="382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92" name="ph3292"/>
            <p:cNvSpPr/>
            <p:nvPr/>
          </p:nvSpPr>
          <p:spPr>
            <a:xfrm>
              <a:off x="2901425" y="345342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93" name="ph3293"/>
            <p:cNvSpPr/>
            <p:nvPr/>
          </p:nvSpPr>
          <p:spPr>
            <a:xfrm>
              <a:off x="2913937" y="345342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94" name="ph3294"/>
            <p:cNvSpPr/>
            <p:nvPr/>
          </p:nvSpPr>
          <p:spPr>
            <a:xfrm>
              <a:off x="2926449" y="345342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95" name="ph3295"/>
            <p:cNvSpPr/>
            <p:nvPr/>
          </p:nvSpPr>
          <p:spPr>
            <a:xfrm>
              <a:off x="2938963" y="345342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96" name="ph3296"/>
            <p:cNvSpPr/>
            <p:nvPr/>
          </p:nvSpPr>
          <p:spPr>
            <a:xfrm>
              <a:off x="2951475" y="345342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97" name="ph3297"/>
            <p:cNvSpPr/>
            <p:nvPr/>
          </p:nvSpPr>
          <p:spPr>
            <a:xfrm>
              <a:off x="2963987" y="345342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98" name="ph3298"/>
            <p:cNvSpPr/>
            <p:nvPr/>
          </p:nvSpPr>
          <p:spPr>
            <a:xfrm>
              <a:off x="4490495" y="345342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99" name="ph3299"/>
            <p:cNvSpPr/>
            <p:nvPr/>
          </p:nvSpPr>
          <p:spPr>
            <a:xfrm>
              <a:off x="4503008" y="345342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00" name="ph3300"/>
            <p:cNvSpPr/>
            <p:nvPr/>
          </p:nvSpPr>
          <p:spPr>
            <a:xfrm>
              <a:off x="4515520" y="345342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01" name="ph3301"/>
            <p:cNvSpPr/>
            <p:nvPr/>
          </p:nvSpPr>
          <p:spPr>
            <a:xfrm>
              <a:off x="4528032" y="345342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02" name="ph3302"/>
            <p:cNvSpPr/>
            <p:nvPr/>
          </p:nvSpPr>
          <p:spPr>
            <a:xfrm>
              <a:off x="4540544" y="345342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03" name="ph3303"/>
            <p:cNvSpPr/>
            <p:nvPr/>
          </p:nvSpPr>
          <p:spPr>
            <a:xfrm>
              <a:off x="4728231" y="345342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04" name="ph3304"/>
            <p:cNvSpPr/>
            <p:nvPr/>
          </p:nvSpPr>
          <p:spPr>
            <a:xfrm>
              <a:off x="4740743" y="345342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05" name="ph3305"/>
            <p:cNvSpPr/>
            <p:nvPr/>
          </p:nvSpPr>
          <p:spPr>
            <a:xfrm>
              <a:off x="4753255" y="345342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06" name="ph3306"/>
            <p:cNvSpPr/>
            <p:nvPr/>
          </p:nvSpPr>
          <p:spPr>
            <a:xfrm>
              <a:off x="4765767" y="345342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07" name="ph3307"/>
            <p:cNvSpPr/>
            <p:nvPr/>
          </p:nvSpPr>
          <p:spPr>
            <a:xfrm>
              <a:off x="4778280" y="345342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08" name="ph3308"/>
            <p:cNvSpPr/>
            <p:nvPr/>
          </p:nvSpPr>
          <p:spPr>
            <a:xfrm>
              <a:off x="4790792" y="345342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09" name="ph3309"/>
            <p:cNvSpPr/>
            <p:nvPr/>
          </p:nvSpPr>
          <p:spPr>
            <a:xfrm>
              <a:off x="2851376" y="346880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10" name="ph3310"/>
            <p:cNvSpPr/>
            <p:nvPr/>
          </p:nvSpPr>
          <p:spPr>
            <a:xfrm>
              <a:off x="2863888" y="346880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11" name="ph3311"/>
            <p:cNvSpPr/>
            <p:nvPr/>
          </p:nvSpPr>
          <p:spPr>
            <a:xfrm>
              <a:off x="2876400" y="346880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12" name="ph3312"/>
            <p:cNvSpPr/>
            <p:nvPr/>
          </p:nvSpPr>
          <p:spPr>
            <a:xfrm>
              <a:off x="2888913" y="346880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13" name="ph3313"/>
            <p:cNvSpPr/>
            <p:nvPr/>
          </p:nvSpPr>
          <p:spPr>
            <a:xfrm>
              <a:off x="2901425" y="346880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14" name="ph3314"/>
            <p:cNvSpPr/>
            <p:nvPr/>
          </p:nvSpPr>
          <p:spPr>
            <a:xfrm>
              <a:off x="2913937" y="346880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15" name="ph3315"/>
            <p:cNvSpPr/>
            <p:nvPr/>
          </p:nvSpPr>
          <p:spPr>
            <a:xfrm>
              <a:off x="2926449" y="346880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16" name="ph3316"/>
            <p:cNvSpPr/>
            <p:nvPr/>
          </p:nvSpPr>
          <p:spPr>
            <a:xfrm>
              <a:off x="2938963" y="346880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17" name="ph3317"/>
            <p:cNvSpPr/>
            <p:nvPr/>
          </p:nvSpPr>
          <p:spPr>
            <a:xfrm>
              <a:off x="4490495" y="346880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18" name="ph3318"/>
            <p:cNvSpPr/>
            <p:nvPr/>
          </p:nvSpPr>
          <p:spPr>
            <a:xfrm>
              <a:off x="4503008" y="346880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19" name="ph3319"/>
            <p:cNvSpPr/>
            <p:nvPr/>
          </p:nvSpPr>
          <p:spPr>
            <a:xfrm>
              <a:off x="4515520" y="346880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20" name="ph3320"/>
            <p:cNvSpPr/>
            <p:nvPr/>
          </p:nvSpPr>
          <p:spPr>
            <a:xfrm>
              <a:off x="4528032" y="346880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21" name="ph3321"/>
            <p:cNvSpPr/>
            <p:nvPr/>
          </p:nvSpPr>
          <p:spPr>
            <a:xfrm>
              <a:off x="4540544" y="346880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22" name="ph3322"/>
            <p:cNvSpPr/>
            <p:nvPr/>
          </p:nvSpPr>
          <p:spPr>
            <a:xfrm>
              <a:off x="4553057" y="346880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23" name="ph3323"/>
            <p:cNvSpPr/>
            <p:nvPr/>
          </p:nvSpPr>
          <p:spPr>
            <a:xfrm>
              <a:off x="4565569" y="346880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24" name="ph3324"/>
            <p:cNvSpPr/>
            <p:nvPr/>
          </p:nvSpPr>
          <p:spPr>
            <a:xfrm>
              <a:off x="4740743" y="346880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25" name="ph3325"/>
            <p:cNvSpPr/>
            <p:nvPr/>
          </p:nvSpPr>
          <p:spPr>
            <a:xfrm>
              <a:off x="4753255" y="346880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26" name="ph3326"/>
            <p:cNvSpPr/>
            <p:nvPr/>
          </p:nvSpPr>
          <p:spPr>
            <a:xfrm>
              <a:off x="4765767" y="346880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27" name="ph3327"/>
            <p:cNvSpPr/>
            <p:nvPr/>
          </p:nvSpPr>
          <p:spPr>
            <a:xfrm>
              <a:off x="4778280" y="346880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28" name="ph3328"/>
            <p:cNvSpPr/>
            <p:nvPr/>
          </p:nvSpPr>
          <p:spPr>
            <a:xfrm>
              <a:off x="4790792" y="346880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29" name="ph3329"/>
            <p:cNvSpPr/>
            <p:nvPr/>
          </p:nvSpPr>
          <p:spPr>
            <a:xfrm>
              <a:off x="2838863" y="348418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30" name="ph3330"/>
            <p:cNvSpPr/>
            <p:nvPr/>
          </p:nvSpPr>
          <p:spPr>
            <a:xfrm>
              <a:off x="2851376" y="348418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31" name="ph3331"/>
            <p:cNvSpPr/>
            <p:nvPr/>
          </p:nvSpPr>
          <p:spPr>
            <a:xfrm>
              <a:off x="2863888" y="348418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2A55">
                <a:alpha val="100000"/>
              </a:srgbClr>
            </a:solidFill>
            <a:ln w="5420" cap="flat">
              <a:solidFill>
                <a:srgbClr val="382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32" name="ph3332"/>
            <p:cNvSpPr/>
            <p:nvPr/>
          </p:nvSpPr>
          <p:spPr>
            <a:xfrm>
              <a:off x="2876400" y="348418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33" name="ph3333"/>
            <p:cNvSpPr/>
            <p:nvPr/>
          </p:nvSpPr>
          <p:spPr>
            <a:xfrm>
              <a:off x="2888913" y="348418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2A55">
                <a:alpha val="100000"/>
              </a:srgbClr>
            </a:solidFill>
            <a:ln w="5420" cap="flat">
              <a:solidFill>
                <a:srgbClr val="382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34" name="ph3334"/>
            <p:cNvSpPr/>
            <p:nvPr/>
          </p:nvSpPr>
          <p:spPr>
            <a:xfrm>
              <a:off x="2901425" y="348418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35" name="ph3335"/>
            <p:cNvSpPr/>
            <p:nvPr/>
          </p:nvSpPr>
          <p:spPr>
            <a:xfrm>
              <a:off x="2913937" y="348418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36" name="ph3336"/>
            <p:cNvSpPr/>
            <p:nvPr/>
          </p:nvSpPr>
          <p:spPr>
            <a:xfrm>
              <a:off x="2926449" y="348418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37" name="ph3337"/>
            <p:cNvSpPr/>
            <p:nvPr/>
          </p:nvSpPr>
          <p:spPr>
            <a:xfrm>
              <a:off x="4490495" y="348418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38" name="ph3338"/>
            <p:cNvSpPr/>
            <p:nvPr/>
          </p:nvSpPr>
          <p:spPr>
            <a:xfrm>
              <a:off x="4503008" y="348418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39" name="ph3339"/>
            <p:cNvSpPr/>
            <p:nvPr/>
          </p:nvSpPr>
          <p:spPr>
            <a:xfrm>
              <a:off x="4515520" y="348418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40" name="ph3340"/>
            <p:cNvSpPr/>
            <p:nvPr/>
          </p:nvSpPr>
          <p:spPr>
            <a:xfrm>
              <a:off x="4528032" y="348418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41" name="ph3341"/>
            <p:cNvSpPr/>
            <p:nvPr/>
          </p:nvSpPr>
          <p:spPr>
            <a:xfrm>
              <a:off x="4540544" y="348418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42" name="ph3342"/>
            <p:cNvSpPr/>
            <p:nvPr/>
          </p:nvSpPr>
          <p:spPr>
            <a:xfrm>
              <a:off x="4553057" y="348418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43" name="ph3343"/>
            <p:cNvSpPr/>
            <p:nvPr/>
          </p:nvSpPr>
          <p:spPr>
            <a:xfrm>
              <a:off x="4565569" y="348418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44" name="ph3344"/>
            <p:cNvSpPr/>
            <p:nvPr/>
          </p:nvSpPr>
          <p:spPr>
            <a:xfrm>
              <a:off x="4578081" y="348418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45" name="ph3345"/>
            <p:cNvSpPr/>
            <p:nvPr/>
          </p:nvSpPr>
          <p:spPr>
            <a:xfrm>
              <a:off x="4740743" y="348418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46" name="ph3346"/>
            <p:cNvSpPr/>
            <p:nvPr/>
          </p:nvSpPr>
          <p:spPr>
            <a:xfrm>
              <a:off x="4753255" y="348418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47" name="ph3347"/>
            <p:cNvSpPr/>
            <p:nvPr/>
          </p:nvSpPr>
          <p:spPr>
            <a:xfrm>
              <a:off x="4765767" y="348418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48" name="ph3348"/>
            <p:cNvSpPr/>
            <p:nvPr/>
          </p:nvSpPr>
          <p:spPr>
            <a:xfrm>
              <a:off x="4778280" y="348418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49" name="ph3349"/>
            <p:cNvSpPr/>
            <p:nvPr/>
          </p:nvSpPr>
          <p:spPr>
            <a:xfrm>
              <a:off x="4790792" y="348418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50" name="ph3350"/>
            <p:cNvSpPr/>
            <p:nvPr/>
          </p:nvSpPr>
          <p:spPr>
            <a:xfrm>
              <a:off x="4803304" y="348418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51" name="ph3351"/>
            <p:cNvSpPr/>
            <p:nvPr/>
          </p:nvSpPr>
          <p:spPr>
            <a:xfrm>
              <a:off x="2826351" y="349955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52" name="ph3352"/>
            <p:cNvSpPr/>
            <p:nvPr/>
          </p:nvSpPr>
          <p:spPr>
            <a:xfrm>
              <a:off x="2838863" y="349955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53" name="ph3353"/>
            <p:cNvSpPr/>
            <p:nvPr/>
          </p:nvSpPr>
          <p:spPr>
            <a:xfrm>
              <a:off x="2851376" y="349955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54" name="ph3354"/>
            <p:cNvSpPr/>
            <p:nvPr/>
          </p:nvSpPr>
          <p:spPr>
            <a:xfrm>
              <a:off x="2863888" y="349955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55" name="ph3355"/>
            <p:cNvSpPr/>
            <p:nvPr/>
          </p:nvSpPr>
          <p:spPr>
            <a:xfrm>
              <a:off x="2876400" y="349955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56" name="ph3356"/>
            <p:cNvSpPr/>
            <p:nvPr/>
          </p:nvSpPr>
          <p:spPr>
            <a:xfrm>
              <a:off x="2888913" y="349955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57" name="ph3357"/>
            <p:cNvSpPr/>
            <p:nvPr/>
          </p:nvSpPr>
          <p:spPr>
            <a:xfrm>
              <a:off x="2901425" y="349955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58" name="ph3358"/>
            <p:cNvSpPr/>
            <p:nvPr/>
          </p:nvSpPr>
          <p:spPr>
            <a:xfrm>
              <a:off x="2913937" y="349955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59" name="ph3359"/>
            <p:cNvSpPr/>
            <p:nvPr/>
          </p:nvSpPr>
          <p:spPr>
            <a:xfrm>
              <a:off x="4490495" y="349955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60" name="ph3360"/>
            <p:cNvSpPr/>
            <p:nvPr/>
          </p:nvSpPr>
          <p:spPr>
            <a:xfrm>
              <a:off x="4503008" y="349955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61" name="ph3361"/>
            <p:cNvSpPr/>
            <p:nvPr/>
          </p:nvSpPr>
          <p:spPr>
            <a:xfrm>
              <a:off x="4515520" y="349955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62" name="ph3362"/>
            <p:cNvSpPr/>
            <p:nvPr/>
          </p:nvSpPr>
          <p:spPr>
            <a:xfrm>
              <a:off x="4528032" y="349955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63" name="ph3363"/>
            <p:cNvSpPr/>
            <p:nvPr/>
          </p:nvSpPr>
          <p:spPr>
            <a:xfrm>
              <a:off x="4540544" y="349955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64" name="ph3364"/>
            <p:cNvSpPr/>
            <p:nvPr/>
          </p:nvSpPr>
          <p:spPr>
            <a:xfrm>
              <a:off x="4553057" y="349955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65" name="ph3365"/>
            <p:cNvSpPr/>
            <p:nvPr/>
          </p:nvSpPr>
          <p:spPr>
            <a:xfrm>
              <a:off x="4565569" y="349955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66" name="ph3366"/>
            <p:cNvSpPr/>
            <p:nvPr/>
          </p:nvSpPr>
          <p:spPr>
            <a:xfrm>
              <a:off x="4578081" y="349955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67" name="ph3367"/>
            <p:cNvSpPr/>
            <p:nvPr/>
          </p:nvSpPr>
          <p:spPr>
            <a:xfrm>
              <a:off x="4753255" y="349955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68" name="ph3368"/>
            <p:cNvSpPr/>
            <p:nvPr/>
          </p:nvSpPr>
          <p:spPr>
            <a:xfrm>
              <a:off x="4765767" y="349955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69" name="ph3369"/>
            <p:cNvSpPr/>
            <p:nvPr/>
          </p:nvSpPr>
          <p:spPr>
            <a:xfrm>
              <a:off x="4778280" y="349955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70" name="ph3370"/>
            <p:cNvSpPr/>
            <p:nvPr/>
          </p:nvSpPr>
          <p:spPr>
            <a:xfrm>
              <a:off x="4790792" y="349955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71" name="ph3371"/>
            <p:cNvSpPr/>
            <p:nvPr/>
          </p:nvSpPr>
          <p:spPr>
            <a:xfrm>
              <a:off x="4803304" y="349955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72" name="ph3372"/>
            <p:cNvSpPr/>
            <p:nvPr/>
          </p:nvSpPr>
          <p:spPr>
            <a:xfrm>
              <a:off x="2826351" y="351493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73" name="ph3373"/>
            <p:cNvSpPr/>
            <p:nvPr/>
          </p:nvSpPr>
          <p:spPr>
            <a:xfrm>
              <a:off x="2838863" y="351493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74" name="ph3374"/>
            <p:cNvSpPr/>
            <p:nvPr/>
          </p:nvSpPr>
          <p:spPr>
            <a:xfrm>
              <a:off x="2851376" y="351493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75" name="ph3375"/>
            <p:cNvSpPr/>
            <p:nvPr/>
          </p:nvSpPr>
          <p:spPr>
            <a:xfrm>
              <a:off x="2863888" y="351493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76" name="ph3376"/>
            <p:cNvSpPr/>
            <p:nvPr/>
          </p:nvSpPr>
          <p:spPr>
            <a:xfrm>
              <a:off x="2876400" y="351493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77" name="ph3377"/>
            <p:cNvSpPr/>
            <p:nvPr/>
          </p:nvSpPr>
          <p:spPr>
            <a:xfrm>
              <a:off x="2888913" y="351493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78" name="ph3378"/>
            <p:cNvSpPr/>
            <p:nvPr/>
          </p:nvSpPr>
          <p:spPr>
            <a:xfrm>
              <a:off x="2901425" y="351493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79" name="ph3379"/>
            <p:cNvSpPr/>
            <p:nvPr/>
          </p:nvSpPr>
          <p:spPr>
            <a:xfrm>
              <a:off x="4490495" y="351493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80" name="ph3380"/>
            <p:cNvSpPr/>
            <p:nvPr/>
          </p:nvSpPr>
          <p:spPr>
            <a:xfrm>
              <a:off x="4503008" y="351493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81" name="ph3381"/>
            <p:cNvSpPr/>
            <p:nvPr/>
          </p:nvSpPr>
          <p:spPr>
            <a:xfrm>
              <a:off x="4515520" y="351493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82" name="ph3382"/>
            <p:cNvSpPr/>
            <p:nvPr/>
          </p:nvSpPr>
          <p:spPr>
            <a:xfrm>
              <a:off x="4528032" y="351493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83" name="ph3383"/>
            <p:cNvSpPr/>
            <p:nvPr/>
          </p:nvSpPr>
          <p:spPr>
            <a:xfrm>
              <a:off x="4540544" y="351493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84" name="ph3384"/>
            <p:cNvSpPr/>
            <p:nvPr/>
          </p:nvSpPr>
          <p:spPr>
            <a:xfrm>
              <a:off x="4553057" y="351493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85" name="ph3385"/>
            <p:cNvSpPr/>
            <p:nvPr/>
          </p:nvSpPr>
          <p:spPr>
            <a:xfrm>
              <a:off x="4565569" y="351493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86" name="ph3386"/>
            <p:cNvSpPr/>
            <p:nvPr/>
          </p:nvSpPr>
          <p:spPr>
            <a:xfrm>
              <a:off x="4578081" y="351493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87" name="ph3387"/>
            <p:cNvSpPr/>
            <p:nvPr/>
          </p:nvSpPr>
          <p:spPr>
            <a:xfrm>
              <a:off x="4753255" y="351493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88" name="ph3388"/>
            <p:cNvSpPr/>
            <p:nvPr/>
          </p:nvSpPr>
          <p:spPr>
            <a:xfrm>
              <a:off x="4765767" y="351493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89" name="ph3389"/>
            <p:cNvSpPr/>
            <p:nvPr/>
          </p:nvSpPr>
          <p:spPr>
            <a:xfrm>
              <a:off x="4778280" y="351493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90" name="ph3390"/>
            <p:cNvSpPr/>
            <p:nvPr/>
          </p:nvSpPr>
          <p:spPr>
            <a:xfrm>
              <a:off x="4790792" y="351493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91" name="ph3391"/>
            <p:cNvSpPr/>
            <p:nvPr/>
          </p:nvSpPr>
          <p:spPr>
            <a:xfrm>
              <a:off x="4803304" y="351493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92" name="ph3392"/>
            <p:cNvSpPr/>
            <p:nvPr/>
          </p:nvSpPr>
          <p:spPr>
            <a:xfrm>
              <a:off x="2801327" y="35303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93" name="ph3393"/>
            <p:cNvSpPr/>
            <p:nvPr/>
          </p:nvSpPr>
          <p:spPr>
            <a:xfrm>
              <a:off x="2813839" y="35303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94" name="ph3394"/>
            <p:cNvSpPr/>
            <p:nvPr/>
          </p:nvSpPr>
          <p:spPr>
            <a:xfrm>
              <a:off x="2838863" y="35303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95" name="ph3395"/>
            <p:cNvSpPr/>
            <p:nvPr/>
          </p:nvSpPr>
          <p:spPr>
            <a:xfrm>
              <a:off x="2851376" y="35303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96" name="ph3396"/>
            <p:cNvSpPr/>
            <p:nvPr/>
          </p:nvSpPr>
          <p:spPr>
            <a:xfrm>
              <a:off x="2863888" y="35303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97" name="ph3397"/>
            <p:cNvSpPr/>
            <p:nvPr/>
          </p:nvSpPr>
          <p:spPr>
            <a:xfrm>
              <a:off x="2876400" y="35303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98" name="ph3398"/>
            <p:cNvSpPr/>
            <p:nvPr/>
          </p:nvSpPr>
          <p:spPr>
            <a:xfrm>
              <a:off x="2888913" y="35303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99" name="ph3399"/>
            <p:cNvSpPr/>
            <p:nvPr/>
          </p:nvSpPr>
          <p:spPr>
            <a:xfrm>
              <a:off x="4490495" y="35303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00" name="ph3400"/>
            <p:cNvSpPr/>
            <p:nvPr/>
          </p:nvSpPr>
          <p:spPr>
            <a:xfrm>
              <a:off x="4503008" y="35303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01" name="ph3401"/>
            <p:cNvSpPr/>
            <p:nvPr/>
          </p:nvSpPr>
          <p:spPr>
            <a:xfrm>
              <a:off x="4515520" y="35303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02" name="ph3402"/>
            <p:cNvSpPr/>
            <p:nvPr/>
          </p:nvSpPr>
          <p:spPr>
            <a:xfrm>
              <a:off x="4528032" y="35303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03" name="ph3403"/>
            <p:cNvSpPr/>
            <p:nvPr/>
          </p:nvSpPr>
          <p:spPr>
            <a:xfrm>
              <a:off x="4540544" y="35303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04" name="ph3404"/>
            <p:cNvSpPr/>
            <p:nvPr/>
          </p:nvSpPr>
          <p:spPr>
            <a:xfrm>
              <a:off x="4553057" y="35303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05" name="ph3405"/>
            <p:cNvSpPr/>
            <p:nvPr/>
          </p:nvSpPr>
          <p:spPr>
            <a:xfrm>
              <a:off x="4565569" y="35303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06" name="ph3406"/>
            <p:cNvSpPr/>
            <p:nvPr/>
          </p:nvSpPr>
          <p:spPr>
            <a:xfrm>
              <a:off x="4578081" y="35303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07" name="ph3407"/>
            <p:cNvSpPr/>
            <p:nvPr/>
          </p:nvSpPr>
          <p:spPr>
            <a:xfrm>
              <a:off x="4753255" y="35303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08" name="ph3408"/>
            <p:cNvSpPr/>
            <p:nvPr/>
          </p:nvSpPr>
          <p:spPr>
            <a:xfrm>
              <a:off x="4765767" y="35303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09" name="ph3409"/>
            <p:cNvSpPr/>
            <p:nvPr/>
          </p:nvSpPr>
          <p:spPr>
            <a:xfrm>
              <a:off x="4778280" y="35303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10" name="ph3410"/>
            <p:cNvSpPr/>
            <p:nvPr/>
          </p:nvSpPr>
          <p:spPr>
            <a:xfrm>
              <a:off x="4790792" y="35303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11" name="ph3411"/>
            <p:cNvSpPr/>
            <p:nvPr/>
          </p:nvSpPr>
          <p:spPr>
            <a:xfrm>
              <a:off x="4803304" y="35303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12" name="ph3412"/>
            <p:cNvSpPr/>
            <p:nvPr/>
          </p:nvSpPr>
          <p:spPr>
            <a:xfrm>
              <a:off x="2788813" y="35456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13" name="ph3413"/>
            <p:cNvSpPr/>
            <p:nvPr/>
          </p:nvSpPr>
          <p:spPr>
            <a:xfrm>
              <a:off x="2801327" y="35456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14" name="ph3414"/>
            <p:cNvSpPr/>
            <p:nvPr/>
          </p:nvSpPr>
          <p:spPr>
            <a:xfrm>
              <a:off x="2813839" y="35456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15" name="ph3415"/>
            <p:cNvSpPr/>
            <p:nvPr/>
          </p:nvSpPr>
          <p:spPr>
            <a:xfrm>
              <a:off x="2826351" y="35456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16" name="ph3416"/>
            <p:cNvSpPr/>
            <p:nvPr/>
          </p:nvSpPr>
          <p:spPr>
            <a:xfrm>
              <a:off x="2838863" y="35456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17" name="ph3417"/>
            <p:cNvSpPr/>
            <p:nvPr/>
          </p:nvSpPr>
          <p:spPr>
            <a:xfrm>
              <a:off x="2851376" y="35456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18" name="ph3418"/>
            <p:cNvSpPr/>
            <p:nvPr/>
          </p:nvSpPr>
          <p:spPr>
            <a:xfrm>
              <a:off x="2863888" y="35456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19" name="ph3419"/>
            <p:cNvSpPr/>
            <p:nvPr/>
          </p:nvSpPr>
          <p:spPr>
            <a:xfrm>
              <a:off x="2876400" y="35456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20" name="ph3420"/>
            <p:cNvSpPr/>
            <p:nvPr/>
          </p:nvSpPr>
          <p:spPr>
            <a:xfrm>
              <a:off x="2888913" y="35456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21" name="ph3421"/>
            <p:cNvSpPr/>
            <p:nvPr/>
          </p:nvSpPr>
          <p:spPr>
            <a:xfrm>
              <a:off x="4503008" y="35456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22" name="ph3422"/>
            <p:cNvSpPr/>
            <p:nvPr/>
          </p:nvSpPr>
          <p:spPr>
            <a:xfrm>
              <a:off x="4515520" y="35456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23" name="ph3423"/>
            <p:cNvSpPr/>
            <p:nvPr/>
          </p:nvSpPr>
          <p:spPr>
            <a:xfrm>
              <a:off x="4528032" y="35456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24" name="ph3424"/>
            <p:cNvSpPr/>
            <p:nvPr/>
          </p:nvSpPr>
          <p:spPr>
            <a:xfrm>
              <a:off x="4540544" y="35456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25" name="ph3425"/>
            <p:cNvSpPr/>
            <p:nvPr/>
          </p:nvSpPr>
          <p:spPr>
            <a:xfrm>
              <a:off x="4553057" y="35456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26" name="ph3426"/>
            <p:cNvSpPr/>
            <p:nvPr/>
          </p:nvSpPr>
          <p:spPr>
            <a:xfrm>
              <a:off x="4565569" y="35456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27" name="ph3427"/>
            <p:cNvSpPr/>
            <p:nvPr/>
          </p:nvSpPr>
          <p:spPr>
            <a:xfrm>
              <a:off x="4765767" y="35456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28" name="ph3428"/>
            <p:cNvSpPr/>
            <p:nvPr/>
          </p:nvSpPr>
          <p:spPr>
            <a:xfrm>
              <a:off x="4778280" y="35456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29" name="ph3429"/>
            <p:cNvSpPr/>
            <p:nvPr/>
          </p:nvSpPr>
          <p:spPr>
            <a:xfrm>
              <a:off x="4790792" y="35456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30" name="ph3430"/>
            <p:cNvSpPr/>
            <p:nvPr/>
          </p:nvSpPr>
          <p:spPr>
            <a:xfrm>
              <a:off x="4803304" y="35456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31" name="ph3431"/>
            <p:cNvSpPr/>
            <p:nvPr/>
          </p:nvSpPr>
          <p:spPr>
            <a:xfrm>
              <a:off x="4815816" y="35456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32" name="ph3432"/>
            <p:cNvSpPr/>
            <p:nvPr/>
          </p:nvSpPr>
          <p:spPr>
            <a:xfrm>
              <a:off x="2788813" y="35610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33" name="ph3433"/>
            <p:cNvSpPr/>
            <p:nvPr/>
          </p:nvSpPr>
          <p:spPr>
            <a:xfrm>
              <a:off x="2801327" y="35610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34" name="ph3434"/>
            <p:cNvSpPr/>
            <p:nvPr/>
          </p:nvSpPr>
          <p:spPr>
            <a:xfrm>
              <a:off x="2813839" y="35610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35" name="ph3435"/>
            <p:cNvSpPr/>
            <p:nvPr/>
          </p:nvSpPr>
          <p:spPr>
            <a:xfrm>
              <a:off x="2826351" y="35610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36" name="ph3436"/>
            <p:cNvSpPr/>
            <p:nvPr/>
          </p:nvSpPr>
          <p:spPr>
            <a:xfrm>
              <a:off x="2838863" y="35610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37" name="ph3437"/>
            <p:cNvSpPr/>
            <p:nvPr/>
          </p:nvSpPr>
          <p:spPr>
            <a:xfrm>
              <a:off x="2851376" y="35610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38" name="ph3438"/>
            <p:cNvSpPr/>
            <p:nvPr/>
          </p:nvSpPr>
          <p:spPr>
            <a:xfrm>
              <a:off x="2863888" y="35610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39" name="ph3439"/>
            <p:cNvSpPr/>
            <p:nvPr/>
          </p:nvSpPr>
          <p:spPr>
            <a:xfrm>
              <a:off x="2876400" y="35610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40" name="ph3440"/>
            <p:cNvSpPr/>
            <p:nvPr/>
          </p:nvSpPr>
          <p:spPr>
            <a:xfrm>
              <a:off x="4503008" y="35610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41" name="ph3441"/>
            <p:cNvSpPr/>
            <p:nvPr/>
          </p:nvSpPr>
          <p:spPr>
            <a:xfrm>
              <a:off x="4515520" y="35610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42" name="ph3442"/>
            <p:cNvSpPr/>
            <p:nvPr/>
          </p:nvSpPr>
          <p:spPr>
            <a:xfrm>
              <a:off x="4528032" y="35610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43" name="ph3443"/>
            <p:cNvSpPr/>
            <p:nvPr/>
          </p:nvSpPr>
          <p:spPr>
            <a:xfrm>
              <a:off x="4540544" y="35610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44" name="ph3444"/>
            <p:cNvSpPr/>
            <p:nvPr/>
          </p:nvSpPr>
          <p:spPr>
            <a:xfrm>
              <a:off x="4553057" y="35610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45" name="ph3445"/>
            <p:cNvSpPr/>
            <p:nvPr/>
          </p:nvSpPr>
          <p:spPr>
            <a:xfrm>
              <a:off x="4765767" y="35610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46" name="ph3446"/>
            <p:cNvSpPr/>
            <p:nvPr/>
          </p:nvSpPr>
          <p:spPr>
            <a:xfrm>
              <a:off x="4778280" y="35610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47" name="ph3447"/>
            <p:cNvSpPr/>
            <p:nvPr/>
          </p:nvSpPr>
          <p:spPr>
            <a:xfrm>
              <a:off x="4790792" y="35610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48" name="ph3448"/>
            <p:cNvSpPr/>
            <p:nvPr/>
          </p:nvSpPr>
          <p:spPr>
            <a:xfrm>
              <a:off x="4803304" y="35610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49" name="ph3449"/>
            <p:cNvSpPr/>
            <p:nvPr/>
          </p:nvSpPr>
          <p:spPr>
            <a:xfrm>
              <a:off x="4815816" y="35610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50" name="ph3450"/>
            <p:cNvSpPr/>
            <p:nvPr/>
          </p:nvSpPr>
          <p:spPr>
            <a:xfrm>
              <a:off x="2788813" y="35764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51" name="ph3451"/>
            <p:cNvSpPr/>
            <p:nvPr/>
          </p:nvSpPr>
          <p:spPr>
            <a:xfrm>
              <a:off x="2801327" y="35764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52" name="ph3452"/>
            <p:cNvSpPr/>
            <p:nvPr/>
          </p:nvSpPr>
          <p:spPr>
            <a:xfrm>
              <a:off x="2813839" y="35764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53" name="ph3453"/>
            <p:cNvSpPr/>
            <p:nvPr/>
          </p:nvSpPr>
          <p:spPr>
            <a:xfrm>
              <a:off x="2826351" y="35764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54" name="ph3454"/>
            <p:cNvSpPr/>
            <p:nvPr/>
          </p:nvSpPr>
          <p:spPr>
            <a:xfrm>
              <a:off x="2838863" y="35764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55" name="ph3455"/>
            <p:cNvSpPr/>
            <p:nvPr/>
          </p:nvSpPr>
          <p:spPr>
            <a:xfrm>
              <a:off x="2851376" y="35764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56" name="ph3456"/>
            <p:cNvSpPr/>
            <p:nvPr/>
          </p:nvSpPr>
          <p:spPr>
            <a:xfrm>
              <a:off x="2863888" y="35764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57" name="ph3457"/>
            <p:cNvSpPr/>
            <p:nvPr/>
          </p:nvSpPr>
          <p:spPr>
            <a:xfrm>
              <a:off x="2876400" y="35764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58" name="ph3458"/>
            <p:cNvSpPr/>
            <p:nvPr/>
          </p:nvSpPr>
          <p:spPr>
            <a:xfrm>
              <a:off x="4503008" y="35764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59" name="ph3459"/>
            <p:cNvSpPr/>
            <p:nvPr/>
          </p:nvSpPr>
          <p:spPr>
            <a:xfrm>
              <a:off x="4515520" y="35764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60" name="ph3460"/>
            <p:cNvSpPr/>
            <p:nvPr/>
          </p:nvSpPr>
          <p:spPr>
            <a:xfrm>
              <a:off x="4528032" y="35764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61" name="ph3461"/>
            <p:cNvSpPr/>
            <p:nvPr/>
          </p:nvSpPr>
          <p:spPr>
            <a:xfrm>
              <a:off x="4540544" y="35764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62" name="ph3462"/>
            <p:cNvSpPr/>
            <p:nvPr/>
          </p:nvSpPr>
          <p:spPr>
            <a:xfrm>
              <a:off x="4553057" y="35764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63" name="ph3463"/>
            <p:cNvSpPr/>
            <p:nvPr/>
          </p:nvSpPr>
          <p:spPr>
            <a:xfrm>
              <a:off x="4565569" y="35764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64" name="ph3464"/>
            <p:cNvSpPr/>
            <p:nvPr/>
          </p:nvSpPr>
          <p:spPr>
            <a:xfrm>
              <a:off x="4778280" y="35764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65" name="ph3465"/>
            <p:cNvSpPr/>
            <p:nvPr/>
          </p:nvSpPr>
          <p:spPr>
            <a:xfrm>
              <a:off x="4790792" y="35764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66" name="ph3466"/>
            <p:cNvSpPr/>
            <p:nvPr/>
          </p:nvSpPr>
          <p:spPr>
            <a:xfrm>
              <a:off x="4803304" y="35764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67" name="ph3467"/>
            <p:cNvSpPr/>
            <p:nvPr/>
          </p:nvSpPr>
          <p:spPr>
            <a:xfrm>
              <a:off x="4815816" y="35764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68" name="ph3468"/>
            <p:cNvSpPr/>
            <p:nvPr/>
          </p:nvSpPr>
          <p:spPr>
            <a:xfrm>
              <a:off x="4828329" y="357643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69" name="ph3469"/>
            <p:cNvSpPr/>
            <p:nvPr/>
          </p:nvSpPr>
          <p:spPr>
            <a:xfrm>
              <a:off x="2801327" y="35918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70" name="ph3470"/>
            <p:cNvSpPr/>
            <p:nvPr/>
          </p:nvSpPr>
          <p:spPr>
            <a:xfrm>
              <a:off x="2813839" y="35918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71" name="ph3471"/>
            <p:cNvSpPr/>
            <p:nvPr/>
          </p:nvSpPr>
          <p:spPr>
            <a:xfrm>
              <a:off x="2826351" y="35918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72" name="ph3472"/>
            <p:cNvSpPr/>
            <p:nvPr/>
          </p:nvSpPr>
          <p:spPr>
            <a:xfrm>
              <a:off x="2838863" y="35918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9315D">
                <a:alpha val="100000"/>
              </a:srgbClr>
            </a:solidFill>
            <a:ln w="5420" cap="flat">
              <a:solidFill>
                <a:srgbClr val="39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73" name="ph3473"/>
            <p:cNvSpPr/>
            <p:nvPr/>
          </p:nvSpPr>
          <p:spPr>
            <a:xfrm>
              <a:off x="2851376" y="35918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74" name="ph3474"/>
            <p:cNvSpPr/>
            <p:nvPr/>
          </p:nvSpPr>
          <p:spPr>
            <a:xfrm>
              <a:off x="2863888" y="35918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75" name="ph3475"/>
            <p:cNvSpPr/>
            <p:nvPr/>
          </p:nvSpPr>
          <p:spPr>
            <a:xfrm>
              <a:off x="4515520" y="35918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76" name="ph3476"/>
            <p:cNvSpPr/>
            <p:nvPr/>
          </p:nvSpPr>
          <p:spPr>
            <a:xfrm>
              <a:off x="4528032" y="35918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77" name="ph3477"/>
            <p:cNvSpPr/>
            <p:nvPr/>
          </p:nvSpPr>
          <p:spPr>
            <a:xfrm>
              <a:off x="4540544" y="35918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78" name="ph3478"/>
            <p:cNvSpPr/>
            <p:nvPr/>
          </p:nvSpPr>
          <p:spPr>
            <a:xfrm>
              <a:off x="4553057" y="35918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79" name="ph3479"/>
            <p:cNvSpPr/>
            <p:nvPr/>
          </p:nvSpPr>
          <p:spPr>
            <a:xfrm>
              <a:off x="4565569" y="35918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80" name="ph3480"/>
            <p:cNvSpPr/>
            <p:nvPr/>
          </p:nvSpPr>
          <p:spPr>
            <a:xfrm>
              <a:off x="4778280" y="35918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81" name="ph3481"/>
            <p:cNvSpPr/>
            <p:nvPr/>
          </p:nvSpPr>
          <p:spPr>
            <a:xfrm>
              <a:off x="4790792" y="35918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82" name="ph3482"/>
            <p:cNvSpPr/>
            <p:nvPr/>
          </p:nvSpPr>
          <p:spPr>
            <a:xfrm>
              <a:off x="4803304" y="35918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83" name="ph3483"/>
            <p:cNvSpPr/>
            <p:nvPr/>
          </p:nvSpPr>
          <p:spPr>
            <a:xfrm>
              <a:off x="4815816" y="35918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84" name="ph3484"/>
            <p:cNvSpPr/>
            <p:nvPr/>
          </p:nvSpPr>
          <p:spPr>
            <a:xfrm>
              <a:off x="4828329" y="35918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85" name="ph3485"/>
            <p:cNvSpPr/>
            <p:nvPr/>
          </p:nvSpPr>
          <p:spPr>
            <a:xfrm>
              <a:off x="4840841" y="359181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86" name="ph3486"/>
            <p:cNvSpPr/>
            <p:nvPr/>
          </p:nvSpPr>
          <p:spPr>
            <a:xfrm>
              <a:off x="2801327" y="36071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87" name="ph3487"/>
            <p:cNvSpPr/>
            <p:nvPr/>
          </p:nvSpPr>
          <p:spPr>
            <a:xfrm>
              <a:off x="2813839" y="36071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88" name="ph3488"/>
            <p:cNvSpPr/>
            <p:nvPr/>
          </p:nvSpPr>
          <p:spPr>
            <a:xfrm>
              <a:off x="2826351" y="36071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25E">
                <a:alpha val="100000"/>
              </a:srgbClr>
            </a:solidFill>
            <a:ln w="5420" cap="flat">
              <a:solidFill>
                <a:srgbClr val="3A32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89" name="ph3489"/>
            <p:cNvSpPr/>
            <p:nvPr/>
          </p:nvSpPr>
          <p:spPr>
            <a:xfrm>
              <a:off x="2838863" y="36071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90" name="ph3490"/>
            <p:cNvSpPr/>
            <p:nvPr/>
          </p:nvSpPr>
          <p:spPr>
            <a:xfrm>
              <a:off x="2851376" y="36071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91" name="ph3491"/>
            <p:cNvSpPr/>
            <p:nvPr/>
          </p:nvSpPr>
          <p:spPr>
            <a:xfrm>
              <a:off x="2863888" y="36071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92" name="ph3492"/>
            <p:cNvSpPr/>
            <p:nvPr/>
          </p:nvSpPr>
          <p:spPr>
            <a:xfrm>
              <a:off x="4528032" y="36071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93" name="ph3493"/>
            <p:cNvSpPr/>
            <p:nvPr/>
          </p:nvSpPr>
          <p:spPr>
            <a:xfrm>
              <a:off x="4540544" y="36071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94" name="ph3494"/>
            <p:cNvSpPr/>
            <p:nvPr/>
          </p:nvSpPr>
          <p:spPr>
            <a:xfrm>
              <a:off x="4553057" y="36071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95" name="ph3495"/>
            <p:cNvSpPr/>
            <p:nvPr/>
          </p:nvSpPr>
          <p:spPr>
            <a:xfrm>
              <a:off x="4565569" y="36071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96" name="ph3496"/>
            <p:cNvSpPr/>
            <p:nvPr/>
          </p:nvSpPr>
          <p:spPr>
            <a:xfrm>
              <a:off x="4578081" y="36071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97" name="ph3497"/>
            <p:cNvSpPr/>
            <p:nvPr/>
          </p:nvSpPr>
          <p:spPr>
            <a:xfrm>
              <a:off x="4590595" y="36071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98" name="ph3498"/>
            <p:cNvSpPr/>
            <p:nvPr/>
          </p:nvSpPr>
          <p:spPr>
            <a:xfrm>
              <a:off x="4603107" y="36071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99" name="ph3499"/>
            <p:cNvSpPr/>
            <p:nvPr/>
          </p:nvSpPr>
          <p:spPr>
            <a:xfrm>
              <a:off x="4615619" y="36071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00" name="ph3500"/>
            <p:cNvSpPr/>
            <p:nvPr/>
          </p:nvSpPr>
          <p:spPr>
            <a:xfrm>
              <a:off x="4790792" y="36071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01" name="ph3501"/>
            <p:cNvSpPr/>
            <p:nvPr/>
          </p:nvSpPr>
          <p:spPr>
            <a:xfrm>
              <a:off x="4803304" y="36071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02" name="ph3502"/>
            <p:cNvSpPr/>
            <p:nvPr/>
          </p:nvSpPr>
          <p:spPr>
            <a:xfrm>
              <a:off x="4815816" y="36071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03" name="ph3503"/>
            <p:cNvSpPr/>
            <p:nvPr/>
          </p:nvSpPr>
          <p:spPr>
            <a:xfrm>
              <a:off x="4828329" y="36071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04" name="ph3504"/>
            <p:cNvSpPr/>
            <p:nvPr/>
          </p:nvSpPr>
          <p:spPr>
            <a:xfrm>
              <a:off x="4840841" y="360718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05" name="ph3505"/>
            <p:cNvSpPr/>
            <p:nvPr/>
          </p:nvSpPr>
          <p:spPr>
            <a:xfrm>
              <a:off x="2813839" y="36225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06" name="ph3506"/>
            <p:cNvSpPr/>
            <p:nvPr/>
          </p:nvSpPr>
          <p:spPr>
            <a:xfrm>
              <a:off x="2826351" y="36225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07" name="ph3507"/>
            <p:cNvSpPr/>
            <p:nvPr/>
          </p:nvSpPr>
          <p:spPr>
            <a:xfrm>
              <a:off x="2838863" y="36225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08" name="ph3508"/>
            <p:cNvSpPr/>
            <p:nvPr/>
          </p:nvSpPr>
          <p:spPr>
            <a:xfrm>
              <a:off x="2851376" y="36225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09" name="ph3509"/>
            <p:cNvSpPr/>
            <p:nvPr/>
          </p:nvSpPr>
          <p:spPr>
            <a:xfrm>
              <a:off x="2863888" y="36225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10" name="ph3510"/>
            <p:cNvSpPr/>
            <p:nvPr/>
          </p:nvSpPr>
          <p:spPr>
            <a:xfrm>
              <a:off x="4528032" y="36225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11" name="ph3511"/>
            <p:cNvSpPr/>
            <p:nvPr/>
          </p:nvSpPr>
          <p:spPr>
            <a:xfrm>
              <a:off x="4540544" y="36225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12" name="ph3512"/>
            <p:cNvSpPr/>
            <p:nvPr/>
          </p:nvSpPr>
          <p:spPr>
            <a:xfrm>
              <a:off x="4553057" y="36225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13" name="ph3513"/>
            <p:cNvSpPr/>
            <p:nvPr/>
          </p:nvSpPr>
          <p:spPr>
            <a:xfrm>
              <a:off x="4565569" y="36225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14" name="ph3514"/>
            <p:cNvSpPr/>
            <p:nvPr/>
          </p:nvSpPr>
          <p:spPr>
            <a:xfrm>
              <a:off x="4578081" y="36225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15" name="ph3515"/>
            <p:cNvSpPr/>
            <p:nvPr/>
          </p:nvSpPr>
          <p:spPr>
            <a:xfrm>
              <a:off x="4590595" y="36225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16" name="ph3516"/>
            <p:cNvSpPr/>
            <p:nvPr/>
          </p:nvSpPr>
          <p:spPr>
            <a:xfrm>
              <a:off x="4603107" y="36225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17" name="ph3517"/>
            <p:cNvSpPr/>
            <p:nvPr/>
          </p:nvSpPr>
          <p:spPr>
            <a:xfrm>
              <a:off x="4615619" y="36225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18" name="ph3518"/>
            <p:cNvSpPr/>
            <p:nvPr/>
          </p:nvSpPr>
          <p:spPr>
            <a:xfrm>
              <a:off x="4628131" y="36225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19" name="ph3519"/>
            <p:cNvSpPr/>
            <p:nvPr/>
          </p:nvSpPr>
          <p:spPr>
            <a:xfrm>
              <a:off x="4790792" y="36225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20" name="ph3520"/>
            <p:cNvSpPr/>
            <p:nvPr/>
          </p:nvSpPr>
          <p:spPr>
            <a:xfrm>
              <a:off x="4803304" y="36225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21" name="ph3521"/>
            <p:cNvSpPr/>
            <p:nvPr/>
          </p:nvSpPr>
          <p:spPr>
            <a:xfrm>
              <a:off x="4815816" y="36225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22" name="ph3522"/>
            <p:cNvSpPr/>
            <p:nvPr/>
          </p:nvSpPr>
          <p:spPr>
            <a:xfrm>
              <a:off x="4828329" y="36225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23" name="ph3523"/>
            <p:cNvSpPr/>
            <p:nvPr/>
          </p:nvSpPr>
          <p:spPr>
            <a:xfrm>
              <a:off x="4840841" y="362256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24" name="ph3524"/>
            <p:cNvSpPr/>
            <p:nvPr/>
          </p:nvSpPr>
          <p:spPr>
            <a:xfrm>
              <a:off x="2813839" y="363794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25" name="ph3525"/>
            <p:cNvSpPr/>
            <p:nvPr/>
          </p:nvSpPr>
          <p:spPr>
            <a:xfrm>
              <a:off x="2826351" y="363794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26" name="ph3526"/>
            <p:cNvSpPr/>
            <p:nvPr/>
          </p:nvSpPr>
          <p:spPr>
            <a:xfrm>
              <a:off x="2838863" y="363794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27" name="ph3527"/>
            <p:cNvSpPr/>
            <p:nvPr/>
          </p:nvSpPr>
          <p:spPr>
            <a:xfrm>
              <a:off x="2851376" y="363794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28" name="ph3528"/>
            <p:cNvSpPr/>
            <p:nvPr/>
          </p:nvSpPr>
          <p:spPr>
            <a:xfrm>
              <a:off x="2863888" y="363794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29" name="ph3529"/>
            <p:cNvSpPr/>
            <p:nvPr/>
          </p:nvSpPr>
          <p:spPr>
            <a:xfrm>
              <a:off x="4540544" y="363794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30" name="ph3530"/>
            <p:cNvSpPr/>
            <p:nvPr/>
          </p:nvSpPr>
          <p:spPr>
            <a:xfrm>
              <a:off x="4553057" y="363794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31" name="ph3531"/>
            <p:cNvSpPr/>
            <p:nvPr/>
          </p:nvSpPr>
          <p:spPr>
            <a:xfrm>
              <a:off x="4565569" y="363794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32" name="ph3532"/>
            <p:cNvSpPr/>
            <p:nvPr/>
          </p:nvSpPr>
          <p:spPr>
            <a:xfrm>
              <a:off x="4578081" y="363794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33" name="ph3533"/>
            <p:cNvSpPr/>
            <p:nvPr/>
          </p:nvSpPr>
          <p:spPr>
            <a:xfrm>
              <a:off x="4590595" y="363794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34" name="ph3534"/>
            <p:cNvSpPr/>
            <p:nvPr/>
          </p:nvSpPr>
          <p:spPr>
            <a:xfrm>
              <a:off x="4603107" y="363794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35" name="ph3535"/>
            <p:cNvSpPr/>
            <p:nvPr/>
          </p:nvSpPr>
          <p:spPr>
            <a:xfrm>
              <a:off x="4615619" y="363794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36" name="ph3536"/>
            <p:cNvSpPr/>
            <p:nvPr/>
          </p:nvSpPr>
          <p:spPr>
            <a:xfrm>
              <a:off x="4628131" y="363794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37" name="ph3537"/>
            <p:cNvSpPr/>
            <p:nvPr/>
          </p:nvSpPr>
          <p:spPr>
            <a:xfrm>
              <a:off x="4803304" y="363794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38" name="ph3538"/>
            <p:cNvSpPr/>
            <p:nvPr/>
          </p:nvSpPr>
          <p:spPr>
            <a:xfrm>
              <a:off x="4815816" y="363794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39" name="ph3539"/>
            <p:cNvSpPr/>
            <p:nvPr/>
          </p:nvSpPr>
          <p:spPr>
            <a:xfrm>
              <a:off x="4828329" y="363794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40" name="ph3540"/>
            <p:cNvSpPr/>
            <p:nvPr/>
          </p:nvSpPr>
          <p:spPr>
            <a:xfrm>
              <a:off x="4840841" y="363794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41" name="ph3541"/>
            <p:cNvSpPr/>
            <p:nvPr/>
          </p:nvSpPr>
          <p:spPr>
            <a:xfrm>
              <a:off x="4853353" y="363794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42" name="ph3542"/>
            <p:cNvSpPr/>
            <p:nvPr/>
          </p:nvSpPr>
          <p:spPr>
            <a:xfrm>
              <a:off x="2813839" y="36533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43" name="ph3543"/>
            <p:cNvSpPr/>
            <p:nvPr/>
          </p:nvSpPr>
          <p:spPr>
            <a:xfrm>
              <a:off x="2826351" y="36533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44" name="ph3544"/>
            <p:cNvSpPr/>
            <p:nvPr/>
          </p:nvSpPr>
          <p:spPr>
            <a:xfrm>
              <a:off x="2838863" y="36533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45" name="ph3545"/>
            <p:cNvSpPr/>
            <p:nvPr/>
          </p:nvSpPr>
          <p:spPr>
            <a:xfrm>
              <a:off x="2851376" y="36533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46" name="ph3546"/>
            <p:cNvSpPr/>
            <p:nvPr/>
          </p:nvSpPr>
          <p:spPr>
            <a:xfrm>
              <a:off x="2863888" y="36533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47" name="ph3547"/>
            <p:cNvSpPr/>
            <p:nvPr/>
          </p:nvSpPr>
          <p:spPr>
            <a:xfrm>
              <a:off x="4553057" y="36533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48" name="ph3548"/>
            <p:cNvSpPr/>
            <p:nvPr/>
          </p:nvSpPr>
          <p:spPr>
            <a:xfrm>
              <a:off x="4565569" y="36533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49" name="ph3549"/>
            <p:cNvSpPr/>
            <p:nvPr/>
          </p:nvSpPr>
          <p:spPr>
            <a:xfrm>
              <a:off x="4578081" y="36533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50" name="ph3550"/>
            <p:cNvSpPr/>
            <p:nvPr/>
          </p:nvSpPr>
          <p:spPr>
            <a:xfrm>
              <a:off x="4590595" y="36533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51" name="ph3551"/>
            <p:cNvSpPr/>
            <p:nvPr/>
          </p:nvSpPr>
          <p:spPr>
            <a:xfrm>
              <a:off x="4603107" y="36533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52" name="ph3552"/>
            <p:cNvSpPr/>
            <p:nvPr/>
          </p:nvSpPr>
          <p:spPr>
            <a:xfrm>
              <a:off x="4615619" y="36533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53" name="ph3553"/>
            <p:cNvSpPr/>
            <p:nvPr/>
          </p:nvSpPr>
          <p:spPr>
            <a:xfrm>
              <a:off x="4628131" y="36533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54" name="ph3554"/>
            <p:cNvSpPr/>
            <p:nvPr/>
          </p:nvSpPr>
          <p:spPr>
            <a:xfrm>
              <a:off x="4640644" y="36533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55" name="ph3555"/>
            <p:cNvSpPr/>
            <p:nvPr/>
          </p:nvSpPr>
          <p:spPr>
            <a:xfrm>
              <a:off x="4803304" y="36533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56" name="ph3556"/>
            <p:cNvSpPr/>
            <p:nvPr/>
          </p:nvSpPr>
          <p:spPr>
            <a:xfrm>
              <a:off x="4815816" y="36533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57" name="ph3557"/>
            <p:cNvSpPr/>
            <p:nvPr/>
          </p:nvSpPr>
          <p:spPr>
            <a:xfrm>
              <a:off x="4828329" y="36533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58" name="ph3558"/>
            <p:cNvSpPr/>
            <p:nvPr/>
          </p:nvSpPr>
          <p:spPr>
            <a:xfrm>
              <a:off x="4840841" y="36533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59" name="ph3559"/>
            <p:cNvSpPr/>
            <p:nvPr/>
          </p:nvSpPr>
          <p:spPr>
            <a:xfrm>
              <a:off x="4853353" y="365331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60" name="ph3560"/>
            <p:cNvSpPr/>
            <p:nvPr/>
          </p:nvSpPr>
          <p:spPr>
            <a:xfrm>
              <a:off x="2826351" y="36686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61" name="ph3561"/>
            <p:cNvSpPr/>
            <p:nvPr/>
          </p:nvSpPr>
          <p:spPr>
            <a:xfrm>
              <a:off x="2838863" y="36686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62" name="ph3562"/>
            <p:cNvSpPr/>
            <p:nvPr/>
          </p:nvSpPr>
          <p:spPr>
            <a:xfrm>
              <a:off x="2851376" y="36686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63" name="ph3563"/>
            <p:cNvSpPr/>
            <p:nvPr/>
          </p:nvSpPr>
          <p:spPr>
            <a:xfrm>
              <a:off x="2863888" y="36686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64" name="ph3564"/>
            <p:cNvSpPr/>
            <p:nvPr/>
          </p:nvSpPr>
          <p:spPr>
            <a:xfrm>
              <a:off x="4565569" y="36686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65" name="ph3565"/>
            <p:cNvSpPr/>
            <p:nvPr/>
          </p:nvSpPr>
          <p:spPr>
            <a:xfrm>
              <a:off x="4578081" y="36686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66" name="ph3566"/>
            <p:cNvSpPr/>
            <p:nvPr/>
          </p:nvSpPr>
          <p:spPr>
            <a:xfrm>
              <a:off x="4590595" y="36686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67" name="ph3567"/>
            <p:cNvSpPr/>
            <p:nvPr/>
          </p:nvSpPr>
          <p:spPr>
            <a:xfrm>
              <a:off x="4603107" y="36686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68" name="ph3568"/>
            <p:cNvSpPr/>
            <p:nvPr/>
          </p:nvSpPr>
          <p:spPr>
            <a:xfrm>
              <a:off x="4615619" y="36686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69" name="ph3569"/>
            <p:cNvSpPr/>
            <p:nvPr/>
          </p:nvSpPr>
          <p:spPr>
            <a:xfrm>
              <a:off x="4628131" y="36686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70" name="ph3570"/>
            <p:cNvSpPr/>
            <p:nvPr/>
          </p:nvSpPr>
          <p:spPr>
            <a:xfrm>
              <a:off x="4640644" y="36686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71" name="ph3571"/>
            <p:cNvSpPr/>
            <p:nvPr/>
          </p:nvSpPr>
          <p:spPr>
            <a:xfrm>
              <a:off x="4653156" y="36686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72" name="ph3572"/>
            <p:cNvSpPr/>
            <p:nvPr/>
          </p:nvSpPr>
          <p:spPr>
            <a:xfrm>
              <a:off x="4803304" y="36686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73" name="ph3573"/>
            <p:cNvSpPr/>
            <p:nvPr/>
          </p:nvSpPr>
          <p:spPr>
            <a:xfrm>
              <a:off x="4815816" y="36686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74" name="ph3574"/>
            <p:cNvSpPr/>
            <p:nvPr/>
          </p:nvSpPr>
          <p:spPr>
            <a:xfrm>
              <a:off x="4828329" y="36686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75" name="ph3575"/>
            <p:cNvSpPr/>
            <p:nvPr/>
          </p:nvSpPr>
          <p:spPr>
            <a:xfrm>
              <a:off x="4840841" y="36686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76" name="ph3576"/>
            <p:cNvSpPr/>
            <p:nvPr/>
          </p:nvSpPr>
          <p:spPr>
            <a:xfrm>
              <a:off x="4853353" y="366869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77" name="ph3577"/>
            <p:cNvSpPr/>
            <p:nvPr/>
          </p:nvSpPr>
          <p:spPr>
            <a:xfrm>
              <a:off x="2826351" y="36840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78" name="ph3578"/>
            <p:cNvSpPr/>
            <p:nvPr/>
          </p:nvSpPr>
          <p:spPr>
            <a:xfrm>
              <a:off x="2838863" y="36840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79" name="ph3579"/>
            <p:cNvSpPr/>
            <p:nvPr/>
          </p:nvSpPr>
          <p:spPr>
            <a:xfrm>
              <a:off x="2851376" y="36840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80" name="ph3580"/>
            <p:cNvSpPr/>
            <p:nvPr/>
          </p:nvSpPr>
          <p:spPr>
            <a:xfrm>
              <a:off x="2863888" y="36840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81" name="ph3581"/>
            <p:cNvSpPr/>
            <p:nvPr/>
          </p:nvSpPr>
          <p:spPr>
            <a:xfrm>
              <a:off x="4578081" y="36840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82" name="ph3582"/>
            <p:cNvSpPr/>
            <p:nvPr/>
          </p:nvSpPr>
          <p:spPr>
            <a:xfrm>
              <a:off x="4590595" y="36840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83" name="ph3583"/>
            <p:cNvSpPr/>
            <p:nvPr/>
          </p:nvSpPr>
          <p:spPr>
            <a:xfrm>
              <a:off x="4603107" y="36840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84" name="ph3584"/>
            <p:cNvSpPr/>
            <p:nvPr/>
          </p:nvSpPr>
          <p:spPr>
            <a:xfrm>
              <a:off x="4615619" y="36840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85" name="ph3585"/>
            <p:cNvSpPr/>
            <p:nvPr/>
          </p:nvSpPr>
          <p:spPr>
            <a:xfrm>
              <a:off x="4628131" y="36840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86" name="ph3586"/>
            <p:cNvSpPr/>
            <p:nvPr/>
          </p:nvSpPr>
          <p:spPr>
            <a:xfrm>
              <a:off x="4640644" y="36840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87" name="ph3587"/>
            <p:cNvSpPr/>
            <p:nvPr/>
          </p:nvSpPr>
          <p:spPr>
            <a:xfrm>
              <a:off x="4803304" y="36840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88" name="ph3588"/>
            <p:cNvSpPr/>
            <p:nvPr/>
          </p:nvSpPr>
          <p:spPr>
            <a:xfrm>
              <a:off x="4815816" y="36840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89" name="ph3589"/>
            <p:cNvSpPr/>
            <p:nvPr/>
          </p:nvSpPr>
          <p:spPr>
            <a:xfrm>
              <a:off x="4828329" y="36840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90" name="ph3590"/>
            <p:cNvSpPr/>
            <p:nvPr/>
          </p:nvSpPr>
          <p:spPr>
            <a:xfrm>
              <a:off x="4840841" y="36840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91" name="ph3591"/>
            <p:cNvSpPr/>
            <p:nvPr/>
          </p:nvSpPr>
          <p:spPr>
            <a:xfrm>
              <a:off x="4853353" y="368406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92" name="ph3592"/>
            <p:cNvSpPr/>
            <p:nvPr/>
          </p:nvSpPr>
          <p:spPr>
            <a:xfrm>
              <a:off x="2826351" y="36994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93" name="ph3593"/>
            <p:cNvSpPr/>
            <p:nvPr/>
          </p:nvSpPr>
          <p:spPr>
            <a:xfrm>
              <a:off x="2838863" y="36994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94" name="ph3594"/>
            <p:cNvSpPr/>
            <p:nvPr/>
          </p:nvSpPr>
          <p:spPr>
            <a:xfrm>
              <a:off x="2851376" y="36994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95" name="ph3595"/>
            <p:cNvSpPr/>
            <p:nvPr/>
          </p:nvSpPr>
          <p:spPr>
            <a:xfrm>
              <a:off x="2863888" y="36994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96" name="ph3596"/>
            <p:cNvSpPr/>
            <p:nvPr/>
          </p:nvSpPr>
          <p:spPr>
            <a:xfrm>
              <a:off x="2876400" y="36994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97" name="ph3597"/>
            <p:cNvSpPr/>
            <p:nvPr/>
          </p:nvSpPr>
          <p:spPr>
            <a:xfrm>
              <a:off x="4578081" y="36994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98" name="ph3598"/>
            <p:cNvSpPr/>
            <p:nvPr/>
          </p:nvSpPr>
          <p:spPr>
            <a:xfrm>
              <a:off x="4590595" y="36994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99" name="ph3599"/>
            <p:cNvSpPr/>
            <p:nvPr/>
          </p:nvSpPr>
          <p:spPr>
            <a:xfrm>
              <a:off x="4603107" y="36994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00" name="ph3600"/>
            <p:cNvSpPr/>
            <p:nvPr/>
          </p:nvSpPr>
          <p:spPr>
            <a:xfrm>
              <a:off x="4615619" y="36994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01" name="ph3601"/>
            <p:cNvSpPr/>
            <p:nvPr/>
          </p:nvSpPr>
          <p:spPr>
            <a:xfrm>
              <a:off x="4628131" y="36994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02" name="ph3602"/>
            <p:cNvSpPr/>
            <p:nvPr/>
          </p:nvSpPr>
          <p:spPr>
            <a:xfrm>
              <a:off x="4640644" y="36994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03" name="ph3603"/>
            <p:cNvSpPr/>
            <p:nvPr/>
          </p:nvSpPr>
          <p:spPr>
            <a:xfrm>
              <a:off x="4803304" y="36994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04" name="ph3604"/>
            <p:cNvSpPr/>
            <p:nvPr/>
          </p:nvSpPr>
          <p:spPr>
            <a:xfrm>
              <a:off x="4815816" y="36994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05" name="ph3605"/>
            <p:cNvSpPr/>
            <p:nvPr/>
          </p:nvSpPr>
          <p:spPr>
            <a:xfrm>
              <a:off x="4828329" y="36994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06" name="ph3606"/>
            <p:cNvSpPr/>
            <p:nvPr/>
          </p:nvSpPr>
          <p:spPr>
            <a:xfrm>
              <a:off x="4840841" y="36994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07" name="ph3607"/>
            <p:cNvSpPr/>
            <p:nvPr/>
          </p:nvSpPr>
          <p:spPr>
            <a:xfrm>
              <a:off x="4853353" y="369944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08" name="ph3608"/>
            <p:cNvSpPr/>
            <p:nvPr/>
          </p:nvSpPr>
          <p:spPr>
            <a:xfrm>
              <a:off x="2826351" y="37148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09" name="ph3609"/>
            <p:cNvSpPr/>
            <p:nvPr/>
          </p:nvSpPr>
          <p:spPr>
            <a:xfrm>
              <a:off x="2838863" y="37148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10" name="ph3610"/>
            <p:cNvSpPr/>
            <p:nvPr/>
          </p:nvSpPr>
          <p:spPr>
            <a:xfrm>
              <a:off x="2851376" y="37148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11" name="ph3611"/>
            <p:cNvSpPr/>
            <p:nvPr/>
          </p:nvSpPr>
          <p:spPr>
            <a:xfrm>
              <a:off x="2863888" y="37148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12" name="ph3612"/>
            <p:cNvSpPr/>
            <p:nvPr/>
          </p:nvSpPr>
          <p:spPr>
            <a:xfrm>
              <a:off x="2876400" y="37148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13" name="ph3613"/>
            <p:cNvSpPr/>
            <p:nvPr/>
          </p:nvSpPr>
          <p:spPr>
            <a:xfrm>
              <a:off x="4590595" y="37148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14" name="ph3614"/>
            <p:cNvSpPr/>
            <p:nvPr/>
          </p:nvSpPr>
          <p:spPr>
            <a:xfrm>
              <a:off x="4603107" y="37148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15" name="ph3615"/>
            <p:cNvSpPr/>
            <p:nvPr/>
          </p:nvSpPr>
          <p:spPr>
            <a:xfrm>
              <a:off x="4615619" y="37148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16" name="ph3616"/>
            <p:cNvSpPr/>
            <p:nvPr/>
          </p:nvSpPr>
          <p:spPr>
            <a:xfrm>
              <a:off x="4628131" y="37148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17" name="ph3617"/>
            <p:cNvSpPr/>
            <p:nvPr/>
          </p:nvSpPr>
          <p:spPr>
            <a:xfrm>
              <a:off x="4640644" y="37148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18" name="ph3618"/>
            <p:cNvSpPr/>
            <p:nvPr/>
          </p:nvSpPr>
          <p:spPr>
            <a:xfrm>
              <a:off x="4803304" y="37148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19" name="ph3619"/>
            <p:cNvSpPr/>
            <p:nvPr/>
          </p:nvSpPr>
          <p:spPr>
            <a:xfrm>
              <a:off x="4815816" y="37148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20" name="ph3620"/>
            <p:cNvSpPr/>
            <p:nvPr/>
          </p:nvSpPr>
          <p:spPr>
            <a:xfrm>
              <a:off x="4828329" y="37148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21" name="ph3621"/>
            <p:cNvSpPr/>
            <p:nvPr/>
          </p:nvSpPr>
          <p:spPr>
            <a:xfrm>
              <a:off x="4840841" y="371482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22" name="ph3622"/>
            <p:cNvSpPr/>
            <p:nvPr/>
          </p:nvSpPr>
          <p:spPr>
            <a:xfrm>
              <a:off x="2838863" y="37301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23" name="ph3623"/>
            <p:cNvSpPr/>
            <p:nvPr/>
          </p:nvSpPr>
          <p:spPr>
            <a:xfrm>
              <a:off x="2851376" y="37301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24" name="ph3624"/>
            <p:cNvSpPr/>
            <p:nvPr/>
          </p:nvSpPr>
          <p:spPr>
            <a:xfrm>
              <a:off x="2863888" y="37301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25" name="ph3625"/>
            <p:cNvSpPr/>
            <p:nvPr/>
          </p:nvSpPr>
          <p:spPr>
            <a:xfrm>
              <a:off x="2876400" y="37301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26" name="ph3626"/>
            <p:cNvSpPr/>
            <p:nvPr/>
          </p:nvSpPr>
          <p:spPr>
            <a:xfrm>
              <a:off x="2888913" y="37301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27" name="ph3627"/>
            <p:cNvSpPr/>
            <p:nvPr/>
          </p:nvSpPr>
          <p:spPr>
            <a:xfrm>
              <a:off x="4603107" y="37301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28" name="ph3628"/>
            <p:cNvSpPr/>
            <p:nvPr/>
          </p:nvSpPr>
          <p:spPr>
            <a:xfrm>
              <a:off x="4615619" y="37301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29" name="ph3629"/>
            <p:cNvSpPr/>
            <p:nvPr/>
          </p:nvSpPr>
          <p:spPr>
            <a:xfrm>
              <a:off x="4628131" y="37301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30" name="ph3630"/>
            <p:cNvSpPr/>
            <p:nvPr/>
          </p:nvSpPr>
          <p:spPr>
            <a:xfrm>
              <a:off x="4640644" y="37301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31" name="ph3631"/>
            <p:cNvSpPr/>
            <p:nvPr/>
          </p:nvSpPr>
          <p:spPr>
            <a:xfrm>
              <a:off x="4653156" y="37301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32" name="ph3632"/>
            <p:cNvSpPr/>
            <p:nvPr/>
          </p:nvSpPr>
          <p:spPr>
            <a:xfrm>
              <a:off x="4803304" y="37301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33" name="ph3633"/>
            <p:cNvSpPr/>
            <p:nvPr/>
          </p:nvSpPr>
          <p:spPr>
            <a:xfrm>
              <a:off x="4815816" y="37301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34" name="ph3634"/>
            <p:cNvSpPr/>
            <p:nvPr/>
          </p:nvSpPr>
          <p:spPr>
            <a:xfrm>
              <a:off x="4828329" y="37301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35" name="ph3635"/>
            <p:cNvSpPr/>
            <p:nvPr/>
          </p:nvSpPr>
          <p:spPr>
            <a:xfrm>
              <a:off x="4840841" y="373019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36" name="ph3636"/>
            <p:cNvSpPr/>
            <p:nvPr/>
          </p:nvSpPr>
          <p:spPr>
            <a:xfrm>
              <a:off x="2838863" y="37455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37" name="ph3637"/>
            <p:cNvSpPr/>
            <p:nvPr/>
          </p:nvSpPr>
          <p:spPr>
            <a:xfrm>
              <a:off x="2851376" y="37455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38" name="ph3638"/>
            <p:cNvSpPr/>
            <p:nvPr/>
          </p:nvSpPr>
          <p:spPr>
            <a:xfrm>
              <a:off x="2863888" y="37455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39" name="ph3639"/>
            <p:cNvSpPr/>
            <p:nvPr/>
          </p:nvSpPr>
          <p:spPr>
            <a:xfrm>
              <a:off x="2876400" y="37455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40" name="ph3640"/>
            <p:cNvSpPr/>
            <p:nvPr/>
          </p:nvSpPr>
          <p:spPr>
            <a:xfrm>
              <a:off x="2888913" y="37455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41" name="ph3641"/>
            <p:cNvSpPr/>
            <p:nvPr/>
          </p:nvSpPr>
          <p:spPr>
            <a:xfrm>
              <a:off x="2901425" y="37455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42" name="ph3642"/>
            <p:cNvSpPr/>
            <p:nvPr/>
          </p:nvSpPr>
          <p:spPr>
            <a:xfrm>
              <a:off x="4603107" y="37455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43" name="ph3643"/>
            <p:cNvSpPr/>
            <p:nvPr/>
          </p:nvSpPr>
          <p:spPr>
            <a:xfrm>
              <a:off x="4615619" y="37455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44" name="ph3644"/>
            <p:cNvSpPr/>
            <p:nvPr/>
          </p:nvSpPr>
          <p:spPr>
            <a:xfrm>
              <a:off x="4628131" y="37455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45" name="ph3645"/>
            <p:cNvSpPr/>
            <p:nvPr/>
          </p:nvSpPr>
          <p:spPr>
            <a:xfrm>
              <a:off x="4640644" y="37455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46" name="ph3646"/>
            <p:cNvSpPr/>
            <p:nvPr/>
          </p:nvSpPr>
          <p:spPr>
            <a:xfrm>
              <a:off x="4653156" y="37455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47" name="ph3647"/>
            <p:cNvSpPr/>
            <p:nvPr/>
          </p:nvSpPr>
          <p:spPr>
            <a:xfrm>
              <a:off x="4803304" y="37455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48" name="ph3648"/>
            <p:cNvSpPr/>
            <p:nvPr/>
          </p:nvSpPr>
          <p:spPr>
            <a:xfrm>
              <a:off x="4815816" y="37455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49" name="ph3649"/>
            <p:cNvSpPr/>
            <p:nvPr/>
          </p:nvSpPr>
          <p:spPr>
            <a:xfrm>
              <a:off x="4828329" y="37455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50" name="ph3650"/>
            <p:cNvSpPr/>
            <p:nvPr/>
          </p:nvSpPr>
          <p:spPr>
            <a:xfrm>
              <a:off x="4840841" y="374557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51" name="ph3651"/>
            <p:cNvSpPr/>
            <p:nvPr/>
          </p:nvSpPr>
          <p:spPr>
            <a:xfrm>
              <a:off x="2851376" y="3760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52" name="ph3652"/>
            <p:cNvSpPr/>
            <p:nvPr/>
          </p:nvSpPr>
          <p:spPr>
            <a:xfrm>
              <a:off x="2863888" y="3760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53" name="ph3653"/>
            <p:cNvSpPr/>
            <p:nvPr/>
          </p:nvSpPr>
          <p:spPr>
            <a:xfrm>
              <a:off x="2876400" y="3760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54" name="ph3654"/>
            <p:cNvSpPr/>
            <p:nvPr/>
          </p:nvSpPr>
          <p:spPr>
            <a:xfrm>
              <a:off x="2888913" y="3760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55" name="ph3655"/>
            <p:cNvSpPr/>
            <p:nvPr/>
          </p:nvSpPr>
          <p:spPr>
            <a:xfrm>
              <a:off x="2901425" y="3760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56" name="ph3656"/>
            <p:cNvSpPr/>
            <p:nvPr/>
          </p:nvSpPr>
          <p:spPr>
            <a:xfrm>
              <a:off x="4603107" y="3760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57" name="ph3657"/>
            <p:cNvSpPr/>
            <p:nvPr/>
          </p:nvSpPr>
          <p:spPr>
            <a:xfrm>
              <a:off x="4615619" y="3760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58" name="ph3658"/>
            <p:cNvSpPr/>
            <p:nvPr/>
          </p:nvSpPr>
          <p:spPr>
            <a:xfrm>
              <a:off x="4628131" y="3760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59" name="ph3659"/>
            <p:cNvSpPr/>
            <p:nvPr/>
          </p:nvSpPr>
          <p:spPr>
            <a:xfrm>
              <a:off x="4640644" y="3760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60" name="ph3660"/>
            <p:cNvSpPr/>
            <p:nvPr/>
          </p:nvSpPr>
          <p:spPr>
            <a:xfrm>
              <a:off x="4653156" y="3760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61" name="ph3661"/>
            <p:cNvSpPr/>
            <p:nvPr/>
          </p:nvSpPr>
          <p:spPr>
            <a:xfrm>
              <a:off x="4665668" y="3760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62" name="ph3662"/>
            <p:cNvSpPr/>
            <p:nvPr/>
          </p:nvSpPr>
          <p:spPr>
            <a:xfrm>
              <a:off x="4678180" y="3760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63" name="ph3663"/>
            <p:cNvSpPr/>
            <p:nvPr/>
          </p:nvSpPr>
          <p:spPr>
            <a:xfrm>
              <a:off x="4690693" y="3760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64" name="ph3664"/>
            <p:cNvSpPr/>
            <p:nvPr/>
          </p:nvSpPr>
          <p:spPr>
            <a:xfrm>
              <a:off x="4803304" y="3760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65" name="ph3665"/>
            <p:cNvSpPr/>
            <p:nvPr/>
          </p:nvSpPr>
          <p:spPr>
            <a:xfrm>
              <a:off x="4815816" y="3760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66" name="ph3666"/>
            <p:cNvSpPr/>
            <p:nvPr/>
          </p:nvSpPr>
          <p:spPr>
            <a:xfrm>
              <a:off x="4828329" y="3760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67" name="ph3667"/>
            <p:cNvSpPr/>
            <p:nvPr/>
          </p:nvSpPr>
          <p:spPr>
            <a:xfrm>
              <a:off x="4840841" y="376094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68" name="ph3668"/>
            <p:cNvSpPr/>
            <p:nvPr/>
          </p:nvSpPr>
          <p:spPr>
            <a:xfrm>
              <a:off x="2863888" y="3776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69" name="ph3669"/>
            <p:cNvSpPr/>
            <p:nvPr/>
          </p:nvSpPr>
          <p:spPr>
            <a:xfrm>
              <a:off x="2876400" y="3776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70" name="ph3670"/>
            <p:cNvSpPr/>
            <p:nvPr/>
          </p:nvSpPr>
          <p:spPr>
            <a:xfrm>
              <a:off x="2888913" y="3776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71" name="ph3671"/>
            <p:cNvSpPr/>
            <p:nvPr/>
          </p:nvSpPr>
          <p:spPr>
            <a:xfrm>
              <a:off x="2901425" y="3776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72" name="ph3672"/>
            <p:cNvSpPr/>
            <p:nvPr/>
          </p:nvSpPr>
          <p:spPr>
            <a:xfrm>
              <a:off x="4615619" y="3776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73" name="ph3673"/>
            <p:cNvSpPr/>
            <p:nvPr/>
          </p:nvSpPr>
          <p:spPr>
            <a:xfrm>
              <a:off x="4628131" y="3776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74" name="ph3674"/>
            <p:cNvSpPr/>
            <p:nvPr/>
          </p:nvSpPr>
          <p:spPr>
            <a:xfrm>
              <a:off x="4640644" y="3776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75" name="ph3675"/>
            <p:cNvSpPr/>
            <p:nvPr/>
          </p:nvSpPr>
          <p:spPr>
            <a:xfrm>
              <a:off x="4653156" y="3776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76" name="ph3676"/>
            <p:cNvSpPr/>
            <p:nvPr/>
          </p:nvSpPr>
          <p:spPr>
            <a:xfrm>
              <a:off x="4665668" y="3776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77" name="ph3677"/>
            <p:cNvSpPr/>
            <p:nvPr/>
          </p:nvSpPr>
          <p:spPr>
            <a:xfrm>
              <a:off x="4678180" y="3776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78" name="ph3678"/>
            <p:cNvSpPr/>
            <p:nvPr/>
          </p:nvSpPr>
          <p:spPr>
            <a:xfrm>
              <a:off x="4690693" y="3776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79" name="ph3679"/>
            <p:cNvSpPr/>
            <p:nvPr/>
          </p:nvSpPr>
          <p:spPr>
            <a:xfrm>
              <a:off x="4703205" y="3776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80" name="ph3680"/>
            <p:cNvSpPr/>
            <p:nvPr/>
          </p:nvSpPr>
          <p:spPr>
            <a:xfrm>
              <a:off x="4790792" y="3776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81" name="ph3681"/>
            <p:cNvSpPr/>
            <p:nvPr/>
          </p:nvSpPr>
          <p:spPr>
            <a:xfrm>
              <a:off x="4803304" y="3776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82" name="ph3682"/>
            <p:cNvSpPr/>
            <p:nvPr/>
          </p:nvSpPr>
          <p:spPr>
            <a:xfrm>
              <a:off x="4815816" y="3776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83" name="ph3683"/>
            <p:cNvSpPr/>
            <p:nvPr/>
          </p:nvSpPr>
          <p:spPr>
            <a:xfrm>
              <a:off x="4828329" y="3776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84" name="ph3684"/>
            <p:cNvSpPr/>
            <p:nvPr/>
          </p:nvSpPr>
          <p:spPr>
            <a:xfrm>
              <a:off x="4840841" y="377632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85" name="ph3685"/>
            <p:cNvSpPr/>
            <p:nvPr/>
          </p:nvSpPr>
          <p:spPr>
            <a:xfrm>
              <a:off x="2863888" y="3791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86" name="ph3686"/>
            <p:cNvSpPr/>
            <p:nvPr/>
          </p:nvSpPr>
          <p:spPr>
            <a:xfrm>
              <a:off x="2876400" y="3791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87" name="ph3687"/>
            <p:cNvSpPr/>
            <p:nvPr/>
          </p:nvSpPr>
          <p:spPr>
            <a:xfrm>
              <a:off x="2888913" y="3791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88" name="ph3688"/>
            <p:cNvSpPr/>
            <p:nvPr/>
          </p:nvSpPr>
          <p:spPr>
            <a:xfrm>
              <a:off x="2901425" y="3791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89" name="ph3689"/>
            <p:cNvSpPr/>
            <p:nvPr/>
          </p:nvSpPr>
          <p:spPr>
            <a:xfrm>
              <a:off x="4628131" y="3791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90" name="ph3690"/>
            <p:cNvSpPr/>
            <p:nvPr/>
          </p:nvSpPr>
          <p:spPr>
            <a:xfrm>
              <a:off x="4640644" y="3791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91" name="ph3691"/>
            <p:cNvSpPr/>
            <p:nvPr/>
          </p:nvSpPr>
          <p:spPr>
            <a:xfrm>
              <a:off x="4653156" y="3791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92" name="ph3692"/>
            <p:cNvSpPr/>
            <p:nvPr/>
          </p:nvSpPr>
          <p:spPr>
            <a:xfrm>
              <a:off x="4665668" y="3791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93" name="ph3693"/>
            <p:cNvSpPr/>
            <p:nvPr/>
          </p:nvSpPr>
          <p:spPr>
            <a:xfrm>
              <a:off x="4678180" y="3791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94" name="ph3694"/>
            <p:cNvSpPr/>
            <p:nvPr/>
          </p:nvSpPr>
          <p:spPr>
            <a:xfrm>
              <a:off x="4690693" y="3791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95" name="ph3695"/>
            <p:cNvSpPr/>
            <p:nvPr/>
          </p:nvSpPr>
          <p:spPr>
            <a:xfrm>
              <a:off x="4703205" y="3791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96" name="ph3696"/>
            <p:cNvSpPr/>
            <p:nvPr/>
          </p:nvSpPr>
          <p:spPr>
            <a:xfrm>
              <a:off x="4790792" y="3791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97" name="ph3697"/>
            <p:cNvSpPr/>
            <p:nvPr/>
          </p:nvSpPr>
          <p:spPr>
            <a:xfrm>
              <a:off x="4803304" y="3791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98" name="ph3698"/>
            <p:cNvSpPr/>
            <p:nvPr/>
          </p:nvSpPr>
          <p:spPr>
            <a:xfrm>
              <a:off x="4815816" y="3791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99" name="ph3699"/>
            <p:cNvSpPr/>
            <p:nvPr/>
          </p:nvSpPr>
          <p:spPr>
            <a:xfrm>
              <a:off x="4828329" y="3791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00" name="ph3700"/>
            <p:cNvSpPr/>
            <p:nvPr/>
          </p:nvSpPr>
          <p:spPr>
            <a:xfrm>
              <a:off x="4840841" y="379169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01" name="ph3701"/>
            <p:cNvSpPr/>
            <p:nvPr/>
          </p:nvSpPr>
          <p:spPr>
            <a:xfrm>
              <a:off x="2851376" y="3807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02" name="ph3702"/>
            <p:cNvSpPr/>
            <p:nvPr/>
          </p:nvSpPr>
          <p:spPr>
            <a:xfrm>
              <a:off x="2863888" y="3807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03" name="ph3703"/>
            <p:cNvSpPr/>
            <p:nvPr/>
          </p:nvSpPr>
          <p:spPr>
            <a:xfrm>
              <a:off x="2876400" y="3807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04" name="ph3704"/>
            <p:cNvSpPr/>
            <p:nvPr/>
          </p:nvSpPr>
          <p:spPr>
            <a:xfrm>
              <a:off x="2888913" y="3807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05" name="ph3705"/>
            <p:cNvSpPr/>
            <p:nvPr/>
          </p:nvSpPr>
          <p:spPr>
            <a:xfrm>
              <a:off x="2901425" y="3807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06" name="ph3706"/>
            <p:cNvSpPr/>
            <p:nvPr/>
          </p:nvSpPr>
          <p:spPr>
            <a:xfrm>
              <a:off x="4640644" y="3807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07" name="ph3707"/>
            <p:cNvSpPr/>
            <p:nvPr/>
          </p:nvSpPr>
          <p:spPr>
            <a:xfrm>
              <a:off x="4653156" y="3807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08" name="ph3708"/>
            <p:cNvSpPr/>
            <p:nvPr/>
          </p:nvSpPr>
          <p:spPr>
            <a:xfrm>
              <a:off x="4665668" y="3807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09" name="ph3709"/>
            <p:cNvSpPr/>
            <p:nvPr/>
          </p:nvSpPr>
          <p:spPr>
            <a:xfrm>
              <a:off x="4678180" y="3807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10" name="ph3710"/>
            <p:cNvSpPr/>
            <p:nvPr/>
          </p:nvSpPr>
          <p:spPr>
            <a:xfrm>
              <a:off x="4690693" y="3807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11" name="ph3711"/>
            <p:cNvSpPr/>
            <p:nvPr/>
          </p:nvSpPr>
          <p:spPr>
            <a:xfrm>
              <a:off x="4703205" y="3807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12" name="ph3712"/>
            <p:cNvSpPr/>
            <p:nvPr/>
          </p:nvSpPr>
          <p:spPr>
            <a:xfrm>
              <a:off x="4715717" y="3807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13" name="ph3713"/>
            <p:cNvSpPr/>
            <p:nvPr/>
          </p:nvSpPr>
          <p:spPr>
            <a:xfrm>
              <a:off x="4778280" y="3807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14" name="ph3714"/>
            <p:cNvSpPr/>
            <p:nvPr/>
          </p:nvSpPr>
          <p:spPr>
            <a:xfrm>
              <a:off x="4790792" y="3807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15" name="ph3715"/>
            <p:cNvSpPr/>
            <p:nvPr/>
          </p:nvSpPr>
          <p:spPr>
            <a:xfrm>
              <a:off x="4803304" y="3807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16" name="ph3716"/>
            <p:cNvSpPr/>
            <p:nvPr/>
          </p:nvSpPr>
          <p:spPr>
            <a:xfrm>
              <a:off x="4815816" y="3807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17" name="ph3717"/>
            <p:cNvSpPr/>
            <p:nvPr/>
          </p:nvSpPr>
          <p:spPr>
            <a:xfrm>
              <a:off x="4828329" y="3807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18" name="ph3718"/>
            <p:cNvSpPr/>
            <p:nvPr/>
          </p:nvSpPr>
          <p:spPr>
            <a:xfrm>
              <a:off x="4840841" y="380707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19" name="ph3719"/>
            <p:cNvSpPr/>
            <p:nvPr/>
          </p:nvSpPr>
          <p:spPr>
            <a:xfrm>
              <a:off x="2851376" y="38224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20" name="ph3720"/>
            <p:cNvSpPr/>
            <p:nvPr/>
          </p:nvSpPr>
          <p:spPr>
            <a:xfrm>
              <a:off x="2863888" y="38224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21" name="ph3721"/>
            <p:cNvSpPr/>
            <p:nvPr/>
          </p:nvSpPr>
          <p:spPr>
            <a:xfrm>
              <a:off x="2876400" y="38224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22" name="ph3722"/>
            <p:cNvSpPr/>
            <p:nvPr/>
          </p:nvSpPr>
          <p:spPr>
            <a:xfrm>
              <a:off x="2888913" y="38224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23" name="ph3723"/>
            <p:cNvSpPr/>
            <p:nvPr/>
          </p:nvSpPr>
          <p:spPr>
            <a:xfrm>
              <a:off x="2901425" y="38224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24" name="ph3724"/>
            <p:cNvSpPr/>
            <p:nvPr/>
          </p:nvSpPr>
          <p:spPr>
            <a:xfrm>
              <a:off x="4665668" y="38224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25" name="ph3725"/>
            <p:cNvSpPr/>
            <p:nvPr/>
          </p:nvSpPr>
          <p:spPr>
            <a:xfrm>
              <a:off x="4678180" y="38224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26" name="ph3726"/>
            <p:cNvSpPr/>
            <p:nvPr/>
          </p:nvSpPr>
          <p:spPr>
            <a:xfrm>
              <a:off x="4690693" y="38224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27" name="ph3727"/>
            <p:cNvSpPr/>
            <p:nvPr/>
          </p:nvSpPr>
          <p:spPr>
            <a:xfrm>
              <a:off x="4703205" y="38224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28" name="ph3728"/>
            <p:cNvSpPr/>
            <p:nvPr/>
          </p:nvSpPr>
          <p:spPr>
            <a:xfrm>
              <a:off x="4715717" y="38224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29" name="ph3729"/>
            <p:cNvSpPr/>
            <p:nvPr/>
          </p:nvSpPr>
          <p:spPr>
            <a:xfrm>
              <a:off x="4778280" y="38224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30" name="ph3730"/>
            <p:cNvSpPr/>
            <p:nvPr/>
          </p:nvSpPr>
          <p:spPr>
            <a:xfrm>
              <a:off x="4790792" y="38224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31" name="ph3731"/>
            <p:cNvSpPr/>
            <p:nvPr/>
          </p:nvSpPr>
          <p:spPr>
            <a:xfrm>
              <a:off x="4803304" y="38224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32" name="ph3732"/>
            <p:cNvSpPr/>
            <p:nvPr/>
          </p:nvSpPr>
          <p:spPr>
            <a:xfrm>
              <a:off x="4815816" y="38224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33" name="ph3733"/>
            <p:cNvSpPr/>
            <p:nvPr/>
          </p:nvSpPr>
          <p:spPr>
            <a:xfrm>
              <a:off x="4828329" y="382245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34" name="ph3734"/>
            <p:cNvSpPr/>
            <p:nvPr/>
          </p:nvSpPr>
          <p:spPr>
            <a:xfrm>
              <a:off x="2838863" y="38378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35" name="ph3735"/>
            <p:cNvSpPr/>
            <p:nvPr/>
          </p:nvSpPr>
          <p:spPr>
            <a:xfrm>
              <a:off x="2851376" y="38378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36" name="ph3736"/>
            <p:cNvSpPr/>
            <p:nvPr/>
          </p:nvSpPr>
          <p:spPr>
            <a:xfrm>
              <a:off x="2863888" y="38378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37" name="ph3737"/>
            <p:cNvSpPr/>
            <p:nvPr/>
          </p:nvSpPr>
          <p:spPr>
            <a:xfrm>
              <a:off x="2876400" y="38378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38" name="ph3738"/>
            <p:cNvSpPr/>
            <p:nvPr/>
          </p:nvSpPr>
          <p:spPr>
            <a:xfrm>
              <a:off x="2888913" y="38378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39" name="ph3739"/>
            <p:cNvSpPr/>
            <p:nvPr/>
          </p:nvSpPr>
          <p:spPr>
            <a:xfrm>
              <a:off x="4678180" y="38378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40" name="ph3740"/>
            <p:cNvSpPr/>
            <p:nvPr/>
          </p:nvSpPr>
          <p:spPr>
            <a:xfrm>
              <a:off x="4690693" y="38378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41" name="ph3741"/>
            <p:cNvSpPr/>
            <p:nvPr/>
          </p:nvSpPr>
          <p:spPr>
            <a:xfrm>
              <a:off x="4703205" y="38378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42" name="ph3742"/>
            <p:cNvSpPr/>
            <p:nvPr/>
          </p:nvSpPr>
          <p:spPr>
            <a:xfrm>
              <a:off x="4715717" y="38378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43" name="ph3743"/>
            <p:cNvSpPr/>
            <p:nvPr/>
          </p:nvSpPr>
          <p:spPr>
            <a:xfrm>
              <a:off x="4728231" y="38378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44" name="ph3744"/>
            <p:cNvSpPr/>
            <p:nvPr/>
          </p:nvSpPr>
          <p:spPr>
            <a:xfrm>
              <a:off x="4740743" y="38378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45" name="ph3745"/>
            <p:cNvSpPr/>
            <p:nvPr/>
          </p:nvSpPr>
          <p:spPr>
            <a:xfrm>
              <a:off x="4765767" y="38378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46" name="ph3746"/>
            <p:cNvSpPr/>
            <p:nvPr/>
          </p:nvSpPr>
          <p:spPr>
            <a:xfrm>
              <a:off x="4778280" y="38378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47" name="ph3747"/>
            <p:cNvSpPr/>
            <p:nvPr/>
          </p:nvSpPr>
          <p:spPr>
            <a:xfrm>
              <a:off x="4790792" y="38378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48" name="ph3748"/>
            <p:cNvSpPr/>
            <p:nvPr/>
          </p:nvSpPr>
          <p:spPr>
            <a:xfrm>
              <a:off x="4803304" y="38378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49" name="ph3749"/>
            <p:cNvSpPr/>
            <p:nvPr/>
          </p:nvSpPr>
          <p:spPr>
            <a:xfrm>
              <a:off x="4815816" y="383782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50" name="ph3750"/>
            <p:cNvSpPr/>
            <p:nvPr/>
          </p:nvSpPr>
          <p:spPr>
            <a:xfrm>
              <a:off x="2826351" y="38532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51" name="ph3751"/>
            <p:cNvSpPr/>
            <p:nvPr/>
          </p:nvSpPr>
          <p:spPr>
            <a:xfrm>
              <a:off x="2838863" y="38532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52" name="ph3752"/>
            <p:cNvSpPr/>
            <p:nvPr/>
          </p:nvSpPr>
          <p:spPr>
            <a:xfrm>
              <a:off x="2851376" y="38532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53" name="ph3753"/>
            <p:cNvSpPr/>
            <p:nvPr/>
          </p:nvSpPr>
          <p:spPr>
            <a:xfrm>
              <a:off x="2863888" y="38532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54" name="ph3754"/>
            <p:cNvSpPr/>
            <p:nvPr/>
          </p:nvSpPr>
          <p:spPr>
            <a:xfrm>
              <a:off x="2876400" y="38532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55" name="ph3755"/>
            <p:cNvSpPr/>
            <p:nvPr/>
          </p:nvSpPr>
          <p:spPr>
            <a:xfrm>
              <a:off x="2888913" y="38532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56" name="ph3756"/>
            <p:cNvSpPr/>
            <p:nvPr/>
          </p:nvSpPr>
          <p:spPr>
            <a:xfrm>
              <a:off x="4678180" y="38532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57" name="ph3757"/>
            <p:cNvSpPr/>
            <p:nvPr/>
          </p:nvSpPr>
          <p:spPr>
            <a:xfrm>
              <a:off x="4690693" y="38532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58" name="ph3758"/>
            <p:cNvSpPr/>
            <p:nvPr/>
          </p:nvSpPr>
          <p:spPr>
            <a:xfrm>
              <a:off x="4703205" y="38532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59" name="ph3759"/>
            <p:cNvSpPr/>
            <p:nvPr/>
          </p:nvSpPr>
          <p:spPr>
            <a:xfrm>
              <a:off x="4715717" y="38532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60" name="ph3760"/>
            <p:cNvSpPr/>
            <p:nvPr/>
          </p:nvSpPr>
          <p:spPr>
            <a:xfrm>
              <a:off x="4728231" y="38532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61" name="ph3761"/>
            <p:cNvSpPr/>
            <p:nvPr/>
          </p:nvSpPr>
          <p:spPr>
            <a:xfrm>
              <a:off x="4740743" y="38532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62" name="ph3762"/>
            <p:cNvSpPr/>
            <p:nvPr/>
          </p:nvSpPr>
          <p:spPr>
            <a:xfrm>
              <a:off x="4753255" y="38532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63" name="ph3763"/>
            <p:cNvSpPr/>
            <p:nvPr/>
          </p:nvSpPr>
          <p:spPr>
            <a:xfrm>
              <a:off x="4765767" y="38532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64" name="ph3764"/>
            <p:cNvSpPr/>
            <p:nvPr/>
          </p:nvSpPr>
          <p:spPr>
            <a:xfrm>
              <a:off x="4778280" y="38532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65" name="ph3765"/>
            <p:cNvSpPr/>
            <p:nvPr/>
          </p:nvSpPr>
          <p:spPr>
            <a:xfrm>
              <a:off x="4790792" y="38532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66" name="ph3766"/>
            <p:cNvSpPr/>
            <p:nvPr/>
          </p:nvSpPr>
          <p:spPr>
            <a:xfrm>
              <a:off x="4803304" y="38532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67" name="ph3767"/>
            <p:cNvSpPr/>
            <p:nvPr/>
          </p:nvSpPr>
          <p:spPr>
            <a:xfrm>
              <a:off x="4815816" y="385320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68" name="ph3768"/>
            <p:cNvSpPr/>
            <p:nvPr/>
          </p:nvSpPr>
          <p:spPr>
            <a:xfrm>
              <a:off x="2826351" y="38685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69" name="ph3769"/>
            <p:cNvSpPr/>
            <p:nvPr/>
          </p:nvSpPr>
          <p:spPr>
            <a:xfrm>
              <a:off x="2838863" y="38685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70" name="ph3770"/>
            <p:cNvSpPr/>
            <p:nvPr/>
          </p:nvSpPr>
          <p:spPr>
            <a:xfrm>
              <a:off x="2851376" y="38685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71" name="ph3771"/>
            <p:cNvSpPr/>
            <p:nvPr/>
          </p:nvSpPr>
          <p:spPr>
            <a:xfrm>
              <a:off x="2863888" y="38685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72" name="ph3772"/>
            <p:cNvSpPr/>
            <p:nvPr/>
          </p:nvSpPr>
          <p:spPr>
            <a:xfrm>
              <a:off x="2876400" y="38685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73" name="ph3773"/>
            <p:cNvSpPr/>
            <p:nvPr/>
          </p:nvSpPr>
          <p:spPr>
            <a:xfrm>
              <a:off x="4678180" y="38685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74" name="ph3774"/>
            <p:cNvSpPr/>
            <p:nvPr/>
          </p:nvSpPr>
          <p:spPr>
            <a:xfrm>
              <a:off x="4690693" y="38685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75" name="ph3775"/>
            <p:cNvSpPr/>
            <p:nvPr/>
          </p:nvSpPr>
          <p:spPr>
            <a:xfrm>
              <a:off x="4703205" y="38685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76" name="ph3776"/>
            <p:cNvSpPr/>
            <p:nvPr/>
          </p:nvSpPr>
          <p:spPr>
            <a:xfrm>
              <a:off x="4715717" y="38685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77" name="ph3777"/>
            <p:cNvSpPr/>
            <p:nvPr/>
          </p:nvSpPr>
          <p:spPr>
            <a:xfrm>
              <a:off x="4728231" y="38685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78" name="ph3778"/>
            <p:cNvSpPr/>
            <p:nvPr/>
          </p:nvSpPr>
          <p:spPr>
            <a:xfrm>
              <a:off x="4740743" y="38685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79" name="ph3779"/>
            <p:cNvSpPr/>
            <p:nvPr/>
          </p:nvSpPr>
          <p:spPr>
            <a:xfrm>
              <a:off x="4753255" y="38685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80" name="ph3780"/>
            <p:cNvSpPr/>
            <p:nvPr/>
          </p:nvSpPr>
          <p:spPr>
            <a:xfrm>
              <a:off x="4765767" y="38685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81" name="ph3781"/>
            <p:cNvSpPr/>
            <p:nvPr/>
          </p:nvSpPr>
          <p:spPr>
            <a:xfrm>
              <a:off x="4778280" y="38685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82" name="ph3782"/>
            <p:cNvSpPr/>
            <p:nvPr/>
          </p:nvSpPr>
          <p:spPr>
            <a:xfrm>
              <a:off x="4790792" y="38685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83" name="ph3783"/>
            <p:cNvSpPr/>
            <p:nvPr/>
          </p:nvSpPr>
          <p:spPr>
            <a:xfrm>
              <a:off x="4803304" y="38685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84" name="ph3784"/>
            <p:cNvSpPr/>
            <p:nvPr/>
          </p:nvSpPr>
          <p:spPr>
            <a:xfrm>
              <a:off x="4815816" y="3868578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85" name="ph3785"/>
            <p:cNvSpPr/>
            <p:nvPr/>
          </p:nvSpPr>
          <p:spPr>
            <a:xfrm>
              <a:off x="2826351" y="38839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86" name="ph3786"/>
            <p:cNvSpPr/>
            <p:nvPr/>
          </p:nvSpPr>
          <p:spPr>
            <a:xfrm>
              <a:off x="2838863" y="38839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87" name="ph3787"/>
            <p:cNvSpPr/>
            <p:nvPr/>
          </p:nvSpPr>
          <p:spPr>
            <a:xfrm>
              <a:off x="2851376" y="38839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88" name="ph3788"/>
            <p:cNvSpPr/>
            <p:nvPr/>
          </p:nvSpPr>
          <p:spPr>
            <a:xfrm>
              <a:off x="2863888" y="38839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89" name="ph3789"/>
            <p:cNvSpPr/>
            <p:nvPr/>
          </p:nvSpPr>
          <p:spPr>
            <a:xfrm>
              <a:off x="2876400" y="38839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90" name="ph3790"/>
            <p:cNvSpPr/>
            <p:nvPr/>
          </p:nvSpPr>
          <p:spPr>
            <a:xfrm>
              <a:off x="4678180" y="38839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91" name="ph3791"/>
            <p:cNvSpPr/>
            <p:nvPr/>
          </p:nvSpPr>
          <p:spPr>
            <a:xfrm>
              <a:off x="4690693" y="38839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92" name="ph3792"/>
            <p:cNvSpPr/>
            <p:nvPr/>
          </p:nvSpPr>
          <p:spPr>
            <a:xfrm>
              <a:off x="4703205" y="38839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93" name="ph3793"/>
            <p:cNvSpPr/>
            <p:nvPr/>
          </p:nvSpPr>
          <p:spPr>
            <a:xfrm>
              <a:off x="4715717" y="38839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94" name="ph3794"/>
            <p:cNvSpPr/>
            <p:nvPr/>
          </p:nvSpPr>
          <p:spPr>
            <a:xfrm>
              <a:off x="4728231" y="38839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95" name="ph3795"/>
            <p:cNvSpPr/>
            <p:nvPr/>
          </p:nvSpPr>
          <p:spPr>
            <a:xfrm>
              <a:off x="4740743" y="38839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96" name="ph3796"/>
            <p:cNvSpPr/>
            <p:nvPr/>
          </p:nvSpPr>
          <p:spPr>
            <a:xfrm>
              <a:off x="4753255" y="38839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97" name="ph3797"/>
            <p:cNvSpPr/>
            <p:nvPr/>
          </p:nvSpPr>
          <p:spPr>
            <a:xfrm>
              <a:off x="4765767" y="38839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98" name="ph3798"/>
            <p:cNvSpPr/>
            <p:nvPr/>
          </p:nvSpPr>
          <p:spPr>
            <a:xfrm>
              <a:off x="4778280" y="38839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99" name="ph3799"/>
            <p:cNvSpPr/>
            <p:nvPr/>
          </p:nvSpPr>
          <p:spPr>
            <a:xfrm>
              <a:off x="4790792" y="38839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00" name="ph3800"/>
            <p:cNvSpPr/>
            <p:nvPr/>
          </p:nvSpPr>
          <p:spPr>
            <a:xfrm>
              <a:off x="4803304" y="3883954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01" name="ph3801"/>
            <p:cNvSpPr/>
            <p:nvPr/>
          </p:nvSpPr>
          <p:spPr>
            <a:xfrm>
              <a:off x="2813839" y="38993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02" name="ph3802"/>
            <p:cNvSpPr/>
            <p:nvPr/>
          </p:nvSpPr>
          <p:spPr>
            <a:xfrm>
              <a:off x="2826351" y="38993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03" name="ph3803"/>
            <p:cNvSpPr/>
            <p:nvPr/>
          </p:nvSpPr>
          <p:spPr>
            <a:xfrm>
              <a:off x="2838863" y="38993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04" name="ph3804"/>
            <p:cNvSpPr/>
            <p:nvPr/>
          </p:nvSpPr>
          <p:spPr>
            <a:xfrm>
              <a:off x="2851376" y="38993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05" name="ph3805"/>
            <p:cNvSpPr/>
            <p:nvPr/>
          </p:nvSpPr>
          <p:spPr>
            <a:xfrm>
              <a:off x="2863888" y="38993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06" name="ph3806"/>
            <p:cNvSpPr/>
            <p:nvPr/>
          </p:nvSpPr>
          <p:spPr>
            <a:xfrm>
              <a:off x="4690693" y="38993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07" name="ph3807"/>
            <p:cNvSpPr/>
            <p:nvPr/>
          </p:nvSpPr>
          <p:spPr>
            <a:xfrm>
              <a:off x="4703205" y="38993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08" name="ph3808"/>
            <p:cNvSpPr/>
            <p:nvPr/>
          </p:nvSpPr>
          <p:spPr>
            <a:xfrm>
              <a:off x="4715717" y="38993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09" name="ph3809"/>
            <p:cNvSpPr/>
            <p:nvPr/>
          </p:nvSpPr>
          <p:spPr>
            <a:xfrm>
              <a:off x="4728231" y="38993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10" name="ph3810"/>
            <p:cNvSpPr/>
            <p:nvPr/>
          </p:nvSpPr>
          <p:spPr>
            <a:xfrm>
              <a:off x="4740743" y="38993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11" name="ph3811"/>
            <p:cNvSpPr/>
            <p:nvPr/>
          </p:nvSpPr>
          <p:spPr>
            <a:xfrm>
              <a:off x="4753255" y="38993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12" name="ph3812"/>
            <p:cNvSpPr/>
            <p:nvPr/>
          </p:nvSpPr>
          <p:spPr>
            <a:xfrm>
              <a:off x="4765767" y="38993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13" name="ph3813"/>
            <p:cNvSpPr/>
            <p:nvPr/>
          </p:nvSpPr>
          <p:spPr>
            <a:xfrm>
              <a:off x="4778280" y="38993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14" name="ph3814"/>
            <p:cNvSpPr/>
            <p:nvPr/>
          </p:nvSpPr>
          <p:spPr>
            <a:xfrm>
              <a:off x="4790792" y="3899330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15" name="ph3815"/>
            <p:cNvSpPr/>
            <p:nvPr/>
          </p:nvSpPr>
          <p:spPr>
            <a:xfrm>
              <a:off x="2813839" y="39147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16" name="ph3816"/>
            <p:cNvSpPr/>
            <p:nvPr/>
          </p:nvSpPr>
          <p:spPr>
            <a:xfrm>
              <a:off x="2826351" y="39147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17" name="ph3817"/>
            <p:cNvSpPr/>
            <p:nvPr/>
          </p:nvSpPr>
          <p:spPr>
            <a:xfrm>
              <a:off x="2838863" y="39147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18" name="ph3818"/>
            <p:cNvSpPr/>
            <p:nvPr/>
          </p:nvSpPr>
          <p:spPr>
            <a:xfrm>
              <a:off x="2851376" y="39147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19" name="ph3819"/>
            <p:cNvSpPr/>
            <p:nvPr/>
          </p:nvSpPr>
          <p:spPr>
            <a:xfrm>
              <a:off x="2863888" y="39147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20" name="ph3820"/>
            <p:cNvSpPr/>
            <p:nvPr/>
          </p:nvSpPr>
          <p:spPr>
            <a:xfrm>
              <a:off x="4703205" y="39147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21" name="ph3821"/>
            <p:cNvSpPr/>
            <p:nvPr/>
          </p:nvSpPr>
          <p:spPr>
            <a:xfrm>
              <a:off x="4715717" y="39147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22" name="ph3822"/>
            <p:cNvSpPr/>
            <p:nvPr/>
          </p:nvSpPr>
          <p:spPr>
            <a:xfrm>
              <a:off x="4728231" y="39147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23" name="ph3823"/>
            <p:cNvSpPr/>
            <p:nvPr/>
          </p:nvSpPr>
          <p:spPr>
            <a:xfrm>
              <a:off x="4740743" y="39147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24" name="ph3824"/>
            <p:cNvSpPr/>
            <p:nvPr/>
          </p:nvSpPr>
          <p:spPr>
            <a:xfrm>
              <a:off x="4753255" y="3914706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25" name="ph3825"/>
            <p:cNvSpPr/>
            <p:nvPr/>
          </p:nvSpPr>
          <p:spPr>
            <a:xfrm>
              <a:off x="2813839" y="39300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26" name="ph3826"/>
            <p:cNvSpPr/>
            <p:nvPr/>
          </p:nvSpPr>
          <p:spPr>
            <a:xfrm>
              <a:off x="2826351" y="39300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27" name="ph3827"/>
            <p:cNvSpPr/>
            <p:nvPr/>
          </p:nvSpPr>
          <p:spPr>
            <a:xfrm>
              <a:off x="2838863" y="39300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28" name="ph3828"/>
            <p:cNvSpPr/>
            <p:nvPr/>
          </p:nvSpPr>
          <p:spPr>
            <a:xfrm>
              <a:off x="2851376" y="39300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29" name="ph3829"/>
            <p:cNvSpPr/>
            <p:nvPr/>
          </p:nvSpPr>
          <p:spPr>
            <a:xfrm>
              <a:off x="2863888" y="3930082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30" name="ph3830"/>
            <p:cNvSpPr/>
            <p:nvPr/>
          </p:nvSpPr>
          <p:spPr>
            <a:xfrm>
              <a:off x="2813839" y="394545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31" name="ph3831"/>
            <p:cNvSpPr/>
            <p:nvPr/>
          </p:nvSpPr>
          <p:spPr>
            <a:xfrm>
              <a:off x="2826351" y="394545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E71">
                <a:alpha val="100000"/>
              </a:srgbClr>
            </a:solidFill>
            <a:ln w="5420" cap="flat">
              <a:solidFill>
                <a:srgbClr val="3B3E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32" name="ph3832"/>
            <p:cNvSpPr/>
            <p:nvPr/>
          </p:nvSpPr>
          <p:spPr>
            <a:xfrm>
              <a:off x="2838863" y="394545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33" name="ph3833"/>
            <p:cNvSpPr/>
            <p:nvPr/>
          </p:nvSpPr>
          <p:spPr>
            <a:xfrm>
              <a:off x="2851376" y="394545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34" name="ph3834"/>
            <p:cNvSpPr/>
            <p:nvPr/>
          </p:nvSpPr>
          <p:spPr>
            <a:xfrm>
              <a:off x="2801327" y="396083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35" name="ph3835"/>
            <p:cNvSpPr/>
            <p:nvPr/>
          </p:nvSpPr>
          <p:spPr>
            <a:xfrm>
              <a:off x="2813839" y="396083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36" name="ph3836"/>
            <p:cNvSpPr/>
            <p:nvPr/>
          </p:nvSpPr>
          <p:spPr>
            <a:xfrm>
              <a:off x="2826351" y="396083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37" name="ph3837"/>
            <p:cNvSpPr/>
            <p:nvPr/>
          </p:nvSpPr>
          <p:spPr>
            <a:xfrm>
              <a:off x="2838863" y="396083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38" name="ph3838"/>
            <p:cNvSpPr/>
            <p:nvPr/>
          </p:nvSpPr>
          <p:spPr>
            <a:xfrm>
              <a:off x="2851376" y="396083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39" name="ph3839"/>
            <p:cNvSpPr/>
            <p:nvPr/>
          </p:nvSpPr>
          <p:spPr>
            <a:xfrm>
              <a:off x="2801327" y="39762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40" name="ph3840"/>
            <p:cNvSpPr/>
            <p:nvPr/>
          </p:nvSpPr>
          <p:spPr>
            <a:xfrm>
              <a:off x="2813839" y="39762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41" name="ph3841"/>
            <p:cNvSpPr/>
            <p:nvPr/>
          </p:nvSpPr>
          <p:spPr>
            <a:xfrm>
              <a:off x="2826351" y="39762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42" name="ph3842"/>
            <p:cNvSpPr/>
            <p:nvPr/>
          </p:nvSpPr>
          <p:spPr>
            <a:xfrm>
              <a:off x="2838863" y="39762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43" name="ph3843"/>
            <p:cNvSpPr/>
            <p:nvPr/>
          </p:nvSpPr>
          <p:spPr>
            <a:xfrm>
              <a:off x="2851376" y="397620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44" name="ph3844"/>
            <p:cNvSpPr/>
            <p:nvPr/>
          </p:nvSpPr>
          <p:spPr>
            <a:xfrm>
              <a:off x="2801327" y="39915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45" name="ph3845"/>
            <p:cNvSpPr/>
            <p:nvPr/>
          </p:nvSpPr>
          <p:spPr>
            <a:xfrm>
              <a:off x="2813839" y="39915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46" name="ph3846"/>
            <p:cNvSpPr/>
            <p:nvPr/>
          </p:nvSpPr>
          <p:spPr>
            <a:xfrm>
              <a:off x="2826351" y="39915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47" name="ph3847"/>
            <p:cNvSpPr/>
            <p:nvPr/>
          </p:nvSpPr>
          <p:spPr>
            <a:xfrm>
              <a:off x="2838863" y="39915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48" name="ph3848"/>
            <p:cNvSpPr/>
            <p:nvPr/>
          </p:nvSpPr>
          <p:spPr>
            <a:xfrm>
              <a:off x="2851376" y="399158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49" name="ph3849"/>
            <p:cNvSpPr/>
            <p:nvPr/>
          </p:nvSpPr>
          <p:spPr>
            <a:xfrm>
              <a:off x="2801327" y="40069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50" name="ph3850"/>
            <p:cNvSpPr/>
            <p:nvPr/>
          </p:nvSpPr>
          <p:spPr>
            <a:xfrm>
              <a:off x="2813839" y="40069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51" name="ph3851"/>
            <p:cNvSpPr/>
            <p:nvPr/>
          </p:nvSpPr>
          <p:spPr>
            <a:xfrm>
              <a:off x="2826351" y="40069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52" name="ph3852"/>
            <p:cNvSpPr/>
            <p:nvPr/>
          </p:nvSpPr>
          <p:spPr>
            <a:xfrm>
              <a:off x="2838863" y="4006961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53" name="ph3853"/>
            <p:cNvSpPr/>
            <p:nvPr/>
          </p:nvSpPr>
          <p:spPr>
            <a:xfrm>
              <a:off x="2801327" y="402233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54" name="ph3854"/>
            <p:cNvSpPr/>
            <p:nvPr/>
          </p:nvSpPr>
          <p:spPr>
            <a:xfrm>
              <a:off x="2813839" y="402233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55" name="ph3855"/>
            <p:cNvSpPr/>
            <p:nvPr/>
          </p:nvSpPr>
          <p:spPr>
            <a:xfrm>
              <a:off x="2826351" y="402233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56" name="ph3856"/>
            <p:cNvSpPr/>
            <p:nvPr/>
          </p:nvSpPr>
          <p:spPr>
            <a:xfrm>
              <a:off x="2838863" y="4022337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57" name="ph3857"/>
            <p:cNvSpPr/>
            <p:nvPr/>
          </p:nvSpPr>
          <p:spPr>
            <a:xfrm>
              <a:off x="2801327" y="403771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58" name="ph3858"/>
            <p:cNvSpPr/>
            <p:nvPr/>
          </p:nvSpPr>
          <p:spPr>
            <a:xfrm>
              <a:off x="2813839" y="403771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59" name="ph3859"/>
            <p:cNvSpPr/>
            <p:nvPr/>
          </p:nvSpPr>
          <p:spPr>
            <a:xfrm>
              <a:off x="2826351" y="403771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60" name="ph3860"/>
            <p:cNvSpPr/>
            <p:nvPr/>
          </p:nvSpPr>
          <p:spPr>
            <a:xfrm>
              <a:off x="2838863" y="4037713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399"/>
                  </a:moveTo>
                  <a:lnTo>
                    <a:pt x="923784" y="914399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61" name="ph3861"/>
            <p:cNvSpPr/>
            <p:nvPr/>
          </p:nvSpPr>
          <p:spPr>
            <a:xfrm>
              <a:off x="2801327" y="40530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62" name="ph3862"/>
            <p:cNvSpPr/>
            <p:nvPr/>
          </p:nvSpPr>
          <p:spPr>
            <a:xfrm>
              <a:off x="2813839" y="40530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175">
                <a:alpha val="100000"/>
              </a:srgbClr>
            </a:solidFill>
            <a:ln w="5420" cap="flat">
              <a:solidFill>
                <a:srgbClr val="3C41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63" name="ph3863"/>
            <p:cNvSpPr/>
            <p:nvPr/>
          </p:nvSpPr>
          <p:spPr>
            <a:xfrm>
              <a:off x="2826351" y="40530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175">
                <a:alpha val="100000"/>
              </a:srgbClr>
            </a:solidFill>
            <a:ln w="5420" cap="flat">
              <a:solidFill>
                <a:srgbClr val="3C41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64" name="ph3864"/>
            <p:cNvSpPr/>
            <p:nvPr/>
          </p:nvSpPr>
          <p:spPr>
            <a:xfrm>
              <a:off x="2838863" y="4053089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399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399" y="925931"/>
                  </a:lnTo>
                  <a:close/>
                </a:path>
              </a:pathLst>
            </a:custGeom>
            <a:solidFill>
              <a:srgbClr val="3C4175">
                <a:alpha val="100000"/>
              </a:srgbClr>
            </a:solidFill>
            <a:ln w="5420" cap="flat">
              <a:solidFill>
                <a:srgbClr val="3C41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65" name="ph3865"/>
            <p:cNvSpPr/>
            <p:nvPr/>
          </p:nvSpPr>
          <p:spPr>
            <a:xfrm>
              <a:off x="2801327" y="406846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66" name="ph3866"/>
            <p:cNvSpPr/>
            <p:nvPr/>
          </p:nvSpPr>
          <p:spPr>
            <a:xfrm>
              <a:off x="2813839" y="406846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67" name="ph3867"/>
            <p:cNvSpPr/>
            <p:nvPr/>
          </p:nvSpPr>
          <p:spPr>
            <a:xfrm>
              <a:off x="2826351" y="4068465"/>
              <a:ext cx="1231712" cy="1234575"/>
            </a:xfrm>
            <a:custGeom>
              <a:avLst/>
              <a:gdLst/>
              <a:ahLst/>
              <a:cxnLst/>
              <a:rect l="0" t="0" r="0" b="0"/>
              <a:pathLst>
                <a:path w="923784" h="925931">
                  <a:moveTo>
                    <a:pt x="914400" y="914400"/>
                  </a:moveTo>
                  <a:lnTo>
                    <a:pt x="923784" y="914400"/>
                  </a:lnTo>
                  <a:lnTo>
                    <a:pt x="923784" y="925931"/>
                  </a:lnTo>
                  <a:lnTo>
                    <a:pt x="914400" y="925931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68" name="ph3868"/>
            <p:cNvSpPr/>
            <p:nvPr/>
          </p:nvSpPr>
          <p:spPr>
            <a:xfrm>
              <a:off x="3554943" y="1114474"/>
              <a:ext cx="3984231" cy="3997816"/>
            </a:xfrm>
            <a:custGeom>
              <a:avLst/>
              <a:gdLst/>
              <a:ahLst/>
              <a:cxnLst/>
              <a:rect l="0" t="0" r="0" b="0"/>
              <a:pathLst>
                <a:path w="2988173" h="2998361">
                  <a:moveTo>
                    <a:pt x="2333048" y="914399"/>
                  </a:moveTo>
                  <a:lnTo>
                    <a:pt x="2352921" y="914369"/>
                  </a:lnTo>
                  <a:lnTo>
                    <a:pt x="2388435" y="914318"/>
                  </a:lnTo>
                  <a:lnTo>
                    <a:pt x="2423948" y="914266"/>
                  </a:lnTo>
                  <a:lnTo>
                    <a:pt x="2459461" y="914220"/>
                  </a:lnTo>
                  <a:lnTo>
                    <a:pt x="2494974" y="914169"/>
                  </a:lnTo>
                  <a:lnTo>
                    <a:pt x="2530491" y="914118"/>
                  </a:lnTo>
                  <a:lnTo>
                    <a:pt x="2566004" y="914067"/>
                  </a:lnTo>
                  <a:lnTo>
                    <a:pt x="2601517" y="914015"/>
                  </a:lnTo>
                  <a:lnTo>
                    <a:pt x="2609922" y="893798"/>
                  </a:lnTo>
                  <a:lnTo>
                    <a:pt x="2617753" y="884386"/>
                  </a:lnTo>
                  <a:lnTo>
                    <a:pt x="2628479" y="887504"/>
                  </a:lnTo>
                  <a:lnTo>
                    <a:pt x="2634192" y="887243"/>
                  </a:lnTo>
                  <a:lnTo>
                    <a:pt x="2640543" y="882389"/>
                  </a:lnTo>
                  <a:lnTo>
                    <a:pt x="2645694" y="879439"/>
                  </a:lnTo>
                  <a:lnTo>
                    <a:pt x="2649086" y="879874"/>
                  </a:lnTo>
                  <a:lnTo>
                    <a:pt x="2651982" y="884319"/>
                  </a:lnTo>
                  <a:lnTo>
                    <a:pt x="2654391" y="887284"/>
                  </a:lnTo>
                  <a:lnTo>
                    <a:pt x="2657204" y="886419"/>
                  </a:lnTo>
                  <a:lnTo>
                    <a:pt x="2659612" y="882225"/>
                  </a:lnTo>
                  <a:lnTo>
                    <a:pt x="2659529" y="876407"/>
                  </a:lnTo>
                  <a:lnTo>
                    <a:pt x="2662825" y="872357"/>
                  </a:lnTo>
                  <a:lnTo>
                    <a:pt x="2666738" y="871737"/>
                  </a:lnTo>
                  <a:lnTo>
                    <a:pt x="2670355" y="871865"/>
                  </a:lnTo>
                  <a:lnTo>
                    <a:pt x="2672160" y="869888"/>
                  </a:lnTo>
                  <a:lnTo>
                    <a:pt x="2671960" y="867052"/>
                  </a:lnTo>
                  <a:lnTo>
                    <a:pt x="2670656" y="862484"/>
                  </a:lnTo>
                  <a:lnTo>
                    <a:pt x="2671097" y="856984"/>
                  </a:lnTo>
                  <a:lnTo>
                    <a:pt x="2680132" y="847269"/>
                  </a:lnTo>
                  <a:lnTo>
                    <a:pt x="2691208" y="840679"/>
                  </a:lnTo>
                  <a:lnTo>
                    <a:pt x="2695092" y="837386"/>
                  </a:lnTo>
                  <a:lnTo>
                    <a:pt x="2696221" y="830708"/>
                  </a:lnTo>
                  <a:lnTo>
                    <a:pt x="2702572" y="823770"/>
                  </a:lnTo>
                  <a:lnTo>
                    <a:pt x="2705748" y="819780"/>
                  </a:lnTo>
                  <a:lnTo>
                    <a:pt x="2706523" y="816313"/>
                  </a:lnTo>
                  <a:lnTo>
                    <a:pt x="2704877" y="812048"/>
                  </a:lnTo>
                  <a:lnTo>
                    <a:pt x="2705043" y="803916"/>
                  </a:lnTo>
                  <a:lnTo>
                    <a:pt x="2707227" y="794201"/>
                  </a:lnTo>
                  <a:lnTo>
                    <a:pt x="2709840" y="783622"/>
                  </a:lnTo>
                  <a:lnTo>
                    <a:pt x="2715695" y="774081"/>
                  </a:lnTo>
                  <a:lnTo>
                    <a:pt x="2725296" y="763676"/>
                  </a:lnTo>
                  <a:lnTo>
                    <a:pt x="2727767" y="750003"/>
                  </a:lnTo>
                  <a:lnTo>
                    <a:pt x="2730372" y="735582"/>
                  </a:lnTo>
                  <a:lnTo>
                    <a:pt x="2741978" y="721530"/>
                  </a:lnTo>
                  <a:lnTo>
                    <a:pt x="2755138" y="705594"/>
                  </a:lnTo>
                  <a:lnTo>
                    <a:pt x="2759911" y="699813"/>
                  </a:lnTo>
                  <a:lnTo>
                    <a:pt x="2918285" y="699813"/>
                  </a:lnTo>
                  <a:lnTo>
                    <a:pt x="2918547" y="711796"/>
                  </a:lnTo>
                  <a:lnTo>
                    <a:pt x="2918759" y="728142"/>
                  </a:lnTo>
                  <a:lnTo>
                    <a:pt x="2918984" y="745368"/>
                  </a:lnTo>
                  <a:lnTo>
                    <a:pt x="2919147" y="757664"/>
                  </a:lnTo>
                  <a:lnTo>
                    <a:pt x="2919426" y="774547"/>
                  </a:lnTo>
                  <a:lnTo>
                    <a:pt x="2919647" y="787979"/>
                  </a:lnTo>
                  <a:lnTo>
                    <a:pt x="2919943" y="805513"/>
                  </a:lnTo>
                  <a:lnTo>
                    <a:pt x="2920097" y="814885"/>
                  </a:lnTo>
                  <a:lnTo>
                    <a:pt x="2921601" y="817589"/>
                  </a:lnTo>
                  <a:lnTo>
                    <a:pt x="2920697" y="821281"/>
                  </a:lnTo>
                  <a:lnTo>
                    <a:pt x="2920301" y="823129"/>
                  </a:lnTo>
                  <a:lnTo>
                    <a:pt x="2920397" y="824599"/>
                  </a:lnTo>
                  <a:lnTo>
                    <a:pt x="2920997" y="826448"/>
                  </a:lnTo>
                  <a:lnTo>
                    <a:pt x="2920897" y="829034"/>
                  </a:lnTo>
                  <a:lnTo>
                    <a:pt x="2919497" y="831374"/>
                  </a:lnTo>
                  <a:lnTo>
                    <a:pt x="2918797" y="834078"/>
                  </a:lnTo>
                  <a:lnTo>
                    <a:pt x="2918597" y="838508"/>
                  </a:lnTo>
                  <a:lnTo>
                    <a:pt x="2920097" y="841216"/>
                  </a:lnTo>
                  <a:lnTo>
                    <a:pt x="2922602" y="842814"/>
                  </a:lnTo>
                  <a:lnTo>
                    <a:pt x="2924706" y="842814"/>
                  </a:lnTo>
                  <a:lnTo>
                    <a:pt x="2927411" y="844417"/>
                  </a:lnTo>
                  <a:lnTo>
                    <a:pt x="2930915" y="847249"/>
                  </a:lnTo>
                  <a:lnTo>
                    <a:pt x="2936220" y="849707"/>
                  </a:lnTo>
                  <a:lnTo>
                    <a:pt x="2941729" y="850567"/>
                  </a:lnTo>
                  <a:lnTo>
                    <a:pt x="2945534" y="849953"/>
                  </a:lnTo>
                  <a:lnTo>
                    <a:pt x="2950139" y="851556"/>
                  </a:lnTo>
                  <a:lnTo>
                    <a:pt x="2951743" y="855494"/>
                  </a:lnTo>
                  <a:lnTo>
                    <a:pt x="2950843" y="859181"/>
                  </a:lnTo>
                  <a:lnTo>
                    <a:pt x="2948238" y="860906"/>
                  </a:lnTo>
                  <a:lnTo>
                    <a:pt x="2945434" y="862263"/>
                  </a:lnTo>
                  <a:lnTo>
                    <a:pt x="2944934" y="865090"/>
                  </a:lnTo>
                  <a:lnTo>
                    <a:pt x="2946334" y="868045"/>
                  </a:lnTo>
                  <a:lnTo>
                    <a:pt x="2948338" y="870631"/>
                  </a:lnTo>
                  <a:lnTo>
                    <a:pt x="2950543" y="875173"/>
                  </a:lnTo>
                  <a:lnTo>
                    <a:pt x="2949639" y="879111"/>
                  </a:lnTo>
                  <a:lnTo>
                    <a:pt x="2947638" y="882435"/>
                  </a:lnTo>
                  <a:lnTo>
                    <a:pt x="2946734" y="885876"/>
                  </a:lnTo>
                  <a:lnTo>
                    <a:pt x="2948438" y="888836"/>
                  </a:lnTo>
                  <a:lnTo>
                    <a:pt x="2952943" y="892769"/>
                  </a:lnTo>
                  <a:lnTo>
                    <a:pt x="2955748" y="896584"/>
                  </a:lnTo>
                  <a:lnTo>
                    <a:pt x="2960157" y="898678"/>
                  </a:lnTo>
                  <a:lnTo>
                    <a:pt x="2962257" y="897198"/>
                  </a:lnTo>
                  <a:lnTo>
                    <a:pt x="2963961" y="895227"/>
                  </a:lnTo>
                  <a:lnTo>
                    <a:pt x="2965762" y="893752"/>
                  </a:lnTo>
                  <a:lnTo>
                    <a:pt x="2968866" y="894617"/>
                  </a:lnTo>
                  <a:lnTo>
                    <a:pt x="2972471" y="895724"/>
                  </a:lnTo>
                  <a:lnTo>
                    <a:pt x="2976409" y="897040"/>
                  </a:lnTo>
                  <a:lnTo>
                    <a:pt x="2975938" y="900230"/>
                  </a:lnTo>
                  <a:lnTo>
                    <a:pt x="2978338" y="905607"/>
                  </a:lnTo>
                  <a:lnTo>
                    <a:pt x="2980197" y="915946"/>
                  </a:lnTo>
                  <a:lnTo>
                    <a:pt x="2977342" y="920642"/>
                  </a:lnTo>
                  <a:lnTo>
                    <a:pt x="2977955" y="926864"/>
                  </a:lnTo>
                  <a:lnTo>
                    <a:pt x="2985868" y="928677"/>
                  </a:lnTo>
                  <a:lnTo>
                    <a:pt x="2987794" y="930582"/>
                  </a:lnTo>
                  <a:lnTo>
                    <a:pt x="2988173" y="932881"/>
                  </a:lnTo>
                  <a:lnTo>
                    <a:pt x="2970741" y="948833"/>
                  </a:lnTo>
                  <a:lnTo>
                    <a:pt x="2955994" y="946600"/>
                  </a:lnTo>
                  <a:lnTo>
                    <a:pt x="2947992" y="950830"/>
                  </a:lnTo>
                  <a:lnTo>
                    <a:pt x="2939612" y="952064"/>
                  </a:lnTo>
                  <a:lnTo>
                    <a:pt x="2935937" y="959192"/>
                  </a:lnTo>
                  <a:lnTo>
                    <a:pt x="2931336" y="960703"/>
                  </a:lnTo>
                  <a:lnTo>
                    <a:pt x="2925035" y="960273"/>
                  </a:lnTo>
                  <a:lnTo>
                    <a:pt x="2919601" y="958260"/>
                  </a:lnTo>
                  <a:lnTo>
                    <a:pt x="2915455" y="959248"/>
                  </a:lnTo>
                  <a:lnTo>
                    <a:pt x="2909654" y="972112"/>
                  </a:lnTo>
                  <a:lnTo>
                    <a:pt x="2904903" y="970991"/>
                  </a:lnTo>
                  <a:lnTo>
                    <a:pt x="2903011" y="975620"/>
                  </a:lnTo>
                  <a:lnTo>
                    <a:pt x="2900528" y="977643"/>
                  </a:lnTo>
                  <a:lnTo>
                    <a:pt x="2896886" y="979379"/>
                  </a:lnTo>
                  <a:lnTo>
                    <a:pt x="2893723" y="973664"/>
                  </a:lnTo>
                  <a:lnTo>
                    <a:pt x="2891710" y="968231"/>
                  </a:lnTo>
                  <a:lnTo>
                    <a:pt x="2888743" y="967037"/>
                  </a:lnTo>
                  <a:lnTo>
                    <a:pt x="2884801" y="965650"/>
                  </a:lnTo>
                  <a:lnTo>
                    <a:pt x="2880746" y="965696"/>
                  </a:lnTo>
                  <a:lnTo>
                    <a:pt x="2878041" y="966474"/>
                  </a:lnTo>
                  <a:lnTo>
                    <a:pt x="2874687" y="969987"/>
                  </a:lnTo>
                  <a:lnTo>
                    <a:pt x="2869824" y="973003"/>
                  </a:lnTo>
                  <a:lnTo>
                    <a:pt x="2866144" y="970489"/>
                  </a:lnTo>
                  <a:lnTo>
                    <a:pt x="2863265" y="966448"/>
                  </a:lnTo>
                  <a:lnTo>
                    <a:pt x="2860802" y="972947"/>
                  </a:lnTo>
                  <a:lnTo>
                    <a:pt x="2857218" y="979809"/>
                  </a:lnTo>
                  <a:lnTo>
                    <a:pt x="2857814" y="987813"/>
                  </a:lnTo>
                  <a:lnTo>
                    <a:pt x="2856272" y="992560"/>
                  </a:lnTo>
                  <a:lnTo>
                    <a:pt x="2852871" y="991280"/>
                  </a:lnTo>
                  <a:lnTo>
                    <a:pt x="2849488" y="987117"/>
                  </a:lnTo>
                  <a:lnTo>
                    <a:pt x="2839991" y="983788"/>
                  </a:lnTo>
                  <a:lnTo>
                    <a:pt x="2832427" y="984095"/>
                  </a:lnTo>
                  <a:lnTo>
                    <a:pt x="2833965" y="979650"/>
                  </a:lnTo>
                  <a:lnTo>
                    <a:pt x="2841116" y="973270"/>
                  </a:lnTo>
                  <a:lnTo>
                    <a:pt x="2838915" y="972020"/>
                  </a:lnTo>
                  <a:lnTo>
                    <a:pt x="2835407" y="972906"/>
                  </a:lnTo>
                  <a:lnTo>
                    <a:pt x="2833877" y="972020"/>
                  </a:lnTo>
                  <a:lnTo>
                    <a:pt x="2836386" y="966223"/>
                  </a:lnTo>
                  <a:lnTo>
                    <a:pt x="2836628" y="959827"/>
                  </a:lnTo>
                  <a:lnTo>
                    <a:pt x="2833427" y="962065"/>
                  </a:lnTo>
                  <a:lnTo>
                    <a:pt x="2829402" y="968814"/>
                  </a:lnTo>
                  <a:lnTo>
                    <a:pt x="2819663" y="974186"/>
                  </a:lnTo>
                  <a:lnTo>
                    <a:pt x="2820117" y="983179"/>
                  </a:lnTo>
                  <a:lnTo>
                    <a:pt x="2810949" y="1001609"/>
                  </a:lnTo>
                  <a:lnTo>
                    <a:pt x="2810541" y="1009454"/>
                  </a:lnTo>
                  <a:lnTo>
                    <a:pt x="2804661" y="1015717"/>
                  </a:lnTo>
                  <a:lnTo>
                    <a:pt x="2797081" y="1021104"/>
                  </a:lnTo>
                  <a:lnTo>
                    <a:pt x="2786971" y="1019588"/>
                  </a:lnTo>
                  <a:lnTo>
                    <a:pt x="2779253" y="1024269"/>
                  </a:lnTo>
                  <a:lnTo>
                    <a:pt x="2775336" y="1029641"/>
                  </a:lnTo>
                  <a:lnTo>
                    <a:pt x="2771932" y="1030450"/>
                  </a:lnTo>
                  <a:lnTo>
                    <a:pt x="2770156" y="1023608"/>
                  </a:lnTo>
                  <a:lnTo>
                    <a:pt x="2768864" y="1021493"/>
                  </a:lnTo>
                  <a:lnTo>
                    <a:pt x="2766022" y="1031581"/>
                  </a:lnTo>
                  <a:lnTo>
                    <a:pt x="2763126" y="1032206"/>
                  </a:lnTo>
                  <a:lnTo>
                    <a:pt x="2762030" y="1025052"/>
                  </a:lnTo>
                  <a:lnTo>
                    <a:pt x="2760655" y="1020326"/>
                  </a:lnTo>
                  <a:lnTo>
                    <a:pt x="2756709" y="1024402"/>
                  </a:lnTo>
                  <a:lnTo>
                    <a:pt x="2754087" y="1035207"/>
                  </a:lnTo>
                  <a:lnTo>
                    <a:pt x="2751341" y="1034296"/>
                  </a:lnTo>
                  <a:lnTo>
                    <a:pt x="2750466" y="1030276"/>
                  </a:lnTo>
                  <a:lnTo>
                    <a:pt x="2748499" y="1029057"/>
                  </a:lnTo>
                  <a:lnTo>
                    <a:pt x="2747824" y="1033650"/>
                  </a:lnTo>
                  <a:lnTo>
                    <a:pt x="2748816" y="1040113"/>
                  </a:lnTo>
                  <a:lnTo>
                    <a:pt x="2747387" y="1043564"/>
                  </a:lnTo>
                  <a:lnTo>
                    <a:pt x="2744657" y="1041721"/>
                  </a:lnTo>
                  <a:lnTo>
                    <a:pt x="2741911" y="1038612"/>
                  </a:lnTo>
                  <a:lnTo>
                    <a:pt x="2737381" y="1040973"/>
                  </a:lnTo>
                  <a:lnTo>
                    <a:pt x="2733222" y="1041931"/>
                  </a:lnTo>
                  <a:lnTo>
                    <a:pt x="2733206" y="1038766"/>
                  </a:lnTo>
                  <a:lnTo>
                    <a:pt x="2733997" y="1034884"/>
                  </a:lnTo>
                  <a:lnTo>
                    <a:pt x="2725709" y="1037030"/>
                  </a:lnTo>
                  <a:lnTo>
                    <a:pt x="2715770" y="1044189"/>
                  </a:lnTo>
                  <a:lnTo>
                    <a:pt x="2708052" y="1054093"/>
                  </a:lnTo>
                  <a:lnTo>
                    <a:pt x="2710728" y="1055742"/>
                  </a:lnTo>
                  <a:lnTo>
                    <a:pt x="2713740" y="1058896"/>
                  </a:lnTo>
                  <a:lnTo>
                    <a:pt x="2700334" y="1074198"/>
                  </a:lnTo>
                  <a:lnTo>
                    <a:pt x="2686591" y="1087978"/>
                  </a:lnTo>
                  <a:lnTo>
                    <a:pt x="2676210" y="1110464"/>
                  </a:lnTo>
                  <a:lnTo>
                    <a:pt x="2672043" y="1113096"/>
                  </a:lnTo>
                  <a:lnTo>
                    <a:pt x="2668464" y="1117218"/>
                  </a:lnTo>
                  <a:lnTo>
                    <a:pt x="2664663" y="1130794"/>
                  </a:lnTo>
                  <a:lnTo>
                    <a:pt x="2660275" y="1142879"/>
                  </a:lnTo>
                  <a:lnTo>
                    <a:pt x="2662729" y="1148261"/>
                  </a:lnTo>
                  <a:lnTo>
                    <a:pt x="2664346" y="1153797"/>
                  </a:lnTo>
                  <a:lnTo>
                    <a:pt x="2668243" y="1159246"/>
                  </a:lnTo>
                  <a:lnTo>
                    <a:pt x="2671556" y="1159737"/>
                  </a:lnTo>
                  <a:lnTo>
                    <a:pt x="2675144" y="1158754"/>
                  </a:lnTo>
                  <a:lnTo>
                    <a:pt x="2677777" y="1158985"/>
                  </a:lnTo>
                  <a:lnTo>
                    <a:pt x="2679469" y="1161299"/>
                  </a:lnTo>
                  <a:lnTo>
                    <a:pt x="2678719" y="1164075"/>
                  </a:lnTo>
                  <a:lnTo>
                    <a:pt x="2674581" y="1164766"/>
                  </a:lnTo>
                  <a:lnTo>
                    <a:pt x="2666863" y="1169621"/>
                  </a:lnTo>
                  <a:lnTo>
                    <a:pt x="2660096" y="1171485"/>
                  </a:lnTo>
                  <a:lnTo>
                    <a:pt x="2656704" y="1177353"/>
                  </a:lnTo>
                  <a:lnTo>
                    <a:pt x="2651620" y="1184134"/>
                  </a:lnTo>
                  <a:lnTo>
                    <a:pt x="2641743" y="1194713"/>
                  </a:lnTo>
                  <a:lnTo>
                    <a:pt x="2645965" y="1197975"/>
                  </a:lnTo>
                  <a:lnTo>
                    <a:pt x="2661221" y="1201652"/>
                  </a:lnTo>
                  <a:lnTo>
                    <a:pt x="2668022" y="1205437"/>
                  </a:lnTo>
                  <a:lnTo>
                    <a:pt x="2678315" y="1225198"/>
                  </a:lnTo>
                  <a:lnTo>
                    <a:pt x="2675965" y="1227175"/>
                  </a:lnTo>
                  <a:lnTo>
                    <a:pt x="2675031" y="1230795"/>
                  </a:lnTo>
                  <a:lnTo>
                    <a:pt x="2684182" y="1235875"/>
                  </a:lnTo>
                  <a:lnTo>
                    <a:pt x="2687104" y="1250065"/>
                  </a:lnTo>
                  <a:lnTo>
                    <a:pt x="2694617" y="1254894"/>
                  </a:lnTo>
                  <a:lnTo>
                    <a:pt x="2705814" y="1257864"/>
                  </a:lnTo>
                  <a:lnTo>
                    <a:pt x="2719508" y="1253573"/>
                  </a:lnTo>
                  <a:lnTo>
                    <a:pt x="2730909" y="1247669"/>
                  </a:lnTo>
                  <a:lnTo>
                    <a:pt x="2730509" y="1242829"/>
                  </a:lnTo>
                  <a:lnTo>
                    <a:pt x="2723346" y="1231569"/>
                  </a:lnTo>
                  <a:lnTo>
                    <a:pt x="2721621" y="1226279"/>
                  </a:lnTo>
                  <a:lnTo>
                    <a:pt x="2716303" y="1222853"/>
                  </a:lnTo>
                  <a:lnTo>
                    <a:pt x="2714282" y="1225756"/>
                  </a:lnTo>
                  <a:lnTo>
                    <a:pt x="2710844" y="1221987"/>
                  </a:lnTo>
                  <a:lnTo>
                    <a:pt x="2710457" y="1219872"/>
                  </a:lnTo>
                  <a:lnTo>
                    <a:pt x="2713661" y="1218843"/>
                  </a:lnTo>
                  <a:lnTo>
                    <a:pt x="2717387" y="1219253"/>
                  </a:lnTo>
                  <a:lnTo>
                    <a:pt x="2721733" y="1221224"/>
                  </a:lnTo>
                  <a:lnTo>
                    <a:pt x="2732918" y="1233499"/>
                  </a:lnTo>
                  <a:lnTo>
                    <a:pt x="2736014" y="1249589"/>
                  </a:lnTo>
                  <a:lnTo>
                    <a:pt x="2736677" y="1259805"/>
                  </a:lnTo>
                  <a:lnTo>
                    <a:pt x="2735414" y="1263298"/>
                  </a:lnTo>
                  <a:lnTo>
                    <a:pt x="2732160" y="1262581"/>
                  </a:lnTo>
                  <a:lnTo>
                    <a:pt x="2725950" y="1263277"/>
                  </a:lnTo>
                  <a:lnTo>
                    <a:pt x="2696492" y="1268567"/>
                  </a:lnTo>
                  <a:lnTo>
                    <a:pt x="2689950" y="1273227"/>
                  </a:lnTo>
                  <a:lnTo>
                    <a:pt x="2674948" y="1278287"/>
                  </a:lnTo>
                  <a:lnTo>
                    <a:pt x="2674014" y="1275762"/>
                  </a:lnTo>
                  <a:lnTo>
                    <a:pt x="2675098" y="1270539"/>
                  </a:lnTo>
                  <a:lnTo>
                    <a:pt x="2674152" y="1259841"/>
                  </a:lnTo>
                  <a:lnTo>
                    <a:pt x="2671193" y="1259344"/>
                  </a:lnTo>
                  <a:lnTo>
                    <a:pt x="2647886" y="1276786"/>
                  </a:lnTo>
                  <a:lnTo>
                    <a:pt x="2638876" y="1277882"/>
                  </a:lnTo>
                  <a:lnTo>
                    <a:pt x="2631300" y="1282988"/>
                  </a:lnTo>
                  <a:lnTo>
                    <a:pt x="2629604" y="1280156"/>
                  </a:lnTo>
                  <a:lnTo>
                    <a:pt x="2628250" y="1267077"/>
                  </a:lnTo>
                  <a:lnTo>
                    <a:pt x="2632992" y="1256108"/>
                  </a:lnTo>
                  <a:lnTo>
                    <a:pt x="2630467" y="1256282"/>
                  </a:lnTo>
                  <a:lnTo>
                    <a:pt x="2622549" y="1262868"/>
                  </a:lnTo>
                  <a:lnTo>
                    <a:pt x="2619165" y="1258817"/>
                  </a:lnTo>
                  <a:lnTo>
                    <a:pt x="2617469" y="1254372"/>
                  </a:lnTo>
                  <a:lnTo>
                    <a:pt x="2615031" y="1251858"/>
                  </a:lnTo>
                  <a:lnTo>
                    <a:pt x="2612389" y="1250905"/>
                  </a:lnTo>
                  <a:lnTo>
                    <a:pt x="2614648" y="1260614"/>
                  </a:lnTo>
                  <a:lnTo>
                    <a:pt x="2609281" y="1267896"/>
                  </a:lnTo>
                  <a:lnTo>
                    <a:pt x="2607810" y="1286731"/>
                  </a:lnTo>
                  <a:lnTo>
                    <a:pt x="2601063" y="1294571"/>
                  </a:lnTo>
                  <a:lnTo>
                    <a:pt x="2580031" y="1299610"/>
                  </a:lnTo>
                  <a:lnTo>
                    <a:pt x="2566321" y="1298545"/>
                  </a:lnTo>
                  <a:lnTo>
                    <a:pt x="2554036" y="1300112"/>
                  </a:lnTo>
                  <a:lnTo>
                    <a:pt x="2537700" y="1303727"/>
                  </a:lnTo>
                  <a:lnTo>
                    <a:pt x="2528674" y="1301577"/>
                  </a:lnTo>
                  <a:lnTo>
                    <a:pt x="2519427" y="1305392"/>
                  </a:lnTo>
                  <a:lnTo>
                    <a:pt x="2488039" y="1306431"/>
                  </a:lnTo>
                  <a:lnTo>
                    <a:pt x="2481422" y="1304408"/>
                  </a:lnTo>
                  <a:lnTo>
                    <a:pt x="2472971" y="1311614"/>
                  </a:lnTo>
                  <a:lnTo>
                    <a:pt x="2459440" y="1315874"/>
                  </a:lnTo>
                  <a:lnTo>
                    <a:pt x="2425239" y="1332020"/>
                  </a:lnTo>
                  <a:lnTo>
                    <a:pt x="2417697" y="1337894"/>
                  </a:lnTo>
                  <a:lnTo>
                    <a:pt x="2408512" y="1347066"/>
                  </a:lnTo>
                  <a:lnTo>
                    <a:pt x="2402345" y="1351997"/>
                  </a:lnTo>
                  <a:lnTo>
                    <a:pt x="2397273" y="1353600"/>
                  </a:lnTo>
                  <a:lnTo>
                    <a:pt x="2394156" y="1357707"/>
                  </a:lnTo>
                  <a:lnTo>
                    <a:pt x="2390752" y="1360390"/>
                  </a:lnTo>
                  <a:lnTo>
                    <a:pt x="2394039" y="1351224"/>
                  </a:lnTo>
                  <a:lnTo>
                    <a:pt x="2397611" y="1343496"/>
                  </a:lnTo>
                  <a:lnTo>
                    <a:pt x="2400578" y="1328528"/>
                  </a:lnTo>
                  <a:lnTo>
                    <a:pt x="2399703" y="1316422"/>
                  </a:lnTo>
                  <a:lnTo>
                    <a:pt x="2396023" y="1311445"/>
                  </a:lnTo>
                  <a:lnTo>
                    <a:pt x="2392218" y="1308126"/>
                  </a:lnTo>
                  <a:lnTo>
                    <a:pt x="2396677" y="1320073"/>
                  </a:lnTo>
                  <a:lnTo>
                    <a:pt x="2397398" y="1334724"/>
                  </a:lnTo>
                  <a:lnTo>
                    <a:pt x="2395865" y="1343307"/>
                  </a:lnTo>
                  <a:lnTo>
                    <a:pt x="2387476" y="1359863"/>
                  </a:lnTo>
                  <a:lnTo>
                    <a:pt x="2383905" y="1363719"/>
                  </a:lnTo>
                  <a:lnTo>
                    <a:pt x="2379729" y="1367109"/>
                  </a:lnTo>
                  <a:lnTo>
                    <a:pt x="2376583" y="1368584"/>
                  </a:lnTo>
                  <a:lnTo>
                    <a:pt x="2373678" y="1371231"/>
                  </a:lnTo>
                  <a:lnTo>
                    <a:pt x="2370303" y="1375425"/>
                  </a:lnTo>
                  <a:lnTo>
                    <a:pt x="2367103" y="1383752"/>
                  </a:lnTo>
                  <a:lnTo>
                    <a:pt x="2369040" y="1391341"/>
                  </a:lnTo>
                  <a:lnTo>
                    <a:pt x="2385397" y="1394112"/>
                  </a:lnTo>
                  <a:lnTo>
                    <a:pt x="2389785" y="1391771"/>
                  </a:lnTo>
                  <a:lnTo>
                    <a:pt x="2392018" y="1397205"/>
                  </a:lnTo>
                  <a:lnTo>
                    <a:pt x="2393269" y="1404753"/>
                  </a:lnTo>
                  <a:lnTo>
                    <a:pt x="2392043" y="1412916"/>
                  </a:lnTo>
                  <a:lnTo>
                    <a:pt x="2389310" y="1421222"/>
                  </a:lnTo>
                  <a:lnTo>
                    <a:pt x="2387234" y="1431535"/>
                  </a:lnTo>
                  <a:lnTo>
                    <a:pt x="2385476" y="1447262"/>
                  </a:lnTo>
                  <a:lnTo>
                    <a:pt x="2382830" y="1461411"/>
                  </a:lnTo>
                  <a:lnTo>
                    <a:pt x="2382484" y="1457114"/>
                  </a:lnTo>
                  <a:lnTo>
                    <a:pt x="2384138" y="1439913"/>
                  </a:lnTo>
                  <a:lnTo>
                    <a:pt x="2381459" y="1441710"/>
                  </a:lnTo>
                  <a:lnTo>
                    <a:pt x="2379613" y="1445679"/>
                  </a:lnTo>
                  <a:lnTo>
                    <a:pt x="2374620" y="1467863"/>
                  </a:lnTo>
                  <a:lnTo>
                    <a:pt x="2367757" y="1479687"/>
                  </a:lnTo>
                  <a:lnTo>
                    <a:pt x="2361435" y="1487865"/>
                  </a:lnTo>
                  <a:lnTo>
                    <a:pt x="2354913" y="1486513"/>
                  </a:lnTo>
                  <a:lnTo>
                    <a:pt x="2356380" y="1493012"/>
                  </a:lnTo>
                  <a:lnTo>
                    <a:pt x="2354588" y="1496397"/>
                  </a:lnTo>
                  <a:lnTo>
                    <a:pt x="2353055" y="1503458"/>
                  </a:lnTo>
                  <a:lnTo>
                    <a:pt x="2349167" y="1508139"/>
                  </a:lnTo>
                  <a:lnTo>
                    <a:pt x="2345512" y="1507688"/>
                  </a:lnTo>
                  <a:lnTo>
                    <a:pt x="2340261" y="1510915"/>
                  </a:lnTo>
                  <a:lnTo>
                    <a:pt x="2338190" y="1513383"/>
                  </a:lnTo>
                  <a:lnTo>
                    <a:pt x="2338036" y="1518109"/>
                  </a:lnTo>
                  <a:lnTo>
                    <a:pt x="2334523" y="1522268"/>
                  </a:lnTo>
                  <a:lnTo>
                    <a:pt x="2321847" y="1543868"/>
                  </a:lnTo>
                  <a:lnTo>
                    <a:pt x="2310841" y="1550243"/>
                  </a:lnTo>
                  <a:lnTo>
                    <a:pt x="2308207" y="1549316"/>
                  </a:lnTo>
                  <a:lnTo>
                    <a:pt x="2311108" y="1539121"/>
                  </a:lnTo>
                  <a:lnTo>
                    <a:pt x="2313095" y="1528812"/>
                  </a:lnTo>
                  <a:lnTo>
                    <a:pt x="2306415" y="1524326"/>
                  </a:lnTo>
                  <a:lnTo>
                    <a:pt x="2300023" y="1521955"/>
                  </a:lnTo>
                  <a:lnTo>
                    <a:pt x="2292688" y="1522268"/>
                  </a:lnTo>
                  <a:lnTo>
                    <a:pt x="2284587" y="1514253"/>
                  </a:lnTo>
                  <a:lnTo>
                    <a:pt x="2274144" y="1508426"/>
                  </a:lnTo>
                  <a:lnTo>
                    <a:pt x="2259567" y="1492658"/>
                  </a:lnTo>
                  <a:lnTo>
                    <a:pt x="2259992" y="1488285"/>
                  </a:lnTo>
                  <a:lnTo>
                    <a:pt x="2259626" y="1480947"/>
                  </a:lnTo>
                  <a:lnTo>
                    <a:pt x="2264055" y="1469353"/>
                  </a:lnTo>
                  <a:lnTo>
                    <a:pt x="2268302" y="1461247"/>
                  </a:lnTo>
                  <a:lnTo>
                    <a:pt x="2274165" y="1457048"/>
                  </a:lnTo>
                  <a:lnTo>
                    <a:pt x="2291180" y="1452772"/>
                  </a:lnTo>
                  <a:lnTo>
                    <a:pt x="2295447" y="1446340"/>
                  </a:lnTo>
                  <a:lnTo>
                    <a:pt x="2297977" y="1440922"/>
                  </a:lnTo>
                  <a:lnTo>
                    <a:pt x="2289546" y="1450227"/>
                  </a:lnTo>
                  <a:lnTo>
                    <a:pt x="2276920" y="1453381"/>
                  </a:lnTo>
                  <a:lnTo>
                    <a:pt x="2270115" y="1456853"/>
                  </a:lnTo>
                  <a:lnTo>
                    <a:pt x="2264672" y="1462163"/>
                  </a:lnTo>
                  <a:lnTo>
                    <a:pt x="2261451" y="1468831"/>
                  </a:lnTo>
                  <a:lnTo>
                    <a:pt x="2254158" y="1476866"/>
                  </a:lnTo>
                  <a:lnTo>
                    <a:pt x="2254671" y="1482248"/>
                  </a:lnTo>
                  <a:lnTo>
                    <a:pt x="2255892" y="1486073"/>
                  </a:lnTo>
                  <a:lnTo>
                    <a:pt x="2255329" y="1494046"/>
                  </a:lnTo>
                  <a:lnTo>
                    <a:pt x="2259942" y="1501820"/>
                  </a:lnTo>
                  <a:lnTo>
                    <a:pt x="2269089" y="1514555"/>
                  </a:lnTo>
                  <a:lnTo>
                    <a:pt x="2270836" y="1534338"/>
                  </a:lnTo>
                  <a:lnTo>
                    <a:pt x="2277816" y="1547575"/>
                  </a:lnTo>
                  <a:lnTo>
                    <a:pt x="2288513" y="1563010"/>
                  </a:lnTo>
                  <a:lnTo>
                    <a:pt x="2296739" y="1567398"/>
                  </a:lnTo>
                  <a:lnTo>
                    <a:pt x="2297139" y="1573139"/>
                  </a:lnTo>
                  <a:lnTo>
                    <a:pt x="2293343" y="1582618"/>
                  </a:lnTo>
                  <a:lnTo>
                    <a:pt x="2288338" y="1586950"/>
                  </a:lnTo>
                  <a:lnTo>
                    <a:pt x="2294847" y="1586084"/>
                  </a:lnTo>
                  <a:lnTo>
                    <a:pt x="2298089" y="1588251"/>
                  </a:lnTo>
                  <a:lnTo>
                    <a:pt x="2301244" y="1596157"/>
                  </a:lnTo>
                  <a:lnTo>
                    <a:pt x="2300998" y="1604228"/>
                  </a:lnTo>
                  <a:lnTo>
                    <a:pt x="2299931" y="1608775"/>
                  </a:lnTo>
                  <a:lnTo>
                    <a:pt x="2297960" y="1610588"/>
                  </a:lnTo>
                  <a:lnTo>
                    <a:pt x="2298043" y="1605943"/>
                  </a:lnTo>
                  <a:lnTo>
                    <a:pt x="2296647" y="1604330"/>
                  </a:lnTo>
                  <a:lnTo>
                    <a:pt x="2294343" y="1606343"/>
                  </a:lnTo>
                  <a:lnTo>
                    <a:pt x="2292851" y="1608637"/>
                  </a:lnTo>
                  <a:lnTo>
                    <a:pt x="2292230" y="1617675"/>
                  </a:lnTo>
                  <a:lnTo>
                    <a:pt x="2290651" y="1622192"/>
                  </a:lnTo>
                  <a:lnTo>
                    <a:pt x="2285067" y="1623534"/>
                  </a:lnTo>
                  <a:lnTo>
                    <a:pt x="2279403" y="1635394"/>
                  </a:lnTo>
                  <a:lnTo>
                    <a:pt x="2274136" y="1642123"/>
                  </a:lnTo>
                  <a:lnTo>
                    <a:pt x="2253408" y="1687622"/>
                  </a:lnTo>
                  <a:lnTo>
                    <a:pt x="2254200" y="1695227"/>
                  </a:lnTo>
                  <a:lnTo>
                    <a:pt x="2250408" y="1697674"/>
                  </a:lnTo>
                  <a:lnTo>
                    <a:pt x="2244665" y="1699666"/>
                  </a:lnTo>
                  <a:lnTo>
                    <a:pt x="2238856" y="1704214"/>
                  </a:lnTo>
                  <a:lnTo>
                    <a:pt x="2235002" y="1709227"/>
                  </a:lnTo>
                  <a:lnTo>
                    <a:pt x="2231422" y="1722710"/>
                  </a:lnTo>
                  <a:lnTo>
                    <a:pt x="2224563" y="1737889"/>
                  </a:lnTo>
                  <a:lnTo>
                    <a:pt x="2220283" y="1731565"/>
                  </a:lnTo>
                  <a:lnTo>
                    <a:pt x="2219187" y="1726152"/>
                  </a:lnTo>
                  <a:lnTo>
                    <a:pt x="2221091" y="1712033"/>
                  </a:lnTo>
                  <a:lnTo>
                    <a:pt x="2228509" y="1688887"/>
                  </a:lnTo>
                  <a:lnTo>
                    <a:pt x="2236681" y="1674497"/>
                  </a:lnTo>
                  <a:lnTo>
                    <a:pt x="2242915" y="1667676"/>
                  </a:lnTo>
                  <a:lnTo>
                    <a:pt x="2248041" y="1653773"/>
                  </a:lnTo>
                  <a:lnTo>
                    <a:pt x="2241565" y="1651699"/>
                  </a:lnTo>
                  <a:lnTo>
                    <a:pt x="2231693" y="1651924"/>
                  </a:lnTo>
                  <a:lnTo>
                    <a:pt x="2233551" y="1645508"/>
                  </a:lnTo>
                  <a:lnTo>
                    <a:pt x="2236431" y="1639854"/>
                  </a:lnTo>
                  <a:lnTo>
                    <a:pt x="2231284" y="1634221"/>
                  </a:lnTo>
                  <a:lnTo>
                    <a:pt x="2228238" y="1633504"/>
                  </a:lnTo>
                  <a:lnTo>
                    <a:pt x="2225100" y="1631195"/>
                  </a:lnTo>
                  <a:lnTo>
                    <a:pt x="2228780" y="1626504"/>
                  </a:lnTo>
                  <a:lnTo>
                    <a:pt x="2230576" y="1621547"/>
                  </a:lnTo>
                  <a:lnTo>
                    <a:pt x="2229480" y="1615514"/>
                  </a:lnTo>
                  <a:lnTo>
                    <a:pt x="2231022" y="1610972"/>
                  </a:lnTo>
                  <a:lnTo>
                    <a:pt x="2228451" y="1611658"/>
                  </a:lnTo>
                  <a:lnTo>
                    <a:pt x="2224317" y="1616467"/>
                  </a:lnTo>
                  <a:lnTo>
                    <a:pt x="2221746" y="1618387"/>
                  </a:lnTo>
                  <a:lnTo>
                    <a:pt x="2220179" y="1614132"/>
                  </a:lnTo>
                  <a:lnTo>
                    <a:pt x="2218391" y="1615094"/>
                  </a:lnTo>
                  <a:lnTo>
                    <a:pt x="2217228" y="1618018"/>
                  </a:lnTo>
                  <a:lnTo>
                    <a:pt x="2214591" y="1619626"/>
                  </a:lnTo>
                  <a:lnTo>
                    <a:pt x="2209019" y="1615627"/>
                  </a:lnTo>
                  <a:lnTo>
                    <a:pt x="2200897" y="1611049"/>
                  </a:lnTo>
                  <a:lnTo>
                    <a:pt x="2196376" y="1603173"/>
                  </a:lnTo>
                  <a:lnTo>
                    <a:pt x="2193796" y="1597069"/>
                  </a:lnTo>
                  <a:lnTo>
                    <a:pt x="2196417" y="1586023"/>
                  </a:lnTo>
                  <a:lnTo>
                    <a:pt x="2202031" y="1584062"/>
                  </a:lnTo>
                  <a:lnTo>
                    <a:pt x="2209323" y="1585854"/>
                  </a:lnTo>
                  <a:lnTo>
                    <a:pt x="2218883" y="1585839"/>
                  </a:lnTo>
                  <a:lnTo>
                    <a:pt x="2217516" y="1583386"/>
                  </a:lnTo>
                  <a:lnTo>
                    <a:pt x="2214103" y="1583790"/>
                  </a:lnTo>
                  <a:lnTo>
                    <a:pt x="2204027" y="1574829"/>
                  </a:lnTo>
                  <a:lnTo>
                    <a:pt x="2200785" y="1569416"/>
                  </a:lnTo>
                  <a:lnTo>
                    <a:pt x="2195209" y="1567931"/>
                  </a:lnTo>
                  <a:lnTo>
                    <a:pt x="2192667" y="1573134"/>
                  </a:lnTo>
                  <a:lnTo>
                    <a:pt x="2189846" y="1574516"/>
                  </a:lnTo>
                  <a:lnTo>
                    <a:pt x="2193329" y="1563132"/>
                  </a:lnTo>
                  <a:lnTo>
                    <a:pt x="2197884" y="1562666"/>
                  </a:lnTo>
                  <a:lnTo>
                    <a:pt x="2204610" y="1559512"/>
                  </a:lnTo>
                  <a:lnTo>
                    <a:pt x="2202656" y="1552921"/>
                  </a:lnTo>
                  <a:lnTo>
                    <a:pt x="2198409" y="1550038"/>
                  </a:lnTo>
                  <a:lnTo>
                    <a:pt x="2190742" y="1553654"/>
                  </a:lnTo>
                  <a:lnTo>
                    <a:pt x="2190833" y="1549019"/>
                  </a:lnTo>
                  <a:lnTo>
                    <a:pt x="2192271" y="1543084"/>
                  </a:lnTo>
                  <a:lnTo>
                    <a:pt x="2198051" y="1543105"/>
                  </a:lnTo>
                  <a:lnTo>
                    <a:pt x="2203114" y="1545040"/>
                  </a:lnTo>
                  <a:lnTo>
                    <a:pt x="2207423" y="1535454"/>
                  </a:lnTo>
                  <a:lnTo>
                    <a:pt x="2207615" y="1531173"/>
                  </a:lnTo>
                  <a:lnTo>
                    <a:pt x="2200455" y="1537395"/>
                  </a:lnTo>
                  <a:lnTo>
                    <a:pt x="2198847" y="1523973"/>
                  </a:lnTo>
                  <a:lnTo>
                    <a:pt x="2205894" y="1511027"/>
                  </a:lnTo>
                  <a:lnTo>
                    <a:pt x="2212615" y="1505384"/>
                  </a:lnTo>
                  <a:lnTo>
                    <a:pt x="2221012" y="1505548"/>
                  </a:lnTo>
                  <a:lnTo>
                    <a:pt x="2229547" y="1504636"/>
                  </a:lnTo>
                  <a:lnTo>
                    <a:pt x="2224192" y="1502265"/>
                  </a:lnTo>
                  <a:lnTo>
                    <a:pt x="2218695" y="1500980"/>
                  </a:lnTo>
                  <a:lnTo>
                    <a:pt x="2222825" y="1495864"/>
                  </a:lnTo>
                  <a:lnTo>
                    <a:pt x="2226346" y="1494947"/>
                  </a:lnTo>
                  <a:lnTo>
                    <a:pt x="2229805" y="1490487"/>
                  </a:lnTo>
                  <a:lnTo>
                    <a:pt x="2221487" y="1491148"/>
                  </a:lnTo>
                  <a:lnTo>
                    <a:pt x="2222467" y="1482708"/>
                  </a:lnTo>
                  <a:lnTo>
                    <a:pt x="2218424" y="1484424"/>
                  </a:lnTo>
                  <a:lnTo>
                    <a:pt x="2213586" y="1485218"/>
                  </a:lnTo>
                  <a:lnTo>
                    <a:pt x="2211703" y="1488797"/>
                  </a:lnTo>
                  <a:lnTo>
                    <a:pt x="2212074" y="1494743"/>
                  </a:lnTo>
                  <a:lnTo>
                    <a:pt x="2210661" y="1498645"/>
                  </a:lnTo>
                  <a:lnTo>
                    <a:pt x="2206898" y="1501779"/>
                  </a:lnTo>
                  <a:lnTo>
                    <a:pt x="2200543" y="1504221"/>
                  </a:lnTo>
                  <a:lnTo>
                    <a:pt x="2199926" y="1499986"/>
                  </a:lnTo>
                  <a:lnTo>
                    <a:pt x="2197826" y="1498066"/>
                  </a:lnTo>
                  <a:lnTo>
                    <a:pt x="2197042" y="1507135"/>
                  </a:lnTo>
                  <a:lnTo>
                    <a:pt x="2195375" y="1510218"/>
                  </a:lnTo>
                  <a:lnTo>
                    <a:pt x="2190729" y="1501707"/>
                  </a:lnTo>
                  <a:lnTo>
                    <a:pt x="2189333" y="1503423"/>
                  </a:lnTo>
                  <a:lnTo>
                    <a:pt x="2189512" y="1505840"/>
                  </a:lnTo>
                  <a:lnTo>
                    <a:pt x="2188325" y="1510018"/>
                  </a:lnTo>
                  <a:lnTo>
                    <a:pt x="2184341" y="1512195"/>
                  </a:lnTo>
                  <a:lnTo>
                    <a:pt x="2184587" y="1517551"/>
                  </a:lnTo>
                  <a:lnTo>
                    <a:pt x="2183041" y="1520470"/>
                  </a:lnTo>
                  <a:lnTo>
                    <a:pt x="2170280" y="1515820"/>
                  </a:lnTo>
                  <a:lnTo>
                    <a:pt x="2169980" y="1517398"/>
                  </a:lnTo>
                  <a:lnTo>
                    <a:pt x="2177198" y="1527424"/>
                  </a:lnTo>
                  <a:lnTo>
                    <a:pt x="2182470" y="1530850"/>
                  </a:lnTo>
                  <a:lnTo>
                    <a:pt x="2183111" y="1536319"/>
                  </a:lnTo>
                  <a:lnTo>
                    <a:pt x="2178586" y="1540856"/>
                  </a:lnTo>
                  <a:lnTo>
                    <a:pt x="2172343" y="1536939"/>
                  </a:lnTo>
                  <a:lnTo>
                    <a:pt x="2171293" y="1537226"/>
                  </a:lnTo>
                  <a:lnTo>
                    <a:pt x="2174685" y="1543944"/>
                  </a:lnTo>
                  <a:lnTo>
                    <a:pt x="2176823" y="1549813"/>
                  </a:lnTo>
                  <a:lnTo>
                    <a:pt x="2174623" y="1554729"/>
                  </a:lnTo>
                  <a:lnTo>
                    <a:pt x="2174964" y="1560782"/>
                  </a:lnTo>
                  <a:lnTo>
                    <a:pt x="2174489" y="1566272"/>
                  </a:lnTo>
                  <a:lnTo>
                    <a:pt x="2173143" y="1571060"/>
                  </a:lnTo>
                  <a:lnTo>
                    <a:pt x="2176177" y="1593131"/>
                  </a:lnTo>
                  <a:lnTo>
                    <a:pt x="2179832" y="1599133"/>
                  </a:lnTo>
                  <a:lnTo>
                    <a:pt x="2183424" y="1604873"/>
                  </a:lnTo>
                  <a:lnTo>
                    <a:pt x="2185328" y="1610245"/>
                  </a:lnTo>
                  <a:lnTo>
                    <a:pt x="2181515" y="1611028"/>
                  </a:lnTo>
                  <a:lnTo>
                    <a:pt x="2175444" y="1606609"/>
                  </a:lnTo>
                  <a:lnTo>
                    <a:pt x="2170110" y="1603239"/>
                  </a:lnTo>
                  <a:lnTo>
                    <a:pt x="2163755" y="1592465"/>
                  </a:lnTo>
                  <a:lnTo>
                    <a:pt x="2162704" y="1588164"/>
                  </a:lnTo>
                  <a:lnTo>
                    <a:pt x="2161154" y="1584763"/>
                  </a:lnTo>
                  <a:lnTo>
                    <a:pt x="2161904" y="1592573"/>
                  </a:lnTo>
                  <a:lnTo>
                    <a:pt x="2164171" y="1601294"/>
                  </a:lnTo>
                  <a:lnTo>
                    <a:pt x="2184074" y="1620809"/>
                  </a:lnTo>
                  <a:lnTo>
                    <a:pt x="2187749" y="1628296"/>
                  </a:lnTo>
                  <a:lnTo>
                    <a:pt x="2190550" y="1634180"/>
                  </a:lnTo>
                  <a:lnTo>
                    <a:pt x="2189846" y="1639818"/>
                  </a:lnTo>
                  <a:lnTo>
                    <a:pt x="2184657" y="1635829"/>
                  </a:lnTo>
                  <a:lnTo>
                    <a:pt x="2180182" y="1630744"/>
                  </a:lnTo>
                  <a:lnTo>
                    <a:pt x="2168301" y="1624998"/>
                  </a:lnTo>
                  <a:lnTo>
                    <a:pt x="2153320" y="1621368"/>
                  </a:lnTo>
                  <a:lnTo>
                    <a:pt x="2144873" y="1608012"/>
                  </a:lnTo>
                  <a:lnTo>
                    <a:pt x="2144902" y="1613584"/>
                  </a:lnTo>
                  <a:lnTo>
                    <a:pt x="2143027" y="1618310"/>
                  </a:lnTo>
                  <a:lnTo>
                    <a:pt x="2137864" y="1612549"/>
                  </a:lnTo>
                  <a:lnTo>
                    <a:pt x="2134609" y="1607633"/>
                  </a:lnTo>
                  <a:lnTo>
                    <a:pt x="2133517" y="1602246"/>
                  </a:lnTo>
                  <a:lnTo>
                    <a:pt x="2127071" y="1602615"/>
                  </a:lnTo>
                  <a:lnTo>
                    <a:pt x="2120311" y="1607295"/>
                  </a:lnTo>
                  <a:lnTo>
                    <a:pt x="2113773" y="1606184"/>
                  </a:lnTo>
                  <a:lnTo>
                    <a:pt x="2112998" y="1597048"/>
                  </a:lnTo>
                  <a:lnTo>
                    <a:pt x="2114765" y="1592209"/>
                  </a:lnTo>
                  <a:lnTo>
                    <a:pt x="2122103" y="1580764"/>
                  </a:lnTo>
                  <a:lnTo>
                    <a:pt x="2129017" y="1574921"/>
                  </a:lnTo>
                  <a:lnTo>
                    <a:pt x="2132067" y="1567378"/>
                  </a:lnTo>
                  <a:lnTo>
                    <a:pt x="2131025" y="1555682"/>
                  </a:lnTo>
                  <a:lnTo>
                    <a:pt x="2129725" y="1567583"/>
                  </a:lnTo>
                  <a:lnTo>
                    <a:pt x="2125775" y="1573482"/>
                  </a:lnTo>
                  <a:lnTo>
                    <a:pt x="2119565" y="1577988"/>
                  </a:lnTo>
                  <a:lnTo>
                    <a:pt x="2111393" y="1586018"/>
                  </a:lnTo>
                  <a:lnTo>
                    <a:pt x="2109397" y="1593443"/>
                  </a:lnTo>
                  <a:lnTo>
                    <a:pt x="2106847" y="1607346"/>
                  </a:lnTo>
                  <a:lnTo>
                    <a:pt x="2110297" y="1612053"/>
                  </a:lnTo>
                  <a:lnTo>
                    <a:pt x="2113823" y="1613282"/>
                  </a:lnTo>
                  <a:lnTo>
                    <a:pt x="2124237" y="1610127"/>
                  </a:lnTo>
                  <a:lnTo>
                    <a:pt x="2129625" y="1611535"/>
                  </a:lnTo>
                  <a:lnTo>
                    <a:pt x="2141610" y="1628276"/>
                  </a:lnTo>
                  <a:lnTo>
                    <a:pt x="2163925" y="1634897"/>
                  </a:lnTo>
                  <a:lnTo>
                    <a:pt x="2172064" y="1639035"/>
                  </a:lnTo>
                  <a:lnTo>
                    <a:pt x="2178698" y="1647771"/>
                  </a:lnTo>
                  <a:lnTo>
                    <a:pt x="2188670" y="1652800"/>
                  </a:lnTo>
                  <a:lnTo>
                    <a:pt x="2196409" y="1660107"/>
                  </a:lnTo>
                  <a:lnTo>
                    <a:pt x="2196617" y="1664875"/>
                  </a:lnTo>
                  <a:lnTo>
                    <a:pt x="2193938" y="1670513"/>
                  </a:lnTo>
                  <a:lnTo>
                    <a:pt x="2192879" y="1678143"/>
                  </a:lnTo>
                  <a:lnTo>
                    <a:pt x="2189591" y="1682957"/>
                  </a:lnTo>
                  <a:lnTo>
                    <a:pt x="2181699" y="1683510"/>
                  </a:lnTo>
                  <a:lnTo>
                    <a:pt x="2176931" y="1682271"/>
                  </a:lnTo>
                  <a:lnTo>
                    <a:pt x="2151303" y="1655447"/>
                  </a:lnTo>
                  <a:lnTo>
                    <a:pt x="2148244" y="1652979"/>
                  </a:lnTo>
                  <a:lnTo>
                    <a:pt x="2138739" y="1638932"/>
                  </a:lnTo>
                  <a:lnTo>
                    <a:pt x="2127587" y="1631410"/>
                  </a:lnTo>
                  <a:lnTo>
                    <a:pt x="2124137" y="1631568"/>
                  </a:lnTo>
                  <a:lnTo>
                    <a:pt x="2140010" y="1645482"/>
                  </a:lnTo>
                  <a:lnTo>
                    <a:pt x="2146490" y="1655212"/>
                  </a:lnTo>
                  <a:lnTo>
                    <a:pt x="2157904" y="1668854"/>
                  </a:lnTo>
                  <a:lnTo>
                    <a:pt x="2166063" y="1674630"/>
                  </a:lnTo>
                  <a:lnTo>
                    <a:pt x="2172068" y="1683643"/>
                  </a:lnTo>
                  <a:lnTo>
                    <a:pt x="2177648" y="1687868"/>
                  </a:lnTo>
                  <a:lnTo>
                    <a:pt x="2192883" y="1693885"/>
                  </a:lnTo>
                  <a:lnTo>
                    <a:pt x="2187587" y="1698207"/>
                  </a:lnTo>
                  <a:lnTo>
                    <a:pt x="2196042" y="1701889"/>
                  </a:lnTo>
                  <a:lnTo>
                    <a:pt x="2197251" y="1708659"/>
                  </a:lnTo>
                  <a:lnTo>
                    <a:pt x="2196476" y="1716376"/>
                  </a:lnTo>
                  <a:lnTo>
                    <a:pt x="2184741" y="1713324"/>
                  </a:lnTo>
                  <a:lnTo>
                    <a:pt x="2184357" y="1719008"/>
                  </a:lnTo>
                  <a:lnTo>
                    <a:pt x="2185407" y="1722362"/>
                  </a:lnTo>
                  <a:lnTo>
                    <a:pt x="2180223" y="1725133"/>
                  </a:lnTo>
                  <a:lnTo>
                    <a:pt x="2173014" y="1721374"/>
                  </a:lnTo>
                  <a:lnTo>
                    <a:pt x="2154295" y="1700813"/>
                  </a:lnTo>
                  <a:lnTo>
                    <a:pt x="2154453" y="1703563"/>
                  </a:lnTo>
                  <a:lnTo>
                    <a:pt x="2155970" y="1706754"/>
                  </a:lnTo>
                  <a:lnTo>
                    <a:pt x="2166826" y="1719991"/>
                  </a:lnTo>
                  <a:lnTo>
                    <a:pt x="2176515" y="1727929"/>
                  </a:lnTo>
                  <a:lnTo>
                    <a:pt x="2184728" y="1731513"/>
                  </a:lnTo>
                  <a:lnTo>
                    <a:pt x="2191058" y="1738165"/>
                  </a:lnTo>
                  <a:lnTo>
                    <a:pt x="2193292" y="1742190"/>
                  </a:lnTo>
                  <a:lnTo>
                    <a:pt x="2194784" y="1748295"/>
                  </a:lnTo>
                  <a:lnTo>
                    <a:pt x="2190091" y="1752443"/>
                  </a:lnTo>
                  <a:lnTo>
                    <a:pt x="2184749" y="1754732"/>
                  </a:lnTo>
                  <a:lnTo>
                    <a:pt x="2179532" y="1750594"/>
                  </a:lnTo>
                  <a:lnTo>
                    <a:pt x="2175706" y="1746236"/>
                  </a:lnTo>
                  <a:lnTo>
                    <a:pt x="2167559" y="1738836"/>
                  </a:lnTo>
                  <a:lnTo>
                    <a:pt x="2165117" y="1730566"/>
                  </a:lnTo>
                  <a:lnTo>
                    <a:pt x="2158921" y="1730991"/>
                  </a:lnTo>
                  <a:lnTo>
                    <a:pt x="2133021" y="1720503"/>
                  </a:lnTo>
                  <a:lnTo>
                    <a:pt x="2112206" y="1719295"/>
                  </a:lnTo>
                  <a:lnTo>
                    <a:pt x="2114240" y="1721405"/>
                  </a:lnTo>
                  <a:lnTo>
                    <a:pt x="2116873" y="1722808"/>
                  </a:lnTo>
                  <a:lnTo>
                    <a:pt x="2133451" y="1725394"/>
                  </a:lnTo>
                  <a:lnTo>
                    <a:pt x="2140001" y="1730223"/>
                  </a:lnTo>
                  <a:lnTo>
                    <a:pt x="2153637" y="1734509"/>
                  </a:lnTo>
                  <a:lnTo>
                    <a:pt x="2161621" y="1735682"/>
                  </a:lnTo>
                  <a:lnTo>
                    <a:pt x="2164859" y="1748848"/>
                  </a:lnTo>
                  <a:lnTo>
                    <a:pt x="2175894" y="1757907"/>
                  </a:lnTo>
                  <a:lnTo>
                    <a:pt x="2177327" y="1764620"/>
                  </a:lnTo>
                  <a:lnTo>
                    <a:pt x="2184862" y="1765373"/>
                  </a:lnTo>
                  <a:lnTo>
                    <a:pt x="2198118" y="1758787"/>
                  </a:lnTo>
                  <a:lnTo>
                    <a:pt x="2206673" y="1761097"/>
                  </a:lnTo>
                  <a:lnTo>
                    <a:pt x="2219012" y="1762981"/>
                  </a:lnTo>
                  <a:lnTo>
                    <a:pt x="2221833" y="1768297"/>
                  </a:lnTo>
                  <a:lnTo>
                    <a:pt x="2223950" y="1778411"/>
                  </a:lnTo>
                  <a:lnTo>
                    <a:pt x="2228313" y="1789789"/>
                  </a:lnTo>
                  <a:lnTo>
                    <a:pt x="2239627" y="1834654"/>
                  </a:lnTo>
                  <a:lnTo>
                    <a:pt x="2256625" y="1871350"/>
                  </a:lnTo>
                  <a:lnTo>
                    <a:pt x="2258717" y="1877669"/>
                  </a:lnTo>
                  <a:lnTo>
                    <a:pt x="2254767" y="1872123"/>
                  </a:lnTo>
                  <a:lnTo>
                    <a:pt x="2242157" y="1847820"/>
                  </a:lnTo>
                  <a:lnTo>
                    <a:pt x="2235197" y="1830270"/>
                  </a:lnTo>
                  <a:lnTo>
                    <a:pt x="2228047" y="1799284"/>
                  </a:lnTo>
                  <a:lnTo>
                    <a:pt x="2225971" y="1792345"/>
                  </a:lnTo>
                  <a:lnTo>
                    <a:pt x="2223529" y="1789574"/>
                  </a:lnTo>
                  <a:lnTo>
                    <a:pt x="2221921" y="1791827"/>
                  </a:lnTo>
                  <a:lnTo>
                    <a:pt x="2221229" y="1795776"/>
                  </a:lnTo>
                  <a:lnTo>
                    <a:pt x="2222396" y="1798807"/>
                  </a:lnTo>
                  <a:lnTo>
                    <a:pt x="2219579" y="1809008"/>
                  </a:lnTo>
                  <a:lnTo>
                    <a:pt x="2220800" y="1813689"/>
                  </a:lnTo>
                  <a:lnTo>
                    <a:pt x="2225375" y="1818528"/>
                  </a:lnTo>
                  <a:lnTo>
                    <a:pt x="2230347" y="1830603"/>
                  </a:lnTo>
                  <a:lnTo>
                    <a:pt x="2234318" y="1846862"/>
                  </a:lnTo>
                  <a:lnTo>
                    <a:pt x="2228947" y="1840271"/>
                  </a:lnTo>
                  <a:lnTo>
                    <a:pt x="2223213" y="1836779"/>
                  </a:lnTo>
                  <a:lnTo>
                    <a:pt x="2214291" y="1834101"/>
                  </a:lnTo>
                  <a:lnTo>
                    <a:pt x="2206344" y="1829405"/>
                  </a:lnTo>
                  <a:lnTo>
                    <a:pt x="2206923" y="1836139"/>
                  </a:lnTo>
                  <a:lnTo>
                    <a:pt x="2206160" y="1843410"/>
                  </a:lnTo>
                  <a:lnTo>
                    <a:pt x="2200034" y="1841193"/>
                  </a:lnTo>
                  <a:lnTo>
                    <a:pt x="2195867" y="1838781"/>
                  </a:lnTo>
                  <a:lnTo>
                    <a:pt x="2199555" y="1846529"/>
                  </a:lnTo>
                  <a:lnTo>
                    <a:pt x="2191550" y="1844204"/>
                  </a:lnTo>
                  <a:lnTo>
                    <a:pt x="2186216" y="1844691"/>
                  </a:lnTo>
                  <a:lnTo>
                    <a:pt x="2182749" y="1851568"/>
                  </a:lnTo>
                  <a:lnTo>
                    <a:pt x="2178098" y="1855742"/>
                  </a:lnTo>
                  <a:lnTo>
                    <a:pt x="2171222" y="1857088"/>
                  </a:lnTo>
                  <a:lnTo>
                    <a:pt x="2161021" y="1850800"/>
                  </a:lnTo>
                  <a:lnTo>
                    <a:pt x="2157716" y="1843165"/>
                  </a:lnTo>
                  <a:lnTo>
                    <a:pt x="2156349" y="1834664"/>
                  </a:lnTo>
                  <a:lnTo>
                    <a:pt x="2155804" y="1844716"/>
                  </a:lnTo>
                  <a:lnTo>
                    <a:pt x="2157620" y="1855183"/>
                  </a:lnTo>
                  <a:lnTo>
                    <a:pt x="2156983" y="1863141"/>
                  </a:lnTo>
                  <a:lnTo>
                    <a:pt x="2166805" y="1864606"/>
                  </a:lnTo>
                  <a:lnTo>
                    <a:pt x="2175990" y="1863305"/>
                  </a:lnTo>
                  <a:lnTo>
                    <a:pt x="2188383" y="1863638"/>
                  </a:lnTo>
                  <a:lnTo>
                    <a:pt x="2196467" y="1862148"/>
                  </a:lnTo>
                  <a:lnTo>
                    <a:pt x="2201335" y="1859618"/>
                  </a:lnTo>
                  <a:lnTo>
                    <a:pt x="2213007" y="1861810"/>
                  </a:lnTo>
                  <a:lnTo>
                    <a:pt x="2213836" y="1871422"/>
                  </a:lnTo>
                  <a:lnTo>
                    <a:pt x="2212503" y="1880977"/>
                  </a:lnTo>
                  <a:lnTo>
                    <a:pt x="2211828" y="1891153"/>
                  </a:lnTo>
                  <a:lnTo>
                    <a:pt x="2215061" y="1891086"/>
                  </a:lnTo>
                  <a:lnTo>
                    <a:pt x="2218862" y="1887834"/>
                  </a:lnTo>
                  <a:lnTo>
                    <a:pt x="2220762" y="1869609"/>
                  </a:lnTo>
                  <a:lnTo>
                    <a:pt x="2231430" y="1862875"/>
                  </a:lnTo>
                  <a:lnTo>
                    <a:pt x="2235006" y="1863336"/>
                  </a:lnTo>
                  <a:lnTo>
                    <a:pt x="2238402" y="1869194"/>
                  </a:lnTo>
                  <a:lnTo>
                    <a:pt x="2239544" y="1875135"/>
                  </a:lnTo>
                  <a:lnTo>
                    <a:pt x="2240748" y="1883292"/>
                  </a:lnTo>
                  <a:lnTo>
                    <a:pt x="2238256" y="1895721"/>
                  </a:lnTo>
                  <a:lnTo>
                    <a:pt x="2221867" y="1910254"/>
                  </a:lnTo>
                  <a:lnTo>
                    <a:pt x="2210127" y="1923691"/>
                  </a:lnTo>
                  <a:lnTo>
                    <a:pt x="2204127" y="1926431"/>
                  </a:lnTo>
                  <a:lnTo>
                    <a:pt x="2195471" y="1924869"/>
                  </a:lnTo>
                  <a:lnTo>
                    <a:pt x="2185658" y="1921489"/>
                  </a:lnTo>
                  <a:lnTo>
                    <a:pt x="2180844" y="1920808"/>
                  </a:lnTo>
                  <a:lnTo>
                    <a:pt x="2177186" y="1921935"/>
                  </a:lnTo>
                  <a:lnTo>
                    <a:pt x="2174956" y="1917797"/>
                  </a:lnTo>
                  <a:lnTo>
                    <a:pt x="2173518" y="1910249"/>
                  </a:lnTo>
                  <a:lnTo>
                    <a:pt x="2169701" y="1907745"/>
                  </a:lnTo>
                  <a:lnTo>
                    <a:pt x="2166813" y="1908021"/>
                  </a:lnTo>
                  <a:lnTo>
                    <a:pt x="2164842" y="1916040"/>
                  </a:lnTo>
                  <a:lnTo>
                    <a:pt x="2155687" y="1918319"/>
                  </a:lnTo>
                  <a:lnTo>
                    <a:pt x="2143239" y="1915006"/>
                  </a:lnTo>
                  <a:lnTo>
                    <a:pt x="2130204" y="1908262"/>
                  </a:lnTo>
                  <a:lnTo>
                    <a:pt x="2135797" y="1915498"/>
                  </a:lnTo>
                  <a:lnTo>
                    <a:pt x="2168143" y="1928996"/>
                  </a:lnTo>
                  <a:lnTo>
                    <a:pt x="2171785" y="1931521"/>
                  </a:lnTo>
                  <a:lnTo>
                    <a:pt x="2175185" y="1935213"/>
                  </a:lnTo>
                  <a:lnTo>
                    <a:pt x="2170660" y="1941005"/>
                  </a:lnTo>
                  <a:lnTo>
                    <a:pt x="2167113" y="1947529"/>
                  </a:lnTo>
                  <a:lnTo>
                    <a:pt x="2166613" y="1952650"/>
                  </a:lnTo>
                  <a:lnTo>
                    <a:pt x="2165363" y="1955881"/>
                  </a:lnTo>
                  <a:lnTo>
                    <a:pt x="2152466" y="1964587"/>
                  </a:lnTo>
                  <a:lnTo>
                    <a:pt x="2145477" y="1963050"/>
                  </a:lnTo>
                  <a:lnTo>
                    <a:pt x="2127621" y="1947355"/>
                  </a:lnTo>
                  <a:lnTo>
                    <a:pt x="2135755" y="1960930"/>
                  </a:lnTo>
                  <a:lnTo>
                    <a:pt x="2142268" y="1966691"/>
                  </a:lnTo>
                  <a:lnTo>
                    <a:pt x="2155383" y="1969764"/>
                  </a:lnTo>
                  <a:lnTo>
                    <a:pt x="2179982" y="1964689"/>
                  </a:lnTo>
                  <a:lnTo>
                    <a:pt x="2188050" y="1970230"/>
                  </a:lnTo>
                  <a:lnTo>
                    <a:pt x="2181428" y="1980047"/>
                  </a:lnTo>
                  <a:lnTo>
                    <a:pt x="2174848" y="1986934"/>
                  </a:lnTo>
                  <a:lnTo>
                    <a:pt x="2166217" y="1987702"/>
                  </a:lnTo>
                  <a:lnTo>
                    <a:pt x="2158616" y="1989567"/>
                  </a:lnTo>
                  <a:lnTo>
                    <a:pt x="2156387" y="1994303"/>
                  </a:lnTo>
                  <a:lnTo>
                    <a:pt x="2150970" y="1994600"/>
                  </a:lnTo>
                  <a:lnTo>
                    <a:pt x="2142502" y="1994882"/>
                  </a:lnTo>
                  <a:lnTo>
                    <a:pt x="2129392" y="1995312"/>
                  </a:lnTo>
                  <a:lnTo>
                    <a:pt x="2122191" y="1994206"/>
                  </a:lnTo>
                  <a:lnTo>
                    <a:pt x="2112131" y="2003885"/>
                  </a:lnTo>
                  <a:lnTo>
                    <a:pt x="2108335" y="2005216"/>
                  </a:lnTo>
                  <a:lnTo>
                    <a:pt x="2103030" y="2003398"/>
                  </a:lnTo>
                  <a:lnTo>
                    <a:pt x="2100805" y="1995625"/>
                  </a:lnTo>
                  <a:lnTo>
                    <a:pt x="2098433" y="1991804"/>
                  </a:lnTo>
                  <a:lnTo>
                    <a:pt x="2098375" y="2006348"/>
                  </a:lnTo>
                  <a:lnTo>
                    <a:pt x="2099304" y="2010265"/>
                  </a:lnTo>
                  <a:lnTo>
                    <a:pt x="2101205" y="2013220"/>
                  </a:lnTo>
                  <a:lnTo>
                    <a:pt x="2089436" y="2021111"/>
                  </a:lnTo>
                  <a:lnTo>
                    <a:pt x="2078172" y="2030954"/>
                  </a:lnTo>
                  <a:lnTo>
                    <a:pt x="2074134" y="2033632"/>
                  </a:lnTo>
                  <a:lnTo>
                    <a:pt x="2069546" y="2038563"/>
                  </a:lnTo>
                  <a:lnTo>
                    <a:pt x="2060149" y="2052805"/>
                  </a:lnTo>
                  <a:lnTo>
                    <a:pt x="2057828" y="2063190"/>
                  </a:lnTo>
                  <a:lnTo>
                    <a:pt x="2054432" y="2074768"/>
                  </a:lnTo>
                  <a:lnTo>
                    <a:pt x="2054002" y="2069555"/>
                  </a:lnTo>
                  <a:lnTo>
                    <a:pt x="2054586" y="2060778"/>
                  </a:lnTo>
                  <a:lnTo>
                    <a:pt x="2052261" y="2050726"/>
                  </a:lnTo>
                  <a:lnTo>
                    <a:pt x="2050785" y="2069140"/>
                  </a:lnTo>
                  <a:lnTo>
                    <a:pt x="2047135" y="2077697"/>
                  </a:lnTo>
                  <a:lnTo>
                    <a:pt x="2013635" y="2077093"/>
                  </a:lnTo>
                  <a:lnTo>
                    <a:pt x="1998970" y="2081743"/>
                  </a:lnTo>
                  <a:lnTo>
                    <a:pt x="1976459" y="2097387"/>
                  </a:lnTo>
                  <a:lnTo>
                    <a:pt x="1969729" y="2104244"/>
                  </a:lnTo>
                  <a:lnTo>
                    <a:pt x="1951135" y="2130755"/>
                  </a:lnTo>
                  <a:lnTo>
                    <a:pt x="1946388" y="2147721"/>
                  </a:lnTo>
                  <a:lnTo>
                    <a:pt x="1942583" y="2140587"/>
                  </a:lnTo>
                  <a:lnTo>
                    <a:pt x="1943525" y="2135236"/>
                  </a:lnTo>
                  <a:lnTo>
                    <a:pt x="1943600" y="2130863"/>
                  </a:lnTo>
                  <a:lnTo>
                    <a:pt x="1938916" y="2140244"/>
                  </a:lnTo>
                  <a:lnTo>
                    <a:pt x="1943363" y="2153907"/>
                  </a:lnTo>
                  <a:lnTo>
                    <a:pt x="1939371" y="2159125"/>
                  </a:lnTo>
                  <a:lnTo>
                    <a:pt x="1927090" y="2168865"/>
                  </a:lnTo>
                  <a:lnTo>
                    <a:pt x="1920368" y="2170463"/>
                  </a:lnTo>
                  <a:lnTo>
                    <a:pt x="1912821" y="2173233"/>
                  </a:lnTo>
                  <a:lnTo>
                    <a:pt x="1910446" y="2182840"/>
                  </a:lnTo>
                  <a:lnTo>
                    <a:pt x="1900199" y="2191699"/>
                  </a:lnTo>
                  <a:lnTo>
                    <a:pt x="1894227" y="2195622"/>
                  </a:lnTo>
                  <a:lnTo>
                    <a:pt x="1883292" y="2193246"/>
                  </a:lnTo>
                  <a:lnTo>
                    <a:pt x="1886659" y="2201777"/>
                  </a:lnTo>
                  <a:lnTo>
                    <a:pt x="1882642" y="2208235"/>
                  </a:lnTo>
                  <a:lnTo>
                    <a:pt x="1875725" y="2213187"/>
                  </a:lnTo>
                  <a:lnTo>
                    <a:pt x="1867123" y="2216418"/>
                  </a:lnTo>
                  <a:lnTo>
                    <a:pt x="1862194" y="2216024"/>
                  </a:lnTo>
                  <a:lnTo>
                    <a:pt x="1857981" y="2217739"/>
                  </a:lnTo>
                  <a:lnTo>
                    <a:pt x="1854680" y="2221846"/>
                  </a:lnTo>
                  <a:lnTo>
                    <a:pt x="1846616" y="2225687"/>
                  </a:lnTo>
                  <a:lnTo>
                    <a:pt x="1838240" y="2223526"/>
                  </a:lnTo>
                  <a:lnTo>
                    <a:pt x="1828747" y="2222230"/>
                  </a:lnTo>
                  <a:lnTo>
                    <a:pt x="1823459" y="2224535"/>
                  </a:lnTo>
                  <a:lnTo>
                    <a:pt x="1832348" y="2228345"/>
                  </a:lnTo>
                  <a:lnTo>
                    <a:pt x="1837107" y="2233865"/>
                  </a:lnTo>
                  <a:lnTo>
                    <a:pt x="1836128" y="2241306"/>
                  </a:lnTo>
                  <a:lnTo>
                    <a:pt x="1833748" y="2244178"/>
                  </a:lnTo>
                  <a:lnTo>
                    <a:pt x="1828139" y="2248070"/>
                  </a:lnTo>
                  <a:lnTo>
                    <a:pt x="1825676" y="2247492"/>
                  </a:lnTo>
                  <a:lnTo>
                    <a:pt x="1824172" y="2243984"/>
                  </a:lnTo>
                  <a:lnTo>
                    <a:pt x="1822347" y="2236676"/>
                  </a:lnTo>
                  <a:lnTo>
                    <a:pt x="1819738" y="2238233"/>
                  </a:lnTo>
                  <a:lnTo>
                    <a:pt x="1819288" y="2241638"/>
                  </a:lnTo>
                  <a:lnTo>
                    <a:pt x="1817046" y="2242852"/>
                  </a:lnTo>
                  <a:lnTo>
                    <a:pt x="1809091" y="2231212"/>
                  </a:lnTo>
                  <a:lnTo>
                    <a:pt x="1809487" y="2240092"/>
                  </a:lnTo>
                  <a:lnTo>
                    <a:pt x="1812266" y="2246913"/>
                  </a:lnTo>
                  <a:lnTo>
                    <a:pt x="1814954" y="2250375"/>
                  </a:lnTo>
                  <a:lnTo>
                    <a:pt x="1817667" y="2252413"/>
                  </a:lnTo>
                  <a:lnTo>
                    <a:pt x="1818334" y="2255578"/>
                  </a:lnTo>
                  <a:lnTo>
                    <a:pt x="1812891" y="2263290"/>
                  </a:lnTo>
                  <a:lnTo>
                    <a:pt x="1810091" y="2265005"/>
                  </a:lnTo>
                  <a:lnTo>
                    <a:pt x="1805107" y="2266255"/>
                  </a:lnTo>
                  <a:lnTo>
                    <a:pt x="1802302" y="2271007"/>
                  </a:lnTo>
                  <a:lnTo>
                    <a:pt x="1803132" y="2275099"/>
                  </a:lnTo>
                  <a:lnTo>
                    <a:pt x="1798773" y="2283978"/>
                  </a:lnTo>
                  <a:lnTo>
                    <a:pt x="1788350" y="2289524"/>
                  </a:lnTo>
                  <a:lnTo>
                    <a:pt x="1785167" y="2289309"/>
                  </a:lnTo>
                  <a:lnTo>
                    <a:pt x="1782570" y="2290932"/>
                  </a:lnTo>
                  <a:lnTo>
                    <a:pt x="1784087" y="2294886"/>
                  </a:lnTo>
                  <a:lnTo>
                    <a:pt x="1786688" y="2297764"/>
                  </a:lnTo>
                  <a:lnTo>
                    <a:pt x="1786596" y="2300437"/>
                  </a:lnTo>
                  <a:lnTo>
                    <a:pt x="1783841" y="2304068"/>
                  </a:lnTo>
                  <a:lnTo>
                    <a:pt x="1778403" y="2305081"/>
                  </a:lnTo>
                  <a:lnTo>
                    <a:pt x="1775349" y="2309224"/>
                  </a:lnTo>
                  <a:lnTo>
                    <a:pt x="1776315" y="2313132"/>
                  </a:lnTo>
                  <a:lnTo>
                    <a:pt x="1778112" y="2315313"/>
                  </a:lnTo>
                  <a:lnTo>
                    <a:pt x="1777736" y="2319072"/>
                  </a:lnTo>
                  <a:lnTo>
                    <a:pt x="1771552" y="2322846"/>
                  </a:lnTo>
                  <a:lnTo>
                    <a:pt x="1770102" y="2326559"/>
                  </a:lnTo>
                  <a:lnTo>
                    <a:pt x="1773173" y="2327654"/>
                  </a:lnTo>
                  <a:lnTo>
                    <a:pt x="1775536" y="2326559"/>
                  </a:lnTo>
                  <a:lnTo>
                    <a:pt x="1777266" y="2327357"/>
                  </a:lnTo>
                  <a:lnTo>
                    <a:pt x="1773557" y="2333564"/>
                  </a:lnTo>
                  <a:lnTo>
                    <a:pt x="1770227" y="2337348"/>
                  </a:lnTo>
                  <a:lnTo>
                    <a:pt x="1767064" y="2344149"/>
                  </a:lnTo>
                  <a:lnTo>
                    <a:pt x="1759726" y="2346028"/>
                  </a:lnTo>
                  <a:lnTo>
                    <a:pt x="1760001" y="2348225"/>
                  </a:lnTo>
                  <a:lnTo>
                    <a:pt x="1764147" y="2350171"/>
                  </a:lnTo>
                  <a:lnTo>
                    <a:pt x="1767618" y="2355400"/>
                  </a:lnTo>
                  <a:lnTo>
                    <a:pt x="1761097" y="2365053"/>
                  </a:lnTo>
                  <a:lnTo>
                    <a:pt x="1757025" y="2364259"/>
                  </a:lnTo>
                  <a:lnTo>
                    <a:pt x="1754538" y="2362134"/>
                  </a:lnTo>
                  <a:lnTo>
                    <a:pt x="1752950" y="2369754"/>
                  </a:lnTo>
                  <a:lnTo>
                    <a:pt x="1753558" y="2373820"/>
                  </a:lnTo>
                  <a:lnTo>
                    <a:pt x="1752008" y="2382131"/>
                  </a:lnTo>
                  <a:lnTo>
                    <a:pt x="1749516" y="2392122"/>
                  </a:lnTo>
                  <a:lnTo>
                    <a:pt x="1747824" y="2396224"/>
                  </a:lnTo>
                  <a:lnTo>
                    <a:pt x="1748183" y="2403864"/>
                  </a:lnTo>
                  <a:lnTo>
                    <a:pt x="1749229" y="2411243"/>
                  </a:lnTo>
                  <a:lnTo>
                    <a:pt x="1753221" y="2420753"/>
                  </a:lnTo>
                  <a:lnTo>
                    <a:pt x="1759317" y="2459641"/>
                  </a:lnTo>
                  <a:lnTo>
                    <a:pt x="1763468" y="2473145"/>
                  </a:lnTo>
                  <a:lnTo>
                    <a:pt x="1770944" y="2509580"/>
                  </a:lnTo>
                  <a:lnTo>
                    <a:pt x="1783316" y="2544904"/>
                  </a:lnTo>
                  <a:lnTo>
                    <a:pt x="1800773" y="2587602"/>
                  </a:lnTo>
                  <a:lnTo>
                    <a:pt x="1829423" y="2639354"/>
                  </a:lnTo>
                  <a:lnTo>
                    <a:pt x="1832852" y="2646729"/>
                  </a:lnTo>
                  <a:lnTo>
                    <a:pt x="1829122" y="2652981"/>
                  </a:lnTo>
                  <a:lnTo>
                    <a:pt x="1827985" y="2659459"/>
                  </a:lnTo>
                  <a:lnTo>
                    <a:pt x="1827660" y="2669225"/>
                  </a:lnTo>
                  <a:lnTo>
                    <a:pt x="1828693" y="2678739"/>
                  </a:lnTo>
                  <a:lnTo>
                    <a:pt x="1832081" y="2690359"/>
                  </a:lnTo>
                  <a:lnTo>
                    <a:pt x="1838590" y="2708123"/>
                  </a:lnTo>
                  <a:lnTo>
                    <a:pt x="1834948" y="2704580"/>
                  </a:lnTo>
                  <a:lnTo>
                    <a:pt x="1825522" y="2679082"/>
                  </a:lnTo>
                  <a:lnTo>
                    <a:pt x="1824426" y="2664109"/>
                  </a:lnTo>
                  <a:lnTo>
                    <a:pt x="1825785" y="2642867"/>
                  </a:lnTo>
                  <a:lnTo>
                    <a:pt x="1823572" y="2643379"/>
                  </a:lnTo>
                  <a:lnTo>
                    <a:pt x="1821776" y="2650282"/>
                  </a:lnTo>
                  <a:lnTo>
                    <a:pt x="1820788" y="2658389"/>
                  </a:lnTo>
                  <a:lnTo>
                    <a:pt x="1818396" y="2661528"/>
                  </a:lnTo>
                  <a:lnTo>
                    <a:pt x="1815133" y="2649161"/>
                  </a:lnTo>
                  <a:lnTo>
                    <a:pt x="1815362" y="2643569"/>
                  </a:lnTo>
                  <a:lnTo>
                    <a:pt x="1818825" y="2637035"/>
                  </a:lnTo>
                  <a:lnTo>
                    <a:pt x="1817821" y="2634684"/>
                  </a:lnTo>
                  <a:lnTo>
                    <a:pt x="1812216" y="2631340"/>
                  </a:lnTo>
                  <a:lnTo>
                    <a:pt x="1811024" y="2626081"/>
                  </a:lnTo>
                  <a:lnTo>
                    <a:pt x="1811783" y="2620888"/>
                  </a:lnTo>
                  <a:lnTo>
                    <a:pt x="1808566" y="2618113"/>
                  </a:lnTo>
                  <a:lnTo>
                    <a:pt x="1806049" y="2618246"/>
                  </a:lnTo>
                  <a:lnTo>
                    <a:pt x="1807736" y="2631048"/>
                  </a:lnTo>
                  <a:lnTo>
                    <a:pt x="1810399" y="2638909"/>
                  </a:lnTo>
                  <a:lnTo>
                    <a:pt x="1813691" y="2657749"/>
                  </a:lnTo>
                  <a:lnTo>
                    <a:pt x="1819004" y="2669163"/>
                  </a:lnTo>
                  <a:lnTo>
                    <a:pt x="1822101" y="2678734"/>
                  </a:lnTo>
                  <a:lnTo>
                    <a:pt x="1858285" y="2780871"/>
                  </a:lnTo>
                  <a:lnTo>
                    <a:pt x="1866848" y="2793878"/>
                  </a:lnTo>
                  <a:lnTo>
                    <a:pt x="1870015" y="2803219"/>
                  </a:lnTo>
                  <a:lnTo>
                    <a:pt x="1873312" y="2822750"/>
                  </a:lnTo>
                  <a:lnTo>
                    <a:pt x="1874058" y="2847827"/>
                  </a:lnTo>
                  <a:lnTo>
                    <a:pt x="1868144" y="2893659"/>
                  </a:lnTo>
                  <a:lnTo>
                    <a:pt x="1866798" y="2924922"/>
                  </a:lnTo>
                  <a:lnTo>
                    <a:pt x="1865952" y="2923965"/>
                  </a:lnTo>
                  <a:lnTo>
                    <a:pt x="1865386" y="2920672"/>
                  </a:lnTo>
                  <a:lnTo>
                    <a:pt x="1864019" y="2920221"/>
                  </a:lnTo>
                  <a:lnTo>
                    <a:pt x="1858885" y="2934544"/>
                  </a:lnTo>
                  <a:lnTo>
                    <a:pt x="1851909" y="2947465"/>
                  </a:lnTo>
                  <a:lnTo>
                    <a:pt x="1849613" y="2967544"/>
                  </a:lnTo>
                  <a:lnTo>
                    <a:pt x="1846266" y="2977596"/>
                  </a:lnTo>
                  <a:lnTo>
                    <a:pt x="1836219" y="2988232"/>
                  </a:lnTo>
                  <a:lnTo>
                    <a:pt x="1829993" y="2987961"/>
                  </a:lnTo>
                  <a:lnTo>
                    <a:pt x="1814725" y="2995939"/>
                  </a:lnTo>
                  <a:lnTo>
                    <a:pt x="1803998" y="2993860"/>
                  </a:lnTo>
                  <a:lnTo>
                    <a:pt x="1791217" y="2998361"/>
                  </a:lnTo>
                  <a:lnTo>
                    <a:pt x="1782808" y="2997859"/>
                  </a:lnTo>
                  <a:lnTo>
                    <a:pt x="1777953" y="2988370"/>
                  </a:lnTo>
                  <a:lnTo>
                    <a:pt x="1778695" y="2984125"/>
                  </a:lnTo>
                  <a:lnTo>
                    <a:pt x="1780629" y="2979859"/>
                  </a:lnTo>
                  <a:lnTo>
                    <a:pt x="1783904" y="2978866"/>
                  </a:lnTo>
                  <a:lnTo>
                    <a:pt x="1795193" y="2988811"/>
                  </a:lnTo>
                  <a:lnTo>
                    <a:pt x="1797322" y="2984627"/>
                  </a:lnTo>
                  <a:lnTo>
                    <a:pt x="1793914" y="2979650"/>
                  </a:lnTo>
                  <a:lnTo>
                    <a:pt x="1787388" y="2976874"/>
                  </a:lnTo>
                  <a:lnTo>
                    <a:pt x="1782566" y="2973822"/>
                  </a:lnTo>
                  <a:lnTo>
                    <a:pt x="1772852" y="2951152"/>
                  </a:lnTo>
                  <a:lnTo>
                    <a:pt x="1762789" y="2935584"/>
                  </a:lnTo>
                  <a:lnTo>
                    <a:pt x="1761093" y="2925178"/>
                  </a:lnTo>
                  <a:lnTo>
                    <a:pt x="1743740" y="2918834"/>
                  </a:lnTo>
                  <a:lnTo>
                    <a:pt x="1731176" y="2909227"/>
                  </a:lnTo>
                  <a:lnTo>
                    <a:pt x="1722983" y="2892138"/>
                  </a:lnTo>
                  <a:lnTo>
                    <a:pt x="1718283" y="2861838"/>
                  </a:lnTo>
                  <a:lnTo>
                    <a:pt x="1712740" y="2858432"/>
                  </a:lnTo>
                  <a:lnTo>
                    <a:pt x="1710398" y="2856077"/>
                  </a:lnTo>
                  <a:lnTo>
                    <a:pt x="1715812" y="2844831"/>
                  </a:lnTo>
                  <a:lnTo>
                    <a:pt x="1721516" y="2835404"/>
                  </a:lnTo>
                  <a:lnTo>
                    <a:pt x="1717003" y="2837749"/>
                  </a:lnTo>
                  <a:lnTo>
                    <a:pt x="1713674" y="2841236"/>
                  </a:lnTo>
                  <a:lnTo>
                    <a:pt x="1709440" y="2849563"/>
                  </a:lnTo>
                  <a:lnTo>
                    <a:pt x="1706348" y="2850843"/>
                  </a:lnTo>
                  <a:lnTo>
                    <a:pt x="1703514" y="2849563"/>
                  </a:lnTo>
                  <a:lnTo>
                    <a:pt x="1700247" y="2833591"/>
                  </a:lnTo>
                  <a:lnTo>
                    <a:pt x="1701180" y="2813957"/>
                  </a:lnTo>
                  <a:lnTo>
                    <a:pt x="1705760" y="2806614"/>
                  </a:lnTo>
                  <a:lnTo>
                    <a:pt x="1698726" y="2806419"/>
                  </a:lnTo>
                  <a:lnTo>
                    <a:pt x="1691437" y="2809215"/>
                  </a:lnTo>
                  <a:lnTo>
                    <a:pt x="1692504" y="2815760"/>
                  </a:lnTo>
                  <a:lnTo>
                    <a:pt x="1691475" y="2819355"/>
                  </a:lnTo>
                  <a:lnTo>
                    <a:pt x="1686166" y="2818433"/>
                  </a:lnTo>
                  <a:lnTo>
                    <a:pt x="1682140" y="2816134"/>
                  </a:lnTo>
                  <a:lnTo>
                    <a:pt x="1676677" y="2809323"/>
                  </a:lnTo>
                  <a:lnTo>
                    <a:pt x="1669226" y="2796326"/>
                  </a:lnTo>
                  <a:lnTo>
                    <a:pt x="1653941" y="2760520"/>
                  </a:lnTo>
                  <a:lnTo>
                    <a:pt x="1650961" y="2755471"/>
                  </a:lnTo>
                  <a:lnTo>
                    <a:pt x="1645906" y="2750186"/>
                  </a:lnTo>
                  <a:lnTo>
                    <a:pt x="1648286" y="2748543"/>
                  </a:lnTo>
                  <a:lnTo>
                    <a:pt x="1652628" y="2747570"/>
                  </a:lnTo>
                  <a:lnTo>
                    <a:pt x="1662442" y="2731449"/>
                  </a:lnTo>
                  <a:lnTo>
                    <a:pt x="1670151" y="2721709"/>
                  </a:lnTo>
                  <a:lnTo>
                    <a:pt x="1672710" y="2714970"/>
                  </a:lnTo>
                  <a:lnTo>
                    <a:pt x="1672264" y="2712087"/>
                  </a:lnTo>
                  <a:lnTo>
                    <a:pt x="1668855" y="2707898"/>
                  </a:lnTo>
                  <a:lnTo>
                    <a:pt x="1664380" y="2711559"/>
                  </a:lnTo>
                  <a:lnTo>
                    <a:pt x="1662463" y="2710515"/>
                  </a:lnTo>
                  <a:lnTo>
                    <a:pt x="1657429" y="2702065"/>
                  </a:lnTo>
                  <a:lnTo>
                    <a:pt x="1652620" y="2699679"/>
                  </a:lnTo>
                  <a:lnTo>
                    <a:pt x="1649269" y="2701507"/>
                  </a:lnTo>
                  <a:lnTo>
                    <a:pt x="1652803" y="2708430"/>
                  </a:lnTo>
                  <a:lnTo>
                    <a:pt x="1655979" y="2711001"/>
                  </a:lnTo>
                  <a:lnTo>
                    <a:pt x="1654749" y="2721069"/>
                  </a:lnTo>
                  <a:lnTo>
                    <a:pt x="1653466" y="2724346"/>
                  </a:lnTo>
                  <a:lnTo>
                    <a:pt x="1650490" y="2727240"/>
                  </a:lnTo>
                  <a:lnTo>
                    <a:pt x="1645844" y="2725698"/>
                  </a:lnTo>
                  <a:lnTo>
                    <a:pt x="1643494" y="2728187"/>
                  </a:lnTo>
                  <a:lnTo>
                    <a:pt x="1640727" y="2725565"/>
                  </a:lnTo>
                  <a:lnTo>
                    <a:pt x="1637972" y="2721141"/>
                  </a:lnTo>
                  <a:lnTo>
                    <a:pt x="1634905" y="2713859"/>
                  </a:lnTo>
                  <a:lnTo>
                    <a:pt x="1643010" y="2672871"/>
                  </a:lnTo>
                  <a:lnTo>
                    <a:pt x="1650511" y="2646754"/>
                  </a:lnTo>
                  <a:lnTo>
                    <a:pt x="1651370" y="2616961"/>
                  </a:lnTo>
                  <a:lnTo>
                    <a:pt x="1651928" y="2612546"/>
                  </a:lnTo>
                  <a:lnTo>
                    <a:pt x="1651295" y="2604629"/>
                  </a:lnTo>
                  <a:lnTo>
                    <a:pt x="1641235" y="2587423"/>
                  </a:lnTo>
                  <a:lnTo>
                    <a:pt x="1596758" y="2545437"/>
                  </a:lnTo>
                  <a:lnTo>
                    <a:pt x="1562287" y="2495718"/>
                  </a:lnTo>
                  <a:lnTo>
                    <a:pt x="1532429" y="2477067"/>
                  </a:lnTo>
                  <a:lnTo>
                    <a:pt x="1509776" y="2481164"/>
                  </a:lnTo>
                  <a:lnTo>
                    <a:pt x="1505854" y="2484913"/>
                  </a:lnTo>
                  <a:lnTo>
                    <a:pt x="1504171" y="2489813"/>
                  </a:lnTo>
                  <a:lnTo>
                    <a:pt x="1505592" y="2495359"/>
                  </a:lnTo>
                  <a:lnTo>
                    <a:pt x="1503533" y="2497669"/>
                  </a:lnTo>
                  <a:lnTo>
                    <a:pt x="1497453" y="2497377"/>
                  </a:lnTo>
                  <a:lnTo>
                    <a:pt x="1489265" y="2498667"/>
                  </a:lnTo>
                  <a:lnTo>
                    <a:pt x="1467883" y="2511757"/>
                  </a:lnTo>
                  <a:lnTo>
                    <a:pt x="1460340" y="2511275"/>
                  </a:lnTo>
                  <a:lnTo>
                    <a:pt x="1453489" y="2514665"/>
                  </a:lnTo>
                  <a:lnTo>
                    <a:pt x="1448359" y="2517205"/>
                  </a:lnTo>
                  <a:lnTo>
                    <a:pt x="1434982" y="2518588"/>
                  </a:lnTo>
                  <a:lnTo>
                    <a:pt x="1423639" y="2521491"/>
                  </a:lnTo>
                  <a:lnTo>
                    <a:pt x="1418739" y="2519919"/>
                  </a:lnTo>
                  <a:lnTo>
                    <a:pt x="1415542" y="2512330"/>
                  </a:lnTo>
                  <a:lnTo>
                    <a:pt x="1415542" y="2504475"/>
                  </a:lnTo>
                  <a:lnTo>
                    <a:pt x="1418134" y="2510497"/>
                  </a:lnTo>
                  <a:lnTo>
                    <a:pt x="1422147" y="2515208"/>
                  </a:lnTo>
                  <a:lnTo>
                    <a:pt x="1423985" y="2513324"/>
                  </a:lnTo>
                  <a:lnTo>
                    <a:pt x="1424673" y="2509155"/>
                  </a:lnTo>
                  <a:lnTo>
                    <a:pt x="1420681" y="2500987"/>
                  </a:lnTo>
                  <a:lnTo>
                    <a:pt x="1407820" y="2490494"/>
                  </a:lnTo>
                  <a:lnTo>
                    <a:pt x="1393185" y="2475168"/>
                  </a:lnTo>
                  <a:lnTo>
                    <a:pt x="1397648" y="2475675"/>
                  </a:lnTo>
                  <a:lnTo>
                    <a:pt x="1398778" y="2472392"/>
                  </a:lnTo>
                  <a:lnTo>
                    <a:pt x="1394240" y="2468085"/>
                  </a:lnTo>
                  <a:lnTo>
                    <a:pt x="1396156" y="2463108"/>
                  </a:lnTo>
                  <a:lnTo>
                    <a:pt x="1399353" y="2457879"/>
                  </a:lnTo>
                  <a:lnTo>
                    <a:pt x="1393177" y="2458663"/>
                  </a:lnTo>
                  <a:lnTo>
                    <a:pt x="1387634" y="2462324"/>
                  </a:lnTo>
                  <a:lnTo>
                    <a:pt x="1387451" y="2466846"/>
                  </a:lnTo>
                  <a:lnTo>
                    <a:pt x="1386355" y="2470441"/>
                  </a:lnTo>
                  <a:lnTo>
                    <a:pt x="1383371" y="2469919"/>
                  </a:lnTo>
                  <a:lnTo>
                    <a:pt x="1377833" y="2465469"/>
                  </a:lnTo>
                  <a:lnTo>
                    <a:pt x="1350567" y="2453081"/>
                  </a:lnTo>
                  <a:lnTo>
                    <a:pt x="1326731" y="2446096"/>
                  </a:lnTo>
                  <a:lnTo>
                    <a:pt x="1345025" y="2442952"/>
                  </a:lnTo>
                  <a:lnTo>
                    <a:pt x="1354947" y="2445395"/>
                  </a:lnTo>
                  <a:lnTo>
                    <a:pt x="1353763" y="2441646"/>
                  </a:lnTo>
                  <a:lnTo>
                    <a:pt x="1351375" y="2439265"/>
                  </a:lnTo>
                  <a:lnTo>
                    <a:pt x="1343549" y="2436249"/>
                  </a:lnTo>
                  <a:lnTo>
                    <a:pt x="1333581" y="2437396"/>
                  </a:lnTo>
                  <a:lnTo>
                    <a:pt x="1327285" y="2435977"/>
                  </a:lnTo>
                  <a:lnTo>
                    <a:pt x="1320846" y="2438968"/>
                  </a:lnTo>
                  <a:lnTo>
                    <a:pt x="1313791" y="2443413"/>
                  </a:lnTo>
                  <a:lnTo>
                    <a:pt x="1307511" y="2445702"/>
                  </a:lnTo>
                  <a:lnTo>
                    <a:pt x="1282933" y="2448902"/>
                  </a:lnTo>
                  <a:lnTo>
                    <a:pt x="1263001" y="2452374"/>
                  </a:lnTo>
                  <a:lnTo>
                    <a:pt x="1266197" y="2448708"/>
                  </a:lnTo>
                  <a:lnTo>
                    <a:pt x="1269606" y="2446352"/>
                  </a:lnTo>
                  <a:lnTo>
                    <a:pt x="1281383" y="2442768"/>
                  </a:lnTo>
                  <a:lnTo>
                    <a:pt x="1283146" y="2435317"/>
                  </a:lnTo>
                  <a:lnTo>
                    <a:pt x="1280379" y="2428142"/>
                  </a:lnTo>
                  <a:lnTo>
                    <a:pt x="1277278" y="2429863"/>
                  </a:lnTo>
                  <a:lnTo>
                    <a:pt x="1274023" y="2435470"/>
                  </a:lnTo>
                  <a:lnTo>
                    <a:pt x="1270031" y="2431430"/>
                  </a:lnTo>
                  <a:lnTo>
                    <a:pt x="1265610" y="2431450"/>
                  </a:lnTo>
                  <a:lnTo>
                    <a:pt x="1264410" y="2440371"/>
                  </a:lnTo>
                  <a:lnTo>
                    <a:pt x="1258742" y="2446352"/>
                  </a:lnTo>
                  <a:lnTo>
                    <a:pt x="1256184" y="2452374"/>
                  </a:lnTo>
                  <a:lnTo>
                    <a:pt x="1239565" y="2457091"/>
                  </a:lnTo>
                  <a:lnTo>
                    <a:pt x="1237435" y="2455519"/>
                  </a:lnTo>
                  <a:lnTo>
                    <a:pt x="1242298" y="2449799"/>
                  </a:lnTo>
                  <a:lnTo>
                    <a:pt x="1241911" y="2446618"/>
                  </a:lnTo>
                  <a:lnTo>
                    <a:pt x="1236364" y="2449348"/>
                  </a:lnTo>
                  <a:lnTo>
                    <a:pt x="1227063" y="2460189"/>
                  </a:lnTo>
                  <a:lnTo>
                    <a:pt x="1194317" y="2463738"/>
                  </a:lnTo>
                  <a:lnTo>
                    <a:pt x="1196105" y="2461275"/>
                  </a:lnTo>
                  <a:lnTo>
                    <a:pt x="1203018" y="2460783"/>
                  </a:lnTo>
                  <a:lnTo>
                    <a:pt x="1212724" y="2457352"/>
                  </a:lnTo>
                  <a:lnTo>
                    <a:pt x="1210761" y="2451576"/>
                  </a:lnTo>
                  <a:lnTo>
                    <a:pt x="1207019" y="2445226"/>
                  </a:lnTo>
                  <a:lnTo>
                    <a:pt x="1203564" y="2444519"/>
                  </a:lnTo>
                  <a:lnTo>
                    <a:pt x="1201285" y="2440796"/>
                  </a:lnTo>
                  <a:lnTo>
                    <a:pt x="1201397" y="2429064"/>
                  </a:lnTo>
                  <a:lnTo>
                    <a:pt x="1199189" y="2422207"/>
                  </a:lnTo>
                  <a:lnTo>
                    <a:pt x="1193859" y="2415150"/>
                  </a:lnTo>
                  <a:lnTo>
                    <a:pt x="1192058" y="2416508"/>
                  </a:lnTo>
                  <a:lnTo>
                    <a:pt x="1188137" y="2428572"/>
                  </a:lnTo>
                  <a:lnTo>
                    <a:pt x="1184878" y="2444396"/>
                  </a:lnTo>
                  <a:lnTo>
                    <a:pt x="1183266" y="2449507"/>
                  </a:lnTo>
                  <a:lnTo>
                    <a:pt x="1173556" y="2449865"/>
                  </a:lnTo>
                  <a:lnTo>
                    <a:pt x="1164963" y="2448785"/>
                  </a:lnTo>
                  <a:lnTo>
                    <a:pt x="1135759" y="2450684"/>
                  </a:lnTo>
                  <a:lnTo>
                    <a:pt x="1124849" y="2445323"/>
                  </a:lnTo>
                  <a:lnTo>
                    <a:pt x="1120324" y="2444294"/>
                  </a:lnTo>
                  <a:lnTo>
                    <a:pt x="1117569" y="2444416"/>
                  </a:lnTo>
                  <a:lnTo>
                    <a:pt x="1104868" y="2449333"/>
                  </a:lnTo>
                  <a:lnTo>
                    <a:pt x="1090395" y="2453096"/>
                  </a:lnTo>
                  <a:lnTo>
                    <a:pt x="1086986" y="2451914"/>
                  </a:lnTo>
                  <a:lnTo>
                    <a:pt x="1082123" y="2451739"/>
                  </a:lnTo>
                  <a:lnTo>
                    <a:pt x="1071630" y="2464552"/>
                  </a:lnTo>
                  <a:lnTo>
                    <a:pt x="1059257" y="2470549"/>
                  </a:lnTo>
                  <a:lnTo>
                    <a:pt x="1028041" y="2459769"/>
                  </a:lnTo>
                  <a:lnTo>
                    <a:pt x="1020277" y="2451099"/>
                  </a:lnTo>
                  <a:lnTo>
                    <a:pt x="1013385" y="2449246"/>
                  </a:lnTo>
                  <a:lnTo>
                    <a:pt x="1004908" y="2448175"/>
                  </a:lnTo>
                  <a:lnTo>
                    <a:pt x="995803" y="2458842"/>
                  </a:lnTo>
                  <a:lnTo>
                    <a:pt x="988885" y="2473237"/>
                  </a:lnTo>
                  <a:lnTo>
                    <a:pt x="999816" y="2481128"/>
                  </a:lnTo>
                  <a:lnTo>
                    <a:pt x="1009172" y="2484902"/>
                  </a:lnTo>
                  <a:lnTo>
                    <a:pt x="1024632" y="2481738"/>
                  </a:lnTo>
                  <a:lnTo>
                    <a:pt x="1033179" y="2474753"/>
                  </a:lnTo>
                  <a:lnTo>
                    <a:pt x="1040159" y="2474983"/>
                  </a:lnTo>
                  <a:lnTo>
                    <a:pt x="1043497" y="2473565"/>
                  </a:lnTo>
                  <a:lnTo>
                    <a:pt x="1046543" y="2469919"/>
                  </a:lnTo>
                  <a:lnTo>
                    <a:pt x="1052511" y="2472797"/>
                  </a:lnTo>
                  <a:lnTo>
                    <a:pt x="1052723" y="2475680"/>
                  </a:lnTo>
                  <a:lnTo>
                    <a:pt x="1048485" y="2479741"/>
                  </a:lnTo>
                  <a:lnTo>
                    <a:pt x="1043147" y="2483161"/>
                  </a:lnTo>
                  <a:lnTo>
                    <a:pt x="1039909" y="2487192"/>
                  </a:lnTo>
                  <a:lnTo>
                    <a:pt x="1046001" y="2495313"/>
                  </a:lnTo>
                  <a:lnTo>
                    <a:pt x="1055569" y="2498043"/>
                  </a:lnTo>
                  <a:lnTo>
                    <a:pt x="1059170" y="2496865"/>
                  </a:lnTo>
                  <a:lnTo>
                    <a:pt x="1061399" y="2487734"/>
                  </a:lnTo>
                  <a:lnTo>
                    <a:pt x="1067283" y="2481856"/>
                  </a:lnTo>
                  <a:lnTo>
                    <a:pt x="1075280" y="2483126"/>
                  </a:lnTo>
                  <a:lnTo>
                    <a:pt x="1074143" y="2486813"/>
                  </a:lnTo>
                  <a:lnTo>
                    <a:pt x="1075264" y="2490295"/>
                  </a:lnTo>
                  <a:lnTo>
                    <a:pt x="1078939" y="2496240"/>
                  </a:lnTo>
                  <a:lnTo>
                    <a:pt x="1078518" y="2504756"/>
                  </a:lnTo>
                  <a:lnTo>
                    <a:pt x="1079231" y="2506810"/>
                  </a:lnTo>
                  <a:lnTo>
                    <a:pt x="1070613" y="2510568"/>
                  </a:lnTo>
                  <a:lnTo>
                    <a:pt x="1064191" y="2511844"/>
                  </a:lnTo>
                  <a:lnTo>
                    <a:pt x="1059053" y="2516765"/>
                  </a:lnTo>
                  <a:lnTo>
                    <a:pt x="1061745" y="2519622"/>
                  </a:lnTo>
                  <a:lnTo>
                    <a:pt x="1056511" y="2522132"/>
                  </a:lnTo>
                  <a:lnTo>
                    <a:pt x="1052973" y="2521128"/>
                  </a:lnTo>
                  <a:lnTo>
                    <a:pt x="1051194" y="2522055"/>
                  </a:lnTo>
                  <a:lnTo>
                    <a:pt x="1050660" y="2525076"/>
                  </a:lnTo>
                  <a:lnTo>
                    <a:pt x="1047956" y="2527882"/>
                  </a:lnTo>
                  <a:lnTo>
                    <a:pt x="1051890" y="2536337"/>
                  </a:lnTo>
                  <a:lnTo>
                    <a:pt x="1059953" y="2541857"/>
                  </a:lnTo>
                  <a:lnTo>
                    <a:pt x="1065642" y="2548776"/>
                  </a:lnTo>
                  <a:lnTo>
                    <a:pt x="1088511" y="2557886"/>
                  </a:lnTo>
                  <a:lnTo>
                    <a:pt x="1094054" y="2557625"/>
                  </a:lnTo>
                  <a:lnTo>
                    <a:pt x="1099509" y="2566796"/>
                  </a:lnTo>
                  <a:lnTo>
                    <a:pt x="1103905" y="2569951"/>
                  </a:lnTo>
                  <a:lnTo>
                    <a:pt x="1108139" y="2571553"/>
                  </a:lnTo>
                  <a:lnTo>
                    <a:pt x="1107655" y="2577862"/>
                  </a:lnTo>
                  <a:lnTo>
                    <a:pt x="1100134" y="2582482"/>
                  </a:lnTo>
                  <a:lnTo>
                    <a:pt x="1098100" y="2587992"/>
                  </a:lnTo>
                  <a:lnTo>
                    <a:pt x="1096208" y="2591090"/>
                  </a:lnTo>
                  <a:lnTo>
                    <a:pt x="1092816" y="2587167"/>
                  </a:lnTo>
                  <a:lnTo>
                    <a:pt x="1089332" y="2584325"/>
                  </a:lnTo>
                  <a:lnTo>
                    <a:pt x="1081269" y="2592969"/>
                  </a:lnTo>
                  <a:lnTo>
                    <a:pt x="1077381" y="2594787"/>
                  </a:lnTo>
                  <a:lnTo>
                    <a:pt x="1079310" y="2585467"/>
                  </a:lnTo>
                  <a:lnTo>
                    <a:pt x="1076264" y="2581816"/>
                  </a:lnTo>
                  <a:lnTo>
                    <a:pt x="1071659" y="2572470"/>
                  </a:lnTo>
                  <a:lnTo>
                    <a:pt x="1064950" y="2566689"/>
                  </a:lnTo>
                  <a:lnTo>
                    <a:pt x="1060224" y="2564773"/>
                  </a:lnTo>
                  <a:lnTo>
                    <a:pt x="1056545" y="2561117"/>
                  </a:lnTo>
                  <a:lnTo>
                    <a:pt x="1052090" y="2559637"/>
                  </a:lnTo>
                  <a:lnTo>
                    <a:pt x="1048289" y="2560016"/>
                  </a:lnTo>
                  <a:lnTo>
                    <a:pt x="1041855" y="2557886"/>
                  </a:lnTo>
                  <a:lnTo>
                    <a:pt x="1041430" y="2552913"/>
                  </a:lnTo>
                  <a:lnTo>
                    <a:pt x="1039646" y="2549190"/>
                  </a:lnTo>
                  <a:lnTo>
                    <a:pt x="1034612" y="2544797"/>
                  </a:lnTo>
                  <a:lnTo>
                    <a:pt x="1010559" y="2536496"/>
                  </a:lnTo>
                  <a:lnTo>
                    <a:pt x="1010413" y="2539932"/>
                  </a:lnTo>
                  <a:lnTo>
                    <a:pt x="1012080" y="2542518"/>
                  </a:lnTo>
                  <a:lnTo>
                    <a:pt x="1015535" y="2544239"/>
                  </a:lnTo>
                  <a:lnTo>
                    <a:pt x="1019669" y="2547588"/>
                  </a:lnTo>
                  <a:lnTo>
                    <a:pt x="1019631" y="2557507"/>
                  </a:lnTo>
                  <a:lnTo>
                    <a:pt x="1017844" y="2561706"/>
                  </a:lnTo>
                  <a:lnTo>
                    <a:pt x="1017077" y="2567687"/>
                  </a:lnTo>
                  <a:lnTo>
                    <a:pt x="1015485" y="2573766"/>
                  </a:lnTo>
                  <a:lnTo>
                    <a:pt x="1012543" y="2578559"/>
                  </a:lnTo>
                  <a:lnTo>
                    <a:pt x="1005975" y="2581826"/>
                  </a:lnTo>
                  <a:lnTo>
                    <a:pt x="1003079" y="2579091"/>
                  </a:lnTo>
                  <a:lnTo>
                    <a:pt x="998395" y="2566002"/>
                  </a:lnTo>
                  <a:lnTo>
                    <a:pt x="991773" y="2561880"/>
                  </a:lnTo>
                  <a:lnTo>
                    <a:pt x="981251" y="2561394"/>
                  </a:lnTo>
                  <a:lnTo>
                    <a:pt x="974104" y="2564353"/>
                  </a:lnTo>
                  <a:lnTo>
                    <a:pt x="966316" y="2577033"/>
                  </a:lnTo>
                  <a:lnTo>
                    <a:pt x="960040" y="2579107"/>
                  </a:lnTo>
                  <a:lnTo>
                    <a:pt x="938558" y="2572537"/>
                  </a:lnTo>
                  <a:lnTo>
                    <a:pt x="914030" y="2562525"/>
                  </a:lnTo>
                  <a:lnTo>
                    <a:pt x="914663" y="2559192"/>
                  </a:lnTo>
                  <a:lnTo>
                    <a:pt x="918522" y="2558121"/>
                  </a:lnTo>
                  <a:lnTo>
                    <a:pt x="925923" y="2559489"/>
                  </a:lnTo>
                  <a:lnTo>
                    <a:pt x="925531" y="2556052"/>
                  </a:lnTo>
                  <a:lnTo>
                    <a:pt x="917968" y="2544868"/>
                  </a:lnTo>
                  <a:lnTo>
                    <a:pt x="916580" y="2539819"/>
                  </a:lnTo>
                  <a:lnTo>
                    <a:pt x="917555" y="2533659"/>
                  </a:lnTo>
                  <a:lnTo>
                    <a:pt x="915088" y="2533797"/>
                  </a:lnTo>
                  <a:lnTo>
                    <a:pt x="910546" y="2538969"/>
                  </a:lnTo>
                  <a:lnTo>
                    <a:pt x="894906" y="2534586"/>
                  </a:lnTo>
                  <a:lnTo>
                    <a:pt x="890589" y="2529347"/>
                  </a:lnTo>
                  <a:lnTo>
                    <a:pt x="881400" y="2514583"/>
                  </a:lnTo>
                  <a:lnTo>
                    <a:pt x="868432" y="2514102"/>
                  </a:lnTo>
                  <a:lnTo>
                    <a:pt x="862564" y="2505151"/>
                  </a:lnTo>
                  <a:lnTo>
                    <a:pt x="851967" y="2508899"/>
                  </a:lnTo>
                  <a:lnTo>
                    <a:pt x="846600" y="2513047"/>
                  </a:lnTo>
                  <a:lnTo>
                    <a:pt x="841883" y="2519474"/>
                  </a:lnTo>
                  <a:lnTo>
                    <a:pt x="843720" y="2522807"/>
                  </a:lnTo>
                  <a:lnTo>
                    <a:pt x="848421" y="2528103"/>
                  </a:lnTo>
                  <a:lnTo>
                    <a:pt x="846275" y="2530658"/>
                  </a:lnTo>
                  <a:lnTo>
                    <a:pt x="831185" y="2534432"/>
                  </a:lnTo>
                  <a:lnTo>
                    <a:pt x="796156" y="2530212"/>
                  </a:lnTo>
                  <a:lnTo>
                    <a:pt x="785913" y="2526269"/>
                  </a:lnTo>
                  <a:lnTo>
                    <a:pt x="772165" y="2517932"/>
                  </a:lnTo>
                  <a:lnTo>
                    <a:pt x="753108" y="2511137"/>
                  </a:lnTo>
                  <a:lnTo>
                    <a:pt x="743932" y="2510041"/>
                  </a:lnTo>
                  <a:lnTo>
                    <a:pt x="734947" y="2511388"/>
                  </a:lnTo>
                  <a:lnTo>
                    <a:pt x="708802" y="2512084"/>
                  </a:lnTo>
                  <a:lnTo>
                    <a:pt x="702735" y="2513892"/>
                  </a:lnTo>
                  <a:lnTo>
                    <a:pt x="697567" y="2516780"/>
                  </a:lnTo>
                  <a:lnTo>
                    <a:pt x="694217" y="2513585"/>
                  </a:lnTo>
                  <a:lnTo>
                    <a:pt x="692667" y="2507880"/>
                  </a:lnTo>
                  <a:lnTo>
                    <a:pt x="695701" y="2506953"/>
                  </a:lnTo>
                  <a:lnTo>
                    <a:pt x="699076" y="2503599"/>
                  </a:lnTo>
                  <a:lnTo>
                    <a:pt x="702122" y="2496967"/>
                  </a:lnTo>
                  <a:lnTo>
                    <a:pt x="702468" y="2492958"/>
                  </a:lnTo>
                  <a:lnTo>
                    <a:pt x="700339" y="2490341"/>
                  </a:lnTo>
                  <a:lnTo>
                    <a:pt x="696288" y="2490080"/>
                  </a:lnTo>
                  <a:lnTo>
                    <a:pt x="687341" y="2507358"/>
                  </a:lnTo>
                  <a:lnTo>
                    <a:pt x="692454" y="2517041"/>
                  </a:lnTo>
                  <a:lnTo>
                    <a:pt x="692104" y="2520534"/>
                  </a:lnTo>
                  <a:lnTo>
                    <a:pt x="674252" y="2522521"/>
                  </a:lnTo>
                  <a:lnTo>
                    <a:pt x="633730" y="2542016"/>
                  </a:lnTo>
                  <a:lnTo>
                    <a:pt x="617928" y="2552529"/>
                  </a:lnTo>
                  <a:lnTo>
                    <a:pt x="618736" y="2548991"/>
                  </a:lnTo>
                  <a:lnTo>
                    <a:pt x="637843" y="2535364"/>
                  </a:lnTo>
                  <a:lnTo>
                    <a:pt x="631096" y="2533280"/>
                  </a:lnTo>
                  <a:lnTo>
                    <a:pt x="620232" y="2536685"/>
                  </a:lnTo>
                  <a:lnTo>
                    <a:pt x="616336" y="2535374"/>
                  </a:lnTo>
                  <a:lnTo>
                    <a:pt x="620936" y="2524108"/>
                  </a:lnTo>
                  <a:lnTo>
                    <a:pt x="619436" y="2514174"/>
                  </a:lnTo>
                  <a:lnTo>
                    <a:pt x="611723" y="2513902"/>
                  </a:lnTo>
                  <a:lnTo>
                    <a:pt x="606810" y="2521835"/>
                  </a:lnTo>
                  <a:lnTo>
                    <a:pt x="603397" y="2521497"/>
                  </a:lnTo>
                  <a:lnTo>
                    <a:pt x="598925" y="2518096"/>
                  </a:lnTo>
                  <a:lnTo>
                    <a:pt x="595462" y="2519172"/>
                  </a:lnTo>
                  <a:lnTo>
                    <a:pt x="598025" y="2537146"/>
                  </a:lnTo>
                  <a:lnTo>
                    <a:pt x="602884" y="2544541"/>
                  </a:lnTo>
                  <a:lnTo>
                    <a:pt x="606947" y="2553968"/>
                  </a:lnTo>
                  <a:lnTo>
                    <a:pt x="595850" y="2565618"/>
                  </a:lnTo>
                  <a:lnTo>
                    <a:pt x="585544" y="2575230"/>
                  </a:lnTo>
                  <a:lnTo>
                    <a:pt x="584427" y="2584520"/>
                  </a:lnTo>
                  <a:lnTo>
                    <a:pt x="574072" y="2596620"/>
                  </a:lnTo>
                  <a:lnTo>
                    <a:pt x="564329" y="2603482"/>
                  </a:lnTo>
                  <a:lnTo>
                    <a:pt x="541438" y="2619613"/>
                  </a:lnTo>
                  <a:lnTo>
                    <a:pt x="534908" y="2623065"/>
                  </a:lnTo>
                  <a:lnTo>
                    <a:pt x="524578" y="2630552"/>
                  </a:lnTo>
                  <a:lnTo>
                    <a:pt x="510326" y="2636164"/>
                  </a:lnTo>
                  <a:lnTo>
                    <a:pt x="496662" y="2645074"/>
                  </a:lnTo>
                  <a:lnTo>
                    <a:pt x="492053" y="2646426"/>
                  </a:lnTo>
                  <a:lnTo>
                    <a:pt x="500779" y="2638883"/>
                  </a:lnTo>
                  <a:lnTo>
                    <a:pt x="511126" y="2631432"/>
                  </a:lnTo>
                  <a:lnTo>
                    <a:pt x="502250" y="2632451"/>
                  </a:lnTo>
                  <a:lnTo>
                    <a:pt x="488569" y="2629000"/>
                  </a:lnTo>
                  <a:lnTo>
                    <a:pt x="480197" y="2628800"/>
                  </a:lnTo>
                  <a:lnTo>
                    <a:pt x="480139" y="2631519"/>
                  </a:lnTo>
                  <a:lnTo>
                    <a:pt x="473771" y="2635360"/>
                  </a:lnTo>
                  <a:lnTo>
                    <a:pt x="467174" y="2629717"/>
                  </a:lnTo>
                  <a:lnTo>
                    <a:pt x="464299" y="2625922"/>
                  </a:lnTo>
                  <a:lnTo>
                    <a:pt x="462936" y="2622645"/>
                  </a:lnTo>
                  <a:lnTo>
                    <a:pt x="460136" y="2621851"/>
                  </a:lnTo>
                  <a:lnTo>
                    <a:pt x="457444" y="2623372"/>
                  </a:lnTo>
                  <a:lnTo>
                    <a:pt x="467291" y="2646452"/>
                  </a:lnTo>
                  <a:lnTo>
                    <a:pt x="471487" y="2647451"/>
                  </a:lnTo>
                  <a:lnTo>
                    <a:pt x="476130" y="2649745"/>
                  </a:lnTo>
                  <a:lnTo>
                    <a:pt x="470350" y="2655122"/>
                  </a:lnTo>
                  <a:lnTo>
                    <a:pt x="464128" y="2659203"/>
                  </a:lnTo>
                  <a:lnTo>
                    <a:pt x="454343" y="2661912"/>
                  </a:lnTo>
                  <a:lnTo>
                    <a:pt x="446051" y="2653488"/>
                  </a:lnTo>
                  <a:lnTo>
                    <a:pt x="444255" y="2664058"/>
                  </a:lnTo>
                  <a:lnTo>
                    <a:pt x="443204" y="2674612"/>
                  </a:lnTo>
                  <a:lnTo>
                    <a:pt x="440421" y="2677321"/>
                  </a:lnTo>
                  <a:lnTo>
                    <a:pt x="435974" y="2681182"/>
                  </a:lnTo>
                  <a:lnTo>
                    <a:pt x="433561" y="2678268"/>
                  </a:lnTo>
                  <a:lnTo>
                    <a:pt x="432415" y="2674187"/>
                  </a:lnTo>
                  <a:lnTo>
                    <a:pt x="429569" y="2677828"/>
                  </a:lnTo>
                  <a:lnTo>
                    <a:pt x="425402" y="2680562"/>
                  </a:lnTo>
                  <a:lnTo>
                    <a:pt x="418526" y="2681110"/>
                  </a:lnTo>
                  <a:lnTo>
                    <a:pt x="413367" y="2682570"/>
                  </a:lnTo>
                  <a:lnTo>
                    <a:pt x="413488" y="2686943"/>
                  </a:lnTo>
                  <a:lnTo>
                    <a:pt x="414667" y="2691337"/>
                  </a:lnTo>
                  <a:lnTo>
                    <a:pt x="423793" y="2687865"/>
                  </a:lnTo>
                  <a:lnTo>
                    <a:pt x="420485" y="2699167"/>
                  </a:lnTo>
                  <a:lnTo>
                    <a:pt x="412092" y="2710335"/>
                  </a:lnTo>
                  <a:lnTo>
                    <a:pt x="405254" y="2712973"/>
                  </a:lnTo>
                  <a:lnTo>
                    <a:pt x="394794" y="2711339"/>
                  </a:lnTo>
                  <a:lnTo>
                    <a:pt x="392210" y="2712461"/>
                  </a:lnTo>
                  <a:lnTo>
                    <a:pt x="389897" y="2714780"/>
                  </a:lnTo>
                  <a:lnTo>
                    <a:pt x="402082" y="2732253"/>
                  </a:lnTo>
                  <a:lnTo>
                    <a:pt x="394252" y="2758605"/>
                  </a:lnTo>
                  <a:lnTo>
                    <a:pt x="389247" y="2768156"/>
                  </a:lnTo>
                  <a:lnTo>
                    <a:pt x="385776" y="2769380"/>
                  </a:lnTo>
                  <a:lnTo>
                    <a:pt x="382013" y="2769656"/>
                  </a:lnTo>
                  <a:lnTo>
                    <a:pt x="368507" y="2761166"/>
                  </a:lnTo>
                  <a:lnTo>
                    <a:pt x="361139" y="2754601"/>
                  </a:lnTo>
                  <a:lnTo>
                    <a:pt x="367632" y="2772467"/>
                  </a:lnTo>
                  <a:lnTo>
                    <a:pt x="385322" y="2777686"/>
                  </a:lnTo>
                  <a:lnTo>
                    <a:pt x="386226" y="2784445"/>
                  </a:lnTo>
                  <a:lnTo>
                    <a:pt x="386126" y="2790222"/>
                  </a:lnTo>
                  <a:lnTo>
                    <a:pt x="382642" y="2797002"/>
                  </a:lnTo>
                  <a:lnTo>
                    <a:pt x="379383" y="2806009"/>
                  </a:lnTo>
                  <a:lnTo>
                    <a:pt x="381788" y="2812283"/>
                  </a:lnTo>
                  <a:lnTo>
                    <a:pt x="384580" y="2827794"/>
                  </a:lnTo>
                  <a:lnTo>
                    <a:pt x="386968" y="2834912"/>
                  </a:lnTo>
                  <a:lnTo>
                    <a:pt x="389593" y="2856507"/>
                  </a:lnTo>
                  <a:lnTo>
                    <a:pt x="392385" y="2865873"/>
                  </a:lnTo>
                  <a:lnTo>
                    <a:pt x="408466" y="2900342"/>
                  </a:lnTo>
                  <a:lnTo>
                    <a:pt x="413888" y="2900608"/>
                  </a:lnTo>
                  <a:lnTo>
                    <a:pt x="414759" y="2904341"/>
                  </a:lnTo>
                  <a:lnTo>
                    <a:pt x="414242" y="2911500"/>
                  </a:lnTo>
                  <a:lnTo>
                    <a:pt x="402674" y="2913585"/>
                  </a:lnTo>
                  <a:lnTo>
                    <a:pt x="397819" y="2916775"/>
                  </a:lnTo>
                  <a:lnTo>
                    <a:pt x="396873" y="2919545"/>
                  </a:lnTo>
                  <a:lnTo>
                    <a:pt x="396156" y="2921041"/>
                  </a:lnTo>
                  <a:lnTo>
                    <a:pt x="394665" y="2920902"/>
                  </a:lnTo>
                  <a:lnTo>
                    <a:pt x="389147" y="2918910"/>
                  </a:lnTo>
                  <a:lnTo>
                    <a:pt x="376604" y="2909119"/>
                  </a:lnTo>
                  <a:lnTo>
                    <a:pt x="358326" y="2903051"/>
                  </a:lnTo>
                  <a:lnTo>
                    <a:pt x="334311" y="2900700"/>
                  </a:lnTo>
                  <a:lnTo>
                    <a:pt x="317904" y="2895800"/>
                  </a:lnTo>
                  <a:lnTo>
                    <a:pt x="309107" y="2888333"/>
                  </a:lnTo>
                  <a:lnTo>
                    <a:pt x="299910" y="2883909"/>
                  </a:lnTo>
                  <a:lnTo>
                    <a:pt x="290317" y="2882516"/>
                  </a:lnTo>
                  <a:lnTo>
                    <a:pt x="282370" y="2878465"/>
                  </a:lnTo>
                  <a:lnTo>
                    <a:pt x="276070" y="2871757"/>
                  </a:lnTo>
                  <a:lnTo>
                    <a:pt x="266856" y="2867476"/>
                  </a:lnTo>
                  <a:lnTo>
                    <a:pt x="254729" y="2865617"/>
                  </a:lnTo>
                  <a:lnTo>
                    <a:pt x="246837" y="2860588"/>
                  </a:lnTo>
                  <a:lnTo>
                    <a:pt x="241348" y="2848293"/>
                  </a:lnTo>
                  <a:lnTo>
                    <a:pt x="241323" y="2848109"/>
                  </a:lnTo>
                  <a:lnTo>
                    <a:pt x="236410" y="2827553"/>
                  </a:lnTo>
                  <a:lnTo>
                    <a:pt x="230222" y="2814674"/>
                  </a:lnTo>
                  <a:lnTo>
                    <a:pt x="218179" y="2798738"/>
                  </a:lnTo>
                  <a:lnTo>
                    <a:pt x="217070" y="2796638"/>
                  </a:lnTo>
                  <a:lnTo>
                    <a:pt x="216970" y="2794016"/>
                  </a:lnTo>
                  <a:lnTo>
                    <a:pt x="218462" y="2784742"/>
                  </a:lnTo>
                  <a:lnTo>
                    <a:pt x="217191" y="2778075"/>
                  </a:lnTo>
                  <a:lnTo>
                    <a:pt x="213378" y="2772642"/>
                  </a:lnTo>
                  <a:lnTo>
                    <a:pt x="212503" y="2766891"/>
                  </a:lnTo>
                  <a:lnTo>
                    <a:pt x="214570" y="2760838"/>
                  </a:lnTo>
                  <a:lnTo>
                    <a:pt x="214703" y="2753566"/>
                  </a:lnTo>
                  <a:lnTo>
                    <a:pt x="212907" y="2745076"/>
                  </a:lnTo>
                  <a:lnTo>
                    <a:pt x="205227" y="2735894"/>
                  </a:lnTo>
                  <a:lnTo>
                    <a:pt x="191663" y="2726031"/>
                  </a:lnTo>
                  <a:lnTo>
                    <a:pt x="180107" y="2711626"/>
                  </a:lnTo>
                  <a:lnTo>
                    <a:pt x="170568" y="2692689"/>
                  </a:lnTo>
                  <a:lnTo>
                    <a:pt x="161133" y="2679569"/>
                  </a:lnTo>
                  <a:lnTo>
                    <a:pt x="151803" y="2672261"/>
                  </a:lnTo>
                  <a:lnTo>
                    <a:pt x="145423" y="2663341"/>
                  </a:lnTo>
                  <a:lnTo>
                    <a:pt x="141989" y="2652807"/>
                  </a:lnTo>
                  <a:lnTo>
                    <a:pt x="140977" y="2646693"/>
                  </a:lnTo>
                  <a:lnTo>
                    <a:pt x="142377" y="2645003"/>
                  </a:lnTo>
                  <a:lnTo>
                    <a:pt x="136643" y="2633291"/>
                  </a:lnTo>
                  <a:lnTo>
                    <a:pt x="123774" y="2611568"/>
                  </a:lnTo>
                  <a:lnTo>
                    <a:pt x="116382" y="2595683"/>
                  </a:lnTo>
                  <a:lnTo>
                    <a:pt x="114477" y="2585641"/>
                  </a:lnTo>
                  <a:lnTo>
                    <a:pt x="106289" y="2573689"/>
                  </a:lnTo>
                  <a:lnTo>
                    <a:pt x="91820" y="2559827"/>
                  </a:lnTo>
                  <a:lnTo>
                    <a:pt x="83952" y="2550809"/>
                  </a:lnTo>
                  <a:lnTo>
                    <a:pt x="82019" y="2544546"/>
                  </a:lnTo>
                  <a:lnTo>
                    <a:pt x="59441" y="2526331"/>
                  </a:lnTo>
                  <a:lnTo>
                    <a:pt x="52882" y="2514952"/>
                  </a:lnTo>
                  <a:lnTo>
                    <a:pt x="47760" y="2511357"/>
                  </a:lnTo>
                  <a:lnTo>
                    <a:pt x="41880" y="2511746"/>
                  </a:lnTo>
                  <a:lnTo>
                    <a:pt x="38863" y="2510656"/>
                  </a:lnTo>
                  <a:lnTo>
                    <a:pt x="38713" y="2508085"/>
                  </a:lnTo>
                  <a:lnTo>
                    <a:pt x="36809" y="2507962"/>
                  </a:lnTo>
                  <a:lnTo>
                    <a:pt x="33146" y="2510297"/>
                  </a:lnTo>
                  <a:lnTo>
                    <a:pt x="21136" y="2510768"/>
                  </a:lnTo>
                  <a:lnTo>
                    <a:pt x="775" y="2509380"/>
                  </a:lnTo>
                  <a:lnTo>
                    <a:pt x="0" y="2509217"/>
                  </a:lnTo>
                  <a:lnTo>
                    <a:pt x="0" y="699813"/>
                  </a:lnTo>
                  <a:lnTo>
                    <a:pt x="1430380" y="699813"/>
                  </a:lnTo>
                  <a:lnTo>
                    <a:pt x="1444880" y="707161"/>
                  </a:lnTo>
                  <a:lnTo>
                    <a:pt x="1461444" y="715554"/>
                  </a:lnTo>
                  <a:lnTo>
                    <a:pt x="1465620" y="729509"/>
                  </a:lnTo>
                  <a:lnTo>
                    <a:pt x="1469687" y="743095"/>
                  </a:lnTo>
                  <a:lnTo>
                    <a:pt x="1479384" y="752958"/>
                  </a:lnTo>
                  <a:lnTo>
                    <a:pt x="1488260" y="761965"/>
                  </a:lnTo>
                  <a:lnTo>
                    <a:pt x="1493399" y="761494"/>
                  </a:lnTo>
                  <a:lnTo>
                    <a:pt x="1498612" y="757689"/>
                  </a:lnTo>
                  <a:lnTo>
                    <a:pt x="1501921" y="755856"/>
                  </a:lnTo>
                  <a:lnTo>
                    <a:pt x="1507467" y="755554"/>
                  </a:lnTo>
                  <a:lnTo>
                    <a:pt x="1519802" y="752297"/>
                  </a:lnTo>
                  <a:lnTo>
                    <a:pt x="1523448" y="753009"/>
                  </a:lnTo>
                  <a:lnTo>
                    <a:pt x="1525520" y="754637"/>
                  </a:lnTo>
                  <a:lnTo>
                    <a:pt x="1525690" y="757187"/>
                  </a:lnTo>
                  <a:lnTo>
                    <a:pt x="1525269" y="759215"/>
                  </a:lnTo>
                  <a:lnTo>
                    <a:pt x="1523361" y="763286"/>
                  </a:lnTo>
                  <a:lnTo>
                    <a:pt x="1526374" y="771045"/>
                  </a:lnTo>
                  <a:lnTo>
                    <a:pt x="1527007" y="779663"/>
                  </a:lnTo>
                  <a:lnTo>
                    <a:pt x="1528662" y="786177"/>
                  </a:lnTo>
                  <a:lnTo>
                    <a:pt x="1533712" y="794514"/>
                  </a:lnTo>
                  <a:lnTo>
                    <a:pt x="1538100" y="801028"/>
                  </a:lnTo>
                  <a:lnTo>
                    <a:pt x="1543626" y="802287"/>
                  </a:lnTo>
                  <a:lnTo>
                    <a:pt x="1556415" y="798493"/>
                  </a:lnTo>
                  <a:lnTo>
                    <a:pt x="1564429" y="797059"/>
                  </a:lnTo>
                  <a:lnTo>
                    <a:pt x="1568979" y="797678"/>
                  </a:lnTo>
                  <a:lnTo>
                    <a:pt x="1576764" y="803777"/>
                  </a:lnTo>
                  <a:lnTo>
                    <a:pt x="1580573" y="807444"/>
                  </a:lnTo>
                  <a:lnTo>
                    <a:pt x="1581481" y="810491"/>
                  </a:lnTo>
                  <a:lnTo>
                    <a:pt x="1570967" y="829111"/>
                  </a:lnTo>
                  <a:lnTo>
                    <a:pt x="1587640" y="838349"/>
                  </a:lnTo>
                  <a:lnTo>
                    <a:pt x="1606247" y="848447"/>
                  </a:lnTo>
                  <a:lnTo>
                    <a:pt x="1628433" y="860486"/>
                  </a:lnTo>
                  <a:lnTo>
                    <a:pt x="1641998" y="867855"/>
                  </a:lnTo>
                  <a:lnTo>
                    <a:pt x="1659862" y="878379"/>
                  </a:lnTo>
                  <a:lnTo>
                    <a:pt x="1662921" y="893373"/>
                  </a:lnTo>
                  <a:lnTo>
                    <a:pt x="1665497" y="906027"/>
                  </a:lnTo>
                  <a:lnTo>
                    <a:pt x="1668780" y="923668"/>
                  </a:lnTo>
                  <a:lnTo>
                    <a:pt x="1672127" y="941663"/>
                  </a:lnTo>
                  <a:lnTo>
                    <a:pt x="1675465" y="959592"/>
                  </a:lnTo>
                  <a:lnTo>
                    <a:pt x="1679002" y="978621"/>
                  </a:lnTo>
                  <a:lnTo>
                    <a:pt x="1682890" y="999524"/>
                  </a:lnTo>
                  <a:lnTo>
                    <a:pt x="1686345" y="1018078"/>
                  </a:lnTo>
                  <a:lnTo>
                    <a:pt x="1690116" y="1038331"/>
                  </a:lnTo>
                  <a:lnTo>
                    <a:pt x="1695130" y="1064688"/>
                  </a:lnTo>
                  <a:lnTo>
                    <a:pt x="1690646" y="1074843"/>
                  </a:lnTo>
                  <a:lnTo>
                    <a:pt x="1680882" y="1096955"/>
                  </a:lnTo>
                  <a:lnTo>
                    <a:pt x="1672056" y="1116942"/>
                  </a:lnTo>
                  <a:lnTo>
                    <a:pt x="1671285" y="1122739"/>
                  </a:lnTo>
                  <a:lnTo>
                    <a:pt x="1665217" y="1151882"/>
                  </a:lnTo>
                  <a:lnTo>
                    <a:pt x="1660354" y="1163921"/>
                  </a:lnTo>
                  <a:lnTo>
                    <a:pt x="1651836" y="1170911"/>
                  </a:lnTo>
                  <a:lnTo>
                    <a:pt x="1643381" y="1177686"/>
                  </a:lnTo>
                  <a:lnTo>
                    <a:pt x="1632834" y="1189039"/>
                  </a:lnTo>
                  <a:lnTo>
                    <a:pt x="1621232" y="1194647"/>
                  </a:lnTo>
                  <a:lnTo>
                    <a:pt x="1615306" y="1197945"/>
                  </a:lnTo>
                  <a:lnTo>
                    <a:pt x="1612202" y="1203147"/>
                  </a:lnTo>
                  <a:lnTo>
                    <a:pt x="1608776" y="1214552"/>
                  </a:lnTo>
                  <a:lnTo>
                    <a:pt x="1609435" y="1231968"/>
                  </a:lnTo>
                  <a:lnTo>
                    <a:pt x="1618990" y="1246957"/>
                  </a:lnTo>
                  <a:lnTo>
                    <a:pt x="1632967" y="1255340"/>
                  </a:lnTo>
                  <a:lnTo>
                    <a:pt x="1648003" y="1263503"/>
                  </a:lnTo>
                  <a:lnTo>
                    <a:pt x="1669422" y="1263538"/>
                  </a:lnTo>
                  <a:lnTo>
                    <a:pt x="1688687" y="1252646"/>
                  </a:lnTo>
                  <a:lnTo>
                    <a:pt x="1709098" y="1241109"/>
                  </a:lnTo>
                  <a:lnTo>
                    <a:pt x="1727296" y="1230821"/>
                  </a:lnTo>
                  <a:lnTo>
                    <a:pt x="1748941" y="1218587"/>
                  </a:lnTo>
                  <a:lnTo>
                    <a:pt x="1768544" y="1207500"/>
                  </a:lnTo>
                  <a:lnTo>
                    <a:pt x="1789830" y="1203516"/>
                  </a:lnTo>
                  <a:lnTo>
                    <a:pt x="1819325" y="1198001"/>
                  </a:lnTo>
                  <a:lnTo>
                    <a:pt x="1856455" y="1191052"/>
                  </a:lnTo>
                  <a:lnTo>
                    <a:pt x="1874533" y="1183140"/>
                  </a:lnTo>
                  <a:lnTo>
                    <a:pt x="1897894" y="1172914"/>
                  </a:lnTo>
                  <a:lnTo>
                    <a:pt x="1924844" y="1161115"/>
                  </a:lnTo>
                  <a:lnTo>
                    <a:pt x="1948101" y="1150935"/>
                  </a:lnTo>
                  <a:lnTo>
                    <a:pt x="1959794" y="1145291"/>
                  </a:lnTo>
                  <a:lnTo>
                    <a:pt x="1968112" y="1138854"/>
                  </a:lnTo>
                  <a:lnTo>
                    <a:pt x="1970175" y="1134092"/>
                  </a:lnTo>
                  <a:lnTo>
                    <a:pt x="1969683" y="1131357"/>
                  </a:lnTo>
                  <a:lnTo>
                    <a:pt x="1967537" y="1128618"/>
                  </a:lnTo>
                  <a:lnTo>
                    <a:pt x="1964570" y="1126595"/>
                  </a:lnTo>
                  <a:lnTo>
                    <a:pt x="1961932" y="1124874"/>
                  </a:lnTo>
                  <a:lnTo>
                    <a:pt x="1960694" y="1122744"/>
                  </a:lnTo>
                  <a:lnTo>
                    <a:pt x="1960448" y="1118084"/>
                  </a:lnTo>
                  <a:lnTo>
                    <a:pt x="1958831" y="1115406"/>
                  </a:lnTo>
                  <a:lnTo>
                    <a:pt x="1957290" y="1113434"/>
                  </a:lnTo>
                  <a:lnTo>
                    <a:pt x="1957873" y="1095398"/>
                  </a:lnTo>
                  <a:lnTo>
                    <a:pt x="1955839" y="1089806"/>
                  </a:lnTo>
                  <a:lnTo>
                    <a:pt x="1948259" y="1075632"/>
                  </a:lnTo>
                  <a:lnTo>
                    <a:pt x="1962715" y="1069276"/>
                  </a:lnTo>
                  <a:lnTo>
                    <a:pt x="1976109" y="1063382"/>
                  </a:lnTo>
                  <a:lnTo>
                    <a:pt x="1986789" y="1059019"/>
                  </a:lnTo>
                  <a:lnTo>
                    <a:pt x="2009163" y="1058333"/>
                  </a:lnTo>
                  <a:lnTo>
                    <a:pt x="2029941" y="1058420"/>
                  </a:lnTo>
                  <a:lnTo>
                    <a:pt x="2058578" y="1058538"/>
                  </a:lnTo>
                  <a:lnTo>
                    <a:pt x="2082706" y="1058635"/>
                  </a:lnTo>
                  <a:lnTo>
                    <a:pt x="2110856" y="1058753"/>
                  </a:lnTo>
                  <a:lnTo>
                    <a:pt x="2127358" y="1058820"/>
                  </a:lnTo>
                  <a:lnTo>
                    <a:pt x="2148982" y="1058615"/>
                  </a:lnTo>
                  <a:lnTo>
                    <a:pt x="2159521" y="1042253"/>
                  </a:lnTo>
                  <a:lnTo>
                    <a:pt x="2168939" y="1027623"/>
                  </a:lnTo>
                  <a:lnTo>
                    <a:pt x="2179311" y="1013643"/>
                  </a:lnTo>
                  <a:lnTo>
                    <a:pt x="2197751" y="997230"/>
                  </a:lnTo>
                  <a:lnTo>
                    <a:pt x="2203106" y="994281"/>
                  </a:lnTo>
                  <a:lnTo>
                    <a:pt x="2206060" y="987808"/>
                  </a:lnTo>
                  <a:lnTo>
                    <a:pt x="2217237" y="981658"/>
                  </a:lnTo>
                  <a:lnTo>
                    <a:pt x="2229551" y="975953"/>
                  </a:lnTo>
                  <a:lnTo>
                    <a:pt x="2234381" y="970602"/>
                  </a:lnTo>
                  <a:lnTo>
                    <a:pt x="2236718" y="967555"/>
                  </a:lnTo>
                  <a:lnTo>
                    <a:pt x="2270060" y="938693"/>
                  </a:lnTo>
                  <a:lnTo>
                    <a:pt x="2288996" y="925363"/>
                  </a:lnTo>
                  <a:lnTo>
                    <a:pt x="2304636" y="917943"/>
                  </a:lnTo>
                  <a:lnTo>
                    <a:pt x="2316542" y="914399"/>
                  </a:lnTo>
                  <a:lnTo>
                    <a:pt x="2324580" y="914906"/>
                  </a:lnTo>
                  <a:lnTo>
                    <a:pt x="2329152" y="91440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69" name="ph3869"/>
            <p:cNvSpPr/>
            <p:nvPr/>
          </p:nvSpPr>
          <p:spPr>
            <a:xfrm>
              <a:off x="5683433" y="1685361"/>
              <a:ext cx="1296309" cy="1268258"/>
            </a:xfrm>
            <a:custGeom>
              <a:avLst/>
              <a:gdLst/>
              <a:ahLst/>
              <a:cxnLst/>
              <a:rect l="0" t="0" r="0" b="0"/>
              <a:pathLst>
                <a:path w="972232" h="951193">
                  <a:moveTo>
                    <a:pt x="914400" y="914400"/>
                  </a:moveTo>
                  <a:lnTo>
                    <a:pt x="919884" y="915086"/>
                  </a:lnTo>
                  <a:lnTo>
                    <a:pt x="924601" y="913094"/>
                  </a:lnTo>
                  <a:lnTo>
                    <a:pt x="929068" y="909069"/>
                  </a:lnTo>
                  <a:lnTo>
                    <a:pt x="939440" y="903625"/>
                  </a:lnTo>
                  <a:lnTo>
                    <a:pt x="948279" y="901244"/>
                  </a:lnTo>
                  <a:lnTo>
                    <a:pt x="951063" y="900752"/>
                  </a:lnTo>
                  <a:lnTo>
                    <a:pt x="955276" y="904572"/>
                  </a:lnTo>
                  <a:lnTo>
                    <a:pt x="963635" y="901505"/>
                  </a:lnTo>
                  <a:lnTo>
                    <a:pt x="972232" y="899784"/>
                  </a:lnTo>
                  <a:lnTo>
                    <a:pt x="935044" y="917252"/>
                  </a:lnTo>
                  <a:lnTo>
                    <a:pt x="927439" y="919218"/>
                  </a:lnTo>
                  <a:lnTo>
                    <a:pt x="916558" y="924421"/>
                  </a:lnTo>
                  <a:lnTo>
                    <a:pt x="906273" y="928108"/>
                  </a:lnTo>
                  <a:lnTo>
                    <a:pt x="898868" y="929450"/>
                  </a:lnTo>
                  <a:lnTo>
                    <a:pt x="862047" y="942416"/>
                  </a:lnTo>
                  <a:lnTo>
                    <a:pt x="859125" y="942698"/>
                  </a:lnTo>
                  <a:lnTo>
                    <a:pt x="855967" y="941433"/>
                  </a:lnTo>
                  <a:lnTo>
                    <a:pt x="825638" y="948110"/>
                  </a:lnTo>
                  <a:lnTo>
                    <a:pt x="813190" y="948863"/>
                  </a:lnTo>
                  <a:lnTo>
                    <a:pt x="801855" y="951193"/>
                  </a:lnTo>
                  <a:lnTo>
                    <a:pt x="810240" y="945816"/>
                  </a:lnTo>
                  <a:lnTo>
                    <a:pt x="810423" y="943804"/>
                  </a:lnTo>
                  <a:lnTo>
                    <a:pt x="808419" y="942232"/>
                  </a:lnTo>
                  <a:lnTo>
                    <a:pt x="803935" y="942687"/>
                  </a:lnTo>
                  <a:lnTo>
                    <a:pt x="799342" y="948223"/>
                  </a:lnTo>
                  <a:lnTo>
                    <a:pt x="792012" y="950072"/>
                  </a:lnTo>
                  <a:lnTo>
                    <a:pt x="790550" y="944044"/>
                  </a:lnTo>
                  <a:lnTo>
                    <a:pt x="792996" y="939379"/>
                  </a:lnTo>
                  <a:lnTo>
                    <a:pt x="796309" y="934955"/>
                  </a:lnTo>
                  <a:lnTo>
                    <a:pt x="803589" y="928001"/>
                  </a:lnTo>
                  <a:lnTo>
                    <a:pt x="814003" y="923592"/>
                  </a:lnTo>
                  <a:lnTo>
                    <a:pt x="819295" y="919782"/>
                  </a:lnTo>
                  <a:lnTo>
                    <a:pt x="822962" y="923136"/>
                  </a:lnTo>
                  <a:lnTo>
                    <a:pt x="823767" y="918604"/>
                  </a:lnTo>
                  <a:lnTo>
                    <a:pt x="826588" y="915987"/>
                  </a:lnTo>
                  <a:lnTo>
                    <a:pt x="829655" y="914579"/>
                  </a:lnTo>
                  <a:lnTo>
                    <a:pt x="837031" y="914543"/>
                  </a:lnTo>
                  <a:lnTo>
                    <a:pt x="841002" y="913831"/>
                  </a:lnTo>
                  <a:lnTo>
                    <a:pt x="843873" y="912326"/>
                  </a:lnTo>
                  <a:lnTo>
                    <a:pt x="846820" y="912044"/>
                  </a:lnTo>
                  <a:lnTo>
                    <a:pt x="854887" y="914097"/>
                  </a:lnTo>
                  <a:lnTo>
                    <a:pt x="862768" y="913508"/>
                  </a:lnTo>
                  <a:lnTo>
                    <a:pt x="869131" y="910671"/>
                  </a:lnTo>
                  <a:lnTo>
                    <a:pt x="875744" y="909719"/>
                  </a:lnTo>
                  <a:lnTo>
                    <a:pt x="893238" y="909079"/>
                  </a:lnTo>
                  <a:lnTo>
                    <a:pt x="910624" y="907005"/>
                  </a:lnTo>
                  <a:lnTo>
                    <a:pt x="917575" y="903318"/>
                  </a:lnTo>
                  <a:lnTo>
                    <a:pt x="932177" y="892984"/>
                  </a:lnTo>
                  <a:lnTo>
                    <a:pt x="940578" y="890101"/>
                  </a:lnTo>
                  <a:lnTo>
                    <a:pt x="927497" y="902109"/>
                  </a:lnTo>
                  <a:lnTo>
                    <a:pt x="920467" y="90761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70" name="ph3870"/>
            <p:cNvSpPr/>
            <p:nvPr/>
          </p:nvSpPr>
          <p:spPr>
            <a:xfrm>
              <a:off x="6176771" y="1211088"/>
              <a:ext cx="1225823" cy="1228048"/>
            </a:xfrm>
            <a:custGeom>
              <a:avLst/>
              <a:gdLst/>
              <a:ahLst/>
              <a:cxnLst/>
              <a:rect l="0" t="0" r="0" b="0"/>
              <a:pathLst>
                <a:path w="919367" h="921036">
                  <a:moveTo>
                    <a:pt x="914400" y="914399"/>
                  </a:moveTo>
                  <a:lnTo>
                    <a:pt x="908953" y="913508"/>
                  </a:lnTo>
                  <a:lnTo>
                    <a:pt x="909065" y="919044"/>
                  </a:lnTo>
                  <a:lnTo>
                    <a:pt x="908457" y="921036"/>
                  </a:lnTo>
                  <a:lnTo>
                    <a:pt x="902423" y="918189"/>
                  </a:lnTo>
                  <a:lnTo>
                    <a:pt x="900210" y="916356"/>
                  </a:lnTo>
                  <a:lnTo>
                    <a:pt x="900402" y="909023"/>
                  </a:lnTo>
                  <a:lnTo>
                    <a:pt x="905732" y="902089"/>
                  </a:lnTo>
                  <a:lnTo>
                    <a:pt x="909795" y="899349"/>
                  </a:lnTo>
                  <a:lnTo>
                    <a:pt x="915033" y="901249"/>
                  </a:lnTo>
                  <a:lnTo>
                    <a:pt x="919054" y="909012"/>
                  </a:lnTo>
                  <a:lnTo>
                    <a:pt x="919367" y="91235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71" name="ph3871"/>
            <p:cNvSpPr/>
            <p:nvPr/>
          </p:nvSpPr>
          <p:spPr>
            <a:xfrm>
              <a:off x="5495103" y="1741663"/>
              <a:ext cx="1238375" cy="1219199"/>
            </a:xfrm>
            <a:custGeom>
              <a:avLst/>
              <a:gdLst/>
              <a:ahLst/>
              <a:cxnLst/>
              <a:rect l="0" t="0" r="0" b="0"/>
              <a:pathLst>
                <a:path w="928781" h="914399">
                  <a:moveTo>
                    <a:pt x="914400" y="914399"/>
                  </a:moveTo>
                  <a:lnTo>
                    <a:pt x="918471" y="904342"/>
                  </a:lnTo>
                  <a:lnTo>
                    <a:pt x="925955" y="899743"/>
                  </a:lnTo>
                  <a:lnTo>
                    <a:pt x="928664" y="900701"/>
                  </a:lnTo>
                  <a:lnTo>
                    <a:pt x="928781" y="904255"/>
                  </a:lnTo>
                  <a:lnTo>
                    <a:pt x="927730" y="907292"/>
                  </a:lnTo>
                  <a:lnTo>
                    <a:pt x="922709" y="911972"/>
                  </a:lnTo>
                  <a:lnTo>
                    <a:pt x="918475" y="91396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72" name="ph3872"/>
            <p:cNvSpPr/>
            <p:nvPr/>
          </p:nvSpPr>
          <p:spPr>
            <a:xfrm>
              <a:off x="5887755" y="1628573"/>
              <a:ext cx="1250537" cy="1219199"/>
            </a:xfrm>
            <a:custGeom>
              <a:avLst/>
              <a:gdLst/>
              <a:ahLst/>
              <a:cxnLst/>
              <a:rect l="0" t="0" r="0" b="0"/>
              <a:pathLst>
                <a:path w="937903" h="914399">
                  <a:moveTo>
                    <a:pt x="914400" y="914399"/>
                  </a:moveTo>
                  <a:lnTo>
                    <a:pt x="910653" y="911091"/>
                  </a:lnTo>
                  <a:lnTo>
                    <a:pt x="916516" y="909560"/>
                  </a:lnTo>
                  <a:lnTo>
                    <a:pt x="923922" y="901700"/>
                  </a:lnTo>
                  <a:lnTo>
                    <a:pt x="928847" y="900788"/>
                  </a:lnTo>
                  <a:lnTo>
                    <a:pt x="936586" y="905238"/>
                  </a:lnTo>
                  <a:lnTo>
                    <a:pt x="937903" y="90927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73" name="ph3873"/>
            <p:cNvSpPr/>
            <p:nvPr/>
          </p:nvSpPr>
          <p:spPr>
            <a:xfrm>
              <a:off x="5830219" y="1609393"/>
              <a:ext cx="1225900" cy="1219200"/>
            </a:xfrm>
            <a:custGeom>
              <a:avLst/>
              <a:gdLst/>
              <a:ahLst/>
              <a:cxnLst/>
              <a:rect l="0" t="0" r="0" b="0"/>
              <a:pathLst>
                <a:path w="919425" h="914400">
                  <a:moveTo>
                    <a:pt x="914400" y="914400"/>
                  </a:moveTo>
                  <a:lnTo>
                    <a:pt x="909678" y="913898"/>
                  </a:lnTo>
                  <a:lnTo>
                    <a:pt x="912074" y="910026"/>
                  </a:lnTo>
                  <a:lnTo>
                    <a:pt x="912987" y="904342"/>
                  </a:lnTo>
                  <a:lnTo>
                    <a:pt x="915316" y="898100"/>
                  </a:lnTo>
                  <a:lnTo>
                    <a:pt x="916658" y="896190"/>
                  </a:lnTo>
                  <a:lnTo>
                    <a:pt x="919425" y="894505"/>
                  </a:lnTo>
                  <a:lnTo>
                    <a:pt x="918625" y="91153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74" name="ph3874"/>
            <p:cNvSpPr/>
            <p:nvPr/>
          </p:nvSpPr>
          <p:spPr>
            <a:xfrm>
              <a:off x="5970849" y="1639477"/>
              <a:ext cx="1227979" cy="1219199"/>
            </a:xfrm>
            <a:custGeom>
              <a:avLst/>
              <a:gdLst/>
              <a:ahLst/>
              <a:cxnLst/>
              <a:rect l="0" t="0" r="0" b="0"/>
              <a:pathLst>
                <a:path w="920984" h="914399">
                  <a:moveTo>
                    <a:pt x="914400" y="914399"/>
                  </a:moveTo>
                  <a:lnTo>
                    <a:pt x="899210" y="910533"/>
                  </a:lnTo>
                  <a:lnTo>
                    <a:pt x="911707" y="907256"/>
                  </a:lnTo>
                  <a:lnTo>
                    <a:pt x="913749" y="906114"/>
                  </a:lnTo>
                  <a:lnTo>
                    <a:pt x="915379" y="901295"/>
                  </a:lnTo>
                  <a:lnTo>
                    <a:pt x="915583" y="898878"/>
                  </a:lnTo>
                  <a:lnTo>
                    <a:pt x="920329" y="909243"/>
                  </a:lnTo>
                  <a:lnTo>
                    <a:pt x="920984" y="91271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75" name="ph3875"/>
            <p:cNvSpPr/>
            <p:nvPr/>
          </p:nvSpPr>
          <p:spPr>
            <a:xfrm>
              <a:off x="5334097" y="2396526"/>
              <a:ext cx="1220916" cy="1219200"/>
            </a:xfrm>
            <a:custGeom>
              <a:avLst/>
              <a:gdLst/>
              <a:ahLst/>
              <a:cxnLst/>
              <a:rect l="0" t="0" r="0" b="0"/>
              <a:pathLst>
                <a:path w="915687" h="914400">
                  <a:moveTo>
                    <a:pt x="914400" y="914400"/>
                  </a:moveTo>
                  <a:lnTo>
                    <a:pt x="908732" y="902806"/>
                  </a:lnTo>
                  <a:lnTo>
                    <a:pt x="914562" y="906554"/>
                  </a:lnTo>
                  <a:lnTo>
                    <a:pt x="915604" y="909673"/>
                  </a:lnTo>
                  <a:lnTo>
                    <a:pt x="915687" y="91226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76" name="ph3876"/>
            <p:cNvSpPr/>
            <p:nvPr/>
          </p:nvSpPr>
          <p:spPr>
            <a:xfrm>
              <a:off x="5330969" y="2483609"/>
              <a:ext cx="1244441" cy="1219200"/>
            </a:xfrm>
            <a:custGeom>
              <a:avLst/>
              <a:gdLst/>
              <a:ahLst/>
              <a:cxnLst/>
              <a:rect l="0" t="0" r="0" b="0"/>
              <a:pathLst>
                <a:path w="933331" h="914400">
                  <a:moveTo>
                    <a:pt x="914400" y="914400"/>
                  </a:moveTo>
                  <a:lnTo>
                    <a:pt x="913391" y="913483"/>
                  </a:lnTo>
                  <a:lnTo>
                    <a:pt x="926509" y="907502"/>
                  </a:lnTo>
                  <a:lnTo>
                    <a:pt x="930647" y="886434"/>
                  </a:lnTo>
                  <a:lnTo>
                    <a:pt x="931214" y="876720"/>
                  </a:lnTo>
                  <a:lnTo>
                    <a:pt x="929247" y="859595"/>
                  </a:lnTo>
                  <a:lnTo>
                    <a:pt x="929314" y="856057"/>
                  </a:lnTo>
                  <a:lnTo>
                    <a:pt x="931448" y="861577"/>
                  </a:lnTo>
                  <a:lnTo>
                    <a:pt x="933331" y="877555"/>
                  </a:lnTo>
                  <a:lnTo>
                    <a:pt x="932623" y="889671"/>
                  </a:lnTo>
                  <a:lnTo>
                    <a:pt x="928818" y="907322"/>
                  </a:lnTo>
                  <a:lnTo>
                    <a:pt x="925847" y="91154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77" name="ph3877"/>
            <p:cNvSpPr/>
            <p:nvPr/>
          </p:nvSpPr>
          <p:spPr>
            <a:xfrm>
              <a:off x="5298493" y="2496753"/>
              <a:ext cx="1239880" cy="1219200"/>
            </a:xfrm>
            <a:custGeom>
              <a:avLst/>
              <a:gdLst/>
              <a:ahLst/>
              <a:cxnLst/>
              <a:rect l="0" t="0" r="0" b="0"/>
              <a:pathLst>
                <a:path w="929910" h="914400">
                  <a:moveTo>
                    <a:pt x="914400" y="914400"/>
                  </a:moveTo>
                  <a:lnTo>
                    <a:pt x="912649" y="913954"/>
                  </a:lnTo>
                  <a:lnTo>
                    <a:pt x="922826" y="908603"/>
                  </a:lnTo>
                  <a:lnTo>
                    <a:pt x="929910" y="90691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78" name="ph3878"/>
            <p:cNvSpPr/>
            <p:nvPr/>
          </p:nvSpPr>
          <p:spPr>
            <a:xfrm>
              <a:off x="5234212" y="2564902"/>
              <a:ext cx="1255748" cy="1219200"/>
            </a:xfrm>
            <a:custGeom>
              <a:avLst/>
              <a:gdLst/>
              <a:ahLst/>
              <a:cxnLst/>
              <a:rect l="0" t="0" r="0" b="0"/>
              <a:pathLst>
                <a:path w="941811" h="914400">
                  <a:moveTo>
                    <a:pt x="914400" y="914400"/>
                  </a:moveTo>
                  <a:lnTo>
                    <a:pt x="922213" y="901305"/>
                  </a:lnTo>
                  <a:lnTo>
                    <a:pt x="937644" y="884698"/>
                  </a:lnTo>
                  <a:lnTo>
                    <a:pt x="941811" y="882158"/>
                  </a:lnTo>
                  <a:lnTo>
                    <a:pt x="928981" y="896343"/>
                  </a:lnTo>
                  <a:lnTo>
                    <a:pt x="916525" y="91319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79" name="ph3879"/>
            <p:cNvSpPr/>
            <p:nvPr/>
          </p:nvSpPr>
          <p:spPr>
            <a:xfrm>
              <a:off x="4603311" y="3712104"/>
              <a:ext cx="1223256" cy="1219200"/>
            </a:xfrm>
            <a:custGeom>
              <a:avLst/>
              <a:gdLst/>
              <a:ahLst/>
              <a:cxnLst/>
              <a:rect l="0" t="0" r="0" b="0"/>
              <a:pathLst>
                <a:path w="917442" h="914400">
                  <a:moveTo>
                    <a:pt x="914400" y="914400"/>
                  </a:moveTo>
                  <a:lnTo>
                    <a:pt x="908245" y="912392"/>
                  </a:lnTo>
                  <a:lnTo>
                    <a:pt x="904882" y="908797"/>
                  </a:lnTo>
                  <a:lnTo>
                    <a:pt x="903431" y="901761"/>
                  </a:lnTo>
                  <a:lnTo>
                    <a:pt x="908790" y="909212"/>
                  </a:lnTo>
                  <a:lnTo>
                    <a:pt x="910712" y="910897"/>
                  </a:lnTo>
                  <a:lnTo>
                    <a:pt x="917442" y="91166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80" name="ph3880"/>
            <p:cNvSpPr/>
            <p:nvPr/>
          </p:nvSpPr>
          <p:spPr>
            <a:xfrm>
              <a:off x="4601905" y="3702865"/>
              <a:ext cx="1219360" cy="1219199"/>
            </a:xfrm>
            <a:custGeom>
              <a:avLst/>
              <a:gdLst/>
              <a:ahLst/>
              <a:cxnLst/>
              <a:rect l="0" t="0" r="0" b="0"/>
              <a:pathLst>
                <a:path w="914520" h="914399">
                  <a:moveTo>
                    <a:pt x="914400" y="914399"/>
                  </a:moveTo>
                  <a:lnTo>
                    <a:pt x="910099" y="904081"/>
                  </a:lnTo>
                  <a:lnTo>
                    <a:pt x="907236" y="892677"/>
                  </a:lnTo>
                  <a:lnTo>
                    <a:pt x="911332" y="896369"/>
                  </a:lnTo>
                  <a:lnTo>
                    <a:pt x="914520" y="90823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81" name="ph3881"/>
            <p:cNvSpPr/>
            <p:nvPr/>
          </p:nvSpPr>
          <p:spPr>
            <a:xfrm>
              <a:off x="4773123" y="3918121"/>
              <a:ext cx="1256009" cy="1219200"/>
            </a:xfrm>
            <a:custGeom>
              <a:avLst/>
              <a:gdLst/>
              <a:ahLst/>
              <a:cxnLst/>
              <a:rect l="0" t="0" r="0" b="0"/>
              <a:pathLst>
                <a:path w="942007" h="914400">
                  <a:moveTo>
                    <a:pt x="914400" y="914400"/>
                  </a:moveTo>
                  <a:lnTo>
                    <a:pt x="916279" y="909463"/>
                  </a:lnTo>
                  <a:lnTo>
                    <a:pt x="922892" y="898909"/>
                  </a:lnTo>
                  <a:lnTo>
                    <a:pt x="925030" y="893941"/>
                  </a:lnTo>
                  <a:lnTo>
                    <a:pt x="929497" y="890792"/>
                  </a:lnTo>
                  <a:lnTo>
                    <a:pt x="933656" y="885098"/>
                  </a:lnTo>
                  <a:lnTo>
                    <a:pt x="933969" y="878456"/>
                  </a:lnTo>
                  <a:lnTo>
                    <a:pt x="940011" y="873811"/>
                  </a:lnTo>
                  <a:lnTo>
                    <a:pt x="942007" y="873145"/>
                  </a:lnTo>
                  <a:lnTo>
                    <a:pt x="931360" y="89467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82" name="ph3882"/>
            <p:cNvSpPr/>
            <p:nvPr/>
          </p:nvSpPr>
          <p:spPr>
            <a:xfrm>
              <a:off x="3492919" y="3284356"/>
              <a:ext cx="1227912" cy="1219200"/>
            </a:xfrm>
            <a:custGeom>
              <a:avLst/>
              <a:gdLst/>
              <a:ahLst/>
              <a:cxnLst/>
              <a:rect l="0" t="0" r="0" b="0"/>
              <a:pathLst>
                <a:path w="920934" h="914400">
                  <a:moveTo>
                    <a:pt x="914400" y="914400"/>
                  </a:moveTo>
                  <a:lnTo>
                    <a:pt x="900285" y="905315"/>
                  </a:lnTo>
                  <a:lnTo>
                    <a:pt x="899398" y="901413"/>
                  </a:lnTo>
                  <a:lnTo>
                    <a:pt x="906361" y="897885"/>
                  </a:lnTo>
                  <a:lnTo>
                    <a:pt x="910611" y="898197"/>
                  </a:lnTo>
                  <a:lnTo>
                    <a:pt x="917333" y="902811"/>
                  </a:lnTo>
                  <a:lnTo>
                    <a:pt x="919792" y="904096"/>
                  </a:lnTo>
                  <a:lnTo>
                    <a:pt x="920934" y="905965"/>
                  </a:lnTo>
                  <a:lnTo>
                    <a:pt x="920284" y="908889"/>
                  </a:lnTo>
                  <a:lnTo>
                    <a:pt x="917571" y="91290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83" name="ph3883"/>
            <p:cNvSpPr/>
            <p:nvPr/>
          </p:nvSpPr>
          <p:spPr>
            <a:xfrm>
              <a:off x="2900607" y="3506317"/>
              <a:ext cx="1241536" cy="1219199"/>
            </a:xfrm>
            <a:custGeom>
              <a:avLst/>
              <a:gdLst/>
              <a:ahLst/>
              <a:cxnLst/>
              <a:rect l="0" t="0" r="0" b="0"/>
              <a:pathLst>
                <a:path w="931152" h="914399">
                  <a:moveTo>
                    <a:pt x="914400" y="914399"/>
                  </a:moveTo>
                  <a:lnTo>
                    <a:pt x="918529" y="905812"/>
                  </a:lnTo>
                  <a:lnTo>
                    <a:pt x="919296" y="902370"/>
                  </a:lnTo>
                  <a:lnTo>
                    <a:pt x="926068" y="891504"/>
                  </a:lnTo>
                  <a:lnTo>
                    <a:pt x="929643" y="889886"/>
                  </a:lnTo>
                  <a:lnTo>
                    <a:pt x="931152" y="894510"/>
                  </a:lnTo>
                  <a:lnTo>
                    <a:pt x="924188" y="902145"/>
                  </a:lnTo>
                  <a:lnTo>
                    <a:pt x="916250" y="91414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84" name="ph3884"/>
            <p:cNvSpPr/>
            <p:nvPr/>
          </p:nvSpPr>
          <p:spPr>
            <a:xfrm>
              <a:off x="2927337" y="3471461"/>
              <a:ext cx="1264439" cy="1219200"/>
            </a:xfrm>
            <a:custGeom>
              <a:avLst/>
              <a:gdLst/>
              <a:ahLst/>
              <a:cxnLst/>
              <a:rect l="0" t="0" r="0" b="0"/>
              <a:pathLst>
                <a:path w="948329" h="914400">
                  <a:moveTo>
                    <a:pt x="914399" y="914400"/>
                  </a:moveTo>
                  <a:lnTo>
                    <a:pt x="918283" y="908736"/>
                  </a:lnTo>
                  <a:lnTo>
                    <a:pt x="924597" y="905878"/>
                  </a:lnTo>
                  <a:lnTo>
                    <a:pt x="938449" y="894996"/>
                  </a:lnTo>
                  <a:lnTo>
                    <a:pt x="944099" y="894249"/>
                  </a:lnTo>
                  <a:lnTo>
                    <a:pt x="947041" y="890500"/>
                  </a:lnTo>
                  <a:lnTo>
                    <a:pt x="948329" y="889947"/>
                  </a:lnTo>
                  <a:lnTo>
                    <a:pt x="947496" y="894541"/>
                  </a:lnTo>
                  <a:lnTo>
                    <a:pt x="936352" y="901065"/>
                  </a:lnTo>
                  <a:lnTo>
                    <a:pt x="917533" y="91396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85" name="ph3885"/>
            <p:cNvSpPr/>
            <p:nvPr/>
          </p:nvSpPr>
          <p:spPr>
            <a:xfrm>
              <a:off x="2860917" y="3598138"/>
              <a:ext cx="1256099" cy="1219199"/>
            </a:xfrm>
            <a:custGeom>
              <a:avLst/>
              <a:gdLst/>
              <a:ahLst/>
              <a:cxnLst/>
              <a:rect l="0" t="0" r="0" b="0"/>
              <a:pathLst>
                <a:path w="942074" h="914399">
                  <a:moveTo>
                    <a:pt x="914399" y="914399"/>
                  </a:moveTo>
                  <a:lnTo>
                    <a:pt x="915133" y="905407"/>
                  </a:lnTo>
                  <a:lnTo>
                    <a:pt x="922063" y="884975"/>
                  </a:lnTo>
                  <a:lnTo>
                    <a:pt x="936144" y="858121"/>
                  </a:lnTo>
                  <a:lnTo>
                    <a:pt x="942074" y="853624"/>
                  </a:lnTo>
                  <a:lnTo>
                    <a:pt x="925830" y="883075"/>
                  </a:lnTo>
                  <a:lnTo>
                    <a:pt x="917062" y="90836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86" name="ph3886"/>
            <p:cNvSpPr/>
            <p:nvPr/>
          </p:nvSpPr>
          <p:spPr>
            <a:xfrm>
              <a:off x="3122092" y="3333320"/>
              <a:ext cx="1255843" cy="1219199"/>
            </a:xfrm>
            <a:custGeom>
              <a:avLst/>
              <a:gdLst/>
              <a:ahLst/>
              <a:cxnLst/>
              <a:rect l="0" t="0" r="0" b="0"/>
              <a:pathLst>
                <a:path w="941882" h="914399">
                  <a:moveTo>
                    <a:pt x="914400" y="914399"/>
                  </a:moveTo>
                  <a:lnTo>
                    <a:pt x="933002" y="898269"/>
                  </a:lnTo>
                  <a:lnTo>
                    <a:pt x="936902" y="892902"/>
                  </a:lnTo>
                  <a:lnTo>
                    <a:pt x="941882" y="893137"/>
                  </a:lnTo>
                  <a:lnTo>
                    <a:pt x="933577" y="902176"/>
                  </a:lnTo>
                  <a:lnTo>
                    <a:pt x="918663" y="91339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87" name="ph3887"/>
            <p:cNvSpPr/>
            <p:nvPr/>
          </p:nvSpPr>
          <p:spPr>
            <a:xfrm>
              <a:off x="2883709" y="3756096"/>
              <a:ext cx="1220772" cy="1219200"/>
            </a:xfrm>
            <a:custGeom>
              <a:avLst/>
              <a:gdLst/>
              <a:ahLst/>
              <a:cxnLst/>
              <a:rect l="0" t="0" r="0" b="0"/>
              <a:pathLst>
                <a:path w="915579" h="914400">
                  <a:moveTo>
                    <a:pt x="914399" y="914400"/>
                  </a:moveTo>
                  <a:lnTo>
                    <a:pt x="907332" y="891658"/>
                  </a:lnTo>
                  <a:lnTo>
                    <a:pt x="895830" y="840192"/>
                  </a:lnTo>
                  <a:lnTo>
                    <a:pt x="895397" y="810860"/>
                  </a:lnTo>
                  <a:lnTo>
                    <a:pt x="897206" y="800761"/>
                  </a:lnTo>
                  <a:lnTo>
                    <a:pt x="900173" y="842189"/>
                  </a:lnTo>
                  <a:lnTo>
                    <a:pt x="912887" y="894802"/>
                  </a:lnTo>
                  <a:lnTo>
                    <a:pt x="915579" y="90953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88" name="ph3888"/>
            <p:cNvSpPr/>
            <p:nvPr/>
          </p:nvSpPr>
          <p:spPr>
            <a:xfrm>
              <a:off x="5818596" y="1609093"/>
              <a:ext cx="1223589" cy="1219199"/>
            </a:xfrm>
            <a:custGeom>
              <a:avLst/>
              <a:gdLst/>
              <a:ahLst/>
              <a:cxnLst/>
              <a:rect l="0" t="0" r="0" b="0"/>
              <a:pathLst>
                <a:path w="917692" h="914399">
                  <a:moveTo>
                    <a:pt x="914400" y="914399"/>
                  </a:moveTo>
                  <a:lnTo>
                    <a:pt x="913516" y="909335"/>
                  </a:lnTo>
                  <a:lnTo>
                    <a:pt x="915175" y="903512"/>
                  </a:lnTo>
                  <a:lnTo>
                    <a:pt x="916854" y="903379"/>
                  </a:lnTo>
                  <a:lnTo>
                    <a:pt x="917692" y="906477"/>
                  </a:lnTo>
                  <a:lnTo>
                    <a:pt x="916766" y="91245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89" name="ph3889"/>
            <p:cNvSpPr/>
            <p:nvPr/>
          </p:nvSpPr>
          <p:spPr>
            <a:xfrm>
              <a:off x="5493441" y="1880003"/>
              <a:ext cx="1235557" cy="1219200"/>
            </a:xfrm>
            <a:custGeom>
              <a:avLst/>
              <a:gdLst/>
              <a:ahLst/>
              <a:cxnLst/>
              <a:rect l="0" t="0" r="0" b="0"/>
              <a:pathLst>
                <a:path w="926668" h="914400">
                  <a:moveTo>
                    <a:pt x="914400" y="914400"/>
                  </a:moveTo>
                  <a:lnTo>
                    <a:pt x="914170" y="911347"/>
                  </a:lnTo>
                  <a:lnTo>
                    <a:pt x="926668" y="891637"/>
                  </a:lnTo>
                  <a:lnTo>
                    <a:pt x="924409" y="89852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90" name="ph3890"/>
            <p:cNvSpPr/>
            <p:nvPr/>
          </p:nvSpPr>
          <p:spPr>
            <a:xfrm>
              <a:off x="5365080" y="2111755"/>
              <a:ext cx="1251132" cy="1219199"/>
            </a:xfrm>
            <a:custGeom>
              <a:avLst/>
              <a:gdLst/>
              <a:ahLst/>
              <a:cxnLst/>
              <a:rect l="0" t="0" r="0" b="0"/>
              <a:pathLst>
                <a:path w="938349" h="914399">
                  <a:moveTo>
                    <a:pt x="914400" y="914399"/>
                  </a:moveTo>
                  <a:lnTo>
                    <a:pt x="927418" y="893399"/>
                  </a:lnTo>
                  <a:lnTo>
                    <a:pt x="934977" y="875803"/>
                  </a:lnTo>
                  <a:lnTo>
                    <a:pt x="938349" y="869720"/>
                  </a:lnTo>
                  <a:lnTo>
                    <a:pt x="935077" y="882051"/>
                  </a:lnTo>
                  <a:lnTo>
                    <a:pt x="929360" y="893388"/>
                  </a:lnTo>
                  <a:lnTo>
                    <a:pt x="918279" y="91269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91" name="ph3891"/>
            <p:cNvSpPr/>
            <p:nvPr/>
          </p:nvSpPr>
          <p:spPr>
            <a:xfrm>
              <a:off x="5229667" y="2561958"/>
              <a:ext cx="1221733" cy="1219200"/>
            </a:xfrm>
            <a:custGeom>
              <a:avLst/>
              <a:gdLst/>
              <a:ahLst/>
              <a:cxnLst/>
              <a:rect l="0" t="0" r="0" b="0"/>
              <a:pathLst>
                <a:path w="916300" h="914400">
                  <a:moveTo>
                    <a:pt x="914400" y="914400"/>
                  </a:moveTo>
                  <a:lnTo>
                    <a:pt x="911045" y="913242"/>
                  </a:lnTo>
                  <a:lnTo>
                    <a:pt x="906423" y="911030"/>
                  </a:lnTo>
                  <a:lnTo>
                    <a:pt x="905402" y="909407"/>
                  </a:lnTo>
                  <a:lnTo>
                    <a:pt x="909811" y="909996"/>
                  </a:lnTo>
                  <a:lnTo>
                    <a:pt x="916300" y="91415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92" name="ph3892"/>
            <p:cNvSpPr/>
            <p:nvPr/>
          </p:nvSpPr>
          <p:spPr>
            <a:xfrm>
              <a:off x="4683883" y="3963472"/>
              <a:ext cx="1224317" cy="1219200"/>
            </a:xfrm>
            <a:custGeom>
              <a:avLst/>
              <a:gdLst/>
              <a:ahLst/>
              <a:cxnLst/>
              <a:rect l="0" t="0" r="0" b="0"/>
              <a:pathLst>
                <a:path w="918238" h="914400">
                  <a:moveTo>
                    <a:pt x="914400" y="914400"/>
                  </a:moveTo>
                  <a:lnTo>
                    <a:pt x="913183" y="913734"/>
                  </a:lnTo>
                  <a:lnTo>
                    <a:pt x="913183" y="910590"/>
                  </a:lnTo>
                  <a:lnTo>
                    <a:pt x="909545" y="903630"/>
                  </a:lnTo>
                  <a:lnTo>
                    <a:pt x="909682" y="901807"/>
                  </a:lnTo>
                  <a:lnTo>
                    <a:pt x="918025" y="908618"/>
                  </a:lnTo>
                  <a:lnTo>
                    <a:pt x="918238" y="910446"/>
                  </a:lnTo>
                  <a:lnTo>
                    <a:pt x="916958" y="91224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93" name="ph3893"/>
            <p:cNvSpPr/>
            <p:nvPr/>
          </p:nvSpPr>
          <p:spPr>
            <a:xfrm>
              <a:off x="4742652" y="3939178"/>
              <a:ext cx="1226384" cy="1219200"/>
            </a:xfrm>
            <a:custGeom>
              <a:avLst/>
              <a:gdLst/>
              <a:ahLst/>
              <a:cxnLst/>
              <a:rect l="0" t="0" r="0" b="0"/>
              <a:pathLst>
                <a:path w="919788" h="914400">
                  <a:moveTo>
                    <a:pt x="914400" y="914400"/>
                  </a:moveTo>
                  <a:lnTo>
                    <a:pt x="915208" y="912909"/>
                  </a:lnTo>
                  <a:lnTo>
                    <a:pt x="918575" y="909929"/>
                  </a:lnTo>
                  <a:lnTo>
                    <a:pt x="919788" y="911086"/>
                  </a:lnTo>
                  <a:lnTo>
                    <a:pt x="919654" y="912576"/>
                  </a:lnTo>
                  <a:lnTo>
                    <a:pt x="916016" y="91440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94" name="ph3894"/>
            <p:cNvSpPr/>
            <p:nvPr/>
          </p:nvSpPr>
          <p:spPr>
            <a:xfrm>
              <a:off x="4763499" y="3925925"/>
              <a:ext cx="1224951" cy="1219200"/>
            </a:xfrm>
            <a:custGeom>
              <a:avLst/>
              <a:gdLst/>
              <a:ahLst/>
              <a:cxnLst/>
              <a:rect l="0" t="0" r="0" b="0"/>
              <a:pathLst>
                <a:path w="918713" h="914400">
                  <a:moveTo>
                    <a:pt x="914399" y="914400"/>
                  </a:moveTo>
                  <a:lnTo>
                    <a:pt x="917767" y="909924"/>
                  </a:lnTo>
                  <a:lnTo>
                    <a:pt x="918713" y="910257"/>
                  </a:lnTo>
                  <a:lnTo>
                    <a:pt x="916691" y="91390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95" name="ph3895"/>
            <p:cNvSpPr/>
            <p:nvPr/>
          </p:nvSpPr>
          <p:spPr>
            <a:xfrm>
              <a:off x="4715153" y="3954637"/>
              <a:ext cx="1237352" cy="1219200"/>
            </a:xfrm>
            <a:custGeom>
              <a:avLst/>
              <a:gdLst/>
              <a:ahLst/>
              <a:cxnLst/>
              <a:rect l="0" t="0" r="0" b="0"/>
              <a:pathLst>
                <a:path w="928014" h="914400">
                  <a:moveTo>
                    <a:pt x="914399" y="914400"/>
                  </a:moveTo>
                  <a:lnTo>
                    <a:pt x="910357" y="912576"/>
                  </a:lnTo>
                  <a:lnTo>
                    <a:pt x="914804" y="910093"/>
                  </a:lnTo>
                  <a:lnTo>
                    <a:pt x="928014" y="907440"/>
                  </a:lnTo>
                  <a:lnTo>
                    <a:pt x="923026" y="910753"/>
                  </a:lnTo>
                  <a:lnTo>
                    <a:pt x="918308" y="91191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96" name="ph3896"/>
            <p:cNvSpPr/>
            <p:nvPr/>
          </p:nvSpPr>
          <p:spPr>
            <a:xfrm>
              <a:off x="4672653" y="3110778"/>
              <a:ext cx="1224261" cy="1219200"/>
            </a:xfrm>
            <a:custGeom>
              <a:avLst/>
              <a:gdLst/>
              <a:ahLst/>
              <a:cxnLst/>
              <a:rect l="0" t="0" r="0" b="0"/>
              <a:pathLst>
                <a:path w="918196" h="914400">
                  <a:moveTo>
                    <a:pt x="914400" y="914400"/>
                  </a:moveTo>
                  <a:lnTo>
                    <a:pt x="912758" y="905351"/>
                  </a:lnTo>
                  <a:lnTo>
                    <a:pt x="912595" y="896563"/>
                  </a:lnTo>
                  <a:lnTo>
                    <a:pt x="915470" y="891366"/>
                  </a:lnTo>
                  <a:lnTo>
                    <a:pt x="918196" y="88884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97" name="ph3897"/>
            <p:cNvSpPr/>
            <p:nvPr/>
          </p:nvSpPr>
          <p:spPr>
            <a:xfrm>
              <a:off x="4653535" y="3969050"/>
              <a:ext cx="1230561" cy="1219200"/>
            </a:xfrm>
            <a:custGeom>
              <a:avLst/>
              <a:gdLst/>
              <a:ahLst/>
              <a:cxnLst/>
              <a:rect l="0" t="0" r="0" b="0"/>
              <a:pathLst>
                <a:path w="922921" h="914400">
                  <a:moveTo>
                    <a:pt x="914400" y="914400"/>
                  </a:moveTo>
                  <a:lnTo>
                    <a:pt x="918858" y="910272"/>
                  </a:lnTo>
                  <a:lnTo>
                    <a:pt x="920304" y="904004"/>
                  </a:lnTo>
                  <a:lnTo>
                    <a:pt x="922921" y="908900"/>
                  </a:lnTo>
                  <a:lnTo>
                    <a:pt x="922871" y="911870"/>
                  </a:lnTo>
                  <a:lnTo>
                    <a:pt x="919929" y="91336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98" name="ph3898"/>
            <p:cNvSpPr/>
            <p:nvPr/>
          </p:nvSpPr>
          <p:spPr>
            <a:xfrm>
              <a:off x="4819784" y="3603417"/>
              <a:ext cx="1219200" cy="1219200"/>
            </a:xfrm>
            <a:custGeom>
              <a:avLst/>
              <a:gdLst/>
              <a:ahLst/>
              <a:cxnLst/>
              <a:rect l="0" t="0" r="0" b="0"/>
              <a:pathLst>
                <a:path w="914400" h="914400">
                  <a:moveTo>
                    <a:pt x="914400" y="914400"/>
                  </a:moveTo>
                  <a:lnTo>
                    <a:pt x="906553" y="896487"/>
                  </a:lnTo>
                  <a:lnTo>
                    <a:pt x="896855" y="868398"/>
                  </a:lnTo>
                  <a:lnTo>
                    <a:pt x="891663" y="846675"/>
                  </a:lnTo>
                  <a:lnTo>
                    <a:pt x="895176" y="852549"/>
                  </a:lnTo>
                  <a:lnTo>
                    <a:pt x="898610" y="864706"/>
                  </a:lnTo>
                  <a:lnTo>
                    <a:pt x="913012" y="90667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99" name="ph3899"/>
            <p:cNvSpPr/>
            <p:nvPr/>
          </p:nvSpPr>
          <p:spPr>
            <a:xfrm>
              <a:off x="4633309" y="3975721"/>
              <a:ext cx="1227228" cy="1219200"/>
            </a:xfrm>
            <a:custGeom>
              <a:avLst/>
              <a:gdLst/>
              <a:ahLst/>
              <a:cxnLst/>
              <a:rect l="0" t="0" r="0" b="0"/>
              <a:pathLst>
                <a:path w="920421" h="914400">
                  <a:moveTo>
                    <a:pt x="914400" y="914400"/>
                  </a:moveTo>
                  <a:lnTo>
                    <a:pt x="914212" y="912776"/>
                  </a:lnTo>
                  <a:lnTo>
                    <a:pt x="917946" y="910794"/>
                  </a:lnTo>
                  <a:lnTo>
                    <a:pt x="920421" y="910928"/>
                  </a:lnTo>
                  <a:lnTo>
                    <a:pt x="920329" y="913124"/>
                  </a:lnTo>
                  <a:lnTo>
                    <a:pt x="916566" y="91416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00" name="ph3900"/>
            <p:cNvSpPr/>
            <p:nvPr/>
          </p:nvSpPr>
          <p:spPr>
            <a:xfrm>
              <a:off x="3821468" y="3260056"/>
              <a:ext cx="1227272" cy="1219200"/>
            </a:xfrm>
            <a:custGeom>
              <a:avLst/>
              <a:gdLst/>
              <a:ahLst/>
              <a:cxnLst/>
              <a:rect l="0" t="0" r="0" b="0"/>
              <a:pathLst>
                <a:path w="920454" h="914400">
                  <a:moveTo>
                    <a:pt x="914400" y="914400"/>
                  </a:moveTo>
                  <a:lnTo>
                    <a:pt x="914612" y="912305"/>
                  </a:lnTo>
                  <a:lnTo>
                    <a:pt x="918021" y="906810"/>
                  </a:lnTo>
                  <a:lnTo>
                    <a:pt x="920454" y="904675"/>
                  </a:lnTo>
                  <a:lnTo>
                    <a:pt x="919033" y="90891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01" name="ph3901"/>
            <p:cNvSpPr/>
            <p:nvPr/>
          </p:nvSpPr>
          <p:spPr>
            <a:xfrm>
              <a:off x="3863907" y="3183912"/>
              <a:ext cx="1220627" cy="1219199"/>
            </a:xfrm>
            <a:custGeom>
              <a:avLst/>
              <a:gdLst/>
              <a:ahLst/>
              <a:cxnLst/>
              <a:rect l="0" t="0" r="0" b="0"/>
              <a:pathLst>
                <a:path w="915470" h="914399">
                  <a:moveTo>
                    <a:pt x="914400" y="914399"/>
                  </a:moveTo>
                  <a:lnTo>
                    <a:pt x="906840" y="912218"/>
                  </a:lnTo>
                  <a:lnTo>
                    <a:pt x="902244" y="910190"/>
                  </a:lnTo>
                  <a:lnTo>
                    <a:pt x="901410" y="908162"/>
                  </a:lnTo>
                  <a:lnTo>
                    <a:pt x="914116" y="911844"/>
                  </a:lnTo>
                  <a:lnTo>
                    <a:pt x="915470" y="91323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02" name="ph3902"/>
            <p:cNvSpPr/>
            <p:nvPr/>
          </p:nvSpPr>
          <p:spPr>
            <a:xfrm>
              <a:off x="3910713" y="3180258"/>
              <a:ext cx="1229212" cy="1219200"/>
            </a:xfrm>
            <a:custGeom>
              <a:avLst/>
              <a:gdLst/>
              <a:ahLst/>
              <a:cxnLst/>
              <a:rect l="0" t="0" r="0" b="0"/>
              <a:pathLst>
                <a:path w="921909" h="914400">
                  <a:moveTo>
                    <a:pt x="914399" y="914400"/>
                  </a:moveTo>
                  <a:lnTo>
                    <a:pt x="903269" y="914190"/>
                  </a:lnTo>
                  <a:lnTo>
                    <a:pt x="901006" y="913401"/>
                  </a:lnTo>
                  <a:lnTo>
                    <a:pt x="905473" y="911900"/>
                  </a:lnTo>
                  <a:lnTo>
                    <a:pt x="918663" y="909908"/>
                  </a:lnTo>
                  <a:lnTo>
                    <a:pt x="921909" y="91215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03" name="ph3903"/>
            <p:cNvSpPr/>
            <p:nvPr/>
          </p:nvSpPr>
          <p:spPr>
            <a:xfrm>
              <a:off x="3789964" y="3207290"/>
              <a:ext cx="1223272" cy="1219200"/>
            </a:xfrm>
            <a:custGeom>
              <a:avLst/>
              <a:gdLst/>
              <a:ahLst/>
              <a:cxnLst/>
              <a:rect l="0" t="0" r="0" b="0"/>
              <a:pathLst>
                <a:path w="917454" h="914400">
                  <a:moveTo>
                    <a:pt x="914400" y="914400"/>
                  </a:moveTo>
                  <a:lnTo>
                    <a:pt x="910220" y="911972"/>
                  </a:lnTo>
                  <a:lnTo>
                    <a:pt x="904027" y="911752"/>
                  </a:lnTo>
                  <a:lnTo>
                    <a:pt x="906753" y="910088"/>
                  </a:lnTo>
                  <a:lnTo>
                    <a:pt x="908665" y="908464"/>
                  </a:lnTo>
                  <a:lnTo>
                    <a:pt x="909620" y="906718"/>
                  </a:lnTo>
                  <a:lnTo>
                    <a:pt x="917454" y="900655"/>
                  </a:lnTo>
                  <a:lnTo>
                    <a:pt x="915233" y="905105"/>
                  </a:lnTo>
                  <a:lnTo>
                    <a:pt x="914099" y="90952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04" name="ph3904"/>
            <p:cNvSpPr/>
            <p:nvPr/>
          </p:nvSpPr>
          <p:spPr>
            <a:xfrm>
              <a:off x="3831475" y="3243888"/>
              <a:ext cx="1224100" cy="1219200"/>
            </a:xfrm>
            <a:custGeom>
              <a:avLst/>
              <a:gdLst/>
              <a:ahLst/>
              <a:cxnLst/>
              <a:rect l="0" t="0" r="0" b="0"/>
              <a:pathLst>
                <a:path w="918075" h="914400">
                  <a:moveTo>
                    <a:pt x="914400" y="914400"/>
                  </a:moveTo>
                  <a:lnTo>
                    <a:pt x="916762" y="898407"/>
                  </a:lnTo>
                  <a:lnTo>
                    <a:pt x="913441" y="884944"/>
                  </a:lnTo>
                  <a:lnTo>
                    <a:pt x="916942" y="890854"/>
                  </a:lnTo>
                  <a:lnTo>
                    <a:pt x="918075" y="897885"/>
                  </a:lnTo>
                  <a:lnTo>
                    <a:pt x="916808" y="91106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05" name="ph3905"/>
            <p:cNvSpPr/>
            <p:nvPr/>
          </p:nvSpPr>
          <p:spPr>
            <a:xfrm>
              <a:off x="4269284" y="3267553"/>
              <a:ext cx="1250048" cy="1219200"/>
            </a:xfrm>
            <a:custGeom>
              <a:avLst/>
              <a:gdLst/>
              <a:ahLst/>
              <a:cxnLst/>
              <a:rect l="0" t="0" r="0" b="0"/>
              <a:pathLst>
                <a:path w="937536" h="914400">
                  <a:moveTo>
                    <a:pt x="914400" y="914400"/>
                  </a:moveTo>
                  <a:lnTo>
                    <a:pt x="905140" y="911655"/>
                  </a:lnTo>
                  <a:lnTo>
                    <a:pt x="910895" y="911132"/>
                  </a:lnTo>
                  <a:lnTo>
                    <a:pt x="915058" y="912244"/>
                  </a:lnTo>
                  <a:lnTo>
                    <a:pt x="925601" y="906846"/>
                  </a:lnTo>
                  <a:lnTo>
                    <a:pt x="931131" y="902760"/>
                  </a:lnTo>
                  <a:lnTo>
                    <a:pt x="937536" y="901208"/>
                  </a:lnTo>
                  <a:lnTo>
                    <a:pt x="922963" y="91062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06" name="ph3906"/>
            <p:cNvSpPr/>
            <p:nvPr/>
          </p:nvSpPr>
          <p:spPr>
            <a:xfrm>
              <a:off x="6129465" y="1230206"/>
              <a:ext cx="1223523" cy="1219200"/>
            </a:xfrm>
            <a:custGeom>
              <a:avLst/>
              <a:gdLst/>
              <a:ahLst/>
              <a:cxnLst/>
              <a:rect l="0" t="0" r="0" b="0"/>
              <a:pathLst>
                <a:path w="917642" h="914400">
                  <a:moveTo>
                    <a:pt x="914400" y="914400"/>
                  </a:moveTo>
                  <a:lnTo>
                    <a:pt x="910941" y="913729"/>
                  </a:lnTo>
                  <a:lnTo>
                    <a:pt x="910828" y="908557"/>
                  </a:lnTo>
                  <a:lnTo>
                    <a:pt x="911874" y="906800"/>
                  </a:lnTo>
                  <a:lnTo>
                    <a:pt x="913070" y="906017"/>
                  </a:lnTo>
                  <a:lnTo>
                    <a:pt x="914845" y="907471"/>
                  </a:lnTo>
                  <a:lnTo>
                    <a:pt x="917642" y="91232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07" name="ph3907"/>
            <p:cNvSpPr/>
            <p:nvPr/>
          </p:nvSpPr>
          <p:spPr>
            <a:xfrm>
              <a:off x="2336776" y="3241116"/>
              <a:ext cx="1770489" cy="2029643"/>
            </a:xfrm>
            <a:custGeom>
              <a:avLst/>
              <a:gdLst/>
              <a:ahLst/>
              <a:cxnLst/>
              <a:rect l="0" t="0" r="0" b="0"/>
              <a:pathLst>
                <a:path w="1327867" h="1522232">
                  <a:moveTo>
                    <a:pt x="914400" y="914400"/>
                  </a:moveTo>
                  <a:lnTo>
                    <a:pt x="934761" y="915787"/>
                  </a:lnTo>
                  <a:lnTo>
                    <a:pt x="946770" y="915316"/>
                  </a:lnTo>
                  <a:lnTo>
                    <a:pt x="950433" y="912981"/>
                  </a:lnTo>
                  <a:lnTo>
                    <a:pt x="952338" y="913104"/>
                  </a:lnTo>
                  <a:lnTo>
                    <a:pt x="952488" y="915675"/>
                  </a:lnTo>
                  <a:lnTo>
                    <a:pt x="955505" y="916765"/>
                  </a:lnTo>
                  <a:lnTo>
                    <a:pt x="961385" y="916376"/>
                  </a:lnTo>
                  <a:lnTo>
                    <a:pt x="966506" y="919971"/>
                  </a:lnTo>
                  <a:lnTo>
                    <a:pt x="973066" y="931350"/>
                  </a:lnTo>
                  <a:lnTo>
                    <a:pt x="995673" y="949575"/>
                  </a:lnTo>
                  <a:lnTo>
                    <a:pt x="997577" y="955828"/>
                  </a:lnTo>
                  <a:lnTo>
                    <a:pt x="1005445" y="964846"/>
                  </a:lnTo>
                  <a:lnTo>
                    <a:pt x="1019914" y="978708"/>
                  </a:lnTo>
                  <a:lnTo>
                    <a:pt x="1028102" y="990660"/>
                  </a:lnTo>
                  <a:lnTo>
                    <a:pt x="1030007" y="1000702"/>
                  </a:lnTo>
                  <a:lnTo>
                    <a:pt x="1037399" y="1016587"/>
                  </a:lnTo>
                  <a:lnTo>
                    <a:pt x="1050268" y="1038310"/>
                  </a:lnTo>
                  <a:lnTo>
                    <a:pt x="1056002" y="1050022"/>
                  </a:lnTo>
                  <a:lnTo>
                    <a:pt x="1054602" y="1051712"/>
                  </a:lnTo>
                  <a:lnTo>
                    <a:pt x="1055614" y="1057826"/>
                  </a:lnTo>
                  <a:lnTo>
                    <a:pt x="1059048" y="1068360"/>
                  </a:lnTo>
                  <a:lnTo>
                    <a:pt x="1065428" y="1077280"/>
                  </a:lnTo>
                  <a:lnTo>
                    <a:pt x="1074758" y="1084588"/>
                  </a:lnTo>
                  <a:lnTo>
                    <a:pt x="1084193" y="1097708"/>
                  </a:lnTo>
                  <a:lnTo>
                    <a:pt x="1093732" y="1116645"/>
                  </a:lnTo>
                  <a:lnTo>
                    <a:pt x="1105287" y="1131050"/>
                  </a:lnTo>
                  <a:lnTo>
                    <a:pt x="1118852" y="1140913"/>
                  </a:lnTo>
                  <a:lnTo>
                    <a:pt x="1126532" y="1150095"/>
                  </a:lnTo>
                  <a:lnTo>
                    <a:pt x="1128328" y="1158585"/>
                  </a:lnTo>
                  <a:lnTo>
                    <a:pt x="1128195" y="1165857"/>
                  </a:lnTo>
                  <a:lnTo>
                    <a:pt x="1126128" y="1171910"/>
                  </a:lnTo>
                  <a:lnTo>
                    <a:pt x="1127003" y="1177661"/>
                  </a:lnTo>
                  <a:lnTo>
                    <a:pt x="1130816" y="1183094"/>
                  </a:lnTo>
                  <a:lnTo>
                    <a:pt x="1132087" y="1189761"/>
                  </a:lnTo>
                  <a:lnTo>
                    <a:pt x="1130595" y="1199035"/>
                  </a:lnTo>
                  <a:lnTo>
                    <a:pt x="1130699" y="1201662"/>
                  </a:lnTo>
                  <a:lnTo>
                    <a:pt x="1131803" y="1203757"/>
                  </a:lnTo>
                  <a:lnTo>
                    <a:pt x="1143847" y="1219693"/>
                  </a:lnTo>
                  <a:lnTo>
                    <a:pt x="1150035" y="1232572"/>
                  </a:lnTo>
                  <a:lnTo>
                    <a:pt x="1154948" y="1253128"/>
                  </a:lnTo>
                  <a:lnTo>
                    <a:pt x="1154973" y="1253312"/>
                  </a:lnTo>
                  <a:lnTo>
                    <a:pt x="1160461" y="1265607"/>
                  </a:lnTo>
                  <a:lnTo>
                    <a:pt x="1168354" y="1270636"/>
                  </a:lnTo>
                  <a:lnTo>
                    <a:pt x="1180481" y="1272495"/>
                  </a:lnTo>
                  <a:lnTo>
                    <a:pt x="1189695" y="1276776"/>
                  </a:lnTo>
                  <a:lnTo>
                    <a:pt x="1195995" y="1283484"/>
                  </a:lnTo>
                  <a:lnTo>
                    <a:pt x="1203942" y="1287535"/>
                  </a:lnTo>
                  <a:lnTo>
                    <a:pt x="1213535" y="1288928"/>
                  </a:lnTo>
                  <a:lnTo>
                    <a:pt x="1222732" y="1293352"/>
                  </a:lnTo>
                  <a:lnTo>
                    <a:pt x="1231529" y="1300819"/>
                  </a:lnTo>
                  <a:lnTo>
                    <a:pt x="1247936" y="1305719"/>
                  </a:lnTo>
                  <a:lnTo>
                    <a:pt x="1271951" y="1308070"/>
                  </a:lnTo>
                  <a:lnTo>
                    <a:pt x="1290229" y="1314138"/>
                  </a:lnTo>
                  <a:lnTo>
                    <a:pt x="1302772" y="1323929"/>
                  </a:lnTo>
                  <a:lnTo>
                    <a:pt x="1308290" y="1325921"/>
                  </a:lnTo>
                  <a:lnTo>
                    <a:pt x="1309781" y="1326060"/>
                  </a:lnTo>
                  <a:lnTo>
                    <a:pt x="1310498" y="1324564"/>
                  </a:lnTo>
                  <a:lnTo>
                    <a:pt x="1311444" y="1321794"/>
                  </a:lnTo>
                  <a:lnTo>
                    <a:pt x="1316299" y="1318604"/>
                  </a:lnTo>
                  <a:lnTo>
                    <a:pt x="1327867" y="1316519"/>
                  </a:lnTo>
                  <a:lnTo>
                    <a:pt x="1326313" y="1338181"/>
                  </a:lnTo>
                  <a:lnTo>
                    <a:pt x="1321154" y="1355956"/>
                  </a:lnTo>
                  <a:lnTo>
                    <a:pt x="1304156" y="1392908"/>
                  </a:lnTo>
                  <a:lnTo>
                    <a:pt x="1297071" y="1415829"/>
                  </a:lnTo>
                  <a:lnTo>
                    <a:pt x="1283365" y="1481331"/>
                  </a:lnTo>
                  <a:lnTo>
                    <a:pt x="1279352" y="1522232"/>
                  </a:lnTo>
                  <a:lnTo>
                    <a:pt x="913624" y="1522232"/>
                  </a:lnTo>
                  <a:lnTo>
                    <a:pt x="913624" y="91423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08" name="ph3908"/>
            <p:cNvSpPr/>
            <p:nvPr/>
          </p:nvSpPr>
          <p:spPr>
            <a:xfrm>
              <a:off x="5462117" y="834414"/>
              <a:ext cx="1633392" cy="1964778"/>
            </a:xfrm>
            <a:custGeom>
              <a:avLst/>
              <a:gdLst/>
              <a:ahLst/>
              <a:cxnLst/>
              <a:rect l="0" t="0" r="0" b="0"/>
              <a:pathLst>
                <a:path w="1225044" h="1473583">
                  <a:moveTo>
                    <a:pt x="1217634" y="914400"/>
                  </a:moveTo>
                  <a:lnTo>
                    <a:pt x="1205437" y="922972"/>
                  </a:lnTo>
                  <a:lnTo>
                    <a:pt x="1192452" y="936501"/>
                  </a:lnTo>
                  <a:lnTo>
                    <a:pt x="1161985" y="946733"/>
                  </a:lnTo>
                  <a:lnTo>
                    <a:pt x="1150675" y="949334"/>
                  </a:lnTo>
                  <a:lnTo>
                    <a:pt x="1140236" y="947947"/>
                  </a:lnTo>
                  <a:lnTo>
                    <a:pt x="1127531" y="956273"/>
                  </a:lnTo>
                  <a:lnTo>
                    <a:pt x="1112495" y="961363"/>
                  </a:lnTo>
                  <a:lnTo>
                    <a:pt x="1108057" y="969106"/>
                  </a:lnTo>
                  <a:lnTo>
                    <a:pt x="1071915" y="989846"/>
                  </a:lnTo>
                  <a:lnTo>
                    <a:pt x="1058042" y="992458"/>
                  </a:lnTo>
                  <a:lnTo>
                    <a:pt x="1046236" y="997983"/>
                  </a:lnTo>
                  <a:lnTo>
                    <a:pt x="1042744" y="1007365"/>
                  </a:lnTo>
                  <a:lnTo>
                    <a:pt x="1032205" y="1013023"/>
                  </a:lnTo>
                  <a:lnTo>
                    <a:pt x="1029280" y="1017356"/>
                  </a:lnTo>
                  <a:lnTo>
                    <a:pt x="1020416" y="1030480"/>
                  </a:lnTo>
                  <a:lnTo>
                    <a:pt x="1003939" y="1047431"/>
                  </a:lnTo>
                  <a:lnTo>
                    <a:pt x="983861" y="1050268"/>
                  </a:lnTo>
                  <a:lnTo>
                    <a:pt x="976523" y="1056167"/>
                  </a:lnTo>
                  <a:lnTo>
                    <a:pt x="968026" y="1065687"/>
                  </a:lnTo>
                  <a:lnTo>
                    <a:pt x="956041" y="1072221"/>
                  </a:lnTo>
                  <a:lnTo>
                    <a:pt x="932380" y="1069159"/>
                  </a:lnTo>
                  <a:lnTo>
                    <a:pt x="938134" y="1073163"/>
                  </a:lnTo>
                  <a:lnTo>
                    <a:pt x="959304" y="1079406"/>
                  </a:lnTo>
                  <a:lnTo>
                    <a:pt x="961504" y="1088659"/>
                  </a:lnTo>
                  <a:lnTo>
                    <a:pt x="950899" y="1090871"/>
                  </a:lnTo>
                  <a:lnTo>
                    <a:pt x="928692" y="1103208"/>
                  </a:lnTo>
                  <a:lnTo>
                    <a:pt x="898771" y="1124449"/>
                  </a:lnTo>
                  <a:lnTo>
                    <a:pt x="894199" y="1124951"/>
                  </a:lnTo>
                  <a:lnTo>
                    <a:pt x="886161" y="1124444"/>
                  </a:lnTo>
                  <a:lnTo>
                    <a:pt x="874255" y="1127988"/>
                  </a:lnTo>
                  <a:lnTo>
                    <a:pt x="858616" y="1135408"/>
                  </a:lnTo>
                  <a:lnTo>
                    <a:pt x="839680" y="1148738"/>
                  </a:lnTo>
                  <a:lnTo>
                    <a:pt x="806338" y="1177599"/>
                  </a:lnTo>
                  <a:lnTo>
                    <a:pt x="804000" y="1180646"/>
                  </a:lnTo>
                  <a:lnTo>
                    <a:pt x="799170" y="1185998"/>
                  </a:lnTo>
                  <a:lnTo>
                    <a:pt x="786856" y="1191702"/>
                  </a:lnTo>
                  <a:lnTo>
                    <a:pt x="775679" y="1197852"/>
                  </a:lnTo>
                  <a:lnTo>
                    <a:pt x="772725" y="1204325"/>
                  </a:lnTo>
                  <a:lnTo>
                    <a:pt x="767370" y="1207275"/>
                  </a:lnTo>
                  <a:lnTo>
                    <a:pt x="748930" y="1223687"/>
                  </a:lnTo>
                  <a:lnTo>
                    <a:pt x="738558" y="1237668"/>
                  </a:lnTo>
                  <a:lnTo>
                    <a:pt x="729140" y="1252298"/>
                  </a:lnTo>
                  <a:lnTo>
                    <a:pt x="718601" y="1268659"/>
                  </a:lnTo>
                  <a:lnTo>
                    <a:pt x="696977" y="1268864"/>
                  </a:lnTo>
                  <a:lnTo>
                    <a:pt x="680475" y="1268798"/>
                  </a:lnTo>
                  <a:lnTo>
                    <a:pt x="652326" y="1268680"/>
                  </a:lnTo>
                  <a:lnTo>
                    <a:pt x="628197" y="1268583"/>
                  </a:lnTo>
                  <a:lnTo>
                    <a:pt x="599560" y="1268465"/>
                  </a:lnTo>
                  <a:lnTo>
                    <a:pt x="578782" y="1268378"/>
                  </a:lnTo>
                  <a:lnTo>
                    <a:pt x="556409" y="1269064"/>
                  </a:lnTo>
                  <a:lnTo>
                    <a:pt x="545728" y="1273427"/>
                  </a:lnTo>
                  <a:lnTo>
                    <a:pt x="532335" y="1279321"/>
                  </a:lnTo>
                  <a:lnTo>
                    <a:pt x="517878" y="1285676"/>
                  </a:lnTo>
                  <a:lnTo>
                    <a:pt x="525459" y="1299851"/>
                  </a:lnTo>
                  <a:lnTo>
                    <a:pt x="527492" y="1305443"/>
                  </a:lnTo>
                  <a:lnTo>
                    <a:pt x="526909" y="1323479"/>
                  </a:lnTo>
                  <a:lnTo>
                    <a:pt x="528451" y="1325450"/>
                  </a:lnTo>
                  <a:lnTo>
                    <a:pt x="530068" y="1328129"/>
                  </a:lnTo>
                  <a:lnTo>
                    <a:pt x="530313" y="1332789"/>
                  </a:lnTo>
                  <a:lnTo>
                    <a:pt x="531551" y="1334919"/>
                  </a:lnTo>
                  <a:lnTo>
                    <a:pt x="534189" y="1336639"/>
                  </a:lnTo>
                  <a:lnTo>
                    <a:pt x="537156" y="1338662"/>
                  </a:lnTo>
                  <a:lnTo>
                    <a:pt x="539302" y="1341402"/>
                  </a:lnTo>
                  <a:lnTo>
                    <a:pt x="539794" y="1344137"/>
                  </a:lnTo>
                  <a:lnTo>
                    <a:pt x="537731" y="1348899"/>
                  </a:lnTo>
                  <a:lnTo>
                    <a:pt x="529413" y="1355336"/>
                  </a:lnTo>
                  <a:lnTo>
                    <a:pt x="517720" y="1360979"/>
                  </a:lnTo>
                  <a:lnTo>
                    <a:pt x="494463" y="1371160"/>
                  </a:lnTo>
                  <a:lnTo>
                    <a:pt x="467513" y="1382958"/>
                  </a:lnTo>
                  <a:lnTo>
                    <a:pt x="444152" y="1393185"/>
                  </a:lnTo>
                  <a:lnTo>
                    <a:pt x="426075" y="1401096"/>
                  </a:lnTo>
                  <a:lnTo>
                    <a:pt x="388945" y="1408046"/>
                  </a:lnTo>
                  <a:lnTo>
                    <a:pt x="359449" y="1413561"/>
                  </a:lnTo>
                  <a:lnTo>
                    <a:pt x="338163" y="1417545"/>
                  </a:lnTo>
                  <a:lnTo>
                    <a:pt x="318560" y="1428632"/>
                  </a:lnTo>
                  <a:lnTo>
                    <a:pt x="296916" y="1440865"/>
                  </a:lnTo>
                  <a:lnTo>
                    <a:pt x="278717" y="1451153"/>
                  </a:lnTo>
                  <a:lnTo>
                    <a:pt x="258306" y="1462691"/>
                  </a:lnTo>
                  <a:lnTo>
                    <a:pt x="239041" y="1473583"/>
                  </a:lnTo>
                  <a:lnTo>
                    <a:pt x="217622" y="1473547"/>
                  </a:lnTo>
                  <a:lnTo>
                    <a:pt x="202586" y="1465384"/>
                  </a:lnTo>
                  <a:lnTo>
                    <a:pt x="188610" y="1457002"/>
                  </a:lnTo>
                  <a:lnTo>
                    <a:pt x="179054" y="1442013"/>
                  </a:lnTo>
                  <a:lnTo>
                    <a:pt x="178396" y="1424596"/>
                  </a:lnTo>
                  <a:lnTo>
                    <a:pt x="181821" y="1413192"/>
                  </a:lnTo>
                  <a:lnTo>
                    <a:pt x="184926" y="1407989"/>
                  </a:lnTo>
                  <a:lnTo>
                    <a:pt x="190851" y="1404691"/>
                  </a:lnTo>
                  <a:lnTo>
                    <a:pt x="202453" y="1399084"/>
                  </a:lnTo>
                  <a:lnTo>
                    <a:pt x="213000" y="1387731"/>
                  </a:lnTo>
                  <a:lnTo>
                    <a:pt x="221456" y="1380956"/>
                  </a:lnTo>
                  <a:lnTo>
                    <a:pt x="229973" y="1373966"/>
                  </a:lnTo>
                  <a:lnTo>
                    <a:pt x="234837" y="1361927"/>
                  </a:lnTo>
                  <a:lnTo>
                    <a:pt x="240904" y="1332783"/>
                  </a:lnTo>
                  <a:lnTo>
                    <a:pt x="241675" y="1326987"/>
                  </a:lnTo>
                  <a:lnTo>
                    <a:pt x="250501" y="1307000"/>
                  </a:lnTo>
                  <a:lnTo>
                    <a:pt x="260265" y="1284888"/>
                  </a:lnTo>
                  <a:lnTo>
                    <a:pt x="264749" y="1274733"/>
                  </a:lnTo>
                  <a:lnTo>
                    <a:pt x="259736" y="1248375"/>
                  </a:lnTo>
                  <a:lnTo>
                    <a:pt x="255964" y="1228122"/>
                  </a:lnTo>
                  <a:lnTo>
                    <a:pt x="252510" y="1209569"/>
                  </a:lnTo>
                  <a:lnTo>
                    <a:pt x="248622" y="1188666"/>
                  </a:lnTo>
                  <a:lnTo>
                    <a:pt x="245084" y="1169636"/>
                  </a:lnTo>
                  <a:lnTo>
                    <a:pt x="241746" y="1151708"/>
                  </a:lnTo>
                  <a:lnTo>
                    <a:pt x="238399" y="1133713"/>
                  </a:lnTo>
                  <a:lnTo>
                    <a:pt x="235116" y="1116071"/>
                  </a:lnTo>
                  <a:lnTo>
                    <a:pt x="232540" y="1103418"/>
                  </a:lnTo>
                  <a:lnTo>
                    <a:pt x="229482" y="1088424"/>
                  </a:lnTo>
                  <a:lnTo>
                    <a:pt x="211617" y="1077900"/>
                  </a:lnTo>
                  <a:lnTo>
                    <a:pt x="198052" y="1070531"/>
                  </a:lnTo>
                  <a:lnTo>
                    <a:pt x="175866" y="1058492"/>
                  </a:lnTo>
                  <a:lnTo>
                    <a:pt x="157260" y="1048393"/>
                  </a:lnTo>
                  <a:lnTo>
                    <a:pt x="140586" y="1039155"/>
                  </a:lnTo>
                  <a:lnTo>
                    <a:pt x="151100" y="1020536"/>
                  </a:lnTo>
                  <a:lnTo>
                    <a:pt x="150192" y="1017489"/>
                  </a:lnTo>
                  <a:lnTo>
                    <a:pt x="146383" y="1013822"/>
                  </a:lnTo>
                  <a:lnTo>
                    <a:pt x="138599" y="1007723"/>
                  </a:lnTo>
                  <a:lnTo>
                    <a:pt x="134048" y="1007103"/>
                  </a:lnTo>
                  <a:lnTo>
                    <a:pt x="126035" y="1008537"/>
                  </a:lnTo>
                  <a:lnTo>
                    <a:pt x="113245" y="1012332"/>
                  </a:lnTo>
                  <a:lnTo>
                    <a:pt x="107720" y="1011072"/>
                  </a:lnTo>
                  <a:lnTo>
                    <a:pt x="103331" y="1004558"/>
                  </a:lnTo>
                  <a:lnTo>
                    <a:pt x="98281" y="996221"/>
                  </a:lnTo>
                  <a:lnTo>
                    <a:pt x="96626" y="989708"/>
                  </a:lnTo>
                  <a:lnTo>
                    <a:pt x="95993" y="981089"/>
                  </a:lnTo>
                  <a:lnTo>
                    <a:pt x="92980" y="973331"/>
                  </a:lnTo>
                  <a:lnTo>
                    <a:pt x="94889" y="969260"/>
                  </a:lnTo>
                  <a:lnTo>
                    <a:pt x="95310" y="967232"/>
                  </a:lnTo>
                  <a:lnTo>
                    <a:pt x="95139" y="964682"/>
                  </a:lnTo>
                  <a:lnTo>
                    <a:pt x="93068" y="963053"/>
                  </a:lnTo>
                  <a:lnTo>
                    <a:pt x="89421" y="962342"/>
                  </a:lnTo>
                  <a:lnTo>
                    <a:pt x="77086" y="965598"/>
                  </a:lnTo>
                  <a:lnTo>
                    <a:pt x="71540" y="965901"/>
                  </a:lnTo>
                  <a:lnTo>
                    <a:pt x="68231" y="967734"/>
                  </a:lnTo>
                  <a:lnTo>
                    <a:pt x="63018" y="971539"/>
                  </a:lnTo>
                  <a:lnTo>
                    <a:pt x="57880" y="972010"/>
                  </a:lnTo>
                  <a:lnTo>
                    <a:pt x="49003" y="963002"/>
                  </a:lnTo>
                  <a:lnTo>
                    <a:pt x="39306" y="953139"/>
                  </a:lnTo>
                  <a:lnTo>
                    <a:pt x="35239" y="939553"/>
                  </a:lnTo>
                  <a:lnTo>
                    <a:pt x="31064" y="925599"/>
                  </a:lnTo>
                  <a:lnTo>
                    <a:pt x="14499" y="917206"/>
                  </a:lnTo>
                  <a:lnTo>
                    <a:pt x="0" y="909857"/>
                  </a:lnTo>
                  <a:lnTo>
                    <a:pt x="1225044" y="90985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09" name="ph3909"/>
            <p:cNvSpPr/>
            <p:nvPr/>
          </p:nvSpPr>
          <p:spPr>
            <a:xfrm>
              <a:off x="6299037" y="1089572"/>
              <a:ext cx="1466244" cy="1235239"/>
            </a:xfrm>
            <a:custGeom>
              <a:avLst/>
              <a:gdLst/>
              <a:ahLst/>
              <a:cxnLst/>
              <a:rect l="0" t="0" r="0" b="0"/>
              <a:pathLst>
                <a:path w="1099683" h="926429">
                  <a:moveTo>
                    <a:pt x="914400" y="914399"/>
                  </a:moveTo>
                  <a:lnTo>
                    <a:pt x="910795" y="913293"/>
                  </a:lnTo>
                  <a:lnTo>
                    <a:pt x="907690" y="912428"/>
                  </a:lnTo>
                  <a:lnTo>
                    <a:pt x="905890" y="913903"/>
                  </a:lnTo>
                  <a:lnTo>
                    <a:pt x="904186" y="915874"/>
                  </a:lnTo>
                  <a:lnTo>
                    <a:pt x="902085" y="917354"/>
                  </a:lnTo>
                  <a:lnTo>
                    <a:pt x="897676" y="915260"/>
                  </a:lnTo>
                  <a:lnTo>
                    <a:pt x="894872" y="911445"/>
                  </a:lnTo>
                  <a:lnTo>
                    <a:pt x="890367" y="907512"/>
                  </a:lnTo>
                  <a:lnTo>
                    <a:pt x="888663" y="904552"/>
                  </a:lnTo>
                  <a:lnTo>
                    <a:pt x="889567" y="901111"/>
                  </a:lnTo>
                  <a:lnTo>
                    <a:pt x="891567" y="897787"/>
                  </a:lnTo>
                  <a:lnTo>
                    <a:pt x="892472" y="893849"/>
                  </a:lnTo>
                  <a:lnTo>
                    <a:pt x="890267" y="889307"/>
                  </a:lnTo>
                  <a:lnTo>
                    <a:pt x="888263" y="886721"/>
                  </a:lnTo>
                  <a:lnTo>
                    <a:pt x="886862" y="883766"/>
                  </a:lnTo>
                  <a:lnTo>
                    <a:pt x="887363" y="880939"/>
                  </a:lnTo>
                  <a:lnTo>
                    <a:pt x="890167" y="879582"/>
                  </a:lnTo>
                  <a:lnTo>
                    <a:pt x="892772" y="877857"/>
                  </a:lnTo>
                  <a:lnTo>
                    <a:pt x="893672" y="874170"/>
                  </a:lnTo>
                  <a:lnTo>
                    <a:pt x="892067" y="870232"/>
                  </a:lnTo>
                  <a:lnTo>
                    <a:pt x="887463" y="868629"/>
                  </a:lnTo>
                  <a:lnTo>
                    <a:pt x="883658" y="869243"/>
                  </a:lnTo>
                  <a:lnTo>
                    <a:pt x="878149" y="868383"/>
                  </a:lnTo>
                  <a:lnTo>
                    <a:pt x="872844" y="865925"/>
                  </a:lnTo>
                  <a:lnTo>
                    <a:pt x="869339" y="863093"/>
                  </a:lnTo>
                  <a:lnTo>
                    <a:pt x="866635" y="861490"/>
                  </a:lnTo>
                  <a:lnTo>
                    <a:pt x="864530" y="861490"/>
                  </a:lnTo>
                  <a:lnTo>
                    <a:pt x="862026" y="859892"/>
                  </a:lnTo>
                  <a:lnTo>
                    <a:pt x="860526" y="857184"/>
                  </a:lnTo>
                  <a:lnTo>
                    <a:pt x="860726" y="852754"/>
                  </a:lnTo>
                  <a:lnTo>
                    <a:pt x="861426" y="850050"/>
                  </a:lnTo>
                  <a:lnTo>
                    <a:pt x="862826" y="847710"/>
                  </a:lnTo>
                  <a:lnTo>
                    <a:pt x="862926" y="845124"/>
                  </a:lnTo>
                  <a:lnTo>
                    <a:pt x="862326" y="843275"/>
                  </a:lnTo>
                  <a:lnTo>
                    <a:pt x="862230" y="841805"/>
                  </a:lnTo>
                  <a:lnTo>
                    <a:pt x="862626" y="839957"/>
                  </a:lnTo>
                  <a:lnTo>
                    <a:pt x="863530" y="836265"/>
                  </a:lnTo>
                  <a:lnTo>
                    <a:pt x="862026" y="833561"/>
                  </a:lnTo>
                  <a:lnTo>
                    <a:pt x="861872" y="824189"/>
                  </a:lnTo>
                  <a:lnTo>
                    <a:pt x="861576" y="806655"/>
                  </a:lnTo>
                  <a:lnTo>
                    <a:pt x="861355" y="793223"/>
                  </a:lnTo>
                  <a:lnTo>
                    <a:pt x="861076" y="776340"/>
                  </a:lnTo>
                  <a:lnTo>
                    <a:pt x="860913" y="764044"/>
                  </a:lnTo>
                  <a:lnTo>
                    <a:pt x="860688" y="746818"/>
                  </a:lnTo>
                  <a:lnTo>
                    <a:pt x="860476" y="730472"/>
                  </a:lnTo>
                  <a:lnTo>
                    <a:pt x="860213" y="718489"/>
                  </a:lnTo>
                  <a:lnTo>
                    <a:pt x="1083159" y="718489"/>
                  </a:lnTo>
                  <a:lnTo>
                    <a:pt x="1083289" y="718535"/>
                  </a:lnTo>
                  <a:lnTo>
                    <a:pt x="1083432" y="718489"/>
                  </a:lnTo>
                  <a:lnTo>
                    <a:pt x="1099683" y="718489"/>
                  </a:lnTo>
                  <a:lnTo>
                    <a:pt x="1099683" y="873327"/>
                  </a:lnTo>
                  <a:lnTo>
                    <a:pt x="1094794" y="876407"/>
                  </a:lnTo>
                  <a:lnTo>
                    <a:pt x="1075588" y="883869"/>
                  </a:lnTo>
                  <a:lnTo>
                    <a:pt x="1053168" y="898110"/>
                  </a:lnTo>
                  <a:lnTo>
                    <a:pt x="1024197" y="910108"/>
                  </a:lnTo>
                  <a:lnTo>
                    <a:pt x="1018126" y="910154"/>
                  </a:lnTo>
                  <a:lnTo>
                    <a:pt x="1004970" y="900281"/>
                  </a:lnTo>
                  <a:lnTo>
                    <a:pt x="1008650" y="895785"/>
                  </a:lnTo>
                  <a:lnTo>
                    <a:pt x="1012071" y="889691"/>
                  </a:lnTo>
                  <a:lnTo>
                    <a:pt x="1008800" y="891448"/>
                  </a:lnTo>
                  <a:lnTo>
                    <a:pt x="1006678" y="894090"/>
                  </a:lnTo>
                  <a:lnTo>
                    <a:pt x="998744" y="898330"/>
                  </a:lnTo>
                  <a:lnTo>
                    <a:pt x="1005178" y="906539"/>
                  </a:lnTo>
                  <a:lnTo>
                    <a:pt x="1002070" y="909617"/>
                  </a:lnTo>
                  <a:lnTo>
                    <a:pt x="992868" y="913662"/>
                  </a:lnTo>
                  <a:lnTo>
                    <a:pt x="984300" y="919515"/>
                  </a:lnTo>
                  <a:lnTo>
                    <a:pt x="976799" y="923428"/>
                  </a:lnTo>
                  <a:lnTo>
                    <a:pt x="970732" y="918450"/>
                  </a:lnTo>
                  <a:lnTo>
                    <a:pt x="953984" y="924739"/>
                  </a:lnTo>
                  <a:lnTo>
                    <a:pt x="939878" y="926429"/>
                  </a:lnTo>
                  <a:lnTo>
                    <a:pt x="936827" y="923243"/>
                  </a:lnTo>
                  <a:lnTo>
                    <a:pt x="935932" y="918215"/>
                  </a:lnTo>
                  <a:lnTo>
                    <a:pt x="930993" y="917001"/>
                  </a:lnTo>
                  <a:lnTo>
                    <a:pt x="921817" y="918389"/>
                  </a:lnTo>
                  <a:lnTo>
                    <a:pt x="918338" y="91571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10" name="ph3910"/>
            <p:cNvSpPr/>
            <p:nvPr/>
          </p:nvSpPr>
          <p:spPr>
            <a:xfrm>
              <a:off x="6009260" y="836066"/>
              <a:ext cx="1225564" cy="1497614"/>
            </a:xfrm>
            <a:custGeom>
              <a:avLst/>
              <a:gdLst/>
              <a:ahLst/>
              <a:cxnLst/>
              <a:rect l="0" t="0" r="0" b="0"/>
              <a:pathLst>
                <a:path w="919173" h="1123210">
                  <a:moveTo>
                    <a:pt x="914400" y="914400"/>
                  </a:moveTo>
                  <a:lnTo>
                    <a:pt x="901239" y="930336"/>
                  </a:lnTo>
                  <a:lnTo>
                    <a:pt x="889634" y="944388"/>
                  </a:lnTo>
                  <a:lnTo>
                    <a:pt x="887029" y="958808"/>
                  </a:lnTo>
                  <a:lnTo>
                    <a:pt x="884558" y="972481"/>
                  </a:lnTo>
                  <a:lnTo>
                    <a:pt x="874957" y="982887"/>
                  </a:lnTo>
                  <a:lnTo>
                    <a:pt x="869102" y="992427"/>
                  </a:lnTo>
                  <a:lnTo>
                    <a:pt x="866489" y="1003007"/>
                  </a:lnTo>
                  <a:lnTo>
                    <a:pt x="864305" y="1012721"/>
                  </a:lnTo>
                  <a:lnTo>
                    <a:pt x="864139" y="1020853"/>
                  </a:lnTo>
                  <a:lnTo>
                    <a:pt x="865785" y="1025119"/>
                  </a:lnTo>
                  <a:lnTo>
                    <a:pt x="865010" y="1028586"/>
                  </a:lnTo>
                  <a:lnTo>
                    <a:pt x="861834" y="1032575"/>
                  </a:lnTo>
                  <a:lnTo>
                    <a:pt x="855483" y="1039514"/>
                  </a:lnTo>
                  <a:lnTo>
                    <a:pt x="854354" y="1046191"/>
                  </a:lnTo>
                  <a:lnTo>
                    <a:pt x="850470" y="1049484"/>
                  </a:lnTo>
                  <a:lnTo>
                    <a:pt x="839394" y="1056075"/>
                  </a:lnTo>
                  <a:lnTo>
                    <a:pt x="830359" y="1065789"/>
                  </a:lnTo>
                  <a:lnTo>
                    <a:pt x="829917" y="1071289"/>
                  </a:lnTo>
                  <a:lnTo>
                    <a:pt x="831222" y="1075857"/>
                  </a:lnTo>
                  <a:lnTo>
                    <a:pt x="831422" y="1078694"/>
                  </a:lnTo>
                  <a:lnTo>
                    <a:pt x="829617" y="1080671"/>
                  </a:lnTo>
                  <a:lnTo>
                    <a:pt x="826000" y="1080542"/>
                  </a:lnTo>
                  <a:lnTo>
                    <a:pt x="822087" y="1081162"/>
                  </a:lnTo>
                  <a:lnTo>
                    <a:pt x="818791" y="1085213"/>
                  </a:lnTo>
                  <a:lnTo>
                    <a:pt x="818874" y="1091030"/>
                  </a:lnTo>
                  <a:lnTo>
                    <a:pt x="816466" y="1095224"/>
                  </a:lnTo>
                  <a:lnTo>
                    <a:pt x="813653" y="1096090"/>
                  </a:lnTo>
                  <a:lnTo>
                    <a:pt x="811244" y="1093125"/>
                  </a:lnTo>
                  <a:lnTo>
                    <a:pt x="808348" y="1088680"/>
                  </a:lnTo>
                  <a:lnTo>
                    <a:pt x="804956" y="1088244"/>
                  </a:lnTo>
                  <a:lnTo>
                    <a:pt x="799805" y="1091194"/>
                  </a:lnTo>
                  <a:lnTo>
                    <a:pt x="793454" y="1096049"/>
                  </a:lnTo>
                  <a:lnTo>
                    <a:pt x="787741" y="1096310"/>
                  </a:lnTo>
                  <a:lnTo>
                    <a:pt x="777015" y="1093191"/>
                  </a:lnTo>
                  <a:lnTo>
                    <a:pt x="769184" y="1102603"/>
                  </a:lnTo>
                  <a:lnTo>
                    <a:pt x="760779" y="1122821"/>
                  </a:lnTo>
                  <a:lnTo>
                    <a:pt x="725266" y="1122872"/>
                  </a:lnTo>
                  <a:lnTo>
                    <a:pt x="689753" y="1122923"/>
                  </a:lnTo>
                  <a:lnTo>
                    <a:pt x="654236" y="1122974"/>
                  </a:lnTo>
                  <a:lnTo>
                    <a:pt x="618723" y="1123026"/>
                  </a:lnTo>
                  <a:lnTo>
                    <a:pt x="583210" y="1123072"/>
                  </a:lnTo>
                  <a:lnTo>
                    <a:pt x="547696" y="1123123"/>
                  </a:lnTo>
                  <a:lnTo>
                    <a:pt x="512183" y="1123174"/>
                  </a:lnTo>
                  <a:lnTo>
                    <a:pt x="492310" y="1123205"/>
                  </a:lnTo>
                  <a:lnTo>
                    <a:pt x="488414" y="1123210"/>
                  </a:lnTo>
                  <a:lnTo>
                    <a:pt x="500582" y="1119251"/>
                  </a:lnTo>
                  <a:lnTo>
                    <a:pt x="525952" y="1103868"/>
                  </a:lnTo>
                  <a:lnTo>
                    <a:pt x="544663" y="1098297"/>
                  </a:lnTo>
                  <a:lnTo>
                    <a:pt x="568999" y="1082140"/>
                  </a:lnTo>
                  <a:lnTo>
                    <a:pt x="586627" y="1079032"/>
                  </a:lnTo>
                  <a:lnTo>
                    <a:pt x="589981" y="1075478"/>
                  </a:lnTo>
                  <a:lnTo>
                    <a:pt x="592936" y="1062076"/>
                  </a:lnTo>
                  <a:lnTo>
                    <a:pt x="594549" y="1057299"/>
                  </a:lnTo>
                  <a:lnTo>
                    <a:pt x="602779" y="1044138"/>
                  </a:lnTo>
                  <a:lnTo>
                    <a:pt x="612663" y="1033036"/>
                  </a:lnTo>
                  <a:lnTo>
                    <a:pt x="620640" y="1017683"/>
                  </a:lnTo>
                  <a:lnTo>
                    <a:pt x="635116" y="1007872"/>
                  </a:lnTo>
                  <a:lnTo>
                    <a:pt x="657007" y="999668"/>
                  </a:lnTo>
                  <a:lnTo>
                    <a:pt x="677255" y="981750"/>
                  </a:lnTo>
                  <a:lnTo>
                    <a:pt x="688353" y="976286"/>
                  </a:lnTo>
                  <a:lnTo>
                    <a:pt x="699108" y="972373"/>
                  </a:lnTo>
                  <a:lnTo>
                    <a:pt x="703626" y="965091"/>
                  </a:lnTo>
                  <a:lnTo>
                    <a:pt x="710276" y="960928"/>
                  </a:lnTo>
                  <a:lnTo>
                    <a:pt x="728058" y="952463"/>
                  </a:lnTo>
                  <a:lnTo>
                    <a:pt x="747656" y="950174"/>
                  </a:lnTo>
                  <a:lnTo>
                    <a:pt x="767463" y="943148"/>
                  </a:lnTo>
                  <a:lnTo>
                    <a:pt x="782657" y="939425"/>
                  </a:lnTo>
                  <a:lnTo>
                    <a:pt x="791975" y="932835"/>
                  </a:lnTo>
                  <a:lnTo>
                    <a:pt x="805522" y="929363"/>
                  </a:lnTo>
                  <a:lnTo>
                    <a:pt x="845957" y="910451"/>
                  </a:lnTo>
                  <a:lnTo>
                    <a:pt x="848279" y="908618"/>
                  </a:lnTo>
                  <a:lnTo>
                    <a:pt x="919173" y="90861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11" name="ph3911"/>
            <p:cNvSpPr/>
            <p:nvPr/>
          </p:nvSpPr>
          <p:spPr>
            <a:xfrm>
              <a:off x="6536203" y="1293002"/>
              <a:ext cx="1229079" cy="1248443"/>
            </a:xfrm>
            <a:custGeom>
              <a:avLst/>
              <a:gdLst/>
              <a:ahLst/>
              <a:cxnLst/>
              <a:rect l="0" t="0" r="0" b="0"/>
              <a:pathLst>
                <a:path w="921809" h="936332">
                  <a:moveTo>
                    <a:pt x="914400" y="914400"/>
                  </a:moveTo>
                  <a:lnTo>
                    <a:pt x="907124" y="913959"/>
                  </a:lnTo>
                  <a:lnTo>
                    <a:pt x="901760" y="914446"/>
                  </a:lnTo>
                  <a:lnTo>
                    <a:pt x="893680" y="920596"/>
                  </a:lnTo>
                  <a:lnTo>
                    <a:pt x="892426" y="933024"/>
                  </a:lnTo>
                  <a:lnTo>
                    <a:pt x="888859" y="931380"/>
                  </a:lnTo>
                  <a:lnTo>
                    <a:pt x="885237" y="931785"/>
                  </a:lnTo>
                  <a:lnTo>
                    <a:pt x="883366" y="935687"/>
                  </a:lnTo>
                  <a:lnTo>
                    <a:pt x="880699" y="936332"/>
                  </a:lnTo>
                  <a:lnTo>
                    <a:pt x="873636" y="932640"/>
                  </a:lnTo>
                  <a:lnTo>
                    <a:pt x="865318" y="934658"/>
                  </a:lnTo>
                  <a:lnTo>
                    <a:pt x="858813" y="931857"/>
                  </a:lnTo>
                  <a:lnTo>
                    <a:pt x="850520" y="913647"/>
                  </a:lnTo>
                  <a:lnTo>
                    <a:pt x="846115" y="907266"/>
                  </a:lnTo>
                  <a:lnTo>
                    <a:pt x="838306" y="905207"/>
                  </a:lnTo>
                  <a:lnTo>
                    <a:pt x="836281" y="909058"/>
                  </a:lnTo>
                  <a:lnTo>
                    <a:pt x="833251" y="912827"/>
                  </a:lnTo>
                  <a:lnTo>
                    <a:pt x="825734" y="905315"/>
                  </a:lnTo>
                  <a:lnTo>
                    <a:pt x="820033" y="877432"/>
                  </a:lnTo>
                  <a:lnTo>
                    <a:pt x="819987" y="870703"/>
                  </a:lnTo>
                  <a:lnTo>
                    <a:pt x="827967" y="847249"/>
                  </a:lnTo>
                  <a:lnTo>
                    <a:pt x="847728" y="826135"/>
                  </a:lnTo>
                  <a:lnTo>
                    <a:pt x="841419" y="825429"/>
                  </a:lnTo>
                  <a:lnTo>
                    <a:pt x="823971" y="840069"/>
                  </a:lnTo>
                  <a:lnTo>
                    <a:pt x="825771" y="836526"/>
                  </a:lnTo>
                  <a:lnTo>
                    <a:pt x="828730" y="832834"/>
                  </a:lnTo>
                  <a:lnTo>
                    <a:pt x="834614" y="826878"/>
                  </a:lnTo>
                  <a:lnTo>
                    <a:pt x="843544" y="821281"/>
                  </a:lnTo>
                  <a:lnTo>
                    <a:pt x="855437" y="818019"/>
                  </a:lnTo>
                  <a:lnTo>
                    <a:pt x="863618" y="817522"/>
                  </a:lnTo>
                  <a:lnTo>
                    <a:pt x="869256" y="814429"/>
                  </a:lnTo>
                  <a:lnTo>
                    <a:pt x="877428" y="808950"/>
                  </a:lnTo>
                  <a:lnTo>
                    <a:pt x="878945" y="806041"/>
                  </a:lnTo>
                  <a:lnTo>
                    <a:pt x="871698" y="809385"/>
                  </a:lnTo>
                  <a:lnTo>
                    <a:pt x="859659" y="812678"/>
                  </a:lnTo>
                  <a:lnTo>
                    <a:pt x="862747" y="808361"/>
                  </a:lnTo>
                  <a:lnTo>
                    <a:pt x="865760" y="806051"/>
                  </a:lnTo>
                  <a:lnTo>
                    <a:pt x="921809" y="773112"/>
                  </a:lnTo>
                  <a:lnTo>
                    <a:pt x="921809" y="90869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12" name="ph3912"/>
            <p:cNvSpPr/>
            <p:nvPr/>
          </p:nvSpPr>
          <p:spPr>
            <a:xfrm>
              <a:off x="6395405" y="1218872"/>
              <a:ext cx="1232145" cy="1219200"/>
            </a:xfrm>
            <a:custGeom>
              <a:avLst/>
              <a:gdLst/>
              <a:ahLst/>
              <a:cxnLst/>
              <a:rect l="0" t="0" r="0" b="0"/>
              <a:pathLst>
                <a:path w="924109" h="914400">
                  <a:moveTo>
                    <a:pt x="914400" y="914400"/>
                  </a:moveTo>
                  <a:lnTo>
                    <a:pt x="915441" y="910805"/>
                  </a:lnTo>
                  <a:lnTo>
                    <a:pt x="920684" y="901638"/>
                  </a:lnTo>
                  <a:lnTo>
                    <a:pt x="924109" y="900271"/>
                  </a:lnTo>
                  <a:lnTo>
                    <a:pt x="918696" y="91073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13" name="ph3913"/>
            <p:cNvSpPr/>
            <p:nvPr/>
          </p:nvSpPr>
          <p:spPr>
            <a:xfrm>
              <a:off x="6330208" y="1166911"/>
              <a:ext cx="1236457" cy="1219200"/>
            </a:xfrm>
            <a:custGeom>
              <a:avLst/>
              <a:gdLst/>
              <a:ahLst/>
              <a:cxnLst/>
              <a:rect l="0" t="0" r="0" b="0"/>
              <a:pathLst>
                <a:path w="927343" h="914400">
                  <a:moveTo>
                    <a:pt x="914400" y="914400"/>
                  </a:moveTo>
                  <a:lnTo>
                    <a:pt x="918867" y="900240"/>
                  </a:lnTo>
                  <a:lnTo>
                    <a:pt x="922501" y="895893"/>
                  </a:lnTo>
                  <a:lnTo>
                    <a:pt x="927343" y="897357"/>
                  </a:lnTo>
                  <a:lnTo>
                    <a:pt x="926664" y="905914"/>
                  </a:lnTo>
                  <a:lnTo>
                    <a:pt x="925884" y="90885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14" name="ph3914"/>
            <p:cNvSpPr/>
            <p:nvPr/>
          </p:nvSpPr>
          <p:spPr>
            <a:xfrm>
              <a:off x="5562505" y="1052216"/>
              <a:ext cx="1238257" cy="1220279"/>
            </a:xfrm>
            <a:custGeom>
              <a:avLst/>
              <a:gdLst/>
              <a:ahLst/>
              <a:cxnLst/>
              <a:rect l="0" t="0" r="0" b="0"/>
              <a:pathLst>
                <a:path w="928693" h="915209">
                  <a:moveTo>
                    <a:pt x="914400" y="914400"/>
                  </a:moveTo>
                  <a:lnTo>
                    <a:pt x="903152" y="912459"/>
                  </a:lnTo>
                  <a:lnTo>
                    <a:pt x="890788" y="915152"/>
                  </a:lnTo>
                  <a:lnTo>
                    <a:pt x="887346" y="915209"/>
                  </a:lnTo>
                  <a:lnTo>
                    <a:pt x="896530" y="907415"/>
                  </a:lnTo>
                  <a:lnTo>
                    <a:pt x="910653" y="902621"/>
                  </a:lnTo>
                  <a:lnTo>
                    <a:pt x="924734" y="887965"/>
                  </a:lnTo>
                  <a:lnTo>
                    <a:pt x="928693" y="887592"/>
                  </a:lnTo>
                  <a:lnTo>
                    <a:pt x="923334" y="904194"/>
                  </a:lnTo>
                  <a:lnTo>
                    <a:pt x="922242" y="910129"/>
                  </a:lnTo>
                  <a:lnTo>
                    <a:pt x="920975" y="91230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15" name="ph3915"/>
            <p:cNvSpPr/>
            <p:nvPr/>
          </p:nvSpPr>
          <p:spPr>
            <a:xfrm>
              <a:off x="5542892" y="1036028"/>
              <a:ext cx="1246915" cy="1219200"/>
            </a:xfrm>
            <a:custGeom>
              <a:avLst/>
              <a:gdLst/>
              <a:ahLst/>
              <a:cxnLst/>
              <a:rect l="0" t="0" r="0" b="0"/>
              <a:pathLst>
                <a:path w="935186" h="914400">
                  <a:moveTo>
                    <a:pt x="914400" y="914400"/>
                  </a:moveTo>
                  <a:lnTo>
                    <a:pt x="910832" y="913488"/>
                  </a:lnTo>
                  <a:lnTo>
                    <a:pt x="922188" y="903185"/>
                  </a:lnTo>
                  <a:lnTo>
                    <a:pt x="935186" y="900809"/>
                  </a:lnTo>
                  <a:lnTo>
                    <a:pt x="924693" y="91223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16" name="ph3916"/>
            <p:cNvSpPr/>
            <p:nvPr/>
          </p:nvSpPr>
          <p:spPr>
            <a:xfrm>
              <a:off x="5850049" y="854248"/>
              <a:ext cx="1252299" cy="1219200"/>
            </a:xfrm>
            <a:custGeom>
              <a:avLst/>
              <a:gdLst/>
              <a:ahLst/>
              <a:cxnLst/>
              <a:rect l="0" t="0" r="0" b="0"/>
              <a:pathLst>
                <a:path w="939224" h="914400">
                  <a:moveTo>
                    <a:pt x="914400" y="914400"/>
                  </a:moveTo>
                  <a:lnTo>
                    <a:pt x="916250" y="910759"/>
                  </a:lnTo>
                  <a:lnTo>
                    <a:pt x="926843" y="904270"/>
                  </a:lnTo>
                  <a:lnTo>
                    <a:pt x="934627" y="900634"/>
                  </a:lnTo>
                  <a:lnTo>
                    <a:pt x="939224" y="900711"/>
                  </a:lnTo>
                  <a:lnTo>
                    <a:pt x="931739" y="908664"/>
                  </a:lnTo>
                  <a:lnTo>
                    <a:pt x="922159" y="91354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17" name="ph3917"/>
            <p:cNvSpPr/>
            <p:nvPr/>
          </p:nvSpPr>
          <p:spPr>
            <a:xfrm>
              <a:off x="5105900" y="4019877"/>
              <a:ext cx="1233045" cy="1250882"/>
            </a:xfrm>
            <a:custGeom>
              <a:avLst/>
              <a:gdLst/>
              <a:ahLst/>
              <a:cxnLst/>
              <a:rect l="0" t="0" r="0" b="0"/>
              <a:pathLst>
                <a:path w="924784" h="938161">
                  <a:moveTo>
                    <a:pt x="914400" y="914400"/>
                  </a:moveTo>
                  <a:lnTo>
                    <a:pt x="905940" y="921016"/>
                  </a:lnTo>
                  <a:lnTo>
                    <a:pt x="912087" y="925737"/>
                  </a:lnTo>
                  <a:lnTo>
                    <a:pt x="917879" y="915470"/>
                  </a:lnTo>
                  <a:lnTo>
                    <a:pt x="922476" y="923812"/>
                  </a:lnTo>
                  <a:lnTo>
                    <a:pt x="924784" y="938161"/>
                  </a:lnTo>
                  <a:lnTo>
                    <a:pt x="898674" y="938161"/>
                  </a:lnTo>
                  <a:lnTo>
                    <a:pt x="897664" y="933926"/>
                  </a:lnTo>
                  <a:lnTo>
                    <a:pt x="892388" y="928625"/>
                  </a:lnTo>
                  <a:lnTo>
                    <a:pt x="885062" y="915106"/>
                  </a:lnTo>
                  <a:lnTo>
                    <a:pt x="889317" y="911619"/>
                  </a:lnTo>
                  <a:lnTo>
                    <a:pt x="894989" y="912781"/>
                  </a:lnTo>
                  <a:lnTo>
                    <a:pt x="897893" y="911153"/>
                  </a:lnTo>
                  <a:lnTo>
                    <a:pt x="905757" y="909852"/>
                  </a:lnTo>
                  <a:lnTo>
                    <a:pt x="910532" y="908003"/>
                  </a:lnTo>
                  <a:lnTo>
                    <a:pt x="914266" y="9119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18" name="ph3918"/>
            <p:cNvSpPr/>
            <p:nvPr/>
          </p:nvSpPr>
          <p:spPr>
            <a:xfrm>
              <a:off x="5152524" y="3786506"/>
              <a:ext cx="1242885" cy="1219200"/>
            </a:xfrm>
            <a:custGeom>
              <a:avLst/>
              <a:gdLst/>
              <a:ahLst/>
              <a:cxnLst/>
              <a:rect l="0" t="0" r="0" b="0"/>
              <a:pathLst>
                <a:path w="932164" h="914400">
                  <a:moveTo>
                    <a:pt x="914400" y="914400"/>
                  </a:moveTo>
                  <a:lnTo>
                    <a:pt x="906990" y="903897"/>
                  </a:lnTo>
                  <a:lnTo>
                    <a:pt x="901023" y="900844"/>
                  </a:lnTo>
                  <a:lnTo>
                    <a:pt x="910345" y="893419"/>
                  </a:lnTo>
                  <a:lnTo>
                    <a:pt x="914370" y="887038"/>
                  </a:lnTo>
                  <a:lnTo>
                    <a:pt x="914287" y="873120"/>
                  </a:lnTo>
                  <a:lnTo>
                    <a:pt x="916562" y="865495"/>
                  </a:lnTo>
                  <a:lnTo>
                    <a:pt x="915791" y="858894"/>
                  </a:lnTo>
                  <a:lnTo>
                    <a:pt x="917846" y="852155"/>
                  </a:lnTo>
                  <a:lnTo>
                    <a:pt x="915066" y="844586"/>
                  </a:lnTo>
                  <a:lnTo>
                    <a:pt x="907274" y="838584"/>
                  </a:lnTo>
                  <a:lnTo>
                    <a:pt x="891855" y="814711"/>
                  </a:lnTo>
                  <a:lnTo>
                    <a:pt x="867497" y="808914"/>
                  </a:lnTo>
                  <a:lnTo>
                    <a:pt x="854887" y="808673"/>
                  </a:lnTo>
                  <a:lnTo>
                    <a:pt x="861817" y="804843"/>
                  </a:lnTo>
                  <a:lnTo>
                    <a:pt x="868218" y="805309"/>
                  </a:lnTo>
                  <a:lnTo>
                    <a:pt x="878070" y="807587"/>
                  </a:lnTo>
                  <a:lnTo>
                    <a:pt x="889867" y="808688"/>
                  </a:lnTo>
                  <a:lnTo>
                    <a:pt x="897076" y="815714"/>
                  </a:lnTo>
                  <a:lnTo>
                    <a:pt x="903961" y="825029"/>
                  </a:lnTo>
                  <a:lnTo>
                    <a:pt x="910178" y="828798"/>
                  </a:lnTo>
                  <a:lnTo>
                    <a:pt x="912737" y="831195"/>
                  </a:lnTo>
                  <a:lnTo>
                    <a:pt x="912449" y="833899"/>
                  </a:lnTo>
                  <a:lnTo>
                    <a:pt x="913483" y="836439"/>
                  </a:lnTo>
                  <a:lnTo>
                    <a:pt x="921596" y="840797"/>
                  </a:lnTo>
                  <a:lnTo>
                    <a:pt x="929768" y="847833"/>
                  </a:lnTo>
                  <a:lnTo>
                    <a:pt x="932164" y="868465"/>
                  </a:lnTo>
                  <a:lnTo>
                    <a:pt x="921155" y="878230"/>
                  </a:lnTo>
                  <a:lnTo>
                    <a:pt x="919129" y="908106"/>
                  </a:lnTo>
                  <a:lnTo>
                    <a:pt x="916175" y="91348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19" name="ph3919"/>
            <p:cNvSpPr/>
            <p:nvPr/>
          </p:nvSpPr>
          <p:spPr>
            <a:xfrm>
              <a:off x="5095672" y="3969569"/>
              <a:ext cx="1220444" cy="1260994"/>
            </a:xfrm>
            <a:custGeom>
              <a:avLst/>
              <a:gdLst/>
              <a:ahLst/>
              <a:cxnLst/>
              <a:rect l="0" t="0" r="0" b="0"/>
              <a:pathLst>
                <a:path w="915333" h="945745">
                  <a:moveTo>
                    <a:pt x="914399" y="914400"/>
                  </a:moveTo>
                  <a:lnTo>
                    <a:pt x="915333" y="923899"/>
                  </a:lnTo>
                  <a:lnTo>
                    <a:pt x="914470" y="927284"/>
                  </a:lnTo>
                  <a:lnTo>
                    <a:pt x="905236" y="933634"/>
                  </a:lnTo>
                  <a:lnTo>
                    <a:pt x="902865" y="937182"/>
                  </a:lnTo>
                  <a:lnTo>
                    <a:pt x="894159" y="940762"/>
                  </a:lnTo>
                  <a:lnTo>
                    <a:pt x="888892" y="945745"/>
                  </a:lnTo>
                  <a:lnTo>
                    <a:pt x="886254" y="937648"/>
                  </a:lnTo>
                  <a:lnTo>
                    <a:pt x="881141" y="932645"/>
                  </a:lnTo>
                  <a:lnTo>
                    <a:pt x="880282" y="924139"/>
                  </a:lnTo>
                  <a:lnTo>
                    <a:pt x="876374" y="927012"/>
                  </a:lnTo>
                  <a:lnTo>
                    <a:pt x="870740" y="925261"/>
                  </a:lnTo>
                  <a:lnTo>
                    <a:pt x="861447" y="918819"/>
                  </a:lnTo>
                  <a:lnTo>
                    <a:pt x="855575" y="910072"/>
                  </a:lnTo>
                  <a:lnTo>
                    <a:pt x="863801" y="908557"/>
                  </a:lnTo>
                  <a:lnTo>
                    <a:pt x="865501" y="913990"/>
                  </a:lnTo>
                  <a:lnTo>
                    <a:pt x="872011" y="907322"/>
                  </a:lnTo>
                  <a:lnTo>
                    <a:pt x="870531" y="903809"/>
                  </a:lnTo>
                  <a:lnTo>
                    <a:pt x="869356" y="903359"/>
                  </a:lnTo>
                  <a:lnTo>
                    <a:pt x="867222" y="896825"/>
                  </a:lnTo>
                  <a:lnTo>
                    <a:pt x="877015" y="879710"/>
                  </a:lnTo>
                  <a:lnTo>
                    <a:pt x="879128" y="868670"/>
                  </a:lnTo>
                  <a:lnTo>
                    <a:pt x="874686" y="850956"/>
                  </a:lnTo>
                  <a:lnTo>
                    <a:pt x="878832" y="849794"/>
                  </a:lnTo>
                  <a:lnTo>
                    <a:pt x="889884" y="856006"/>
                  </a:lnTo>
                  <a:lnTo>
                    <a:pt x="894834" y="862120"/>
                  </a:lnTo>
                  <a:lnTo>
                    <a:pt x="894997" y="870513"/>
                  </a:lnTo>
                  <a:lnTo>
                    <a:pt x="899643" y="877012"/>
                  </a:lnTo>
                  <a:lnTo>
                    <a:pt x="906369" y="892579"/>
                  </a:lnTo>
                  <a:lnTo>
                    <a:pt x="914587" y="90170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20" name="ph3920"/>
            <p:cNvSpPr/>
            <p:nvPr/>
          </p:nvSpPr>
          <p:spPr>
            <a:xfrm>
              <a:off x="5024473" y="3674290"/>
              <a:ext cx="1270323" cy="1246784"/>
            </a:xfrm>
            <a:custGeom>
              <a:avLst/>
              <a:gdLst/>
              <a:ahLst/>
              <a:cxnLst/>
              <a:rect l="0" t="0" r="0" b="0"/>
              <a:pathLst>
                <a:path w="952742" h="935088">
                  <a:moveTo>
                    <a:pt x="914399" y="914400"/>
                  </a:moveTo>
                  <a:lnTo>
                    <a:pt x="919938" y="913954"/>
                  </a:lnTo>
                  <a:lnTo>
                    <a:pt x="923259" y="911808"/>
                  </a:lnTo>
                  <a:lnTo>
                    <a:pt x="938557" y="912684"/>
                  </a:lnTo>
                  <a:lnTo>
                    <a:pt x="950909" y="909545"/>
                  </a:lnTo>
                  <a:lnTo>
                    <a:pt x="952742" y="915116"/>
                  </a:lnTo>
                  <a:lnTo>
                    <a:pt x="952430" y="918025"/>
                  </a:lnTo>
                  <a:lnTo>
                    <a:pt x="926164" y="920755"/>
                  </a:lnTo>
                  <a:lnTo>
                    <a:pt x="902069" y="928933"/>
                  </a:lnTo>
                  <a:lnTo>
                    <a:pt x="888863" y="934473"/>
                  </a:lnTo>
                  <a:lnTo>
                    <a:pt x="882658" y="935088"/>
                  </a:lnTo>
                  <a:lnTo>
                    <a:pt x="877915" y="932174"/>
                  </a:lnTo>
                  <a:lnTo>
                    <a:pt x="862005" y="915285"/>
                  </a:lnTo>
                  <a:lnTo>
                    <a:pt x="866260" y="916970"/>
                  </a:lnTo>
                  <a:lnTo>
                    <a:pt x="878015" y="926516"/>
                  </a:lnTo>
                  <a:lnTo>
                    <a:pt x="885316" y="924774"/>
                  </a:lnTo>
                  <a:lnTo>
                    <a:pt x="892080" y="918466"/>
                  </a:lnTo>
                  <a:lnTo>
                    <a:pt x="893113" y="913698"/>
                  </a:lnTo>
                  <a:lnTo>
                    <a:pt x="892105" y="911440"/>
                  </a:lnTo>
                  <a:lnTo>
                    <a:pt x="895164" y="903912"/>
                  </a:lnTo>
                  <a:lnTo>
                    <a:pt x="904061" y="91113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21" name="ph3921"/>
            <p:cNvSpPr/>
            <p:nvPr/>
          </p:nvSpPr>
          <p:spPr>
            <a:xfrm>
              <a:off x="5128164" y="3912686"/>
              <a:ext cx="1240975" cy="1219199"/>
            </a:xfrm>
            <a:custGeom>
              <a:avLst/>
              <a:gdLst/>
              <a:ahLst/>
              <a:cxnLst/>
              <a:rect l="0" t="0" r="0" b="0"/>
              <a:pathLst>
                <a:path w="930731" h="914399">
                  <a:moveTo>
                    <a:pt x="914400" y="914399"/>
                  </a:moveTo>
                  <a:lnTo>
                    <a:pt x="907511" y="912254"/>
                  </a:lnTo>
                  <a:lnTo>
                    <a:pt x="905744" y="910528"/>
                  </a:lnTo>
                  <a:lnTo>
                    <a:pt x="908695" y="907630"/>
                  </a:lnTo>
                  <a:lnTo>
                    <a:pt x="915187" y="905213"/>
                  </a:lnTo>
                  <a:lnTo>
                    <a:pt x="925613" y="904972"/>
                  </a:lnTo>
                  <a:lnTo>
                    <a:pt x="930181" y="907829"/>
                  </a:lnTo>
                  <a:lnTo>
                    <a:pt x="930731" y="909079"/>
                  </a:lnTo>
                  <a:lnTo>
                    <a:pt x="924038" y="91222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22" name="ph3922"/>
            <p:cNvSpPr/>
            <p:nvPr/>
          </p:nvSpPr>
          <p:spPr>
            <a:xfrm>
              <a:off x="5467412" y="4051558"/>
              <a:ext cx="1224864" cy="1219199"/>
            </a:xfrm>
            <a:custGeom>
              <a:avLst/>
              <a:gdLst/>
              <a:ahLst/>
              <a:cxnLst/>
              <a:rect l="0" t="0" r="0" b="0"/>
              <a:pathLst>
                <a:path w="918648" h="914399">
                  <a:moveTo>
                    <a:pt x="914400" y="914399"/>
                  </a:moveTo>
                  <a:lnTo>
                    <a:pt x="908748" y="914399"/>
                  </a:lnTo>
                  <a:lnTo>
                    <a:pt x="910331" y="903379"/>
                  </a:lnTo>
                  <a:lnTo>
                    <a:pt x="915015" y="901116"/>
                  </a:lnTo>
                  <a:lnTo>
                    <a:pt x="916852" y="901239"/>
                  </a:lnTo>
                  <a:lnTo>
                    <a:pt x="918648" y="90726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23" name="ph3923"/>
            <p:cNvSpPr/>
            <p:nvPr/>
          </p:nvSpPr>
          <p:spPr>
            <a:xfrm>
              <a:off x="5239257" y="3859340"/>
              <a:ext cx="1261221" cy="1320607"/>
            </a:xfrm>
            <a:custGeom>
              <a:avLst/>
              <a:gdLst/>
              <a:ahLst/>
              <a:cxnLst/>
              <a:rect l="0" t="0" r="0" b="0"/>
              <a:pathLst>
                <a:path w="945916" h="990455">
                  <a:moveTo>
                    <a:pt x="914400" y="914400"/>
                  </a:moveTo>
                  <a:lnTo>
                    <a:pt x="926384" y="918865"/>
                  </a:lnTo>
                  <a:lnTo>
                    <a:pt x="939340" y="933675"/>
                  </a:lnTo>
                  <a:lnTo>
                    <a:pt x="944920" y="938949"/>
                  </a:lnTo>
                  <a:lnTo>
                    <a:pt x="945916" y="943753"/>
                  </a:lnTo>
                  <a:lnTo>
                    <a:pt x="943733" y="965680"/>
                  </a:lnTo>
                  <a:lnTo>
                    <a:pt x="940820" y="978882"/>
                  </a:lnTo>
                  <a:lnTo>
                    <a:pt x="941257" y="990455"/>
                  </a:lnTo>
                  <a:lnTo>
                    <a:pt x="938215" y="987029"/>
                  </a:lnTo>
                  <a:lnTo>
                    <a:pt x="935140" y="979450"/>
                  </a:lnTo>
                  <a:lnTo>
                    <a:pt x="930097" y="975093"/>
                  </a:lnTo>
                  <a:lnTo>
                    <a:pt x="928418" y="972809"/>
                  </a:lnTo>
                  <a:lnTo>
                    <a:pt x="937482" y="972307"/>
                  </a:lnTo>
                  <a:lnTo>
                    <a:pt x="938286" y="960375"/>
                  </a:lnTo>
                  <a:lnTo>
                    <a:pt x="942707" y="950963"/>
                  </a:lnTo>
                  <a:lnTo>
                    <a:pt x="942037" y="941172"/>
                  </a:lnTo>
                  <a:lnTo>
                    <a:pt x="931460" y="930392"/>
                  </a:lnTo>
                  <a:lnTo>
                    <a:pt x="924209" y="920903"/>
                  </a:lnTo>
                  <a:lnTo>
                    <a:pt x="913062" y="917866"/>
                  </a:lnTo>
                  <a:lnTo>
                    <a:pt x="902752" y="908418"/>
                  </a:lnTo>
                  <a:lnTo>
                    <a:pt x="896601" y="907256"/>
                  </a:lnTo>
                  <a:lnTo>
                    <a:pt x="889100" y="908920"/>
                  </a:lnTo>
                  <a:lnTo>
                    <a:pt x="891809" y="903287"/>
                  </a:lnTo>
                  <a:lnTo>
                    <a:pt x="893684" y="895836"/>
                  </a:lnTo>
                  <a:lnTo>
                    <a:pt x="895059" y="894443"/>
                  </a:lnTo>
                  <a:lnTo>
                    <a:pt x="900352" y="90257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24" name="ph3924"/>
            <p:cNvSpPr/>
            <p:nvPr/>
          </p:nvSpPr>
          <p:spPr>
            <a:xfrm>
              <a:off x="5373813" y="4030700"/>
              <a:ext cx="1219200" cy="1220614"/>
            </a:xfrm>
            <a:custGeom>
              <a:avLst/>
              <a:gdLst/>
              <a:ahLst/>
              <a:cxnLst/>
              <a:rect l="0" t="0" r="0" b="0"/>
              <a:pathLst>
                <a:path w="914400" h="915460">
                  <a:moveTo>
                    <a:pt x="914400" y="914400"/>
                  </a:moveTo>
                  <a:lnTo>
                    <a:pt x="908682" y="913319"/>
                  </a:lnTo>
                  <a:lnTo>
                    <a:pt x="900243" y="915403"/>
                  </a:lnTo>
                  <a:lnTo>
                    <a:pt x="897206" y="915460"/>
                  </a:lnTo>
                  <a:lnTo>
                    <a:pt x="899097" y="911808"/>
                  </a:lnTo>
                  <a:lnTo>
                    <a:pt x="904957" y="906872"/>
                  </a:lnTo>
                  <a:lnTo>
                    <a:pt x="905252" y="902171"/>
                  </a:lnTo>
                  <a:lnTo>
                    <a:pt x="898001" y="895391"/>
                  </a:lnTo>
                  <a:lnTo>
                    <a:pt x="889563" y="878522"/>
                  </a:lnTo>
                  <a:lnTo>
                    <a:pt x="885612" y="874523"/>
                  </a:lnTo>
                  <a:lnTo>
                    <a:pt x="883737" y="868183"/>
                  </a:lnTo>
                  <a:lnTo>
                    <a:pt x="876657" y="861383"/>
                  </a:lnTo>
                  <a:lnTo>
                    <a:pt x="878136" y="857747"/>
                  </a:lnTo>
                  <a:lnTo>
                    <a:pt x="879591" y="856892"/>
                  </a:lnTo>
                  <a:lnTo>
                    <a:pt x="884379" y="858638"/>
                  </a:lnTo>
                  <a:lnTo>
                    <a:pt x="895222" y="882901"/>
                  </a:lnTo>
                  <a:lnTo>
                    <a:pt x="895930" y="885226"/>
                  </a:lnTo>
                  <a:lnTo>
                    <a:pt x="913833" y="90906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25" name="pt3925"/>
            <p:cNvSpPr/>
            <p:nvPr/>
          </p:nvSpPr>
          <p:spPr>
            <a:xfrm>
              <a:off x="6785975" y="2830949"/>
              <a:ext cx="84269" cy="84269"/>
            </a:xfrm>
            <a:prstGeom prst="ellipse">
              <a:avLst/>
            </a:prstGeom>
            <a:solidFill>
              <a:srgbClr val="3A77A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26" name="pt3926"/>
            <p:cNvSpPr/>
            <p:nvPr/>
          </p:nvSpPr>
          <p:spPr>
            <a:xfrm>
              <a:off x="4500769" y="4411288"/>
              <a:ext cx="84269" cy="84269"/>
            </a:xfrm>
            <a:prstGeom prst="ellipse">
              <a:avLst/>
            </a:prstGeom>
            <a:solidFill>
              <a:srgbClr val="392E5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27" name="pt3927"/>
            <p:cNvSpPr/>
            <p:nvPr/>
          </p:nvSpPr>
          <p:spPr>
            <a:xfrm>
              <a:off x="4061972" y="4655859"/>
              <a:ext cx="84269" cy="84269"/>
            </a:xfrm>
            <a:prstGeom prst="ellipse">
              <a:avLst/>
            </a:prstGeom>
            <a:solidFill>
              <a:srgbClr val="382A5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28" name="pt3928"/>
            <p:cNvSpPr/>
            <p:nvPr/>
          </p:nvSpPr>
          <p:spPr>
            <a:xfrm>
              <a:off x="6509667" y="3324542"/>
              <a:ext cx="84269" cy="84269"/>
            </a:xfrm>
            <a:prstGeom prst="ellipse">
              <a:avLst/>
            </a:prstGeom>
            <a:solidFill>
              <a:srgbClr val="59C3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29" name="pt3929"/>
            <p:cNvSpPr/>
            <p:nvPr/>
          </p:nvSpPr>
          <p:spPr>
            <a:xfrm>
              <a:off x="5069685" y="4337485"/>
              <a:ext cx="84269" cy="84269"/>
            </a:xfrm>
            <a:prstGeom prst="ellipse">
              <a:avLst/>
            </a:prstGeom>
            <a:solidFill>
              <a:srgbClr val="3C457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30" name="pt3930"/>
            <p:cNvSpPr/>
            <p:nvPr/>
          </p:nvSpPr>
          <p:spPr>
            <a:xfrm>
              <a:off x="6595115" y="3120805"/>
              <a:ext cx="84269" cy="84269"/>
            </a:xfrm>
            <a:prstGeom prst="ellipse">
              <a:avLst/>
            </a:prstGeom>
            <a:solidFill>
              <a:srgbClr val="74D4B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31" name="pt3931"/>
            <p:cNvSpPr/>
            <p:nvPr/>
          </p:nvSpPr>
          <p:spPr>
            <a:xfrm>
              <a:off x="4876145" y="4470211"/>
              <a:ext cx="84269" cy="84269"/>
            </a:xfrm>
            <a:prstGeom prst="ellipse">
              <a:avLst/>
            </a:prstGeom>
            <a:solidFill>
              <a:srgbClr val="382A5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32" name="pt3932"/>
            <p:cNvSpPr/>
            <p:nvPr/>
          </p:nvSpPr>
          <p:spPr>
            <a:xfrm>
              <a:off x="7207433" y="2428491"/>
              <a:ext cx="84269" cy="84269"/>
            </a:xfrm>
            <a:prstGeom prst="ellipse">
              <a:avLst/>
            </a:prstGeom>
            <a:solidFill>
              <a:srgbClr val="3A7BA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33" name="pt3933"/>
            <p:cNvSpPr/>
            <p:nvPr/>
          </p:nvSpPr>
          <p:spPr>
            <a:xfrm>
              <a:off x="6990561" y="2773262"/>
              <a:ext cx="84269" cy="84269"/>
            </a:xfrm>
            <a:prstGeom prst="ellipse">
              <a:avLst/>
            </a:prstGeom>
            <a:solidFill>
              <a:srgbClr val="388BA6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34" name="pt3934"/>
            <p:cNvSpPr/>
            <p:nvPr/>
          </p:nvSpPr>
          <p:spPr>
            <a:xfrm>
              <a:off x="6399104" y="3389948"/>
              <a:ext cx="84269" cy="84269"/>
            </a:xfrm>
            <a:prstGeom prst="ellipse">
              <a:avLst/>
            </a:prstGeom>
            <a:solidFill>
              <a:srgbClr val="5FCD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35" name="pt3935"/>
            <p:cNvSpPr/>
            <p:nvPr/>
          </p:nvSpPr>
          <p:spPr>
            <a:xfrm>
              <a:off x="5471263" y="4432167"/>
              <a:ext cx="84269" cy="84269"/>
            </a:xfrm>
            <a:prstGeom prst="ellipse">
              <a:avLst/>
            </a:prstGeom>
            <a:solidFill>
              <a:srgbClr val="3A356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36" name="pt3936"/>
            <p:cNvSpPr/>
            <p:nvPr/>
          </p:nvSpPr>
          <p:spPr>
            <a:xfrm>
              <a:off x="6250457" y="3836048"/>
              <a:ext cx="84269" cy="84269"/>
            </a:xfrm>
            <a:prstGeom prst="ellipse">
              <a:avLst/>
            </a:prstGeom>
            <a:solidFill>
              <a:srgbClr val="45A9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37" name="pt3937"/>
            <p:cNvSpPr/>
            <p:nvPr/>
          </p:nvSpPr>
          <p:spPr>
            <a:xfrm>
              <a:off x="5911332" y="4107536"/>
              <a:ext cx="84269" cy="84269"/>
            </a:xfrm>
            <a:prstGeom prst="ellipse">
              <a:avLst/>
            </a:prstGeom>
            <a:solidFill>
              <a:srgbClr val="3693A8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38" name="pt3938"/>
            <p:cNvSpPr/>
            <p:nvPr/>
          </p:nvSpPr>
          <p:spPr>
            <a:xfrm>
              <a:off x="4320327" y="4452888"/>
              <a:ext cx="84269" cy="84269"/>
            </a:xfrm>
            <a:prstGeom prst="ellipse">
              <a:avLst/>
            </a:prstGeom>
            <a:solidFill>
              <a:srgbClr val="395D9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39" name="pt3939"/>
            <p:cNvSpPr/>
            <p:nvPr/>
          </p:nvSpPr>
          <p:spPr>
            <a:xfrm>
              <a:off x="6027897" y="4004742"/>
              <a:ext cx="84269" cy="84269"/>
            </a:xfrm>
            <a:prstGeom prst="ellipse">
              <a:avLst/>
            </a:prstGeom>
            <a:solidFill>
              <a:srgbClr val="399B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40" name="pt3940"/>
            <p:cNvSpPr/>
            <p:nvPr/>
          </p:nvSpPr>
          <p:spPr>
            <a:xfrm>
              <a:off x="6526392" y="3070306"/>
              <a:ext cx="84269" cy="84269"/>
            </a:xfrm>
            <a:prstGeom prst="ellipse">
              <a:avLst/>
            </a:prstGeom>
            <a:solidFill>
              <a:srgbClr val="388AA6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41" name="pt3941"/>
            <p:cNvSpPr/>
            <p:nvPr/>
          </p:nvSpPr>
          <p:spPr>
            <a:xfrm>
              <a:off x="5422169" y="4433087"/>
              <a:ext cx="84269" cy="84269"/>
            </a:xfrm>
            <a:prstGeom prst="ellipse">
              <a:avLst/>
            </a:prstGeom>
            <a:solidFill>
              <a:srgbClr val="3A366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42" name="pt3942"/>
            <p:cNvSpPr/>
            <p:nvPr/>
          </p:nvSpPr>
          <p:spPr>
            <a:xfrm>
              <a:off x="5852803" y="4328081"/>
              <a:ext cx="84269" cy="84269"/>
            </a:xfrm>
            <a:prstGeom prst="ellipse">
              <a:avLst/>
            </a:prstGeom>
            <a:solidFill>
              <a:srgbClr val="3981A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43" name="pt3943"/>
            <p:cNvSpPr/>
            <p:nvPr/>
          </p:nvSpPr>
          <p:spPr>
            <a:xfrm>
              <a:off x="4935491" y="4439424"/>
              <a:ext cx="84269" cy="84269"/>
            </a:xfrm>
            <a:prstGeom prst="ellipse">
              <a:avLst/>
            </a:prstGeom>
            <a:solidFill>
              <a:srgbClr val="3A315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44" name="pt3944"/>
            <p:cNvSpPr/>
            <p:nvPr/>
          </p:nvSpPr>
          <p:spPr>
            <a:xfrm>
              <a:off x="6360284" y="3223813"/>
              <a:ext cx="84269" cy="84269"/>
            </a:xfrm>
            <a:prstGeom prst="ellipse">
              <a:avLst/>
            </a:prstGeom>
            <a:solidFill>
              <a:srgbClr val="3692A8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45" name="pt3945"/>
            <p:cNvSpPr/>
            <p:nvPr/>
          </p:nvSpPr>
          <p:spPr>
            <a:xfrm>
              <a:off x="5861133" y="4186361"/>
              <a:ext cx="84269" cy="84269"/>
            </a:xfrm>
            <a:prstGeom prst="ellipse">
              <a:avLst/>
            </a:prstGeom>
            <a:solidFill>
              <a:srgbClr val="3889A6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46" name="pt3946"/>
            <p:cNvSpPr/>
            <p:nvPr/>
          </p:nvSpPr>
          <p:spPr>
            <a:xfrm>
              <a:off x="4684060" y="4470773"/>
              <a:ext cx="84269" cy="84269"/>
            </a:xfrm>
            <a:prstGeom prst="ellipse">
              <a:avLst/>
            </a:prstGeom>
            <a:solidFill>
              <a:srgbClr val="3A3461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47" name="pt3947"/>
            <p:cNvSpPr/>
            <p:nvPr/>
          </p:nvSpPr>
          <p:spPr>
            <a:xfrm>
              <a:off x="6123008" y="3896900"/>
              <a:ext cx="84269" cy="84269"/>
            </a:xfrm>
            <a:prstGeom prst="ellipse">
              <a:avLst/>
            </a:prstGeom>
            <a:solidFill>
              <a:srgbClr val="44A7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48" name="pt3948"/>
            <p:cNvSpPr/>
            <p:nvPr/>
          </p:nvSpPr>
          <p:spPr>
            <a:xfrm>
              <a:off x="7163819" y="2455502"/>
              <a:ext cx="84269" cy="84269"/>
            </a:xfrm>
            <a:prstGeom prst="ellipse">
              <a:avLst/>
            </a:prstGeom>
            <a:solidFill>
              <a:srgbClr val="389A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49" name="pt3949"/>
            <p:cNvSpPr/>
            <p:nvPr/>
          </p:nvSpPr>
          <p:spPr>
            <a:xfrm>
              <a:off x="4432475" y="4419677"/>
              <a:ext cx="84269" cy="84269"/>
            </a:xfrm>
            <a:prstGeom prst="ellipse">
              <a:avLst/>
            </a:prstGeom>
            <a:solidFill>
              <a:srgbClr val="382A5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50" name="pt3950"/>
            <p:cNvSpPr/>
            <p:nvPr/>
          </p:nvSpPr>
          <p:spPr>
            <a:xfrm>
              <a:off x="7619532" y="2458141"/>
              <a:ext cx="84269" cy="84269"/>
            </a:xfrm>
            <a:prstGeom prst="ellipse">
              <a:avLst/>
            </a:prstGeom>
            <a:solidFill>
              <a:srgbClr val="378CA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51" name="pt3951"/>
            <p:cNvSpPr/>
            <p:nvPr/>
          </p:nvSpPr>
          <p:spPr>
            <a:xfrm>
              <a:off x="5868803" y="4191359"/>
              <a:ext cx="84269" cy="84269"/>
            </a:xfrm>
            <a:prstGeom prst="ellipse">
              <a:avLst/>
            </a:prstGeom>
            <a:solidFill>
              <a:srgbClr val="3596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52" name="pt3952"/>
            <p:cNvSpPr/>
            <p:nvPr/>
          </p:nvSpPr>
          <p:spPr>
            <a:xfrm>
              <a:off x="7058985" y="2606471"/>
              <a:ext cx="84269" cy="84269"/>
            </a:xfrm>
            <a:prstGeom prst="ellipse">
              <a:avLst/>
            </a:prstGeom>
            <a:solidFill>
              <a:srgbClr val="41A3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53" name="pt3953"/>
            <p:cNvSpPr/>
            <p:nvPr/>
          </p:nvSpPr>
          <p:spPr>
            <a:xfrm>
              <a:off x="4774616" y="4495897"/>
              <a:ext cx="84269" cy="84269"/>
            </a:xfrm>
            <a:prstGeom prst="ellipse">
              <a:avLst/>
            </a:prstGeom>
            <a:solidFill>
              <a:srgbClr val="382A5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54" name="pt3954"/>
            <p:cNvSpPr/>
            <p:nvPr/>
          </p:nvSpPr>
          <p:spPr>
            <a:xfrm>
              <a:off x="5899987" y="4111348"/>
              <a:ext cx="84269" cy="84269"/>
            </a:xfrm>
            <a:prstGeom prst="ellipse">
              <a:avLst/>
            </a:prstGeom>
            <a:solidFill>
              <a:srgbClr val="3692A8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55" name="pt3955"/>
            <p:cNvSpPr/>
            <p:nvPr/>
          </p:nvSpPr>
          <p:spPr>
            <a:xfrm>
              <a:off x="7050455" y="2564239"/>
              <a:ext cx="84269" cy="84269"/>
            </a:xfrm>
            <a:prstGeom prst="ellipse">
              <a:avLst/>
            </a:prstGeom>
            <a:solidFill>
              <a:srgbClr val="3982A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56" name="pt3956"/>
            <p:cNvSpPr/>
            <p:nvPr/>
          </p:nvSpPr>
          <p:spPr>
            <a:xfrm>
              <a:off x="4170155" y="4572293"/>
              <a:ext cx="84269" cy="84269"/>
            </a:xfrm>
            <a:prstGeom prst="ellipse">
              <a:avLst/>
            </a:prstGeom>
            <a:solidFill>
              <a:srgbClr val="37295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57" name="pt3957"/>
            <p:cNvSpPr/>
            <p:nvPr/>
          </p:nvSpPr>
          <p:spPr>
            <a:xfrm>
              <a:off x="6259356" y="3810662"/>
              <a:ext cx="84269" cy="84269"/>
            </a:xfrm>
            <a:prstGeom prst="ellipse">
              <a:avLst/>
            </a:prstGeom>
            <a:solidFill>
              <a:srgbClr val="3B9D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58" name="pt3958"/>
            <p:cNvSpPr/>
            <p:nvPr/>
          </p:nvSpPr>
          <p:spPr>
            <a:xfrm>
              <a:off x="4025837" y="4619724"/>
              <a:ext cx="156540" cy="156540"/>
            </a:xfrm>
            <a:prstGeom prst="ellipse">
              <a:avLst/>
            </a:prstGeom>
            <a:solidFill>
              <a:srgbClr val="382A5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59" name="pt3959"/>
            <p:cNvSpPr/>
            <p:nvPr/>
          </p:nvSpPr>
          <p:spPr>
            <a:xfrm>
              <a:off x="4738481" y="4459763"/>
              <a:ext cx="156540" cy="156540"/>
            </a:xfrm>
            <a:prstGeom prst="ellipse">
              <a:avLst/>
            </a:prstGeom>
            <a:solidFill>
              <a:srgbClr val="382A5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60" name="pt3960"/>
            <p:cNvSpPr/>
            <p:nvPr/>
          </p:nvSpPr>
          <p:spPr>
            <a:xfrm>
              <a:off x="5816667" y="4291947"/>
              <a:ext cx="156540" cy="156540"/>
            </a:xfrm>
            <a:prstGeom prst="ellipse">
              <a:avLst/>
            </a:prstGeom>
            <a:solidFill>
              <a:srgbClr val="3981A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61" name="pt3961"/>
            <p:cNvSpPr/>
            <p:nvPr/>
          </p:nvSpPr>
          <p:spPr>
            <a:xfrm>
              <a:off x="7014320" y="2528105"/>
              <a:ext cx="156540" cy="156540"/>
            </a:xfrm>
            <a:prstGeom prst="ellipse">
              <a:avLst/>
            </a:prstGeom>
            <a:solidFill>
              <a:srgbClr val="3982A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62" name="pt3962"/>
            <p:cNvSpPr/>
            <p:nvPr/>
          </p:nvSpPr>
          <p:spPr>
            <a:xfrm>
              <a:off x="7171299" y="2392357"/>
              <a:ext cx="156540" cy="156540"/>
            </a:xfrm>
            <a:prstGeom prst="ellipse">
              <a:avLst/>
            </a:prstGeom>
            <a:solidFill>
              <a:srgbClr val="3A7BA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63" name="pl3963"/>
            <p:cNvSpPr/>
            <p:nvPr/>
          </p:nvSpPr>
          <p:spPr>
            <a:xfrm>
              <a:off x="7128333" y="2339471"/>
              <a:ext cx="108971" cy="117885"/>
            </a:xfrm>
            <a:custGeom>
              <a:avLst/>
              <a:gdLst/>
              <a:ahLst/>
              <a:cxnLst/>
              <a:rect l="0" t="0" r="0" b="0"/>
              <a:pathLst>
                <a:path w="81728" h="88414">
                  <a:moveTo>
                    <a:pt x="0" y="0"/>
                  </a:moveTo>
                  <a:lnTo>
                    <a:pt x="81728" y="88414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64" name="pg3964"/>
            <p:cNvSpPr/>
            <p:nvPr/>
          </p:nvSpPr>
          <p:spPr>
            <a:xfrm>
              <a:off x="3403687" y="4364143"/>
              <a:ext cx="744687" cy="255665"/>
            </a:xfrm>
            <a:custGeom>
              <a:avLst/>
              <a:gdLst/>
              <a:ahLst/>
              <a:cxnLst/>
              <a:rect l="0" t="0" r="0" b="0"/>
              <a:pathLst>
                <a:path w="558515" h="191749">
                  <a:moveTo>
                    <a:pt x="27431" y="191749"/>
                  </a:moveTo>
                  <a:lnTo>
                    <a:pt x="531083" y="191749"/>
                  </a:lnTo>
                  <a:lnTo>
                    <a:pt x="529978" y="191727"/>
                  </a:lnTo>
                  <a:lnTo>
                    <a:pt x="534390" y="191549"/>
                  </a:lnTo>
                  <a:lnTo>
                    <a:pt x="538715" y="190666"/>
                  </a:lnTo>
                  <a:lnTo>
                    <a:pt x="542843" y="189101"/>
                  </a:lnTo>
                  <a:lnTo>
                    <a:pt x="546666" y="186893"/>
                  </a:lnTo>
                  <a:lnTo>
                    <a:pt x="550086" y="184101"/>
                  </a:lnTo>
                  <a:lnTo>
                    <a:pt x="553013" y="180797"/>
                  </a:lnTo>
                  <a:lnTo>
                    <a:pt x="555373" y="177065"/>
                  </a:lnTo>
                  <a:lnTo>
                    <a:pt x="557103" y="173004"/>
                  </a:lnTo>
                  <a:lnTo>
                    <a:pt x="558160" y="168718"/>
                  </a:lnTo>
                  <a:lnTo>
                    <a:pt x="558515" y="164317"/>
                  </a:lnTo>
                  <a:lnTo>
                    <a:pt x="558515" y="27432"/>
                  </a:lnTo>
                  <a:lnTo>
                    <a:pt x="558160" y="23031"/>
                  </a:lnTo>
                  <a:lnTo>
                    <a:pt x="557103" y="18745"/>
                  </a:lnTo>
                  <a:lnTo>
                    <a:pt x="555373" y="14683"/>
                  </a:lnTo>
                  <a:lnTo>
                    <a:pt x="553013" y="10952"/>
                  </a:lnTo>
                  <a:lnTo>
                    <a:pt x="550086" y="7647"/>
                  </a:lnTo>
                  <a:lnTo>
                    <a:pt x="546666" y="4855"/>
                  </a:lnTo>
                  <a:lnTo>
                    <a:pt x="542843" y="2648"/>
                  </a:lnTo>
                  <a:lnTo>
                    <a:pt x="538715" y="1083"/>
                  </a:lnTo>
                  <a:lnTo>
                    <a:pt x="534390" y="200"/>
                  </a:lnTo>
                  <a:lnTo>
                    <a:pt x="531083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6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65" name="tx3965"/>
            <p:cNvSpPr/>
            <p:nvPr/>
          </p:nvSpPr>
          <p:spPr>
            <a:xfrm>
              <a:off x="3464647" y="4425103"/>
              <a:ext cx="622767" cy="13374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325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W1</a:t>
              </a:r>
              <a:r>
                <a:rPr lang="en-US" sz="1325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-</a:t>
              </a:r>
              <a:r>
                <a:rPr sz="1325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TX</a:t>
              </a:r>
            </a:p>
          </p:txBody>
        </p:sp>
        <p:sp>
          <p:nvSpPr>
            <p:cNvPr id="3966" name="pg3966"/>
            <p:cNvSpPr/>
            <p:nvPr/>
          </p:nvSpPr>
          <p:spPr>
            <a:xfrm>
              <a:off x="4270263" y="4203856"/>
              <a:ext cx="734445" cy="255665"/>
            </a:xfrm>
            <a:custGeom>
              <a:avLst/>
              <a:gdLst/>
              <a:ahLst/>
              <a:cxnLst/>
              <a:rect l="0" t="0" r="0" b="0"/>
              <a:pathLst>
                <a:path w="550834" h="191749">
                  <a:moveTo>
                    <a:pt x="27431" y="191749"/>
                  </a:moveTo>
                  <a:lnTo>
                    <a:pt x="523402" y="191749"/>
                  </a:lnTo>
                  <a:lnTo>
                    <a:pt x="522297" y="191727"/>
                  </a:lnTo>
                  <a:lnTo>
                    <a:pt x="526709" y="191549"/>
                  </a:lnTo>
                  <a:lnTo>
                    <a:pt x="531034" y="190666"/>
                  </a:lnTo>
                  <a:lnTo>
                    <a:pt x="535162" y="189101"/>
                  </a:lnTo>
                  <a:lnTo>
                    <a:pt x="538985" y="186893"/>
                  </a:lnTo>
                  <a:lnTo>
                    <a:pt x="542405" y="184101"/>
                  </a:lnTo>
                  <a:lnTo>
                    <a:pt x="545332" y="180797"/>
                  </a:lnTo>
                  <a:lnTo>
                    <a:pt x="547692" y="177065"/>
                  </a:lnTo>
                  <a:lnTo>
                    <a:pt x="549422" y="173004"/>
                  </a:lnTo>
                  <a:lnTo>
                    <a:pt x="550479" y="168718"/>
                  </a:lnTo>
                  <a:lnTo>
                    <a:pt x="550834" y="164317"/>
                  </a:lnTo>
                  <a:lnTo>
                    <a:pt x="550834" y="27431"/>
                  </a:lnTo>
                  <a:lnTo>
                    <a:pt x="550479" y="23031"/>
                  </a:lnTo>
                  <a:lnTo>
                    <a:pt x="549422" y="18745"/>
                  </a:lnTo>
                  <a:lnTo>
                    <a:pt x="547692" y="14683"/>
                  </a:lnTo>
                  <a:lnTo>
                    <a:pt x="545332" y="10952"/>
                  </a:lnTo>
                  <a:lnTo>
                    <a:pt x="542405" y="7647"/>
                  </a:lnTo>
                  <a:lnTo>
                    <a:pt x="538985" y="4855"/>
                  </a:lnTo>
                  <a:lnTo>
                    <a:pt x="535162" y="2648"/>
                  </a:lnTo>
                  <a:lnTo>
                    <a:pt x="531034" y="1083"/>
                  </a:lnTo>
                  <a:lnTo>
                    <a:pt x="526709" y="200"/>
                  </a:lnTo>
                  <a:lnTo>
                    <a:pt x="523402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5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67" name="tx3967"/>
            <p:cNvSpPr/>
            <p:nvPr/>
          </p:nvSpPr>
          <p:spPr>
            <a:xfrm>
              <a:off x="4331223" y="4264816"/>
              <a:ext cx="612525" cy="13374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325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W2</a:t>
              </a:r>
              <a:r>
                <a:rPr lang="en-US" sz="1325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-</a:t>
              </a:r>
              <a:r>
                <a:rPr sz="1325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LA</a:t>
              </a:r>
            </a:p>
          </p:txBody>
        </p:sp>
        <p:sp>
          <p:nvSpPr>
            <p:cNvPr id="3968" name="pg3968"/>
            <p:cNvSpPr/>
            <p:nvPr/>
          </p:nvSpPr>
          <p:spPr>
            <a:xfrm>
              <a:off x="5126791" y="4036224"/>
              <a:ext cx="723960" cy="255665"/>
            </a:xfrm>
            <a:custGeom>
              <a:avLst/>
              <a:gdLst/>
              <a:ahLst/>
              <a:cxnLst/>
              <a:rect l="0" t="0" r="0" b="0"/>
              <a:pathLst>
                <a:path w="542970" h="191749">
                  <a:moveTo>
                    <a:pt x="27431" y="191749"/>
                  </a:moveTo>
                  <a:lnTo>
                    <a:pt x="515538" y="191749"/>
                  </a:lnTo>
                  <a:lnTo>
                    <a:pt x="514434" y="191727"/>
                  </a:lnTo>
                  <a:lnTo>
                    <a:pt x="518845" y="191549"/>
                  </a:lnTo>
                  <a:lnTo>
                    <a:pt x="523170" y="190666"/>
                  </a:lnTo>
                  <a:lnTo>
                    <a:pt x="527298" y="189101"/>
                  </a:lnTo>
                  <a:lnTo>
                    <a:pt x="531121" y="186893"/>
                  </a:lnTo>
                  <a:lnTo>
                    <a:pt x="534541" y="184101"/>
                  </a:lnTo>
                  <a:lnTo>
                    <a:pt x="537469" y="180797"/>
                  </a:lnTo>
                  <a:lnTo>
                    <a:pt x="539828" y="177065"/>
                  </a:lnTo>
                  <a:lnTo>
                    <a:pt x="541558" y="173004"/>
                  </a:lnTo>
                  <a:lnTo>
                    <a:pt x="542615" y="168718"/>
                  </a:lnTo>
                  <a:lnTo>
                    <a:pt x="542970" y="164317"/>
                  </a:lnTo>
                  <a:lnTo>
                    <a:pt x="542970" y="27431"/>
                  </a:lnTo>
                  <a:lnTo>
                    <a:pt x="542615" y="23031"/>
                  </a:lnTo>
                  <a:lnTo>
                    <a:pt x="541558" y="18745"/>
                  </a:lnTo>
                  <a:lnTo>
                    <a:pt x="539828" y="14683"/>
                  </a:lnTo>
                  <a:lnTo>
                    <a:pt x="537469" y="10952"/>
                  </a:lnTo>
                  <a:lnTo>
                    <a:pt x="534541" y="7647"/>
                  </a:lnTo>
                  <a:lnTo>
                    <a:pt x="531121" y="4855"/>
                  </a:lnTo>
                  <a:lnTo>
                    <a:pt x="527298" y="2648"/>
                  </a:lnTo>
                  <a:lnTo>
                    <a:pt x="523170" y="1083"/>
                  </a:lnTo>
                  <a:lnTo>
                    <a:pt x="518845" y="200"/>
                  </a:lnTo>
                  <a:lnTo>
                    <a:pt x="515538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5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69" name="tx3969"/>
            <p:cNvSpPr/>
            <p:nvPr/>
          </p:nvSpPr>
          <p:spPr>
            <a:xfrm>
              <a:off x="5187751" y="4097184"/>
              <a:ext cx="602040" cy="13374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325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W3</a:t>
              </a:r>
              <a:r>
                <a:rPr lang="en-US" sz="1325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-</a:t>
              </a:r>
              <a:r>
                <a:rPr sz="1325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FL</a:t>
              </a:r>
            </a:p>
          </p:txBody>
        </p:sp>
        <p:sp>
          <p:nvSpPr>
            <p:cNvPr id="3970" name="pg3970"/>
            <p:cNvSpPr/>
            <p:nvPr/>
          </p:nvSpPr>
          <p:spPr>
            <a:xfrm>
              <a:off x="6201120" y="2461235"/>
              <a:ext cx="775655" cy="255665"/>
            </a:xfrm>
            <a:custGeom>
              <a:avLst/>
              <a:gdLst/>
              <a:ahLst/>
              <a:cxnLst/>
              <a:rect l="0" t="0" r="0" b="0"/>
              <a:pathLst>
                <a:path w="581741" h="191749">
                  <a:moveTo>
                    <a:pt x="27431" y="191749"/>
                  </a:moveTo>
                  <a:lnTo>
                    <a:pt x="554309" y="191749"/>
                  </a:lnTo>
                  <a:lnTo>
                    <a:pt x="553204" y="191727"/>
                  </a:lnTo>
                  <a:lnTo>
                    <a:pt x="557615" y="191549"/>
                  </a:lnTo>
                  <a:lnTo>
                    <a:pt x="561941" y="190666"/>
                  </a:lnTo>
                  <a:lnTo>
                    <a:pt x="566069" y="189101"/>
                  </a:lnTo>
                  <a:lnTo>
                    <a:pt x="569892" y="186893"/>
                  </a:lnTo>
                  <a:lnTo>
                    <a:pt x="573312" y="184101"/>
                  </a:lnTo>
                  <a:lnTo>
                    <a:pt x="576239" y="180797"/>
                  </a:lnTo>
                  <a:lnTo>
                    <a:pt x="578599" y="177065"/>
                  </a:lnTo>
                  <a:lnTo>
                    <a:pt x="580329" y="173004"/>
                  </a:lnTo>
                  <a:lnTo>
                    <a:pt x="581386" y="168718"/>
                  </a:lnTo>
                  <a:lnTo>
                    <a:pt x="581741" y="164317"/>
                  </a:lnTo>
                  <a:lnTo>
                    <a:pt x="581741" y="27432"/>
                  </a:lnTo>
                  <a:lnTo>
                    <a:pt x="581386" y="23031"/>
                  </a:lnTo>
                  <a:lnTo>
                    <a:pt x="580329" y="18745"/>
                  </a:lnTo>
                  <a:lnTo>
                    <a:pt x="578599" y="14683"/>
                  </a:lnTo>
                  <a:lnTo>
                    <a:pt x="576239" y="10952"/>
                  </a:lnTo>
                  <a:lnTo>
                    <a:pt x="573312" y="7647"/>
                  </a:lnTo>
                  <a:lnTo>
                    <a:pt x="569892" y="4855"/>
                  </a:lnTo>
                  <a:lnTo>
                    <a:pt x="566069" y="2648"/>
                  </a:lnTo>
                  <a:lnTo>
                    <a:pt x="561941" y="1083"/>
                  </a:lnTo>
                  <a:lnTo>
                    <a:pt x="557615" y="200"/>
                  </a:lnTo>
                  <a:lnTo>
                    <a:pt x="554309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5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71" name="tx3971"/>
            <p:cNvSpPr/>
            <p:nvPr/>
          </p:nvSpPr>
          <p:spPr>
            <a:xfrm>
              <a:off x="6262080" y="2522195"/>
              <a:ext cx="653735" cy="13374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325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W5</a:t>
              </a:r>
              <a:r>
                <a:rPr lang="en-US" sz="1325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-</a:t>
              </a:r>
              <a:r>
                <a:rPr sz="1325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NH</a:t>
              </a:r>
            </a:p>
          </p:txBody>
        </p:sp>
        <p:sp>
          <p:nvSpPr>
            <p:cNvPr id="3972" name="pg3972"/>
            <p:cNvSpPr/>
            <p:nvPr/>
          </p:nvSpPr>
          <p:spPr>
            <a:xfrm>
              <a:off x="6682673" y="2083806"/>
              <a:ext cx="786140" cy="255665"/>
            </a:xfrm>
            <a:custGeom>
              <a:avLst/>
              <a:gdLst/>
              <a:ahLst/>
              <a:cxnLst/>
              <a:rect l="0" t="0" r="0" b="0"/>
              <a:pathLst>
                <a:path w="589605" h="191749">
                  <a:moveTo>
                    <a:pt x="27432" y="191749"/>
                  </a:moveTo>
                  <a:lnTo>
                    <a:pt x="562173" y="191749"/>
                  </a:lnTo>
                  <a:lnTo>
                    <a:pt x="561068" y="191727"/>
                  </a:lnTo>
                  <a:lnTo>
                    <a:pt x="565479" y="191549"/>
                  </a:lnTo>
                  <a:lnTo>
                    <a:pt x="569805" y="190666"/>
                  </a:lnTo>
                  <a:lnTo>
                    <a:pt x="573933" y="189101"/>
                  </a:lnTo>
                  <a:lnTo>
                    <a:pt x="577756" y="186893"/>
                  </a:lnTo>
                  <a:lnTo>
                    <a:pt x="581175" y="184101"/>
                  </a:lnTo>
                  <a:lnTo>
                    <a:pt x="584103" y="180797"/>
                  </a:lnTo>
                  <a:lnTo>
                    <a:pt x="586462" y="177065"/>
                  </a:lnTo>
                  <a:lnTo>
                    <a:pt x="588193" y="173004"/>
                  </a:lnTo>
                  <a:lnTo>
                    <a:pt x="589249" y="168718"/>
                  </a:lnTo>
                  <a:lnTo>
                    <a:pt x="589605" y="164317"/>
                  </a:lnTo>
                  <a:lnTo>
                    <a:pt x="589605" y="27432"/>
                  </a:lnTo>
                  <a:lnTo>
                    <a:pt x="589249" y="23031"/>
                  </a:lnTo>
                  <a:lnTo>
                    <a:pt x="588193" y="18745"/>
                  </a:lnTo>
                  <a:lnTo>
                    <a:pt x="586462" y="14683"/>
                  </a:lnTo>
                  <a:lnTo>
                    <a:pt x="584103" y="10952"/>
                  </a:lnTo>
                  <a:lnTo>
                    <a:pt x="581175" y="7647"/>
                  </a:lnTo>
                  <a:lnTo>
                    <a:pt x="577756" y="4855"/>
                  </a:lnTo>
                  <a:lnTo>
                    <a:pt x="573933" y="2648"/>
                  </a:lnTo>
                  <a:lnTo>
                    <a:pt x="569805" y="1083"/>
                  </a:lnTo>
                  <a:lnTo>
                    <a:pt x="565479" y="200"/>
                  </a:lnTo>
                  <a:lnTo>
                    <a:pt x="562173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6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73" name="tx3973"/>
            <p:cNvSpPr/>
            <p:nvPr/>
          </p:nvSpPr>
          <p:spPr>
            <a:xfrm>
              <a:off x="6743633" y="2144766"/>
              <a:ext cx="664220" cy="13374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325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W6</a:t>
              </a:r>
              <a:r>
                <a:rPr lang="en-US" sz="1325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-</a:t>
              </a:r>
              <a:r>
                <a:rPr sz="1325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ME</a:t>
              </a:r>
            </a:p>
          </p:txBody>
        </p:sp>
        <p:sp>
          <p:nvSpPr>
            <p:cNvPr id="3974" name="rc3974"/>
            <p:cNvSpPr/>
            <p:nvPr/>
          </p:nvSpPr>
          <p:spPr>
            <a:xfrm>
              <a:off x="6302305" y="3041904"/>
              <a:ext cx="579625" cy="548097"/>
            </a:xfrm>
            <a:prstGeom prst="rect">
              <a:avLst/>
            </a:prstGeom>
            <a:noFill/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75" name="pl3975"/>
            <p:cNvSpPr/>
            <p:nvPr/>
          </p:nvSpPr>
          <p:spPr>
            <a:xfrm>
              <a:off x="5216320" y="2047558"/>
              <a:ext cx="1085985" cy="994344"/>
            </a:xfrm>
            <a:custGeom>
              <a:avLst/>
              <a:gdLst/>
              <a:ahLst/>
              <a:cxnLst/>
              <a:rect l="0" t="0" r="0" b="0"/>
              <a:pathLst>
                <a:path w="814489" h="745758">
                  <a:moveTo>
                    <a:pt x="0" y="0"/>
                  </a:moveTo>
                  <a:lnTo>
                    <a:pt x="814489" y="745758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76" name="pl3976"/>
            <p:cNvSpPr/>
            <p:nvPr/>
          </p:nvSpPr>
          <p:spPr>
            <a:xfrm>
              <a:off x="5216320" y="3590002"/>
              <a:ext cx="1085985" cy="58668"/>
            </a:xfrm>
            <a:custGeom>
              <a:avLst/>
              <a:gdLst/>
              <a:ahLst/>
              <a:cxnLst/>
              <a:rect l="0" t="0" r="0" b="0"/>
              <a:pathLst>
                <a:path w="814489" h="44001">
                  <a:moveTo>
                    <a:pt x="0" y="44001"/>
                  </a:moveTo>
                  <a:lnTo>
                    <a:pt x="814489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77" name="rc3977"/>
            <p:cNvSpPr/>
            <p:nvPr/>
          </p:nvSpPr>
          <p:spPr>
            <a:xfrm>
              <a:off x="3342727" y="1848078"/>
              <a:ext cx="4668748" cy="3619485"/>
            </a:xfrm>
            <a:prstGeom prst="rect">
              <a:avLst/>
            </a:prstGeom>
            <a:noFill/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78" name="tx3978"/>
            <p:cNvSpPr/>
            <p:nvPr/>
          </p:nvSpPr>
          <p:spPr>
            <a:xfrm>
              <a:off x="2926256" y="5076913"/>
              <a:ext cx="165811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25</a:t>
              </a:r>
            </a:p>
          </p:txBody>
        </p:sp>
        <p:sp>
          <p:nvSpPr>
            <p:cNvPr id="3979" name="tx3979"/>
            <p:cNvSpPr/>
            <p:nvPr/>
          </p:nvSpPr>
          <p:spPr>
            <a:xfrm>
              <a:off x="3092067" y="5052285"/>
              <a:ext cx="59619" cy="13130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0" name="tx3980"/>
            <p:cNvSpPr/>
            <p:nvPr/>
          </p:nvSpPr>
          <p:spPr>
            <a:xfrm>
              <a:off x="3151687" y="5076913"/>
              <a:ext cx="107533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3981" name="tx3981"/>
            <p:cNvSpPr/>
            <p:nvPr/>
          </p:nvSpPr>
          <p:spPr>
            <a:xfrm>
              <a:off x="2926256" y="4377737"/>
              <a:ext cx="165811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3982" name="tx3982"/>
            <p:cNvSpPr/>
            <p:nvPr/>
          </p:nvSpPr>
          <p:spPr>
            <a:xfrm>
              <a:off x="3092067" y="4353109"/>
              <a:ext cx="59619" cy="13130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3" name="tx3983"/>
            <p:cNvSpPr/>
            <p:nvPr/>
          </p:nvSpPr>
          <p:spPr>
            <a:xfrm>
              <a:off x="3151687" y="4377737"/>
              <a:ext cx="107533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3984" name="tx3984"/>
            <p:cNvSpPr/>
            <p:nvPr/>
          </p:nvSpPr>
          <p:spPr>
            <a:xfrm>
              <a:off x="2926256" y="3678561"/>
              <a:ext cx="165811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35</a:t>
              </a:r>
            </a:p>
          </p:txBody>
        </p:sp>
        <p:sp>
          <p:nvSpPr>
            <p:cNvPr id="3985" name="tx3985"/>
            <p:cNvSpPr/>
            <p:nvPr/>
          </p:nvSpPr>
          <p:spPr>
            <a:xfrm>
              <a:off x="3092067" y="3653933"/>
              <a:ext cx="59619" cy="13130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6" name="tx3986"/>
            <p:cNvSpPr/>
            <p:nvPr/>
          </p:nvSpPr>
          <p:spPr>
            <a:xfrm>
              <a:off x="3151687" y="3678561"/>
              <a:ext cx="107533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3987" name="tx3987"/>
            <p:cNvSpPr/>
            <p:nvPr/>
          </p:nvSpPr>
          <p:spPr>
            <a:xfrm>
              <a:off x="2926256" y="2979385"/>
              <a:ext cx="165811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40</a:t>
              </a:r>
            </a:p>
          </p:txBody>
        </p:sp>
        <p:sp>
          <p:nvSpPr>
            <p:cNvPr id="3988" name="tx3988"/>
            <p:cNvSpPr/>
            <p:nvPr/>
          </p:nvSpPr>
          <p:spPr>
            <a:xfrm>
              <a:off x="3092067" y="2954757"/>
              <a:ext cx="59619" cy="13130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9" name="tx3989"/>
            <p:cNvSpPr/>
            <p:nvPr/>
          </p:nvSpPr>
          <p:spPr>
            <a:xfrm>
              <a:off x="3151687" y="2979385"/>
              <a:ext cx="107533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3990" name="tx3990"/>
            <p:cNvSpPr/>
            <p:nvPr/>
          </p:nvSpPr>
          <p:spPr>
            <a:xfrm>
              <a:off x="2926256" y="2279966"/>
              <a:ext cx="165811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45</a:t>
              </a:r>
            </a:p>
          </p:txBody>
        </p:sp>
        <p:sp>
          <p:nvSpPr>
            <p:cNvPr id="3991" name="tx3991"/>
            <p:cNvSpPr/>
            <p:nvPr/>
          </p:nvSpPr>
          <p:spPr>
            <a:xfrm>
              <a:off x="3092067" y="2255338"/>
              <a:ext cx="59619" cy="13130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92" name="tx3992"/>
            <p:cNvSpPr/>
            <p:nvPr/>
          </p:nvSpPr>
          <p:spPr>
            <a:xfrm>
              <a:off x="3151687" y="2279966"/>
              <a:ext cx="107533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3993" name="pl3993"/>
            <p:cNvSpPr/>
            <p:nvPr/>
          </p:nvSpPr>
          <p:spPr>
            <a:xfrm>
              <a:off x="3296333" y="5130924"/>
              <a:ext cx="46392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94" name="pl3994"/>
            <p:cNvSpPr/>
            <p:nvPr/>
          </p:nvSpPr>
          <p:spPr>
            <a:xfrm>
              <a:off x="3296333" y="4431748"/>
              <a:ext cx="46392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95" name="pl3995"/>
            <p:cNvSpPr/>
            <p:nvPr/>
          </p:nvSpPr>
          <p:spPr>
            <a:xfrm>
              <a:off x="3296333" y="3732572"/>
              <a:ext cx="46392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96" name="pl3996"/>
            <p:cNvSpPr/>
            <p:nvPr/>
          </p:nvSpPr>
          <p:spPr>
            <a:xfrm>
              <a:off x="3296333" y="3033396"/>
              <a:ext cx="46392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97" name="pl3997"/>
            <p:cNvSpPr/>
            <p:nvPr/>
          </p:nvSpPr>
          <p:spPr>
            <a:xfrm>
              <a:off x="3296333" y="2334219"/>
              <a:ext cx="46392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98" name="tx3998"/>
            <p:cNvSpPr/>
            <p:nvPr/>
          </p:nvSpPr>
          <p:spPr>
            <a:xfrm rot="16200000">
              <a:off x="2442353" y="3591130"/>
              <a:ext cx="663123" cy="1333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Latitude</a:t>
              </a:r>
            </a:p>
          </p:txBody>
        </p:sp>
        <p:sp>
          <p:nvSpPr>
            <p:cNvPr id="3999" name="pl3999"/>
            <p:cNvSpPr/>
            <p:nvPr/>
          </p:nvSpPr>
          <p:spPr>
            <a:xfrm>
              <a:off x="3782528" y="5467563"/>
              <a:ext cx="0" cy="46392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00" name="pl4000"/>
            <p:cNvSpPr/>
            <p:nvPr/>
          </p:nvSpPr>
          <p:spPr>
            <a:xfrm>
              <a:off x="4351493" y="5467563"/>
              <a:ext cx="0" cy="46392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01" name="pl4001"/>
            <p:cNvSpPr/>
            <p:nvPr/>
          </p:nvSpPr>
          <p:spPr>
            <a:xfrm>
              <a:off x="4920457" y="5467563"/>
              <a:ext cx="0" cy="46392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02" name="pl4002"/>
            <p:cNvSpPr/>
            <p:nvPr/>
          </p:nvSpPr>
          <p:spPr>
            <a:xfrm>
              <a:off x="5489423" y="5467563"/>
              <a:ext cx="0" cy="46392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03" name="pl4003"/>
            <p:cNvSpPr/>
            <p:nvPr/>
          </p:nvSpPr>
          <p:spPr>
            <a:xfrm>
              <a:off x="6058387" y="5467563"/>
              <a:ext cx="0" cy="46392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04" name="pl4004"/>
            <p:cNvSpPr/>
            <p:nvPr/>
          </p:nvSpPr>
          <p:spPr>
            <a:xfrm>
              <a:off x="6627352" y="5467563"/>
              <a:ext cx="0" cy="46392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05" name="pl4005"/>
            <p:cNvSpPr/>
            <p:nvPr/>
          </p:nvSpPr>
          <p:spPr>
            <a:xfrm>
              <a:off x="7196316" y="5467563"/>
              <a:ext cx="0" cy="46392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06" name="pl4006"/>
            <p:cNvSpPr/>
            <p:nvPr/>
          </p:nvSpPr>
          <p:spPr>
            <a:xfrm>
              <a:off x="7765281" y="5467563"/>
              <a:ext cx="0" cy="46392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07" name="tx4007"/>
            <p:cNvSpPr/>
            <p:nvPr/>
          </p:nvSpPr>
          <p:spPr>
            <a:xfrm>
              <a:off x="3558073" y="5551558"/>
              <a:ext cx="248716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100</a:t>
              </a:r>
            </a:p>
          </p:txBody>
        </p:sp>
        <p:sp>
          <p:nvSpPr>
            <p:cNvPr id="4008" name="tx4008"/>
            <p:cNvSpPr/>
            <p:nvPr/>
          </p:nvSpPr>
          <p:spPr>
            <a:xfrm>
              <a:off x="3806791" y="5526930"/>
              <a:ext cx="59619" cy="13130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09" name="tx4009"/>
            <p:cNvSpPr/>
            <p:nvPr/>
          </p:nvSpPr>
          <p:spPr>
            <a:xfrm>
              <a:off x="3866409" y="5551558"/>
              <a:ext cx="140573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W</a:t>
              </a:r>
            </a:p>
          </p:txBody>
        </p:sp>
        <p:sp>
          <p:nvSpPr>
            <p:cNvPr id="4010" name="tx4010"/>
            <p:cNvSpPr/>
            <p:nvPr/>
          </p:nvSpPr>
          <p:spPr>
            <a:xfrm>
              <a:off x="4147764" y="5551558"/>
              <a:ext cx="207264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 95</a:t>
              </a:r>
            </a:p>
          </p:txBody>
        </p:sp>
        <p:sp>
          <p:nvSpPr>
            <p:cNvPr id="4011" name="tx4011"/>
            <p:cNvSpPr/>
            <p:nvPr/>
          </p:nvSpPr>
          <p:spPr>
            <a:xfrm>
              <a:off x="4355028" y="5526930"/>
              <a:ext cx="59619" cy="13130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2" name="tx4012"/>
            <p:cNvSpPr/>
            <p:nvPr/>
          </p:nvSpPr>
          <p:spPr>
            <a:xfrm>
              <a:off x="4414648" y="5551558"/>
              <a:ext cx="140573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W</a:t>
              </a:r>
            </a:p>
          </p:txBody>
        </p:sp>
        <p:sp>
          <p:nvSpPr>
            <p:cNvPr id="4013" name="tx4013"/>
            <p:cNvSpPr/>
            <p:nvPr/>
          </p:nvSpPr>
          <p:spPr>
            <a:xfrm>
              <a:off x="4716729" y="5551558"/>
              <a:ext cx="207264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 90</a:t>
              </a:r>
            </a:p>
          </p:txBody>
        </p:sp>
        <p:sp>
          <p:nvSpPr>
            <p:cNvPr id="4014" name="tx4014"/>
            <p:cNvSpPr/>
            <p:nvPr/>
          </p:nvSpPr>
          <p:spPr>
            <a:xfrm>
              <a:off x="4923993" y="5526930"/>
              <a:ext cx="59619" cy="13130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5" name="tx4015"/>
            <p:cNvSpPr/>
            <p:nvPr/>
          </p:nvSpPr>
          <p:spPr>
            <a:xfrm>
              <a:off x="4983612" y="5551558"/>
              <a:ext cx="140573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W</a:t>
              </a:r>
            </a:p>
          </p:txBody>
        </p:sp>
        <p:sp>
          <p:nvSpPr>
            <p:cNvPr id="4016" name="tx4016"/>
            <p:cNvSpPr/>
            <p:nvPr/>
          </p:nvSpPr>
          <p:spPr>
            <a:xfrm>
              <a:off x="5285695" y="5551558"/>
              <a:ext cx="207264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 85</a:t>
              </a:r>
            </a:p>
          </p:txBody>
        </p:sp>
        <p:sp>
          <p:nvSpPr>
            <p:cNvPr id="4017" name="tx4017"/>
            <p:cNvSpPr/>
            <p:nvPr/>
          </p:nvSpPr>
          <p:spPr>
            <a:xfrm>
              <a:off x="5492959" y="5526930"/>
              <a:ext cx="59619" cy="13130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8" name="tx4018"/>
            <p:cNvSpPr/>
            <p:nvPr/>
          </p:nvSpPr>
          <p:spPr>
            <a:xfrm>
              <a:off x="5552577" y="5551558"/>
              <a:ext cx="140573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W</a:t>
              </a:r>
            </a:p>
          </p:txBody>
        </p:sp>
        <p:sp>
          <p:nvSpPr>
            <p:cNvPr id="4019" name="tx4019"/>
            <p:cNvSpPr/>
            <p:nvPr/>
          </p:nvSpPr>
          <p:spPr>
            <a:xfrm>
              <a:off x="5854659" y="5551558"/>
              <a:ext cx="207264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 80</a:t>
              </a:r>
            </a:p>
          </p:txBody>
        </p:sp>
        <p:sp>
          <p:nvSpPr>
            <p:cNvPr id="4020" name="tx4020"/>
            <p:cNvSpPr/>
            <p:nvPr/>
          </p:nvSpPr>
          <p:spPr>
            <a:xfrm>
              <a:off x="6061923" y="5526930"/>
              <a:ext cx="59619" cy="13130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1" name="tx4021"/>
            <p:cNvSpPr/>
            <p:nvPr/>
          </p:nvSpPr>
          <p:spPr>
            <a:xfrm>
              <a:off x="6121541" y="5551558"/>
              <a:ext cx="140573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W</a:t>
              </a:r>
            </a:p>
          </p:txBody>
        </p:sp>
        <p:sp>
          <p:nvSpPr>
            <p:cNvPr id="4022" name="tx4022"/>
            <p:cNvSpPr/>
            <p:nvPr/>
          </p:nvSpPr>
          <p:spPr>
            <a:xfrm>
              <a:off x="6423624" y="5551070"/>
              <a:ext cx="207264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 75</a:t>
              </a:r>
            </a:p>
          </p:txBody>
        </p:sp>
        <p:sp>
          <p:nvSpPr>
            <p:cNvPr id="4023" name="tx4023"/>
            <p:cNvSpPr/>
            <p:nvPr/>
          </p:nvSpPr>
          <p:spPr>
            <a:xfrm>
              <a:off x="6630888" y="5526443"/>
              <a:ext cx="59619" cy="13130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4" name="tx4024"/>
            <p:cNvSpPr/>
            <p:nvPr/>
          </p:nvSpPr>
          <p:spPr>
            <a:xfrm>
              <a:off x="6690507" y="5551070"/>
              <a:ext cx="140573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W</a:t>
              </a:r>
            </a:p>
          </p:txBody>
        </p:sp>
        <p:sp>
          <p:nvSpPr>
            <p:cNvPr id="4025" name="tx4025"/>
            <p:cNvSpPr/>
            <p:nvPr/>
          </p:nvSpPr>
          <p:spPr>
            <a:xfrm>
              <a:off x="6992588" y="5551558"/>
              <a:ext cx="207264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 70</a:t>
              </a:r>
            </a:p>
          </p:txBody>
        </p:sp>
        <p:sp>
          <p:nvSpPr>
            <p:cNvPr id="4026" name="tx4026"/>
            <p:cNvSpPr/>
            <p:nvPr/>
          </p:nvSpPr>
          <p:spPr>
            <a:xfrm>
              <a:off x="7199852" y="5526930"/>
              <a:ext cx="59619" cy="13130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7" name="tx4027"/>
            <p:cNvSpPr/>
            <p:nvPr/>
          </p:nvSpPr>
          <p:spPr>
            <a:xfrm>
              <a:off x="7259471" y="5551558"/>
              <a:ext cx="140573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W</a:t>
              </a:r>
            </a:p>
          </p:txBody>
        </p:sp>
        <p:sp>
          <p:nvSpPr>
            <p:cNvPr id="4028" name="tx4028"/>
            <p:cNvSpPr/>
            <p:nvPr/>
          </p:nvSpPr>
          <p:spPr>
            <a:xfrm>
              <a:off x="7561553" y="5551558"/>
              <a:ext cx="207264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 65</a:t>
              </a:r>
            </a:p>
          </p:txBody>
        </p:sp>
        <p:sp>
          <p:nvSpPr>
            <p:cNvPr id="4029" name="tx4029"/>
            <p:cNvSpPr/>
            <p:nvPr/>
          </p:nvSpPr>
          <p:spPr>
            <a:xfrm>
              <a:off x="7768817" y="5526930"/>
              <a:ext cx="59619" cy="13130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30" name="tx4030"/>
            <p:cNvSpPr/>
            <p:nvPr/>
          </p:nvSpPr>
          <p:spPr>
            <a:xfrm>
              <a:off x="7828436" y="5551558"/>
              <a:ext cx="140573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W</a:t>
              </a:r>
            </a:p>
          </p:txBody>
        </p:sp>
        <p:sp>
          <p:nvSpPr>
            <p:cNvPr id="4031" name="tx4031"/>
            <p:cNvSpPr/>
            <p:nvPr/>
          </p:nvSpPr>
          <p:spPr>
            <a:xfrm>
              <a:off x="5267816" y="5737792"/>
              <a:ext cx="818571" cy="1333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Longitude</a:t>
              </a:r>
            </a:p>
          </p:txBody>
        </p:sp>
        <p:sp>
          <p:nvSpPr>
            <p:cNvPr id="4032" name="rc4032"/>
            <p:cNvSpPr/>
            <p:nvPr/>
          </p:nvSpPr>
          <p:spPr>
            <a:xfrm>
              <a:off x="8197047" y="2600218"/>
              <a:ext cx="982927" cy="211520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3085"/>
            </a:p>
          </p:txBody>
        </p:sp>
        <p:sp>
          <p:nvSpPr>
            <p:cNvPr id="4033" name="tx4033"/>
            <p:cNvSpPr/>
            <p:nvPr/>
          </p:nvSpPr>
          <p:spPr>
            <a:xfrm>
              <a:off x="8289832" y="2712633"/>
              <a:ext cx="797356" cy="1333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Genomic </a:t>
              </a:r>
            </a:p>
          </p:txBody>
        </p:sp>
        <p:sp>
          <p:nvSpPr>
            <p:cNvPr id="4034" name="tx4034"/>
            <p:cNvSpPr/>
            <p:nvPr/>
          </p:nvSpPr>
          <p:spPr>
            <a:xfrm>
              <a:off x="8289832" y="2913801"/>
              <a:ext cx="493776" cy="1333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Offset</a:t>
              </a:r>
            </a:p>
          </p:txBody>
        </p:sp>
        <p:pic>
          <p:nvPicPr>
            <p:cNvPr id="4035" name="pic403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8289832" y="3159596"/>
              <a:ext cx="292607" cy="1463040"/>
            </a:xfrm>
            <a:prstGeom prst="rect">
              <a:avLst/>
            </a:prstGeom>
          </p:spPr>
        </p:pic>
        <p:sp>
          <p:nvSpPr>
            <p:cNvPr id="4036" name="pl4036"/>
            <p:cNvSpPr/>
            <p:nvPr/>
          </p:nvSpPr>
          <p:spPr>
            <a:xfrm>
              <a:off x="8523919" y="4620199"/>
              <a:ext cx="5852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37" name="pl4037"/>
            <p:cNvSpPr/>
            <p:nvPr/>
          </p:nvSpPr>
          <p:spPr>
            <a:xfrm>
              <a:off x="8523919" y="4255657"/>
              <a:ext cx="5852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38" name="pl4038"/>
            <p:cNvSpPr/>
            <p:nvPr/>
          </p:nvSpPr>
          <p:spPr>
            <a:xfrm>
              <a:off x="8523919" y="3891116"/>
              <a:ext cx="5852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39" name="pl4039"/>
            <p:cNvSpPr/>
            <p:nvPr/>
          </p:nvSpPr>
          <p:spPr>
            <a:xfrm>
              <a:off x="8523919" y="3526576"/>
              <a:ext cx="5852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40" name="pl4040"/>
            <p:cNvSpPr/>
            <p:nvPr/>
          </p:nvSpPr>
          <p:spPr>
            <a:xfrm>
              <a:off x="8523919" y="3162034"/>
              <a:ext cx="5852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41" name="pl4041"/>
            <p:cNvSpPr/>
            <p:nvPr/>
          </p:nvSpPr>
          <p:spPr>
            <a:xfrm>
              <a:off x="8289832" y="4620199"/>
              <a:ext cx="5852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42" name="pl4042"/>
            <p:cNvSpPr/>
            <p:nvPr/>
          </p:nvSpPr>
          <p:spPr>
            <a:xfrm>
              <a:off x="8289832" y="4255657"/>
              <a:ext cx="5852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43" name="pl4043"/>
            <p:cNvSpPr/>
            <p:nvPr/>
          </p:nvSpPr>
          <p:spPr>
            <a:xfrm>
              <a:off x="8289832" y="3891116"/>
              <a:ext cx="5852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44" name="pl4044"/>
            <p:cNvSpPr/>
            <p:nvPr/>
          </p:nvSpPr>
          <p:spPr>
            <a:xfrm>
              <a:off x="8289832" y="3526576"/>
              <a:ext cx="5852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45" name="pl4045"/>
            <p:cNvSpPr/>
            <p:nvPr/>
          </p:nvSpPr>
          <p:spPr>
            <a:xfrm>
              <a:off x="8289832" y="3162034"/>
              <a:ext cx="5852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46" name="tx4046"/>
            <p:cNvSpPr/>
            <p:nvPr/>
          </p:nvSpPr>
          <p:spPr>
            <a:xfrm>
              <a:off x="8675225" y="4566859"/>
              <a:ext cx="290169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4047" name="tx4047"/>
            <p:cNvSpPr/>
            <p:nvPr/>
          </p:nvSpPr>
          <p:spPr>
            <a:xfrm>
              <a:off x="8675225" y="4202317"/>
              <a:ext cx="290169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0.01</a:t>
              </a:r>
            </a:p>
          </p:txBody>
        </p:sp>
        <p:sp>
          <p:nvSpPr>
            <p:cNvPr id="4048" name="tx4048"/>
            <p:cNvSpPr/>
            <p:nvPr/>
          </p:nvSpPr>
          <p:spPr>
            <a:xfrm>
              <a:off x="8675225" y="3837776"/>
              <a:ext cx="290169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0.02</a:t>
              </a:r>
            </a:p>
          </p:txBody>
        </p:sp>
        <p:sp>
          <p:nvSpPr>
            <p:cNvPr id="4049" name="tx4049"/>
            <p:cNvSpPr/>
            <p:nvPr/>
          </p:nvSpPr>
          <p:spPr>
            <a:xfrm>
              <a:off x="8675225" y="3473236"/>
              <a:ext cx="290169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0.03</a:t>
              </a:r>
            </a:p>
          </p:txBody>
        </p:sp>
        <p:sp>
          <p:nvSpPr>
            <p:cNvPr id="4050" name="tx4050"/>
            <p:cNvSpPr/>
            <p:nvPr/>
          </p:nvSpPr>
          <p:spPr>
            <a:xfrm>
              <a:off x="8675225" y="3108694"/>
              <a:ext cx="290169" cy="1066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0.04</a:t>
              </a:r>
            </a:p>
          </p:txBody>
        </p:sp>
        <p:sp>
          <p:nvSpPr>
            <p:cNvPr id="4061" name="rc4061"/>
            <p:cNvSpPr/>
            <p:nvPr/>
          </p:nvSpPr>
          <p:spPr>
            <a:xfrm>
              <a:off x="3558988" y="2029051"/>
              <a:ext cx="1668412" cy="1628768"/>
            </a:xfrm>
            <a:prstGeom prst="rect">
              <a:avLst/>
            </a:prstGeom>
            <a:noFill/>
          </p:spPr>
          <p:txBody>
            <a:bodyPr/>
            <a:lstStyle/>
            <a:p>
              <a:endParaRPr sz="3085"/>
            </a:p>
          </p:txBody>
        </p:sp>
        <p:sp>
          <p:nvSpPr>
            <p:cNvPr id="4062" name="rc4062"/>
            <p:cNvSpPr/>
            <p:nvPr/>
          </p:nvSpPr>
          <p:spPr>
            <a:xfrm>
              <a:off x="3558988" y="2029051"/>
              <a:ext cx="1668412" cy="1628768"/>
            </a:xfrm>
            <a:prstGeom prst="rect">
              <a:avLst/>
            </a:prstGeom>
            <a:solidFill>
              <a:srgbClr val="F0F8FF">
                <a:alpha val="100000"/>
              </a:srgbClr>
            </a:solidFill>
          </p:spPr>
          <p:txBody>
            <a:bodyPr/>
            <a:lstStyle/>
            <a:p>
              <a:endParaRPr sz="3085"/>
            </a:p>
          </p:txBody>
        </p:sp>
        <p:sp>
          <p:nvSpPr>
            <p:cNvPr id="4063" name="pl4063"/>
            <p:cNvSpPr/>
            <p:nvPr/>
          </p:nvSpPr>
          <p:spPr>
            <a:xfrm>
              <a:off x="3592088" y="2029051"/>
              <a:ext cx="0" cy="1628768"/>
            </a:xfrm>
            <a:custGeom>
              <a:avLst/>
              <a:gdLst/>
              <a:ahLst/>
              <a:cxnLst/>
              <a:rect l="0" t="0" r="0" b="0"/>
              <a:pathLst>
                <a:path h="1221576">
                  <a:moveTo>
                    <a:pt x="0" y="1221576"/>
                  </a:moveTo>
                  <a:lnTo>
                    <a:pt x="0" y="1214519"/>
                  </a:lnTo>
                  <a:lnTo>
                    <a:pt x="0" y="1197347"/>
                  </a:lnTo>
                  <a:lnTo>
                    <a:pt x="0" y="1180176"/>
                  </a:lnTo>
                  <a:lnTo>
                    <a:pt x="0" y="1163005"/>
                  </a:lnTo>
                  <a:lnTo>
                    <a:pt x="0" y="1145834"/>
                  </a:lnTo>
                  <a:lnTo>
                    <a:pt x="0" y="1128662"/>
                  </a:lnTo>
                  <a:lnTo>
                    <a:pt x="0" y="1111491"/>
                  </a:lnTo>
                  <a:lnTo>
                    <a:pt x="0" y="1094320"/>
                  </a:lnTo>
                  <a:lnTo>
                    <a:pt x="0" y="1077149"/>
                  </a:lnTo>
                  <a:lnTo>
                    <a:pt x="0" y="1059977"/>
                  </a:lnTo>
                  <a:lnTo>
                    <a:pt x="0" y="1042806"/>
                  </a:lnTo>
                  <a:lnTo>
                    <a:pt x="0" y="1025635"/>
                  </a:lnTo>
                  <a:lnTo>
                    <a:pt x="0" y="1008464"/>
                  </a:lnTo>
                  <a:lnTo>
                    <a:pt x="0" y="991292"/>
                  </a:lnTo>
                  <a:lnTo>
                    <a:pt x="0" y="974121"/>
                  </a:lnTo>
                  <a:lnTo>
                    <a:pt x="0" y="956950"/>
                  </a:lnTo>
                  <a:lnTo>
                    <a:pt x="0" y="939779"/>
                  </a:lnTo>
                  <a:lnTo>
                    <a:pt x="0" y="922608"/>
                  </a:lnTo>
                  <a:lnTo>
                    <a:pt x="0" y="905436"/>
                  </a:lnTo>
                  <a:lnTo>
                    <a:pt x="0" y="888265"/>
                  </a:lnTo>
                  <a:lnTo>
                    <a:pt x="0" y="871094"/>
                  </a:lnTo>
                  <a:lnTo>
                    <a:pt x="0" y="853923"/>
                  </a:lnTo>
                  <a:lnTo>
                    <a:pt x="0" y="836751"/>
                  </a:lnTo>
                  <a:lnTo>
                    <a:pt x="0" y="819580"/>
                  </a:lnTo>
                  <a:lnTo>
                    <a:pt x="0" y="802409"/>
                  </a:lnTo>
                  <a:lnTo>
                    <a:pt x="0" y="785238"/>
                  </a:lnTo>
                  <a:lnTo>
                    <a:pt x="0" y="768066"/>
                  </a:lnTo>
                  <a:lnTo>
                    <a:pt x="0" y="750895"/>
                  </a:lnTo>
                  <a:lnTo>
                    <a:pt x="0" y="733724"/>
                  </a:lnTo>
                  <a:lnTo>
                    <a:pt x="0" y="716553"/>
                  </a:lnTo>
                  <a:lnTo>
                    <a:pt x="0" y="699382"/>
                  </a:lnTo>
                  <a:lnTo>
                    <a:pt x="0" y="682210"/>
                  </a:lnTo>
                  <a:lnTo>
                    <a:pt x="0" y="665039"/>
                  </a:lnTo>
                  <a:lnTo>
                    <a:pt x="0" y="647868"/>
                  </a:lnTo>
                  <a:lnTo>
                    <a:pt x="0" y="630697"/>
                  </a:lnTo>
                  <a:lnTo>
                    <a:pt x="0" y="613525"/>
                  </a:lnTo>
                  <a:lnTo>
                    <a:pt x="0" y="596354"/>
                  </a:lnTo>
                  <a:lnTo>
                    <a:pt x="0" y="579183"/>
                  </a:lnTo>
                  <a:lnTo>
                    <a:pt x="0" y="562012"/>
                  </a:lnTo>
                  <a:lnTo>
                    <a:pt x="0" y="544840"/>
                  </a:lnTo>
                  <a:lnTo>
                    <a:pt x="0" y="527669"/>
                  </a:lnTo>
                  <a:lnTo>
                    <a:pt x="0" y="510498"/>
                  </a:lnTo>
                  <a:lnTo>
                    <a:pt x="0" y="493327"/>
                  </a:lnTo>
                  <a:lnTo>
                    <a:pt x="0" y="476155"/>
                  </a:lnTo>
                  <a:lnTo>
                    <a:pt x="0" y="458984"/>
                  </a:lnTo>
                  <a:lnTo>
                    <a:pt x="0" y="441813"/>
                  </a:lnTo>
                  <a:lnTo>
                    <a:pt x="0" y="424642"/>
                  </a:lnTo>
                  <a:lnTo>
                    <a:pt x="0" y="407471"/>
                  </a:lnTo>
                  <a:lnTo>
                    <a:pt x="0" y="390299"/>
                  </a:lnTo>
                  <a:lnTo>
                    <a:pt x="0" y="373128"/>
                  </a:lnTo>
                  <a:lnTo>
                    <a:pt x="0" y="355957"/>
                  </a:lnTo>
                  <a:lnTo>
                    <a:pt x="0" y="338786"/>
                  </a:lnTo>
                  <a:lnTo>
                    <a:pt x="0" y="321614"/>
                  </a:lnTo>
                  <a:lnTo>
                    <a:pt x="0" y="304443"/>
                  </a:lnTo>
                  <a:lnTo>
                    <a:pt x="0" y="287272"/>
                  </a:lnTo>
                  <a:lnTo>
                    <a:pt x="0" y="270101"/>
                  </a:lnTo>
                  <a:lnTo>
                    <a:pt x="0" y="252929"/>
                  </a:lnTo>
                  <a:lnTo>
                    <a:pt x="0" y="235758"/>
                  </a:lnTo>
                  <a:lnTo>
                    <a:pt x="0" y="218587"/>
                  </a:lnTo>
                  <a:lnTo>
                    <a:pt x="0" y="201416"/>
                  </a:lnTo>
                  <a:lnTo>
                    <a:pt x="0" y="184245"/>
                  </a:lnTo>
                  <a:lnTo>
                    <a:pt x="0" y="167073"/>
                  </a:lnTo>
                  <a:lnTo>
                    <a:pt x="0" y="149902"/>
                  </a:lnTo>
                  <a:lnTo>
                    <a:pt x="0" y="132731"/>
                  </a:lnTo>
                  <a:lnTo>
                    <a:pt x="0" y="115560"/>
                  </a:lnTo>
                  <a:lnTo>
                    <a:pt x="0" y="98388"/>
                  </a:lnTo>
                  <a:lnTo>
                    <a:pt x="0" y="81217"/>
                  </a:lnTo>
                  <a:lnTo>
                    <a:pt x="0" y="64046"/>
                  </a:lnTo>
                  <a:lnTo>
                    <a:pt x="0" y="46875"/>
                  </a:lnTo>
                  <a:lnTo>
                    <a:pt x="0" y="29703"/>
                  </a:lnTo>
                  <a:lnTo>
                    <a:pt x="0" y="1253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9525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64" name="pl4064"/>
            <p:cNvSpPr/>
            <p:nvPr/>
          </p:nvSpPr>
          <p:spPr>
            <a:xfrm>
              <a:off x="3889857" y="2029051"/>
              <a:ext cx="0" cy="1628768"/>
            </a:xfrm>
            <a:custGeom>
              <a:avLst/>
              <a:gdLst/>
              <a:ahLst/>
              <a:cxnLst/>
              <a:rect l="0" t="0" r="0" b="0"/>
              <a:pathLst>
                <a:path h="1221576">
                  <a:moveTo>
                    <a:pt x="0" y="1221576"/>
                  </a:moveTo>
                  <a:lnTo>
                    <a:pt x="0" y="1214519"/>
                  </a:lnTo>
                  <a:lnTo>
                    <a:pt x="0" y="1197347"/>
                  </a:lnTo>
                  <a:lnTo>
                    <a:pt x="0" y="1180176"/>
                  </a:lnTo>
                  <a:lnTo>
                    <a:pt x="0" y="1163005"/>
                  </a:lnTo>
                  <a:lnTo>
                    <a:pt x="0" y="1145834"/>
                  </a:lnTo>
                  <a:lnTo>
                    <a:pt x="0" y="1128662"/>
                  </a:lnTo>
                  <a:lnTo>
                    <a:pt x="0" y="1111491"/>
                  </a:lnTo>
                  <a:lnTo>
                    <a:pt x="0" y="1094320"/>
                  </a:lnTo>
                  <a:lnTo>
                    <a:pt x="0" y="1077149"/>
                  </a:lnTo>
                  <a:lnTo>
                    <a:pt x="0" y="1059977"/>
                  </a:lnTo>
                  <a:lnTo>
                    <a:pt x="0" y="1042806"/>
                  </a:lnTo>
                  <a:lnTo>
                    <a:pt x="0" y="1025635"/>
                  </a:lnTo>
                  <a:lnTo>
                    <a:pt x="0" y="1008464"/>
                  </a:lnTo>
                  <a:lnTo>
                    <a:pt x="0" y="991292"/>
                  </a:lnTo>
                  <a:lnTo>
                    <a:pt x="0" y="974121"/>
                  </a:lnTo>
                  <a:lnTo>
                    <a:pt x="0" y="956950"/>
                  </a:lnTo>
                  <a:lnTo>
                    <a:pt x="0" y="939779"/>
                  </a:lnTo>
                  <a:lnTo>
                    <a:pt x="0" y="922608"/>
                  </a:lnTo>
                  <a:lnTo>
                    <a:pt x="0" y="905436"/>
                  </a:lnTo>
                  <a:lnTo>
                    <a:pt x="0" y="888265"/>
                  </a:lnTo>
                  <a:lnTo>
                    <a:pt x="0" y="871094"/>
                  </a:lnTo>
                  <a:lnTo>
                    <a:pt x="0" y="853923"/>
                  </a:lnTo>
                  <a:lnTo>
                    <a:pt x="0" y="836751"/>
                  </a:lnTo>
                  <a:lnTo>
                    <a:pt x="0" y="819580"/>
                  </a:lnTo>
                  <a:lnTo>
                    <a:pt x="0" y="802409"/>
                  </a:lnTo>
                  <a:lnTo>
                    <a:pt x="0" y="785238"/>
                  </a:lnTo>
                  <a:lnTo>
                    <a:pt x="0" y="768066"/>
                  </a:lnTo>
                  <a:lnTo>
                    <a:pt x="0" y="750895"/>
                  </a:lnTo>
                  <a:lnTo>
                    <a:pt x="0" y="733724"/>
                  </a:lnTo>
                  <a:lnTo>
                    <a:pt x="0" y="716553"/>
                  </a:lnTo>
                  <a:lnTo>
                    <a:pt x="0" y="699382"/>
                  </a:lnTo>
                  <a:lnTo>
                    <a:pt x="0" y="682210"/>
                  </a:lnTo>
                  <a:lnTo>
                    <a:pt x="0" y="665039"/>
                  </a:lnTo>
                  <a:lnTo>
                    <a:pt x="0" y="647868"/>
                  </a:lnTo>
                  <a:lnTo>
                    <a:pt x="0" y="630697"/>
                  </a:lnTo>
                  <a:lnTo>
                    <a:pt x="0" y="613525"/>
                  </a:lnTo>
                  <a:lnTo>
                    <a:pt x="0" y="596354"/>
                  </a:lnTo>
                  <a:lnTo>
                    <a:pt x="0" y="579183"/>
                  </a:lnTo>
                  <a:lnTo>
                    <a:pt x="0" y="562012"/>
                  </a:lnTo>
                  <a:lnTo>
                    <a:pt x="0" y="544840"/>
                  </a:lnTo>
                  <a:lnTo>
                    <a:pt x="0" y="527669"/>
                  </a:lnTo>
                  <a:lnTo>
                    <a:pt x="0" y="510498"/>
                  </a:lnTo>
                  <a:lnTo>
                    <a:pt x="0" y="493327"/>
                  </a:lnTo>
                  <a:lnTo>
                    <a:pt x="0" y="476155"/>
                  </a:lnTo>
                  <a:lnTo>
                    <a:pt x="0" y="458984"/>
                  </a:lnTo>
                  <a:lnTo>
                    <a:pt x="0" y="441813"/>
                  </a:lnTo>
                  <a:lnTo>
                    <a:pt x="0" y="424642"/>
                  </a:lnTo>
                  <a:lnTo>
                    <a:pt x="0" y="407471"/>
                  </a:lnTo>
                  <a:lnTo>
                    <a:pt x="0" y="390299"/>
                  </a:lnTo>
                  <a:lnTo>
                    <a:pt x="0" y="373128"/>
                  </a:lnTo>
                  <a:lnTo>
                    <a:pt x="0" y="355957"/>
                  </a:lnTo>
                  <a:lnTo>
                    <a:pt x="0" y="338786"/>
                  </a:lnTo>
                  <a:lnTo>
                    <a:pt x="0" y="321614"/>
                  </a:lnTo>
                  <a:lnTo>
                    <a:pt x="0" y="304443"/>
                  </a:lnTo>
                  <a:lnTo>
                    <a:pt x="0" y="287272"/>
                  </a:lnTo>
                  <a:lnTo>
                    <a:pt x="0" y="270101"/>
                  </a:lnTo>
                  <a:lnTo>
                    <a:pt x="0" y="252929"/>
                  </a:lnTo>
                  <a:lnTo>
                    <a:pt x="0" y="235758"/>
                  </a:lnTo>
                  <a:lnTo>
                    <a:pt x="0" y="218587"/>
                  </a:lnTo>
                  <a:lnTo>
                    <a:pt x="0" y="201416"/>
                  </a:lnTo>
                  <a:lnTo>
                    <a:pt x="0" y="184245"/>
                  </a:lnTo>
                  <a:lnTo>
                    <a:pt x="0" y="167073"/>
                  </a:lnTo>
                  <a:lnTo>
                    <a:pt x="0" y="149902"/>
                  </a:lnTo>
                  <a:lnTo>
                    <a:pt x="0" y="132731"/>
                  </a:lnTo>
                  <a:lnTo>
                    <a:pt x="0" y="115560"/>
                  </a:lnTo>
                  <a:lnTo>
                    <a:pt x="0" y="98388"/>
                  </a:lnTo>
                  <a:lnTo>
                    <a:pt x="0" y="81217"/>
                  </a:lnTo>
                  <a:lnTo>
                    <a:pt x="0" y="64046"/>
                  </a:lnTo>
                  <a:lnTo>
                    <a:pt x="0" y="46875"/>
                  </a:lnTo>
                  <a:lnTo>
                    <a:pt x="0" y="29703"/>
                  </a:lnTo>
                  <a:lnTo>
                    <a:pt x="0" y="1253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9525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65" name="pl4065"/>
            <p:cNvSpPr/>
            <p:nvPr/>
          </p:nvSpPr>
          <p:spPr>
            <a:xfrm>
              <a:off x="4187625" y="2029051"/>
              <a:ext cx="0" cy="1628768"/>
            </a:xfrm>
            <a:custGeom>
              <a:avLst/>
              <a:gdLst/>
              <a:ahLst/>
              <a:cxnLst/>
              <a:rect l="0" t="0" r="0" b="0"/>
              <a:pathLst>
                <a:path h="1221576">
                  <a:moveTo>
                    <a:pt x="0" y="1221576"/>
                  </a:moveTo>
                  <a:lnTo>
                    <a:pt x="0" y="1214519"/>
                  </a:lnTo>
                  <a:lnTo>
                    <a:pt x="0" y="1197347"/>
                  </a:lnTo>
                  <a:lnTo>
                    <a:pt x="0" y="1180176"/>
                  </a:lnTo>
                  <a:lnTo>
                    <a:pt x="0" y="1163005"/>
                  </a:lnTo>
                  <a:lnTo>
                    <a:pt x="0" y="1145834"/>
                  </a:lnTo>
                  <a:lnTo>
                    <a:pt x="0" y="1128662"/>
                  </a:lnTo>
                  <a:lnTo>
                    <a:pt x="0" y="1111491"/>
                  </a:lnTo>
                  <a:lnTo>
                    <a:pt x="0" y="1094320"/>
                  </a:lnTo>
                  <a:lnTo>
                    <a:pt x="0" y="1077149"/>
                  </a:lnTo>
                  <a:lnTo>
                    <a:pt x="0" y="1059977"/>
                  </a:lnTo>
                  <a:lnTo>
                    <a:pt x="0" y="1042806"/>
                  </a:lnTo>
                  <a:lnTo>
                    <a:pt x="0" y="1025635"/>
                  </a:lnTo>
                  <a:lnTo>
                    <a:pt x="0" y="1008464"/>
                  </a:lnTo>
                  <a:lnTo>
                    <a:pt x="0" y="991292"/>
                  </a:lnTo>
                  <a:lnTo>
                    <a:pt x="0" y="974121"/>
                  </a:lnTo>
                  <a:lnTo>
                    <a:pt x="0" y="956950"/>
                  </a:lnTo>
                  <a:lnTo>
                    <a:pt x="0" y="939779"/>
                  </a:lnTo>
                  <a:lnTo>
                    <a:pt x="0" y="922608"/>
                  </a:lnTo>
                  <a:lnTo>
                    <a:pt x="0" y="905436"/>
                  </a:lnTo>
                  <a:lnTo>
                    <a:pt x="0" y="888265"/>
                  </a:lnTo>
                  <a:lnTo>
                    <a:pt x="0" y="871094"/>
                  </a:lnTo>
                  <a:lnTo>
                    <a:pt x="0" y="853923"/>
                  </a:lnTo>
                  <a:lnTo>
                    <a:pt x="0" y="836751"/>
                  </a:lnTo>
                  <a:lnTo>
                    <a:pt x="0" y="819580"/>
                  </a:lnTo>
                  <a:lnTo>
                    <a:pt x="0" y="802409"/>
                  </a:lnTo>
                  <a:lnTo>
                    <a:pt x="0" y="785238"/>
                  </a:lnTo>
                  <a:lnTo>
                    <a:pt x="0" y="768066"/>
                  </a:lnTo>
                  <a:lnTo>
                    <a:pt x="0" y="750895"/>
                  </a:lnTo>
                  <a:lnTo>
                    <a:pt x="0" y="733724"/>
                  </a:lnTo>
                  <a:lnTo>
                    <a:pt x="0" y="716553"/>
                  </a:lnTo>
                  <a:lnTo>
                    <a:pt x="0" y="699382"/>
                  </a:lnTo>
                  <a:lnTo>
                    <a:pt x="0" y="682210"/>
                  </a:lnTo>
                  <a:lnTo>
                    <a:pt x="0" y="665039"/>
                  </a:lnTo>
                  <a:lnTo>
                    <a:pt x="0" y="647868"/>
                  </a:lnTo>
                  <a:lnTo>
                    <a:pt x="0" y="630697"/>
                  </a:lnTo>
                  <a:lnTo>
                    <a:pt x="0" y="613525"/>
                  </a:lnTo>
                  <a:lnTo>
                    <a:pt x="0" y="596354"/>
                  </a:lnTo>
                  <a:lnTo>
                    <a:pt x="0" y="579183"/>
                  </a:lnTo>
                  <a:lnTo>
                    <a:pt x="0" y="562012"/>
                  </a:lnTo>
                  <a:lnTo>
                    <a:pt x="0" y="544840"/>
                  </a:lnTo>
                  <a:lnTo>
                    <a:pt x="0" y="527669"/>
                  </a:lnTo>
                  <a:lnTo>
                    <a:pt x="0" y="510498"/>
                  </a:lnTo>
                  <a:lnTo>
                    <a:pt x="0" y="493327"/>
                  </a:lnTo>
                  <a:lnTo>
                    <a:pt x="0" y="476155"/>
                  </a:lnTo>
                  <a:lnTo>
                    <a:pt x="0" y="458984"/>
                  </a:lnTo>
                  <a:lnTo>
                    <a:pt x="0" y="441813"/>
                  </a:lnTo>
                  <a:lnTo>
                    <a:pt x="0" y="424642"/>
                  </a:lnTo>
                  <a:lnTo>
                    <a:pt x="0" y="407471"/>
                  </a:lnTo>
                  <a:lnTo>
                    <a:pt x="0" y="390299"/>
                  </a:lnTo>
                  <a:lnTo>
                    <a:pt x="0" y="373128"/>
                  </a:lnTo>
                  <a:lnTo>
                    <a:pt x="0" y="355957"/>
                  </a:lnTo>
                  <a:lnTo>
                    <a:pt x="0" y="338786"/>
                  </a:lnTo>
                  <a:lnTo>
                    <a:pt x="0" y="321614"/>
                  </a:lnTo>
                  <a:lnTo>
                    <a:pt x="0" y="304443"/>
                  </a:lnTo>
                  <a:lnTo>
                    <a:pt x="0" y="287272"/>
                  </a:lnTo>
                  <a:lnTo>
                    <a:pt x="0" y="270101"/>
                  </a:lnTo>
                  <a:lnTo>
                    <a:pt x="0" y="252929"/>
                  </a:lnTo>
                  <a:lnTo>
                    <a:pt x="0" y="235758"/>
                  </a:lnTo>
                  <a:lnTo>
                    <a:pt x="0" y="218587"/>
                  </a:lnTo>
                  <a:lnTo>
                    <a:pt x="0" y="201416"/>
                  </a:lnTo>
                  <a:lnTo>
                    <a:pt x="0" y="184245"/>
                  </a:lnTo>
                  <a:lnTo>
                    <a:pt x="0" y="167073"/>
                  </a:lnTo>
                  <a:lnTo>
                    <a:pt x="0" y="149902"/>
                  </a:lnTo>
                  <a:lnTo>
                    <a:pt x="0" y="132731"/>
                  </a:lnTo>
                  <a:lnTo>
                    <a:pt x="0" y="115560"/>
                  </a:lnTo>
                  <a:lnTo>
                    <a:pt x="0" y="98388"/>
                  </a:lnTo>
                  <a:lnTo>
                    <a:pt x="0" y="81217"/>
                  </a:lnTo>
                  <a:lnTo>
                    <a:pt x="0" y="64046"/>
                  </a:lnTo>
                  <a:lnTo>
                    <a:pt x="0" y="46875"/>
                  </a:lnTo>
                  <a:lnTo>
                    <a:pt x="0" y="29703"/>
                  </a:lnTo>
                  <a:lnTo>
                    <a:pt x="0" y="1253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9525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66" name="pl4066"/>
            <p:cNvSpPr/>
            <p:nvPr/>
          </p:nvSpPr>
          <p:spPr>
            <a:xfrm>
              <a:off x="4485393" y="2029051"/>
              <a:ext cx="0" cy="1628768"/>
            </a:xfrm>
            <a:custGeom>
              <a:avLst/>
              <a:gdLst/>
              <a:ahLst/>
              <a:cxnLst/>
              <a:rect l="0" t="0" r="0" b="0"/>
              <a:pathLst>
                <a:path h="1221576">
                  <a:moveTo>
                    <a:pt x="0" y="1221576"/>
                  </a:moveTo>
                  <a:lnTo>
                    <a:pt x="0" y="1214519"/>
                  </a:lnTo>
                  <a:lnTo>
                    <a:pt x="0" y="1197347"/>
                  </a:lnTo>
                  <a:lnTo>
                    <a:pt x="0" y="1180176"/>
                  </a:lnTo>
                  <a:lnTo>
                    <a:pt x="0" y="1163005"/>
                  </a:lnTo>
                  <a:lnTo>
                    <a:pt x="0" y="1145834"/>
                  </a:lnTo>
                  <a:lnTo>
                    <a:pt x="0" y="1128662"/>
                  </a:lnTo>
                  <a:lnTo>
                    <a:pt x="0" y="1111491"/>
                  </a:lnTo>
                  <a:lnTo>
                    <a:pt x="0" y="1094320"/>
                  </a:lnTo>
                  <a:lnTo>
                    <a:pt x="0" y="1077149"/>
                  </a:lnTo>
                  <a:lnTo>
                    <a:pt x="0" y="1059977"/>
                  </a:lnTo>
                  <a:lnTo>
                    <a:pt x="0" y="1042806"/>
                  </a:lnTo>
                  <a:lnTo>
                    <a:pt x="0" y="1025635"/>
                  </a:lnTo>
                  <a:lnTo>
                    <a:pt x="0" y="1008464"/>
                  </a:lnTo>
                  <a:lnTo>
                    <a:pt x="0" y="991292"/>
                  </a:lnTo>
                  <a:lnTo>
                    <a:pt x="0" y="974121"/>
                  </a:lnTo>
                  <a:lnTo>
                    <a:pt x="0" y="956950"/>
                  </a:lnTo>
                  <a:lnTo>
                    <a:pt x="0" y="939779"/>
                  </a:lnTo>
                  <a:lnTo>
                    <a:pt x="0" y="922608"/>
                  </a:lnTo>
                  <a:lnTo>
                    <a:pt x="0" y="905436"/>
                  </a:lnTo>
                  <a:lnTo>
                    <a:pt x="0" y="888265"/>
                  </a:lnTo>
                  <a:lnTo>
                    <a:pt x="0" y="871094"/>
                  </a:lnTo>
                  <a:lnTo>
                    <a:pt x="0" y="853923"/>
                  </a:lnTo>
                  <a:lnTo>
                    <a:pt x="0" y="836751"/>
                  </a:lnTo>
                  <a:lnTo>
                    <a:pt x="0" y="819580"/>
                  </a:lnTo>
                  <a:lnTo>
                    <a:pt x="0" y="802409"/>
                  </a:lnTo>
                  <a:lnTo>
                    <a:pt x="0" y="785238"/>
                  </a:lnTo>
                  <a:lnTo>
                    <a:pt x="0" y="768066"/>
                  </a:lnTo>
                  <a:lnTo>
                    <a:pt x="0" y="750895"/>
                  </a:lnTo>
                  <a:lnTo>
                    <a:pt x="0" y="733724"/>
                  </a:lnTo>
                  <a:lnTo>
                    <a:pt x="0" y="716553"/>
                  </a:lnTo>
                  <a:lnTo>
                    <a:pt x="0" y="699382"/>
                  </a:lnTo>
                  <a:lnTo>
                    <a:pt x="0" y="682210"/>
                  </a:lnTo>
                  <a:lnTo>
                    <a:pt x="0" y="665039"/>
                  </a:lnTo>
                  <a:lnTo>
                    <a:pt x="0" y="647868"/>
                  </a:lnTo>
                  <a:lnTo>
                    <a:pt x="0" y="630697"/>
                  </a:lnTo>
                  <a:lnTo>
                    <a:pt x="0" y="613525"/>
                  </a:lnTo>
                  <a:lnTo>
                    <a:pt x="0" y="596354"/>
                  </a:lnTo>
                  <a:lnTo>
                    <a:pt x="0" y="579183"/>
                  </a:lnTo>
                  <a:lnTo>
                    <a:pt x="0" y="562012"/>
                  </a:lnTo>
                  <a:lnTo>
                    <a:pt x="0" y="544840"/>
                  </a:lnTo>
                  <a:lnTo>
                    <a:pt x="0" y="527669"/>
                  </a:lnTo>
                  <a:lnTo>
                    <a:pt x="0" y="510498"/>
                  </a:lnTo>
                  <a:lnTo>
                    <a:pt x="0" y="493327"/>
                  </a:lnTo>
                  <a:lnTo>
                    <a:pt x="0" y="476155"/>
                  </a:lnTo>
                  <a:lnTo>
                    <a:pt x="0" y="458984"/>
                  </a:lnTo>
                  <a:lnTo>
                    <a:pt x="0" y="441813"/>
                  </a:lnTo>
                  <a:lnTo>
                    <a:pt x="0" y="424642"/>
                  </a:lnTo>
                  <a:lnTo>
                    <a:pt x="0" y="407471"/>
                  </a:lnTo>
                  <a:lnTo>
                    <a:pt x="0" y="390299"/>
                  </a:lnTo>
                  <a:lnTo>
                    <a:pt x="0" y="373128"/>
                  </a:lnTo>
                  <a:lnTo>
                    <a:pt x="0" y="355957"/>
                  </a:lnTo>
                  <a:lnTo>
                    <a:pt x="0" y="338786"/>
                  </a:lnTo>
                  <a:lnTo>
                    <a:pt x="0" y="321614"/>
                  </a:lnTo>
                  <a:lnTo>
                    <a:pt x="0" y="304443"/>
                  </a:lnTo>
                  <a:lnTo>
                    <a:pt x="0" y="287272"/>
                  </a:lnTo>
                  <a:lnTo>
                    <a:pt x="0" y="270101"/>
                  </a:lnTo>
                  <a:lnTo>
                    <a:pt x="0" y="252929"/>
                  </a:lnTo>
                  <a:lnTo>
                    <a:pt x="0" y="235758"/>
                  </a:lnTo>
                  <a:lnTo>
                    <a:pt x="0" y="218587"/>
                  </a:lnTo>
                  <a:lnTo>
                    <a:pt x="0" y="201416"/>
                  </a:lnTo>
                  <a:lnTo>
                    <a:pt x="0" y="184245"/>
                  </a:lnTo>
                  <a:lnTo>
                    <a:pt x="0" y="167073"/>
                  </a:lnTo>
                  <a:lnTo>
                    <a:pt x="0" y="149902"/>
                  </a:lnTo>
                  <a:lnTo>
                    <a:pt x="0" y="132731"/>
                  </a:lnTo>
                  <a:lnTo>
                    <a:pt x="0" y="115560"/>
                  </a:lnTo>
                  <a:lnTo>
                    <a:pt x="0" y="98388"/>
                  </a:lnTo>
                  <a:lnTo>
                    <a:pt x="0" y="81217"/>
                  </a:lnTo>
                  <a:lnTo>
                    <a:pt x="0" y="64046"/>
                  </a:lnTo>
                  <a:lnTo>
                    <a:pt x="0" y="46875"/>
                  </a:lnTo>
                  <a:lnTo>
                    <a:pt x="0" y="29703"/>
                  </a:lnTo>
                  <a:lnTo>
                    <a:pt x="0" y="1253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9525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67" name="pl4067"/>
            <p:cNvSpPr/>
            <p:nvPr/>
          </p:nvSpPr>
          <p:spPr>
            <a:xfrm>
              <a:off x="4783161" y="2029051"/>
              <a:ext cx="0" cy="1628768"/>
            </a:xfrm>
            <a:custGeom>
              <a:avLst/>
              <a:gdLst/>
              <a:ahLst/>
              <a:cxnLst/>
              <a:rect l="0" t="0" r="0" b="0"/>
              <a:pathLst>
                <a:path h="1221576">
                  <a:moveTo>
                    <a:pt x="0" y="1221576"/>
                  </a:moveTo>
                  <a:lnTo>
                    <a:pt x="0" y="1214519"/>
                  </a:lnTo>
                  <a:lnTo>
                    <a:pt x="0" y="1197347"/>
                  </a:lnTo>
                  <a:lnTo>
                    <a:pt x="0" y="1180176"/>
                  </a:lnTo>
                  <a:lnTo>
                    <a:pt x="0" y="1163005"/>
                  </a:lnTo>
                  <a:lnTo>
                    <a:pt x="0" y="1145834"/>
                  </a:lnTo>
                  <a:lnTo>
                    <a:pt x="0" y="1128662"/>
                  </a:lnTo>
                  <a:lnTo>
                    <a:pt x="0" y="1111491"/>
                  </a:lnTo>
                  <a:lnTo>
                    <a:pt x="0" y="1094320"/>
                  </a:lnTo>
                  <a:lnTo>
                    <a:pt x="0" y="1077149"/>
                  </a:lnTo>
                  <a:lnTo>
                    <a:pt x="0" y="1059977"/>
                  </a:lnTo>
                  <a:lnTo>
                    <a:pt x="0" y="1042806"/>
                  </a:lnTo>
                  <a:lnTo>
                    <a:pt x="0" y="1025635"/>
                  </a:lnTo>
                  <a:lnTo>
                    <a:pt x="0" y="1008464"/>
                  </a:lnTo>
                  <a:lnTo>
                    <a:pt x="0" y="991292"/>
                  </a:lnTo>
                  <a:lnTo>
                    <a:pt x="0" y="974121"/>
                  </a:lnTo>
                  <a:lnTo>
                    <a:pt x="0" y="956950"/>
                  </a:lnTo>
                  <a:lnTo>
                    <a:pt x="0" y="939779"/>
                  </a:lnTo>
                  <a:lnTo>
                    <a:pt x="0" y="922608"/>
                  </a:lnTo>
                  <a:lnTo>
                    <a:pt x="0" y="905436"/>
                  </a:lnTo>
                  <a:lnTo>
                    <a:pt x="0" y="888265"/>
                  </a:lnTo>
                  <a:lnTo>
                    <a:pt x="0" y="871094"/>
                  </a:lnTo>
                  <a:lnTo>
                    <a:pt x="0" y="853923"/>
                  </a:lnTo>
                  <a:lnTo>
                    <a:pt x="0" y="836751"/>
                  </a:lnTo>
                  <a:lnTo>
                    <a:pt x="0" y="819580"/>
                  </a:lnTo>
                  <a:lnTo>
                    <a:pt x="0" y="802409"/>
                  </a:lnTo>
                  <a:lnTo>
                    <a:pt x="0" y="785238"/>
                  </a:lnTo>
                  <a:lnTo>
                    <a:pt x="0" y="768066"/>
                  </a:lnTo>
                  <a:lnTo>
                    <a:pt x="0" y="750895"/>
                  </a:lnTo>
                  <a:lnTo>
                    <a:pt x="0" y="733724"/>
                  </a:lnTo>
                  <a:lnTo>
                    <a:pt x="0" y="716553"/>
                  </a:lnTo>
                  <a:lnTo>
                    <a:pt x="0" y="699382"/>
                  </a:lnTo>
                  <a:lnTo>
                    <a:pt x="0" y="682210"/>
                  </a:lnTo>
                  <a:lnTo>
                    <a:pt x="0" y="665039"/>
                  </a:lnTo>
                  <a:lnTo>
                    <a:pt x="0" y="647868"/>
                  </a:lnTo>
                  <a:lnTo>
                    <a:pt x="0" y="630697"/>
                  </a:lnTo>
                  <a:lnTo>
                    <a:pt x="0" y="613525"/>
                  </a:lnTo>
                  <a:lnTo>
                    <a:pt x="0" y="596354"/>
                  </a:lnTo>
                  <a:lnTo>
                    <a:pt x="0" y="579183"/>
                  </a:lnTo>
                  <a:lnTo>
                    <a:pt x="0" y="562012"/>
                  </a:lnTo>
                  <a:lnTo>
                    <a:pt x="0" y="544840"/>
                  </a:lnTo>
                  <a:lnTo>
                    <a:pt x="0" y="527669"/>
                  </a:lnTo>
                  <a:lnTo>
                    <a:pt x="0" y="510498"/>
                  </a:lnTo>
                  <a:lnTo>
                    <a:pt x="0" y="493327"/>
                  </a:lnTo>
                  <a:lnTo>
                    <a:pt x="0" y="476155"/>
                  </a:lnTo>
                  <a:lnTo>
                    <a:pt x="0" y="458984"/>
                  </a:lnTo>
                  <a:lnTo>
                    <a:pt x="0" y="441813"/>
                  </a:lnTo>
                  <a:lnTo>
                    <a:pt x="0" y="424642"/>
                  </a:lnTo>
                  <a:lnTo>
                    <a:pt x="0" y="407471"/>
                  </a:lnTo>
                  <a:lnTo>
                    <a:pt x="0" y="390299"/>
                  </a:lnTo>
                  <a:lnTo>
                    <a:pt x="0" y="373128"/>
                  </a:lnTo>
                  <a:lnTo>
                    <a:pt x="0" y="355957"/>
                  </a:lnTo>
                  <a:lnTo>
                    <a:pt x="0" y="338786"/>
                  </a:lnTo>
                  <a:lnTo>
                    <a:pt x="0" y="321614"/>
                  </a:lnTo>
                  <a:lnTo>
                    <a:pt x="0" y="304443"/>
                  </a:lnTo>
                  <a:lnTo>
                    <a:pt x="0" y="287272"/>
                  </a:lnTo>
                  <a:lnTo>
                    <a:pt x="0" y="270101"/>
                  </a:lnTo>
                  <a:lnTo>
                    <a:pt x="0" y="252929"/>
                  </a:lnTo>
                  <a:lnTo>
                    <a:pt x="0" y="235758"/>
                  </a:lnTo>
                  <a:lnTo>
                    <a:pt x="0" y="218587"/>
                  </a:lnTo>
                  <a:lnTo>
                    <a:pt x="0" y="201416"/>
                  </a:lnTo>
                  <a:lnTo>
                    <a:pt x="0" y="184245"/>
                  </a:lnTo>
                  <a:lnTo>
                    <a:pt x="0" y="167073"/>
                  </a:lnTo>
                  <a:lnTo>
                    <a:pt x="0" y="149902"/>
                  </a:lnTo>
                  <a:lnTo>
                    <a:pt x="0" y="132731"/>
                  </a:lnTo>
                  <a:lnTo>
                    <a:pt x="0" y="115560"/>
                  </a:lnTo>
                  <a:lnTo>
                    <a:pt x="0" y="98388"/>
                  </a:lnTo>
                  <a:lnTo>
                    <a:pt x="0" y="81217"/>
                  </a:lnTo>
                  <a:lnTo>
                    <a:pt x="0" y="64046"/>
                  </a:lnTo>
                  <a:lnTo>
                    <a:pt x="0" y="46875"/>
                  </a:lnTo>
                  <a:lnTo>
                    <a:pt x="0" y="29703"/>
                  </a:lnTo>
                  <a:lnTo>
                    <a:pt x="0" y="1253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9525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68" name="pl4068"/>
            <p:cNvSpPr/>
            <p:nvPr/>
          </p:nvSpPr>
          <p:spPr>
            <a:xfrm>
              <a:off x="5080931" y="2029051"/>
              <a:ext cx="0" cy="1628768"/>
            </a:xfrm>
            <a:custGeom>
              <a:avLst/>
              <a:gdLst/>
              <a:ahLst/>
              <a:cxnLst/>
              <a:rect l="0" t="0" r="0" b="0"/>
              <a:pathLst>
                <a:path h="1221576">
                  <a:moveTo>
                    <a:pt x="0" y="1221576"/>
                  </a:moveTo>
                  <a:lnTo>
                    <a:pt x="0" y="1214519"/>
                  </a:lnTo>
                  <a:lnTo>
                    <a:pt x="0" y="1197347"/>
                  </a:lnTo>
                  <a:lnTo>
                    <a:pt x="0" y="1180176"/>
                  </a:lnTo>
                  <a:lnTo>
                    <a:pt x="0" y="1163005"/>
                  </a:lnTo>
                  <a:lnTo>
                    <a:pt x="0" y="1145834"/>
                  </a:lnTo>
                  <a:lnTo>
                    <a:pt x="0" y="1128662"/>
                  </a:lnTo>
                  <a:lnTo>
                    <a:pt x="0" y="1111491"/>
                  </a:lnTo>
                  <a:lnTo>
                    <a:pt x="0" y="1094320"/>
                  </a:lnTo>
                  <a:lnTo>
                    <a:pt x="0" y="1077149"/>
                  </a:lnTo>
                  <a:lnTo>
                    <a:pt x="0" y="1059977"/>
                  </a:lnTo>
                  <a:lnTo>
                    <a:pt x="0" y="1042806"/>
                  </a:lnTo>
                  <a:lnTo>
                    <a:pt x="0" y="1025635"/>
                  </a:lnTo>
                  <a:lnTo>
                    <a:pt x="0" y="1008464"/>
                  </a:lnTo>
                  <a:lnTo>
                    <a:pt x="0" y="991292"/>
                  </a:lnTo>
                  <a:lnTo>
                    <a:pt x="0" y="974121"/>
                  </a:lnTo>
                  <a:lnTo>
                    <a:pt x="0" y="956950"/>
                  </a:lnTo>
                  <a:lnTo>
                    <a:pt x="0" y="939779"/>
                  </a:lnTo>
                  <a:lnTo>
                    <a:pt x="0" y="922608"/>
                  </a:lnTo>
                  <a:lnTo>
                    <a:pt x="0" y="905436"/>
                  </a:lnTo>
                  <a:lnTo>
                    <a:pt x="0" y="888265"/>
                  </a:lnTo>
                  <a:lnTo>
                    <a:pt x="0" y="871094"/>
                  </a:lnTo>
                  <a:lnTo>
                    <a:pt x="0" y="853923"/>
                  </a:lnTo>
                  <a:lnTo>
                    <a:pt x="0" y="836751"/>
                  </a:lnTo>
                  <a:lnTo>
                    <a:pt x="0" y="819580"/>
                  </a:lnTo>
                  <a:lnTo>
                    <a:pt x="0" y="802409"/>
                  </a:lnTo>
                  <a:lnTo>
                    <a:pt x="0" y="785238"/>
                  </a:lnTo>
                  <a:lnTo>
                    <a:pt x="0" y="768066"/>
                  </a:lnTo>
                  <a:lnTo>
                    <a:pt x="0" y="750895"/>
                  </a:lnTo>
                  <a:lnTo>
                    <a:pt x="0" y="733724"/>
                  </a:lnTo>
                  <a:lnTo>
                    <a:pt x="0" y="716553"/>
                  </a:lnTo>
                  <a:lnTo>
                    <a:pt x="0" y="699382"/>
                  </a:lnTo>
                  <a:lnTo>
                    <a:pt x="0" y="682210"/>
                  </a:lnTo>
                  <a:lnTo>
                    <a:pt x="0" y="665039"/>
                  </a:lnTo>
                  <a:lnTo>
                    <a:pt x="0" y="647868"/>
                  </a:lnTo>
                  <a:lnTo>
                    <a:pt x="0" y="630697"/>
                  </a:lnTo>
                  <a:lnTo>
                    <a:pt x="0" y="613525"/>
                  </a:lnTo>
                  <a:lnTo>
                    <a:pt x="0" y="596354"/>
                  </a:lnTo>
                  <a:lnTo>
                    <a:pt x="0" y="579183"/>
                  </a:lnTo>
                  <a:lnTo>
                    <a:pt x="0" y="562012"/>
                  </a:lnTo>
                  <a:lnTo>
                    <a:pt x="0" y="544840"/>
                  </a:lnTo>
                  <a:lnTo>
                    <a:pt x="0" y="527669"/>
                  </a:lnTo>
                  <a:lnTo>
                    <a:pt x="0" y="510498"/>
                  </a:lnTo>
                  <a:lnTo>
                    <a:pt x="0" y="493327"/>
                  </a:lnTo>
                  <a:lnTo>
                    <a:pt x="0" y="476155"/>
                  </a:lnTo>
                  <a:lnTo>
                    <a:pt x="0" y="458984"/>
                  </a:lnTo>
                  <a:lnTo>
                    <a:pt x="0" y="441813"/>
                  </a:lnTo>
                  <a:lnTo>
                    <a:pt x="0" y="424642"/>
                  </a:lnTo>
                  <a:lnTo>
                    <a:pt x="0" y="407471"/>
                  </a:lnTo>
                  <a:lnTo>
                    <a:pt x="0" y="390299"/>
                  </a:lnTo>
                  <a:lnTo>
                    <a:pt x="0" y="373128"/>
                  </a:lnTo>
                  <a:lnTo>
                    <a:pt x="0" y="355957"/>
                  </a:lnTo>
                  <a:lnTo>
                    <a:pt x="0" y="338786"/>
                  </a:lnTo>
                  <a:lnTo>
                    <a:pt x="0" y="321614"/>
                  </a:lnTo>
                  <a:lnTo>
                    <a:pt x="0" y="304443"/>
                  </a:lnTo>
                  <a:lnTo>
                    <a:pt x="0" y="287272"/>
                  </a:lnTo>
                  <a:lnTo>
                    <a:pt x="0" y="270101"/>
                  </a:lnTo>
                  <a:lnTo>
                    <a:pt x="0" y="252929"/>
                  </a:lnTo>
                  <a:lnTo>
                    <a:pt x="0" y="235758"/>
                  </a:lnTo>
                  <a:lnTo>
                    <a:pt x="0" y="218587"/>
                  </a:lnTo>
                  <a:lnTo>
                    <a:pt x="0" y="201416"/>
                  </a:lnTo>
                  <a:lnTo>
                    <a:pt x="0" y="184245"/>
                  </a:lnTo>
                  <a:lnTo>
                    <a:pt x="0" y="167073"/>
                  </a:lnTo>
                  <a:lnTo>
                    <a:pt x="0" y="149902"/>
                  </a:lnTo>
                  <a:lnTo>
                    <a:pt x="0" y="132731"/>
                  </a:lnTo>
                  <a:lnTo>
                    <a:pt x="0" y="115560"/>
                  </a:lnTo>
                  <a:lnTo>
                    <a:pt x="0" y="98388"/>
                  </a:lnTo>
                  <a:lnTo>
                    <a:pt x="0" y="81217"/>
                  </a:lnTo>
                  <a:lnTo>
                    <a:pt x="0" y="64046"/>
                  </a:lnTo>
                  <a:lnTo>
                    <a:pt x="0" y="46875"/>
                  </a:lnTo>
                  <a:lnTo>
                    <a:pt x="0" y="29703"/>
                  </a:lnTo>
                  <a:lnTo>
                    <a:pt x="0" y="1253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9525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69" name="pl4069"/>
            <p:cNvSpPr/>
            <p:nvPr/>
          </p:nvSpPr>
          <p:spPr>
            <a:xfrm>
              <a:off x="3558988" y="3591173"/>
              <a:ext cx="1668412" cy="0"/>
            </a:xfrm>
            <a:custGeom>
              <a:avLst/>
              <a:gdLst/>
              <a:ahLst/>
              <a:cxnLst/>
              <a:rect l="0" t="0" r="0" b="0"/>
              <a:pathLst>
                <a:path w="1251309">
                  <a:moveTo>
                    <a:pt x="0" y="0"/>
                  </a:moveTo>
                  <a:lnTo>
                    <a:pt x="6778" y="0"/>
                  </a:lnTo>
                  <a:lnTo>
                    <a:pt x="22569" y="0"/>
                  </a:lnTo>
                  <a:lnTo>
                    <a:pt x="38359" y="0"/>
                  </a:lnTo>
                  <a:lnTo>
                    <a:pt x="54150" y="0"/>
                  </a:lnTo>
                  <a:lnTo>
                    <a:pt x="69941" y="0"/>
                  </a:lnTo>
                  <a:lnTo>
                    <a:pt x="85732" y="0"/>
                  </a:lnTo>
                  <a:lnTo>
                    <a:pt x="101522" y="0"/>
                  </a:lnTo>
                  <a:lnTo>
                    <a:pt x="117313" y="0"/>
                  </a:lnTo>
                  <a:lnTo>
                    <a:pt x="133104" y="0"/>
                  </a:lnTo>
                  <a:lnTo>
                    <a:pt x="148895" y="0"/>
                  </a:lnTo>
                  <a:lnTo>
                    <a:pt x="164685" y="0"/>
                  </a:lnTo>
                  <a:lnTo>
                    <a:pt x="180476" y="0"/>
                  </a:lnTo>
                  <a:lnTo>
                    <a:pt x="196267" y="0"/>
                  </a:lnTo>
                  <a:lnTo>
                    <a:pt x="212058" y="0"/>
                  </a:lnTo>
                  <a:lnTo>
                    <a:pt x="227848" y="0"/>
                  </a:lnTo>
                  <a:lnTo>
                    <a:pt x="243639" y="0"/>
                  </a:lnTo>
                  <a:lnTo>
                    <a:pt x="259430" y="0"/>
                  </a:lnTo>
                  <a:lnTo>
                    <a:pt x="275221" y="0"/>
                  </a:lnTo>
                  <a:lnTo>
                    <a:pt x="291011" y="0"/>
                  </a:lnTo>
                  <a:lnTo>
                    <a:pt x="306802" y="0"/>
                  </a:lnTo>
                  <a:lnTo>
                    <a:pt x="322593" y="0"/>
                  </a:lnTo>
                  <a:lnTo>
                    <a:pt x="338384" y="0"/>
                  </a:lnTo>
                  <a:lnTo>
                    <a:pt x="354174" y="0"/>
                  </a:lnTo>
                  <a:lnTo>
                    <a:pt x="369965" y="0"/>
                  </a:lnTo>
                  <a:lnTo>
                    <a:pt x="385756" y="0"/>
                  </a:lnTo>
                  <a:lnTo>
                    <a:pt x="401547" y="0"/>
                  </a:lnTo>
                  <a:lnTo>
                    <a:pt x="417337" y="0"/>
                  </a:lnTo>
                  <a:lnTo>
                    <a:pt x="433128" y="0"/>
                  </a:lnTo>
                  <a:lnTo>
                    <a:pt x="448919" y="0"/>
                  </a:lnTo>
                  <a:lnTo>
                    <a:pt x="464710" y="0"/>
                  </a:lnTo>
                  <a:lnTo>
                    <a:pt x="480500" y="0"/>
                  </a:lnTo>
                  <a:lnTo>
                    <a:pt x="496291" y="0"/>
                  </a:lnTo>
                  <a:lnTo>
                    <a:pt x="512082" y="0"/>
                  </a:lnTo>
                  <a:lnTo>
                    <a:pt x="527873" y="0"/>
                  </a:lnTo>
                  <a:lnTo>
                    <a:pt x="543663" y="0"/>
                  </a:lnTo>
                  <a:lnTo>
                    <a:pt x="559454" y="0"/>
                  </a:lnTo>
                  <a:lnTo>
                    <a:pt x="575245" y="0"/>
                  </a:lnTo>
                  <a:lnTo>
                    <a:pt x="591036" y="0"/>
                  </a:lnTo>
                  <a:lnTo>
                    <a:pt x="606826" y="0"/>
                  </a:lnTo>
                  <a:lnTo>
                    <a:pt x="622617" y="0"/>
                  </a:lnTo>
                  <a:lnTo>
                    <a:pt x="638408" y="0"/>
                  </a:lnTo>
                  <a:lnTo>
                    <a:pt x="654199" y="0"/>
                  </a:lnTo>
                  <a:lnTo>
                    <a:pt x="669989" y="0"/>
                  </a:lnTo>
                  <a:lnTo>
                    <a:pt x="685780" y="0"/>
                  </a:lnTo>
                  <a:lnTo>
                    <a:pt x="701571" y="0"/>
                  </a:lnTo>
                  <a:lnTo>
                    <a:pt x="717362" y="0"/>
                  </a:lnTo>
                  <a:lnTo>
                    <a:pt x="733152" y="0"/>
                  </a:lnTo>
                  <a:lnTo>
                    <a:pt x="748943" y="0"/>
                  </a:lnTo>
                  <a:lnTo>
                    <a:pt x="764734" y="0"/>
                  </a:lnTo>
                  <a:lnTo>
                    <a:pt x="780524" y="0"/>
                  </a:lnTo>
                  <a:lnTo>
                    <a:pt x="796315" y="0"/>
                  </a:lnTo>
                  <a:lnTo>
                    <a:pt x="812106" y="0"/>
                  </a:lnTo>
                  <a:lnTo>
                    <a:pt x="827897" y="0"/>
                  </a:lnTo>
                  <a:lnTo>
                    <a:pt x="843687" y="0"/>
                  </a:lnTo>
                  <a:lnTo>
                    <a:pt x="859478" y="0"/>
                  </a:lnTo>
                  <a:lnTo>
                    <a:pt x="875269" y="0"/>
                  </a:lnTo>
                  <a:lnTo>
                    <a:pt x="891060" y="0"/>
                  </a:lnTo>
                  <a:lnTo>
                    <a:pt x="906850" y="0"/>
                  </a:lnTo>
                  <a:lnTo>
                    <a:pt x="922641" y="0"/>
                  </a:lnTo>
                  <a:lnTo>
                    <a:pt x="938432" y="0"/>
                  </a:lnTo>
                  <a:lnTo>
                    <a:pt x="954223" y="0"/>
                  </a:lnTo>
                  <a:lnTo>
                    <a:pt x="970013" y="0"/>
                  </a:lnTo>
                  <a:lnTo>
                    <a:pt x="985804" y="0"/>
                  </a:lnTo>
                  <a:lnTo>
                    <a:pt x="1001595" y="0"/>
                  </a:lnTo>
                  <a:lnTo>
                    <a:pt x="1017386" y="0"/>
                  </a:lnTo>
                  <a:lnTo>
                    <a:pt x="1033176" y="0"/>
                  </a:lnTo>
                  <a:lnTo>
                    <a:pt x="1048967" y="0"/>
                  </a:lnTo>
                  <a:lnTo>
                    <a:pt x="1064758" y="0"/>
                  </a:lnTo>
                  <a:lnTo>
                    <a:pt x="1080549" y="0"/>
                  </a:lnTo>
                  <a:lnTo>
                    <a:pt x="1096339" y="0"/>
                  </a:lnTo>
                  <a:lnTo>
                    <a:pt x="1112130" y="0"/>
                  </a:lnTo>
                  <a:lnTo>
                    <a:pt x="1127921" y="0"/>
                  </a:lnTo>
                  <a:lnTo>
                    <a:pt x="1143712" y="0"/>
                  </a:lnTo>
                  <a:lnTo>
                    <a:pt x="1159502" y="0"/>
                  </a:lnTo>
                  <a:lnTo>
                    <a:pt x="1175293" y="0"/>
                  </a:lnTo>
                  <a:lnTo>
                    <a:pt x="1191084" y="0"/>
                  </a:lnTo>
                  <a:lnTo>
                    <a:pt x="1206875" y="0"/>
                  </a:lnTo>
                  <a:lnTo>
                    <a:pt x="1222665" y="0"/>
                  </a:lnTo>
                  <a:lnTo>
                    <a:pt x="1238456" y="0"/>
                  </a:lnTo>
                  <a:lnTo>
                    <a:pt x="1251309" y="0"/>
                  </a:lnTo>
                  <a:lnTo>
                    <a:pt x="1251309" y="0"/>
                  </a:lnTo>
                </a:path>
              </a:pathLst>
            </a:custGeom>
            <a:ln w="9525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70" name="pl4070"/>
            <p:cNvSpPr/>
            <p:nvPr/>
          </p:nvSpPr>
          <p:spPr>
            <a:xfrm>
              <a:off x="3558988" y="3213406"/>
              <a:ext cx="1668412" cy="0"/>
            </a:xfrm>
            <a:custGeom>
              <a:avLst/>
              <a:gdLst/>
              <a:ahLst/>
              <a:cxnLst/>
              <a:rect l="0" t="0" r="0" b="0"/>
              <a:pathLst>
                <a:path w="1251309">
                  <a:moveTo>
                    <a:pt x="0" y="0"/>
                  </a:moveTo>
                  <a:lnTo>
                    <a:pt x="6778" y="0"/>
                  </a:lnTo>
                  <a:lnTo>
                    <a:pt x="22569" y="0"/>
                  </a:lnTo>
                  <a:lnTo>
                    <a:pt x="38359" y="0"/>
                  </a:lnTo>
                  <a:lnTo>
                    <a:pt x="54150" y="0"/>
                  </a:lnTo>
                  <a:lnTo>
                    <a:pt x="69941" y="0"/>
                  </a:lnTo>
                  <a:lnTo>
                    <a:pt x="85732" y="0"/>
                  </a:lnTo>
                  <a:lnTo>
                    <a:pt x="101522" y="0"/>
                  </a:lnTo>
                  <a:lnTo>
                    <a:pt x="117313" y="0"/>
                  </a:lnTo>
                  <a:lnTo>
                    <a:pt x="133104" y="0"/>
                  </a:lnTo>
                  <a:lnTo>
                    <a:pt x="148895" y="0"/>
                  </a:lnTo>
                  <a:lnTo>
                    <a:pt x="164685" y="0"/>
                  </a:lnTo>
                  <a:lnTo>
                    <a:pt x="180476" y="0"/>
                  </a:lnTo>
                  <a:lnTo>
                    <a:pt x="196267" y="0"/>
                  </a:lnTo>
                  <a:lnTo>
                    <a:pt x="212058" y="0"/>
                  </a:lnTo>
                  <a:lnTo>
                    <a:pt x="227848" y="0"/>
                  </a:lnTo>
                  <a:lnTo>
                    <a:pt x="243639" y="0"/>
                  </a:lnTo>
                  <a:lnTo>
                    <a:pt x="259430" y="0"/>
                  </a:lnTo>
                  <a:lnTo>
                    <a:pt x="275221" y="0"/>
                  </a:lnTo>
                  <a:lnTo>
                    <a:pt x="291011" y="0"/>
                  </a:lnTo>
                  <a:lnTo>
                    <a:pt x="306802" y="0"/>
                  </a:lnTo>
                  <a:lnTo>
                    <a:pt x="322593" y="0"/>
                  </a:lnTo>
                  <a:lnTo>
                    <a:pt x="338384" y="0"/>
                  </a:lnTo>
                  <a:lnTo>
                    <a:pt x="354174" y="0"/>
                  </a:lnTo>
                  <a:lnTo>
                    <a:pt x="369965" y="0"/>
                  </a:lnTo>
                  <a:lnTo>
                    <a:pt x="385756" y="0"/>
                  </a:lnTo>
                  <a:lnTo>
                    <a:pt x="401547" y="0"/>
                  </a:lnTo>
                  <a:lnTo>
                    <a:pt x="417337" y="0"/>
                  </a:lnTo>
                  <a:lnTo>
                    <a:pt x="433128" y="0"/>
                  </a:lnTo>
                  <a:lnTo>
                    <a:pt x="448919" y="0"/>
                  </a:lnTo>
                  <a:lnTo>
                    <a:pt x="464710" y="0"/>
                  </a:lnTo>
                  <a:lnTo>
                    <a:pt x="480500" y="0"/>
                  </a:lnTo>
                  <a:lnTo>
                    <a:pt x="496291" y="0"/>
                  </a:lnTo>
                  <a:lnTo>
                    <a:pt x="512082" y="0"/>
                  </a:lnTo>
                  <a:lnTo>
                    <a:pt x="527873" y="0"/>
                  </a:lnTo>
                  <a:lnTo>
                    <a:pt x="543663" y="0"/>
                  </a:lnTo>
                  <a:lnTo>
                    <a:pt x="559454" y="0"/>
                  </a:lnTo>
                  <a:lnTo>
                    <a:pt x="575245" y="0"/>
                  </a:lnTo>
                  <a:lnTo>
                    <a:pt x="591036" y="0"/>
                  </a:lnTo>
                  <a:lnTo>
                    <a:pt x="606826" y="0"/>
                  </a:lnTo>
                  <a:lnTo>
                    <a:pt x="622617" y="0"/>
                  </a:lnTo>
                  <a:lnTo>
                    <a:pt x="638408" y="0"/>
                  </a:lnTo>
                  <a:lnTo>
                    <a:pt x="654199" y="0"/>
                  </a:lnTo>
                  <a:lnTo>
                    <a:pt x="669989" y="0"/>
                  </a:lnTo>
                  <a:lnTo>
                    <a:pt x="685780" y="0"/>
                  </a:lnTo>
                  <a:lnTo>
                    <a:pt x="701571" y="0"/>
                  </a:lnTo>
                  <a:lnTo>
                    <a:pt x="717362" y="0"/>
                  </a:lnTo>
                  <a:lnTo>
                    <a:pt x="733152" y="0"/>
                  </a:lnTo>
                  <a:lnTo>
                    <a:pt x="748943" y="0"/>
                  </a:lnTo>
                  <a:lnTo>
                    <a:pt x="764734" y="0"/>
                  </a:lnTo>
                  <a:lnTo>
                    <a:pt x="780524" y="0"/>
                  </a:lnTo>
                  <a:lnTo>
                    <a:pt x="796315" y="0"/>
                  </a:lnTo>
                  <a:lnTo>
                    <a:pt x="812106" y="0"/>
                  </a:lnTo>
                  <a:lnTo>
                    <a:pt x="827897" y="0"/>
                  </a:lnTo>
                  <a:lnTo>
                    <a:pt x="843687" y="0"/>
                  </a:lnTo>
                  <a:lnTo>
                    <a:pt x="859478" y="0"/>
                  </a:lnTo>
                  <a:lnTo>
                    <a:pt x="875269" y="0"/>
                  </a:lnTo>
                  <a:lnTo>
                    <a:pt x="891060" y="0"/>
                  </a:lnTo>
                  <a:lnTo>
                    <a:pt x="906850" y="0"/>
                  </a:lnTo>
                  <a:lnTo>
                    <a:pt x="922641" y="0"/>
                  </a:lnTo>
                  <a:lnTo>
                    <a:pt x="938432" y="0"/>
                  </a:lnTo>
                  <a:lnTo>
                    <a:pt x="954223" y="0"/>
                  </a:lnTo>
                  <a:lnTo>
                    <a:pt x="970013" y="0"/>
                  </a:lnTo>
                  <a:lnTo>
                    <a:pt x="985804" y="0"/>
                  </a:lnTo>
                  <a:lnTo>
                    <a:pt x="1001595" y="0"/>
                  </a:lnTo>
                  <a:lnTo>
                    <a:pt x="1017386" y="0"/>
                  </a:lnTo>
                  <a:lnTo>
                    <a:pt x="1033176" y="0"/>
                  </a:lnTo>
                  <a:lnTo>
                    <a:pt x="1048967" y="0"/>
                  </a:lnTo>
                  <a:lnTo>
                    <a:pt x="1064758" y="0"/>
                  </a:lnTo>
                  <a:lnTo>
                    <a:pt x="1080549" y="0"/>
                  </a:lnTo>
                  <a:lnTo>
                    <a:pt x="1096339" y="0"/>
                  </a:lnTo>
                  <a:lnTo>
                    <a:pt x="1112130" y="0"/>
                  </a:lnTo>
                  <a:lnTo>
                    <a:pt x="1127921" y="0"/>
                  </a:lnTo>
                  <a:lnTo>
                    <a:pt x="1143712" y="0"/>
                  </a:lnTo>
                  <a:lnTo>
                    <a:pt x="1159502" y="0"/>
                  </a:lnTo>
                  <a:lnTo>
                    <a:pt x="1175293" y="0"/>
                  </a:lnTo>
                  <a:lnTo>
                    <a:pt x="1191084" y="0"/>
                  </a:lnTo>
                  <a:lnTo>
                    <a:pt x="1206875" y="0"/>
                  </a:lnTo>
                  <a:lnTo>
                    <a:pt x="1222665" y="0"/>
                  </a:lnTo>
                  <a:lnTo>
                    <a:pt x="1238456" y="0"/>
                  </a:lnTo>
                  <a:lnTo>
                    <a:pt x="1251309" y="0"/>
                  </a:lnTo>
                  <a:lnTo>
                    <a:pt x="1251309" y="0"/>
                  </a:lnTo>
                </a:path>
              </a:pathLst>
            </a:custGeom>
            <a:ln w="9525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71" name="pl4071"/>
            <p:cNvSpPr/>
            <p:nvPr/>
          </p:nvSpPr>
          <p:spPr>
            <a:xfrm>
              <a:off x="3558988" y="2835640"/>
              <a:ext cx="1668412" cy="0"/>
            </a:xfrm>
            <a:custGeom>
              <a:avLst/>
              <a:gdLst/>
              <a:ahLst/>
              <a:cxnLst/>
              <a:rect l="0" t="0" r="0" b="0"/>
              <a:pathLst>
                <a:path w="1251309">
                  <a:moveTo>
                    <a:pt x="0" y="0"/>
                  </a:moveTo>
                  <a:lnTo>
                    <a:pt x="6778" y="0"/>
                  </a:lnTo>
                  <a:lnTo>
                    <a:pt x="22569" y="0"/>
                  </a:lnTo>
                  <a:lnTo>
                    <a:pt x="38359" y="0"/>
                  </a:lnTo>
                  <a:lnTo>
                    <a:pt x="54150" y="0"/>
                  </a:lnTo>
                  <a:lnTo>
                    <a:pt x="69941" y="0"/>
                  </a:lnTo>
                  <a:lnTo>
                    <a:pt x="85732" y="0"/>
                  </a:lnTo>
                  <a:lnTo>
                    <a:pt x="101522" y="0"/>
                  </a:lnTo>
                  <a:lnTo>
                    <a:pt x="117313" y="0"/>
                  </a:lnTo>
                  <a:lnTo>
                    <a:pt x="133104" y="0"/>
                  </a:lnTo>
                  <a:lnTo>
                    <a:pt x="148895" y="0"/>
                  </a:lnTo>
                  <a:lnTo>
                    <a:pt x="164685" y="0"/>
                  </a:lnTo>
                  <a:lnTo>
                    <a:pt x="180476" y="0"/>
                  </a:lnTo>
                  <a:lnTo>
                    <a:pt x="196267" y="0"/>
                  </a:lnTo>
                  <a:lnTo>
                    <a:pt x="212058" y="0"/>
                  </a:lnTo>
                  <a:lnTo>
                    <a:pt x="227848" y="0"/>
                  </a:lnTo>
                  <a:lnTo>
                    <a:pt x="243639" y="0"/>
                  </a:lnTo>
                  <a:lnTo>
                    <a:pt x="259430" y="0"/>
                  </a:lnTo>
                  <a:lnTo>
                    <a:pt x="275221" y="0"/>
                  </a:lnTo>
                  <a:lnTo>
                    <a:pt x="291011" y="0"/>
                  </a:lnTo>
                  <a:lnTo>
                    <a:pt x="306802" y="0"/>
                  </a:lnTo>
                  <a:lnTo>
                    <a:pt x="322593" y="0"/>
                  </a:lnTo>
                  <a:lnTo>
                    <a:pt x="338384" y="0"/>
                  </a:lnTo>
                  <a:lnTo>
                    <a:pt x="354174" y="0"/>
                  </a:lnTo>
                  <a:lnTo>
                    <a:pt x="369965" y="0"/>
                  </a:lnTo>
                  <a:lnTo>
                    <a:pt x="385756" y="0"/>
                  </a:lnTo>
                  <a:lnTo>
                    <a:pt x="401547" y="0"/>
                  </a:lnTo>
                  <a:lnTo>
                    <a:pt x="417337" y="0"/>
                  </a:lnTo>
                  <a:lnTo>
                    <a:pt x="433128" y="0"/>
                  </a:lnTo>
                  <a:lnTo>
                    <a:pt x="448919" y="0"/>
                  </a:lnTo>
                  <a:lnTo>
                    <a:pt x="464710" y="0"/>
                  </a:lnTo>
                  <a:lnTo>
                    <a:pt x="480500" y="0"/>
                  </a:lnTo>
                  <a:lnTo>
                    <a:pt x="496291" y="0"/>
                  </a:lnTo>
                  <a:lnTo>
                    <a:pt x="512082" y="0"/>
                  </a:lnTo>
                  <a:lnTo>
                    <a:pt x="527873" y="0"/>
                  </a:lnTo>
                  <a:lnTo>
                    <a:pt x="543663" y="0"/>
                  </a:lnTo>
                  <a:lnTo>
                    <a:pt x="559454" y="0"/>
                  </a:lnTo>
                  <a:lnTo>
                    <a:pt x="575245" y="0"/>
                  </a:lnTo>
                  <a:lnTo>
                    <a:pt x="591036" y="0"/>
                  </a:lnTo>
                  <a:lnTo>
                    <a:pt x="606826" y="0"/>
                  </a:lnTo>
                  <a:lnTo>
                    <a:pt x="622617" y="0"/>
                  </a:lnTo>
                  <a:lnTo>
                    <a:pt x="638408" y="0"/>
                  </a:lnTo>
                  <a:lnTo>
                    <a:pt x="654199" y="0"/>
                  </a:lnTo>
                  <a:lnTo>
                    <a:pt x="669989" y="0"/>
                  </a:lnTo>
                  <a:lnTo>
                    <a:pt x="685780" y="0"/>
                  </a:lnTo>
                  <a:lnTo>
                    <a:pt x="701571" y="0"/>
                  </a:lnTo>
                  <a:lnTo>
                    <a:pt x="717362" y="0"/>
                  </a:lnTo>
                  <a:lnTo>
                    <a:pt x="733152" y="0"/>
                  </a:lnTo>
                  <a:lnTo>
                    <a:pt x="748943" y="0"/>
                  </a:lnTo>
                  <a:lnTo>
                    <a:pt x="764734" y="0"/>
                  </a:lnTo>
                  <a:lnTo>
                    <a:pt x="780524" y="0"/>
                  </a:lnTo>
                  <a:lnTo>
                    <a:pt x="796315" y="0"/>
                  </a:lnTo>
                  <a:lnTo>
                    <a:pt x="812106" y="0"/>
                  </a:lnTo>
                  <a:lnTo>
                    <a:pt x="827897" y="0"/>
                  </a:lnTo>
                  <a:lnTo>
                    <a:pt x="843687" y="0"/>
                  </a:lnTo>
                  <a:lnTo>
                    <a:pt x="859478" y="0"/>
                  </a:lnTo>
                  <a:lnTo>
                    <a:pt x="875269" y="0"/>
                  </a:lnTo>
                  <a:lnTo>
                    <a:pt x="891060" y="0"/>
                  </a:lnTo>
                  <a:lnTo>
                    <a:pt x="906850" y="0"/>
                  </a:lnTo>
                  <a:lnTo>
                    <a:pt x="922641" y="0"/>
                  </a:lnTo>
                  <a:lnTo>
                    <a:pt x="938432" y="0"/>
                  </a:lnTo>
                  <a:lnTo>
                    <a:pt x="954223" y="0"/>
                  </a:lnTo>
                  <a:lnTo>
                    <a:pt x="970013" y="0"/>
                  </a:lnTo>
                  <a:lnTo>
                    <a:pt x="985804" y="0"/>
                  </a:lnTo>
                  <a:lnTo>
                    <a:pt x="1001595" y="0"/>
                  </a:lnTo>
                  <a:lnTo>
                    <a:pt x="1017386" y="0"/>
                  </a:lnTo>
                  <a:lnTo>
                    <a:pt x="1033176" y="0"/>
                  </a:lnTo>
                  <a:lnTo>
                    <a:pt x="1048967" y="0"/>
                  </a:lnTo>
                  <a:lnTo>
                    <a:pt x="1064758" y="0"/>
                  </a:lnTo>
                  <a:lnTo>
                    <a:pt x="1080549" y="0"/>
                  </a:lnTo>
                  <a:lnTo>
                    <a:pt x="1096339" y="0"/>
                  </a:lnTo>
                  <a:lnTo>
                    <a:pt x="1112130" y="0"/>
                  </a:lnTo>
                  <a:lnTo>
                    <a:pt x="1127921" y="0"/>
                  </a:lnTo>
                  <a:lnTo>
                    <a:pt x="1143712" y="0"/>
                  </a:lnTo>
                  <a:lnTo>
                    <a:pt x="1159502" y="0"/>
                  </a:lnTo>
                  <a:lnTo>
                    <a:pt x="1175293" y="0"/>
                  </a:lnTo>
                  <a:lnTo>
                    <a:pt x="1191084" y="0"/>
                  </a:lnTo>
                  <a:lnTo>
                    <a:pt x="1206875" y="0"/>
                  </a:lnTo>
                  <a:lnTo>
                    <a:pt x="1222665" y="0"/>
                  </a:lnTo>
                  <a:lnTo>
                    <a:pt x="1238456" y="0"/>
                  </a:lnTo>
                  <a:lnTo>
                    <a:pt x="1251309" y="0"/>
                  </a:lnTo>
                  <a:lnTo>
                    <a:pt x="1251309" y="0"/>
                  </a:lnTo>
                </a:path>
              </a:pathLst>
            </a:custGeom>
            <a:ln w="9525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72" name="pl4072"/>
            <p:cNvSpPr/>
            <p:nvPr/>
          </p:nvSpPr>
          <p:spPr>
            <a:xfrm>
              <a:off x="3558988" y="2457871"/>
              <a:ext cx="1668412" cy="0"/>
            </a:xfrm>
            <a:custGeom>
              <a:avLst/>
              <a:gdLst/>
              <a:ahLst/>
              <a:cxnLst/>
              <a:rect l="0" t="0" r="0" b="0"/>
              <a:pathLst>
                <a:path w="1251309">
                  <a:moveTo>
                    <a:pt x="0" y="0"/>
                  </a:moveTo>
                  <a:lnTo>
                    <a:pt x="6778" y="0"/>
                  </a:lnTo>
                  <a:lnTo>
                    <a:pt x="22569" y="0"/>
                  </a:lnTo>
                  <a:lnTo>
                    <a:pt x="38359" y="0"/>
                  </a:lnTo>
                  <a:lnTo>
                    <a:pt x="54150" y="0"/>
                  </a:lnTo>
                  <a:lnTo>
                    <a:pt x="69941" y="0"/>
                  </a:lnTo>
                  <a:lnTo>
                    <a:pt x="85732" y="0"/>
                  </a:lnTo>
                  <a:lnTo>
                    <a:pt x="101522" y="0"/>
                  </a:lnTo>
                  <a:lnTo>
                    <a:pt x="117313" y="0"/>
                  </a:lnTo>
                  <a:lnTo>
                    <a:pt x="133104" y="0"/>
                  </a:lnTo>
                  <a:lnTo>
                    <a:pt x="148895" y="0"/>
                  </a:lnTo>
                  <a:lnTo>
                    <a:pt x="164685" y="0"/>
                  </a:lnTo>
                  <a:lnTo>
                    <a:pt x="180476" y="0"/>
                  </a:lnTo>
                  <a:lnTo>
                    <a:pt x="196267" y="0"/>
                  </a:lnTo>
                  <a:lnTo>
                    <a:pt x="212058" y="0"/>
                  </a:lnTo>
                  <a:lnTo>
                    <a:pt x="227848" y="0"/>
                  </a:lnTo>
                  <a:lnTo>
                    <a:pt x="243639" y="0"/>
                  </a:lnTo>
                  <a:lnTo>
                    <a:pt x="259430" y="0"/>
                  </a:lnTo>
                  <a:lnTo>
                    <a:pt x="275221" y="0"/>
                  </a:lnTo>
                  <a:lnTo>
                    <a:pt x="291011" y="0"/>
                  </a:lnTo>
                  <a:lnTo>
                    <a:pt x="306802" y="0"/>
                  </a:lnTo>
                  <a:lnTo>
                    <a:pt x="322593" y="0"/>
                  </a:lnTo>
                  <a:lnTo>
                    <a:pt x="338384" y="0"/>
                  </a:lnTo>
                  <a:lnTo>
                    <a:pt x="354174" y="0"/>
                  </a:lnTo>
                  <a:lnTo>
                    <a:pt x="369965" y="0"/>
                  </a:lnTo>
                  <a:lnTo>
                    <a:pt x="385756" y="0"/>
                  </a:lnTo>
                  <a:lnTo>
                    <a:pt x="401547" y="0"/>
                  </a:lnTo>
                  <a:lnTo>
                    <a:pt x="417337" y="0"/>
                  </a:lnTo>
                  <a:lnTo>
                    <a:pt x="433128" y="0"/>
                  </a:lnTo>
                  <a:lnTo>
                    <a:pt x="448919" y="0"/>
                  </a:lnTo>
                  <a:lnTo>
                    <a:pt x="464710" y="0"/>
                  </a:lnTo>
                  <a:lnTo>
                    <a:pt x="480500" y="0"/>
                  </a:lnTo>
                  <a:lnTo>
                    <a:pt x="496291" y="0"/>
                  </a:lnTo>
                  <a:lnTo>
                    <a:pt x="512082" y="0"/>
                  </a:lnTo>
                  <a:lnTo>
                    <a:pt x="527873" y="0"/>
                  </a:lnTo>
                  <a:lnTo>
                    <a:pt x="543663" y="0"/>
                  </a:lnTo>
                  <a:lnTo>
                    <a:pt x="559454" y="0"/>
                  </a:lnTo>
                  <a:lnTo>
                    <a:pt x="575245" y="0"/>
                  </a:lnTo>
                  <a:lnTo>
                    <a:pt x="591036" y="0"/>
                  </a:lnTo>
                  <a:lnTo>
                    <a:pt x="606826" y="0"/>
                  </a:lnTo>
                  <a:lnTo>
                    <a:pt x="622617" y="0"/>
                  </a:lnTo>
                  <a:lnTo>
                    <a:pt x="638408" y="0"/>
                  </a:lnTo>
                  <a:lnTo>
                    <a:pt x="654199" y="0"/>
                  </a:lnTo>
                  <a:lnTo>
                    <a:pt x="669989" y="0"/>
                  </a:lnTo>
                  <a:lnTo>
                    <a:pt x="685780" y="0"/>
                  </a:lnTo>
                  <a:lnTo>
                    <a:pt x="701571" y="0"/>
                  </a:lnTo>
                  <a:lnTo>
                    <a:pt x="717362" y="0"/>
                  </a:lnTo>
                  <a:lnTo>
                    <a:pt x="733152" y="0"/>
                  </a:lnTo>
                  <a:lnTo>
                    <a:pt x="748943" y="0"/>
                  </a:lnTo>
                  <a:lnTo>
                    <a:pt x="764734" y="0"/>
                  </a:lnTo>
                  <a:lnTo>
                    <a:pt x="780524" y="0"/>
                  </a:lnTo>
                  <a:lnTo>
                    <a:pt x="796315" y="0"/>
                  </a:lnTo>
                  <a:lnTo>
                    <a:pt x="812106" y="0"/>
                  </a:lnTo>
                  <a:lnTo>
                    <a:pt x="827897" y="0"/>
                  </a:lnTo>
                  <a:lnTo>
                    <a:pt x="843687" y="0"/>
                  </a:lnTo>
                  <a:lnTo>
                    <a:pt x="859478" y="0"/>
                  </a:lnTo>
                  <a:lnTo>
                    <a:pt x="875269" y="0"/>
                  </a:lnTo>
                  <a:lnTo>
                    <a:pt x="891060" y="0"/>
                  </a:lnTo>
                  <a:lnTo>
                    <a:pt x="906850" y="0"/>
                  </a:lnTo>
                  <a:lnTo>
                    <a:pt x="922641" y="0"/>
                  </a:lnTo>
                  <a:lnTo>
                    <a:pt x="938432" y="0"/>
                  </a:lnTo>
                  <a:lnTo>
                    <a:pt x="954223" y="0"/>
                  </a:lnTo>
                  <a:lnTo>
                    <a:pt x="970013" y="0"/>
                  </a:lnTo>
                  <a:lnTo>
                    <a:pt x="985804" y="0"/>
                  </a:lnTo>
                  <a:lnTo>
                    <a:pt x="1001595" y="0"/>
                  </a:lnTo>
                  <a:lnTo>
                    <a:pt x="1017386" y="0"/>
                  </a:lnTo>
                  <a:lnTo>
                    <a:pt x="1033176" y="0"/>
                  </a:lnTo>
                  <a:lnTo>
                    <a:pt x="1048967" y="0"/>
                  </a:lnTo>
                  <a:lnTo>
                    <a:pt x="1064758" y="0"/>
                  </a:lnTo>
                  <a:lnTo>
                    <a:pt x="1080549" y="0"/>
                  </a:lnTo>
                  <a:lnTo>
                    <a:pt x="1096339" y="0"/>
                  </a:lnTo>
                  <a:lnTo>
                    <a:pt x="1112130" y="0"/>
                  </a:lnTo>
                  <a:lnTo>
                    <a:pt x="1127921" y="0"/>
                  </a:lnTo>
                  <a:lnTo>
                    <a:pt x="1143712" y="0"/>
                  </a:lnTo>
                  <a:lnTo>
                    <a:pt x="1159502" y="0"/>
                  </a:lnTo>
                  <a:lnTo>
                    <a:pt x="1175293" y="0"/>
                  </a:lnTo>
                  <a:lnTo>
                    <a:pt x="1191084" y="0"/>
                  </a:lnTo>
                  <a:lnTo>
                    <a:pt x="1206875" y="0"/>
                  </a:lnTo>
                  <a:lnTo>
                    <a:pt x="1222665" y="0"/>
                  </a:lnTo>
                  <a:lnTo>
                    <a:pt x="1238456" y="0"/>
                  </a:lnTo>
                  <a:lnTo>
                    <a:pt x="1251309" y="0"/>
                  </a:lnTo>
                  <a:lnTo>
                    <a:pt x="1251309" y="0"/>
                  </a:lnTo>
                </a:path>
              </a:pathLst>
            </a:custGeom>
            <a:ln w="9525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73" name="pl4073"/>
            <p:cNvSpPr/>
            <p:nvPr/>
          </p:nvSpPr>
          <p:spPr>
            <a:xfrm>
              <a:off x="3558988" y="2080105"/>
              <a:ext cx="1668412" cy="0"/>
            </a:xfrm>
            <a:custGeom>
              <a:avLst/>
              <a:gdLst/>
              <a:ahLst/>
              <a:cxnLst/>
              <a:rect l="0" t="0" r="0" b="0"/>
              <a:pathLst>
                <a:path w="1251309">
                  <a:moveTo>
                    <a:pt x="0" y="0"/>
                  </a:moveTo>
                  <a:lnTo>
                    <a:pt x="6778" y="0"/>
                  </a:lnTo>
                  <a:lnTo>
                    <a:pt x="22569" y="0"/>
                  </a:lnTo>
                  <a:lnTo>
                    <a:pt x="38359" y="0"/>
                  </a:lnTo>
                  <a:lnTo>
                    <a:pt x="54150" y="0"/>
                  </a:lnTo>
                  <a:lnTo>
                    <a:pt x="69941" y="0"/>
                  </a:lnTo>
                  <a:lnTo>
                    <a:pt x="85732" y="0"/>
                  </a:lnTo>
                  <a:lnTo>
                    <a:pt x="101522" y="0"/>
                  </a:lnTo>
                  <a:lnTo>
                    <a:pt x="117313" y="0"/>
                  </a:lnTo>
                  <a:lnTo>
                    <a:pt x="133104" y="0"/>
                  </a:lnTo>
                  <a:lnTo>
                    <a:pt x="148895" y="0"/>
                  </a:lnTo>
                  <a:lnTo>
                    <a:pt x="164685" y="0"/>
                  </a:lnTo>
                  <a:lnTo>
                    <a:pt x="180476" y="0"/>
                  </a:lnTo>
                  <a:lnTo>
                    <a:pt x="196267" y="0"/>
                  </a:lnTo>
                  <a:lnTo>
                    <a:pt x="212058" y="0"/>
                  </a:lnTo>
                  <a:lnTo>
                    <a:pt x="227848" y="0"/>
                  </a:lnTo>
                  <a:lnTo>
                    <a:pt x="243639" y="0"/>
                  </a:lnTo>
                  <a:lnTo>
                    <a:pt x="259430" y="0"/>
                  </a:lnTo>
                  <a:lnTo>
                    <a:pt x="275221" y="0"/>
                  </a:lnTo>
                  <a:lnTo>
                    <a:pt x="291011" y="0"/>
                  </a:lnTo>
                  <a:lnTo>
                    <a:pt x="306802" y="0"/>
                  </a:lnTo>
                  <a:lnTo>
                    <a:pt x="322593" y="0"/>
                  </a:lnTo>
                  <a:lnTo>
                    <a:pt x="338384" y="0"/>
                  </a:lnTo>
                  <a:lnTo>
                    <a:pt x="354174" y="0"/>
                  </a:lnTo>
                  <a:lnTo>
                    <a:pt x="369965" y="0"/>
                  </a:lnTo>
                  <a:lnTo>
                    <a:pt x="385756" y="0"/>
                  </a:lnTo>
                  <a:lnTo>
                    <a:pt x="401547" y="0"/>
                  </a:lnTo>
                  <a:lnTo>
                    <a:pt x="417337" y="0"/>
                  </a:lnTo>
                  <a:lnTo>
                    <a:pt x="433128" y="0"/>
                  </a:lnTo>
                  <a:lnTo>
                    <a:pt x="448919" y="0"/>
                  </a:lnTo>
                  <a:lnTo>
                    <a:pt x="464710" y="0"/>
                  </a:lnTo>
                  <a:lnTo>
                    <a:pt x="480500" y="0"/>
                  </a:lnTo>
                  <a:lnTo>
                    <a:pt x="496291" y="0"/>
                  </a:lnTo>
                  <a:lnTo>
                    <a:pt x="512082" y="0"/>
                  </a:lnTo>
                  <a:lnTo>
                    <a:pt x="527873" y="0"/>
                  </a:lnTo>
                  <a:lnTo>
                    <a:pt x="543663" y="0"/>
                  </a:lnTo>
                  <a:lnTo>
                    <a:pt x="559454" y="0"/>
                  </a:lnTo>
                  <a:lnTo>
                    <a:pt x="575245" y="0"/>
                  </a:lnTo>
                  <a:lnTo>
                    <a:pt x="591036" y="0"/>
                  </a:lnTo>
                  <a:lnTo>
                    <a:pt x="606826" y="0"/>
                  </a:lnTo>
                  <a:lnTo>
                    <a:pt x="622617" y="0"/>
                  </a:lnTo>
                  <a:lnTo>
                    <a:pt x="638408" y="0"/>
                  </a:lnTo>
                  <a:lnTo>
                    <a:pt x="654199" y="0"/>
                  </a:lnTo>
                  <a:lnTo>
                    <a:pt x="669989" y="0"/>
                  </a:lnTo>
                  <a:lnTo>
                    <a:pt x="685780" y="0"/>
                  </a:lnTo>
                  <a:lnTo>
                    <a:pt x="701571" y="0"/>
                  </a:lnTo>
                  <a:lnTo>
                    <a:pt x="717362" y="0"/>
                  </a:lnTo>
                  <a:lnTo>
                    <a:pt x="733152" y="0"/>
                  </a:lnTo>
                  <a:lnTo>
                    <a:pt x="748943" y="0"/>
                  </a:lnTo>
                  <a:lnTo>
                    <a:pt x="764734" y="0"/>
                  </a:lnTo>
                  <a:lnTo>
                    <a:pt x="780524" y="0"/>
                  </a:lnTo>
                  <a:lnTo>
                    <a:pt x="796315" y="0"/>
                  </a:lnTo>
                  <a:lnTo>
                    <a:pt x="812106" y="0"/>
                  </a:lnTo>
                  <a:lnTo>
                    <a:pt x="827897" y="0"/>
                  </a:lnTo>
                  <a:lnTo>
                    <a:pt x="843687" y="0"/>
                  </a:lnTo>
                  <a:lnTo>
                    <a:pt x="859478" y="0"/>
                  </a:lnTo>
                  <a:lnTo>
                    <a:pt x="875269" y="0"/>
                  </a:lnTo>
                  <a:lnTo>
                    <a:pt x="891060" y="0"/>
                  </a:lnTo>
                  <a:lnTo>
                    <a:pt x="906850" y="0"/>
                  </a:lnTo>
                  <a:lnTo>
                    <a:pt x="922641" y="0"/>
                  </a:lnTo>
                  <a:lnTo>
                    <a:pt x="938432" y="0"/>
                  </a:lnTo>
                  <a:lnTo>
                    <a:pt x="954223" y="0"/>
                  </a:lnTo>
                  <a:lnTo>
                    <a:pt x="970013" y="0"/>
                  </a:lnTo>
                  <a:lnTo>
                    <a:pt x="985804" y="0"/>
                  </a:lnTo>
                  <a:lnTo>
                    <a:pt x="1001595" y="0"/>
                  </a:lnTo>
                  <a:lnTo>
                    <a:pt x="1017386" y="0"/>
                  </a:lnTo>
                  <a:lnTo>
                    <a:pt x="1033176" y="0"/>
                  </a:lnTo>
                  <a:lnTo>
                    <a:pt x="1048967" y="0"/>
                  </a:lnTo>
                  <a:lnTo>
                    <a:pt x="1064758" y="0"/>
                  </a:lnTo>
                  <a:lnTo>
                    <a:pt x="1080549" y="0"/>
                  </a:lnTo>
                  <a:lnTo>
                    <a:pt x="1096339" y="0"/>
                  </a:lnTo>
                  <a:lnTo>
                    <a:pt x="1112130" y="0"/>
                  </a:lnTo>
                  <a:lnTo>
                    <a:pt x="1127921" y="0"/>
                  </a:lnTo>
                  <a:lnTo>
                    <a:pt x="1143712" y="0"/>
                  </a:lnTo>
                  <a:lnTo>
                    <a:pt x="1159502" y="0"/>
                  </a:lnTo>
                  <a:lnTo>
                    <a:pt x="1175293" y="0"/>
                  </a:lnTo>
                  <a:lnTo>
                    <a:pt x="1191084" y="0"/>
                  </a:lnTo>
                  <a:lnTo>
                    <a:pt x="1206875" y="0"/>
                  </a:lnTo>
                  <a:lnTo>
                    <a:pt x="1222665" y="0"/>
                  </a:lnTo>
                  <a:lnTo>
                    <a:pt x="1238456" y="0"/>
                  </a:lnTo>
                  <a:lnTo>
                    <a:pt x="1251309" y="0"/>
                  </a:lnTo>
                  <a:lnTo>
                    <a:pt x="1251309" y="0"/>
                  </a:lnTo>
                </a:path>
              </a:pathLst>
            </a:custGeom>
            <a:ln w="9525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74" name="ph4074"/>
            <p:cNvSpPr/>
            <p:nvPr/>
          </p:nvSpPr>
          <p:spPr>
            <a:xfrm>
              <a:off x="3091352" y="84473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75" name="ph4075"/>
            <p:cNvSpPr/>
            <p:nvPr/>
          </p:nvSpPr>
          <p:spPr>
            <a:xfrm>
              <a:off x="3124093" y="84473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76" name="ph4076"/>
            <p:cNvSpPr/>
            <p:nvPr/>
          </p:nvSpPr>
          <p:spPr>
            <a:xfrm>
              <a:off x="3156836" y="84473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77" name="ph4077"/>
            <p:cNvSpPr/>
            <p:nvPr/>
          </p:nvSpPr>
          <p:spPr>
            <a:xfrm>
              <a:off x="3189577" y="84473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78" name="ph4078"/>
            <p:cNvSpPr/>
            <p:nvPr/>
          </p:nvSpPr>
          <p:spPr>
            <a:xfrm>
              <a:off x="3222320" y="84473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79" name="ph4079"/>
            <p:cNvSpPr/>
            <p:nvPr/>
          </p:nvSpPr>
          <p:spPr>
            <a:xfrm>
              <a:off x="3255061" y="84473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80" name="ph4080"/>
            <p:cNvSpPr/>
            <p:nvPr/>
          </p:nvSpPr>
          <p:spPr>
            <a:xfrm>
              <a:off x="3287803" y="84473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81" name="ph4081"/>
            <p:cNvSpPr/>
            <p:nvPr/>
          </p:nvSpPr>
          <p:spPr>
            <a:xfrm>
              <a:off x="3451512" y="84473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82" name="ph4082"/>
            <p:cNvSpPr/>
            <p:nvPr/>
          </p:nvSpPr>
          <p:spPr>
            <a:xfrm>
              <a:off x="3484253" y="84473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83" name="ph4083"/>
            <p:cNvSpPr/>
            <p:nvPr/>
          </p:nvSpPr>
          <p:spPr>
            <a:xfrm>
              <a:off x="3516996" y="84473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84" name="ph4084"/>
            <p:cNvSpPr/>
            <p:nvPr/>
          </p:nvSpPr>
          <p:spPr>
            <a:xfrm>
              <a:off x="3549737" y="84473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85" name="ph4085"/>
            <p:cNvSpPr/>
            <p:nvPr/>
          </p:nvSpPr>
          <p:spPr>
            <a:xfrm>
              <a:off x="3582479" y="84473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86" name="ph4086"/>
            <p:cNvSpPr/>
            <p:nvPr/>
          </p:nvSpPr>
          <p:spPr>
            <a:xfrm>
              <a:off x="3058611" y="88626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87" name="ph4087"/>
            <p:cNvSpPr/>
            <p:nvPr/>
          </p:nvSpPr>
          <p:spPr>
            <a:xfrm>
              <a:off x="3091352" y="88626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88" name="ph4088"/>
            <p:cNvSpPr/>
            <p:nvPr/>
          </p:nvSpPr>
          <p:spPr>
            <a:xfrm>
              <a:off x="3124093" y="88626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89" name="ph4089"/>
            <p:cNvSpPr/>
            <p:nvPr/>
          </p:nvSpPr>
          <p:spPr>
            <a:xfrm>
              <a:off x="3156836" y="88626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90" name="ph4090"/>
            <p:cNvSpPr/>
            <p:nvPr/>
          </p:nvSpPr>
          <p:spPr>
            <a:xfrm>
              <a:off x="3189577" y="88626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91" name="ph4091"/>
            <p:cNvSpPr/>
            <p:nvPr/>
          </p:nvSpPr>
          <p:spPr>
            <a:xfrm>
              <a:off x="3222320" y="88626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92" name="ph4092"/>
            <p:cNvSpPr/>
            <p:nvPr/>
          </p:nvSpPr>
          <p:spPr>
            <a:xfrm>
              <a:off x="3255061" y="88626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93" name="ph4093"/>
            <p:cNvSpPr/>
            <p:nvPr/>
          </p:nvSpPr>
          <p:spPr>
            <a:xfrm>
              <a:off x="3287803" y="88626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94" name="ph4094"/>
            <p:cNvSpPr/>
            <p:nvPr/>
          </p:nvSpPr>
          <p:spPr>
            <a:xfrm>
              <a:off x="3451512" y="88626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2A6AA">
                <a:alpha val="100000"/>
              </a:srgbClr>
            </a:solidFill>
            <a:ln w="5420" cap="flat">
              <a:solidFill>
                <a:srgbClr val="42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95" name="ph4095"/>
            <p:cNvSpPr/>
            <p:nvPr/>
          </p:nvSpPr>
          <p:spPr>
            <a:xfrm>
              <a:off x="3484253" y="88626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96" name="ph4096"/>
            <p:cNvSpPr/>
            <p:nvPr/>
          </p:nvSpPr>
          <p:spPr>
            <a:xfrm>
              <a:off x="3516996" y="88626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97" name="ph4097"/>
            <p:cNvSpPr/>
            <p:nvPr/>
          </p:nvSpPr>
          <p:spPr>
            <a:xfrm>
              <a:off x="3549737" y="88626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98" name="ph4098"/>
            <p:cNvSpPr/>
            <p:nvPr/>
          </p:nvSpPr>
          <p:spPr>
            <a:xfrm>
              <a:off x="3582479" y="88626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99" name="ph4099"/>
            <p:cNvSpPr/>
            <p:nvPr/>
          </p:nvSpPr>
          <p:spPr>
            <a:xfrm>
              <a:off x="2894901" y="92780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00" name="ph4100"/>
            <p:cNvSpPr/>
            <p:nvPr/>
          </p:nvSpPr>
          <p:spPr>
            <a:xfrm>
              <a:off x="2927643" y="92780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01" name="ph4101"/>
            <p:cNvSpPr/>
            <p:nvPr/>
          </p:nvSpPr>
          <p:spPr>
            <a:xfrm>
              <a:off x="2960385" y="92780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02" name="ph4102"/>
            <p:cNvSpPr/>
            <p:nvPr/>
          </p:nvSpPr>
          <p:spPr>
            <a:xfrm>
              <a:off x="2993127" y="92780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03" name="ph4103"/>
            <p:cNvSpPr/>
            <p:nvPr/>
          </p:nvSpPr>
          <p:spPr>
            <a:xfrm>
              <a:off x="3025868" y="92780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04" name="ph4104"/>
            <p:cNvSpPr/>
            <p:nvPr/>
          </p:nvSpPr>
          <p:spPr>
            <a:xfrm>
              <a:off x="3058611" y="92780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05" name="ph4105"/>
            <p:cNvSpPr/>
            <p:nvPr/>
          </p:nvSpPr>
          <p:spPr>
            <a:xfrm>
              <a:off x="3091352" y="92780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06" name="ph4106"/>
            <p:cNvSpPr/>
            <p:nvPr/>
          </p:nvSpPr>
          <p:spPr>
            <a:xfrm>
              <a:off x="3124093" y="92780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07" name="ph4107"/>
            <p:cNvSpPr/>
            <p:nvPr/>
          </p:nvSpPr>
          <p:spPr>
            <a:xfrm>
              <a:off x="3156836" y="92780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08" name="ph4108"/>
            <p:cNvSpPr/>
            <p:nvPr/>
          </p:nvSpPr>
          <p:spPr>
            <a:xfrm>
              <a:off x="3189577" y="92780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B9DAA">
                <a:alpha val="100000"/>
              </a:srgbClr>
            </a:solidFill>
            <a:ln w="5420" cap="flat">
              <a:solidFill>
                <a:srgbClr val="3B9D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09" name="ph4109"/>
            <p:cNvSpPr/>
            <p:nvPr/>
          </p:nvSpPr>
          <p:spPr>
            <a:xfrm>
              <a:off x="3222320" y="92780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10" name="ph4110"/>
            <p:cNvSpPr/>
            <p:nvPr/>
          </p:nvSpPr>
          <p:spPr>
            <a:xfrm>
              <a:off x="3255061" y="92780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11" name="ph4111"/>
            <p:cNvSpPr/>
            <p:nvPr/>
          </p:nvSpPr>
          <p:spPr>
            <a:xfrm>
              <a:off x="3418771" y="92780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12" name="ph4112"/>
            <p:cNvSpPr/>
            <p:nvPr/>
          </p:nvSpPr>
          <p:spPr>
            <a:xfrm>
              <a:off x="3451512" y="92780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13" name="ph4113"/>
            <p:cNvSpPr/>
            <p:nvPr/>
          </p:nvSpPr>
          <p:spPr>
            <a:xfrm>
              <a:off x="3484253" y="92780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14" name="ph4114"/>
            <p:cNvSpPr/>
            <p:nvPr/>
          </p:nvSpPr>
          <p:spPr>
            <a:xfrm>
              <a:off x="3516996" y="92780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15" name="ph4115"/>
            <p:cNvSpPr/>
            <p:nvPr/>
          </p:nvSpPr>
          <p:spPr>
            <a:xfrm>
              <a:off x="3549737" y="92780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16" name="ph4116"/>
            <p:cNvSpPr/>
            <p:nvPr/>
          </p:nvSpPr>
          <p:spPr>
            <a:xfrm>
              <a:off x="3582479" y="92780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17" name="ph4117"/>
            <p:cNvSpPr/>
            <p:nvPr/>
          </p:nvSpPr>
          <p:spPr>
            <a:xfrm>
              <a:off x="2862160" y="96934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18" name="ph4118"/>
            <p:cNvSpPr/>
            <p:nvPr/>
          </p:nvSpPr>
          <p:spPr>
            <a:xfrm>
              <a:off x="2894901" y="96934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19" name="ph4119"/>
            <p:cNvSpPr/>
            <p:nvPr/>
          </p:nvSpPr>
          <p:spPr>
            <a:xfrm>
              <a:off x="2927643" y="96934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20" name="ph4120"/>
            <p:cNvSpPr/>
            <p:nvPr/>
          </p:nvSpPr>
          <p:spPr>
            <a:xfrm>
              <a:off x="2960385" y="96934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21" name="ph4121"/>
            <p:cNvSpPr/>
            <p:nvPr/>
          </p:nvSpPr>
          <p:spPr>
            <a:xfrm>
              <a:off x="2993127" y="96934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22" name="ph4122"/>
            <p:cNvSpPr/>
            <p:nvPr/>
          </p:nvSpPr>
          <p:spPr>
            <a:xfrm>
              <a:off x="3025868" y="96934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23" name="ph4123"/>
            <p:cNvSpPr/>
            <p:nvPr/>
          </p:nvSpPr>
          <p:spPr>
            <a:xfrm>
              <a:off x="3058611" y="96934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24" name="ph4124"/>
            <p:cNvSpPr/>
            <p:nvPr/>
          </p:nvSpPr>
          <p:spPr>
            <a:xfrm>
              <a:off x="3091352" y="96934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25" name="ph4125"/>
            <p:cNvSpPr/>
            <p:nvPr/>
          </p:nvSpPr>
          <p:spPr>
            <a:xfrm>
              <a:off x="3124093" y="96934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26" name="ph4126"/>
            <p:cNvSpPr/>
            <p:nvPr/>
          </p:nvSpPr>
          <p:spPr>
            <a:xfrm>
              <a:off x="3156836" y="96934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27" name="ph4127"/>
            <p:cNvSpPr/>
            <p:nvPr/>
          </p:nvSpPr>
          <p:spPr>
            <a:xfrm>
              <a:off x="3189577" y="96934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28" name="ph4128"/>
            <p:cNvSpPr/>
            <p:nvPr/>
          </p:nvSpPr>
          <p:spPr>
            <a:xfrm>
              <a:off x="3222320" y="96934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29" name="ph4129"/>
            <p:cNvSpPr/>
            <p:nvPr/>
          </p:nvSpPr>
          <p:spPr>
            <a:xfrm>
              <a:off x="3386028" y="96934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30" name="ph4130"/>
            <p:cNvSpPr/>
            <p:nvPr/>
          </p:nvSpPr>
          <p:spPr>
            <a:xfrm>
              <a:off x="3418771" y="96934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31" name="ph4131"/>
            <p:cNvSpPr/>
            <p:nvPr/>
          </p:nvSpPr>
          <p:spPr>
            <a:xfrm>
              <a:off x="3451512" y="96934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32" name="ph4132"/>
            <p:cNvSpPr/>
            <p:nvPr/>
          </p:nvSpPr>
          <p:spPr>
            <a:xfrm>
              <a:off x="3484253" y="96934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33" name="ph4133"/>
            <p:cNvSpPr/>
            <p:nvPr/>
          </p:nvSpPr>
          <p:spPr>
            <a:xfrm>
              <a:off x="3516996" y="96934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34" name="ph4134"/>
            <p:cNvSpPr/>
            <p:nvPr/>
          </p:nvSpPr>
          <p:spPr>
            <a:xfrm>
              <a:off x="3549737" y="96934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35" name="ph4135"/>
            <p:cNvSpPr/>
            <p:nvPr/>
          </p:nvSpPr>
          <p:spPr>
            <a:xfrm>
              <a:off x="3582479" y="96934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36" name="ph4136"/>
            <p:cNvSpPr/>
            <p:nvPr/>
          </p:nvSpPr>
          <p:spPr>
            <a:xfrm>
              <a:off x="2796676" y="101088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3B9DAA">
                <a:alpha val="100000"/>
              </a:srgbClr>
            </a:solidFill>
            <a:ln w="5420" cap="flat">
              <a:solidFill>
                <a:srgbClr val="3B9D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37" name="ph4137"/>
            <p:cNvSpPr/>
            <p:nvPr/>
          </p:nvSpPr>
          <p:spPr>
            <a:xfrm>
              <a:off x="2829417" y="101088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38" name="ph4138"/>
            <p:cNvSpPr/>
            <p:nvPr/>
          </p:nvSpPr>
          <p:spPr>
            <a:xfrm>
              <a:off x="2862160" y="101088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39" name="ph4139"/>
            <p:cNvSpPr/>
            <p:nvPr/>
          </p:nvSpPr>
          <p:spPr>
            <a:xfrm>
              <a:off x="2894901" y="101088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40" name="ph4140"/>
            <p:cNvSpPr/>
            <p:nvPr/>
          </p:nvSpPr>
          <p:spPr>
            <a:xfrm>
              <a:off x="2927643" y="101088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41" name="ph4141"/>
            <p:cNvSpPr/>
            <p:nvPr/>
          </p:nvSpPr>
          <p:spPr>
            <a:xfrm>
              <a:off x="2960385" y="101088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42" name="ph4142"/>
            <p:cNvSpPr/>
            <p:nvPr/>
          </p:nvSpPr>
          <p:spPr>
            <a:xfrm>
              <a:off x="2993127" y="101088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43" name="ph4143"/>
            <p:cNvSpPr/>
            <p:nvPr/>
          </p:nvSpPr>
          <p:spPr>
            <a:xfrm>
              <a:off x="3025868" y="101088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44" name="ph4144"/>
            <p:cNvSpPr/>
            <p:nvPr/>
          </p:nvSpPr>
          <p:spPr>
            <a:xfrm>
              <a:off x="3058611" y="101088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45" name="ph4145"/>
            <p:cNvSpPr/>
            <p:nvPr/>
          </p:nvSpPr>
          <p:spPr>
            <a:xfrm>
              <a:off x="3091352" y="101088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46" name="ph4146"/>
            <p:cNvSpPr/>
            <p:nvPr/>
          </p:nvSpPr>
          <p:spPr>
            <a:xfrm>
              <a:off x="3124093" y="101088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47" name="ph4147"/>
            <p:cNvSpPr/>
            <p:nvPr/>
          </p:nvSpPr>
          <p:spPr>
            <a:xfrm>
              <a:off x="3156836" y="101088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48" name="ph4148"/>
            <p:cNvSpPr/>
            <p:nvPr/>
          </p:nvSpPr>
          <p:spPr>
            <a:xfrm>
              <a:off x="3353287" y="101088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49" name="ph4149"/>
            <p:cNvSpPr/>
            <p:nvPr/>
          </p:nvSpPr>
          <p:spPr>
            <a:xfrm>
              <a:off x="3386028" y="101088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50" name="ph4150"/>
            <p:cNvSpPr/>
            <p:nvPr/>
          </p:nvSpPr>
          <p:spPr>
            <a:xfrm>
              <a:off x="3418771" y="101088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51" name="ph4151"/>
            <p:cNvSpPr/>
            <p:nvPr/>
          </p:nvSpPr>
          <p:spPr>
            <a:xfrm>
              <a:off x="3451512" y="101088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52" name="ph4152"/>
            <p:cNvSpPr/>
            <p:nvPr/>
          </p:nvSpPr>
          <p:spPr>
            <a:xfrm>
              <a:off x="3484253" y="101088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53" name="ph4153"/>
            <p:cNvSpPr/>
            <p:nvPr/>
          </p:nvSpPr>
          <p:spPr>
            <a:xfrm>
              <a:off x="3516996" y="101088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54" name="ph4154"/>
            <p:cNvSpPr/>
            <p:nvPr/>
          </p:nvSpPr>
          <p:spPr>
            <a:xfrm>
              <a:off x="2731192" y="105242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55" name="ph4155"/>
            <p:cNvSpPr/>
            <p:nvPr/>
          </p:nvSpPr>
          <p:spPr>
            <a:xfrm>
              <a:off x="2763935" y="105242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56" name="ph4156"/>
            <p:cNvSpPr/>
            <p:nvPr/>
          </p:nvSpPr>
          <p:spPr>
            <a:xfrm>
              <a:off x="2796676" y="105242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57" name="ph4157"/>
            <p:cNvSpPr/>
            <p:nvPr/>
          </p:nvSpPr>
          <p:spPr>
            <a:xfrm>
              <a:off x="2829417" y="105242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58" name="ph4158"/>
            <p:cNvSpPr/>
            <p:nvPr/>
          </p:nvSpPr>
          <p:spPr>
            <a:xfrm>
              <a:off x="2862160" y="105242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59" name="ph4159"/>
            <p:cNvSpPr/>
            <p:nvPr/>
          </p:nvSpPr>
          <p:spPr>
            <a:xfrm>
              <a:off x="2894901" y="105242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60" name="ph4160"/>
            <p:cNvSpPr/>
            <p:nvPr/>
          </p:nvSpPr>
          <p:spPr>
            <a:xfrm>
              <a:off x="2927643" y="105242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61" name="ph4161"/>
            <p:cNvSpPr/>
            <p:nvPr/>
          </p:nvSpPr>
          <p:spPr>
            <a:xfrm>
              <a:off x="2960385" y="105242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62" name="ph4162"/>
            <p:cNvSpPr/>
            <p:nvPr/>
          </p:nvSpPr>
          <p:spPr>
            <a:xfrm>
              <a:off x="2993127" y="105242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63" name="ph4163"/>
            <p:cNvSpPr/>
            <p:nvPr/>
          </p:nvSpPr>
          <p:spPr>
            <a:xfrm>
              <a:off x="3025868" y="105242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64" name="ph4164"/>
            <p:cNvSpPr/>
            <p:nvPr/>
          </p:nvSpPr>
          <p:spPr>
            <a:xfrm>
              <a:off x="3058611" y="105242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65" name="ph4165"/>
            <p:cNvSpPr/>
            <p:nvPr/>
          </p:nvSpPr>
          <p:spPr>
            <a:xfrm>
              <a:off x="3091352" y="105242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66" name="ph4166"/>
            <p:cNvSpPr/>
            <p:nvPr/>
          </p:nvSpPr>
          <p:spPr>
            <a:xfrm>
              <a:off x="3124093" y="105242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67" name="ph4167"/>
            <p:cNvSpPr/>
            <p:nvPr/>
          </p:nvSpPr>
          <p:spPr>
            <a:xfrm>
              <a:off x="3156836" y="105242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68" name="ph4168"/>
            <p:cNvSpPr/>
            <p:nvPr/>
          </p:nvSpPr>
          <p:spPr>
            <a:xfrm>
              <a:off x="3189577" y="105242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69" name="ph4169"/>
            <p:cNvSpPr/>
            <p:nvPr/>
          </p:nvSpPr>
          <p:spPr>
            <a:xfrm>
              <a:off x="3222320" y="105242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70" name="ph4170"/>
            <p:cNvSpPr/>
            <p:nvPr/>
          </p:nvSpPr>
          <p:spPr>
            <a:xfrm>
              <a:off x="3255061" y="105242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71" name="ph4171"/>
            <p:cNvSpPr/>
            <p:nvPr/>
          </p:nvSpPr>
          <p:spPr>
            <a:xfrm>
              <a:off x="3320545" y="105242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72" name="ph4172"/>
            <p:cNvSpPr/>
            <p:nvPr/>
          </p:nvSpPr>
          <p:spPr>
            <a:xfrm>
              <a:off x="3353287" y="105242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73" name="ph4173"/>
            <p:cNvSpPr/>
            <p:nvPr/>
          </p:nvSpPr>
          <p:spPr>
            <a:xfrm>
              <a:off x="3386028" y="105242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74" name="ph4174"/>
            <p:cNvSpPr/>
            <p:nvPr/>
          </p:nvSpPr>
          <p:spPr>
            <a:xfrm>
              <a:off x="3418771" y="105242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75" name="ph4175"/>
            <p:cNvSpPr/>
            <p:nvPr/>
          </p:nvSpPr>
          <p:spPr>
            <a:xfrm>
              <a:off x="3451512" y="105242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76" name="ph4176"/>
            <p:cNvSpPr/>
            <p:nvPr/>
          </p:nvSpPr>
          <p:spPr>
            <a:xfrm>
              <a:off x="3484253" y="105242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77" name="ph4177"/>
            <p:cNvSpPr/>
            <p:nvPr/>
          </p:nvSpPr>
          <p:spPr>
            <a:xfrm>
              <a:off x="3516996" y="105242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78" name="ph4178"/>
            <p:cNvSpPr/>
            <p:nvPr/>
          </p:nvSpPr>
          <p:spPr>
            <a:xfrm>
              <a:off x="2731192" y="109395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79" name="ph4179"/>
            <p:cNvSpPr/>
            <p:nvPr/>
          </p:nvSpPr>
          <p:spPr>
            <a:xfrm>
              <a:off x="2763935" y="109395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80" name="ph4180"/>
            <p:cNvSpPr/>
            <p:nvPr/>
          </p:nvSpPr>
          <p:spPr>
            <a:xfrm>
              <a:off x="2796676" y="109395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81" name="ph4181"/>
            <p:cNvSpPr/>
            <p:nvPr/>
          </p:nvSpPr>
          <p:spPr>
            <a:xfrm>
              <a:off x="2829417" y="109395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82" name="ph4182"/>
            <p:cNvSpPr/>
            <p:nvPr/>
          </p:nvSpPr>
          <p:spPr>
            <a:xfrm>
              <a:off x="2862160" y="109395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83" name="ph4183"/>
            <p:cNvSpPr/>
            <p:nvPr/>
          </p:nvSpPr>
          <p:spPr>
            <a:xfrm>
              <a:off x="2894901" y="109395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84" name="ph4184"/>
            <p:cNvSpPr/>
            <p:nvPr/>
          </p:nvSpPr>
          <p:spPr>
            <a:xfrm>
              <a:off x="2927643" y="109395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85" name="ph4185"/>
            <p:cNvSpPr/>
            <p:nvPr/>
          </p:nvSpPr>
          <p:spPr>
            <a:xfrm>
              <a:off x="2960385" y="109395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86" name="ph4186"/>
            <p:cNvSpPr/>
            <p:nvPr/>
          </p:nvSpPr>
          <p:spPr>
            <a:xfrm>
              <a:off x="2993127" y="109395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87" name="ph4187"/>
            <p:cNvSpPr/>
            <p:nvPr/>
          </p:nvSpPr>
          <p:spPr>
            <a:xfrm>
              <a:off x="3025868" y="109395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88" name="ph4188"/>
            <p:cNvSpPr/>
            <p:nvPr/>
          </p:nvSpPr>
          <p:spPr>
            <a:xfrm>
              <a:off x="3058611" y="109395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89" name="ph4189"/>
            <p:cNvSpPr/>
            <p:nvPr/>
          </p:nvSpPr>
          <p:spPr>
            <a:xfrm>
              <a:off x="3091352" y="109395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90" name="ph4190"/>
            <p:cNvSpPr/>
            <p:nvPr/>
          </p:nvSpPr>
          <p:spPr>
            <a:xfrm>
              <a:off x="3124093" y="109395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91" name="ph4191"/>
            <p:cNvSpPr/>
            <p:nvPr/>
          </p:nvSpPr>
          <p:spPr>
            <a:xfrm>
              <a:off x="3156836" y="109395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92" name="ph4192"/>
            <p:cNvSpPr/>
            <p:nvPr/>
          </p:nvSpPr>
          <p:spPr>
            <a:xfrm>
              <a:off x="3189577" y="109395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93" name="ph4193"/>
            <p:cNvSpPr/>
            <p:nvPr/>
          </p:nvSpPr>
          <p:spPr>
            <a:xfrm>
              <a:off x="3222320" y="109395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94" name="ph4194"/>
            <p:cNvSpPr/>
            <p:nvPr/>
          </p:nvSpPr>
          <p:spPr>
            <a:xfrm>
              <a:off x="3255061" y="109395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95" name="ph4195"/>
            <p:cNvSpPr/>
            <p:nvPr/>
          </p:nvSpPr>
          <p:spPr>
            <a:xfrm>
              <a:off x="3287803" y="109395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96" name="ph4196"/>
            <p:cNvSpPr/>
            <p:nvPr/>
          </p:nvSpPr>
          <p:spPr>
            <a:xfrm>
              <a:off x="3320545" y="109395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97" name="ph4197"/>
            <p:cNvSpPr/>
            <p:nvPr/>
          </p:nvSpPr>
          <p:spPr>
            <a:xfrm>
              <a:off x="3353287" y="109395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98" name="ph4198"/>
            <p:cNvSpPr/>
            <p:nvPr/>
          </p:nvSpPr>
          <p:spPr>
            <a:xfrm>
              <a:off x="3386028" y="109395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99" name="ph4199"/>
            <p:cNvSpPr/>
            <p:nvPr/>
          </p:nvSpPr>
          <p:spPr>
            <a:xfrm>
              <a:off x="3418771" y="109395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00" name="ph4200"/>
            <p:cNvSpPr/>
            <p:nvPr/>
          </p:nvSpPr>
          <p:spPr>
            <a:xfrm>
              <a:off x="3451512" y="109395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01" name="ph4201"/>
            <p:cNvSpPr/>
            <p:nvPr/>
          </p:nvSpPr>
          <p:spPr>
            <a:xfrm>
              <a:off x="3484253" y="109395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02" name="ph4202"/>
            <p:cNvSpPr/>
            <p:nvPr/>
          </p:nvSpPr>
          <p:spPr>
            <a:xfrm>
              <a:off x="2731192" y="113549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03" name="ph4203"/>
            <p:cNvSpPr/>
            <p:nvPr/>
          </p:nvSpPr>
          <p:spPr>
            <a:xfrm>
              <a:off x="2763935" y="113549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04" name="ph4204"/>
            <p:cNvSpPr/>
            <p:nvPr/>
          </p:nvSpPr>
          <p:spPr>
            <a:xfrm>
              <a:off x="2796676" y="113549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05" name="ph4205"/>
            <p:cNvSpPr/>
            <p:nvPr/>
          </p:nvSpPr>
          <p:spPr>
            <a:xfrm>
              <a:off x="2829417" y="113549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06" name="ph4206"/>
            <p:cNvSpPr/>
            <p:nvPr/>
          </p:nvSpPr>
          <p:spPr>
            <a:xfrm>
              <a:off x="2862160" y="113549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07" name="ph4207"/>
            <p:cNvSpPr/>
            <p:nvPr/>
          </p:nvSpPr>
          <p:spPr>
            <a:xfrm>
              <a:off x="2894901" y="113549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08" name="ph4208"/>
            <p:cNvSpPr/>
            <p:nvPr/>
          </p:nvSpPr>
          <p:spPr>
            <a:xfrm>
              <a:off x="2927643" y="113549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09" name="ph4209"/>
            <p:cNvSpPr/>
            <p:nvPr/>
          </p:nvSpPr>
          <p:spPr>
            <a:xfrm>
              <a:off x="2960385" y="113549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10" name="ph4210"/>
            <p:cNvSpPr/>
            <p:nvPr/>
          </p:nvSpPr>
          <p:spPr>
            <a:xfrm>
              <a:off x="2993127" y="113549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11" name="ph4211"/>
            <p:cNvSpPr/>
            <p:nvPr/>
          </p:nvSpPr>
          <p:spPr>
            <a:xfrm>
              <a:off x="3025868" y="113549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12" name="ph4212"/>
            <p:cNvSpPr/>
            <p:nvPr/>
          </p:nvSpPr>
          <p:spPr>
            <a:xfrm>
              <a:off x="3058611" y="113549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13" name="ph4213"/>
            <p:cNvSpPr/>
            <p:nvPr/>
          </p:nvSpPr>
          <p:spPr>
            <a:xfrm>
              <a:off x="3091352" y="113549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14" name="ph4214"/>
            <p:cNvSpPr/>
            <p:nvPr/>
          </p:nvSpPr>
          <p:spPr>
            <a:xfrm>
              <a:off x="3124093" y="113549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15" name="ph4215"/>
            <p:cNvSpPr/>
            <p:nvPr/>
          </p:nvSpPr>
          <p:spPr>
            <a:xfrm>
              <a:off x="3156836" y="113549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16" name="ph4216"/>
            <p:cNvSpPr/>
            <p:nvPr/>
          </p:nvSpPr>
          <p:spPr>
            <a:xfrm>
              <a:off x="3189577" y="113549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17" name="ph4217"/>
            <p:cNvSpPr/>
            <p:nvPr/>
          </p:nvSpPr>
          <p:spPr>
            <a:xfrm>
              <a:off x="3222320" y="113549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18" name="ph4218"/>
            <p:cNvSpPr/>
            <p:nvPr/>
          </p:nvSpPr>
          <p:spPr>
            <a:xfrm>
              <a:off x="3255061" y="113549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19" name="ph4219"/>
            <p:cNvSpPr/>
            <p:nvPr/>
          </p:nvSpPr>
          <p:spPr>
            <a:xfrm>
              <a:off x="3287803" y="113549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20" name="ph4220"/>
            <p:cNvSpPr/>
            <p:nvPr/>
          </p:nvSpPr>
          <p:spPr>
            <a:xfrm>
              <a:off x="3320545" y="113549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21" name="ph4221"/>
            <p:cNvSpPr/>
            <p:nvPr/>
          </p:nvSpPr>
          <p:spPr>
            <a:xfrm>
              <a:off x="3353287" y="113549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22" name="ph4222"/>
            <p:cNvSpPr/>
            <p:nvPr/>
          </p:nvSpPr>
          <p:spPr>
            <a:xfrm>
              <a:off x="3386028" y="113549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23" name="ph4223"/>
            <p:cNvSpPr/>
            <p:nvPr/>
          </p:nvSpPr>
          <p:spPr>
            <a:xfrm>
              <a:off x="3418771" y="113549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24" name="ph4224"/>
            <p:cNvSpPr/>
            <p:nvPr/>
          </p:nvSpPr>
          <p:spPr>
            <a:xfrm>
              <a:off x="3451512" y="113549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25" name="ph4225"/>
            <p:cNvSpPr/>
            <p:nvPr/>
          </p:nvSpPr>
          <p:spPr>
            <a:xfrm>
              <a:off x="2632967" y="117703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26" name="ph4226"/>
            <p:cNvSpPr/>
            <p:nvPr/>
          </p:nvSpPr>
          <p:spPr>
            <a:xfrm>
              <a:off x="2665709" y="117703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27" name="ph4227"/>
            <p:cNvSpPr/>
            <p:nvPr/>
          </p:nvSpPr>
          <p:spPr>
            <a:xfrm>
              <a:off x="2731192" y="117703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28" name="ph4228"/>
            <p:cNvSpPr/>
            <p:nvPr/>
          </p:nvSpPr>
          <p:spPr>
            <a:xfrm>
              <a:off x="2763935" y="117703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29" name="ph4229"/>
            <p:cNvSpPr/>
            <p:nvPr/>
          </p:nvSpPr>
          <p:spPr>
            <a:xfrm>
              <a:off x="2796676" y="117703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30" name="ph4230"/>
            <p:cNvSpPr/>
            <p:nvPr/>
          </p:nvSpPr>
          <p:spPr>
            <a:xfrm>
              <a:off x="2829417" y="117703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31" name="ph4231"/>
            <p:cNvSpPr/>
            <p:nvPr/>
          </p:nvSpPr>
          <p:spPr>
            <a:xfrm>
              <a:off x="2862160" y="117703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32" name="ph4232"/>
            <p:cNvSpPr/>
            <p:nvPr/>
          </p:nvSpPr>
          <p:spPr>
            <a:xfrm>
              <a:off x="2894901" y="117703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33" name="ph4233"/>
            <p:cNvSpPr/>
            <p:nvPr/>
          </p:nvSpPr>
          <p:spPr>
            <a:xfrm>
              <a:off x="2927643" y="117703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34" name="ph4234"/>
            <p:cNvSpPr/>
            <p:nvPr/>
          </p:nvSpPr>
          <p:spPr>
            <a:xfrm>
              <a:off x="2960385" y="117703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35" name="ph4235"/>
            <p:cNvSpPr/>
            <p:nvPr/>
          </p:nvSpPr>
          <p:spPr>
            <a:xfrm>
              <a:off x="3058611" y="117703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36" name="ph4236"/>
            <p:cNvSpPr/>
            <p:nvPr/>
          </p:nvSpPr>
          <p:spPr>
            <a:xfrm>
              <a:off x="3091352" y="117703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37" name="ph4237"/>
            <p:cNvSpPr/>
            <p:nvPr/>
          </p:nvSpPr>
          <p:spPr>
            <a:xfrm>
              <a:off x="3124093" y="117703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38" name="ph4238"/>
            <p:cNvSpPr/>
            <p:nvPr/>
          </p:nvSpPr>
          <p:spPr>
            <a:xfrm>
              <a:off x="3156836" y="117703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39" name="ph4239"/>
            <p:cNvSpPr/>
            <p:nvPr/>
          </p:nvSpPr>
          <p:spPr>
            <a:xfrm>
              <a:off x="3189577" y="117703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40" name="ph4240"/>
            <p:cNvSpPr/>
            <p:nvPr/>
          </p:nvSpPr>
          <p:spPr>
            <a:xfrm>
              <a:off x="3222320" y="117703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41" name="ph4241"/>
            <p:cNvSpPr/>
            <p:nvPr/>
          </p:nvSpPr>
          <p:spPr>
            <a:xfrm>
              <a:off x="3255061" y="117703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42" name="ph4242"/>
            <p:cNvSpPr/>
            <p:nvPr/>
          </p:nvSpPr>
          <p:spPr>
            <a:xfrm>
              <a:off x="3287803" y="117703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43" name="ph4243"/>
            <p:cNvSpPr/>
            <p:nvPr/>
          </p:nvSpPr>
          <p:spPr>
            <a:xfrm>
              <a:off x="3320545" y="117703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44" name="ph4244"/>
            <p:cNvSpPr/>
            <p:nvPr/>
          </p:nvSpPr>
          <p:spPr>
            <a:xfrm>
              <a:off x="3353287" y="117703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45" name="ph4245"/>
            <p:cNvSpPr/>
            <p:nvPr/>
          </p:nvSpPr>
          <p:spPr>
            <a:xfrm>
              <a:off x="3386028" y="117703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46" name="ph4246"/>
            <p:cNvSpPr/>
            <p:nvPr/>
          </p:nvSpPr>
          <p:spPr>
            <a:xfrm>
              <a:off x="3418771" y="117703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47" name="ph4247"/>
            <p:cNvSpPr/>
            <p:nvPr/>
          </p:nvSpPr>
          <p:spPr>
            <a:xfrm>
              <a:off x="2600225" y="121857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48" name="ph4248"/>
            <p:cNvSpPr/>
            <p:nvPr/>
          </p:nvSpPr>
          <p:spPr>
            <a:xfrm>
              <a:off x="2632967" y="121857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49" name="ph4249"/>
            <p:cNvSpPr/>
            <p:nvPr/>
          </p:nvSpPr>
          <p:spPr>
            <a:xfrm>
              <a:off x="2665709" y="121857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50" name="ph4250"/>
            <p:cNvSpPr/>
            <p:nvPr/>
          </p:nvSpPr>
          <p:spPr>
            <a:xfrm>
              <a:off x="2698451" y="121857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51" name="ph4251"/>
            <p:cNvSpPr/>
            <p:nvPr/>
          </p:nvSpPr>
          <p:spPr>
            <a:xfrm>
              <a:off x="2731192" y="121857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52" name="ph4252"/>
            <p:cNvSpPr/>
            <p:nvPr/>
          </p:nvSpPr>
          <p:spPr>
            <a:xfrm>
              <a:off x="2763935" y="121857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53" name="ph4253"/>
            <p:cNvSpPr/>
            <p:nvPr/>
          </p:nvSpPr>
          <p:spPr>
            <a:xfrm>
              <a:off x="2796676" y="121857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54" name="ph4254"/>
            <p:cNvSpPr/>
            <p:nvPr/>
          </p:nvSpPr>
          <p:spPr>
            <a:xfrm>
              <a:off x="2829417" y="121857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55" name="ph4255"/>
            <p:cNvSpPr/>
            <p:nvPr/>
          </p:nvSpPr>
          <p:spPr>
            <a:xfrm>
              <a:off x="2862160" y="121857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56" name="ph4256"/>
            <p:cNvSpPr/>
            <p:nvPr/>
          </p:nvSpPr>
          <p:spPr>
            <a:xfrm>
              <a:off x="2894901" y="121857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57" name="ph4257"/>
            <p:cNvSpPr/>
            <p:nvPr/>
          </p:nvSpPr>
          <p:spPr>
            <a:xfrm>
              <a:off x="2927643" y="121857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58" name="ph4258"/>
            <p:cNvSpPr/>
            <p:nvPr/>
          </p:nvSpPr>
          <p:spPr>
            <a:xfrm>
              <a:off x="2960385" y="121857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59" name="ph4259"/>
            <p:cNvSpPr/>
            <p:nvPr/>
          </p:nvSpPr>
          <p:spPr>
            <a:xfrm>
              <a:off x="3091352" y="121857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60" name="ph4260"/>
            <p:cNvSpPr/>
            <p:nvPr/>
          </p:nvSpPr>
          <p:spPr>
            <a:xfrm>
              <a:off x="3124093" y="121857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61" name="ph4261"/>
            <p:cNvSpPr/>
            <p:nvPr/>
          </p:nvSpPr>
          <p:spPr>
            <a:xfrm>
              <a:off x="3156836" y="121857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62" name="ph4262"/>
            <p:cNvSpPr/>
            <p:nvPr/>
          </p:nvSpPr>
          <p:spPr>
            <a:xfrm>
              <a:off x="3189577" y="121857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63" name="ph4263"/>
            <p:cNvSpPr/>
            <p:nvPr/>
          </p:nvSpPr>
          <p:spPr>
            <a:xfrm>
              <a:off x="3222320" y="121857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64" name="ph4264"/>
            <p:cNvSpPr/>
            <p:nvPr/>
          </p:nvSpPr>
          <p:spPr>
            <a:xfrm>
              <a:off x="3255061" y="121857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65" name="ph4265"/>
            <p:cNvSpPr/>
            <p:nvPr/>
          </p:nvSpPr>
          <p:spPr>
            <a:xfrm>
              <a:off x="3287803" y="121857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66" name="ph4266"/>
            <p:cNvSpPr/>
            <p:nvPr/>
          </p:nvSpPr>
          <p:spPr>
            <a:xfrm>
              <a:off x="3320545" y="121857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67" name="ph4267"/>
            <p:cNvSpPr/>
            <p:nvPr/>
          </p:nvSpPr>
          <p:spPr>
            <a:xfrm>
              <a:off x="3353287" y="121857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68" name="ph4268"/>
            <p:cNvSpPr/>
            <p:nvPr/>
          </p:nvSpPr>
          <p:spPr>
            <a:xfrm>
              <a:off x="3386028" y="121857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69" name="ph4269"/>
            <p:cNvSpPr/>
            <p:nvPr/>
          </p:nvSpPr>
          <p:spPr>
            <a:xfrm>
              <a:off x="2567484" y="126011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70" name="ph4270"/>
            <p:cNvSpPr/>
            <p:nvPr/>
          </p:nvSpPr>
          <p:spPr>
            <a:xfrm>
              <a:off x="2600225" y="126011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71" name="ph4271"/>
            <p:cNvSpPr/>
            <p:nvPr/>
          </p:nvSpPr>
          <p:spPr>
            <a:xfrm>
              <a:off x="2632967" y="126011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72" name="ph4272"/>
            <p:cNvSpPr/>
            <p:nvPr/>
          </p:nvSpPr>
          <p:spPr>
            <a:xfrm>
              <a:off x="2665709" y="126011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73" name="ph4273"/>
            <p:cNvSpPr/>
            <p:nvPr/>
          </p:nvSpPr>
          <p:spPr>
            <a:xfrm>
              <a:off x="2698451" y="126011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74" name="ph4274"/>
            <p:cNvSpPr/>
            <p:nvPr/>
          </p:nvSpPr>
          <p:spPr>
            <a:xfrm>
              <a:off x="2731192" y="126011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75" name="ph4275"/>
            <p:cNvSpPr/>
            <p:nvPr/>
          </p:nvSpPr>
          <p:spPr>
            <a:xfrm>
              <a:off x="2763935" y="126011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76" name="ph4276"/>
            <p:cNvSpPr/>
            <p:nvPr/>
          </p:nvSpPr>
          <p:spPr>
            <a:xfrm>
              <a:off x="2796676" y="126011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77" name="ph4277"/>
            <p:cNvSpPr/>
            <p:nvPr/>
          </p:nvSpPr>
          <p:spPr>
            <a:xfrm>
              <a:off x="2829417" y="126011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78" name="ph4278"/>
            <p:cNvSpPr/>
            <p:nvPr/>
          </p:nvSpPr>
          <p:spPr>
            <a:xfrm>
              <a:off x="2862160" y="126011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79" name="ph4279"/>
            <p:cNvSpPr/>
            <p:nvPr/>
          </p:nvSpPr>
          <p:spPr>
            <a:xfrm>
              <a:off x="2894901" y="126011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80" name="ph4280"/>
            <p:cNvSpPr/>
            <p:nvPr/>
          </p:nvSpPr>
          <p:spPr>
            <a:xfrm>
              <a:off x="2927643" y="126011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81" name="ph4281"/>
            <p:cNvSpPr/>
            <p:nvPr/>
          </p:nvSpPr>
          <p:spPr>
            <a:xfrm>
              <a:off x="2960385" y="126011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82" name="ph4282"/>
            <p:cNvSpPr/>
            <p:nvPr/>
          </p:nvSpPr>
          <p:spPr>
            <a:xfrm>
              <a:off x="3091352" y="126011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83" name="ph4283"/>
            <p:cNvSpPr/>
            <p:nvPr/>
          </p:nvSpPr>
          <p:spPr>
            <a:xfrm>
              <a:off x="3124093" y="126011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84" name="ph4284"/>
            <p:cNvSpPr/>
            <p:nvPr/>
          </p:nvSpPr>
          <p:spPr>
            <a:xfrm>
              <a:off x="3156836" y="126011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85" name="ph4285"/>
            <p:cNvSpPr/>
            <p:nvPr/>
          </p:nvSpPr>
          <p:spPr>
            <a:xfrm>
              <a:off x="3189577" y="126011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86" name="ph4286"/>
            <p:cNvSpPr/>
            <p:nvPr/>
          </p:nvSpPr>
          <p:spPr>
            <a:xfrm>
              <a:off x="3222320" y="126011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87" name="ph4287"/>
            <p:cNvSpPr/>
            <p:nvPr/>
          </p:nvSpPr>
          <p:spPr>
            <a:xfrm>
              <a:off x="3255061" y="126011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88" name="ph4288"/>
            <p:cNvSpPr/>
            <p:nvPr/>
          </p:nvSpPr>
          <p:spPr>
            <a:xfrm>
              <a:off x="3287803" y="126011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89" name="ph4289"/>
            <p:cNvSpPr/>
            <p:nvPr/>
          </p:nvSpPr>
          <p:spPr>
            <a:xfrm>
              <a:off x="3320545" y="126011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90" name="ph4290"/>
            <p:cNvSpPr/>
            <p:nvPr/>
          </p:nvSpPr>
          <p:spPr>
            <a:xfrm>
              <a:off x="3353287" y="126011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91" name="ph4291"/>
            <p:cNvSpPr/>
            <p:nvPr/>
          </p:nvSpPr>
          <p:spPr>
            <a:xfrm>
              <a:off x="2534741" y="130165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92" name="ph4292"/>
            <p:cNvSpPr/>
            <p:nvPr/>
          </p:nvSpPr>
          <p:spPr>
            <a:xfrm>
              <a:off x="2567484" y="130165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93" name="ph4293"/>
            <p:cNvSpPr/>
            <p:nvPr/>
          </p:nvSpPr>
          <p:spPr>
            <a:xfrm>
              <a:off x="2600225" y="130165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94" name="ph4294"/>
            <p:cNvSpPr/>
            <p:nvPr/>
          </p:nvSpPr>
          <p:spPr>
            <a:xfrm>
              <a:off x="2632967" y="130165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95" name="ph4295"/>
            <p:cNvSpPr/>
            <p:nvPr/>
          </p:nvSpPr>
          <p:spPr>
            <a:xfrm>
              <a:off x="2665709" y="130165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96" name="ph4296"/>
            <p:cNvSpPr/>
            <p:nvPr/>
          </p:nvSpPr>
          <p:spPr>
            <a:xfrm>
              <a:off x="2698451" y="130165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97" name="ph4297"/>
            <p:cNvSpPr/>
            <p:nvPr/>
          </p:nvSpPr>
          <p:spPr>
            <a:xfrm>
              <a:off x="2731192" y="130165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98" name="ph4298"/>
            <p:cNvSpPr/>
            <p:nvPr/>
          </p:nvSpPr>
          <p:spPr>
            <a:xfrm>
              <a:off x="2763935" y="130165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99" name="ph4299"/>
            <p:cNvSpPr/>
            <p:nvPr/>
          </p:nvSpPr>
          <p:spPr>
            <a:xfrm>
              <a:off x="2796676" y="130165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00" name="ph4300"/>
            <p:cNvSpPr/>
            <p:nvPr/>
          </p:nvSpPr>
          <p:spPr>
            <a:xfrm>
              <a:off x="2829417" y="130165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01" name="ph4301"/>
            <p:cNvSpPr/>
            <p:nvPr/>
          </p:nvSpPr>
          <p:spPr>
            <a:xfrm>
              <a:off x="2862160" y="130165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02" name="ph4302"/>
            <p:cNvSpPr/>
            <p:nvPr/>
          </p:nvSpPr>
          <p:spPr>
            <a:xfrm>
              <a:off x="2894901" y="130165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03" name="ph4303"/>
            <p:cNvSpPr/>
            <p:nvPr/>
          </p:nvSpPr>
          <p:spPr>
            <a:xfrm>
              <a:off x="2927643" y="130165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04" name="ph4304"/>
            <p:cNvSpPr/>
            <p:nvPr/>
          </p:nvSpPr>
          <p:spPr>
            <a:xfrm>
              <a:off x="2960385" y="130165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05" name="ph4305"/>
            <p:cNvSpPr/>
            <p:nvPr/>
          </p:nvSpPr>
          <p:spPr>
            <a:xfrm>
              <a:off x="2993127" y="130165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06" name="ph4306"/>
            <p:cNvSpPr/>
            <p:nvPr/>
          </p:nvSpPr>
          <p:spPr>
            <a:xfrm>
              <a:off x="3124093" y="130165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07" name="ph4307"/>
            <p:cNvSpPr/>
            <p:nvPr/>
          </p:nvSpPr>
          <p:spPr>
            <a:xfrm>
              <a:off x="3156836" y="130165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08" name="ph4308"/>
            <p:cNvSpPr/>
            <p:nvPr/>
          </p:nvSpPr>
          <p:spPr>
            <a:xfrm>
              <a:off x="3189577" y="130165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09" name="ph4309"/>
            <p:cNvSpPr/>
            <p:nvPr/>
          </p:nvSpPr>
          <p:spPr>
            <a:xfrm>
              <a:off x="3222320" y="130165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10" name="ph4310"/>
            <p:cNvSpPr/>
            <p:nvPr/>
          </p:nvSpPr>
          <p:spPr>
            <a:xfrm>
              <a:off x="3255061" y="130165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11" name="ph4311"/>
            <p:cNvSpPr/>
            <p:nvPr/>
          </p:nvSpPr>
          <p:spPr>
            <a:xfrm>
              <a:off x="3287803" y="130165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12" name="ph4312"/>
            <p:cNvSpPr/>
            <p:nvPr/>
          </p:nvSpPr>
          <p:spPr>
            <a:xfrm>
              <a:off x="3320545" y="130165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13" name="ph4313"/>
            <p:cNvSpPr/>
            <p:nvPr/>
          </p:nvSpPr>
          <p:spPr>
            <a:xfrm>
              <a:off x="2534741" y="134318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14" name="ph4314"/>
            <p:cNvSpPr/>
            <p:nvPr/>
          </p:nvSpPr>
          <p:spPr>
            <a:xfrm>
              <a:off x="2567484" y="134318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15" name="ph4315"/>
            <p:cNvSpPr/>
            <p:nvPr/>
          </p:nvSpPr>
          <p:spPr>
            <a:xfrm>
              <a:off x="2600225" y="134318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16" name="ph4316"/>
            <p:cNvSpPr/>
            <p:nvPr/>
          </p:nvSpPr>
          <p:spPr>
            <a:xfrm>
              <a:off x="2632967" y="134318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17" name="ph4317"/>
            <p:cNvSpPr/>
            <p:nvPr/>
          </p:nvSpPr>
          <p:spPr>
            <a:xfrm>
              <a:off x="2665709" y="134318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18" name="ph4318"/>
            <p:cNvSpPr/>
            <p:nvPr/>
          </p:nvSpPr>
          <p:spPr>
            <a:xfrm>
              <a:off x="2698451" y="134318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19" name="ph4319"/>
            <p:cNvSpPr/>
            <p:nvPr/>
          </p:nvSpPr>
          <p:spPr>
            <a:xfrm>
              <a:off x="2731192" y="134318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20" name="ph4320"/>
            <p:cNvSpPr/>
            <p:nvPr/>
          </p:nvSpPr>
          <p:spPr>
            <a:xfrm>
              <a:off x="2763935" y="134318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21" name="ph4321"/>
            <p:cNvSpPr/>
            <p:nvPr/>
          </p:nvSpPr>
          <p:spPr>
            <a:xfrm>
              <a:off x="2796676" y="134318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22" name="ph4322"/>
            <p:cNvSpPr/>
            <p:nvPr/>
          </p:nvSpPr>
          <p:spPr>
            <a:xfrm>
              <a:off x="2829417" y="134318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23" name="ph4323"/>
            <p:cNvSpPr/>
            <p:nvPr/>
          </p:nvSpPr>
          <p:spPr>
            <a:xfrm>
              <a:off x="2862160" y="134318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24" name="ph4324"/>
            <p:cNvSpPr/>
            <p:nvPr/>
          </p:nvSpPr>
          <p:spPr>
            <a:xfrm>
              <a:off x="2894901" y="134318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25" name="ph4325"/>
            <p:cNvSpPr/>
            <p:nvPr/>
          </p:nvSpPr>
          <p:spPr>
            <a:xfrm>
              <a:off x="2927643" y="134318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26" name="ph4326"/>
            <p:cNvSpPr/>
            <p:nvPr/>
          </p:nvSpPr>
          <p:spPr>
            <a:xfrm>
              <a:off x="2960385" y="134318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27" name="ph4327"/>
            <p:cNvSpPr/>
            <p:nvPr/>
          </p:nvSpPr>
          <p:spPr>
            <a:xfrm>
              <a:off x="2993127" y="134318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28" name="ph4328"/>
            <p:cNvSpPr/>
            <p:nvPr/>
          </p:nvSpPr>
          <p:spPr>
            <a:xfrm>
              <a:off x="3124093" y="134318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29" name="ph4329"/>
            <p:cNvSpPr/>
            <p:nvPr/>
          </p:nvSpPr>
          <p:spPr>
            <a:xfrm>
              <a:off x="3156836" y="134318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30" name="ph4330"/>
            <p:cNvSpPr/>
            <p:nvPr/>
          </p:nvSpPr>
          <p:spPr>
            <a:xfrm>
              <a:off x="3189577" y="134318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31" name="ph4331"/>
            <p:cNvSpPr/>
            <p:nvPr/>
          </p:nvSpPr>
          <p:spPr>
            <a:xfrm>
              <a:off x="3222320" y="134318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32" name="ph4332"/>
            <p:cNvSpPr/>
            <p:nvPr/>
          </p:nvSpPr>
          <p:spPr>
            <a:xfrm>
              <a:off x="3255061" y="134318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33" name="ph4333"/>
            <p:cNvSpPr/>
            <p:nvPr/>
          </p:nvSpPr>
          <p:spPr>
            <a:xfrm>
              <a:off x="3287803" y="134318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34" name="ph4334"/>
            <p:cNvSpPr/>
            <p:nvPr/>
          </p:nvSpPr>
          <p:spPr>
            <a:xfrm>
              <a:off x="2502000" y="138472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35" name="ph4335"/>
            <p:cNvSpPr/>
            <p:nvPr/>
          </p:nvSpPr>
          <p:spPr>
            <a:xfrm>
              <a:off x="2534741" y="138472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36" name="ph4336"/>
            <p:cNvSpPr/>
            <p:nvPr/>
          </p:nvSpPr>
          <p:spPr>
            <a:xfrm>
              <a:off x="2567484" y="138472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37" name="ph4337"/>
            <p:cNvSpPr/>
            <p:nvPr/>
          </p:nvSpPr>
          <p:spPr>
            <a:xfrm>
              <a:off x="2600225" y="138472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38" name="ph4338"/>
            <p:cNvSpPr/>
            <p:nvPr/>
          </p:nvSpPr>
          <p:spPr>
            <a:xfrm>
              <a:off x="2632967" y="138472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39" name="ph4339"/>
            <p:cNvSpPr/>
            <p:nvPr/>
          </p:nvSpPr>
          <p:spPr>
            <a:xfrm>
              <a:off x="2665709" y="138472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40" name="ph4340"/>
            <p:cNvSpPr/>
            <p:nvPr/>
          </p:nvSpPr>
          <p:spPr>
            <a:xfrm>
              <a:off x="2698451" y="138472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41" name="ph4341"/>
            <p:cNvSpPr/>
            <p:nvPr/>
          </p:nvSpPr>
          <p:spPr>
            <a:xfrm>
              <a:off x="2731192" y="138472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42" name="ph4342"/>
            <p:cNvSpPr/>
            <p:nvPr/>
          </p:nvSpPr>
          <p:spPr>
            <a:xfrm>
              <a:off x="2763935" y="138472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43" name="ph4343"/>
            <p:cNvSpPr/>
            <p:nvPr/>
          </p:nvSpPr>
          <p:spPr>
            <a:xfrm>
              <a:off x="2796676" y="138472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44" name="ph4344"/>
            <p:cNvSpPr/>
            <p:nvPr/>
          </p:nvSpPr>
          <p:spPr>
            <a:xfrm>
              <a:off x="2829417" y="138472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45" name="ph4345"/>
            <p:cNvSpPr/>
            <p:nvPr/>
          </p:nvSpPr>
          <p:spPr>
            <a:xfrm>
              <a:off x="2862160" y="138472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46" name="ph4346"/>
            <p:cNvSpPr/>
            <p:nvPr/>
          </p:nvSpPr>
          <p:spPr>
            <a:xfrm>
              <a:off x="2894901" y="138472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47" name="ph4347"/>
            <p:cNvSpPr/>
            <p:nvPr/>
          </p:nvSpPr>
          <p:spPr>
            <a:xfrm>
              <a:off x="2927643" y="138472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48" name="ph4348"/>
            <p:cNvSpPr/>
            <p:nvPr/>
          </p:nvSpPr>
          <p:spPr>
            <a:xfrm>
              <a:off x="2960385" y="138472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49" name="ph4349"/>
            <p:cNvSpPr/>
            <p:nvPr/>
          </p:nvSpPr>
          <p:spPr>
            <a:xfrm>
              <a:off x="2993127" y="138472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50" name="ph4350"/>
            <p:cNvSpPr/>
            <p:nvPr/>
          </p:nvSpPr>
          <p:spPr>
            <a:xfrm>
              <a:off x="3025868" y="138472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51" name="ph4351"/>
            <p:cNvSpPr/>
            <p:nvPr/>
          </p:nvSpPr>
          <p:spPr>
            <a:xfrm>
              <a:off x="3124093" y="138472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52" name="ph4352"/>
            <p:cNvSpPr/>
            <p:nvPr/>
          </p:nvSpPr>
          <p:spPr>
            <a:xfrm>
              <a:off x="3156836" y="138472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53" name="ph4353"/>
            <p:cNvSpPr/>
            <p:nvPr/>
          </p:nvSpPr>
          <p:spPr>
            <a:xfrm>
              <a:off x="3189577" y="138472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54" name="ph4354"/>
            <p:cNvSpPr/>
            <p:nvPr/>
          </p:nvSpPr>
          <p:spPr>
            <a:xfrm>
              <a:off x="3222320" y="138472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55" name="ph4355"/>
            <p:cNvSpPr/>
            <p:nvPr/>
          </p:nvSpPr>
          <p:spPr>
            <a:xfrm>
              <a:off x="3255061" y="138472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56" name="ph4356"/>
            <p:cNvSpPr/>
            <p:nvPr/>
          </p:nvSpPr>
          <p:spPr>
            <a:xfrm>
              <a:off x="3287803" y="138472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57" name="ph4357"/>
            <p:cNvSpPr/>
            <p:nvPr/>
          </p:nvSpPr>
          <p:spPr>
            <a:xfrm>
              <a:off x="2502000" y="142626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58" name="ph4358"/>
            <p:cNvSpPr/>
            <p:nvPr/>
          </p:nvSpPr>
          <p:spPr>
            <a:xfrm>
              <a:off x="2534741" y="142626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59" name="ph4359"/>
            <p:cNvSpPr/>
            <p:nvPr/>
          </p:nvSpPr>
          <p:spPr>
            <a:xfrm>
              <a:off x="2567484" y="142626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60" name="ph4360"/>
            <p:cNvSpPr/>
            <p:nvPr/>
          </p:nvSpPr>
          <p:spPr>
            <a:xfrm>
              <a:off x="2600225" y="142626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61" name="ph4361"/>
            <p:cNvSpPr/>
            <p:nvPr/>
          </p:nvSpPr>
          <p:spPr>
            <a:xfrm>
              <a:off x="2632967" y="142626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62" name="ph4362"/>
            <p:cNvSpPr/>
            <p:nvPr/>
          </p:nvSpPr>
          <p:spPr>
            <a:xfrm>
              <a:off x="2665709" y="142626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63" name="ph4363"/>
            <p:cNvSpPr/>
            <p:nvPr/>
          </p:nvSpPr>
          <p:spPr>
            <a:xfrm>
              <a:off x="2698451" y="142626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64" name="ph4364"/>
            <p:cNvSpPr/>
            <p:nvPr/>
          </p:nvSpPr>
          <p:spPr>
            <a:xfrm>
              <a:off x="2731192" y="142626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65" name="ph4365"/>
            <p:cNvSpPr/>
            <p:nvPr/>
          </p:nvSpPr>
          <p:spPr>
            <a:xfrm>
              <a:off x="2763935" y="142626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66" name="ph4366"/>
            <p:cNvSpPr/>
            <p:nvPr/>
          </p:nvSpPr>
          <p:spPr>
            <a:xfrm>
              <a:off x="2796676" y="142626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67" name="ph4367"/>
            <p:cNvSpPr/>
            <p:nvPr/>
          </p:nvSpPr>
          <p:spPr>
            <a:xfrm>
              <a:off x="2829417" y="142626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68" name="ph4368"/>
            <p:cNvSpPr/>
            <p:nvPr/>
          </p:nvSpPr>
          <p:spPr>
            <a:xfrm>
              <a:off x="2862160" y="142626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69" name="ph4369"/>
            <p:cNvSpPr/>
            <p:nvPr/>
          </p:nvSpPr>
          <p:spPr>
            <a:xfrm>
              <a:off x="2894901" y="142626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70" name="ph4370"/>
            <p:cNvSpPr/>
            <p:nvPr/>
          </p:nvSpPr>
          <p:spPr>
            <a:xfrm>
              <a:off x="2927643" y="142626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71" name="ph4371"/>
            <p:cNvSpPr/>
            <p:nvPr/>
          </p:nvSpPr>
          <p:spPr>
            <a:xfrm>
              <a:off x="2960385" y="142626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72" name="ph4372"/>
            <p:cNvSpPr/>
            <p:nvPr/>
          </p:nvSpPr>
          <p:spPr>
            <a:xfrm>
              <a:off x="2993127" y="142626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73" name="ph4373"/>
            <p:cNvSpPr/>
            <p:nvPr/>
          </p:nvSpPr>
          <p:spPr>
            <a:xfrm>
              <a:off x="3025868" y="142626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74" name="ph4374"/>
            <p:cNvSpPr/>
            <p:nvPr/>
          </p:nvSpPr>
          <p:spPr>
            <a:xfrm>
              <a:off x="3058611" y="142626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75" name="ph4375"/>
            <p:cNvSpPr/>
            <p:nvPr/>
          </p:nvSpPr>
          <p:spPr>
            <a:xfrm>
              <a:off x="3156836" y="142626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76" name="ph4376"/>
            <p:cNvSpPr/>
            <p:nvPr/>
          </p:nvSpPr>
          <p:spPr>
            <a:xfrm>
              <a:off x="3189577" y="142626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77" name="ph4377"/>
            <p:cNvSpPr/>
            <p:nvPr/>
          </p:nvSpPr>
          <p:spPr>
            <a:xfrm>
              <a:off x="3222320" y="142626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78" name="ph4378"/>
            <p:cNvSpPr/>
            <p:nvPr/>
          </p:nvSpPr>
          <p:spPr>
            <a:xfrm>
              <a:off x="3255061" y="142626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79" name="ph4379"/>
            <p:cNvSpPr/>
            <p:nvPr/>
          </p:nvSpPr>
          <p:spPr>
            <a:xfrm>
              <a:off x="3287803" y="142626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80" name="ph4380"/>
            <p:cNvSpPr/>
            <p:nvPr/>
          </p:nvSpPr>
          <p:spPr>
            <a:xfrm>
              <a:off x="2502000" y="146780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81" name="ph4381"/>
            <p:cNvSpPr/>
            <p:nvPr/>
          </p:nvSpPr>
          <p:spPr>
            <a:xfrm>
              <a:off x="2534741" y="146780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82" name="ph4382"/>
            <p:cNvSpPr/>
            <p:nvPr/>
          </p:nvSpPr>
          <p:spPr>
            <a:xfrm>
              <a:off x="2567484" y="146780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83" name="ph4383"/>
            <p:cNvSpPr/>
            <p:nvPr/>
          </p:nvSpPr>
          <p:spPr>
            <a:xfrm>
              <a:off x="2600225" y="146780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84" name="ph4384"/>
            <p:cNvSpPr/>
            <p:nvPr/>
          </p:nvSpPr>
          <p:spPr>
            <a:xfrm>
              <a:off x="2632967" y="146780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85" name="ph4385"/>
            <p:cNvSpPr/>
            <p:nvPr/>
          </p:nvSpPr>
          <p:spPr>
            <a:xfrm>
              <a:off x="2665709" y="146780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86" name="ph4386"/>
            <p:cNvSpPr/>
            <p:nvPr/>
          </p:nvSpPr>
          <p:spPr>
            <a:xfrm>
              <a:off x="2698451" y="146780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87" name="ph4387"/>
            <p:cNvSpPr/>
            <p:nvPr/>
          </p:nvSpPr>
          <p:spPr>
            <a:xfrm>
              <a:off x="2731192" y="146780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595A8">
                <a:alpha val="100000"/>
              </a:srgbClr>
            </a:solidFill>
            <a:ln w="5420" cap="flat">
              <a:solidFill>
                <a:srgbClr val="3595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88" name="ph4388"/>
            <p:cNvSpPr/>
            <p:nvPr/>
          </p:nvSpPr>
          <p:spPr>
            <a:xfrm>
              <a:off x="2763935" y="146780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89" name="ph4389"/>
            <p:cNvSpPr/>
            <p:nvPr/>
          </p:nvSpPr>
          <p:spPr>
            <a:xfrm>
              <a:off x="2796676" y="146780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90" name="ph4390"/>
            <p:cNvSpPr/>
            <p:nvPr/>
          </p:nvSpPr>
          <p:spPr>
            <a:xfrm>
              <a:off x="2829417" y="146780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91" name="ph4391"/>
            <p:cNvSpPr/>
            <p:nvPr/>
          </p:nvSpPr>
          <p:spPr>
            <a:xfrm>
              <a:off x="2862160" y="146780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92" name="ph4392"/>
            <p:cNvSpPr/>
            <p:nvPr/>
          </p:nvSpPr>
          <p:spPr>
            <a:xfrm>
              <a:off x="2894901" y="146780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93" name="ph4393"/>
            <p:cNvSpPr/>
            <p:nvPr/>
          </p:nvSpPr>
          <p:spPr>
            <a:xfrm>
              <a:off x="2927643" y="146780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94" name="ph4394"/>
            <p:cNvSpPr/>
            <p:nvPr/>
          </p:nvSpPr>
          <p:spPr>
            <a:xfrm>
              <a:off x="2960385" y="146780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95" name="ph4395"/>
            <p:cNvSpPr/>
            <p:nvPr/>
          </p:nvSpPr>
          <p:spPr>
            <a:xfrm>
              <a:off x="2993127" y="146780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96" name="ph4396"/>
            <p:cNvSpPr/>
            <p:nvPr/>
          </p:nvSpPr>
          <p:spPr>
            <a:xfrm>
              <a:off x="3025868" y="146780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97" name="ph4397"/>
            <p:cNvSpPr/>
            <p:nvPr/>
          </p:nvSpPr>
          <p:spPr>
            <a:xfrm>
              <a:off x="3058611" y="146780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98" name="ph4398"/>
            <p:cNvSpPr/>
            <p:nvPr/>
          </p:nvSpPr>
          <p:spPr>
            <a:xfrm>
              <a:off x="3124093" y="146780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99" name="ph4399"/>
            <p:cNvSpPr/>
            <p:nvPr/>
          </p:nvSpPr>
          <p:spPr>
            <a:xfrm>
              <a:off x="3156836" y="146780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00" name="ph4400"/>
            <p:cNvSpPr/>
            <p:nvPr/>
          </p:nvSpPr>
          <p:spPr>
            <a:xfrm>
              <a:off x="3189577" y="146780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01" name="ph4401"/>
            <p:cNvSpPr/>
            <p:nvPr/>
          </p:nvSpPr>
          <p:spPr>
            <a:xfrm>
              <a:off x="3222320" y="146780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02" name="ph4402"/>
            <p:cNvSpPr/>
            <p:nvPr/>
          </p:nvSpPr>
          <p:spPr>
            <a:xfrm>
              <a:off x="3255061" y="146780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03" name="ph4403"/>
            <p:cNvSpPr/>
            <p:nvPr/>
          </p:nvSpPr>
          <p:spPr>
            <a:xfrm>
              <a:off x="3287803" y="146780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04" name="ph4404"/>
            <p:cNvSpPr/>
            <p:nvPr/>
          </p:nvSpPr>
          <p:spPr>
            <a:xfrm>
              <a:off x="2534741" y="150934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05" name="ph4405"/>
            <p:cNvSpPr/>
            <p:nvPr/>
          </p:nvSpPr>
          <p:spPr>
            <a:xfrm>
              <a:off x="2567484" y="150934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06" name="ph4406"/>
            <p:cNvSpPr/>
            <p:nvPr/>
          </p:nvSpPr>
          <p:spPr>
            <a:xfrm>
              <a:off x="2600225" y="150934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07" name="ph4407"/>
            <p:cNvSpPr/>
            <p:nvPr/>
          </p:nvSpPr>
          <p:spPr>
            <a:xfrm>
              <a:off x="2632967" y="150934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08" name="ph4408"/>
            <p:cNvSpPr/>
            <p:nvPr/>
          </p:nvSpPr>
          <p:spPr>
            <a:xfrm>
              <a:off x="2665709" y="150934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09" name="ph4409"/>
            <p:cNvSpPr/>
            <p:nvPr/>
          </p:nvSpPr>
          <p:spPr>
            <a:xfrm>
              <a:off x="2698451" y="150934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595A8">
                <a:alpha val="100000"/>
              </a:srgbClr>
            </a:solidFill>
            <a:ln w="5420" cap="flat">
              <a:solidFill>
                <a:srgbClr val="3595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10" name="ph4410"/>
            <p:cNvSpPr/>
            <p:nvPr/>
          </p:nvSpPr>
          <p:spPr>
            <a:xfrm>
              <a:off x="2731192" y="150934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11" name="ph4411"/>
            <p:cNvSpPr/>
            <p:nvPr/>
          </p:nvSpPr>
          <p:spPr>
            <a:xfrm>
              <a:off x="2763935" y="150934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12" name="ph4412"/>
            <p:cNvSpPr/>
            <p:nvPr/>
          </p:nvSpPr>
          <p:spPr>
            <a:xfrm>
              <a:off x="2796676" y="150934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13" name="ph4413"/>
            <p:cNvSpPr/>
            <p:nvPr/>
          </p:nvSpPr>
          <p:spPr>
            <a:xfrm>
              <a:off x="2829417" y="150934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14" name="ph4414"/>
            <p:cNvSpPr/>
            <p:nvPr/>
          </p:nvSpPr>
          <p:spPr>
            <a:xfrm>
              <a:off x="2862160" y="150934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15" name="ph4415"/>
            <p:cNvSpPr/>
            <p:nvPr/>
          </p:nvSpPr>
          <p:spPr>
            <a:xfrm>
              <a:off x="2894901" y="150934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16" name="ph4416"/>
            <p:cNvSpPr/>
            <p:nvPr/>
          </p:nvSpPr>
          <p:spPr>
            <a:xfrm>
              <a:off x="2927643" y="150934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17" name="ph4417"/>
            <p:cNvSpPr/>
            <p:nvPr/>
          </p:nvSpPr>
          <p:spPr>
            <a:xfrm>
              <a:off x="2960385" y="150934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CB0AB">
                <a:alpha val="100000"/>
              </a:srgbClr>
            </a:solidFill>
            <a:ln w="5420" cap="flat">
              <a:solidFill>
                <a:srgbClr val="4C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18" name="ph4418"/>
            <p:cNvSpPr/>
            <p:nvPr/>
          </p:nvSpPr>
          <p:spPr>
            <a:xfrm>
              <a:off x="2993127" y="150934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19" name="ph4419"/>
            <p:cNvSpPr/>
            <p:nvPr/>
          </p:nvSpPr>
          <p:spPr>
            <a:xfrm>
              <a:off x="3025868" y="150934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20" name="ph4420"/>
            <p:cNvSpPr/>
            <p:nvPr/>
          </p:nvSpPr>
          <p:spPr>
            <a:xfrm>
              <a:off x="3058611" y="150934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21" name="ph4421"/>
            <p:cNvSpPr/>
            <p:nvPr/>
          </p:nvSpPr>
          <p:spPr>
            <a:xfrm>
              <a:off x="3091352" y="150934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22" name="ph4422"/>
            <p:cNvSpPr/>
            <p:nvPr/>
          </p:nvSpPr>
          <p:spPr>
            <a:xfrm>
              <a:off x="3124093" y="150934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23" name="ph4423"/>
            <p:cNvSpPr/>
            <p:nvPr/>
          </p:nvSpPr>
          <p:spPr>
            <a:xfrm>
              <a:off x="3156836" y="150934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24" name="ph4424"/>
            <p:cNvSpPr/>
            <p:nvPr/>
          </p:nvSpPr>
          <p:spPr>
            <a:xfrm>
              <a:off x="3189577" y="150934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25" name="ph4425"/>
            <p:cNvSpPr/>
            <p:nvPr/>
          </p:nvSpPr>
          <p:spPr>
            <a:xfrm>
              <a:off x="3222320" y="150934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26" name="ph4426"/>
            <p:cNvSpPr/>
            <p:nvPr/>
          </p:nvSpPr>
          <p:spPr>
            <a:xfrm>
              <a:off x="3255061" y="150934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27" name="ph4427"/>
            <p:cNvSpPr/>
            <p:nvPr/>
          </p:nvSpPr>
          <p:spPr>
            <a:xfrm>
              <a:off x="3287803" y="150934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28" name="ph4428"/>
            <p:cNvSpPr/>
            <p:nvPr/>
          </p:nvSpPr>
          <p:spPr>
            <a:xfrm>
              <a:off x="2567484" y="155087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29" name="ph4429"/>
            <p:cNvSpPr/>
            <p:nvPr/>
          </p:nvSpPr>
          <p:spPr>
            <a:xfrm>
              <a:off x="2600225" y="155087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30" name="ph4430"/>
            <p:cNvSpPr/>
            <p:nvPr/>
          </p:nvSpPr>
          <p:spPr>
            <a:xfrm>
              <a:off x="2632967" y="155087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3597A9">
                <a:alpha val="100000"/>
              </a:srgbClr>
            </a:solidFill>
            <a:ln w="5420" cap="flat">
              <a:solidFill>
                <a:srgbClr val="35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31" name="ph4431"/>
            <p:cNvSpPr/>
            <p:nvPr/>
          </p:nvSpPr>
          <p:spPr>
            <a:xfrm>
              <a:off x="2665709" y="155087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597A9">
                <a:alpha val="100000"/>
              </a:srgbClr>
            </a:solidFill>
            <a:ln w="5420" cap="flat">
              <a:solidFill>
                <a:srgbClr val="35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32" name="ph4432"/>
            <p:cNvSpPr/>
            <p:nvPr/>
          </p:nvSpPr>
          <p:spPr>
            <a:xfrm>
              <a:off x="2698451" y="155087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33" name="ph4433"/>
            <p:cNvSpPr/>
            <p:nvPr/>
          </p:nvSpPr>
          <p:spPr>
            <a:xfrm>
              <a:off x="2731192" y="155087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34" name="ph4434"/>
            <p:cNvSpPr/>
            <p:nvPr/>
          </p:nvSpPr>
          <p:spPr>
            <a:xfrm>
              <a:off x="2763935" y="155087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35" name="ph4435"/>
            <p:cNvSpPr/>
            <p:nvPr/>
          </p:nvSpPr>
          <p:spPr>
            <a:xfrm>
              <a:off x="2796676" y="155087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36" name="ph4436"/>
            <p:cNvSpPr/>
            <p:nvPr/>
          </p:nvSpPr>
          <p:spPr>
            <a:xfrm>
              <a:off x="2829417" y="155087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37" name="ph4437"/>
            <p:cNvSpPr/>
            <p:nvPr/>
          </p:nvSpPr>
          <p:spPr>
            <a:xfrm>
              <a:off x="2862160" y="155087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8ABAA">
                <a:alpha val="100000"/>
              </a:srgbClr>
            </a:solidFill>
            <a:ln w="5420" cap="flat">
              <a:solidFill>
                <a:srgbClr val="48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38" name="ph4438"/>
            <p:cNvSpPr/>
            <p:nvPr/>
          </p:nvSpPr>
          <p:spPr>
            <a:xfrm>
              <a:off x="2894901" y="155087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39" name="ph4439"/>
            <p:cNvSpPr/>
            <p:nvPr/>
          </p:nvSpPr>
          <p:spPr>
            <a:xfrm>
              <a:off x="2927643" y="155087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40" name="ph4440"/>
            <p:cNvSpPr/>
            <p:nvPr/>
          </p:nvSpPr>
          <p:spPr>
            <a:xfrm>
              <a:off x="2960385" y="155087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41" name="ph4441"/>
            <p:cNvSpPr/>
            <p:nvPr/>
          </p:nvSpPr>
          <p:spPr>
            <a:xfrm>
              <a:off x="2993127" y="155087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42" name="ph4442"/>
            <p:cNvSpPr/>
            <p:nvPr/>
          </p:nvSpPr>
          <p:spPr>
            <a:xfrm>
              <a:off x="3025868" y="155087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43" name="ph4443"/>
            <p:cNvSpPr/>
            <p:nvPr/>
          </p:nvSpPr>
          <p:spPr>
            <a:xfrm>
              <a:off x="3058611" y="155087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44" name="ph4444"/>
            <p:cNvSpPr/>
            <p:nvPr/>
          </p:nvSpPr>
          <p:spPr>
            <a:xfrm>
              <a:off x="3091352" y="155087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45" name="ph4445"/>
            <p:cNvSpPr/>
            <p:nvPr/>
          </p:nvSpPr>
          <p:spPr>
            <a:xfrm>
              <a:off x="3124093" y="155087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46" name="ph4446"/>
            <p:cNvSpPr/>
            <p:nvPr/>
          </p:nvSpPr>
          <p:spPr>
            <a:xfrm>
              <a:off x="3156836" y="155087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47" name="ph4447"/>
            <p:cNvSpPr/>
            <p:nvPr/>
          </p:nvSpPr>
          <p:spPr>
            <a:xfrm>
              <a:off x="3189577" y="155087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48" name="ph4448"/>
            <p:cNvSpPr/>
            <p:nvPr/>
          </p:nvSpPr>
          <p:spPr>
            <a:xfrm>
              <a:off x="3222320" y="155087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49" name="ph4449"/>
            <p:cNvSpPr/>
            <p:nvPr/>
          </p:nvSpPr>
          <p:spPr>
            <a:xfrm>
              <a:off x="3255061" y="155087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50" name="ph4450"/>
            <p:cNvSpPr/>
            <p:nvPr/>
          </p:nvSpPr>
          <p:spPr>
            <a:xfrm>
              <a:off x="2567484" y="159241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51" name="ph4451"/>
            <p:cNvSpPr/>
            <p:nvPr/>
          </p:nvSpPr>
          <p:spPr>
            <a:xfrm>
              <a:off x="2600225" y="159241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52" name="ph4452"/>
            <p:cNvSpPr/>
            <p:nvPr/>
          </p:nvSpPr>
          <p:spPr>
            <a:xfrm>
              <a:off x="2632967" y="159241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53" name="ph4453"/>
            <p:cNvSpPr/>
            <p:nvPr/>
          </p:nvSpPr>
          <p:spPr>
            <a:xfrm>
              <a:off x="2665709" y="159241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54" name="ph4454"/>
            <p:cNvSpPr/>
            <p:nvPr/>
          </p:nvSpPr>
          <p:spPr>
            <a:xfrm>
              <a:off x="2698451" y="159241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55" name="ph4455"/>
            <p:cNvSpPr/>
            <p:nvPr/>
          </p:nvSpPr>
          <p:spPr>
            <a:xfrm>
              <a:off x="2731192" y="159241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56" name="ph4456"/>
            <p:cNvSpPr/>
            <p:nvPr/>
          </p:nvSpPr>
          <p:spPr>
            <a:xfrm>
              <a:off x="2763935" y="159241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57" name="ph4457"/>
            <p:cNvSpPr/>
            <p:nvPr/>
          </p:nvSpPr>
          <p:spPr>
            <a:xfrm>
              <a:off x="2796676" y="159241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58" name="ph4458"/>
            <p:cNvSpPr/>
            <p:nvPr/>
          </p:nvSpPr>
          <p:spPr>
            <a:xfrm>
              <a:off x="2829417" y="159241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59" name="ph4459"/>
            <p:cNvSpPr/>
            <p:nvPr/>
          </p:nvSpPr>
          <p:spPr>
            <a:xfrm>
              <a:off x="2862160" y="159241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60" name="ph4460"/>
            <p:cNvSpPr/>
            <p:nvPr/>
          </p:nvSpPr>
          <p:spPr>
            <a:xfrm>
              <a:off x="2894901" y="159241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61" name="ph4461"/>
            <p:cNvSpPr/>
            <p:nvPr/>
          </p:nvSpPr>
          <p:spPr>
            <a:xfrm>
              <a:off x="2927643" y="159241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62" name="ph4462"/>
            <p:cNvSpPr/>
            <p:nvPr/>
          </p:nvSpPr>
          <p:spPr>
            <a:xfrm>
              <a:off x="2960385" y="159241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63" name="ph4463"/>
            <p:cNvSpPr/>
            <p:nvPr/>
          </p:nvSpPr>
          <p:spPr>
            <a:xfrm>
              <a:off x="2993127" y="159241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64" name="ph4464"/>
            <p:cNvSpPr/>
            <p:nvPr/>
          </p:nvSpPr>
          <p:spPr>
            <a:xfrm>
              <a:off x="3025868" y="159241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65" name="ph4465"/>
            <p:cNvSpPr/>
            <p:nvPr/>
          </p:nvSpPr>
          <p:spPr>
            <a:xfrm>
              <a:off x="3058611" y="159241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66" name="ph4466"/>
            <p:cNvSpPr/>
            <p:nvPr/>
          </p:nvSpPr>
          <p:spPr>
            <a:xfrm>
              <a:off x="3091352" y="159241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67" name="ph4467"/>
            <p:cNvSpPr/>
            <p:nvPr/>
          </p:nvSpPr>
          <p:spPr>
            <a:xfrm>
              <a:off x="3124093" y="159241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68" name="ph4468"/>
            <p:cNvSpPr/>
            <p:nvPr/>
          </p:nvSpPr>
          <p:spPr>
            <a:xfrm>
              <a:off x="3156836" y="159241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69" name="ph4469"/>
            <p:cNvSpPr/>
            <p:nvPr/>
          </p:nvSpPr>
          <p:spPr>
            <a:xfrm>
              <a:off x="3189577" y="159241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70" name="ph4470"/>
            <p:cNvSpPr/>
            <p:nvPr/>
          </p:nvSpPr>
          <p:spPr>
            <a:xfrm>
              <a:off x="3222320" y="1592418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71" name="ph4471"/>
            <p:cNvSpPr/>
            <p:nvPr/>
          </p:nvSpPr>
          <p:spPr>
            <a:xfrm>
              <a:off x="2632967" y="163395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72" name="ph4472"/>
            <p:cNvSpPr/>
            <p:nvPr/>
          </p:nvSpPr>
          <p:spPr>
            <a:xfrm>
              <a:off x="2665709" y="163395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73" name="ph4473"/>
            <p:cNvSpPr/>
            <p:nvPr/>
          </p:nvSpPr>
          <p:spPr>
            <a:xfrm>
              <a:off x="2698451" y="163395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74" name="ph4474"/>
            <p:cNvSpPr/>
            <p:nvPr/>
          </p:nvSpPr>
          <p:spPr>
            <a:xfrm>
              <a:off x="2731192" y="163395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75" name="ph4475"/>
            <p:cNvSpPr/>
            <p:nvPr/>
          </p:nvSpPr>
          <p:spPr>
            <a:xfrm>
              <a:off x="2763935" y="163395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76" name="ph4476"/>
            <p:cNvSpPr/>
            <p:nvPr/>
          </p:nvSpPr>
          <p:spPr>
            <a:xfrm>
              <a:off x="2796676" y="163395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77" name="ph4477"/>
            <p:cNvSpPr/>
            <p:nvPr/>
          </p:nvSpPr>
          <p:spPr>
            <a:xfrm>
              <a:off x="2829417" y="163395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78" name="ph4478"/>
            <p:cNvSpPr/>
            <p:nvPr/>
          </p:nvSpPr>
          <p:spPr>
            <a:xfrm>
              <a:off x="2862160" y="163395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79" name="ph4479"/>
            <p:cNvSpPr/>
            <p:nvPr/>
          </p:nvSpPr>
          <p:spPr>
            <a:xfrm>
              <a:off x="2894901" y="163395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80" name="ph4480"/>
            <p:cNvSpPr/>
            <p:nvPr/>
          </p:nvSpPr>
          <p:spPr>
            <a:xfrm>
              <a:off x="2927643" y="163395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81" name="ph4481"/>
            <p:cNvSpPr/>
            <p:nvPr/>
          </p:nvSpPr>
          <p:spPr>
            <a:xfrm>
              <a:off x="2960385" y="163395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82" name="ph4482"/>
            <p:cNvSpPr/>
            <p:nvPr/>
          </p:nvSpPr>
          <p:spPr>
            <a:xfrm>
              <a:off x="2993127" y="163395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83" name="ph4483"/>
            <p:cNvSpPr/>
            <p:nvPr/>
          </p:nvSpPr>
          <p:spPr>
            <a:xfrm>
              <a:off x="3025868" y="163395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84" name="ph4484"/>
            <p:cNvSpPr/>
            <p:nvPr/>
          </p:nvSpPr>
          <p:spPr>
            <a:xfrm>
              <a:off x="3058611" y="163395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85" name="ph4485"/>
            <p:cNvSpPr/>
            <p:nvPr/>
          </p:nvSpPr>
          <p:spPr>
            <a:xfrm>
              <a:off x="3091352" y="163395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86" name="ph4486"/>
            <p:cNvSpPr/>
            <p:nvPr/>
          </p:nvSpPr>
          <p:spPr>
            <a:xfrm>
              <a:off x="3124093" y="163395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87" name="ph4487"/>
            <p:cNvSpPr/>
            <p:nvPr/>
          </p:nvSpPr>
          <p:spPr>
            <a:xfrm>
              <a:off x="3156836" y="163395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88" name="ph4488"/>
            <p:cNvSpPr/>
            <p:nvPr/>
          </p:nvSpPr>
          <p:spPr>
            <a:xfrm>
              <a:off x="3189577" y="163395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89" name="ph4489"/>
            <p:cNvSpPr/>
            <p:nvPr/>
          </p:nvSpPr>
          <p:spPr>
            <a:xfrm>
              <a:off x="2665709" y="167549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90" name="ph4490"/>
            <p:cNvSpPr/>
            <p:nvPr/>
          </p:nvSpPr>
          <p:spPr>
            <a:xfrm>
              <a:off x="2698451" y="167549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91" name="ph4491"/>
            <p:cNvSpPr/>
            <p:nvPr/>
          </p:nvSpPr>
          <p:spPr>
            <a:xfrm>
              <a:off x="2731192" y="167549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92" name="ph4492"/>
            <p:cNvSpPr/>
            <p:nvPr/>
          </p:nvSpPr>
          <p:spPr>
            <a:xfrm>
              <a:off x="2763935" y="167549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93" name="ph4493"/>
            <p:cNvSpPr/>
            <p:nvPr/>
          </p:nvSpPr>
          <p:spPr>
            <a:xfrm>
              <a:off x="2796676" y="167549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4CB0AB">
                <a:alpha val="100000"/>
              </a:srgbClr>
            </a:solidFill>
            <a:ln w="5420" cap="flat">
              <a:solidFill>
                <a:srgbClr val="4C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94" name="ph4494"/>
            <p:cNvSpPr/>
            <p:nvPr/>
          </p:nvSpPr>
          <p:spPr>
            <a:xfrm>
              <a:off x="2829417" y="167549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95" name="ph4495"/>
            <p:cNvSpPr/>
            <p:nvPr/>
          </p:nvSpPr>
          <p:spPr>
            <a:xfrm>
              <a:off x="2862160" y="167549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96" name="ph4496"/>
            <p:cNvSpPr/>
            <p:nvPr/>
          </p:nvSpPr>
          <p:spPr>
            <a:xfrm>
              <a:off x="2894901" y="167549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97" name="ph4497"/>
            <p:cNvSpPr/>
            <p:nvPr/>
          </p:nvSpPr>
          <p:spPr>
            <a:xfrm>
              <a:off x="2927643" y="167549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98" name="ph4498"/>
            <p:cNvSpPr/>
            <p:nvPr/>
          </p:nvSpPr>
          <p:spPr>
            <a:xfrm>
              <a:off x="2960385" y="167549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99" name="ph4499"/>
            <p:cNvSpPr/>
            <p:nvPr/>
          </p:nvSpPr>
          <p:spPr>
            <a:xfrm>
              <a:off x="2993127" y="167549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00" name="ph4500"/>
            <p:cNvSpPr/>
            <p:nvPr/>
          </p:nvSpPr>
          <p:spPr>
            <a:xfrm>
              <a:off x="3025868" y="167549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01" name="ph4501"/>
            <p:cNvSpPr/>
            <p:nvPr/>
          </p:nvSpPr>
          <p:spPr>
            <a:xfrm>
              <a:off x="3058611" y="167549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02" name="ph4502"/>
            <p:cNvSpPr/>
            <p:nvPr/>
          </p:nvSpPr>
          <p:spPr>
            <a:xfrm>
              <a:off x="3091352" y="167549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03" name="ph4503"/>
            <p:cNvSpPr/>
            <p:nvPr/>
          </p:nvSpPr>
          <p:spPr>
            <a:xfrm>
              <a:off x="3124093" y="167549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04" name="ph4504"/>
            <p:cNvSpPr/>
            <p:nvPr/>
          </p:nvSpPr>
          <p:spPr>
            <a:xfrm>
              <a:off x="3156836" y="167549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05" name="ph4505"/>
            <p:cNvSpPr/>
            <p:nvPr/>
          </p:nvSpPr>
          <p:spPr>
            <a:xfrm>
              <a:off x="2698451" y="171703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06" name="ph4506"/>
            <p:cNvSpPr/>
            <p:nvPr/>
          </p:nvSpPr>
          <p:spPr>
            <a:xfrm>
              <a:off x="2731192" y="171703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07" name="ph4507"/>
            <p:cNvSpPr/>
            <p:nvPr/>
          </p:nvSpPr>
          <p:spPr>
            <a:xfrm>
              <a:off x="2763935" y="171703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08" name="ph4508"/>
            <p:cNvSpPr/>
            <p:nvPr/>
          </p:nvSpPr>
          <p:spPr>
            <a:xfrm>
              <a:off x="2796676" y="171703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09" name="ph4509"/>
            <p:cNvSpPr/>
            <p:nvPr/>
          </p:nvSpPr>
          <p:spPr>
            <a:xfrm>
              <a:off x="2829417" y="171703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10" name="ph4510"/>
            <p:cNvSpPr/>
            <p:nvPr/>
          </p:nvSpPr>
          <p:spPr>
            <a:xfrm>
              <a:off x="2862160" y="171703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11" name="ph4511"/>
            <p:cNvSpPr/>
            <p:nvPr/>
          </p:nvSpPr>
          <p:spPr>
            <a:xfrm>
              <a:off x="2894901" y="171703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12" name="ph4512"/>
            <p:cNvSpPr/>
            <p:nvPr/>
          </p:nvSpPr>
          <p:spPr>
            <a:xfrm>
              <a:off x="2927643" y="171703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13" name="ph4513"/>
            <p:cNvSpPr/>
            <p:nvPr/>
          </p:nvSpPr>
          <p:spPr>
            <a:xfrm>
              <a:off x="2960385" y="171703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14" name="ph4514"/>
            <p:cNvSpPr/>
            <p:nvPr/>
          </p:nvSpPr>
          <p:spPr>
            <a:xfrm>
              <a:off x="2993127" y="171703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15" name="ph4515"/>
            <p:cNvSpPr/>
            <p:nvPr/>
          </p:nvSpPr>
          <p:spPr>
            <a:xfrm>
              <a:off x="3025868" y="171703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16" name="ph4516"/>
            <p:cNvSpPr/>
            <p:nvPr/>
          </p:nvSpPr>
          <p:spPr>
            <a:xfrm>
              <a:off x="3058611" y="171703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17" name="ph4517"/>
            <p:cNvSpPr/>
            <p:nvPr/>
          </p:nvSpPr>
          <p:spPr>
            <a:xfrm>
              <a:off x="3091352" y="171703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18" name="ph4518"/>
            <p:cNvSpPr/>
            <p:nvPr/>
          </p:nvSpPr>
          <p:spPr>
            <a:xfrm>
              <a:off x="3124093" y="171703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19" name="ph4519"/>
            <p:cNvSpPr/>
            <p:nvPr/>
          </p:nvSpPr>
          <p:spPr>
            <a:xfrm>
              <a:off x="3156836" y="1717033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20" name="ph4520"/>
            <p:cNvSpPr/>
            <p:nvPr/>
          </p:nvSpPr>
          <p:spPr>
            <a:xfrm>
              <a:off x="2567484" y="1758571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21" name="ph4521"/>
            <p:cNvSpPr/>
            <p:nvPr/>
          </p:nvSpPr>
          <p:spPr>
            <a:xfrm>
              <a:off x="2600225" y="1758571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22" name="ph4522"/>
            <p:cNvSpPr/>
            <p:nvPr/>
          </p:nvSpPr>
          <p:spPr>
            <a:xfrm>
              <a:off x="2632967" y="1758571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23" name="ph4523"/>
            <p:cNvSpPr/>
            <p:nvPr/>
          </p:nvSpPr>
          <p:spPr>
            <a:xfrm>
              <a:off x="2665709" y="1758571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24" name="ph4524"/>
            <p:cNvSpPr/>
            <p:nvPr/>
          </p:nvSpPr>
          <p:spPr>
            <a:xfrm>
              <a:off x="2698451" y="1758571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25" name="ph4525"/>
            <p:cNvSpPr/>
            <p:nvPr/>
          </p:nvSpPr>
          <p:spPr>
            <a:xfrm>
              <a:off x="2731192" y="1758571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26" name="ph4526"/>
            <p:cNvSpPr/>
            <p:nvPr/>
          </p:nvSpPr>
          <p:spPr>
            <a:xfrm>
              <a:off x="2763935" y="1758571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27" name="ph4527"/>
            <p:cNvSpPr/>
            <p:nvPr/>
          </p:nvSpPr>
          <p:spPr>
            <a:xfrm>
              <a:off x="2796676" y="1758571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28" name="ph4528"/>
            <p:cNvSpPr/>
            <p:nvPr/>
          </p:nvSpPr>
          <p:spPr>
            <a:xfrm>
              <a:off x="2829417" y="1758571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29" name="ph4529"/>
            <p:cNvSpPr/>
            <p:nvPr/>
          </p:nvSpPr>
          <p:spPr>
            <a:xfrm>
              <a:off x="2862160" y="1758571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30" name="ph4530"/>
            <p:cNvSpPr/>
            <p:nvPr/>
          </p:nvSpPr>
          <p:spPr>
            <a:xfrm>
              <a:off x="2894901" y="1758571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31" name="ph4531"/>
            <p:cNvSpPr/>
            <p:nvPr/>
          </p:nvSpPr>
          <p:spPr>
            <a:xfrm>
              <a:off x="2927643" y="1758571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32" name="ph4532"/>
            <p:cNvSpPr/>
            <p:nvPr/>
          </p:nvSpPr>
          <p:spPr>
            <a:xfrm>
              <a:off x="2960385" y="1758571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33" name="ph4533"/>
            <p:cNvSpPr/>
            <p:nvPr/>
          </p:nvSpPr>
          <p:spPr>
            <a:xfrm>
              <a:off x="2993127" y="1758571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34" name="ph4534"/>
            <p:cNvSpPr/>
            <p:nvPr/>
          </p:nvSpPr>
          <p:spPr>
            <a:xfrm>
              <a:off x="3025868" y="1758571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35" name="ph4535"/>
            <p:cNvSpPr/>
            <p:nvPr/>
          </p:nvSpPr>
          <p:spPr>
            <a:xfrm>
              <a:off x="3058611" y="1758571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36" name="ph4536"/>
            <p:cNvSpPr/>
            <p:nvPr/>
          </p:nvSpPr>
          <p:spPr>
            <a:xfrm>
              <a:off x="3091352" y="1758571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37" name="ph4537"/>
            <p:cNvSpPr/>
            <p:nvPr/>
          </p:nvSpPr>
          <p:spPr>
            <a:xfrm>
              <a:off x="3124093" y="1758571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38" name="ph4538"/>
            <p:cNvSpPr/>
            <p:nvPr/>
          </p:nvSpPr>
          <p:spPr>
            <a:xfrm>
              <a:off x="2534741" y="180011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39" name="ph4539"/>
            <p:cNvSpPr/>
            <p:nvPr/>
          </p:nvSpPr>
          <p:spPr>
            <a:xfrm>
              <a:off x="2567484" y="180011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40" name="ph4540"/>
            <p:cNvSpPr/>
            <p:nvPr/>
          </p:nvSpPr>
          <p:spPr>
            <a:xfrm>
              <a:off x="2600225" y="180011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41" name="ph4541"/>
            <p:cNvSpPr/>
            <p:nvPr/>
          </p:nvSpPr>
          <p:spPr>
            <a:xfrm>
              <a:off x="2632967" y="180011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42" name="ph4542"/>
            <p:cNvSpPr/>
            <p:nvPr/>
          </p:nvSpPr>
          <p:spPr>
            <a:xfrm>
              <a:off x="2665709" y="180011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43" name="ph4543"/>
            <p:cNvSpPr/>
            <p:nvPr/>
          </p:nvSpPr>
          <p:spPr>
            <a:xfrm>
              <a:off x="2698451" y="180011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44" name="ph4544"/>
            <p:cNvSpPr/>
            <p:nvPr/>
          </p:nvSpPr>
          <p:spPr>
            <a:xfrm>
              <a:off x="2731192" y="180011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45" name="ph4545"/>
            <p:cNvSpPr/>
            <p:nvPr/>
          </p:nvSpPr>
          <p:spPr>
            <a:xfrm>
              <a:off x="2763935" y="180011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46" name="ph4546"/>
            <p:cNvSpPr/>
            <p:nvPr/>
          </p:nvSpPr>
          <p:spPr>
            <a:xfrm>
              <a:off x="2796676" y="180011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47" name="ph4547"/>
            <p:cNvSpPr/>
            <p:nvPr/>
          </p:nvSpPr>
          <p:spPr>
            <a:xfrm>
              <a:off x="2829417" y="180011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48" name="ph4548"/>
            <p:cNvSpPr/>
            <p:nvPr/>
          </p:nvSpPr>
          <p:spPr>
            <a:xfrm>
              <a:off x="2862160" y="180011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49" name="ph4549"/>
            <p:cNvSpPr/>
            <p:nvPr/>
          </p:nvSpPr>
          <p:spPr>
            <a:xfrm>
              <a:off x="2894901" y="180011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50" name="ph4550"/>
            <p:cNvSpPr/>
            <p:nvPr/>
          </p:nvSpPr>
          <p:spPr>
            <a:xfrm>
              <a:off x="2927643" y="180011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51" name="ph4551"/>
            <p:cNvSpPr/>
            <p:nvPr/>
          </p:nvSpPr>
          <p:spPr>
            <a:xfrm>
              <a:off x="2960385" y="180011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52" name="ph4552"/>
            <p:cNvSpPr/>
            <p:nvPr/>
          </p:nvSpPr>
          <p:spPr>
            <a:xfrm>
              <a:off x="2993127" y="180011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53" name="ph4553"/>
            <p:cNvSpPr/>
            <p:nvPr/>
          </p:nvSpPr>
          <p:spPr>
            <a:xfrm>
              <a:off x="3025868" y="180011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54" name="ph4554"/>
            <p:cNvSpPr/>
            <p:nvPr/>
          </p:nvSpPr>
          <p:spPr>
            <a:xfrm>
              <a:off x="3058611" y="180011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55" name="ph4555"/>
            <p:cNvSpPr/>
            <p:nvPr/>
          </p:nvSpPr>
          <p:spPr>
            <a:xfrm>
              <a:off x="3091352" y="180011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56" name="ph4556"/>
            <p:cNvSpPr/>
            <p:nvPr/>
          </p:nvSpPr>
          <p:spPr>
            <a:xfrm>
              <a:off x="3124093" y="180011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57" name="ph4557"/>
            <p:cNvSpPr/>
            <p:nvPr/>
          </p:nvSpPr>
          <p:spPr>
            <a:xfrm>
              <a:off x="2534741" y="184164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58" name="ph4558"/>
            <p:cNvSpPr/>
            <p:nvPr/>
          </p:nvSpPr>
          <p:spPr>
            <a:xfrm>
              <a:off x="2567484" y="184164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59" name="ph4559"/>
            <p:cNvSpPr/>
            <p:nvPr/>
          </p:nvSpPr>
          <p:spPr>
            <a:xfrm>
              <a:off x="2600225" y="184164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60" name="ph4560"/>
            <p:cNvSpPr/>
            <p:nvPr/>
          </p:nvSpPr>
          <p:spPr>
            <a:xfrm>
              <a:off x="2632967" y="184164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61" name="ph4561"/>
            <p:cNvSpPr/>
            <p:nvPr/>
          </p:nvSpPr>
          <p:spPr>
            <a:xfrm>
              <a:off x="2665709" y="184164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62" name="ph4562"/>
            <p:cNvSpPr/>
            <p:nvPr/>
          </p:nvSpPr>
          <p:spPr>
            <a:xfrm>
              <a:off x="2698451" y="184164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63" name="ph4563"/>
            <p:cNvSpPr/>
            <p:nvPr/>
          </p:nvSpPr>
          <p:spPr>
            <a:xfrm>
              <a:off x="2731192" y="184164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64" name="ph4564"/>
            <p:cNvSpPr/>
            <p:nvPr/>
          </p:nvSpPr>
          <p:spPr>
            <a:xfrm>
              <a:off x="2763935" y="184164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65" name="ph4565"/>
            <p:cNvSpPr/>
            <p:nvPr/>
          </p:nvSpPr>
          <p:spPr>
            <a:xfrm>
              <a:off x="2796676" y="184164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66" name="ph4566"/>
            <p:cNvSpPr/>
            <p:nvPr/>
          </p:nvSpPr>
          <p:spPr>
            <a:xfrm>
              <a:off x="2829417" y="184164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67" name="ph4567"/>
            <p:cNvSpPr/>
            <p:nvPr/>
          </p:nvSpPr>
          <p:spPr>
            <a:xfrm>
              <a:off x="2862160" y="184164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68" name="ph4568"/>
            <p:cNvSpPr/>
            <p:nvPr/>
          </p:nvSpPr>
          <p:spPr>
            <a:xfrm>
              <a:off x="2894901" y="184164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69" name="ph4569"/>
            <p:cNvSpPr/>
            <p:nvPr/>
          </p:nvSpPr>
          <p:spPr>
            <a:xfrm>
              <a:off x="2927643" y="184164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70" name="ph4570"/>
            <p:cNvSpPr/>
            <p:nvPr/>
          </p:nvSpPr>
          <p:spPr>
            <a:xfrm>
              <a:off x="2960385" y="184164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71" name="ph4571"/>
            <p:cNvSpPr/>
            <p:nvPr/>
          </p:nvSpPr>
          <p:spPr>
            <a:xfrm>
              <a:off x="2993127" y="184164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7BFAB">
                <a:alpha val="100000"/>
              </a:srgbClr>
            </a:solidFill>
            <a:ln w="5420" cap="flat">
              <a:solidFill>
                <a:srgbClr val="57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72" name="ph4572"/>
            <p:cNvSpPr/>
            <p:nvPr/>
          </p:nvSpPr>
          <p:spPr>
            <a:xfrm>
              <a:off x="3025868" y="184164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7BFAB">
                <a:alpha val="100000"/>
              </a:srgbClr>
            </a:solidFill>
            <a:ln w="5420" cap="flat">
              <a:solidFill>
                <a:srgbClr val="57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73" name="ph4573"/>
            <p:cNvSpPr/>
            <p:nvPr/>
          </p:nvSpPr>
          <p:spPr>
            <a:xfrm>
              <a:off x="3058611" y="184164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74" name="ph4574"/>
            <p:cNvSpPr/>
            <p:nvPr/>
          </p:nvSpPr>
          <p:spPr>
            <a:xfrm>
              <a:off x="3091352" y="184164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75" name="ph4575"/>
            <p:cNvSpPr/>
            <p:nvPr/>
          </p:nvSpPr>
          <p:spPr>
            <a:xfrm>
              <a:off x="2534741" y="188318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76" name="ph4576"/>
            <p:cNvSpPr/>
            <p:nvPr/>
          </p:nvSpPr>
          <p:spPr>
            <a:xfrm>
              <a:off x="2567484" y="188318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77" name="ph4577"/>
            <p:cNvSpPr/>
            <p:nvPr/>
          </p:nvSpPr>
          <p:spPr>
            <a:xfrm>
              <a:off x="2600225" y="188318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78" name="ph4578"/>
            <p:cNvSpPr/>
            <p:nvPr/>
          </p:nvSpPr>
          <p:spPr>
            <a:xfrm>
              <a:off x="2632967" y="188318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79" name="ph4579"/>
            <p:cNvSpPr/>
            <p:nvPr/>
          </p:nvSpPr>
          <p:spPr>
            <a:xfrm>
              <a:off x="2665709" y="188318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80" name="ph4580"/>
            <p:cNvSpPr/>
            <p:nvPr/>
          </p:nvSpPr>
          <p:spPr>
            <a:xfrm>
              <a:off x="2698451" y="188318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81" name="ph4581"/>
            <p:cNvSpPr/>
            <p:nvPr/>
          </p:nvSpPr>
          <p:spPr>
            <a:xfrm>
              <a:off x="2731192" y="188318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ECCAC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82" name="ph4582"/>
            <p:cNvSpPr/>
            <p:nvPr/>
          </p:nvSpPr>
          <p:spPr>
            <a:xfrm>
              <a:off x="2763935" y="188318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83" name="ph4583"/>
            <p:cNvSpPr/>
            <p:nvPr/>
          </p:nvSpPr>
          <p:spPr>
            <a:xfrm>
              <a:off x="2796676" y="188318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84" name="ph4584"/>
            <p:cNvSpPr/>
            <p:nvPr/>
          </p:nvSpPr>
          <p:spPr>
            <a:xfrm>
              <a:off x="2829417" y="188318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5DC8AC">
                <a:alpha val="100000"/>
              </a:srgbClr>
            </a:solidFill>
            <a:ln w="5420" cap="flat">
              <a:solidFill>
                <a:srgbClr val="5D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85" name="ph4585"/>
            <p:cNvSpPr/>
            <p:nvPr/>
          </p:nvSpPr>
          <p:spPr>
            <a:xfrm>
              <a:off x="2862160" y="188318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86" name="ph4586"/>
            <p:cNvSpPr/>
            <p:nvPr/>
          </p:nvSpPr>
          <p:spPr>
            <a:xfrm>
              <a:off x="2894901" y="188318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87" name="ph4587"/>
            <p:cNvSpPr/>
            <p:nvPr/>
          </p:nvSpPr>
          <p:spPr>
            <a:xfrm>
              <a:off x="2927643" y="188318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88" name="ph4588"/>
            <p:cNvSpPr/>
            <p:nvPr/>
          </p:nvSpPr>
          <p:spPr>
            <a:xfrm>
              <a:off x="2960385" y="188318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89" name="ph4589"/>
            <p:cNvSpPr/>
            <p:nvPr/>
          </p:nvSpPr>
          <p:spPr>
            <a:xfrm>
              <a:off x="2993127" y="188318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90" name="ph4590"/>
            <p:cNvSpPr/>
            <p:nvPr/>
          </p:nvSpPr>
          <p:spPr>
            <a:xfrm>
              <a:off x="3025868" y="188318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91" name="ph4591"/>
            <p:cNvSpPr/>
            <p:nvPr/>
          </p:nvSpPr>
          <p:spPr>
            <a:xfrm>
              <a:off x="3058611" y="188318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92" name="ph4592"/>
            <p:cNvSpPr/>
            <p:nvPr/>
          </p:nvSpPr>
          <p:spPr>
            <a:xfrm>
              <a:off x="2567484" y="192472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93" name="ph4593"/>
            <p:cNvSpPr/>
            <p:nvPr/>
          </p:nvSpPr>
          <p:spPr>
            <a:xfrm>
              <a:off x="2600225" y="192472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94" name="ph4594"/>
            <p:cNvSpPr/>
            <p:nvPr/>
          </p:nvSpPr>
          <p:spPr>
            <a:xfrm>
              <a:off x="2632967" y="192472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95" name="ph4595"/>
            <p:cNvSpPr/>
            <p:nvPr/>
          </p:nvSpPr>
          <p:spPr>
            <a:xfrm>
              <a:off x="2665709" y="192472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96" name="ph4596"/>
            <p:cNvSpPr/>
            <p:nvPr/>
          </p:nvSpPr>
          <p:spPr>
            <a:xfrm>
              <a:off x="2698451" y="192472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97" name="ph4597"/>
            <p:cNvSpPr/>
            <p:nvPr/>
          </p:nvSpPr>
          <p:spPr>
            <a:xfrm>
              <a:off x="2731192" y="192472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98" name="ph4598"/>
            <p:cNvSpPr/>
            <p:nvPr/>
          </p:nvSpPr>
          <p:spPr>
            <a:xfrm>
              <a:off x="2763935" y="192472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99" name="ph4599"/>
            <p:cNvSpPr/>
            <p:nvPr/>
          </p:nvSpPr>
          <p:spPr>
            <a:xfrm>
              <a:off x="2796676" y="192472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00" name="ph4600"/>
            <p:cNvSpPr/>
            <p:nvPr/>
          </p:nvSpPr>
          <p:spPr>
            <a:xfrm>
              <a:off x="2829417" y="192472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01" name="ph4601"/>
            <p:cNvSpPr/>
            <p:nvPr/>
          </p:nvSpPr>
          <p:spPr>
            <a:xfrm>
              <a:off x="2862160" y="192472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02" name="ph4602"/>
            <p:cNvSpPr/>
            <p:nvPr/>
          </p:nvSpPr>
          <p:spPr>
            <a:xfrm>
              <a:off x="2894901" y="192472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03" name="ph4603"/>
            <p:cNvSpPr/>
            <p:nvPr/>
          </p:nvSpPr>
          <p:spPr>
            <a:xfrm>
              <a:off x="2927643" y="192472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04" name="ph4604"/>
            <p:cNvSpPr/>
            <p:nvPr/>
          </p:nvSpPr>
          <p:spPr>
            <a:xfrm>
              <a:off x="2960385" y="192472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05" name="ph4605"/>
            <p:cNvSpPr/>
            <p:nvPr/>
          </p:nvSpPr>
          <p:spPr>
            <a:xfrm>
              <a:off x="2993127" y="192472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06" name="ph4606"/>
            <p:cNvSpPr/>
            <p:nvPr/>
          </p:nvSpPr>
          <p:spPr>
            <a:xfrm>
              <a:off x="3025868" y="192472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07" name="ph4607"/>
            <p:cNvSpPr/>
            <p:nvPr/>
          </p:nvSpPr>
          <p:spPr>
            <a:xfrm>
              <a:off x="2665709" y="196626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08" name="ph4608"/>
            <p:cNvSpPr/>
            <p:nvPr/>
          </p:nvSpPr>
          <p:spPr>
            <a:xfrm>
              <a:off x="2698451" y="196626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DC8AC">
                <a:alpha val="100000"/>
              </a:srgbClr>
            </a:solidFill>
            <a:ln w="5420" cap="flat">
              <a:solidFill>
                <a:srgbClr val="5D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09" name="ph4609"/>
            <p:cNvSpPr/>
            <p:nvPr/>
          </p:nvSpPr>
          <p:spPr>
            <a:xfrm>
              <a:off x="2731192" y="196626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10" name="ph4610"/>
            <p:cNvSpPr/>
            <p:nvPr/>
          </p:nvSpPr>
          <p:spPr>
            <a:xfrm>
              <a:off x="2763935" y="196626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11" name="ph4611"/>
            <p:cNvSpPr/>
            <p:nvPr/>
          </p:nvSpPr>
          <p:spPr>
            <a:xfrm>
              <a:off x="2796676" y="196626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12" name="ph4612"/>
            <p:cNvSpPr/>
            <p:nvPr/>
          </p:nvSpPr>
          <p:spPr>
            <a:xfrm>
              <a:off x="2829417" y="196626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13" name="ph4613"/>
            <p:cNvSpPr/>
            <p:nvPr/>
          </p:nvSpPr>
          <p:spPr>
            <a:xfrm>
              <a:off x="2862160" y="196626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14" name="ph4614"/>
            <p:cNvSpPr/>
            <p:nvPr/>
          </p:nvSpPr>
          <p:spPr>
            <a:xfrm>
              <a:off x="2894901" y="196626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15" name="ph4615"/>
            <p:cNvSpPr/>
            <p:nvPr/>
          </p:nvSpPr>
          <p:spPr>
            <a:xfrm>
              <a:off x="2927643" y="196626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16" name="ph4616"/>
            <p:cNvSpPr/>
            <p:nvPr/>
          </p:nvSpPr>
          <p:spPr>
            <a:xfrm>
              <a:off x="2960385" y="196626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17" name="ph4617"/>
            <p:cNvSpPr/>
            <p:nvPr/>
          </p:nvSpPr>
          <p:spPr>
            <a:xfrm>
              <a:off x="2993127" y="196626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18" name="ph4618"/>
            <p:cNvSpPr/>
            <p:nvPr/>
          </p:nvSpPr>
          <p:spPr>
            <a:xfrm>
              <a:off x="3025868" y="1966262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19" name="ph4619"/>
            <p:cNvSpPr/>
            <p:nvPr/>
          </p:nvSpPr>
          <p:spPr>
            <a:xfrm>
              <a:off x="2731192" y="2007801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20" name="ph4620"/>
            <p:cNvSpPr/>
            <p:nvPr/>
          </p:nvSpPr>
          <p:spPr>
            <a:xfrm>
              <a:off x="2763935" y="2007801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21" name="ph4621"/>
            <p:cNvSpPr/>
            <p:nvPr/>
          </p:nvSpPr>
          <p:spPr>
            <a:xfrm>
              <a:off x="2796676" y="2007801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22" name="ph4622"/>
            <p:cNvSpPr/>
            <p:nvPr/>
          </p:nvSpPr>
          <p:spPr>
            <a:xfrm>
              <a:off x="2829417" y="2007801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23" name="ph4623"/>
            <p:cNvSpPr/>
            <p:nvPr/>
          </p:nvSpPr>
          <p:spPr>
            <a:xfrm>
              <a:off x="2862160" y="2007801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24" name="ph4624"/>
            <p:cNvSpPr/>
            <p:nvPr/>
          </p:nvSpPr>
          <p:spPr>
            <a:xfrm>
              <a:off x="2894901" y="2007801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25" name="ph4625"/>
            <p:cNvSpPr/>
            <p:nvPr/>
          </p:nvSpPr>
          <p:spPr>
            <a:xfrm>
              <a:off x="2927643" y="2007801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26" name="ph4626"/>
            <p:cNvSpPr/>
            <p:nvPr/>
          </p:nvSpPr>
          <p:spPr>
            <a:xfrm>
              <a:off x="2960385" y="2007801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27" name="ph4627"/>
            <p:cNvSpPr/>
            <p:nvPr/>
          </p:nvSpPr>
          <p:spPr>
            <a:xfrm>
              <a:off x="2993127" y="2007801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28" name="ph4628"/>
            <p:cNvSpPr/>
            <p:nvPr/>
          </p:nvSpPr>
          <p:spPr>
            <a:xfrm>
              <a:off x="3025868" y="2007801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29" name="ph4629"/>
            <p:cNvSpPr/>
            <p:nvPr/>
          </p:nvSpPr>
          <p:spPr>
            <a:xfrm>
              <a:off x="2763935" y="204933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30" name="ph4630"/>
            <p:cNvSpPr/>
            <p:nvPr/>
          </p:nvSpPr>
          <p:spPr>
            <a:xfrm>
              <a:off x="2796676" y="204933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31" name="ph4631"/>
            <p:cNvSpPr/>
            <p:nvPr/>
          </p:nvSpPr>
          <p:spPr>
            <a:xfrm>
              <a:off x="2829417" y="204933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32" name="ph4632"/>
            <p:cNvSpPr/>
            <p:nvPr/>
          </p:nvSpPr>
          <p:spPr>
            <a:xfrm>
              <a:off x="2862160" y="204933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33" name="ph4633"/>
            <p:cNvSpPr/>
            <p:nvPr/>
          </p:nvSpPr>
          <p:spPr>
            <a:xfrm>
              <a:off x="2894901" y="204933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34" name="ph4634"/>
            <p:cNvSpPr/>
            <p:nvPr/>
          </p:nvSpPr>
          <p:spPr>
            <a:xfrm>
              <a:off x="2927643" y="204933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35" name="ph4635"/>
            <p:cNvSpPr/>
            <p:nvPr/>
          </p:nvSpPr>
          <p:spPr>
            <a:xfrm>
              <a:off x="2960385" y="204933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36" name="ph4636"/>
            <p:cNvSpPr/>
            <p:nvPr/>
          </p:nvSpPr>
          <p:spPr>
            <a:xfrm>
              <a:off x="2993127" y="204933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37" name="ph4637"/>
            <p:cNvSpPr/>
            <p:nvPr/>
          </p:nvSpPr>
          <p:spPr>
            <a:xfrm>
              <a:off x="3025868" y="204933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399"/>
                  </a:moveTo>
                  <a:lnTo>
                    <a:pt x="938956" y="914399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38" name="ph4638"/>
            <p:cNvSpPr/>
            <p:nvPr/>
          </p:nvSpPr>
          <p:spPr>
            <a:xfrm>
              <a:off x="2796676" y="209087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39" name="ph4639"/>
            <p:cNvSpPr/>
            <p:nvPr/>
          </p:nvSpPr>
          <p:spPr>
            <a:xfrm>
              <a:off x="2829417" y="209087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40" name="ph4640"/>
            <p:cNvSpPr/>
            <p:nvPr/>
          </p:nvSpPr>
          <p:spPr>
            <a:xfrm>
              <a:off x="2862160" y="209087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41" name="ph4641"/>
            <p:cNvSpPr/>
            <p:nvPr/>
          </p:nvSpPr>
          <p:spPr>
            <a:xfrm>
              <a:off x="2894901" y="209087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42" name="ph4642"/>
            <p:cNvSpPr/>
            <p:nvPr/>
          </p:nvSpPr>
          <p:spPr>
            <a:xfrm>
              <a:off x="2927643" y="209087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43" name="ph4643"/>
            <p:cNvSpPr/>
            <p:nvPr/>
          </p:nvSpPr>
          <p:spPr>
            <a:xfrm>
              <a:off x="2960385" y="209087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44" name="ph4644"/>
            <p:cNvSpPr/>
            <p:nvPr/>
          </p:nvSpPr>
          <p:spPr>
            <a:xfrm>
              <a:off x="2993127" y="209087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45" name="ph4645"/>
            <p:cNvSpPr/>
            <p:nvPr/>
          </p:nvSpPr>
          <p:spPr>
            <a:xfrm>
              <a:off x="3025868" y="209087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46" name="ph4646"/>
            <p:cNvSpPr/>
            <p:nvPr/>
          </p:nvSpPr>
          <p:spPr>
            <a:xfrm>
              <a:off x="3058611" y="2090877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47" name="ph4647"/>
            <p:cNvSpPr/>
            <p:nvPr/>
          </p:nvSpPr>
          <p:spPr>
            <a:xfrm>
              <a:off x="2894901" y="213241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48" name="ph4648"/>
            <p:cNvSpPr/>
            <p:nvPr/>
          </p:nvSpPr>
          <p:spPr>
            <a:xfrm>
              <a:off x="2927643" y="213241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49" name="ph4649"/>
            <p:cNvSpPr/>
            <p:nvPr/>
          </p:nvSpPr>
          <p:spPr>
            <a:xfrm>
              <a:off x="2960385" y="213241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50" name="ph4650"/>
            <p:cNvSpPr/>
            <p:nvPr/>
          </p:nvSpPr>
          <p:spPr>
            <a:xfrm>
              <a:off x="2993127" y="213241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51" name="ph4651"/>
            <p:cNvSpPr/>
            <p:nvPr/>
          </p:nvSpPr>
          <p:spPr>
            <a:xfrm>
              <a:off x="3025868" y="213241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52" name="ph4652"/>
            <p:cNvSpPr/>
            <p:nvPr/>
          </p:nvSpPr>
          <p:spPr>
            <a:xfrm>
              <a:off x="3058611" y="2132415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53" name="ph4653"/>
            <p:cNvSpPr/>
            <p:nvPr/>
          </p:nvSpPr>
          <p:spPr>
            <a:xfrm>
              <a:off x="2731192" y="217395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54" name="ph4654"/>
            <p:cNvSpPr/>
            <p:nvPr/>
          </p:nvSpPr>
          <p:spPr>
            <a:xfrm>
              <a:off x="2862160" y="217395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55" name="ph4655"/>
            <p:cNvSpPr/>
            <p:nvPr/>
          </p:nvSpPr>
          <p:spPr>
            <a:xfrm>
              <a:off x="2894901" y="217395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56" name="ph4656"/>
            <p:cNvSpPr/>
            <p:nvPr/>
          </p:nvSpPr>
          <p:spPr>
            <a:xfrm>
              <a:off x="2927643" y="217395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57" name="ph4657"/>
            <p:cNvSpPr/>
            <p:nvPr/>
          </p:nvSpPr>
          <p:spPr>
            <a:xfrm>
              <a:off x="2960385" y="217395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58" name="ph4658"/>
            <p:cNvSpPr/>
            <p:nvPr/>
          </p:nvSpPr>
          <p:spPr>
            <a:xfrm>
              <a:off x="2993127" y="217395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59" name="ph4659"/>
            <p:cNvSpPr/>
            <p:nvPr/>
          </p:nvSpPr>
          <p:spPr>
            <a:xfrm>
              <a:off x="3025868" y="217395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60" name="ph4660"/>
            <p:cNvSpPr/>
            <p:nvPr/>
          </p:nvSpPr>
          <p:spPr>
            <a:xfrm>
              <a:off x="3058611" y="2173954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61" name="ph4661"/>
            <p:cNvSpPr/>
            <p:nvPr/>
          </p:nvSpPr>
          <p:spPr>
            <a:xfrm>
              <a:off x="2698451" y="2215491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62" name="ph4662"/>
            <p:cNvSpPr/>
            <p:nvPr/>
          </p:nvSpPr>
          <p:spPr>
            <a:xfrm>
              <a:off x="2731192" y="2215491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63" name="ph4663"/>
            <p:cNvSpPr/>
            <p:nvPr/>
          </p:nvSpPr>
          <p:spPr>
            <a:xfrm>
              <a:off x="2763935" y="2215491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64" name="ph4664"/>
            <p:cNvSpPr/>
            <p:nvPr/>
          </p:nvSpPr>
          <p:spPr>
            <a:xfrm>
              <a:off x="2796676" y="2215491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65" name="ph4665"/>
            <p:cNvSpPr/>
            <p:nvPr/>
          </p:nvSpPr>
          <p:spPr>
            <a:xfrm>
              <a:off x="2829417" y="2215491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66" name="ph4666"/>
            <p:cNvSpPr/>
            <p:nvPr/>
          </p:nvSpPr>
          <p:spPr>
            <a:xfrm>
              <a:off x="2862160" y="2215491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67" name="ph4667"/>
            <p:cNvSpPr/>
            <p:nvPr/>
          </p:nvSpPr>
          <p:spPr>
            <a:xfrm>
              <a:off x="2894901" y="2215491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68" name="ph4668"/>
            <p:cNvSpPr/>
            <p:nvPr/>
          </p:nvSpPr>
          <p:spPr>
            <a:xfrm>
              <a:off x="2927643" y="2215491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69" name="ph4669"/>
            <p:cNvSpPr/>
            <p:nvPr/>
          </p:nvSpPr>
          <p:spPr>
            <a:xfrm>
              <a:off x="2960385" y="2215491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70" name="ph4670"/>
            <p:cNvSpPr/>
            <p:nvPr/>
          </p:nvSpPr>
          <p:spPr>
            <a:xfrm>
              <a:off x="2993127" y="2215491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71" name="ph4671"/>
            <p:cNvSpPr/>
            <p:nvPr/>
          </p:nvSpPr>
          <p:spPr>
            <a:xfrm>
              <a:off x="3025868" y="2215491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72" name="ph4672"/>
            <p:cNvSpPr/>
            <p:nvPr/>
          </p:nvSpPr>
          <p:spPr>
            <a:xfrm>
              <a:off x="3058611" y="2215491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73" name="ph4673"/>
            <p:cNvSpPr/>
            <p:nvPr/>
          </p:nvSpPr>
          <p:spPr>
            <a:xfrm>
              <a:off x="2665709" y="225703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74" name="ph4674"/>
            <p:cNvSpPr/>
            <p:nvPr/>
          </p:nvSpPr>
          <p:spPr>
            <a:xfrm>
              <a:off x="2698451" y="225703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75" name="ph4675"/>
            <p:cNvSpPr/>
            <p:nvPr/>
          </p:nvSpPr>
          <p:spPr>
            <a:xfrm>
              <a:off x="2731192" y="225703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76" name="ph4676"/>
            <p:cNvSpPr/>
            <p:nvPr/>
          </p:nvSpPr>
          <p:spPr>
            <a:xfrm>
              <a:off x="2763935" y="225703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77" name="ph4677"/>
            <p:cNvSpPr/>
            <p:nvPr/>
          </p:nvSpPr>
          <p:spPr>
            <a:xfrm>
              <a:off x="2796676" y="225703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78" name="ph4678"/>
            <p:cNvSpPr/>
            <p:nvPr/>
          </p:nvSpPr>
          <p:spPr>
            <a:xfrm>
              <a:off x="2829417" y="225703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79" name="ph4679"/>
            <p:cNvSpPr/>
            <p:nvPr/>
          </p:nvSpPr>
          <p:spPr>
            <a:xfrm>
              <a:off x="2862160" y="225703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80" name="ph4680"/>
            <p:cNvSpPr/>
            <p:nvPr/>
          </p:nvSpPr>
          <p:spPr>
            <a:xfrm>
              <a:off x="2894901" y="225703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81" name="ph4681"/>
            <p:cNvSpPr/>
            <p:nvPr/>
          </p:nvSpPr>
          <p:spPr>
            <a:xfrm>
              <a:off x="2927643" y="225703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82" name="ph4682"/>
            <p:cNvSpPr/>
            <p:nvPr/>
          </p:nvSpPr>
          <p:spPr>
            <a:xfrm>
              <a:off x="2960385" y="225703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83" name="ph4683"/>
            <p:cNvSpPr/>
            <p:nvPr/>
          </p:nvSpPr>
          <p:spPr>
            <a:xfrm>
              <a:off x="2993127" y="225703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84" name="ph4684"/>
            <p:cNvSpPr/>
            <p:nvPr/>
          </p:nvSpPr>
          <p:spPr>
            <a:xfrm>
              <a:off x="3025868" y="225703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85" name="ph4685"/>
            <p:cNvSpPr/>
            <p:nvPr/>
          </p:nvSpPr>
          <p:spPr>
            <a:xfrm>
              <a:off x="3058611" y="225703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86" name="ph4686"/>
            <p:cNvSpPr/>
            <p:nvPr/>
          </p:nvSpPr>
          <p:spPr>
            <a:xfrm>
              <a:off x="3091352" y="2257030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CB0AB">
                <a:alpha val="100000"/>
              </a:srgbClr>
            </a:solidFill>
            <a:ln w="5420" cap="flat">
              <a:solidFill>
                <a:srgbClr val="4C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87" name="ph4687"/>
            <p:cNvSpPr/>
            <p:nvPr/>
          </p:nvSpPr>
          <p:spPr>
            <a:xfrm>
              <a:off x="2665709" y="229856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88" name="ph4688"/>
            <p:cNvSpPr/>
            <p:nvPr/>
          </p:nvSpPr>
          <p:spPr>
            <a:xfrm>
              <a:off x="2698451" y="229856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89" name="ph4689"/>
            <p:cNvSpPr/>
            <p:nvPr/>
          </p:nvSpPr>
          <p:spPr>
            <a:xfrm>
              <a:off x="2731192" y="229856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90" name="ph4690"/>
            <p:cNvSpPr/>
            <p:nvPr/>
          </p:nvSpPr>
          <p:spPr>
            <a:xfrm>
              <a:off x="2763935" y="229856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91" name="ph4691"/>
            <p:cNvSpPr/>
            <p:nvPr/>
          </p:nvSpPr>
          <p:spPr>
            <a:xfrm>
              <a:off x="2796676" y="229856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92" name="ph4692"/>
            <p:cNvSpPr/>
            <p:nvPr/>
          </p:nvSpPr>
          <p:spPr>
            <a:xfrm>
              <a:off x="2829417" y="229856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93" name="ph4693"/>
            <p:cNvSpPr/>
            <p:nvPr/>
          </p:nvSpPr>
          <p:spPr>
            <a:xfrm>
              <a:off x="2862160" y="229856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94" name="ph4694"/>
            <p:cNvSpPr/>
            <p:nvPr/>
          </p:nvSpPr>
          <p:spPr>
            <a:xfrm>
              <a:off x="2894901" y="229856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95" name="ph4695"/>
            <p:cNvSpPr/>
            <p:nvPr/>
          </p:nvSpPr>
          <p:spPr>
            <a:xfrm>
              <a:off x="2927643" y="229856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96" name="ph4696"/>
            <p:cNvSpPr/>
            <p:nvPr/>
          </p:nvSpPr>
          <p:spPr>
            <a:xfrm>
              <a:off x="2960385" y="229856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CB0AB">
                <a:alpha val="100000"/>
              </a:srgbClr>
            </a:solidFill>
            <a:ln w="5420" cap="flat">
              <a:solidFill>
                <a:srgbClr val="4C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97" name="ph4697"/>
            <p:cNvSpPr/>
            <p:nvPr/>
          </p:nvSpPr>
          <p:spPr>
            <a:xfrm>
              <a:off x="2993127" y="229856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98" name="ph4698"/>
            <p:cNvSpPr/>
            <p:nvPr/>
          </p:nvSpPr>
          <p:spPr>
            <a:xfrm>
              <a:off x="3025868" y="229856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99" name="ph4699"/>
            <p:cNvSpPr/>
            <p:nvPr/>
          </p:nvSpPr>
          <p:spPr>
            <a:xfrm>
              <a:off x="3058611" y="229856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00" name="ph4700"/>
            <p:cNvSpPr/>
            <p:nvPr/>
          </p:nvSpPr>
          <p:spPr>
            <a:xfrm>
              <a:off x="3091352" y="229856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01" name="ph4701"/>
            <p:cNvSpPr/>
            <p:nvPr/>
          </p:nvSpPr>
          <p:spPr>
            <a:xfrm>
              <a:off x="3124093" y="2298569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02" name="ph4702"/>
            <p:cNvSpPr/>
            <p:nvPr/>
          </p:nvSpPr>
          <p:spPr>
            <a:xfrm>
              <a:off x="2665709" y="234010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03" name="ph4703"/>
            <p:cNvSpPr/>
            <p:nvPr/>
          </p:nvSpPr>
          <p:spPr>
            <a:xfrm>
              <a:off x="2698451" y="234010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04" name="ph4704"/>
            <p:cNvSpPr/>
            <p:nvPr/>
          </p:nvSpPr>
          <p:spPr>
            <a:xfrm>
              <a:off x="2731192" y="234010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05" name="ph4705"/>
            <p:cNvSpPr/>
            <p:nvPr/>
          </p:nvSpPr>
          <p:spPr>
            <a:xfrm>
              <a:off x="2763935" y="234010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06" name="ph4706"/>
            <p:cNvSpPr/>
            <p:nvPr/>
          </p:nvSpPr>
          <p:spPr>
            <a:xfrm>
              <a:off x="2796676" y="234010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07" name="ph4707"/>
            <p:cNvSpPr/>
            <p:nvPr/>
          </p:nvSpPr>
          <p:spPr>
            <a:xfrm>
              <a:off x="2829417" y="234010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399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399" y="945553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08" name="ph4708"/>
            <p:cNvSpPr/>
            <p:nvPr/>
          </p:nvSpPr>
          <p:spPr>
            <a:xfrm>
              <a:off x="2862160" y="234010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09" name="ph4709"/>
            <p:cNvSpPr/>
            <p:nvPr/>
          </p:nvSpPr>
          <p:spPr>
            <a:xfrm>
              <a:off x="2894901" y="234010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10" name="ph4710"/>
            <p:cNvSpPr/>
            <p:nvPr/>
          </p:nvSpPr>
          <p:spPr>
            <a:xfrm>
              <a:off x="2927643" y="234010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11" name="ph4711"/>
            <p:cNvSpPr/>
            <p:nvPr/>
          </p:nvSpPr>
          <p:spPr>
            <a:xfrm>
              <a:off x="2960385" y="234010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12" name="ph4712"/>
            <p:cNvSpPr/>
            <p:nvPr/>
          </p:nvSpPr>
          <p:spPr>
            <a:xfrm>
              <a:off x="2993127" y="234010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13" name="ph4713"/>
            <p:cNvSpPr/>
            <p:nvPr/>
          </p:nvSpPr>
          <p:spPr>
            <a:xfrm>
              <a:off x="3025868" y="234010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14" name="ph4714"/>
            <p:cNvSpPr/>
            <p:nvPr/>
          </p:nvSpPr>
          <p:spPr>
            <a:xfrm>
              <a:off x="3058611" y="234010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15" name="ph4715"/>
            <p:cNvSpPr/>
            <p:nvPr/>
          </p:nvSpPr>
          <p:spPr>
            <a:xfrm>
              <a:off x="3091352" y="234010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16" name="ph4716"/>
            <p:cNvSpPr/>
            <p:nvPr/>
          </p:nvSpPr>
          <p:spPr>
            <a:xfrm>
              <a:off x="3124093" y="2340106"/>
              <a:ext cx="1251941" cy="1260738"/>
            </a:xfrm>
            <a:custGeom>
              <a:avLst/>
              <a:gdLst/>
              <a:ahLst/>
              <a:cxnLst/>
              <a:rect l="0" t="0" r="0" b="0"/>
              <a:pathLst>
                <a:path w="938956" h="945553">
                  <a:moveTo>
                    <a:pt x="914400" y="914400"/>
                  </a:moveTo>
                  <a:lnTo>
                    <a:pt x="938956" y="914400"/>
                  </a:lnTo>
                  <a:lnTo>
                    <a:pt x="938956" y="945553"/>
                  </a:lnTo>
                  <a:lnTo>
                    <a:pt x="914400" y="945553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17" name="ph4717"/>
            <p:cNvSpPr/>
            <p:nvPr/>
          </p:nvSpPr>
          <p:spPr>
            <a:xfrm>
              <a:off x="3549393" y="889975"/>
              <a:ext cx="1219859" cy="1270166"/>
            </a:xfrm>
            <a:custGeom>
              <a:avLst/>
              <a:gdLst/>
              <a:ahLst/>
              <a:cxnLst/>
              <a:rect l="0" t="0" r="0" b="0"/>
              <a:pathLst>
                <a:path w="914894" h="952624">
                  <a:moveTo>
                    <a:pt x="914400" y="914400"/>
                  </a:moveTo>
                  <a:lnTo>
                    <a:pt x="907475" y="952624"/>
                  </a:lnTo>
                  <a:lnTo>
                    <a:pt x="906570" y="941017"/>
                  </a:lnTo>
                  <a:lnTo>
                    <a:pt x="909475" y="909833"/>
                  </a:lnTo>
                  <a:lnTo>
                    <a:pt x="914894" y="90983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000000">
                  <a:alpha val="6509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18" name="ph4718"/>
            <p:cNvSpPr/>
            <p:nvPr/>
          </p:nvSpPr>
          <p:spPr>
            <a:xfrm>
              <a:off x="3528936" y="884275"/>
              <a:ext cx="1219375" cy="1595842"/>
            </a:xfrm>
            <a:custGeom>
              <a:avLst/>
              <a:gdLst/>
              <a:ahLst/>
              <a:cxnLst/>
              <a:rect l="0" t="0" r="0" b="0"/>
              <a:pathLst>
                <a:path w="914531" h="1196881">
                  <a:moveTo>
                    <a:pt x="914400" y="914400"/>
                  </a:moveTo>
                  <a:lnTo>
                    <a:pt x="901336" y="974329"/>
                  </a:lnTo>
                  <a:lnTo>
                    <a:pt x="883376" y="1006273"/>
                  </a:lnTo>
                  <a:lnTo>
                    <a:pt x="866834" y="1028366"/>
                  </a:lnTo>
                  <a:lnTo>
                    <a:pt x="849768" y="1024714"/>
                  </a:lnTo>
                  <a:lnTo>
                    <a:pt x="853606" y="1042269"/>
                  </a:lnTo>
                  <a:lnTo>
                    <a:pt x="848917" y="1051414"/>
                  </a:lnTo>
                  <a:lnTo>
                    <a:pt x="844904" y="1070491"/>
                  </a:lnTo>
                  <a:lnTo>
                    <a:pt x="834730" y="1083136"/>
                  </a:lnTo>
                  <a:lnTo>
                    <a:pt x="825167" y="1081918"/>
                  </a:lnTo>
                  <a:lnTo>
                    <a:pt x="811427" y="1090634"/>
                  </a:lnTo>
                  <a:lnTo>
                    <a:pt x="806008" y="1097302"/>
                  </a:lnTo>
                  <a:lnTo>
                    <a:pt x="805604" y="1110071"/>
                  </a:lnTo>
                  <a:lnTo>
                    <a:pt x="796412" y="1121304"/>
                  </a:lnTo>
                  <a:lnTo>
                    <a:pt x="763240" y="1179657"/>
                  </a:lnTo>
                  <a:lnTo>
                    <a:pt x="734441" y="1196881"/>
                  </a:lnTo>
                  <a:lnTo>
                    <a:pt x="727549" y="1194377"/>
                  </a:lnTo>
                  <a:lnTo>
                    <a:pt x="735139" y="1166833"/>
                  </a:lnTo>
                  <a:lnTo>
                    <a:pt x="740340" y="1138985"/>
                  </a:lnTo>
                  <a:lnTo>
                    <a:pt x="722860" y="1126866"/>
                  </a:lnTo>
                  <a:lnTo>
                    <a:pt x="706133" y="1120461"/>
                  </a:lnTo>
                  <a:lnTo>
                    <a:pt x="686940" y="1121304"/>
                  </a:lnTo>
                  <a:lnTo>
                    <a:pt x="665742" y="1099654"/>
                  </a:lnTo>
                  <a:lnTo>
                    <a:pt x="638415" y="1083911"/>
                  </a:lnTo>
                  <a:lnTo>
                    <a:pt x="600271" y="1041315"/>
                  </a:lnTo>
                  <a:lnTo>
                    <a:pt x="601383" y="1029500"/>
                  </a:lnTo>
                  <a:lnTo>
                    <a:pt x="600423" y="1009676"/>
                  </a:lnTo>
                  <a:lnTo>
                    <a:pt x="612015" y="978355"/>
                  </a:lnTo>
                  <a:lnTo>
                    <a:pt x="623127" y="956456"/>
                  </a:lnTo>
                  <a:lnTo>
                    <a:pt x="638469" y="945112"/>
                  </a:lnTo>
                  <a:lnTo>
                    <a:pt x="682993" y="933560"/>
                  </a:lnTo>
                  <a:lnTo>
                    <a:pt x="694159" y="916184"/>
                  </a:lnTo>
                  <a:lnTo>
                    <a:pt x="695098" y="914108"/>
                  </a:lnTo>
                  <a:lnTo>
                    <a:pt x="914531" y="91410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000000">
                  <a:alpha val="6509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19" name="ph4719"/>
            <p:cNvSpPr/>
            <p:nvPr/>
          </p:nvSpPr>
          <p:spPr>
            <a:xfrm>
              <a:off x="3214695" y="900655"/>
              <a:ext cx="1260012" cy="2683130"/>
            </a:xfrm>
            <a:custGeom>
              <a:avLst/>
              <a:gdLst/>
              <a:ahLst/>
              <a:cxnLst/>
              <a:rect l="0" t="0" r="0" b="0"/>
              <a:pathLst>
                <a:path w="945009" h="2012347">
                  <a:moveTo>
                    <a:pt x="914400" y="914400"/>
                  </a:moveTo>
                  <a:lnTo>
                    <a:pt x="881359" y="922921"/>
                  </a:lnTo>
                  <a:lnTo>
                    <a:pt x="863551" y="932301"/>
                  </a:lnTo>
                  <a:lnTo>
                    <a:pt x="849310" y="946647"/>
                  </a:lnTo>
                  <a:lnTo>
                    <a:pt x="840881" y="964659"/>
                  </a:lnTo>
                  <a:lnTo>
                    <a:pt x="821798" y="986365"/>
                  </a:lnTo>
                  <a:lnTo>
                    <a:pt x="823139" y="1000905"/>
                  </a:lnTo>
                  <a:lnTo>
                    <a:pt x="826334" y="1011239"/>
                  </a:lnTo>
                  <a:lnTo>
                    <a:pt x="824862" y="1032779"/>
                  </a:lnTo>
                  <a:lnTo>
                    <a:pt x="836933" y="1053780"/>
                  </a:lnTo>
                  <a:lnTo>
                    <a:pt x="860869" y="1088185"/>
                  </a:lnTo>
                  <a:lnTo>
                    <a:pt x="865438" y="1141627"/>
                  </a:lnTo>
                  <a:lnTo>
                    <a:pt x="883703" y="1177389"/>
                  </a:lnTo>
                  <a:lnTo>
                    <a:pt x="911695" y="1219085"/>
                  </a:lnTo>
                  <a:lnTo>
                    <a:pt x="933221" y="1230941"/>
                  </a:lnTo>
                  <a:lnTo>
                    <a:pt x="934268" y="1246449"/>
                  </a:lnTo>
                  <a:lnTo>
                    <a:pt x="924334" y="1272056"/>
                  </a:lnTo>
                  <a:lnTo>
                    <a:pt x="911237" y="1283760"/>
                  </a:lnTo>
                  <a:lnTo>
                    <a:pt x="928270" y="1281422"/>
                  </a:lnTo>
                  <a:lnTo>
                    <a:pt x="936754" y="1287274"/>
                  </a:lnTo>
                  <a:lnTo>
                    <a:pt x="945009" y="1308634"/>
                  </a:lnTo>
                  <a:lnTo>
                    <a:pt x="944365" y="1330437"/>
                  </a:lnTo>
                  <a:lnTo>
                    <a:pt x="941574" y="1342722"/>
                  </a:lnTo>
                  <a:lnTo>
                    <a:pt x="936416" y="1347619"/>
                  </a:lnTo>
                  <a:lnTo>
                    <a:pt x="936634" y="1335071"/>
                  </a:lnTo>
                  <a:lnTo>
                    <a:pt x="932981" y="1330713"/>
                  </a:lnTo>
                  <a:lnTo>
                    <a:pt x="926951" y="1336150"/>
                  </a:lnTo>
                  <a:lnTo>
                    <a:pt x="923047" y="1342348"/>
                  </a:lnTo>
                  <a:lnTo>
                    <a:pt x="921422" y="1366766"/>
                  </a:lnTo>
                  <a:lnTo>
                    <a:pt x="917289" y="1378967"/>
                  </a:lnTo>
                  <a:lnTo>
                    <a:pt x="902677" y="1382592"/>
                  </a:lnTo>
                  <a:lnTo>
                    <a:pt x="887858" y="1414632"/>
                  </a:lnTo>
                  <a:lnTo>
                    <a:pt x="874074" y="1432810"/>
                  </a:lnTo>
                  <a:lnTo>
                    <a:pt x="819835" y="1555727"/>
                  </a:lnTo>
                  <a:lnTo>
                    <a:pt x="821907" y="1576271"/>
                  </a:lnTo>
                  <a:lnTo>
                    <a:pt x="811983" y="1582884"/>
                  </a:lnTo>
                  <a:lnTo>
                    <a:pt x="796957" y="1588266"/>
                  </a:lnTo>
                  <a:lnTo>
                    <a:pt x="781756" y="1600550"/>
                  </a:lnTo>
                  <a:lnTo>
                    <a:pt x="771669" y="1614094"/>
                  </a:lnTo>
                  <a:lnTo>
                    <a:pt x="762302" y="1650520"/>
                  </a:lnTo>
                  <a:lnTo>
                    <a:pt x="744353" y="1691524"/>
                  </a:lnTo>
                  <a:lnTo>
                    <a:pt x="733154" y="1674439"/>
                  </a:lnTo>
                  <a:lnTo>
                    <a:pt x="730286" y="1659816"/>
                  </a:lnTo>
                  <a:lnTo>
                    <a:pt x="735270" y="1621675"/>
                  </a:lnTo>
                  <a:lnTo>
                    <a:pt x="754680" y="1559145"/>
                  </a:lnTo>
                  <a:lnTo>
                    <a:pt x="776064" y="1520270"/>
                  </a:lnTo>
                  <a:lnTo>
                    <a:pt x="792377" y="1501843"/>
                  </a:lnTo>
                  <a:lnTo>
                    <a:pt x="805790" y="1464283"/>
                  </a:lnTo>
                  <a:lnTo>
                    <a:pt x="788844" y="1458680"/>
                  </a:lnTo>
                  <a:lnTo>
                    <a:pt x="763011" y="1459289"/>
                  </a:lnTo>
                  <a:lnTo>
                    <a:pt x="767874" y="1441955"/>
                  </a:lnTo>
                  <a:lnTo>
                    <a:pt x="775409" y="1426682"/>
                  </a:lnTo>
                  <a:lnTo>
                    <a:pt x="761942" y="1411464"/>
                  </a:lnTo>
                  <a:lnTo>
                    <a:pt x="753971" y="1409527"/>
                  </a:lnTo>
                  <a:lnTo>
                    <a:pt x="745760" y="1403288"/>
                  </a:lnTo>
                  <a:lnTo>
                    <a:pt x="755389" y="1390616"/>
                  </a:lnTo>
                  <a:lnTo>
                    <a:pt x="760088" y="1377224"/>
                  </a:lnTo>
                  <a:lnTo>
                    <a:pt x="757221" y="1360927"/>
                  </a:lnTo>
                  <a:lnTo>
                    <a:pt x="761255" y="1348656"/>
                  </a:lnTo>
                  <a:lnTo>
                    <a:pt x="754527" y="1350510"/>
                  </a:lnTo>
                  <a:lnTo>
                    <a:pt x="743710" y="1363501"/>
                  </a:lnTo>
                  <a:lnTo>
                    <a:pt x="736982" y="1368688"/>
                  </a:lnTo>
                  <a:lnTo>
                    <a:pt x="732881" y="1357192"/>
                  </a:lnTo>
                  <a:lnTo>
                    <a:pt x="728203" y="1359793"/>
                  </a:lnTo>
                  <a:lnTo>
                    <a:pt x="725161" y="1367692"/>
                  </a:lnTo>
                  <a:lnTo>
                    <a:pt x="718258" y="1372036"/>
                  </a:lnTo>
                  <a:lnTo>
                    <a:pt x="703679" y="1361232"/>
                  </a:lnTo>
                  <a:lnTo>
                    <a:pt x="682426" y="1348864"/>
                  </a:lnTo>
                  <a:lnTo>
                    <a:pt x="670594" y="1327587"/>
                  </a:lnTo>
                  <a:lnTo>
                    <a:pt x="663844" y="1311097"/>
                  </a:lnTo>
                  <a:lnTo>
                    <a:pt x="670703" y="1281256"/>
                  </a:lnTo>
                  <a:lnTo>
                    <a:pt x="685392" y="1275958"/>
                  </a:lnTo>
                  <a:lnTo>
                    <a:pt x="704475" y="1280800"/>
                  </a:lnTo>
                  <a:lnTo>
                    <a:pt x="729490" y="1280758"/>
                  </a:lnTo>
                  <a:lnTo>
                    <a:pt x="725913" y="1274131"/>
                  </a:lnTo>
                  <a:lnTo>
                    <a:pt x="716983" y="1275224"/>
                  </a:lnTo>
                  <a:lnTo>
                    <a:pt x="690615" y="1251014"/>
                  </a:lnTo>
                  <a:lnTo>
                    <a:pt x="682131" y="1236392"/>
                  </a:lnTo>
                  <a:lnTo>
                    <a:pt x="667541" y="1232380"/>
                  </a:lnTo>
                  <a:lnTo>
                    <a:pt x="660889" y="1246435"/>
                  </a:lnTo>
                  <a:lnTo>
                    <a:pt x="653507" y="1250170"/>
                  </a:lnTo>
                  <a:lnTo>
                    <a:pt x="662623" y="1219417"/>
                  </a:lnTo>
                  <a:lnTo>
                    <a:pt x="674542" y="1218158"/>
                  </a:lnTo>
                  <a:lnTo>
                    <a:pt x="692142" y="1209636"/>
                  </a:lnTo>
                  <a:lnTo>
                    <a:pt x="687028" y="1191831"/>
                  </a:lnTo>
                  <a:lnTo>
                    <a:pt x="675916" y="1184043"/>
                  </a:lnTo>
                  <a:lnTo>
                    <a:pt x="655851" y="1193810"/>
                  </a:lnTo>
                  <a:lnTo>
                    <a:pt x="656091" y="1181290"/>
                  </a:lnTo>
                  <a:lnTo>
                    <a:pt x="659853" y="1165256"/>
                  </a:lnTo>
                  <a:lnTo>
                    <a:pt x="674978" y="1165311"/>
                  </a:lnTo>
                  <a:lnTo>
                    <a:pt x="688227" y="1170541"/>
                  </a:lnTo>
                  <a:lnTo>
                    <a:pt x="699503" y="1144643"/>
                  </a:lnTo>
                  <a:lnTo>
                    <a:pt x="700004" y="1133077"/>
                  </a:lnTo>
                  <a:lnTo>
                    <a:pt x="681270" y="1149886"/>
                  </a:lnTo>
                  <a:lnTo>
                    <a:pt x="677061" y="1113626"/>
                  </a:lnTo>
                  <a:lnTo>
                    <a:pt x="695501" y="1078654"/>
                  </a:lnTo>
                  <a:lnTo>
                    <a:pt x="713090" y="1063408"/>
                  </a:lnTo>
                  <a:lnTo>
                    <a:pt x="735062" y="1063851"/>
                  </a:lnTo>
                  <a:lnTo>
                    <a:pt x="757395" y="1061388"/>
                  </a:lnTo>
                  <a:lnTo>
                    <a:pt x="743383" y="1054983"/>
                  </a:lnTo>
                  <a:lnTo>
                    <a:pt x="728999" y="1051511"/>
                  </a:lnTo>
                  <a:lnTo>
                    <a:pt x="739806" y="1037690"/>
                  </a:lnTo>
                  <a:lnTo>
                    <a:pt x="749020" y="1035214"/>
                  </a:lnTo>
                  <a:lnTo>
                    <a:pt x="758071" y="1023164"/>
                  </a:lnTo>
                  <a:lnTo>
                    <a:pt x="736306" y="1024949"/>
                  </a:lnTo>
                  <a:lnTo>
                    <a:pt x="738868" y="1002150"/>
                  </a:lnTo>
                  <a:lnTo>
                    <a:pt x="728291" y="1006785"/>
                  </a:lnTo>
                  <a:lnTo>
                    <a:pt x="715630" y="1008929"/>
                  </a:lnTo>
                  <a:lnTo>
                    <a:pt x="710702" y="1018599"/>
                  </a:lnTo>
                  <a:lnTo>
                    <a:pt x="711672" y="1034661"/>
                  </a:lnTo>
                  <a:lnTo>
                    <a:pt x="707975" y="1045202"/>
                  </a:lnTo>
                  <a:lnTo>
                    <a:pt x="698129" y="1053669"/>
                  </a:lnTo>
                  <a:lnTo>
                    <a:pt x="681499" y="1060268"/>
                  </a:lnTo>
                  <a:lnTo>
                    <a:pt x="679885" y="1048827"/>
                  </a:lnTo>
                  <a:lnTo>
                    <a:pt x="674389" y="1043639"/>
                  </a:lnTo>
                  <a:lnTo>
                    <a:pt x="672339" y="1068139"/>
                  </a:lnTo>
                  <a:lnTo>
                    <a:pt x="667977" y="1076468"/>
                  </a:lnTo>
                  <a:lnTo>
                    <a:pt x="655819" y="1053475"/>
                  </a:lnTo>
                  <a:lnTo>
                    <a:pt x="652166" y="1058110"/>
                  </a:lnTo>
                  <a:lnTo>
                    <a:pt x="652635" y="1064639"/>
                  </a:lnTo>
                  <a:lnTo>
                    <a:pt x="649527" y="1075928"/>
                  </a:lnTo>
                  <a:lnTo>
                    <a:pt x="639102" y="1081808"/>
                  </a:lnTo>
                  <a:lnTo>
                    <a:pt x="639745" y="1096278"/>
                  </a:lnTo>
                  <a:lnTo>
                    <a:pt x="635700" y="1104164"/>
                  </a:lnTo>
                  <a:lnTo>
                    <a:pt x="602310" y="1091602"/>
                  </a:lnTo>
                  <a:lnTo>
                    <a:pt x="601525" y="1095863"/>
                  </a:lnTo>
                  <a:lnTo>
                    <a:pt x="620411" y="1122951"/>
                  </a:lnTo>
                  <a:lnTo>
                    <a:pt x="634206" y="1132206"/>
                  </a:lnTo>
                  <a:lnTo>
                    <a:pt x="635885" y="1146981"/>
                  </a:lnTo>
                  <a:lnTo>
                    <a:pt x="624043" y="1159238"/>
                  </a:lnTo>
                  <a:lnTo>
                    <a:pt x="607708" y="1148655"/>
                  </a:lnTo>
                  <a:lnTo>
                    <a:pt x="604960" y="1149430"/>
                  </a:lnTo>
                  <a:lnTo>
                    <a:pt x="613836" y="1167580"/>
                  </a:lnTo>
                  <a:lnTo>
                    <a:pt x="619430" y="1183434"/>
                  </a:lnTo>
                  <a:lnTo>
                    <a:pt x="613672" y="1196715"/>
                  </a:lnTo>
                  <a:lnTo>
                    <a:pt x="614567" y="1213067"/>
                  </a:lnTo>
                  <a:lnTo>
                    <a:pt x="613323" y="1227897"/>
                  </a:lnTo>
                  <a:lnTo>
                    <a:pt x="609801" y="1240832"/>
                  </a:lnTo>
                  <a:lnTo>
                    <a:pt x="617740" y="1300458"/>
                  </a:lnTo>
                  <a:lnTo>
                    <a:pt x="627303" y="1316672"/>
                  </a:lnTo>
                  <a:lnTo>
                    <a:pt x="636703" y="1332180"/>
                  </a:lnTo>
                  <a:lnTo>
                    <a:pt x="641686" y="1346692"/>
                  </a:lnTo>
                  <a:lnTo>
                    <a:pt x="631709" y="1348809"/>
                  </a:lnTo>
                  <a:lnTo>
                    <a:pt x="615821" y="1336870"/>
                  </a:lnTo>
                  <a:lnTo>
                    <a:pt x="601863" y="1327767"/>
                  </a:lnTo>
                  <a:lnTo>
                    <a:pt x="585233" y="1298660"/>
                  </a:lnTo>
                  <a:lnTo>
                    <a:pt x="582485" y="1287039"/>
                  </a:lnTo>
                  <a:lnTo>
                    <a:pt x="578429" y="1277853"/>
                  </a:lnTo>
                  <a:lnTo>
                    <a:pt x="580392" y="1298950"/>
                  </a:lnTo>
                  <a:lnTo>
                    <a:pt x="586324" y="1322510"/>
                  </a:lnTo>
                  <a:lnTo>
                    <a:pt x="638404" y="1375232"/>
                  </a:lnTo>
                  <a:lnTo>
                    <a:pt x="648022" y="1395458"/>
                  </a:lnTo>
                  <a:lnTo>
                    <a:pt x="655350" y="1411353"/>
                  </a:lnTo>
                  <a:lnTo>
                    <a:pt x="653507" y="1426585"/>
                  </a:lnTo>
                  <a:lnTo>
                    <a:pt x="639931" y="1415808"/>
                  </a:lnTo>
                  <a:lnTo>
                    <a:pt x="628219" y="1402071"/>
                  </a:lnTo>
                  <a:lnTo>
                    <a:pt x="597130" y="1386548"/>
                  </a:lnTo>
                  <a:lnTo>
                    <a:pt x="557928" y="1376740"/>
                  </a:lnTo>
                  <a:lnTo>
                    <a:pt x="535824" y="1340660"/>
                  </a:lnTo>
                  <a:lnTo>
                    <a:pt x="535901" y="1355712"/>
                  </a:lnTo>
                  <a:lnTo>
                    <a:pt x="530994" y="1368481"/>
                  </a:lnTo>
                  <a:lnTo>
                    <a:pt x="517483" y="1352917"/>
                  </a:lnTo>
                  <a:lnTo>
                    <a:pt x="508966" y="1339637"/>
                  </a:lnTo>
                  <a:lnTo>
                    <a:pt x="506109" y="1325083"/>
                  </a:lnTo>
                  <a:lnTo>
                    <a:pt x="489240" y="1326079"/>
                  </a:lnTo>
                  <a:lnTo>
                    <a:pt x="471553" y="1338723"/>
                  </a:lnTo>
                  <a:lnTo>
                    <a:pt x="454443" y="1335721"/>
                  </a:lnTo>
                  <a:lnTo>
                    <a:pt x="452415" y="1311041"/>
                  </a:lnTo>
                  <a:lnTo>
                    <a:pt x="457039" y="1297968"/>
                  </a:lnTo>
                  <a:lnTo>
                    <a:pt x="476242" y="1267048"/>
                  </a:lnTo>
                  <a:lnTo>
                    <a:pt x="494332" y="1251263"/>
                  </a:lnTo>
                  <a:lnTo>
                    <a:pt x="502315" y="1230886"/>
                  </a:lnTo>
                  <a:lnTo>
                    <a:pt x="499588" y="1199288"/>
                  </a:lnTo>
                  <a:lnTo>
                    <a:pt x="496186" y="1231439"/>
                  </a:lnTo>
                  <a:lnTo>
                    <a:pt x="485849" y="1247376"/>
                  </a:lnTo>
                  <a:lnTo>
                    <a:pt x="469601" y="1259550"/>
                  </a:lnTo>
                  <a:lnTo>
                    <a:pt x="448217" y="1281242"/>
                  </a:lnTo>
                  <a:lnTo>
                    <a:pt x="442994" y="1301302"/>
                  </a:lnTo>
                  <a:lnTo>
                    <a:pt x="436320" y="1338862"/>
                  </a:lnTo>
                  <a:lnTo>
                    <a:pt x="445349" y="1351576"/>
                  </a:lnTo>
                  <a:lnTo>
                    <a:pt x="454574" y="1354896"/>
                  </a:lnTo>
                  <a:lnTo>
                    <a:pt x="481825" y="1346374"/>
                  </a:lnTo>
                  <a:lnTo>
                    <a:pt x="495924" y="1350178"/>
                  </a:lnTo>
                  <a:lnTo>
                    <a:pt x="527286" y="1395402"/>
                  </a:lnTo>
                  <a:lnTo>
                    <a:pt x="585680" y="1413290"/>
                  </a:lnTo>
                  <a:lnTo>
                    <a:pt x="606977" y="1424468"/>
                  </a:lnTo>
                  <a:lnTo>
                    <a:pt x="624337" y="1448069"/>
                  </a:lnTo>
                  <a:lnTo>
                    <a:pt x="650432" y="1461655"/>
                  </a:lnTo>
                  <a:lnTo>
                    <a:pt x="670682" y="1481396"/>
                  </a:lnTo>
                  <a:lnTo>
                    <a:pt x="671227" y="1494276"/>
                  </a:lnTo>
                  <a:lnTo>
                    <a:pt x="664215" y="1509507"/>
                  </a:lnTo>
                  <a:lnTo>
                    <a:pt x="661445" y="1530120"/>
                  </a:lnTo>
                  <a:lnTo>
                    <a:pt x="652842" y="1543124"/>
                  </a:lnTo>
                  <a:lnTo>
                    <a:pt x="632188" y="1544619"/>
                  </a:lnTo>
                  <a:lnTo>
                    <a:pt x="619714" y="1541271"/>
                  </a:lnTo>
                  <a:lnTo>
                    <a:pt x="552650" y="1468807"/>
                  </a:lnTo>
                  <a:lnTo>
                    <a:pt x="544646" y="1462139"/>
                  </a:lnTo>
                  <a:lnTo>
                    <a:pt x="519773" y="1424191"/>
                  </a:lnTo>
                  <a:lnTo>
                    <a:pt x="490592" y="1403869"/>
                  </a:lnTo>
                  <a:lnTo>
                    <a:pt x="481563" y="1404298"/>
                  </a:lnTo>
                  <a:lnTo>
                    <a:pt x="523099" y="1441885"/>
                  </a:lnTo>
                  <a:lnTo>
                    <a:pt x="540055" y="1468171"/>
                  </a:lnTo>
                  <a:lnTo>
                    <a:pt x="569923" y="1505025"/>
                  </a:lnTo>
                  <a:lnTo>
                    <a:pt x="591274" y="1520630"/>
                  </a:lnTo>
                  <a:lnTo>
                    <a:pt x="606988" y="1544978"/>
                  </a:lnTo>
                  <a:lnTo>
                    <a:pt x="621589" y="1556392"/>
                  </a:lnTo>
                  <a:lnTo>
                    <a:pt x="661456" y="1572647"/>
                  </a:lnTo>
                  <a:lnTo>
                    <a:pt x="647597" y="1584323"/>
                  </a:lnTo>
                  <a:lnTo>
                    <a:pt x="669722" y="1594270"/>
                  </a:lnTo>
                  <a:lnTo>
                    <a:pt x="672884" y="1612559"/>
                  </a:lnTo>
                  <a:lnTo>
                    <a:pt x="670856" y="1633407"/>
                  </a:lnTo>
                  <a:lnTo>
                    <a:pt x="640149" y="1625162"/>
                  </a:lnTo>
                  <a:lnTo>
                    <a:pt x="639146" y="1640518"/>
                  </a:lnTo>
                  <a:lnTo>
                    <a:pt x="641893" y="1649579"/>
                  </a:lnTo>
                  <a:lnTo>
                    <a:pt x="628328" y="1657063"/>
                  </a:lnTo>
                  <a:lnTo>
                    <a:pt x="609463" y="1646909"/>
                  </a:lnTo>
                  <a:lnTo>
                    <a:pt x="560480" y="1591364"/>
                  </a:lnTo>
                  <a:lnTo>
                    <a:pt x="560894" y="1598793"/>
                  </a:lnTo>
                  <a:lnTo>
                    <a:pt x="564863" y="1607412"/>
                  </a:lnTo>
                  <a:lnTo>
                    <a:pt x="593270" y="1643174"/>
                  </a:lnTo>
                  <a:lnTo>
                    <a:pt x="618623" y="1664617"/>
                  </a:lnTo>
                  <a:lnTo>
                    <a:pt x="640116" y="1674301"/>
                  </a:lnTo>
                  <a:lnTo>
                    <a:pt x="656680" y="1692271"/>
                  </a:lnTo>
                  <a:lnTo>
                    <a:pt x="662525" y="1703145"/>
                  </a:lnTo>
                  <a:lnTo>
                    <a:pt x="666429" y="1719636"/>
                  </a:lnTo>
                  <a:lnTo>
                    <a:pt x="654150" y="1730841"/>
                  </a:lnTo>
                  <a:lnTo>
                    <a:pt x="640171" y="1737025"/>
                  </a:lnTo>
                  <a:lnTo>
                    <a:pt x="626518" y="1725847"/>
                  </a:lnTo>
                  <a:lnTo>
                    <a:pt x="616508" y="1714074"/>
                  </a:lnTo>
                  <a:lnTo>
                    <a:pt x="595189" y="1694084"/>
                  </a:lnTo>
                  <a:lnTo>
                    <a:pt x="588799" y="1671741"/>
                  </a:lnTo>
                  <a:lnTo>
                    <a:pt x="572584" y="1672890"/>
                  </a:lnTo>
                  <a:lnTo>
                    <a:pt x="504812" y="1644557"/>
                  </a:lnTo>
                  <a:lnTo>
                    <a:pt x="450343" y="1641292"/>
                  </a:lnTo>
                  <a:lnTo>
                    <a:pt x="455665" y="1646992"/>
                  </a:lnTo>
                  <a:lnTo>
                    <a:pt x="462556" y="1650783"/>
                  </a:lnTo>
                  <a:lnTo>
                    <a:pt x="505935" y="1657769"/>
                  </a:lnTo>
                  <a:lnTo>
                    <a:pt x="523077" y="1670815"/>
                  </a:lnTo>
                  <a:lnTo>
                    <a:pt x="558757" y="1682394"/>
                  </a:lnTo>
                  <a:lnTo>
                    <a:pt x="579650" y="1685562"/>
                  </a:lnTo>
                  <a:lnTo>
                    <a:pt x="588123" y="1721130"/>
                  </a:lnTo>
                  <a:lnTo>
                    <a:pt x="616998" y="1745602"/>
                  </a:lnTo>
                  <a:lnTo>
                    <a:pt x="620749" y="1763739"/>
                  </a:lnTo>
                  <a:lnTo>
                    <a:pt x="640465" y="1765773"/>
                  </a:lnTo>
                  <a:lnTo>
                    <a:pt x="675153" y="1747982"/>
                  </a:lnTo>
                  <a:lnTo>
                    <a:pt x="697540" y="1754221"/>
                  </a:lnTo>
                  <a:lnTo>
                    <a:pt x="729828" y="1759312"/>
                  </a:lnTo>
                  <a:lnTo>
                    <a:pt x="737211" y="1773672"/>
                  </a:lnTo>
                  <a:lnTo>
                    <a:pt x="742750" y="1800995"/>
                  </a:lnTo>
                  <a:lnTo>
                    <a:pt x="754167" y="1831735"/>
                  </a:lnTo>
                  <a:lnTo>
                    <a:pt x="783773" y="1952936"/>
                  </a:lnTo>
                  <a:lnTo>
                    <a:pt x="810429" y="2012347"/>
                  </a:lnTo>
                  <a:lnTo>
                    <a:pt x="802375" y="2012347"/>
                  </a:lnTo>
                  <a:lnTo>
                    <a:pt x="790392" y="1988504"/>
                  </a:lnTo>
                  <a:lnTo>
                    <a:pt x="772182" y="1941094"/>
                  </a:lnTo>
                  <a:lnTo>
                    <a:pt x="753469" y="1857383"/>
                  </a:lnTo>
                  <a:lnTo>
                    <a:pt x="748039" y="1838638"/>
                  </a:lnTo>
                  <a:lnTo>
                    <a:pt x="741649" y="1831153"/>
                  </a:lnTo>
                  <a:lnTo>
                    <a:pt x="737440" y="1837241"/>
                  </a:lnTo>
                  <a:lnTo>
                    <a:pt x="735629" y="1847907"/>
                  </a:lnTo>
                  <a:lnTo>
                    <a:pt x="738683" y="1856097"/>
                  </a:lnTo>
                  <a:lnTo>
                    <a:pt x="731311" y="1883654"/>
                  </a:lnTo>
                  <a:lnTo>
                    <a:pt x="734506" y="1896299"/>
                  </a:lnTo>
                  <a:lnTo>
                    <a:pt x="746480" y="1909372"/>
                  </a:lnTo>
                  <a:lnTo>
                    <a:pt x="759489" y="1941993"/>
                  </a:lnTo>
                  <a:lnTo>
                    <a:pt x="769881" y="1985917"/>
                  </a:lnTo>
                  <a:lnTo>
                    <a:pt x="755825" y="1968113"/>
                  </a:lnTo>
                  <a:lnTo>
                    <a:pt x="740820" y="1958678"/>
                  </a:lnTo>
                  <a:lnTo>
                    <a:pt x="717473" y="1951442"/>
                  </a:lnTo>
                  <a:lnTo>
                    <a:pt x="696678" y="1938756"/>
                  </a:lnTo>
                  <a:lnTo>
                    <a:pt x="698194" y="1956948"/>
                  </a:lnTo>
                  <a:lnTo>
                    <a:pt x="696198" y="1976593"/>
                  </a:lnTo>
                  <a:lnTo>
                    <a:pt x="680169" y="1970603"/>
                  </a:lnTo>
                  <a:lnTo>
                    <a:pt x="669264" y="1964087"/>
                  </a:lnTo>
                  <a:lnTo>
                    <a:pt x="678915" y="1985018"/>
                  </a:lnTo>
                  <a:lnTo>
                    <a:pt x="657967" y="1978737"/>
                  </a:lnTo>
                  <a:lnTo>
                    <a:pt x="644009" y="1980051"/>
                  </a:lnTo>
                  <a:lnTo>
                    <a:pt x="634936" y="1998631"/>
                  </a:lnTo>
                  <a:lnTo>
                    <a:pt x="622767" y="2009906"/>
                  </a:lnTo>
                  <a:lnTo>
                    <a:pt x="610694" y="2012347"/>
                  </a:lnTo>
                  <a:lnTo>
                    <a:pt x="602893" y="2012347"/>
                  </a:lnTo>
                  <a:lnTo>
                    <a:pt x="578080" y="1996556"/>
                  </a:lnTo>
                  <a:lnTo>
                    <a:pt x="569432" y="1975929"/>
                  </a:lnTo>
                  <a:lnTo>
                    <a:pt x="565856" y="1952964"/>
                  </a:lnTo>
                  <a:lnTo>
                    <a:pt x="564427" y="1980121"/>
                  </a:lnTo>
                  <a:lnTo>
                    <a:pt x="569182" y="2008398"/>
                  </a:lnTo>
                  <a:lnTo>
                    <a:pt x="568875" y="2012347"/>
                  </a:lnTo>
                  <a:lnTo>
                    <a:pt x="315098" y="2012347"/>
                  </a:lnTo>
                  <a:lnTo>
                    <a:pt x="315098" y="901823"/>
                  </a:lnTo>
                  <a:lnTo>
                    <a:pt x="925436" y="90182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000000">
                  <a:alpha val="6509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20" name="ph4720"/>
            <p:cNvSpPr/>
            <p:nvPr/>
          </p:nvSpPr>
          <p:spPr>
            <a:xfrm>
              <a:off x="3489375" y="1038683"/>
              <a:ext cx="1262004" cy="1219200"/>
            </a:xfrm>
            <a:custGeom>
              <a:avLst/>
              <a:gdLst/>
              <a:ahLst/>
              <a:cxnLst/>
              <a:rect l="0" t="0" r="0" b="0"/>
              <a:pathLst>
                <a:path w="946503" h="914400">
                  <a:moveTo>
                    <a:pt x="914400" y="914400"/>
                  </a:moveTo>
                  <a:lnTo>
                    <a:pt x="913800" y="906154"/>
                  </a:lnTo>
                  <a:lnTo>
                    <a:pt x="946503" y="852906"/>
                  </a:lnTo>
                  <a:lnTo>
                    <a:pt x="940592" y="87151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000000">
                  <a:alpha val="6509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21" name="ph4721"/>
            <p:cNvSpPr/>
            <p:nvPr/>
          </p:nvSpPr>
          <p:spPr>
            <a:xfrm>
              <a:off x="3153484" y="1664766"/>
              <a:ext cx="1302757" cy="1219200"/>
            </a:xfrm>
            <a:custGeom>
              <a:avLst/>
              <a:gdLst/>
              <a:ahLst/>
              <a:cxnLst/>
              <a:rect l="0" t="0" r="0" b="0"/>
              <a:pathLst>
                <a:path w="977068" h="914400">
                  <a:moveTo>
                    <a:pt x="914400" y="914400"/>
                  </a:moveTo>
                  <a:lnTo>
                    <a:pt x="948465" y="857665"/>
                  </a:lnTo>
                  <a:lnTo>
                    <a:pt x="968246" y="810131"/>
                  </a:lnTo>
                  <a:lnTo>
                    <a:pt x="977068" y="793696"/>
                  </a:lnTo>
                  <a:lnTo>
                    <a:pt x="968508" y="827009"/>
                  </a:lnTo>
                  <a:lnTo>
                    <a:pt x="953547" y="857638"/>
                  </a:lnTo>
                  <a:lnTo>
                    <a:pt x="924552" y="90980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000000">
                  <a:alpha val="6509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22" name="pt4722"/>
            <p:cNvSpPr/>
            <p:nvPr/>
          </p:nvSpPr>
          <p:spPr>
            <a:xfrm>
              <a:off x="4245560" y="2938333"/>
              <a:ext cx="84269" cy="84269"/>
            </a:xfrm>
            <a:prstGeom prst="ellipse">
              <a:avLst/>
            </a:prstGeom>
            <a:solidFill>
              <a:srgbClr val="59C3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23" name="pt4723"/>
            <p:cNvSpPr/>
            <p:nvPr/>
          </p:nvSpPr>
          <p:spPr>
            <a:xfrm>
              <a:off x="4469159" y="2387935"/>
              <a:ext cx="84269" cy="84269"/>
            </a:xfrm>
            <a:prstGeom prst="ellipse">
              <a:avLst/>
            </a:prstGeom>
            <a:solidFill>
              <a:srgbClr val="74D4B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24" name="pt4724"/>
            <p:cNvSpPr/>
            <p:nvPr/>
          </p:nvSpPr>
          <p:spPr>
            <a:xfrm>
              <a:off x="3956247" y="3115029"/>
              <a:ext cx="84269" cy="84269"/>
            </a:xfrm>
            <a:prstGeom prst="ellipse">
              <a:avLst/>
            </a:prstGeom>
            <a:solidFill>
              <a:srgbClr val="5FCD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25" name="pt4725"/>
            <p:cNvSpPr/>
            <p:nvPr/>
          </p:nvSpPr>
          <p:spPr>
            <a:xfrm>
              <a:off x="4289329" y="2251513"/>
              <a:ext cx="84269" cy="84269"/>
            </a:xfrm>
            <a:prstGeom prst="ellipse">
              <a:avLst/>
            </a:prstGeom>
            <a:solidFill>
              <a:srgbClr val="388AA6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26" name="pt4726"/>
            <p:cNvSpPr/>
            <p:nvPr/>
          </p:nvSpPr>
          <p:spPr>
            <a:xfrm>
              <a:off x="3854663" y="2666211"/>
              <a:ext cx="84269" cy="84269"/>
            </a:xfrm>
            <a:prstGeom prst="ellipse">
              <a:avLst/>
            </a:prstGeom>
            <a:solidFill>
              <a:srgbClr val="3692A8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27" name="pt4727"/>
            <p:cNvSpPr/>
            <p:nvPr/>
          </p:nvSpPr>
          <p:spPr>
            <a:xfrm>
              <a:off x="3971816" y="2764811"/>
              <a:ext cx="156540" cy="156540"/>
            </a:xfrm>
            <a:prstGeom prst="ellipse">
              <a:avLst/>
            </a:prstGeom>
            <a:solidFill>
              <a:srgbClr val="359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28" name="pt4728"/>
            <p:cNvSpPr/>
            <p:nvPr/>
          </p:nvSpPr>
          <p:spPr>
            <a:xfrm>
              <a:off x="3960659" y="3041722"/>
              <a:ext cx="156540" cy="156540"/>
            </a:xfrm>
            <a:prstGeom prst="ellipse">
              <a:avLst/>
            </a:prstGeom>
            <a:solidFill>
              <a:srgbClr val="B6E8D1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29" name="pt4729"/>
            <p:cNvSpPr/>
            <p:nvPr/>
          </p:nvSpPr>
          <p:spPr>
            <a:xfrm>
              <a:off x="3920112" y="3078894"/>
              <a:ext cx="156540" cy="156540"/>
            </a:xfrm>
            <a:prstGeom prst="ellipse">
              <a:avLst/>
            </a:prstGeom>
            <a:solidFill>
              <a:srgbClr val="5FCD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39" name="rc4739"/>
            <p:cNvSpPr/>
            <p:nvPr/>
          </p:nvSpPr>
          <p:spPr>
            <a:xfrm>
              <a:off x="3558988" y="2029051"/>
              <a:ext cx="1668412" cy="1628768"/>
            </a:xfrm>
            <a:prstGeom prst="rect">
              <a:avLst/>
            </a:prstGeom>
            <a:noFill/>
            <a:ln w="127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grpSp>
          <p:nvGrpSpPr>
            <p:cNvPr id="4740" name="Group 4739">
              <a:extLst>
                <a:ext uri="{FF2B5EF4-FFF2-40B4-BE49-F238E27FC236}">
                  <a16:creationId xmlns:a16="http://schemas.microsoft.com/office/drawing/2014/main" id="{E00232E6-D1B8-689E-25BF-2912B798B33B}"/>
                </a:ext>
              </a:extLst>
            </p:cNvPr>
            <p:cNvGrpSpPr/>
            <p:nvPr/>
          </p:nvGrpSpPr>
          <p:grpSpPr>
            <a:xfrm>
              <a:off x="3689649" y="2130241"/>
              <a:ext cx="1536171" cy="1453433"/>
              <a:chOff x="2195736" y="1597680"/>
              <a:chExt cx="1152128" cy="1090074"/>
            </a:xfrm>
          </p:grpSpPr>
          <p:sp>
            <p:nvSpPr>
              <p:cNvPr id="4741" name="pl4739">
                <a:extLst>
                  <a:ext uri="{FF2B5EF4-FFF2-40B4-BE49-F238E27FC236}">
                    <a16:creationId xmlns:a16="http://schemas.microsoft.com/office/drawing/2014/main" id="{FDDBB64E-7CB0-626F-E2A5-4E8010CC782C}"/>
                  </a:ext>
                </a:extLst>
              </p:cNvPr>
              <p:cNvSpPr/>
              <p:nvPr/>
            </p:nvSpPr>
            <p:spPr>
              <a:xfrm>
                <a:off x="2469788" y="1715197"/>
                <a:ext cx="115465" cy="404083"/>
              </a:xfrm>
              <a:custGeom>
                <a:avLst/>
                <a:gdLst/>
                <a:ahLst/>
                <a:cxnLst/>
                <a:rect l="0" t="0" r="0" b="0"/>
                <a:pathLst>
                  <a:path w="115465" h="404083">
                    <a:moveTo>
                      <a:pt x="115465" y="0"/>
                    </a:moveTo>
                    <a:lnTo>
                      <a:pt x="0" y="404083"/>
                    </a:lnTo>
                  </a:path>
                </a:pathLst>
              </a:custGeom>
              <a:ln w="1355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42" name="pl4740">
                <a:extLst>
                  <a:ext uri="{FF2B5EF4-FFF2-40B4-BE49-F238E27FC236}">
                    <a16:creationId xmlns:a16="http://schemas.microsoft.com/office/drawing/2014/main" id="{774EE59D-6FC8-767C-2EE6-13E75AD0E7F7}"/>
                  </a:ext>
                </a:extLst>
              </p:cNvPr>
              <p:cNvSpPr/>
              <p:nvPr/>
            </p:nvSpPr>
            <p:spPr>
              <a:xfrm>
                <a:off x="2483768" y="2072547"/>
                <a:ext cx="135329" cy="276333"/>
              </a:xfrm>
              <a:custGeom>
                <a:avLst/>
                <a:gdLst/>
                <a:ahLst/>
                <a:cxnLst/>
                <a:rect l="0" t="0" r="0" b="0"/>
                <a:pathLst>
                  <a:path w="154399" h="255843">
                    <a:moveTo>
                      <a:pt x="154399" y="0"/>
                    </a:moveTo>
                    <a:lnTo>
                      <a:pt x="0" y="255843"/>
                    </a:lnTo>
                  </a:path>
                </a:pathLst>
              </a:custGeom>
              <a:ln w="1355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43" name="pl4738">
                <a:extLst>
                  <a:ext uri="{FF2B5EF4-FFF2-40B4-BE49-F238E27FC236}">
                    <a16:creationId xmlns:a16="http://schemas.microsoft.com/office/drawing/2014/main" id="{B83EC144-71A2-DC0B-F188-58C58B226903}"/>
                  </a:ext>
                </a:extLst>
              </p:cNvPr>
              <p:cNvSpPr/>
              <p:nvPr/>
            </p:nvSpPr>
            <p:spPr>
              <a:xfrm>
                <a:off x="2411760" y="2348880"/>
                <a:ext cx="360040" cy="45719"/>
              </a:xfrm>
              <a:custGeom>
                <a:avLst/>
                <a:gdLst/>
                <a:ahLst/>
                <a:cxnLst/>
                <a:rect l="0" t="0" r="0" b="0"/>
                <a:pathLst>
                  <a:path w="292593" h="96699">
                    <a:moveTo>
                      <a:pt x="292593" y="0"/>
                    </a:moveTo>
                    <a:lnTo>
                      <a:pt x="0" y="96699"/>
                    </a:lnTo>
                  </a:path>
                </a:pathLst>
              </a:custGeom>
              <a:ln w="1355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44" name="pg4737">
                <a:extLst>
                  <a:ext uri="{FF2B5EF4-FFF2-40B4-BE49-F238E27FC236}">
                    <a16:creationId xmlns:a16="http://schemas.microsoft.com/office/drawing/2014/main" id="{869C08AB-65B7-7111-6CC2-CD091C467466}"/>
                  </a:ext>
                </a:extLst>
              </p:cNvPr>
              <p:cNvSpPr/>
              <p:nvPr/>
            </p:nvSpPr>
            <p:spPr>
              <a:xfrm>
                <a:off x="2325651" y="2220369"/>
                <a:ext cx="158117" cy="136934"/>
              </a:xfrm>
              <a:custGeom>
                <a:avLst/>
                <a:gdLst/>
                <a:ahLst/>
                <a:cxnLst/>
                <a:rect l="0" t="0" r="0" b="0"/>
                <a:pathLst>
                  <a:path w="158117" h="136934">
                    <a:moveTo>
                      <a:pt x="79058" y="0"/>
                    </a:moveTo>
                    <a:lnTo>
                      <a:pt x="158117" y="136934"/>
                    </a:lnTo>
                    <a:lnTo>
                      <a:pt x="0" y="136934"/>
                    </a:lnTo>
                    <a:close/>
                  </a:path>
                </a:pathLst>
              </a:custGeom>
              <a:solidFill>
                <a:srgbClr val="FF1493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45" name="pl4740">
                <a:extLst>
                  <a:ext uri="{FF2B5EF4-FFF2-40B4-BE49-F238E27FC236}">
                    <a16:creationId xmlns:a16="http://schemas.microsoft.com/office/drawing/2014/main" id="{FC64F1BE-A41C-70AE-6B76-913F9CABFAEB}"/>
                  </a:ext>
                </a:extLst>
              </p:cNvPr>
              <p:cNvSpPr/>
              <p:nvPr/>
            </p:nvSpPr>
            <p:spPr>
              <a:xfrm>
                <a:off x="2267744" y="2298038"/>
                <a:ext cx="144016" cy="194858"/>
              </a:xfrm>
              <a:custGeom>
                <a:avLst/>
                <a:gdLst/>
                <a:ahLst/>
                <a:cxnLst/>
                <a:rect l="0" t="0" r="0" b="0"/>
                <a:pathLst>
                  <a:path w="154399" h="255843">
                    <a:moveTo>
                      <a:pt x="154399" y="0"/>
                    </a:moveTo>
                    <a:lnTo>
                      <a:pt x="0" y="255843"/>
                    </a:lnTo>
                  </a:path>
                </a:pathLst>
              </a:custGeom>
              <a:ln w="1355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46" name="pg4743">
                <a:extLst>
                  <a:ext uri="{FF2B5EF4-FFF2-40B4-BE49-F238E27FC236}">
                    <a16:creationId xmlns:a16="http://schemas.microsoft.com/office/drawing/2014/main" id="{1C7C2704-9EB9-03D6-185C-51C331BDCB46}"/>
                  </a:ext>
                </a:extLst>
              </p:cNvPr>
              <p:cNvSpPr/>
              <p:nvPr/>
            </p:nvSpPr>
            <p:spPr>
              <a:xfrm>
                <a:off x="2585253" y="1597680"/>
                <a:ext cx="718078" cy="194858"/>
              </a:xfrm>
              <a:custGeom>
                <a:avLst/>
                <a:gdLst/>
                <a:ahLst/>
                <a:cxnLst/>
                <a:rect l="0" t="0" r="0" b="0"/>
                <a:pathLst>
                  <a:path w="718078" h="194858">
                    <a:moveTo>
                      <a:pt x="27431" y="194858"/>
                    </a:moveTo>
                    <a:lnTo>
                      <a:pt x="690646" y="194858"/>
                    </a:lnTo>
                    <a:lnTo>
                      <a:pt x="689541" y="194836"/>
                    </a:lnTo>
                    <a:lnTo>
                      <a:pt x="693952" y="194658"/>
                    </a:lnTo>
                    <a:lnTo>
                      <a:pt x="698278" y="193775"/>
                    </a:lnTo>
                    <a:lnTo>
                      <a:pt x="702406" y="192210"/>
                    </a:lnTo>
                    <a:lnTo>
                      <a:pt x="706229" y="190002"/>
                    </a:lnTo>
                    <a:lnTo>
                      <a:pt x="709649" y="187210"/>
                    </a:lnTo>
                    <a:lnTo>
                      <a:pt x="712576" y="183906"/>
                    </a:lnTo>
                    <a:lnTo>
                      <a:pt x="714936" y="180174"/>
                    </a:lnTo>
                    <a:lnTo>
                      <a:pt x="716666" y="176113"/>
                    </a:lnTo>
                    <a:lnTo>
                      <a:pt x="717723" y="171827"/>
                    </a:lnTo>
                    <a:lnTo>
                      <a:pt x="718078" y="167426"/>
                    </a:lnTo>
                    <a:lnTo>
                      <a:pt x="718078" y="27431"/>
                    </a:lnTo>
                    <a:lnTo>
                      <a:pt x="717723" y="23031"/>
                    </a:lnTo>
                    <a:lnTo>
                      <a:pt x="716666" y="18745"/>
                    </a:lnTo>
                    <a:lnTo>
                      <a:pt x="714936" y="14683"/>
                    </a:lnTo>
                    <a:lnTo>
                      <a:pt x="712576" y="10952"/>
                    </a:lnTo>
                    <a:lnTo>
                      <a:pt x="709649" y="7647"/>
                    </a:lnTo>
                    <a:lnTo>
                      <a:pt x="706229" y="4855"/>
                    </a:lnTo>
                    <a:lnTo>
                      <a:pt x="702406" y="2648"/>
                    </a:lnTo>
                    <a:lnTo>
                      <a:pt x="698278" y="1083"/>
                    </a:lnTo>
                    <a:lnTo>
                      <a:pt x="693952" y="200"/>
                    </a:lnTo>
                    <a:lnTo>
                      <a:pt x="690646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5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1"/>
                    </a:lnTo>
                    <a:lnTo>
                      <a:pt x="0" y="167426"/>
                    </a:lnTo>
                    <a:lnTo>
                      <a:pt x="88" y="165219"/>
                    </a:lnTo>
                    <a:lnTo>
                      <a:pt x="88" y="169633"/>
                    </a:lnTo>
                    <a:lnTo>
                      <a:pt x="797" y="173991"/>
                    </a:lnTo>
                    <a:lnTo>
                      <a:pt x="2195" y="178179"/>
                    </a:lnTo>
                    <a:lnTo>
                      <a:pt x="4246" y="182088"/>
                    </a:lnTo>
                    <a:lnTo>
                      <a:pt x="6898" y="185617"/>
                    </a:lnTo>
                    <a:lnTo>
                      <a:pt x="10082" y="188675"/>
                    </a:lnTo>
                    <a:lnTo>
                      <a:pt x="13715" y="191183"/>
                    </a:lnTo>
                    <a:lnTo>
                      <a:pt x="17704" y="193076"/>
                    </a:lnTo>
                    <a:lnTo>
                      <a:pt x="21944" y="194304"/>
                    </a:lnTo>
                    <a:lnTo>
                      <a:pt x="26327" y="194836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47" name="pg4745">
                <a:extLst>
                  <a:ext uri="{FF2B5EF4-FFF2-40B4-BE49-F238E27FC236}">
                    <a16:creationId xmlns:a16="http://schemas.microsoft.com/office/drawing/2014/main" id="{D7970E87-E537-BA13-8C20-096F952B1E85}"/>
                  </a:ext>
                </a:extLst>
              </p:cNvPr>
              <p:cNvSpPr/>
              <p:nvPr/>
            </p:nvSpPr>
            <p:spPr>
              <a:xfrm>
                <a:off x="2555776" y="1916832"/>
                <a:ext cx="742035" cy="194858"/>
              </a:xfrm>
              <a:custGeom>
                <a:avLst/>
                <a:gdLst/>
                <a:ahLst/>
                <a:cxnLst/>
                <a:rect l="0" t="0" r="0" b="0"/>
                <a:pathLst>
                  <a:path w="742035" h="194858">
                    <a:moveTo>
                      <a:pt x="27431" y="194858"/>
                    </a:moveTo>
                    <a:lnTo>
                      <a:pt x="714603" y="194858"/>
                    </a:lnTo>
                    <a:lnTo>
                      <a:pt x="713499" y="194836"/>
                    </a:lnTo>
                    <a:lnTo>
                      <a:pt x="717910" y="194658"/>
                    </a:lnTo>
                    <a:lnTo>
                      <a:pt x="722235" y="193775"/>
                    </a:lnTo>
                    <a:lnTo>
                      <a:pt x="726363" y="192210"/>
                    </a:lnTo>
                    <a:lnTo>
                      <a:pt x="730186" y="190002"/>
                    </a:lnTo>
                    <a:lnTo>
                      <a:pt x="733606" y="187210"/>
                    </a:lnTo>
                    <a:lnTo>
                      <a:pt x="736533" y="183906"/>
                    </a:lnTo>
                    <a:lnTo>
                      <a:pt x="738893" y="180174"/>
                    </a:lnTo>
                    <a:lnTo>
                      <a:pt x="740623" y="176113"/>
                    </a:lnTo>
                    <a:lnTo>
                      <a:pt x="741680" y="171827"/>
                    </a:lnTo>
                    <a:lnTo>
                      <a:pt x="742035" y="167426"/>
                    </a:lnTo>
                    <a:lnTo>
                      <a:pt x="742035" y="27431"/>
                    </a:lnTo>
                    <a:lnTo>
                      <a:pt x="741680" y="23031"/>
                    </a:lnTo>
                    <a:lnTo>
                      <a:pt x="740623" y="18745"/>
                    </a:lnTo>
                    <a:lnTo>
                      <a:pt x="738893" y="14683"/>
                    </a:lnTo>
                    <a:lnTo>
                      <a:pt x="736533" y="10952"/>
                    </a:lnTo>
                    <a:lnTo>
                      <a:pt x="733606" y="7647"/>
                    </a:lnTo>
                    <a:lnTo>
                      <a:pt x="730186" y="4855"/>
                    </a:lnTo>
                    <a:lnTo>
                      <a:pt x="726363" y="2648"/>
                    </a:lnTo>
                    <a:lnTo>
                      <a:pt x="722235" y="1083"/>
                    </a:lnTo>
                    <a:lnTo>
                      <a:pt x="717910" y="200"/>
                    </a:lnTo>
                    <a:lnTo>
                      <a:pt x="714603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5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1"/>
                    </a:lnTo>
                    <a:lnTo>
                      <a:pt x="0" y="167426"/>
                    </a:lnTo>
                    <a:lnTo>
                      <a:pt x="88" y="165219"/>
                    </a:lnTo>
                    <a:lnTo>
                      <a:pt x="88" y="169633"/>
                    </a:lnTo>
                    <a:lnTo>
                      <a:pt x="797" y="173991"/>
                    </a:lnTo>
                    <a:lnTo>
                      <a:pt x="2195" y="178179"/>
                    </a:lnTo>
                    <a:lnTo>
                      <a:pt x="4246" y="182088"/>
                    </a:lnTo>
                    <a:lnTo>
                      <a:pt x="6898" y="185617"/>
                    </a:lnTo>
                    <a:lnTo>
                      <a:pt x="10082" y="188675"/>
                    </a:lnTo>
                    <a:lnTo>
                      <a:pt x="13715" y="191183"/>
                    </a:lnTo>
                    <a:lnTo>
                      <a:pt x="17704" y="193076"/>
                    </a:lnTo>
                    <a:lnTo>
                      <a:pt x="21944" y="194304"/>
                    </a:lnTo>
                    <a:lnTo>
                      <a:pt x="26327" y="194836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48" name="pg4741">
                <a:extLst>
                  <a:ext uri="{FF2B5EF4-FFF2-40B4-BE49-F238E27FC236}">
                    <a16:creationId xmlns:a16="http://schemas.microsoft.com/office/drawing/2014/main" id="{1236CAB1-C182-F6AB-7755-A4962C7A286C}"/>
                  </a:ext>
                </a:extLst>
              </p:cNvPr>
              <p:cNvSpPr/>
              <p:nvPr/>
            </p:nvSpPr>
            <p:spPr>
              <a:xfrm>
                <a:off x="2771800" y="2204864"/>
                <a:ext cx="576064" cy="194858"/>
              </a:xfrm>
              <a:custGeom>
                <a:avLst/>
                <a:gdLst/>
                <a:ahLst/>
                <a:cxnLst/>
                <a:rect l="0" t="0" r="0" b="0"/>
                <a:pathLst>
                  <a:path w="570585" h="194858">
                    <a:moveTo>
                      <a:pt x="27431" y="194858"/>
                    </a:moveTo>
                    <a:lnTo>
                      <a:pt x="543153" y="194858"/>
                    </a:lnTo>
                    <a:lnTo>
                      <a:pt x="542049" y="194836"/>
                    </a:lnTo>
                    <a:lnTo>
                      <a:pt x="546460" y="194658"/>
                    </a:lnTo>
                    <a:lnTo>
                      <a:pt x="550785" y="193775"/>
                    </a:lnTo>
                    <a:lnTo>
                      <a:pt x="554913" y="192210"/>
                    </a:lnTo>
                    <a:lnTo>
                      <a:pt x="558736" y="190002"/>
                    </a:lnTo>
                    <a:lnTo>
                      <a:pt x="562156" y="187210"/>
                    </a:lnTo>
                    <a:lnTo>
                      <a:pt x="565083" y="183906"/>
                    </a:lnTo>
                    <a:lnTo>
                      <a:pt x="567443" y="180174"/>
                    </a:lnTo>
                    <a:lnTo>
                      <a:pt x="569173" y="176113"/>
                    </a:lnTo>
                    <a:lnTo>
                      <a:pt x="570230" y="171827"/>
                    </a:lnTo>
                    <a:lnTo>
                      <a:pt x="570585" y="167426"/>
                    </a:lnTo>
                    <a:lnTo>
                      <a:pt x="570585" y="27431"/>
                    </a:lnTo>
                    <a:lnTo>
                      <a:pt x="570230" y="23031"/>
                    </a:lnTo>
                    <a:lnTo>
                      <a:pt x="569173" y="18745"/>
                    </a:lnTo>
                    <a:lnTo>
                      <a:pt x="567443" y="14683"/>
                    </a:lnTo>
                    <a:lnTo>
                      <a:pt x="565083" y="10952"/>
                    </a:lnTo>
                    <a:lnTo>
                      <a:pt x="562156" y="7647"/>
                    </a:lnTo>
                    <a:lnTo>
                      <a:pt x="558736" y="4855"/>
                    </a:lnTo>
                    <a:lnTo>
                      <a:pt x="554913" y="2648"/>
                    </a:lnTo>
                    <a:lnTo>
                      <a:pt x="550785" y="1083"/>
                    </a:lnTo>
                    <a:lnTo>
                      <a:pt x="546460" y="200"/>
                    </a:lnTo>
                    <a:lnTo>
                      <a:pt x="543153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5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1"/>
                    </a:lnTo>
                    <a:lnTo>
                      <a:pt x="0" y="167426"/>
                    </a:lnTo>
                    <a:lnTo>
                      <a:pt x="88" y="165219"/>
                    </a:lnTo>
                    <a:lnTo>
                      <a:pt x="88" y="169633"/>
                    </a:lnTo>
                    <a:lnTo>
                      <a:pt x="797" y="173991"/>
                    </a:lnTo>
                    <a:lnTo>
                      <a:pt x="2195" y="178179"/>
                    </a:lnTo>
                    <a:lnTo>
                      <a:pt x="4246" y="182088"/>
                    </a:lnTo>
                    <a:lnTo>
                      <a:pt x="6898" y="185617"/>
                    </a:lnTo>
                    <a:lnTo>
                      <a:pt x="10082" y="188675"/>
                    </a:lnTo>
                    <a:lnTo>
                      <a:pt x="13715" y="191183"/>
                    </a:lnTo>
                    <a:lnTo>
                      <a:pt x="17704" y="193076"/>
                    </a:lnTo>
                    <a:lnTo>
                      <a:pt x="21944" y="194304"/>
                    </a:lnTo>
                    <a:lnTo>
                      <a:pt x="26327" y="194836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49" name="pg4741">
                <a:extLst>
                  <a:ext uri="{FF2B5EF4-FFF2-40B4-BE49-F238E27FC236}">
                    <a16:creationId xmlns:a16="http://schemas.microsoft.com/office/drawing/2014/main" id="{63B1A0D4-4258-3C89-C3D4-9054A24D3490}"/>
                  </a:ext>
                </a:extLst>
              </p:cNvPr>
              <p:cNvSpPr/>
              <p:nvPr/>
            </p:nvSpPr>
            <p:spPr>
              <a:xfrm>
                <a:off x="2195736" y="2492896"/>
                <a:ext cx="792088" cy="194858"/>
              </a:xfrm>
              <a:custGeom>
                <a:avLst/>
                <a:gdLst/>
                <a:ahLst/>
                <a:cxnLst/>
                <a:rect l="0" t="0" r="0" b="0"/>
                <a:pathLst>
                  <a:path w="570585" h="194858">
                    <a:moveTo>
                      <a:pt x="27431" y="194858"/>
                    </a:moveTo>
                    <a:lnTo>
                      <a:pt x="543153" y="194858"/>
                    </a:lnTo>
                    <a:lnTo>
                      <a:pt x="542049" y="194836"/>
                    </a:lnTo>
                    <a:lnTo>
                      <a:pt x="546460" y="194658"/>
                    </a:lnTo>
                    <a:lnTo>
                      <a:pt x="550785" y="193775"/>
                    </a:lnTo>
                    <a:lnTo>
                      <a:pt x="554913" y="192210"/>
                    </a:lnTo>
                    <a:lnTo>
                      <a:pt x="558736" y="190002"/>
                    </a:lnTo>
                    <a:lnTo>
                      <a:pt x="562156" y="187210"/>
                    </a:lnTo>
                    <a:lnTo>
                      <a:pt x="565083" y="183906"/>
                    </a:lnTo>
                    <a:lnTo>
                      <a:pt x="567443" y="180174"/>
                    </a:lnTo>
                    <a:lnTo>
                      <a:pt x="569173" y="176113"/>
                    </a:lnTo>
                    <a:lnTo>
                      <a:pt x="570230" y="171827"/>
                    </a:lnTo>
                    <a:lnTo>
                      <a:pt x="570585" y="167426"/>
                    </a:lnTo>
                    <a:lnTo>
                      <a:pt x="570585" y="27431"/>
                    </a:lnTo>
                    <a:lnTo>
                      <a:pt x="570230" y="23031"/>
                    </a:lnTo>
                    <a:lnTo>
                      <a:pt x="569173" y="18745"/>
                    </a:lnTo>
                    <a:lnTo>
                      <a:pt x="567443" y="14683"/>
                    </a:lnTo>
                    <a:lnTo>
                      <a:pt x="565083" y="10952"/>
                    </a:lnTo>
                    <a:lnTo>
                      <a:pt x="562156" y="7647"/>
                    </a:lnTo>
                    <a:lnTo>
                      <a:pt x="558736" y="4855"/>
                    </a:lnTo>
                    <a:lnTo>
                      <a:pt x="554913" y="2648"/>
                    </a:lnTo>
                    <a:lnTo>
                      <a:pt x="550785" y="1083"/>
                    </a:lnTo>
                    <a:lnTo>
                      <a:pt x="546460" y="200"/>
                    </a:lnTo>
                    <a:lnTo>
                      <a:pt x="543153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5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1"/>
                    </a:lnTo>
                    <a:lnTo>
                      <a:pt x="0" y="167426"/>
                    </a:lnTo>
                    <a:lnTo>
                      <a:pt x="88" y="165219"/>
                    </a:lnTo>
                    <a:lnTo>
                      <a:pt x="88" y="169633"/>
                    </a:lnTo>
                    <a:lnTo>
                      <a:pt x="797" y="173991"/>
                    </a:lnTo>
                    <a:lnTo>
                      <a:pt x="2195" y="178179"/>
                    </a:lnTo>
                    <a:lnTo>
                      <a:pt x="4246" y="182088"/>
                    </a:lnTo>
                    <a:lnTo>
                      <a:pt x="6898" y="185617"/>
                    </a:lnTo>
                    <a:lnTo>
                      <a:pt x="10082" y="188675"/>
                    </a:lnTo>
                    <a:lnTo>
                      <a:pt x="13715" y="191183"/>
                    </a:lnTo>
                    <a:lnTo>
                      <a:pt x="17704" y="193076"/>
                    </a:lnTo>
                    <a:lnTo>
                      <a:pt x="21944" y="194304"/>
                    </a:lnTo>
                    <a:lnTo>
                      <a:pt x="26327" y="194836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 dirty="0"/>
              </a:p>
            </p:txBody>
          </p:sp>
          <p:sp>
            <p:nvSpPr>
              <p:cNvPr id="4750" name="tx4744">
                <a:extLst>
                  <a:ext uri="{FF2B5EF4-FFF2-40B4-BE49-F238E27FC236}">
                    <a16:creationId xmlns:a16="http://schemas.microsoft.com/office/drawing/2014/main" id="{D13D007D-D109-4B9E-4F26-063483D9EAD9}"/>
                  </a:ext>
                </a:extLst>
              </p:cNvPr>
              <p:cNvSpPr/>
              <p:nvPr/>
            </p:nvSpPr>
            <p:spPr>
              <a:xfrm>
                <a:off x="2630973" y="1643400"/>
                <a:ext cx="626638" cy="103418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365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S1</a:t>
                </a:r>
                <a:r>
                  <a:rPr lang="en-US" sz="1365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-</a:t>
                </a:r>
                <a:r>
                  <a:rPr sz="1365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LOLA</a:t>
                </a:r>
              </a:p>
            </p:txBody>
          </p:sp>
          <p:sp>
            <p:nvSpPr>
              <p:cNvPr id="4751" name="tx4746">
                <a:extLst>
                  <a:ext uri="{FF2B5EF4-FFF2-40B4-BE49-F238E27FC236}">
                    <a16:creationId xmlns:a16="http://schemas.microsoft.com/office/drawing/2014/main" id="{6EEFA3E3-1835-6DFD-568D-66C83F695D35}"/>
                  </a:ext>
                </a:extLst>
              </p:cNvPr>
              <p:cNvSpPr/>
              <p:nvPr/>
            </p:nvSpPr>
            <p:spPr>
              <a:xfrm>
                <a:off x="2555777" y="1957430"/>
                <a:ext cx="720079" cy="103418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365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S2</a:t>
                </a:r>
                <a:r>
                  <a:rPr lang="en-US" sz="1365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-</a:t>
                </a:r>
                <a:r>
                  <a:rPr sz="1365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DEBY</a:t>
                </a:r>
              </a:p>
            </p:txBody>
          </p:sp>
          <p:sp>
            <p:nvSpPr>
              <p:cNvPr id="4752" name="tx4742">
                <a:extLst>
                  <a:ext uri="{FF2B5EF4-FFF2-40B4-BE49-F238E27FC236}">
                    <a16:creationId xmlns:a16="http://schemas.microsoft.com/office/drawing/2014/main" id="{F418AC82-4774-1DA9-254F-CFDB76E27B6C}"/>
                  </a:ext>
                </a:extLst>
              </p:cNvPr>
              <p:cNvSpPr/>
              <p:nvPr/>
            </p:nvSpPr>
            <p:spPr>
              <a:xfrm>
                <a:off x="2796711" y="2245462"/>
                <a:ext cx="551153" cy="103418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365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W4</a:t>
                </a:r>
                <a:r>
                  <a:rPr lang="en-US" sz="1365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-</a:t>
                </a:r>
                <a:r>
                  <a:rPr sz="1365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VA</a:t>
                </a:r>
              </a:p>
            </p:txBody>
          </p:sp>
          <p:sp>
            <p:nvSpPr>
              <p:cNvPr id="4753" name="tx4742">
                <a:extLst>
                  <a:ext uri="{FF2B5EF4-FFF2-40B4-BE49-F238E27FC236}">
                    <a16:creationId xmlns:a16="http://schemas.microsoft.com/office/drawing/2014/main" id="{24CEF923-1BCA-43E2-FD2E-4A0BAF96C326}"/>
                  </a:ext>
                </a:extLst>
              </p:cNvPr>
              <p:cNvSpPr/>
              <p:nvPr/>
            </p:nvSpPr>
            <p:spPr>
              <a:xfrm>
                <a:off x="2316203" y="2538616"/>
                <a:ext cx="551153" cy="103418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lang="en-US" sz="1365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York River</a:t>
                </a:r>
                <a:endParaRPr sz="1365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endParaRPr>
              </a:p>
            </p:txBody>
          </p:sp>
        </p:grpSp>
        <p:sp>
          <p:nvSpPr>
            <p:cNvPr id="4730" name="tx4057">
              <a:extLst>
                <a:ext uri="{FF2B5EF4-FFF2-40B4-BE49-F238E27FC236}">
                  <a16:creationId xmlns:a16="http://schemas.microsoft.com/office/drawing/2014/main" id="{6DBA7AC0-98D8-4516-D26C-EF6A2A529B34}"/>
                </a:ext>
              </a:extLst>
            </p:cNvPr>
            <p:cNvSpPr/>
            <p:nvPr/>
          </p:nvSpPr>
          <p:spPr>
            <a:xfrm>
              <a:off x="3342731" y="1408553"/>
              <a:ext cx="1863303" cy="21823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2520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</a:t>
              </a:r>
              <a:r>
                <a:rPr lang="en-US" sz="2520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</a:t>
              </a:r>
              <a:r>
                <a:rPr sz="2520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) Predicted </a:t>
              </a:r>
            </a:p>
          </p:txBody>
        </p:sp>
        <p:sp>
          <p:nvSpPr>
            <p:cNvPr id="4731" name="tx4067">
              <a:extLst>
                <a:ext uri="{FF2B5EF4-FFF2-40B4-BE49-F238E27FC236}">
                  <a16:creationId xmlns:a16="http://schemas.microsoft.com/office/drawing/2014/main" id="{0C6BFCFA-22DC-455E-64C7-0CF698FC5796}"/>
                </a:ext>
              </a:extLst>
            </p:cNvPr>
            <p:cNvSpPr/>
            <p:nvPr/>
          </p:nvSpPr>
          <p:spPr>
            <a:xfrm>
              <a:off x="6575782" y="1416806"/>
              <a:ext cx="1794385" cy="21823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2520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to </a:t>
              </a:r>
              <a:r>
                <a:rPr lang="en-US" sz="2520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York River</a:t>
              </a:r>
              <a:endParaRPr sz="2520" dirty="0">
                <a:solidFill>
                  <a:srgbClr val="000000">
                    <a:alpha val="100000"/>
                  </a:srgbClr>
                </a:solidFill>
                <a:latin typeface="Arial"/>
                <a:cs typeface="Arial"/>
              </a:endParaRPr>
            </a:p>
          </p:txBody>
        </p:sp>
        <p:grpSp>
          <p:nvGrpSpPr>
            <p:cNvPr id="4732" name="Group 4731">
              <a:extLst>
                <a:ext uri="{FF2B5EF4-FFF2-40B4-BE49-F238E27FC236}">
                  <a16:creationId xmlns:a16="http://schemas.microsoft.com/office/drawing/2014/main" id="{650C41CF-DC16-AD13-6F8D-BEED3816EB91}"/>
                </a:ext>
              </a:extLst>
            </p:cNvPr>
            <p:cNvGrpSpPr/>
            <p:nvPr/>
          </p:nvGrpSpPr>
          <p:grpSpPr>
            <a:xfrm>
              <a:off x="5377148" y="1410686"/>
              <a:ext cx="1102812" cy="279280"/>
              <a:chOff x="5401728" y="1038703"/>
              <a:chExt cx="830985" cy="279280"/>
            </a:xfrm>
          </p:grpSpPr>
          <p:sp>
            <p:nvSpPr>
              <p:cNvPr id="4733" name="tx4060">
                <a:extLst>
                  <a:ext uri="{FF2B5EF4-FFF2-40B4-BE49-F238E27FC236}">
                    <a16:creationId xmlns:a16="http://schemas.microsoft.com/office/drawing/2014/main" id="{DD54F0AD-F245-DE12-B9D9-CE1356BC494E}"/>
                  </a:ext>
                </a:extLst>
              </p:cNvPr>
              <p:cNvSpPr/>
              <p:nvPr/>
            </p:nvSpPr>
            <p:spPr>
              <a:xfrm>
                <a:off x="5401728" y="1038703"/>
                <a:ext cx="380252" cy="223142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lang="en-US" sz="2520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GF</a:t>
                </a:r>
                <a:endParaRPr sz="2520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endParaRPr>
              </a:p>
            </p:txBody>
          </p:sp>
          <p:sp>
            <p:nvSpPr>
              <p:cNvPr id="4734" name="tx4061">
                <a:extLst>
                  <a:ext uri="{FF2B5EF4-FFF2-40B4-BE49-F238E27FC236}">
                    <a16:creationId xmlns:a16="http://schemas.microsoft.com/office/drawing/2014/main" id="{B646E900-C80B-57A8-EE86-43CDDBA9C9B9}"/>
                  </a:ext>
                </a:extLst>
              </p:cNvPr>
              <p:cNvSpPr/>
              <p:nvPr/>
            </p:nvSpPr>
            <p:spPr>
              <a:xfrm>
                <a:off x="5781985" y="1164544"/>
                <a:ext cx="118628" cy="152643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512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o</a:t>
                </a:r>
              </a:p>
            </p:txBody>
          </p:sp>
          <p:sp>
            <p:nvSpPr>
              <p:cNvPr id="4735" name="tx4062">
                <a:extLst>
                  <a:ext uri="{FF2B5EF4-FFF2-40B4-BE49-F238E27FC236}">
                    <a16:creationId xmlns:a16="http://schemas.microsoft.com/office/drawing/2014/main" id="{5C64CA70-1171-9B43-F3DE-D4A5F1BFBC2B}"/>
                  </a:ext>
                </a:extLst>
              </p:cNvPr>
              <p:cNvSpPr/>
              <p:nvPr/>
            </p:nvSpPr>
            <p:spPr>
              <a:xfrm>
                <a:off x="5873249" y="1163741"/>
                <a:ext cx="59252" cy="152643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512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f</a:t>
                </a:r>
              </a:p>
            </p:txBody>
          </p:sp>
          <p:sp>
            <p:nvSpPr>
              <p:cNvPr id="4736" name="tx4063">
                <a:extLst>
                  <a:ext uri="{FF2B5EF4-FFF2-40B4-BE49-F238E27FC236}">
                    <a16:creationId xmlns:a16="http://schemas.microsoft.com/office/drawing/2014/main" id="{60576836-D94F-CFBC-7B4B-B85B89F01F8C}"/>
                  </a:ext>
                </a:extLst>
              </p:cNvPr>
              <p:cNvSpPr/>
              <p:nvPr/>
            </p:nvSpPr>
            <p:spPr>
              <a:xfrm>
                <a:off x="5924911" y="1163741"/>
                <a:ext cx="59252" cy="152643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512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f</a:t>
                </a:r>
              </a:p>
            </p:txBody>
          </p:sp>
          <p:sp>
            <p:nvSpPr>
              <p:cNvPr id="4737" name="tx4064">
                <a:extLst>
                  <a:ext uri="{FF2B5EF4-FFF2-40B4-BE49-F238E27FC236}">
                    <a16:creationId xmlns:a16="http://schemas.microsoft.com/office/drawing/2014/main" id="{FBCDF703-CF61-4C8A-82BD-D0F61C9C8DFA}"/>
                  </a:ext>
                </a:extLst>
              </p:cNvPr>
              <p:cNvSpPr/>
              <p:nvPr/>
            </p:nvSpPr>
            <p:spPr>
              <a:xfrm>
                <a:off x="5967422" y="1163741"/>
                <a:ext cx="106680" cy="152643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512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s</a:t>
                </a:r>
              </a:p>
            </p:txBody>
          </p:sp>
          <p:sp>
            <p:nvSpPr>
              <p:cNvPr id="4738" name="tx4065">
                <a:extLst>
                  <a:ext uri="{FF2B5EF4-FFF2-40B4-BE49-F238E27FC236}">
                    <a16:creationId xmlns:a16="http://schemas.microsoft.com/office/drawing/2014/main" id="{328F0CF3-2F0D-124E-A3A5-221B99378C6B}"/>
                  </a:ext>
                </a:extLst>
              </p:cNvPr>
              <p:cNvSpPr/>
              <p:nvPr/>
            </p:nvSpPr>
            <p:spPr>
              <a:xfrm>
                <a:off x="6023920" y="1165340"/>
                <a:ext cx="169160" cy="152643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512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e</a:t>
                </a:r>
              </a:p>
            </p:txBody>
          </p:sp>
          <p:sp>
            <p:nvSpPr>
              <p:cNvPr id="4754" name="tx4066">
                <a:extLst>
                  <a:ext uri="{FF2B5EF4-FFF2-40B4-BE49-F238E27FC236}">
                    <a16:creationId xmlns:a16="http://schemas.microsoft.com/office/drawing/2014/main" id="{B935C718-A597-A084-AB30-3FFF424C7D53}"/>
                  </a:ext>
                </a:extLst>
              </p:cNvPr>
              <p:cNvSpPr/>
              <p:nvPr/>
            </p:nvSpPr>
            <p:spPr>
              <a:xfrm>
                <a:off x="6112820" y="1163741"/>
                <a:ext cx="119893" cy="152643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512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t</a:t>
                </a:r>
              </a:p>
            </p:txBody>
          </p:sp>
        </p:grp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/>
          <p:cNvGrpSpPr/>
          <p:nvPr/>
        </p:nvGrpSpPr>
        <p:grpSpPr>
          <a:xfrm>
            <a:off x="1783080" y="938412"/>
            <a:ext cx="7132320" cy="4547988"/>
            <a:chOff x="914400" y="782010"/>
            <a:chExt cx="5943600" cy="3789990"/>
          </a:xfrm>
        </p:grpSpPr>
        <p:sp>
          <p:nvSpPr>
            <p:cNvPr id="3" name="rc3"/>
            <p:cNvSpPr/>
            <p:nvPr/>
          </p:nvSpPr>
          <p:spPr>
            <a:xfrm>
              <a:off x="914400" y="914400"/>
              <a:ext cx="5943600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" name="rc4"/>
            <p:cNvSpPr/>
            <p:nvPr/>
          </p:nvSpPr>
          <p:spPr>
            <a:xfrm>
              <a:off x="1279047" y="914400"/>
              <a:ext cx="5214304" cy="36575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" name="rc5"/>
            <p:cNvSpPr/>
            <p:nvPr/>
          </p:nvSpPr>
          <p:spPr>
            <a:xfrm>
              <a:off x="1348636" y="983989"/>
              <a:ext cx="5075126" cy="351842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" name="rc6"/>
            <p:cNvSpPr/>
            <p:nvPr/>
          </p:nvSpPr>
          <p:spPr>
            <a:xfrm>
              <a:off x="1894852" y="1581921"/>
              <a:ext cx="3248917" cy="2518749"/>
            </a:xfrm>
            <a:prstGeom prst="rect">
              <a:avLst/>
            </a:prstGeom>
            <a:solidFill>
              <a:srgbClr val="F0F8FF">
                <a:alpha val="100000"/>
              </a:srgbClr>
            </a:solidFill>
          </p:spPr>
          <p:txBody>
            <a:bodyPr/>
            <a:lstStyle/>
            <a:p>
              <a:endParaRPr sz="3085"/>
            </a:p>
          </p:txBody>
        </p:sp>
        <p:sp>
          <p:nvSpPr>
            <p:cNvPr id="7" name="pl7"/>
            <p:cNvSpPr/>
            <p:nvPr/>
          </p:nvSpPr>
          <p:spPr>
            <a:xfrm>
              <a:off x="2200904" y="1581921"/>
              <a:ext cx="0" cy="2518749"/>
            </a:xfrm>
            <a:custGeom>
              <a:avLst/>
              <a:gdLst/>
              <a:ahLst/>
              <a:cxnLst/>
              <a:rect l="0" t="0" r="0" b="0"/>
              <a:pathLst>
                <a:path h="2518749">
                  <a:moveTo>
                    <a:pt x="0" y="2518749"/>
                  </a:moveTo>
                  <a:lnTo>
                    <a:pt x="0" y="2505643"/>
                  </a:lnTo>
                  <a:lnTo>
                    <a:pt x="0" y="2476156"/>
                  </a:lnTo>
                  <a:lnTo>
                    <a:pt x="0" y="2446668"/>
                  </a:lnTo>
                  <a:lnTo>
                    <a:pt x="0" y="2417180"/>
                  </a:lnTo>
                  <a:lnTo>
                    <a:pt x="0" y="2387693"/>
                  </a:lnTo>
                  <a:lnTo>
                    <a:pt x="0" y="2358205"/>
                  </a:lnTo>
                  <a:lnTo>
                    <a:pt x="0" y="2328717"/>
                  </a:lnTo>
                  <a:lnTo>
                    <a:pt x="0" y="2299230"/>
                  </a:lnTo>
                  <a:lnTo>
                    <a:pt x="0" y="2269742"/>
                  </a:lnTo>
                  <a:lnTo>
                    <a:pt x="0" y="2240254"/>
                  </a:lnTo>
                  <a:lnTo>
                    <a:pt x="0" y="2210767"/>
                  </a:lnTo>
                  <a:lnTo>
                    <a:pt x="0" y="2181279"/>
                  </a:lnTo>
                  <a:lnTo>
                    <a:pt x="0" y="2151791"/>
                  </a:lnTo>
                  <a:lnTo>
                    <a:pt x="0" y="2122304"/>
                  </a:lnTo>
                  <a:lnTo>
                    <a:pt x="0" y="2092816"/>
                  </a:lnTo>
                  <a:lnTo>
                    <a:pt x="0" y="2063328"/>
                  </a:lnTo>
                  <a:lnTo>
                    <a:pt x="0" y="2033841"/>
                  </a:lnTo>
                  <a:lnTo>
                    <a:pt x="0" y="2004353"/>
                  </a:lnTo>
                  <a:lnTo>
                    <a:pt x="0" y="1974865"/>
                  </a:lnTo>
                  <a:lnTo>
                    <a:pt x="0" y="1945378"/>
                  </a:lnTo>
                  <a:lnTo>
                    <a:pt x="0" y="1915890"/>
                  </a:lnTo>
                  <a:lnTo>
                    <a:pt x="0" y="1886402"/>
                  </a:lnTo>
                  <a:lnTo>
                    <a:pt x="0" y="1856915"/>
                  </a:lnTo>
                  <a:lnTo>
                    <a:pt x="0" y="1827427"/>
                  </a:lnTo>
                  <a:lnTo>
                    <a:pt x="0" y="1797939"/>
                  </a:lnTo>
                  <a:lnTo>
                    <a:pt x="0" y="1768452"/>
                  </a:lnTo>
                  <a:lnTo>
                    <a:pt x="0" y="1738964"/>
                  </a:lnTo>
                  <a:lnTo>
                    <a:pt x="0" y="1709476"/>
                  </a:lnTo>
                  <a:lnTo>
                    <a:pt x="0" y="1679989"/>
                  </a:lnTo>
                  <a:lnTo>
                    <a:pt x="0" y="1650501"/>
                  </a:lnTo>
                  <a:lnTo>
                    <a:pt x="0" y="1621013"/>
                  </a:lnTo>
                  <a:lnTo>
                    <a:pt x="0" y="1591525"/>
                  </a:lnTo>
                  <a:lnTo>
                    <a:pt x="0" y="1562038"/>
                  </a:lnTo>
                  <a:lnTo>
                    <a:pt x="0" y="1532550"/>
                  </a:lnTo>
                  <a:lnTo>
                    <a:pt x="0" y="1503062"/>
                  </a:lnTo>
                  <a:lnTo>
                    <a:pt x="0" y="1473575"/>
                  </a:lnTo>
                  <a:lnTo>
                    <a:pt x="0" y="1444087"/>
                  </a:lnTo>
                  <a:lnTo>
                    <a:pt x="0" y="1414599"/>
                  </a:lnTo>
                  <a:lnTo>
                    <a:pt x="0" y="1385112"/>
                  </a:lnTo>
                  <a:lnTo>
                    <a:pt x="0" y="1355624"/>
                  </a:lnTo>
                  <a:lnTo>
                    <a:pt x="0" y="1326136"/>
                  </a:lnTo>
                  <a:lnTo>
                    <a:pt x="0" y="1296649"/>
                  </a:lnTo>
                  <a:lnTo>
                    <a:pt x="0" y="1267161"/>
                  </a:lnTo>
                  <a:lnTo>
                    <a:pt x="0" y="1237673"/>
                  </a:lnTo>
                  <a:lnTo>
                    <a:pt x="0" y="1208186"/>
                  </a:lnTo>
                  <a:lnTo>
                    <a:pt x="0" y="1178698"/>
                  </a:lnTo>
                  <a:lnTo>
                    <a:pt x="0" y="1149210"/>
                  </a:lnTo>
                  <a:lnTo>
                    <a:pt x="0" y="1119723"/>
                  </a:lnTo>
                  <a:lnTo>
                    <a:pt x="0" y="1090235"/>
                  </a:lnTo>
                  <a:lnTo>
                    <a:pt x="0" y="1060747"/>
                  </a:lnTo>
                  <a:lnTo>
                    <a:pt x="0" y="1031260"/>
                  </a:lnTo>
                  <a:lnTo>
                    <a:pt x="0" y="1001772"/>
                  </a:lnTo>
                  <a:lnTo>
                    <a:pt x="0" y="972284"/>
                  </a:lnTo>
                  <a:lnTo>
                    <a:pt x="0" y="942797"/>
                  </a:lnTo>
                  <a:lnTo>
                    <a:pt x="0" y="913309"/>
                  </a:lnTo>
                  <a:lnTo>
                    <a:pt x="0" y="883821"/>
                  </a:lnTo>
                  <a:lnTo>
                    <a:pt x="0" y="854334"/>
                  </a:lnTo>
                  <a:lnTo>
                    <a:pt x="0" y="824846"/>
                  </a:lnTo>
                  <a:lnTo>
                    <a:pt x="0" y="795358"/>
                  </a:lnTo>
                  <a:lnTo>
                    <a:pt x="0" y="765871"/>
                  </a:lnTo>
                  <a:lnTo>
                    <a:pt x="0" y="736383"/>
                  </a:lnTo>
                  <a:lnTo>
                    <a:pt x="0" y="706895"/>
                  </a:lnTo>
                  <a:lnTo>
                    <a:pt x="0" y="677408"/>
                  </a:lnTo>
                  <a:lnTo>
                    <a:pt x="0" y="647920"/>
                  </a:lnTo>
                  <a:lnTo>
                    <a:pt x="0" y="618432"/>
                  </a:lnTo>
                  <a:lnTo>
                    <a:pt x="0" y="588945"/>
                  </a:lnTo>
                  <a:lnTo>
                    <a:pt x="0" y="559457"/>
                  </a:lnTo>
                  <a:lnTo>
                    <a:pt x="0" y="529969"/>
                  </a:lnTo>
                  <a:lnTo>
                    <a:pt x="0" y="500481"/>
                  </a:lnTo>
                  <a:lnTo>
                    <a:pt x="0" y="470994"/>
                  </a:lnTo>
                  <a:lnTo>
                    <a:pt x="0" y="441506"/>
                  </a:lnTo>
                  <a:lnTo>
                    <a:pt x="0" y="412018"/>
                  </a:lnTo>
                  <a:lnTo>
                    <a:pt x="0" y="382531"/>
                  </a:lnTo>
                  <a:lnTo>
                    <a:pt x="0" y="353043"/>
                  </a:lnTo>
                  <a:lnTo>
                    <a:pt x="0" y="323555"/>
                  </a:lnTo>
                  <a:lnTo>
                    <a:pt x="0" y="294068"/>
                  </a:lnTo>
                  <a:lnTo>
                    <a:pt x="0" y="264580"/>
                  </a:lnTo>
                  <a:lnTo>
                    <a:pt x="0" y="235092"/>
                  </a:lnTo>
                  <a:lnTo>
                    <a:pt x="0" y="205605"/>
                  </a:lnTo>
                  <a:lnTo>
                    <a:pt x="0" y="176117"/>
                  </a:lnTo>
                  <a:lnTo>
                    <a:pt x="0" y="146629"/>
                  </a:lnTo>
                  <a:lnTo>
                    <a:pt x="0" y="117142"/>
                  </a:lnTo>
                  <a:lnTo>
                    <a:pt x="0" y="87654"/>
                  </a:lnTo>
                  <a:lnTo>
                    <a:pt x="0" y="58166"/>
                  </a:lnTo>
                  <a:lnTo>
                    <a:pt x="0" y="28679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" name="pl8"/>
            <p:cNvSpPr/>
            <p:nvPr/>
          </p:nvSpPr>
          <p:spPr>
            <a:xfrm>
              <a:off x="2596838" y="1581921"/>
              <a:ext cx="0" cy="2518749"/>
            </a:xfrm>
            <a:custGeom>
              <a:avLst/>
              <a:gdLst/>
              <a:ahLst/>
              <a:cxnLst/>
              <a:rect l="0" t="0" r="0" b="0"/>
              <a:pathLst>
                <a:path h="2518749">
                  <a:moveTo>
                    <a:pt x="0" y="2518749"/>
                  </a:moveTo>
                  <a:lnTo>
                    <a:pt x="0" y="2505643"/>
                  </a:lnTo>
                  <a:lnTo>
                    <a:pt x="0" y="2476156"/>
                  </a:lnTo>
                  <a:lnTo>
                    <a:pt x="0" y="2446668"/>
                  </a:lnTo>
                  <a:lnTo>
                    <a:pt x="0" y="2417180"/>
                  </a:lnTo>
                  <a:lnTo>
                    <a:pt x="0" y="2387693"/>
                  </a:lnTo>
                  <a:lnTo>
                    <a:pt x="0" y="2358205"/>
                  </a:lnTo>
                  <a:lnTo>
                    <a:pt x="0" y="2328717"/>
                  </a:lnTo>
                  <a:lnTo>
                    <a:pt x="0" y="2299230"/>
                  </a:lnTo>
                  <a:lnTo>
                    <a:pt x="0" y="2269742"/>
                  </a:lnTo>
                  <a:lnTo>
                    <a:pt x="0" y="2240254"/>
                  </a:lnTo>
                  <a:lnTo>
                    <a:pt x="0" y="2210767"/>
                  </a:lnTo>
                  <a:lnTo>
                    <a:pt x="0" y="2181279"/>
                  </a:lnTo>
                  <a:lnTo>
                    <a:pt x="0" y="2151791"/>
                  </a:lnTo>
                  <a:lnTo>
                    <a:pt x="0" y="2122304"/>
                  </a:lnTo>
                  <a:lnTo>
                    <a:pt x="0" y="2092816"/>
                  </a:lnTo>
                  <a:lnTo>
                    <a:pt x="0" y="2063328"/>
                  </a:lnTo>
                  <a:lnTo>
                    <a:pt x="0" y="2033841"/>
                  </a:lnTo>
                  <a:lnTo>
                    <a:pt x="0" y="2004353"/>
                  </a:lnTo>
                  <a:lnTo>
                    <a:pt x="0" y="1974865"/>
                  </a:lnTo>
                  <a:lnTo>
                    <a:pt x="0" y="1945378"/>
                  </a:lnTo>
                  <a:lnTo>
                    <a:pt x="0" y="1915890"/>
                  </a:lnTo>
                  <a:lnTo>
                    <a:pt x="0" y="1886402"/>
                  </a:lnTo>
                  <a:lnTo>
                    <a:pt x="0" y="1856915"/>
                  </a:lnTo>
                  <a:lnTo>
                    <a:pt x="0" y="1827427"/>
                  </a:lnTo>
                  <a:lnTo>
                    <a:pt x="0" y="1797939"/>
                  </a:lnTo>
                  <a:lnTo>
                    <a:pt x="0" y="1768452"/>
                  </a:lnTo>
                  <a:lnTo>
                    <a:pt x="0" y="1738964"/>
                  </a:lnTo>
                  <a:lnTo>
                    <a:pt x="0" y="1709476"/>
                  </a:lnTo>
                  <a:lnTo>
                    <a:pt x="0" y="1679989"/>
                  </a:lnTo>
                  <a:lnTo>
                    <a:pt x="0" y="1650501"/>
                  </a:lnTo>
                  <a:lnTo>
                    <a:pt x="0" y="1621013"/>
                  </a:lnTo>
                  <a:lnTo>
                    <a:pt x="0" y="1591525"/>
                  </a:lnTo>
                  <a:lnTo>
                    <a:pt x="0" y="1562038"/>
                  </a:lnTo>
                  <a:lnTo>
                    <a:pt x="0" y="1532550"/>
                  </a:lnTo>
                  <a:lnTo>
                    <a:pt x="0" y="1503062"/>
                  </a:lnTo>
                  <a:lnTo>
                    <a:pt x="0" y="1473575"/>
                  </a:lnTo>
                  <a:lnTo>
                    <a:pt x="0" y="1444087"/>
                  </a:lnTo>
                  <a:lnTo>
                    <a:pt x="0" y="1414599"/>
                  </a:lnTo>
                  <a:lnTo>
                    <a:pt x="0" y="1385112"/>
                  </a:lnTo>
                  <a:lnTo>
                    <a:pt x="0" y="1355624"/>
                  </a:lnTo>
                  <a:lnTo>
                    <a:pt x="0" y="1326136"/>
                  </a:lnTo>
                  <a:lnTo>
                    <a:pt x="0" y="1296649"/>
                  </a:lnTo>
                  <a:lnTo>
                    <a:pt x="0" y="1267161"/>
                  </a:lnTo>
                  <a:lnTo>
                    <a:pt x="0" y="1237673"/>
                  </a:lnTo>
                  <a:lnTo>
                    <a:pt x="0" y="1208186"/>
                  </a:lnTo>
                  <a:lnTo>
                    <a:pt x="0" y="1178698"/>
                  </a:lnTo>
                  <a:lnTo>
                    <a:pt x="0" y="1149210"/>
                  </a:lnTo>
                  <a:lnTo>
                    <a:pt x="0" y="1119723"/>
                  </a:lnTo>
                  <a:lnTo>
                    <a:pt x="0" y="1090235"/>
                  </a:lnTo>
                  <a:lnTo>
                    <a:pt x="0" y="1060747"/>
                  </a:lnTo>
                  <a:lnTo>
                    <a:pt x="0" y="1031260"/>
                  </a:lnTo>
                  <a:lnTo>
                    <a:pt x="0" y="1001772"/>
                  </a:lnTo>
                  <a:lnTo>
                    <a:pt x="0" y="972284"/>
                  </a:lnTo>
                  <a:lnTo>
                    <a:pt x="0" y="942797"/>
                  </a:lnTo>
                  <a:lnTo>
                    <a:pt x="0" y="913309"/>
                  </a:lnTo>
                  <a:lnTo>
                    <a:pt x="0" y="883821"/>
                  </a:lnTo>
                  <a:lnTo>
                    <a:pt x="0" y="854334"/>
                  </a:lnTo>
                  <a:lnTo>
                    <a:pt x="0" y="824846"/>
                  </a:lnTo>
                  <a:lnTo>
                    <a:pt x="0" y="795358"/>
                  </a:lnTo>
                  <a:lnTo>
                    <a:pt x="0" y="765871"/>
                  </a:lnTo>
                  <a:lnTo>
                    <a:pt x="0" y="736383"/>
                  </a:lnTo>
                  <a:lnTo>
                    <a:pt x="0" y="706895"/>
                  </a:lnTo>
                  <a:lnTo>
                    <a:pt x="0" y="677408"/>
                  </a:lnTo>
                  <a:lnTo>
                    <a:pt x="0" y="647920"/>
                  </a:lnTo>
                  <a:lnTo>
                    <a:pt x="0" y="618432"/>
                  </a:lnTo>
                  <a:lnTo>
                    <a:pt x="0" y="588945"/>
                  </a:lnTo>
                  <a:lnTo>
                    <a:pt x="0" y="559457"/>
                  </a:lnTo>
                  <a:lnTo>
                    <a:pt x="0" y="529969"/>
                  </a:lnTo>
                  <a:lnTo>
                    <a:pt x="0" y="500481"/>
                  </a:lnTo>
                  <a:lnTo>
                    <a:pt x="0" y="470994"/>
                  </a:lnTo>
                  <a:lnTo>
                    <a:pt x="0" y="441506"/>
                  </a:lnTo>
                  <a:lnTo>
                    <a:pt x="0" y="412018"/>
                  </a:lnTo>
                  <a:lnTo>
                    <a:pt x="0" y="382531"/>
                  </a:lnTo>
                  <a:lnTo>
                    <a:pt x="0" y="353043"/>
                  </a:lnTo>
                  <a:lnTo>
                    <a:pt x="0" y="323555"/>
                  </a:lnTo>
                  <a:lnTo>
                    <a:pt x="0" y="294068"/>
                  </a:lnTo>
                  <a:lnTo>
                    <a:pt x="0" y="264580"/>
                  </a:lnTo>
                  <a:lnTo>
                    <a:pt x="0" y="235092"/>
                  </a:lnTo>
                  <a:lnTo>
                    <a:pt x="0" y="205605"/>
                  </a:lnTo>
                  <a:lnTo>
                    <a:pt x="0" y="176117"/>
                  </a:lnTo>
                  <a:lnTo>
                    <a:pt x="0" y="146629"/>
                  </a:lnTo>
                  <a:lnTo>
                    <a:pt x="0" y="117142"/>
                  </a:lnTo>
                  <a:lnTo>
                    <a:pt x="0" y="87654"/>
                  </a:lnTo>
                  <a:lnTo>
                    <a:pt x="0" y="58166"/>
                  </a:lnTo>
                  <a:lnTo>
                    <a:pt x="0" y="28679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" name="pl9"/>
            <p:cNvSpPr/>
            <p:nvPr/>
          </p:nvSpPr>
          <p:spPr>
            <a:xfrm>
              <a:off x="2992773" y="1581921"/>
              <a:ext cx="0" cy="2518749"/>
            </a:xfrm>
            <a:custGeom>
              <a:avLst/>
              <a:gdLst/>
              <a:ahLst/>
              <a:cxnLst/>
              <a:rect l="0" t="0" r="0" b="0"/>
              <a:pathLst>
                <a:path h="2518749">
                  <a:moveTo>
                    <a:pt x="0" y="2518749"/>
                  </a:moveTo>
                  <a:lnTo>
                    <a:pt x="0" y="2505643"/>
                  </a:lnTo>
                  <a:lnTo>
                    <a:pt x="0" y="2476156"/>
                  </a:lnTo>
                  <a:lnTo>
                    <a:pt x="0" y="2446668"/>
                  </a:lnTo>
                  <a:lnTo>
                    <a:pt x="0" y="2417180"/>
                  </a:lnTo>
                  <a:lnTo>
                    <a:pt x="0" y="2387693"/>
                  </a:lnTo>
                  <a:lnTo>
                    <a:pt x="0" y="2358205"/>
                  </a:lnTo>
                  <a:lnTo>
                    <a:pt x="0" y="2328717"/>
                  </a:lnTo>
                  <a:lnTo>
                    <a:pt x="0" y="2299230"/>
                  </a:lnTo>
                  <a:lnTo>
                    <a:pt x="0" y="2269742"/>
                  </a:lnTo>
                  <a:lnTo>
                    <a:pt x="0" y="2240254"/>
                  </a:lnTo>
                  <a:lnTo>
                    <a:pt x="0" y="2210767"/>
                  </a:lnTo>
                  <a:lnTo>
                    <a:pt x="0" y="2181279"/>
                  </a:lnTo>
                  <a:lnTo>
                    <a:pt x="0" y="2151791"/>
                  </a:lnTo>
                  <a:lnTo>
                    <a:pt x="0" y="2122304"/>
                  </a:lnTo>
                  <a:lnTo>
                    <a:pt x="0" y="2092816"/>
                  </a:lnTo>
                  <a:lnTo>
                    <a:pt x="0" y="2063328"/>
                  </a:lnTo>
                  <a:lnTo>
                    <a:pt x="0" y="2033841"/>
                  </a:lnTo>
                  <a:lnTo>
                    <a:pt x="0" y="2004353"/>
                  </a:lnTo>
                  <a:lnTo>
                    <a:pt x="0" y="1974865"/>
                  </a:lnTo>
                  <a:lnTo>
                    <a:pt x="0" y="1945378"/>
                  </a:lnTo>
                  <a:lnTo>
                    <a:pt x="0" y="1915890"/>
                  </a:lnTo>
                  <a:lnTo>
                    <a:pt x="0" y="1886402"/>
                  </a:lnTo>
                  <a:lnTo>
                    <a:pt x="0" y="1856915"/>
                  </a:lnTo>
                  <a:lnTo>
                    <a:pt x="0" y="1827427"/>
                  </a:lnTo>
                  <a:lnTo>
                    <a:pt x="0" y="1797939"/>
                  </a:lnTo>
                  <a:lnTo>
                    <a:pt x="0" y="1768452"/>
                  </a:lnTo>
                  <a:lnTo>
                    <a:pt x="0" y="1738964"/>
                  </a:lnTo>
                  <a:lnTo>
                    <a:pt x="0" y="1709476"/>
                  </a:lnTo>
                  <a:lnTo>
                    <a:pt x="0" y="1679989"/>
                  </a:lnTo>
                  <a:lnTo>
                    <a:pt x="0" y="1650501"/>
                  </a:lnTo>
                  <a:lnTo>
                    <a:pt x="0" y="1621013"/>
                  </a:lnTo>
                  <a:lnTo>
                    <a:pt x="0" y="1591525"/>
                  </a:lnTo>
                  <a:lnTo>
                    <a:pt x="0" y="1562038"/>
                  </a:lnTo>
                  <a:lnTo>
                    <a:pt x="0" y="1532550"/>
                  </a:lnTo>
                  <a:lnTo>
                    <a:pt x="0" y="1503062"/>
                  </a:lnTo>
                  <a:lnTo>
                    <a:pt x="0" y="1473575"/>
                  </a:lnTo>
                  <a:lnTo>
                    <a:pt x="0" y="1444087"/>
                  </a:lnTo>
                  <a:lnTo>
                    <a:pt x="0" y="1414599"/>
                  </a:lnTo>
                  <a:lnTo>
                    <a:pt x="0" y="1385112"/>
                  </a:lnTo>
                  <a:lnTo>
                    <a:pt x="0" y="1355624"/>
                  </a:lnTo>
                  <a:lnTo>
                    <a:pt x="0" y="1326136"/>
                  </a:lnTo>
                  <a:lnTo>
                    <a:pt x="0" y="1296649"/>
                  </a:lnTo>
                  <a:lnTo>
                    <a:pt x="0" y="1267161"/>
                  </a:lnTo>
                  <a:lnTo>
                    <a:pt x="0" y="1237673"/>
                  </a:lnTo>
                  <a:lnTo>
                    <a:pt x="0" y="1208186"/>
                  </a:lnTo>
                  <a:lnTo>
                    <a:pt x="0" y="1178698"/>
                  </a:lnTo>
                  <a:lnTo>
                    <a:pt x="0" y="1149210"/>
                  </a:lnTo>
                  <a:lnTo>
                    <a:pt x="0" y="1119723"/>
                  </a:lnTo>
                  <a:lnTo>
                    <a:pt x="0" y="1090235"/>
                  </a:lnTo>
                  <a:lnTo>
                    <a:pt x="0" y="1060747"/>
                  </a:lnTo>
                  <a:lnTo>
                    <a:pt x="0" y="1031260"/>
                  </a:lnTo>
                  <a:lnTo>
                    <a:pt x="0" y="1001772"/>
                  </a:lnTo>
                  <a:lnTo>
                    <a:pt x="0" y="972284"/>
                  </a:lnTo>
                  <a:lnTo>
                    <a:pt x="0" y="942797"/>
                  </a:lnTo>
                  <a:lnTo>
                    <a:pt x="0" y="913309"/>
                  </a:lnTo>
                  <a:lnTo>
                    <a:pt x="0" y="883821"/>
                  </a:lnTo>
                  <a:lnTo>
                    <a:pt x="0" y="854334"/>
                  </a:lnTo>
                  <a:lnTo>
                    <a:pt x="0" y="824846"/>
                  </a:lnTo>
                  <a:lnTo>
                    <a:pt x="0" y="795358"/>
                  </a:lnTo>
                  <a:lnTo>
                    <a:pt x="0" y="765871"/>
                  </a:lnTo>
                  <a:lnTo>
                    <a:pt x="0" y="736383"/>
                  </a:lnTo>
                  <a:lnTo>
                    <a:pt x="0" y="706895"/>
                  </a:lnTo>
                  <a:lnTo>
                    <a:pt x="0" y="677408"/>
                  </a:lnTo>
                  <a:lnTo>
                    <a:pt x="0" y="647920"/>
                  </a:lnTo>
                  <a:lnTo>
                    <a:pt x="0" y="618432"/>
                  </a:lnTo>
                  <a:lnTo>
                    <a:pt x="0" y="588945"/>
                  </a:lnTo>
                  <a:lnTo>
                    <a:pt x="0" y="559457"/>
                  </a:lnTo>
                  <a:lnTo>
                    <a:pt x="0" y="529969"/>
                  </a:lnTo>
                  <a:lnTo>
                    <a:pt x="0" y="500481"/>
                  </a:lnTo>
                  <a:lnTo>
                    <a:pt x="0" y="470994"/>
                  </a:lnTo>
                  <a:lnTo>
                    <a:pt x="0" y="441506"/>
                  </a:lnTo>
                  <a:lnTo>
                    <a:pt x="0" y="412018"/>
                  </a:lnTo>
                  <a:lnTo>
                    <a:pt x="0" y="382531"/>
                  </a:lnTo>
                  <a:lnTo>
                    <a:pt x="0" y="353043"/>
                  </a:lnTo>
                  <a:lnTo>
                    <a:pt x="0" y="323555"/>
                  </a:lnTo>
                  <a:lnTo>
                    <a:pt x="0" y="294068"/>
                  </a:lnTo>
                  <a:lnTo>
                    <a:pt x="0" y="264580"/>
                  </a:lnTo>
                  <a:lnTo>
                    <a:pt x="0" y="235092"/>
                  </a:lnTo>
                  <a:lnTo>
                    <a:pt x="0" y="205605"/>
                  </a:lnTo>
                  <a:lnTo>
                    <a:pt x="0" y="176117"/>
                  </a:lnTo>
                  <a:lnTo>
                    <a:pt x="0" y="146629"/>
                  </a:lnTo>
                  <a:lnTo>
                    <a:pt x="0" y="117142"/>
                  </a:lnTo>
                  <a:lnTo>
                    <a:pt x="0" y="87654"/>
                  </a:lnTo>
                  <a:lnTo>
                    <a:pt x="0" y="58166"/>
                  </a:lnTo>
                  <a:lnTo>
                    <a:pt x="0" y="28679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" name="pl10"/>
            <p:cNvSpPr/>
            <p:nvPr/>
          </p:nvSpPr>
          <p:spPr>
            <a:xfrm>
              <a:off x="3388708" y="1581921"/>
              <a:ext cx="0" cy="2518749"/>
            </a:xfrm>
            <a:custGeom>
              <a:avLst/>
              <a:gdLst/>
              <a:ahLst/>
              <a:cxnLst/>
              <a:rect l="0" t="0" r="0" b="0"/>
              <a:pathLst>
                <a:path h="2518749">
                  <a:moveTo>
                    <a:pt x="0" y="2518749"/>
                  </a:moveTo>
                  <a:lnTo>
                    <a:pt x="0" y="2505643"/>
                  </a:lnTo>
                  <a:lnTo>
                    <a:pt x="0" y="2476156"/>
                  </a:lnTo>
                  <a:lnTo>
                    <a:pt x="0" y="2446668"/>
                  </a:lnTo>
                  <a:lnTo>
                    <a:pt x="0" y="2417180"/>
                  </a:lnTo>
                  <a:lnTo>
                    <a:pt x="0" y="2387693"/>
                  </a:lnTo>
                  <a:lnTo>
                    <a:pt x="0" y="2358205"/>
                  </a:lnTo>
                  <a:lnTo>
                    <a:pt x="0" y="2328717"/>
                  </a:lnTo>
                  <a:lnTo>
                    <a:pt x="0" y="2299230"/>
                  </a:lnTo>
                  <a:lnTo>
                    <a:pt x="0" y="2269742"/>
                  </a:lnTo>
                  <a:lnTo>
                    <a:pt x="0" y="2240254"/>
                  </a:lnTo>
                  <a:lnTo>
                    <a:pt x="0" y="2210767"/>
                  </a:lnTo>
                  <a:lnTo>
                    <a:pt x="0" y="2181279"/>
                  </a:lnTo>
                  <a:lnTo>
                    <a:pt x="0" y="2151791"/>
                  </a:lnTo>
                  <a:lnTo>
                    <a:pt x="0" y="2122304"/>
                  </a:lnTo>
                  <a:lnTo>
                    <a:pt x="0" y="2092816"/>
                  </a:lnTo>
                  <a:lnTo>
                    <a:pt x="0" y="2063328"/>
                  </a:lnTo>
                  <a:lnTo>
                    <a:pt x="0" y="2033841"/>
                  </a:lnTo>
                  <a:lnTo>
                    <a:pt x="0" y="2004353"/>
                  </a:lnTo>
                  <a:lnTo>
                    <a:pt x="0" y="1974865"/>
                  </a:lnTo>
                  <a:lnTo>
                    <a:pt x="0" y="1945378"/>
                  </a:lnTo>
                  <a:lnTo>
                    <a:pt x="0" y="1915890"/>
                  </a:lnTo>
                  <a:lnTo>
                    <a:pt x="0" y="1886402"/>
                  </a:lnTo>
                  <a:lnTo>
                    <a:pt x="0" y="1856915"/>
                  </a:lnTo>
                  <a:lnTo>
                    <a:pt x="0" y="1827427"/>
                  </a:lnTo>
                  <a:lnTo>
                    <a:pt x="0" y="1797939"/>
                  </a:lnTo>
                  <a:lnTo>
                    <a:pt x="0" y="1768452"/>
                  </a:lnTo>
                  <a:lnTo>
                    <a:pt x="0" y="1738964"/>
                  </a:lnTo>
                  <a:lnTo>
                    <a:pt x="0" y="1709476"/>
                  </a:lnTo>
                  <a:lnTo>
                    <a:pt x="0" y="1679989"/>
                  </a:lnTo>
                  <a:lnTo>
                    <a:pt x="0" y="1650501"/>
                  </a:lnTo>
                  <a:lnTo>
                    <a:pt x="0" y="1621013"/>
                  </a:lnTo>
                  <a:lnTo>
                    <a:pt x="0" y="1591525"/>
                  </a:lnTo>
                  <a:lnTo>
                    <a:pt x="0" y="1562038"/>
                  </a:lnTo>
                  <a:lnTo>
                    <a:pt x="0" y="1532550"/>
                  </a:lnTo>
                  <a:lnTo>
                    <a:pt x="0" y="1503062"/>
                  </a:lnTo>
                  <a:lnTo>
                    <a:pt x="0" y="1473575"/>
                  </a:lnTo>
                  <a:lnTo>
                    <a:pt x="0" y="1444087"/>
                  </a:lnTo>
                  <a:lnTo>
                    <a:pt x="0" y="1414599"/>
                  </a:lnTo>
                  <a:lnTo>
                    <a:pt x="0" y="1385112"/>
                  </a:lnTo>
                  <a:lnTo>
                    <a:pt x="0" y="1355624"/>
                  </a:lnTo>
                  <a:lnTo>
                    <a:pt x="0" y="1326136"/>
                  </a:lnTo>
                  <a:lnTo>
                    <a:pt x="0" y="1296649"/>
                  </a:lnTo>
                  <a:lnTo>
                    <a:pt x="0" y="1267161"/>
                  </a:lnTo>
                  <a:lnTo>
                    <a:pt x="0" y="1237673"/>
                  </a:lnTo>
                  <a:lnTo>
                    <a:pt x="0" y="1208186"/>
                  </a:lnTo>
                  <a:lnTo>
                    <a:pt x="0" y="1178698"/>
                  </a:lnTo>
                  <a:lnTo>
                    <a:pt x="0" y="1149210"/>
                  </a:lnTo>
                  <a:lnTo>
                    <a:pt x="0" y="1119723"/>
                  </a:lnTo>
                  <a:lnTo>
                    <a:pt x="0" y="1090235"/>
                  </a:lnTo>
                  <a:lnTo>
                    <a:pt x="0" y="1060747"/>
                  </a:lnTo>
                  <a:lnTo>
                    <a:pt x="0" y="1031260"/>
                  </a:lnTo>
                  <a:lnTo>
                    <a:pt x="0" y="1001772"/>
                  </a:lnTo>
                  <a:lnTo>
                    <a:pt x="0" y="972284"/>
                  </a:lnTo>
                  <a:lnTo>
                    <a:pt x="0" y="942797"/>
                  </a:lnTo>
                  <a:lnTo>
                    <a:pt x="0" y="913309"/>
                  </a:lnTo>
                  <a:lnTo>
                    <a:pt x="0" y="883821"/>
                  </a:lnTo>
                  <a:lnTo>
                    <a:pt x="0" y="854334"/>
                  </a:lnTo>
                  <a:lnTo>
                    <a:pt x="0" y="824846"/>
                  </a:lnTo>
                  <a:lnTo>
                    <a:pt x="0" y="795358"/>
                  </a:lnTo>
                  <a:lnTo>
                    <a:pt x="0" y="765871"/>
                  </a:lnTo>
                  <a:lnTo>
                    <a:pt x="0" y="736383"/>
                  </a:lnTo>
                  <a:lnTo>
                    <a:pt x="0" y="706895"/>
                  </a:lnTo>
                  <a:lnTo>
                    <a:pt x="0" y="677408"/>
                  </a:lnTo>
                  <a:lnTo>
                    <a:pt x="0" y="647920"/>
                  </a:lnTo>
                  <a:lnTo>
                    <a:pt x="0" y="618432"/>
                  </a:lnTo>
                  <a:lnTo>
                    <a:pt x="0" y="588945"/>
                  </a:lnTo>
                  <a:lnTo>
                    <a:pt x="0" y="559457"/>
                  </a:lnTo>
                  <a:lnTo>
                    <a:pt x="0" y="529969"/>
                  </a:lnTo>
                  <a:lnTo>
                    <a:pt x="0" y="500481"/>
                  </a:lnTo>
                  <a:lnTo>
                    <a:pt x="0" y="470994"/>
                  </a:lnTo>
                  <a:lnTo>
                    <a:pt x="0" y="441506"/>
                  </a:lnTo>
                  <a:lnTo>
                    <a:pt x="0" y="412018"/>
                  </a:lnTo>
                  <a:lnTo>
                    <a:pt x="0" y="382531"/>
                  </a:lnTo>
                  <a:lnTo>
                    <a:pt x="0" y="353043"/>
                  </a:lnTo>
                  <a:lnTo>
                    <a:pt x="0" y="323555"/>
                  </a:lnTo>
                  <a:lnTo>
                    <a:pt x="0" y="294068"/>
                  </a:lnTo>
                  <a:lnTo>
                    <a:pt x="0" y="264580"/>
                  </a:lnTo>
                  <a:lnTo>
                    <a:pt x="0" y="235092"/>
                  </a:lnTo>
                  <a:lnTo>
                    <a:pt x="0" y="205605"/>
                  </a:lnTo>
                  <a:lnTo>
                    <a:pt x="0" y="176117"/>
                  </a:lnTo>
                  <a:lnTo>
                    <a:pt x="0" y="146629"/>
                  </a:lnTo>
                  <a:lnTo>
                    <a:pt x="0" y="117142"/>
                  </a:lnTo>
                  <a:lnTo>
                    <a:pt x="0" y="87654"/>
                  </a:lnTo>
                  <a:lnTo>
                    <a:pt x="0" y="58166"/>
                  </a:lnTo>
                  <a:lnTo>
                    <a:pt x="0" y="28679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" name="pl11"/>
            <p:cNvSpPr/>
            <p:nvPr/>
          </p:nvSpPr>
          <p:spPr>
            <a:xfrm>
              <a:off x="3784642" y="1581921"/>
              <a:ext cx="0" cy="2518749"/>
            </a:xfrm>
            <a:custGeom>
              <a:avLst/>
              <a:gdLst/>
              <a:ahLst/>
              <a:cxnLst/>
              <a:rect l="0" t="0" r="0" b="0"/>
              <a:pathLst>
                <a:path h="2518749">
                  <a:moveTo>
                    <a:pt x="0" y="2518749"/>
                  </a:moveTo>
                  <a:lnTo>
                    <a:pt x="0" y="2505643"/>
                  </a:lnTo>
                  <a:lnTo>
                    <a:pt x="0" y="2476156"/>
                  </a:lnTo>
                  <a:lnTo>
                    <a:pt x="0" y="2446668"/>
                  </a:lnTo>
                  <a:lnTo>
                    <a:pt x="0" y="2417180"/>
                  </a:lnTo>
                  <a:lnTo>
                    <a:pt x="0" y="2387693"/>
                  </a:lnTo>
                  <a:lnTo>
                    <a:pt x="0" y="2358205"/>
                  </a:lnTo>
                  <a:lnTo>
                    <a:pt x="0" y="2328717"/>
                  </a:lnTo>
                  <a:lnTo>
                    <a:pt x="0" y="2299230"/>
                  </a:lnTo>
                  <a:lnTo>
                    <a:pt x="0" y="2269742"/>
                  </a:lnTo>
                  <a:lnTo>
                    <a:pt x="0" y="2240254"/>
                  </a:lnTo>
                  <a:lnTo>
                    <a:pt x="0" y="2210767"/>
                  </a:lnTo>
                  <a:lnTo>
                    <a:pt x="0" y="2181279"/>
                  </a:lnTo>
                  <a:lnTo>
                    <a:pt x="0" y="2151791"/>
                  </a:lnTo>
                  <a:lnTo>
                    <a:pt x="0" y="2122304"/>
                  </a:lnTo>
                  <a:lnTo>
                    <a:pt x="0" y="2092816"/>
                  </a:lnTo>
                  <a:lnTo>
                    <a:pt x="0" y="2063328"/>
                  </a:lnTo>
                  <a:lnTo>
                    <a:pt x="0" y="2033841"/>
                  </a:lnTo>
                  <a:lnTo>
                    <a:pt x="0" y="2004353"/>
                  </a:lnTo>
                  <a:lnTo>
                    <a:pt x="0" y="1974865"/>
                  </a:lnTo>
                  <a:lnTo>
                    <a:pt x="0" y="1945378"/>
                  </a:lnTo>
                  <a:lnTo>
                    <a:pt x="0" y="1915890"/>
                  </a:lnTo>
                  <a:lnTo>
                    <a:pt x="0" y="1886402"/>
                  </a:lnTo>
                  <a:lnTo>
                    <a:pt x="0" y="1856915"/>
                  </a:lnTo>
                  <a:lnTo>
                    <a:pt x="0" y="1827427"/>
                  </a:lnTo>
                  <a:lnTo>
                    <a:pt x="0" y="1797939"/>
                  </a:lnTo>
                  <a:lnTo>
                    <a:pt x="0" y="1768452"/>
                  </a:lnTo>
                  <a:lnTo>
                    <a:pt x="0" y="1738964"/>
                  </a:lnTo>
                  <a:lnTo>
                    <a:pt x="0" y="1709476"/>
                  </a:lnTo>
                  <a:lnTo>
                    <a:pt x="0" y="1679989"/>
                  </a:lnTo>
                  <a:lnTo>
                    <a:pt x="0" y="1650501"/>
                  </a:lnTo>
                  <a:lnTo>
                    <a:pt x="0" y="1621013"/>
                  </a:lnTo>
                  <a:lnTo>
                    <a:pt x="0" y="1591525"/>
                  </a:lnTo>
                  <a:lnTo>
                    <a:pt x="0" y="1562038"/>
                  </a:lnTo>
                  <a:lnTo>
                    <a:pt x="0" y="1532550"/>
                  </a:lnTo>
                  <a:lnTo>
                    <a:pt x="0" y="1503062"/>
                  </a:lnTo>
                  <a:lnTo>
                    <a:pt x="0" y="1473575"/>
                  </a:lnTo>
                  <a:lnTo>
                    <a:pt x="0" y="1444087"/>
                  </a:lnTo>
                  <a:lnTo>
                    <a:pt x="0" y="1414599"/>
                  </a:lnTo>
                  <a:lnTo>
                    <a:pt x="0" y="1385112"/>
                  </a:lnTo>
                  <a:lnTo>
                    <a:pt x="0" y="1355624"/>
                  </a:lnTo>
                  <a:lnTo>
                    <a:pt x="0" y="1326136"/>
                  </a:lnTo>
                  <a:lnTo>
                    <a:pt x="0" y="1296649"/>
                  </a:lnTo>
                  <a:lnTo>
                    <a:pt x="0" y="1267161"/>
                  </a:lnTo>
                  <a:lnTo>
                    <a:pt x="0" y="1237673"/>
                  </a:lnTo>
                  <a:lnTo>
                    <a:pt x="0" y="1208186"/>
                  </a:lnTo>
                  <a:lnTo>
                    <a:pt x="0" y="1178698"/>
                  </a:lnTo>
                  <a:lnTo>
                    <a:pt x="0" y="1149210"/>
                  </a:lnTo>
                  <a:lnTo>
                    <a:pt x="0" y="1119723"/>
                  </a:lnTo>
                  <a:lnTo>
                    <a:pt x="0" y="1090235"/>
                  </a:lnTo>
                  <a:lnTo>
                    <a:pt x="0" y="1060747"/>
                  </a:lnTo>
                  <a:lnTo>
                    <a:pt x="0" y="1031260"/>
                  </a:lnTo>
                  <a:lnTo>
                    <a:pt x="0" y="1001772"/>
                  </a:lnTo>
                  <a:lnTo>
                    <a:pt x="0" y="972284"/>
                  </a:lnTo>
                  <a:lnTo>
                    <a:pt x="0" y="942797"/>
                  </a:lnTo>
                  <a:lnTo>
                    <a:pt x="0" y="913309"/>
                  </a:lnTo>
                  <a:lnTo>
                    <a:pt x="0" y="883821"/>
                  </a:lnTo>
                  <a:lnTo>
                    <a:pt x="0" y="854334"/>
                  </a:lnTo>
                  <a:lnTo>
                    <a:pt x="0" y="824846"/>
                  </a:lnTo>
                  <a:lnTo>
                    <a:pt x="0" y="795358"/>
                  </a:lnTo>
                  <a:lnTo>
                    <a:pt x="0" y="765871"/>
                  </a:lnTo>
                  <a:lnTo>
                    <a:pt x="0" y="736383"/>
                  </a:lnTo>
                  <a:lnTo>
                    <a:pt x="0" y="706895"/>
                  </a:lnTo>
                  <a:lnTo>
                    <a:pt x="0" y="677408"/>
                  </a:lnTo>
                  <a:lnTo>
                    <a:pt x="0" y="647920"/>
                  </a:lnTo>
                  <a:lnTo>
                    <a:pt x="0" y="618432"/>
                  </a:lnTo>
                  <a:lnTo>
                    <a:pt x="0" y="588945"/>
                  </a:lnTo>
                  <a:lnTo>
                    <a:pt x="0" y="559457"/>
                  </a:lnTo>
                  <a:lnTo>
                    <a:pt x="0" y="529969"/>
                  </a:lnTo>
                  <a:lnTo>
                    <a:pt x="0" y="500481"/>
                  </a:lnTo>
                  <a:lnTo>
                    <a:pt x="0" y="470994"/>
                  </a:lnTo>
                  <a:lnTo>
                    <a:pt x="0" y="441506"/>
                  </a:lnTo>
                  <a:lnTo>
                    <a:pt x="0" y="412018"/>
                  </a:lnTo>
                  <a:lnTo>
                    <a:pt x="0" y="382531"/>
                  </a:lnTo>
                  <a:lnTo>
                    <a:pt x="0" y="353043"/>
                  </a:lnTo>
                  <a:lnTo>
                    <a:pt x="0" y="323555"/>
                  </a:lnTo>
                  <a:lnTo>
                    <a:pt x="0" y="294068"/>
                  </a:lnTo>
                  <a:lnTo>
                    <a:pt x="0" y="264580"/>
                  </a:lnTo>
                  <a:lnTo>
                    <a:pt x="0" y="235092"/>
                  </a:lnTo>
                  <a:lnTo>
                    <a:pt x="0" y="205605"/>
                  </a:lnTo>
                  <a:lnTo>
                    <a:pt x="0" y="176117"/>
                  </a:lnTo>
                  <a:lnTo>
                    <a:pt x="0" y="146629"/>
                  </a:lnTo>
                  <a:lnTo>
                    <a:pt x="0" y="117142"/>
                  </a:lnTo>
                  <a:lnTo>
                    <a:pt x="0" y="87654"/>
                  </a:lnTo>
                  <a:lnTo>
                    <a:pt x="0" y="58166"/>
                  </a:lnTo>
                  <a:lnTo>
                    <a:pt x="0" y="28679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" name="pl12"/>
            <p:cNvSpPr/>
            <p:nvPr/>
          </p:nvSpPr>
          <p:spPr>
            <a:xfrm>
              <a:off x="4180577" y="1581921"/>
              <a:ext cx="0" cy="2518749"/>
            </a:xfrm>
            <a:custGeom>
              <a:avLst/>
              <a:gdLst/>
              <a:ahLst/>
              <a:cxnLst/>
              <a:rect l="0" t="0" r="0" b="0"/>
              <a:pathLst>
                <a:path h="2518749">
                  <a:moveTo>
                    <a:pt x="0" y="2518749"/>
                  </a:moveTo>
                  <a:lnTo>
                    <a:pt x="0" y="2505643"/>
                  </a:lnTo>
                  <a:lnTo>
                    <a:pt x="0" y="2476156"/>
                  </a:lnTo>
                  <a:lnTo>
                    <a:pt x="0" y="2446668"/>
                  </a:lnTo>
                  <a:lnTo>
                    <a:pt x="0" y="2417180"/>
                  </a:lnTo>
                  <a:lnTo>
                    <a:pt x="0" y="2387693"/>
                  </a:lnTo>
                  <a:lnTo>
                    <a:pt x="0" y="2358205"/>
                  </a:lnTo>
                  <a:lnTo>
                    <a:pt x="0" y="2328717"/>
                  </a:lnTo>
                  <a:lnTo>
                    <a:pt x="0" y="2299230"/>
                  </a:lnTo>
                  <a:lnTo>
                    <a:pt x="0" y="2269742"/>
                  </a:lnTo>
                  <a:lnTo>
                    <a:pt x="0" y="2240254"/>
                  </a:lnTo>
                  <a:lnTo>
                    <a:pt x="0" y="2210767"/>
                  </a:lnTo>
                  <a:lnTo>
                    <a:pt x="0" y="2181279"/>
                  </a:lnTo>
                  <a:lnTo>
                    <a:pt x="0" y="2151791"/>
                  </a:lnTo>
                  <a:lnTo>
                    <a:pt x="0" y="2122304"/>
                  </a:lnTo>
                  <a:lnTo>
                    <a:pt x="0" y="2092816"/>
                  </a:lnTo>
                  <a:lnTo>
                    <a:pt x="0" y="2063328"/>
                  </a:lnTo>
                  <a:lnTo>
                    <a:pt x="0" y="2033841"/>
                  </a:lnTo>
                  <a:lnTo>
                    <a:pt x="0" y="2004353"/>
                  </a:lnTo>
                  <a:lnTo>
                    <a:pt x="0" y="1974865"/>
                  </a:lnTo>
                  <a:lnTo>
                    <a:pt x="0" y="1945378"/>
                  </a:lnTo>
                  <a:lnTo>
                    <a:pt x="0" y="1915890"/>
                  </a:lnTo>
                  <a:lnTo>
                    <a:pt x="0" y="1886402"/>
                  </a:lnTo>
                  <a:lnTo>
                    <a:pt x="0" y="1856915"/>
                  </a:lnTo>
                  <a:lnTo>
                    <a:pt x="0" y="1827427"/>
                  </a:lnTo>
                  <a:lnTo>
                    <a:pt x="0" y="1797939"/>
                  </a:lnTo>
                  <a:lnTo>
                    <a:pt x="0" y="1768452"/>
                  </a:lnTo>
                  <a:lnTo>
                    <a:pt x="0" y="1738964"/>
                  </a:lnTo>
                  <a:lnTo>
                    <a:pt x="0" y="1709476"/>
                  </a:lnTo>
                  <a:lnTo>
                    <a:pt x="0" y="1679989"/>
                  </a:lnTo>
                  <a:lnTo>
                    <a:pt x="0" y="1650501"/>
                  </a:lnTo>
                  <a:lnTo>
                    <a:pt x="0" y="1621013"/>
                  </a:lnTo>
                  <a:lnTo>
                    <a:pt x="0" y="1591525"/>
                  </a:lnTo>
                  <a:lnTo>
                    <a:pt x="0" y="1562038"/>
                  </a:lnTo>
                  <a:lnTo>
                    <a:pt x="0" y="1532550"/>
                  </a:lnTo>
                  <a:lnTo>
                    <a:pt x="0" y="1503062"/>
                  </a:lnTo>
                  <a:lnTo>
                    <a:pt x="0" y="1473575"/>
                  </a:lnTo>
                  <a:lnTo>
                    <a:pt x="0" y="1444087"/>
                  </a:lnTo>
                  <a:lnTo>
                    <a:pt x="0" y="1414599"/>
                  </a:lnTo>
                  <a:lnTo>
                    <a:pt x="0" y="1385112"/>
                  </a:lnTo>
                  <a:lnTo>
                    <a:pt x="0" y="1355624"/>
                  </a:lnTo>
                  <a:lnTo>
                    <a:pt x="0" y="1326136"/>
                  </a:lnTo>
                  <a:lnTo>
                    <a:pt x="0" y="1296649"/>
                  </a:lnTo>
                  <a:lnTo>
                    <a:pt x="0" y="1267161"/>
                  </a:lnTo>
                  <a:lnTo>
                    <a:pt x="0" y="1237673"/>
                  </a:lnTo>
                  <a:lnTo>
                    <a:pt x="0" y="1208186"/>
                  </a:lnTo>
                  <a:lnTo>
                    <a:pt x="0" y="1178698"/>
                  </a:lnTo>
                  <a:lnTo>
                    <a:pt x="0" y="1149210"/>
                  </a:lnTo>
                  <a:lnTo>
                    <a:pt x="0" y="1119723"/>
                  </a:lnTo>
                  <a:lnTo>
                    <a:pt x="0" y="1090235"/>
                  </a:lnTo>
                  <a:lnTo>
                    <a:pt x="0" y="1060747"/>
                  </a:lnTo>
                  <a:lnTo>
                    <a:pt x="0" y="1031260"/>
                  </a:lnTo>
                  <a:lnTo>
                    <a:pt x="0" y="1001772"/>
                  </a:lnTo>
                  <a:lnTo>
                    <a:pt x="0" y="972284"/>
                  </a:lnTo>
                  <a:lnTo>
                    <a:pt x="0" y="942797"/>
                  </a:lnTo>
                  <a:lnTo>
                    <a:pt x="0" y="913309"/>
                  </a:lnTo>
                  <a:lnTo>
                    <a:pt x="0" y="883821"/>
                  </a:lnTo>
                  <a:lnTo>
                    <a:pt x="0" y="854334"/>
                  </a:lnTo>
                  <a:lnTo>
                    <a:pt x="0" y="824846"/>
                  </a:lnTo>
                  <a:lnTo>
                    <a:pt x="0" y="795358"/>
                  </a:lnTo>
                  <a:lnTo>
                    <a:pt x="0" y="765871"/>
                  </a:lnTo>
                  <a:lnTo>
                    <a:pt x="0" y="736383"/>
                  </a:lnTo>
                  <a:lnTo>
                    <a:pt x="0" y="706895"/>
                  </a:lnTo>
                  <a:lnTo>
                    <a:pt x="0" y="677408"/>
                  </a:lnTo>
                  <a:lnTo>
                    <a:pt x="0" y="647920"/>
                  </a:lnTo>
                  <a:lnTo>
                    <a:pt x="0" y="618432"/>
                  </a:lnTo>
                  <a:lnTo>
                    <a:pt x="0" y="588945"/>
                  </a:lnTo>
                  <a:lnTo>
                    <a:pt x="0" y="559457"/>
                  </a:lnTo>
                  <a:lnTo>
                    <a:pt x="0" y="529969"/>
                  </a:lnTo>
                  <a:lnTo>
                    <a:pt x="0" y="500481"/>
                  </a:lnTo>
                  <a:lnTo>
                    <a:pt x="0" y="470994"/>
                  </a:lnTo>
                  <a:lnTo>
                    <a:pt x="0" y="441506"/>
                  </a:lnTo>
                  <a:lnTo>
                    <a:pt x="0" y="412018"/>
                  </a:lnTo>
                  <a:lnTo>
                    <a:pt x="0" y="382531"/>
                  </a:lnTo>
                  <a:lnTo>
                    <a:pt x="0" y="353043"/>
                  </a:lnTo>
                  <a:lnTo>
                    <a:pt x="0" y="323555"/>
                  </a:lnTo>
                  <a:lnTo>
                    <a:pt x="0" y="294068"/>
                  </a:lnTo>
                  <a:lnTo>
                    <a:pt x="0" y="264580"/>
                  </a:lnTo>
                  <a:lnTo>
                    <a:pt x="0" y="235092"/>
                  </a:lnTo>
                  <a:lnTo>
                    <a:pt x="0" y="205605"/>
                  </a:lnTo>
                  <a:lnTo>
                    <a:pt x="0" y="176117"/>
                  </a:lnTo>
                  <a:lnTo>
                    <a:pt x="0" y="146629"/>
                  </a:lnTo>
                  <a:lnTo>
                    <a:pt x="0" y="117142"/>
                  </a:lnTo>
                  <a:lnTo>
                    <a:pt x="0" y="87654"/>
                  </a:lnTo>
                  <a:lnTo>
                    <a:pt x="0" y="58166"/>
                  </a:lnTo>
                  <a:lnTo>
                    <a:pt x="0" y="28679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" name="pl13"/>
            <p:cNvSpPr/>
            <p:nvPr/>
          </p:nvSpPr>
          <p:spPr>
            <a:xfrm>
              <a:off x="4576512" y="1581921"/>
              <a:ext cx="0" cy="2518749"/>
            </a:xfrm>
            <a:custGeom>
              <a:avLst/>
              <a:gdLst/>
              <a:ahLst/>
              <a:cxnLst/>
              <a:rect l="0" t="0" r="0" b="0"/>
              <a:pathLst>
                <a:path h="2518749">
                  <a:moveTo>
                    <a:pt x="0" y="2518749"/>
                  </a:moveTo>
                  <a:lnTo>
                    <a:pt x="0" y="2505643"/>
                  </a:lnTo>
                  <a:lnTo>
                    <a:pt x="0" y="2476156"/>
                  </a:lnTo>
                  <a:lnTo>
                    <a:pt x="0" y="2446668"/>
                  </a:lnTo>
                  <a:lnTo>
                    <a:pt x="0" y="2417180"/>
                  </a:lnTo>
                  <a:lnTo>
                    <a:pt x="0" y="2387693"/>
                  </a:lnTo>
                  <a:lnTo>
                    <a:pt x="0" y="2358205"/>
                  </a:lnTo>
                  <a:lnTo>
                    <a:pt x="0" y="2328717"/>
                  </a:lnTo>
                  <a:lnTo>
                    <a:pt x="0" y="2299230"/>
                  </a:lnTo>
                  <a:lnTo>
                    <a:pt x="0" y="2269742"/>
                  </a:lnTo>
                  <a:lnTo>
                    <a:pt x="0" y="2240254"/>
                  </a:lnTo>
                  <a:lnTo>
                    <a:pt x="0" y="2210767"/>
                  </a:lnTo>
                  <a:lnTo>
                    <a:pt x="0" y="2181279"/>
                  </a:lnTo>
                  <a:lnTo>
                    <a:pt x="0" y="2151791"/>
                  </a:lnTo>
                  <a:lnTo>
                    <a:pt x="0" y="2122304"/>
                  </a:lnTo>
                  <a:lnTo>
                    <a:pt x="0" y="2092816"/>
                  </a:lnTo>
                  <a:lnTo>
                    <a:pt x="0" y="2063328"/>
                  </a:lnTo>
                  <a:lnTo>
                    <a:pt x="0" y="2033841"/>
                  </a:lnTo>
                  <a:lnTo>
                    <a:pt x="0" y="2004353"/>
                  </a:lnTo>
                  <a:lnTo>
                    <a:pt x="0" y="1974865"/>
                  </a:lnTo>
                  <a:lnTo>
                    <a:pt x="0" y="1945378"/>
                  </a:lnTo>
                  <a:lnTo>
                    <a:pt x="0" y="1915890"/>
                  </a:lnTo>
                  <a:lnTo>
                    <a:pt x="0" y="1886402"/>
                  </a:lnTo>
                  <a:lnTo>
                    <a:pt x="0" y="1856915"/>
                  </a:lnTo>
                  <a:lnTo>
                    <a:pt x="0" y="1827427"/>
                  </a:lnTo>
                  <a:lnTo>
                    <a:pt x="0" y="1797939"/>
                  </a:lnTo>
                  <a:lnTo>
                    <a:pt x="0" y="1768452"/>
                  </a:lnTo>
                  <a:lnTo>
                    <a:pt x="0" y="1738964"/>
                  </a:lnTo>
                  <a:lnTo>
                    <a:pt x="0" y="1709476"/>
                  </a:lnTo>
                  <a:lnTo>
                    <a:pt x="0" y="1679989"/>
                  </a:lnTo>
                  <a:lnTo>
                    <a:pt x="0" y="1650501"/>
                  </a:lnTo>
                  <a:lnTo>
                    <a:pt x="0" y="1621013"/>
                  </a:lnTo>
                  <a:lnTo>
                    <a:pt x="0" y="1591525"/>
                  </a:lnTo>
                  <a:lnTo>
                    <a:pt x="0" y="1562038"/>
                  </a:lnTo>
                  <a:lnTo>
                    <a:pt x="0" y="1532550"/>
                  </a:lnTo>
                  <a:lnTo>
                    <a:pt x="0" y="1503062"/>
                  </a:lnTo>
                  <a:lnTo>
                    <a:pt x="0" y="1473575"/>
                  </a:lnTo>
                  <a:lnTo>
                    <a:pt x="0" y="1444087"/>
                  </a:lnTo>
                  <a:lnTo>
                    <a:pt x="0" y="1414599"/>
                  </a:lnTo>
                  <a:lnTo>
                    <a:pt x="0" y="1385112"/>
                  </a:lnTo>
                  <a:lnTo>
                    <a:pt x="0" y="1355624"/>
                  </a:lnTo>
                  <a:lnTo>
                    <a:pt x="0" y="1326136"/>
                  </a:lnTo>
                  <a:lnTo>
                    <a:pt x="0" y="1296649"/>
                  </a:lnTo>
                  <a:lnTo>
                    <a:pt x="0" y="1267161"/>
                  </a:lnTo>
                  <a:lnTo>
                    <a:pt x="0" y="1237673"/>
                  </a:lnTo>
                  <a:lnTo>
                    <a:pt x="0" y="1208186"/>
                  </a:lnTo>
                  <a:lnTo>
                    <a:pt x="0" y="1178698"/>
                  </a:lnTo>
                  <a:lnTo>
                    <a:pt x="0" y="1149210"/>
                  </a:lnTo>
                  <a:lnTo>
                    <a:pt x="0" y="1119723"/>
                  </a:lnTo>
                  <a:lnTo>
                    <a:pt x="0" y="1090235"/>
                  </a:lnTo>
                  <a:lnTo>
                    <a:pt x="0" y="1060747"/>
                  </a:lnTo>
                  <a:lnTo>
                    <a:pt x="0" y="1031260"/>
                  </a:lnTo>
                  <a:lnTo>
                    <a:pt x="0" y="1001772"/>
                  </a:lnTo>
                  <a:lnTo>
                    <a:pt x="0" y="972284"/>
                  </a:lnTo>
                  <a:lnTo>
                    <a:pt x="0" y="942797"/>
                  </a:lnTo>
                  <a:lnTo>
                    <a:pt x="0" y="913309"/>
                  </a:lnTo>
                  <a:lnTo>
                    <a:pt x="0" y="883821"/>
                  </a:lnTo>
                  <a:lnTo>
                    <a:pt x="0" y="854334"/>
                  </a:lnTo>
                  <a:lnTo>
                    <a:pt x="0" y="824846"/>
                  </a:lnTo>
                  <a:lnTo>
                    <a:pt x="0" y="795358"/>
                  </a:lnTo>
                  <a:lnTo>
                    <a:pt x="0" y="765871"/>
                  </a:lnTo>
                  <a:lnTo>
                    <a:pt x="0" y="736383"/>
                  </a:lnTo>
                  <a:lnTo>
                    <a:pt x="0" y="706895"/>
                  </a:lnTo>
                  <a:lnTo>
                    <a:pt x="0" y="677408"/>
                  </a:lnTo>
                  <a:lnTo>
                    <a:pt x="0" y="647920"/>
                  </a:lnTo>
                  <a:lnTo>
                    <a:pt x="0" y="618432"/>
                  </a:lnTo>
                  <a:lnTo>
                    <a:pt x="0" y="588945"/>
                  </a:lnTo>
                  <a:lnTo>
                    <a:pt x="0" y="559457"/>
                  </a:lnTo>
                  <a:lnTo>
                    <a:pt x="0" y="529969"/>
                  </a:lnTo>
                  <a:lnTo>
                    <a:pt x="0" y="500481"/>
                  </a:lnTo>
                  <a:lnTo>
                    <a:pt x="0" y="470994"/>
                  </a:lnTo>
                  <a:lnTo>
                    <a:pt x="0" y="441506"/>
                  </a:lnTo>
                  <a:lnTo>
                    <a:pt x="0" y="412018"/>
                  </a:lnTo>
                  <a:lnTo>
                    <a:pt x="0" y="382531"/>
                  </a:lnTo>
                  <a:lnTo>
                    <a:pt x="0" y="353043"/>
                  </a:lnTo>
                  <a:lnTo>
                    <a:pt x="0" y="323555"/>
                  </a:lnTo>
                  <a:lnTo>
                    <a:pt x="0" y="294068"/>
                  </a:lnTo>
                  <a:lnTo>
                    <a:pt x="0" y="264580"/>
                  </a:lnTo>
                  <a:lnTo>
                    <a:pt x="0" y="235092"/>
                  </a:lnTo>
                  <a:lnTo>
                    <a:pt x="0" y="205605"/>
                  </a:lnTo>
                  <a:lnTo>
                    <a:pt x="0" y="176117"/>
                  </a:lnTo>
                  <a:lnTo>
                    <a:pt x="0" y="146629"/>
                  </a:lnTo>
                  <a:lnTo>
                    <a:pt x="0" y="117142"/>
                  </a:lnTo>
                  <a:lnTo>
                    <a:pt x="0" y="87654"/>
                  </a:lnTo>
                  <a:lnTo>
                    <a:pt x="0" y="58166"/>
                  </a:lnTo>
                  <a:lnTo>
                    <a:pt x="0" y="28679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" name="pl14"/>
            <p:cNvSpPr/>
            <p:nvPr/>
          </p:nvSpPr>
          <p:spPr>
            <a:xfrm>
              <a:off x="4972446" y="1581921"/>
              <a:ext cx="0" cy="2518749"/>
            </a:xfrm>
            <a:custGeom>
              <a:avLst/>
              <a:gdLst/>
              <a:ahLst/>
              <a:cxnLst/>
              <a:rect l="0" t="0" r="0" b="0"/>
              <a:pathLst>
                <a:path h="2518749">
                  <a:moveTo>
                    <a:pt x="0" y="2518749"/>
                  </a:moveTo>
                  <a:lnTo>
                    <a:pt x="0" y="2505643"/>
                  </a:lnTo>
                  <a:lnTo>
                    <a:pt x="0" y="2476156"/>
                  </a:lnTo>
                  <a:lnTo>
                    <a:pt x="0" y="2446668"/>
                  </a:lnTo>
                  <a:lnTo>
                    <a:pt x="0" y="2417180"/>
                  </a:lnTo>
                  <a:lnTo>
                    <a:pt x="0" y="2387693"/>
                  </a:lnTo>
                  <a:lnTo>
                    <a:pt x="0" y="2358205"/>
                  </a:lnTo>
                  <a:lnTo>
                    <a:pt x="0" y="2328717"/>
                  </a:lnTo>
                  <a:lnTo>
                    <a:pt x="0" y="2299230"/>
                  </a:lnTo>
                  <a:lnTo>
                    <a:pt x="0" y="2269742"/>
                  </a:lnTo>
                  <a:lnTo>
                    <a:pt x="0" y="2240254"/>
                  </a:lnTo>
                  <a:lnTo>
                    <a:pt x="0" y="2210767"/>
                  </a:lnTo>
                  <a:lnTo>
                    <a:pt x="0" y="2181279"/>
                  </a:lnTo>
                  <a:lnTo>
                    <a:pt x="0" y="2151791"/>
                  </a:lnTo>
                  <a:lnTo>
                    <a:pt x="0" y="2122304"/>
                  </a:lnTo>
                  <a:lnTo>
                    <a:pt x="0" y="2092816"/>
                  </a:lnTo>
                  <a:lnTo>
                    <a:pt x="0" y="2063328"/>
                  </a:lnTo>
                  <a:lnTo>
                    <a:pt x="0" y="2033841"/>
                  </a:lnTo>
                  <a:lnTo>
                    <a:pt x="0" y="2004353"/>
                  </a:lnTo>
                  <a:lnTo>
                    <a:pt x="0" y="1974865"/>
                  </a:lnTo>
                  <a:lnTo>
                    <a:pt x="0" y="1945378"/>
                  </a:lnTo>
                  <a:lnTo>
                    <a:pt x="0" y="1915890"/>
                  </a:lnTo>
                  <a:lnTo>
                    <a:pt x="0" y="1886402"/>
                  </a:lnTo>
                  <a:lnTo>
                    <a:pt x="0" y="1856915"/>
                  </a:lnTo>
                  <a:lnTo>
                    <a:pt x="0" y="1827427"/>
                  </a:lnTo>
                  <a:lnTo>
                    <a:pt x="0" y="1797939"/>
                  </a:lnTo>
                  <a:lnTo>
                    <a:pt x="0" y="1768452"/>
                  </a:lnTo>
                  <a:lnTo>
                    <a:pt x="0" y="1738964"/>
                  </a:lnTo>
                  <a:lnTo>
                    <a:pt x="0" y="1709476"/>
                  </a:lnTo>
                  <a:lnTo>
                    <a:pt x="0" y="1679989"/>
                  </a:lnTo>
                  <a:lnTo>
                    <a:pt x="0" y="1650501"/>
                  </a:lnTo>
                  <a:lnTo>
                    <a:pt x="0" y="1621013"/>
                  </a:lnTo>
                  <a:lnTo>
                    <a:pt x="0" y="1591525"/>
                  </a:lnTo>
                  <a:lnTo>
                    <a:pt x="0" y="1562038"/>
                  </a:lnTo>
                  <a:lnTo>
                    <a:pt x="0" y="1532550"/>
                  </a:lnTo>
                  <a:lnTo>
                    <a:pt x="0" y="1503062"/>
                  </a:lnTo>
                  <a:lnTo>
                    <a:pt x="0" y="1473575"/>
                  </a:lnTo>
                  <a:lnTo>
                    <a:pt x="0" y="1444087"/>
                  </a:lnTo>
                  <a:lnTo>
                    <a:pt x="0" y="1414599"/>
                  </a:lnTo>
                  <a:lnTo>
                    <a:pt x="0" y="1385112"/>
                  </a:lnTo>
                  <a:lnTo>
                    <a:pt x="0" y="1355624"/>
                  </a:lnTo>
                  <a:lnTo>
                    <a:pt x="0" y="1326136"/>
                  </a:lnTo>
                  <a:lnTo>
                    <a:pt x="0" y="1296649"/>
                  </a:lnTo>
                  <a:lnTo>
                    <a:pt x="0" y="1267161"/>
                  </a:lnTo>
                  <a:lnTo>
                    <a:pt x="0" y="1237673"/>
                  </a:lnTo>
                  <a:lnTo>
                    <a:pt x="0" y="1208186"/>
                  </a:lnTo>
                  <a:lnTo>
                    <a:pt x="0" y="1178698"/>
                  </a:lnTo>
                  <a:lnTo>
                    <a:pt x="0" y="1149210"/>
                  </a:lnTo>
                  <a:lnTo>
                    <a:pt x="0" y="1119723"/>
                  </a:lnTo>
                  <a:lnTo>
                    <a:pt x="0" y="1090235"/>
                  </a:lnTo>
                  <a:lnTo>
                    <a:pt x="0" y="1060747"/>
                  </a:lnTo>
                  <a:lnTo>
                    <a:pt x="0" y="1031260"/>
                  </a:lnTo>
                  <a:lnTo>
                    <a:pt x="0" y="1001772"/>
                  </a:lnTo>
                  <a:lnTo>
                    <a:pt x="0" y="972284"/>
                  </a:lnTo>
                  <a:lnTo>
                    <a:pt x="0" y="942797"/>
                  </a:lnTo>
                  <a:lnTo>
                    <a:pt x="0" y="913309"/>
                  </a:lnTo>
                  <a:lnTo>
                    <a:pt x="0" y="883821"/>
                  </a:lnTo>
                  <a:lnTo>
                    <a:pt x="0" y="854334"/>
                  </a:lnTo>
                  <a:lnTo>
                    <a:pt x="0" y="824846"/>
                  </a:lnTo>
                  <a:lnTo>
                    <a:pt x="0" y="795358"/>
                  </a:lnTo>
                  <a:lnTo>
                    <a:pt x="0" y="765871"/>
                  </a:lnTo>
                  <a:lnTo>
                    <a:pt x="0" y="736383"/>
                  </a:lnTo>
                  <a:lnTo>
                    <a:pt x="0" y="706895"/>
                  </a:lnTo>
                  <a:lnTo>
                    <a:pt x="0" y="677408"/>
                  </a:lnTo>
                  <a:lnTo>
                    <a:pt x="0" y="647920"/>
                  </a:lnTo>
                  <a:lnTo>
                    <a:pt x="0" y="618432"/>
                  </a:lnTo>
                  <a:lnTo>
                    <a:pt x="0" y="588945"/>
                  </a:lnTo>
                  <a:lnTo>
                    <a:pt x="0" y="559457"/>
                  </a:lnTo>
                  <a:lnTo>
                    <a:pt x="0" y="529969"/>
                  </a:lnTo>
                  <a:lnTo>
                    <a:pt x="0" y="500481"/>
                  </a:lnTo>
                  <a:lnTo>
                    <a:pt x="0" y="470994"/>
                  </a:lnTo>
                  <a:lnTo>
                    <a:pt x="0" y="441506"/>
                  </a:lnTo>
                  <a:lnTo>
                    <a:pt x="0" y="412018"/>
                  </a:lnTo>
                  <a:lnTo>
                    <a:pt x="0" y="382531"/>
                  </a:lnTo>
                  <a:lnTo>
                    <a:pt x="0" y="353043"/>
                  </a:lnTo>
                  <a:lnTo>
                    <a:pt x="0" y="323555"/>
                  </a:lnTo>
                  <a:lnTo>
                    <a:pt x="0" y="294068"/>
                  </a:lnTo>
                  <a:lnTo>
                    <a:pt x="0" y="264580"/>
                  </a:lnTo>
                  <a:lnTo>
                    <a:pt x="0" y="235092"/>
                  </a:lnTo>
                  <a:lnTo>
                    <a:pt x="0" y="205605"/>
                  </a:lnTo>
                  <a:lnTo>
                    <a:pt x="0" y="176117"/>
                  </a:lnTo>
                  <a:lnTo>
                    <a:pt x="0" y="146629"/>
                  </a:lnTo>
                  <a:lnTo>
                    <a:pt x="0" y="117142"/>
                  </a:lnTo>
                  <a:lnTo>
                    <a:pt x="0" y="87654"/>
                  </a:lnTo>
                  <a:lnTo>
                    <a:pt x="0" y="58166"/>
                  </a:lnTo>
                  <a:lnTo>
                    <a:pt x="0" y="28679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" name="pl15"/>
            <p:cNvSpPr/>
            <p:nvPr/>
          </p:nvSpPr>
          <p:spPr>
            <a:xfrm>
              <a:off x="1894852" y="3866407"/>
              <a:ext cx="3248917" cy="0"/>
            </a:xfrm>
            <a:custGeom>
              <a:avLst/>
              <a:gdLst/>
              <a:ahLst/>
              <a:cxnLst/>
              <a:rect l="0" t="0" r="0" b="0"/>
              <a:pathLst>
                <a:path w="3248917">
                  <a:moveTo>
                    <a:pt x="0" y="0"/>
                  </a:moveTo>
                  <a:lnTo>
                    <a:pt x="18099" y="0"/>
                  </a:lnTo>
                  <a:lnTo>
                    <a:pt x="54093" y="0"/>
                  </a:lnTo>
                  <a:lnTo>
                    <a:pt x="90087" y="0"/>
                  </a:lnTo>
                  <a:lnTo>
                    <a:pt x="126081" y="0"/>
                  </a:lnTo>
                  <a:lnTo>
                    <a:pt x="162075" y="0"/>
                  </a:lnTo>
                  <a:lnTo>
                    <a:pt x="198069" y="0"/>
                  </a:lnTo>
                  <a:lnTo>
                    <a:pt x="234063" y="0"/>
                  </a:lnTo>
                  <a:lnTo>
                    <a:pt x="270057" y="0"/>
                  </a:lnTo>
                  <a:lnTo>
                    <a:pt x="306051" y="0"/>
                  </a:lnTo>
                  <a:lnTo>
                    <a:pt x="342045" y="0"/>
                  </a:lnTo>
                  <a:lnTo>
                    <a:pt x="378040" y="0"/>
                  </a:lnTo>
                  <a:lnTo>
                    <a:pt x="414034" y="0"/>
                  </a:lnTo>
                  <a:lnTo>
                    <a:pt x="450028" y="0"/>
                  </a:lnTo>
                  <a:lnTo>
                    <a:pt x="486022" y="0"/>
                  </a:lnTo>
                  <a:lnTo>
                    <a:pt x="522016" y="0"/>
                  </a:lnTo>
                  <a:lnTo>
                    <a:pt x="558010" y="0"/>
                  </a:lnTo>
                  <a:lnTo>
                    <a:pt x="594004" y="0"/>
                  </a:lnTo>
                  <a:lnTo>
                    <a:pt x="629998" y="0"/>
                  </a:lnTo>
                  <a:lnTo>
                    <a:pt x="665992" y="0"/>
                  </a:lnTo>
                  <a:lnTo>
                    <a:pt x="701986" y="0"/>
                  </a:lnTo>
                  <a:lnTo>
                    <a:pt x="737980" y="0"/>
                  </a:lnTo>
                  <a:lnTo>
                    <a:pt x="773974" y="0"/>
                  </a:lnTo>
                  <a:lnTo>
                    <a:pt x="809968" y="0"/>
                  </a:lnTo>
                  <a:lnTo>
                    <a:pt x="845962" y="0"/>
                  </a:lnTo>
                  <a:lnTo>
                    <a:pt x="881956" y="0"/>
                  </a:lnTo>
                  <a:lnTo>
                    <a:pt x="917950" y="0"/>
                  </a:lnTo>
                  <a:lnTo>
                    <a:pt x="953944" y="0"/>
                  </a:lnTo>
                  <a:lnTo>
                    <a:pt x="989939" y="0"/>
                  </a:lnTo>
                  <a:lnTo>
                    <a:pt x="1025933" y="0"/>
                  </a:lnTo>
                  <a:lnTo>
                    <a:pt x="1061927" y="0"/>
                  </a:lnTo>
                  <a:lnTo>
                    <a:pt x="1097921" y="0"/>
                  </a:lnTo>
                  <a:lnTo>
                    <a:pt x="1133915" y="0"/>
                  </a:lnTo>
                  <a:lnTo>
                    <a:pt x="1169909" y="0"/>
                  </a:lnTo>
                  <a:lnTo>
                    <a:pt x="1205903" y="0"/>
                  </a:lnTo>
                  <a:lnTo>
                    <a:pt x="1241897" y="0"/>
                  </a:lnTo>
                  <a:lnTo>
                    <a:pt x="1277891" y="0"/>
                  </a:lnTo>
                  <a:lnTo>
                    <a:pt x="1313885" y="0"/>
                  </a:lnTo>
                  <a:lnTo>
                    <a:pt x="1349879" y="0"/>
                  </a:lnTo>
                  <a:lnTo>
                    <a:pt x="1385873" y="0"/>
                  </a:lnTo>
                  <a:lnTo>
                    <a:pt x="1421867" y="0"/>
                  </a:lnTo>
                  <a:lnTo>
                    <a:pt x="1457861" y="0"/>
                  </a:lnTo>
                  <a:lnTo>
                    <a:pt x="1493855" y="0"/>
                  </a:lnTo>
                  <a:lnTo>
                    <a:pt x="1529849" y="0"/>
                  </a:lnTo>
                  <a:lnTo>
                    <a:pt x="1565843" y="0"/>
                  </a:lnTo>
                  <a:lnTo>
                    <a:pt x="1601838" y="0"/>
                  </a:lnTo>
                  <a:lnTo>
                    <a:pt x="1637832" y="0"/>
                  </a:lnTo>
                  <a:lnTo>
                    <a:pt x="1673826" y="0"/>
                  </a:lnTo>
                  <a:lnTo>
                    <a:pt x="1709820" y="0"/>
                  </a:lnTo>
                  <a:lnTo>
                    <a:pt x="1745814" y="0"/>
                  </a:lnTo>
                  <a:lnTo>
                    <a:pt x="1781808" y="0"/>
                  </a:lnTo>
                  <a:lnTo>
                    <a:pt x="1817802" y="0"/>
                  </a:lnTo>
                  <a:lnTo>
                    <a:pt x="1853796" y="0"/>
                  </a:lnTo>
                  <a:lnTo>
                    <a:pt x="1889790" y="0"/>
                  </a:lnTo>
                  <a:lnTo>
                    <a:pt x="1925784" y="0"/>
                  </a:lnTo>
                  <a:lnTo>
                    <a:pt x="1961778" y="0"/>
                  </a:lnTo>
                  <a:lnTo>
                    <a:pt x="1997772" y="0"/>
                  </a:lnTo>
                  <a:lnTo>
                    <a:pt x="2033766" y="0"/>
                  </a:lnTo>
                  <a:lnTo>
                    <a:pt x="2069760" y="0"/>
                  </a:lnTo>
                  <a:lnTo>
                    <a:pt x="2105754" y="0"/>
                  </a:lnTo>
                  <a:lnTo>
                    <a:pt x="2141748" y="0"/>
                  </a:lnTo>
                  <a:lnTo>
                    <a:pt x="2177742" y="0"/>
                  </a:lnTo>
                  <a:lnTo>
                    <a:pt x="2213737" y="0"/>
                  </a:lnTo>
                  <a:lnTo>
                    <a:pt x="2249731" y="0"/>
                  </a:lnTo>
                  <a:lnTo>
                    <a:pt x="2285725" y="0"/>
                  </a:lnTo>
                  <a:lnTo>
                    <a:pt x="2321719" y="0"/>
                  </a:lnTo>
                  <a:lnTo>
                    <a:pt x="2357713" y="0"/>
                  </a:lnTo>
                  <a:lnTo>
                    <a:pt x="2393707" y="0"/>
                  </a:lnTo>
                  <a:lnTo>
                    <a:pt x="2429701" y="0"/>
                  </a:lnTo>
                  <a:lnTo>
                    <a:pt x="2465695" y="0"/>
                  </a:lnTo>
                  <a:lnTo>
                    <a:pt x="2501689" y="0"/>
                  </a:lnTo>
                  <a:lnTo>
                    <a:pt x="2537683" y="0"/>
                  </a:lnTo>
                  <a:lnTo>
                    <a:pt x="2573677" y="0"/>
                  </a:lnTo>
                  <a:lnTo>
                    <a:pt x="2609671" y="0"/>
                  </a:lnTo>
                  <a:lnTo>
                    <a:pt x="2645665" y="0"/>
                  </a:lnTo>
                  <a:lnTo>
                    <a:pt x="2681659" y="0"/>
                  </a:lnTo>
                  <a:lnTo>
                    <a:pt x="2717653" y="0"/>
                  </a:lnTo>
                  <a:lnTo>
                    <a:pt x="2753647" y="0"/>
                  </a:lnTo>
                  <a:lnTo>
                    <a:pt x="2789641" y="0"/>
                  </a:lnTo>
                  <a:lnTo>
                    <a:pt x="2825636" y="0"/>
                  </a:lnTo>
                  <a:lnTo>
                    <a:pt x="2861630" y="0"/>
                  </a:lnTo>
                  <a:lnTo>
                    <a:pt x="2897624" y="0"/>
                  </a:lnTo>
                  <a:lnTo>
                    <a:pt x="2933618" y="0"/>
                  </a:lnTo>
                  <a:lnTo>
                    <a:pt x="2969612" y="0"/>
                  </a:lnTo>
                  <a:lnTo>
                    <a:pt x="3005606" y="0"/>
                  </a:lnTo>
                  <a:lnTo>
                    <a:pt x="3041600" y="0"/>
                  </a:lnTo>
                  <a:lnTo>
                    <a:pt x="3077594" y="0"/>
                  </a:lnTo>
                  <a:lnTo>
                    <a:pt x="3113588" y="0"/>
                  </a:lnTo>
                  <a:lnTo>
                    <a:pt x="3149582" y="0"/>
                  </a:lnTo>
                  <a:lnTo>
                    <a:pt x="3185576" y="0"/>
                  </a:lnTo>
                  <a:lnTo>
                    <a:pt x="3221570" y="0"/>
                  </a:lnTo>
                  <a:lnTo>
                    <a:pt x="3248917" y="0"/>
                  </a:lnTo>
                  <a:lnTo>
                    <a:pt x="324891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" name="pl16"/>
            <p:cNvSpPr/>
            <p:nvPr/>
          </p:nvSpPr>
          <p:spPr>
            <a:xfrm>
              <a:off x="1894852" y="3379861"/>
              <a:ext cx="3248917" cy="0"/>
            </a:xfrm>
            <a:custGeom>
              <a:avLst/>
              <a:gdLst/>
              <a:ahLst/>
              <a:cxnLst/>
              <a:rect l="0" t="0" r="0" b="0"/>
              <a:pathLst>
                <a:path w="3248917">
                  <a:moveTo>
                    <a:pt x="0" y="0"/>
                  </a:moveTo>
                  <a:lnTo>
                    <a:pt x="18099" y="0"/>
                  </a:lnTo>
                  <a:lnTo>
                    <a:pt x="54093" y="0"/>
                  </a:lnTo>
                  <a:lnTo>
                    <a:pt x="90087" y="0"/>
                  </a:lnTo>
                  <a:lnTo>
                    <a:pt x="126081" y="0"/>
                  </a:lnTo>
                  <a:lnTo>
                    <a:pt x="162075" y="0"/>
                  </a:lnTo>
                  <a:lnTo>
                    <a:pt x="198069" y="0"/>
                  </a:lnTo>
                  <a:lnTo>
                    <a:pt x="234063" y="0"/>
                  </a:lnTo>
                  <a:lnTo>
                    <a:pt x="270057" y="0"/>
                  </a:lnTo>
                  <a:lnTo>
                    <a:pt x="306051" y="0"/>
                  </a:lnTo>
                  <a:lnTo>
                    <a:pt x="342045" y="0"/>
                  </a:lnTo>
                  <a:lnTo>
                    <a:pt x="378040" y="0"/>
                  </a:lnTo>
                  <a:lnTo>
                    <a:pt x="414034" y="0"/>
                  </a:lnTo>
                  <a:lnTo>
                    <a:pt x="450028" y="0"/>
                  </a:lnTo>
                  <a:lnTo>
                    <a:pt x="486022" y="0"/>
                  </a:lnTo>
                  <a:lnTo>
                    <a:pt x="522016" y="0"/>
                  </a:lnTo>
                  <a:lnTo>
                    <a:pt x="558010" y="0"/>
                  </a:lnTo>
                  <a:lnTo>
                    <a:pt x="594004" y="0"/>
                  </a:lnTo>
                  <a:lnTo>
                    <a:pt x="629998" y="0"/>
                  </a:lnTo>
                  <a:lnTo>
                    <a:pt x="665992" y="0"/>
                  </a:lnTo>
                  <a:lnTo>
                    <a:pt x="701986" y="0"/>
                  </a:lnTo>
                  <a:lnTo>
                    <a:pt x="737980" y="0"/>
                  </a:lnTo>
                  <a:lnTo>
                    <a:pt x="773974" y="0"/>
                  </a:lnTo>
                  <a:lnTo>
                    <a:pt x="809968" y="0"/>
                  </a:lnTo>
                  <a:lnTo>
                    <a:pt x="845962" y="0"/>
                  </a:lnTo>
                  <a:lnTo>
                    <a:pt x="881956" y="0"/>
                  </a:lnTo>
                  <a:lnTo>
                    <a:pt x="917950" y="0"/>
                  </a:lnTo>
                  <a:lnTo>
                    <a:pt x="953944" y="0"/>
                  </a:lnTo>
                  <a:lnTo>
                    <a:pt x="989939" y="0"/>
                  </a:lnTo>
                  <a:lnTo>
                    <a:pt x="1025933" y="0"/>
                  </a:lnTo>
                  <a:lnTo>
                    <a:pt x="1061927" y="0"/>
                  </a:lnTo>
                  <a:lnTo>
                    <a:pt x="1097921" y="0"/>
                  </a:lnTo>
                  <a:lnTo>
                    <a:pt x="1133915" y="0"/>
                  </a:lnTo>
                  <a:lnTo>
                    <a:pt x="1169909" y="0"/>
                  </a:lnTo>
                  <a:lnTo>
                    <a:pt x="1205903" y="0"/>
                  </a:lnTo>
                  <a:lnTo>
                    <a:pt x="1241897" y="0"/>
                  </a:lnTo>
                  <a:lnTo>
                    <a:pt x="1277891" y="0"/>
                  </a:lnTo>
                  <a:lnTo>
                    <a:pt x="1313885" y="0"/>
                  </a:lnTo>
                  <a:lnTo>
                    <a:pt x="1349879" y="0"/>
                  </a:lnTo>
                  <a:lnTo>
                    <a:pt x="1385873" y="0"/>
                  </a:lnTo>
                  <a:lnTo>
                    <a:pt x="1421867" y="0"/>
                  </a:lnTo>
                  <a:lnTo>
                    <a:pt x="1457861" y="0"/>
                  </a:lnTo>
                  <a:lnTo>
                    <a:pt x="1493855" y="0"/>
                  </a:lnTo>
                  <a:lnTo>
                    <a:pt x="1529849" y="0"/>
                  </a:lnTo>
                  <a:lnTo>
                    <a:pt x="1565843" y="0"/>
                  </a:lnTo>
                  <a:lnTo>
                    <a:pt x="1601838" y="0"/>
                  </a:lnTo>
                  <a:lnTo>
                    <a:pt x="1637832" y="0"/>
                  </a:lnTo>
                  <a:lnTo>
                    <a:pt x="1673826" y="0"/>
                  </a:lnTo>
                  <a:lnTo>
                    <a:pt x="1709820" y="0"/>
                  </a:lnTo>
                  <a:lnTo>
                    <a:pt x="1745814" y="0"/>
                  </a:lnTo>
                  <a:lnTo>
                    <a:pt x="1781808" y="0"/>
                  </a:lnTo>
                  <a:lnTo>
                    <a:pt x="1817802" y="0"/>
                  </a:lnTo>
                  <a:lnTo>
                    <a:pt x="1853796" y="0"/>
                  </a:lnTo>
                  <a:lnTo>
                    <a:pt x="1889790" y="0"/>
                  </a:lnTo>
                  <a:lnTo>
                    <a:pt x="1925784" y="0"/>
                  </a:lnTo>
                  <a:lnTo>
                    <a:pt x="1961778" y="0"/>
                  </a:lnTo>
                  <a:lnTo>
                    <a:pt x="1997772" y="0"/>
                  </a:lnTo>
                  <a:lnTo>
                    <a:pt x="2033766" y="0"/>
                  </a:lnTo>
                  <a:lnTo>
                    <a:pt x="2069760" y="0"/>
                  </a:lnTo>
                  <a:lnTo>
                    <a:pt x="2105754" y="0"/>
                  </a:lnTo>
                  <a:lnTo>
                    <a:pt x="2141748" y="0"/>
                  </a:lnTo>
                  <a:lnTo>
                    <a:pt x="2177742" y="0"/>
                  </a:lnTo>
                  <a:lnTo>
                    <a:pt x="2213737" y="0"/>
                  </a:lnTo>
                  <a:lnTo>
                    <a:pt x="2249731" y="0"/>
                  </a:lnTo>
                  <a:lnTo>
                    <a:pt x="2285725" y="0"/>
                  </a:lnTo>
                  <a:lnTo>
                    <a:pt x="2321719" y="0"/>
                  </a:lnTo>
                  <a:lnTo>
                    <a:pt x="2357713" y="0"/>
                  </a:lnTo>
                  <a:lnTo>
                    <a:pt x="2393707" y="0"/>
                  </a:lnTo>
                  <a:lnTo>
                    <a:pt x="2429701" y="0"/>
                  </a:lnTo>
                  <a:lnTo>
                    <a:pt x="2465695" y="0"/>
                  </a:lnTo>
                  <a:lnTo>
                    <a:pt x="2501689" y="0"/>
                  </a:lnTo>
                  <a:lnTo>
                    <a:pt x="2537683" y="0"/>
                  </a:lnTo>
                  <a:lnTo>
                    <a:pt x="2573677" y="0"/>
                  </a:lnTo>
                  <a:lnTo>
                    <a:pt x="2609671" y="0"/>
                  </a:lnTo>
                  <a:lnTo>
                    <a:pt x="2645665" y="0"/>
                  </a:lnTo>
                  <a:lnTo>
                    <a:pt x="2681659" y="0"/>
                  </a:lnTo>
                  <a:lnTo>
                    <a:pt x="2717653" y="0"/>
                  </a:lnTo>
                  <a:lnTo>
                    <a:pt x="2753647" y="0"/>
                  </a:lnTo>
                  <a:lnTo>
                    <a:pt x="2789641" y="0"/>
                  </a:lnTo>
                  <a:lnTo>
                    <a:pt x="2825636" y="0"/>
                  </a:lnTo>
                  <a:lnTo>
                    <a:pt x="2861630" y="0"/>
                  </a:lnTo>
                  <a:lnTo>
                    <a:pt x="2897624" y="0"/>
                  </a:lnTo>
                  <a:lnTo>
                    <a:pt x="2933618" y="0"/>
                  </a:lnTo>
                  <a:lnTo>
                    <a:pt x="2969612" y="0"/>
                  </a:lnTo>
                  <a:lnTo>
                    <a:pt x="3005606" y="0"/>
                  </a:lnTo>
                  <a:lnTo>
                    <a:pt x="3041600" y="0"/>
                  </a:lnTo>
                  <a:lnTo>
                    <a:pt x="3077594" y="0"/>
                  </a:lnTo>
                  <a:lnTo>
                    <a:pt x="3113588" y="0"/>
                  </a:lnTo>
                  <a:lnTo>
                    <a:pt x="3149582" y="0"/>
                  </a:lnTo>
                  <a:lnTo>
                    <a:pt x="3185576" y="0"/>
                  </a:lnTo>
                  <a:lnTo>
                    <a:pt x="3221570" y="0"/>
                  </a:lnTo>
                  <a:lnTo>
                    <a:pt x="3248917" y="0"/>
                  </a:lnTo>
                  <a:lnTo>
                    <a:pt x="324891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" name="pl17"/>
            <p:cNvSpPr/>
            <p:nvPr/>
          </p:nvSpPr>
          <p:spPr>
            <a:xfrm>
              <a:off x="1894852" y="2893314"/>
              <a:ext cx="3248917" cy="0"/>
            </a:xfrm>
            <a:custGeom>
              <a:avLst/>
              <a:gdLst/>
              <a:ahLst/>
              <a:cxnLst/>
              <a:rect l="0" t="0" r="0" b="0"/>
              <a:pathLst>
                <a:path w="3248917">
                  <a:moveTo>
                    <a:pt x="0" y="0"/>
                  </a:moveTo>
                  <a:lnTo>
                    <a:pt x="18099" y="0"/>
                  </a:lnTo>
                  <a:lnTo>
                    <a:pt x="54093" y="0"/>
                  </a:lnTo>
                  <a:lnTo>
                    <a:pt x="90087" y="0"/>
                  </a:lnTo>
                  <a:lnTo>
                    <a:pt x="126081" y="0"/>
                  </a:lnTo>
                  <a:lnTo>
                    <a:pt x="162075" y="0"/>
                  </a:lnTo>
                  <a:lnTo>
                    <a:pt x="198069" y="0"/>
                  </a:lnTo>
                  <a:lnTo>
                    <a:pt x="234063" y="0"/>
                  </a:lnTo>
                  <a:lnTo>
                    <a:pt x="270057" y="0"/>
                  </a:lnTo>
                  <a:lnTo>
                    <a:pt x="306051" y="0"/>
                  </a:lnTo>
                  <a:lnTo>
                    <a:pt x="342045" y="0"/>
                  </a:lnTo>
                  <a:lnTo>
                    <a:pt x="378040" y="0"/>
                  </a:lnTo>
                  <a:lnTo>
                    <a:pt x="414034" y="0"/>
                  </a:lnTo>
                  <a:lnTo>
                    <a:pt x="450028" y="0"/>
                  </a:lnTo>
                  <a:lnTo>
                    <a:pt x="486022" y="0"/>
                  </a:lnTo>
                  <a:lnTo>
                    <a:pt x="522016" y="0"/>
                  </a:lnTo>
                  <a:lnTo>
                    <a:pt x="558010" y="0"/>
                  </a:lnTo>
                  <a:lnTo>
                    <a:pt x="594004" y="0"/>
                  </a:lnTo>
                  <a:lnTo>
                    <a:pt x="629998" y="0"/>
                  </a:lnTo>
                  <a:lnTo>
                    <a:pt x="665992" y="0"/>
                  </a:lnTo>
                  <a:lnTo>
                    <a:pt x="701986" y="0"/>
                  </a:lnTo>
                  <a:lnTo>
                    <a:pt x="737980" y="0"/>
                  </a:lnTo>
                  <a:lnTo>
                    <a:pt x="773974" y="0"/>
                  </a:lnTo>
                  <a:lnTo>
                    <a:pt x="809968" y="0"/>
                  </a:lnTo>
                  <a:lnTo>
                    <a:pt x="845962" y="0"/>
                  </a:lnTo>
                  <a:lnTo>
                    <a:pt x="881956" y="0"/>
                  </a:lnTo>
                  <a:lnTo>
                    <a:pt x="917950" y="0"/>
                  </a:lnTo>
                  <a:lnTo>
                    <a:pt x="953944" y="0"/>
                  </a:lnTo>
                  <a:lnTo>
                    <a:pt x="989939" y="0"/>
                  </a:lnTo>
                  <a:lnTo>
                    <a:pt x="1025933" y="0"/>
                  </a:lnTo>
                  <a:lnTo>
                    <a:pt x="1061927" y="0"/>
                  </a:lnTo>
                  <a:lnTo>
                    <a:pt x="1097921" y="0"/>
                  </a:lnTo>
                  <a:lnTo>
                    <a:pt x="1133915" y="0"/>
                  </a:lnTo>
                  <a:lnTo>
                    <a:pt x="1169909" y="0"/>
                  </a:lnTo>
                  <a:lnTo>
                    <a:pt x="1205903" y="0"/>
                  </a:lnTo>
                  <a:lnTo>
                    <a:pt x="1241897" y="0"/>
                  </a:lnTo>
                  <a:lnTo>
                    <a:pt x="1277891" y="0"/>
                  </a:lnTo>
                  <a:lnTo>
                    <a:pt x="1313885" y="0"/>
                  </a:lnTo>
                  <a:lnTo>
                    <a:pt x="1349879" y="0"/>
                  </a:lnTo>
                  <a:lnTo>
                    <a:pt x="1385873" y="0"/>
                  </a:lnTo>
                  <a:lnTo>
                    <a:pt x="1421867" y="0"/>
                  </a:lnTo>
                  <a:lnTo>
                    <a:pt x="1457861" y="0"/>
                  </a:lnTo>
                  <a:lnTo>
                    <a:pt x="1493855" y="0"/>
                  </a:lnTo>
                  <a:lnTo>
                    <a:pt x="1529849" y="0"/>
                  </a:lnTo>
                  <a:lnTo>
                    <a:pt x="1565843" y="0"/>
                  </a:lnTo>
                  <a:lnTo>
                    <a:pt x="1601838" y="0"/>
                  </a:lnTo>
                  <a:lnTo>
                    <a:pt x="1637832" y="0"/>
                  </a:lnTo>
                  <a:lnTo>
                    <a:pt x="1673826" y="0"/>
                  </a:lnTo>
                  <a:lnTo>
                    <a:pt x="1709820" y="0"/>
                  </a:lnTo>
                  <a:lnTo>
                    <a:pt x="1745814" y="0"/>
                  </a:lnTo>
                  <a:lnTo>
                    <a:pt x="1781808" y="0"/>
                  </a:lnTo>
                  <a:lnTo>
                    <a:pt x="1817802" y="0"/>
                  </a:lnTo>
                  <a:lnTo>
                    <a:pt x="1853796" y="0"/>
                  </a:lnTo>
                  <a:lnTo>
                    <a:pt x="1889790" y="0"/>
                  </a:lnTo>
                  <a:lnTo>
                    <a:pt x="1925784" y="0"/>
                  </a:lnTo>
                  <a:lnTo>
                    <a:pt x="1961778" y="0"/>
                  </a:lnTo>
                  <a:lnTo>
                    <a:pt x="1997772" y="0"/>
                  </a:lnTo>
                  <a:lnTo>
                    <a:pt x="2033766" y="0"/>
                  </a:lnTo>
                  <a:lnTo>
                    <a:pt x="2069760" y="0"/>
                  </a:lnTo>
                  <a:lnTo>
                    <a:pt x="2105754" y="0"/>
                  </a:lnTo>
                  <a:lnTo>
                    <a:pt x="2141748" y="0"/>
                  </a:lnTo>
                  <a:lnTo>
                    <a:pt x="2177742" y="0"/>
                  </a:lnTo>
                  <a:lnTo>
                    <a:pt x="2213737" y="0"/>
                  </a:lnTo>
                  <a:lnTo>
                    <a:pt x="2249731" y="0"/>
                  </a:lnTo>
                  <a:lnTo>
                    <a:pt x="2285725" y="0"/>
                  </a:lnTo>
                  <a:lnTo>
                    <a:pt x="2321719" y="0"/>
                  </a:lnTo>
                  <a:lnTo>
                    <a:pt x="2357713" y="0"/>
                  </a:lnTo>
                  <a:lnTo>
                    <a:pt x="2393707" y="0"/>
                  </a:lnTo>
                  <a:lnTo>
                    <a:pt x="2429701" y="0"/>
                  </a:lnTo>
                  <a:lnTo>
                    <a:pt x="2465695" y="0"/>
                  </a:lnTo>
                  <a:lnTo>
                    <a:pt x="2501689" y="0"/>
                  </a:lnTo>
                  <a:lnTo>
                    <a:pt x="2537683" y="0"/>
                  </a:lnTo>
                  <a:lnTo>
                    <a:pt x="2573677" y="0"/>
                  </a:lnTo>
                  <a:lnTo>
                    <a:pt x="2609671" y="0"/>
                  </a:lnTo>
                  <a:lnTo>
                    <a:pt x="2645665" y="0"/>
                  </a:lnTo>
                  <a:lnTo>
                    <a:pt x="2681659" y="0"/>
                  </a:lnTo>
                  <a:lnTo>
                    <a:pt x="2717653" y="0"/>
                  </a:lnTo>
                  <a:lnTo>
                    <a:pt x="2753647" y="0"/>
                  </a:lnTo>
                  <a:lnTo>
                    <a:pt x="2789641" y="0"/>
                  </a:lnTo>
                  <a:lnTo>
                    <a:pt x="2825636" y="0"/>
                  </a:lnTo>
                  <a:lnTo>
                    <a:pt x="2861630" y="0"/>
                  </a:lnTo>
                  <a:lnTo>
                    <a:pt x="2897624" y="0"/>
                  </a:lnTo>
                  <a:lnTo>
                    <a:pt x="2933618" y="0"/>
                  </a:lnTo>
                  <a:lnTo>
                    <a:pt x="2969612" y="0"/>
                  </a:lnTo>
                  <a:lnTo>
                    <a:pt x="3005606" y="0"/>
                  </a:lnTo>
                  <a:lnTo>
                    <a:pt x="3041600" y="0"/>
                  </a:lnTo>
                  <a:lnTo>
                    <a:pt x="3077594" y="0"/>
                  </a:lnTo>
                  <a:lnTo>
                    <a:pt x="3113588" y="0"/>
                  </a:lnTo>
                  <a:lnTo>
                    <a:pt x="3149582" y="0"/>
                  </a:lnTo>
                  <a:lnTo>
                    <a:pt x="3185576" y="0"/>
                  </a:lnTo>
                  <a:lnTo>
                    <a:pt x="3221570" y="0"/>
                  </a:lnTo>
                  <a:lnTo>
                    <a:pt x="3248917" y="0"/>
                  </a:lnTo>
                  <a:lnTo>
                    <a:pt x="324891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" name="pl18"/>
            <p:cNvSpPr/>
            <p:nvPr/>
          </p:nvSpPr>
          <p:spPr>
            <a:xfrm>
              <a:off x="1894852" y="2406768"/>
              <a:ext cx="3248917" cy="0"/>
            </a:xfrm>
            <a:custGeom>
              <a:avLst/>
              <a:gdLst/>
              <a:ahLst/>
              <a:cxnLst/>
              <a:rect l="0" t="0" r="0" b="0"/>
              <a:pathLst>
                <a:path w="3248917">
                  <a:moveTo>
                    <a:pt x="0" y="0"/>
                  </a:moveTo>
                  <a:lnTo>
                    <a:pt x="18099" y="0"/>
                  </a:lnTo>
                  <a:lnTo>
                    <a:pt x="54093" y="0"/>
                  </a:lnTo>
                  <a:lnTo>
                    <a:pt x="90087" y="0"/>
                  </a:lnTo>
                  <a:lnTo>
                    <a:pt x="126081" y="0"/>
                  </a:lnTo>
                  <a:lnTo>
                    <a:pt x="162075" y="0"/>
                  </a:lnTo>
                  <a:lnTo>
                    <a:pt x="198069" y="0"/>
                  </a:lnTo>
                  <a:lnTo>
                    <a:pt x="234063" y="0"/>
                  </a:lnTo>
                  <a:lnTo>
                    <a:pt x="270057" y="0"/>
                  </a:lnTo>
                  <a:lnTo>
                    <a:pt x="306051" y="0"/>
                  </a:lnTo>
                  <a:lnTo>
                    <a:pt x="342045" y="0"/>
                  </a:lnTo>
                  <a:lnTo>
                    <a:pt x="378040" y="0"/>
                  </a:lnTo>
                  <a:lnTo>
                    <a:pt x="414034" y="0"/>
                  </a:lnTo>
                  <a:lnTo>
                    <a:pt x="450028" y="0"/>
                  </a:lnTo>
                  <a:lnTo>
                    <a:pt x="486022" y="0"/>
                  </a:lnTo>
                  <a:lnTo>
                    <a:pt x="522016" y="0"/>
                  </a:lnTo>
                  <a:lnTo>
                    <a:pt x="558010" y="0"/>
                  </a:lnTo>
                  <a:lnTo>
                    <a:pt x="594004" y="0"/>
                  </a:lnTo>
                  <a:lnTo>
                    <a:pt x="629998" y="0"/>
                  </a:lnTo>
                  <a:lnTo>
                    <a:pt x="665992" y="0"/>
                  </a:lnTo>
                  <a:lnTo>
                    <a:pt x="701986" y="0"/>
                  </a:lnTo>
                  <a:lnTo>
                    <a:pt x="737980" y="0"/>
                  </a:lnTo>
                  <a:lnTo>
                    <a:pt x="773974" y="0"/>
                  </a:lnTo>
                  <a:lnTo>
                    <a:pt x="809968" y="0"/>
                  </a:lnTo>
                  <a:lnTo>
                    <a:pt x="845962" y="0"/>
                  </a:lnTo>
                  <a:lnTo>
                    <a:pt x="881956" y="0"/>
                  </a:lnTo>
                  <a:lnTo>
                    <a:pt x="917950" y="0"/>
                  </a:lnTo>
                  <a:lnTo>
                    <a:pt x="953944" y="0"/>
                  </a:lnTo>
                  <a:lnTo>
                    <a:pt x="989939" y="0"/>
                  </a:lnTo>
                  <a:lnTo>
                    <a:pt x="1025933" y="0"/>
                  </a:lnTo>
                  <a:lnTo>
                    <a:pt x="1061927" y="0"/>
                  </a:lnTo>
                  <a:lnTo>
                    <a:pt x="1097921" y="0"/>
                  </a:lnTo>
                  <a:lnTo>
                    <a:pt x="1133915" y="0"/>
                  </a:lnTo>
                  <a:lnTo>
                    <a:pt x="1169909" y="0"/>
                  </a:lnTo>
                  <a:lnTo>
                    <a:pt x="1205903" y="0"/>
                  </a:lnTo>
                  <a:lnTo>
                    <a:pt x="1241897" y="0"/>
                  </a:lnTo>
                  <a:lnTo>
                    <a:pt x="1277891" y="0"/>
                  </a:lnTo>
                  <a:lnTo>
                    <a:pt x="1313885" y="0"/>
                  </a:lnTo>
                  <a:lnTo>
                    <a:pt x="1349879" y="0"/>
                  </a:lnTo>
                  <a:lnTo>
                    <a:pt x="1385873" y="0"/>
                  </a:lnTo>
                  <a:lnTo>
                    <a:pt x="1421867" y="0"/>
                  </a:lnTo>
                  <a:lnTo>
                    <a:pt x="1457861" y="0"/>
                  </a:lnTo>
                  <a:lnTo>
                    <a:pt x="1493855" y="0"/>
                  </a:lnTo>
                  <a:lnTo>
                    <a:pt x="1529849" y="0"/>
                  </a:lnTo>
                  <a:lnTo>
                    <a:pt x="1565843" y="0"/>
                  </a:lnTo>
                  <a:lnTo>
                    <a:pt x="1601838" y="0"/>
                  </a:lnTo>
                  <a:lnTo>
                    <a:pt x="1637832" y="0"/>
                  </a:lnTo>
                  <a:lnTo>
                    <a:pt x="1673826" y="0"/>
                  </a:lnTo>
                  <a:lnTo>
                    <a:pt x="1709820" y="0"/>
                  </a:lnTo>
                  <a:lnTo>
                    <a:pt x="1745814" y="0"/>
                  </a:lnTo>
                  <a:lnTo>
                    <a:pt x="1781808" y="0"/>
                  </a:lnTo>
                  <a:lnTo>
                    <a:pt x="1817802" y="0"/>
                  </a:lnTo>
                  <a:lnTo>
                    <a:pt x="1853796" y="0"/>
                  </a:lnTo>
                  <a:lnTo>
                    <a:pt x="1889790" y="0"/>
                  </a:lnTo>
                  <a:lnTo>
                    <a:pt x="1925784" y="0"/>
                  </a:lnTo>
                  <a:lnTo>
                    <a:pt x="1961778" y="0"/>
                  </a:lnTo>
                  <a:lnTo>
                    <a:pt x="1997772" y="0"/>
                  </a:lnTo>
                  <a:lnTo>
                    <a:pt x="2033766" y="0"/>
                  </a:lnTo>
                  <a:lnTo>
                    <a:pt x="2069760" y="0"/>
                  </a:lnTo>
                  <a:lnTo>
                    <a:pt x="2105754" y="0"/>
                  </a:lnTo>
                  <a:lnTo>
                    <a:pt x="2141748" y="0"/>
                  </a:lnTo>
                  <a:lnTo>
                    <a:pt x="2177742" y="0"/>
                  </a:lnTo>
                  <a:lnTo>
                    <a:pt x="2213737" y="0"/>
                  </a:lnTo>
                  <a:lnTo>
                    <a:pt x="2249731" y="0"/>
                  </a:lnTo>
                  <a:lnTo>
                    <a:pt x="2285725" y="0"/>
                  </a:lnTo>
                  <a:lnTo>
                    <a:pt x="2321719" y="0"/>
                  </a:lnTo>
                  <a:lnTo>
                    <a:pt x="2357713" y="0"/>
                  </a:lnTo>
                  <a:lnTo>
                    <a:pt x="2393707" y="0"/>
                  </a:lnTo>
                  <a:lnTo>
                    <a:pt x="2429701" y="0"/>
                  </a:lnTo>
                  <a:lnTo>
                    <a:pt x="2465695" y="0"/>
                  </a:lnTo>
                  <a:lnTo>
                    <a:pt x="2501689" y="0"/>
                  </a:lnTo>
                  <a:lnTo>
                    <a:pt x="2537683" y="0"/>
                  </a:lnTo>
                  <a:lnTo>
                    <a:pt x="2573677" y="0"/>
                  </a:lnTo>
                  <a:lnTo>
                    <a:pt x="2609671" y="0"/>
                  </a:lnTo>
                  <a:lnTo>
                    <a:pt x="2645665" y="0"/>
                  </a:lnTo>
                  <a:lnTo>
                    <a:pt x="2681659" y="0"/>
                  </a:lnTo>
                  <a:lnTo>
                    <a:pt x="2717653" y="0"/>
                  </a:lnTo>
                  <a:lnTo>
                    <a:pt x="2753647" y="0"/>
                  </a:lnTo>
                  <a:lnTo>
                    <a:pt x="2789641" y="0"/>
                  </a:lnTo>
                  <a:lnTo>
                    <a:pt x="2825636" y="0"/>
                  </a:lnTo>
                  <a:lnTo>
                    <a:pt x="2861630" y="0"/>
                  </a:lnTo>
                  <a:lnTo>
                    <a:pt x="2897624" y="0"/>
                  </a:lnTo>
                  <a:lnTo>
                    <a:pt x="2933618" y="0"/>
                  </a:lnTo>
                  <a:lnTo>
                    <a:pt x="2969612" y="0"/>
                  </a:lnTo>
                  <a:lnTo>
                    <a:pt x="3005606" y="0"/>
                  </a:lnTo>
                  <a:lnTo>
                    <a:pt x="3041600" y="0"/>
                  </a:lnTo>
                  <a:lnTo>
                    <a:pt x="3077594" y="0"/>
                  </a:lnTo>
                  <a:lnTo>
                    <a:pt x="3113588" y="0"/>
                  </a:lnTo>
                  <a:lnTo>
                    <a:pt x="3149582" y="0"/>
                  </a:lnTo>
                  <a:lnTo>
                    <a:pt x="3185576" y="0"/>
                  </a:lnTo>
                  <a:lnTo>
                    <a:pt x="3221570" y="0"/>
                  </a:lnTo>
                  <a:lnTo>
                    <a:pt x="3248917" y="0"/>
                  </a:lnTo>
                  <a:lnTo>
                    <a:pt x="324891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" name="pl19"/>
            <p:cNvSpPr/>
            <p:nvPr/>
          </p:nvSpPr>
          <p:spPr>
            <a:xfrm>
              <a:off x="1894852" y="1920221"/>
              <a:ext cx="3248917" cy="0"/>
            </a:xfrm>
            <a:custGeom>
              <a:avLst/>
              <a:gdLst/>
              <a:ahLst/>
              <a:cxnLst/>
              <a:rect l="0" t="0" r="0" b="0"/>
              <a:pathLst>
                <a:path w="3248917">
                  <a:moveTo>
                    <a:pt x="0" y="0"/>
                  </a:moveTo>
                  <a:lnTo>
                    <a:pt x="18099" y="0"/>
                  </a:lnTo>
                  <a:lnTo>
                    <a:pt x="54093" y="0"/>
                  </a:lnTo>
                  <a:lnTo>
                    <a:pt x="90087" y="0"/>
                  </a:lnTo>
                  <a:lnTo>
                    <a:pt x="126081" y="0"/>
                  </a:lnTo>
                  <a:lnTo>
                    <a:pt x="162075" y="0"/>
                  </a:lnTo>
                  <a:lnTo>
                    <a:pt x="198069" y="0"/>
                  </a:lnTo>
                  <a:lnTo>
                    <a:pt x="234063" y="0"/>
                  </a:lnTo>
                  <a:lnTo>
                    <a:pt x="270057" y="0"/>
                  </a:lnTo>
                  <a:lnTo>
                    <a:pt x="306051" y="0"/>
                  </a:lnTo>
                  <a:lnTo>
                    <a:pt x="342045" y="0"/>
                  </a:lnTo>
                  <a:lnTo>
                    <a:pt x="378040" y="0"/>
                  </a:lnTo>
                  <a:lnTo>
                    <a:pt x="414034" y="0"/>
                  </a:lnTo>
                  <a:lnTo>
                    <a:pt x="450028" y="0"/>
                  </a:lnTo>
                  <a:lnTo>
                    <a:pt x="486022" y="0"/>
                  </a:lnTo>
                  <a:lnTo>
                    <a:pt x="522016" y="0"/>
                  </a:lnTo>
                  <a:lnTo>
                    <a:pt x="558010" y="0"/>
                  </a:lnTo>
                  <a:lnTo>
                    <a:pt x="594004" y="0"/>
                  </a:lnTo>
                  <a:lnTo>
                    <a:pt x="629998" y="0"/>
                  </a:lnTo>
                  <a:lnTo>
                    <a:pt x="665992" y="0"/>
                  </a:lnTo>
                  <a:lnTo>
                    <a:pt x="701986" y="0"/>
                  </a:lnTo>
                  <a:lnTo>
                    <a:pt x="737980" y="0"/>
                  </a:lnTo>
                  <a:lnTo>
                    <a:pt x="773974" y="0"/>
                  </a:lnTo>
                  <a:lnTo>
                    <a:pt x="809968" y="0"/>
                  </a:lnTo>
                  <a:lnTo>
                    <a:pt x="845962" y="0"/>
                  </a:lnTo>
                  <a:lnTo>
                    <a:pt x="881956" y="0"/>
                  </a:lnTo>
                  <a:lnTo>
                    <a:pt x="917950" y="0"/>
                  </a:lnTo>
                  <a:lnTo>
                    <a:pt x="953944" y="0"/>
                  </a:lnTo>
                  <a:lnTo>
                    <a:pt x="989939" y="0"/>
                  </a:lnTo>
                  <a:lnTo>
                    <a:pt x="1025933" y="0"/>
                  </a:lnTo>
                  <a:lnTo>
                    <a:pt x="1061927" y="0"/>
                  </a:lnTo>
                  <a:lnTo>
                    <a:pt x="1097921" y="0"/>
                  </a:lnTo>
                  <a:lnTo>
                    <a:pt x="1133915" y="0"/>
                  </a:lnTo>
                  <a:lnTo>
                    <a:pt x="1169909" y="0"/>
                  </a:lnTo>
                  <a:lnTo>
                    <a:pt x="1205903" y="0"/>
                  </a:lnTo>
                  <a:lnTo>
                    <a:pt x="1241897" y="0"/>
                  </a:lnTo>
                  <a:lnTo>
                    <a:pt x="1277891" y="0"/>
                  </a:lnTo>
                  <a:lnTo>
                    <a:pt x="1313885" y="0"/>
                  </a:lnTo>
                  <a:lnTo>
                    <a:pt x="1349879" y="0"/>
                  </a:lnTo>
                  <a:lnTo>
                    <a:pt x="1385873" y="0"/>
                  </a:lnTo>
                  <a:lnTo>
                    <a:pt x="1421867" y="0"/>
                  </a:lnTo>
                  <a:lnTo>
                    <a:pt x="1457861" y="0"/>
                  </a:lnTo>
                  <a:lnTo>
                    <a:pt x="1493855" y="0"/>
                  </a:lnTo>
                  <a:lnTo>
                    <a:pt x="1529849" y="0"/>
                  </a:lnTo>
                  <a:lnTo>
                    <a:pt x="1565843" y="0"/>
                  </a:lnTo>
                  <a:lnTo>
                    <a:pt x="1601838" y="0"/>
                  </a:lnTo>
                  <a:lnTo>
                    <a:pt x="1637832" y="0"/>
                  </a:lnTo>
                  <a:lnTo>
                    <a:pt x="1673826" y="0"/>
                  </a:lnTo>
                  <a:lnTo>
                    <a:pt x="1709820" y="0"/>
                  </a:lnTo>
                  <a:lnTo>
                    <a:pt x="1745814" y="0"/>
                  </a:lnTo>
                  <a:lnTo>
                    <a:pt x="1781808" y="0"/>
                  </a:lnTo>
                  <a:lnTo>
                    <a:pt x="1817802" y="0"/>
                  </a:lnTo>
                  <a:lnTo>
                    <a:pt x="1853796" y="0"/>
                  </a:lnTo>
                  <a:lnTo>
                    <a:pt x="1889790" y="0"/>
                  </a:lnTo>
                  <a:lnTo>
                    <a:pt x="1925784" y="0"/>
                  </a:lnTo>
                  <a:lnTo>
                    <a:pt x="1961778" y="0"/>
                  </a:lnTo>
                  <a:lnTo>
                    <a:pt x="1997772" y="0"/>
                  </a:lnTo>
                  <a:lnTo>
                    <a:pt x="2033766" y="0"/>
                  </a:lnTo>
                  <a:lnTo>
                    <a:pt x="2069760" y="0"/>
                  </a:lnTo>
                  <a:lnTo>
                    <a:pt x="2105754" y="0"/>
                  </a:lnTo>
                  <a:lnTo>
                    <a:pt x="2141748" y="0"/>
                  </a:lnTo>
                  <a:lnTo>
                    <a:pt x="2177742" y="0"/>
                  </a:lnTo>
                  <a:lnTo>
                    <a:pt x="2213737" y="0"/>
                  </a:lnTo>
                  <a:lnTo>
                    <a:pt x="2249731" y="0"/>
                  </a:lnTo>
                  <a:lnTo>
                    <a:pt x="2285725" y="0"/>
                  </a:lnTo>
                  <a:lnTo>
                    <a:pt x="2321719" y="0"/>
                  </a:lnTo>
                  <a:lnTo>
                    <a:pt x="2357713" y="0"/>
                  </a:lnTo>
                  <a:lnTo>
                    <a:pt x="2393707" y="0"/>
                  </a:lnTo>
                  <a:lnTo>
                    <a:pt x="2429701" y="0"/>
                  </a:lnTo>
                  <a:lnTo>
                    <a:pt x="2465695" y="0"/>
                  </a:lnTo>
                  <a:lnTo>
                    <a:pt x="2501689" y="0"/>
                  </a:lnTo>
                  <a:lnTo>
                    <a:pt x="2537683" y="0"/>
                  </a:lnTo>
                  <a:lnTo>
                    <a:pt x="2573677" y="0"/>
                  </a:lnTo>
                  <a:lnTo>
                    <a:pt x="2609671" y="0"/>
                  </a:lnTo>
                  <a:lnTo>
                    <a:pt x="2645665" y="0"/>
                  </a:lnTo>
                  <a:lnTo>
                    <a:pt x="2681659" y="0"/>
                  </a:lnTo>
                  <a:lnTo>
                    <a:pt x="2717653" y="0"/>
                  </a:lnTo>
                  <a:lnTo>
                    <a:pt x="2753647" y="0"/>
                  </a:lnTo>
                  <a:lnTo>
                    <a:pt x="2789641" y="0"/>
                  </a:lnTo>
                  <a:lnTo>
                    <a:pt x="2825636" y="0"/>
                  </a:lnTo>
                  <a:lnTo>
                    <a:pt x="2861630" y="0"/>
                  </a:lnTo>
                  <a:lnTo>
                    <a:pt x="2897624" y="0"/>
                  </a:lnTo>
                  <a:lnTo>
                    <a:pt x="2933618" y="0"/>
                  </a:lnTo>
                  <a:lnTo>
                    <a:pt x="2969612" y="0"/>
                  </a:lnTo>
                  <a:lnTo>
                    <a:pt x="3005606" y="0"/>
                  </a:lnTo>
                  <a:lnTo>
                    <a:pt x="3041600" y="0"/>
                  </a:lnTo>
                  <a:lnTo>
                    <a:pt x="3077594" y="0"/>
                  </a:lnTo>
                  <a:lnTo>
                    <a:pt x="3113588" y="0"/>
                  </a:lnTo>
                  <a:lnTo>
                    <a:pt x="3149582" y="0"/>
                  </a:lnTo>
                  <a:lnTo>
                    <a:pt x="3185576" y="0"/>
                  </a:lnTo>
                  <a:lnTo>
                    <a:pt x="3221570" y="0"/>
                  </a:lnTo>
                  <a:lnTo>
                    <a:pt x="3248917" y="0"/>
                  </a:lnTo>
                  <a:lnTo>
                    <a:pt x="324891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" name="ph20"/>
            <p:cNvSpPr/>
            <p:nvPr/>
          </p:nvSpPr>
          <p:spPr>
            <a:xfrm>
              <a:off x="3576675" y="78201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" name="ph21"/>
            <p:cNvSpPr/>
            <p:nvPr/>
          </p:nvSpPr>
          <p:spPr>
            <a:xfrm>
              <a:off x="3585382" y="78201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" name="ph22"/>
            <p:cNvSpPr/>
            <p:nvPr/>
          </p:nvSpPr>
          <p:spPr>
            <a:xfrm>
              <a:off x="3594089" y="78201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" name="ph23"/>
            <p:cNvSpPr/>
            <p:nvPr/>
          </p:nvSpPr>
          <p:spPr>
            <a:xfrm>
              <a:off x="3611504" y="78201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" name="ph24"/>
            <p:cNvSpPr/>
            <p:nvPr/>
          </p:nvSpPr>
          <p:spPr>
            <a:xfrm>
              <a:off x="3620211" y="78201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" name="ph25"/>
            <p:cNvSpPr/>
            <p:nvPr/>
          </p:nvSpPr>
          <p:spPr>
            <a:xfrm>
              <a:off x="3628918" y="78201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" name="ph26"/>
            <p:cNvSpPr/>
            <p:nvPr/>
          </p:nvSpPr>
          <p:spPr>
            <a:xfrm>
              <a:off x="4029448" y="78201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" name="ph27"/>
            <p:cNvSpPr/>
            <p:nvPr/>
          </p:nvSpPr>
          <p:spPr>
            <a:xfrm>
              <a:off x="4038155" y="78201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" name="ph28"/>
            <p:cNvSpPr/>
            <p:nvPr/>
          </p:nvSpPr>
          <p:spPr>
            <a:xfrm>
              <a:off x="4046863" y="78201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" name="ph29"/>
            <p:cNvSpPr/>
            <p:nvPr/>
          </p:nvSpPr>
          <p:spPr>
            <a:xfrm>
              <a:off x="3559261" y="79271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" name="ph30"/>
            <p:cNvSpPr/>
            <p:nvPr/>
          </p:nvSpPr>
          <p:spPr>
            <a:xfrm>
              <a:off x="3567968" y="79271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" name="ph31"/>
            <p:cNvSpPr/>
            <p:nvPr/>
          </p:nvSpPr>
          <p:spPr>
            <a:xfrm>
              <a:off x="3576675" y="79271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" name="ph32"/>
            <p:cNvSpPr/>
            <p:nvPr/>
          </p:nvSpPr>
          <p:spPr>
            <a:xfrm>
              <a:off x="3585382" y="79271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" name="ph33"/>
            <p:cNvSpPr/>
            <p:nvPr/>
          </p:nvSpPr>
          <p:spPr>
            <a:xfrm>
              <a:off x="3594089" y="79271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" name="ph34"/>
            <p:cNvSpPr/>
            <p:nvPr/>
          </p:nvSpPr>
          <p:spPr>
            <a:xfrm>
              <a:off x="3602796" y="79271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" name="ph35"/>
            <p:cNvSpPr/>
            <p:nvPr/>
          </p:nvSpPr>
          <p:spPr>
            <a:xfrm>
              <a:off x="3611504" y="79271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" name="ph36"/>
            <p:cNvSpPr/>
            <p:nvPr/>
          </p:nvSpPr>
          <p:spPr>
            <a:xfrm>
              <a:off x="3620211" y="79271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" name="ph37"/>
            <p:cNvSpPr/>
            <p:nvPr/>
          </p:nvSpPr>
          <p:spPr>
            <a:xfrm>
              <a:off x="3628918" y="79271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" name="ph38"/>
            <p:cNvSpPr/>
            <p:nvPr/>
          </p:nvSpPr>
          <p:spPr>
            <a:xfrm>
              <a:off x="4020741" y="79271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" name="ph39"/>
            <p:cNvSpPr/>
            <p:nvPr/>
          </p:nvSpPr>
          <p:spPr>
            <a:xfrm>
              <a:off x="4029448" y="79271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" name="ph40"/>
            <p:cNvSpPr/>
            <p:nvPr/>
          </p:nvSpPr>
          <p:spPr>
            <a:xfrm>
              <a:off x="4038155" y="79271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" name="ph41"/>
            <p:cNvSpPr/>
            <p:nvPr/>
          </p:nvSpPr>
          <p:spPr>
            <a:xfrm>
              <a:off x="4046863" y="79271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" name="ph42"/>
            <p:cNvSpPr/>
            <p:nvPr/>
          </p:nvSpPr>
          <p:spPr>
            <a:xfrm>
              <a:off x="4055570" y="79271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" name="ph43"/>
            <p:cNvSpPr/>
            <p:nvPr/>
          </p:nvSpPr>
          <p:spPr>
            <a:xfrm>
              <a:off x="3550553" y="80340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" name="ph44"/>
            <p:cNvSpPr/>
            <p:nvPr/>
          </p:nvSpPr>
          <p:spPr>
            <a:xfrm>
              <a:off x="3559261" y="80340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" name="ph45"/>
            <p:cNvSpPr/>
            <p:nvPr/>
          </p:nvSpPr>
          <p:spPr>
            <a:xfrm>
              <a:off x="3567968" y="80340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" name="ph46"/>
            <p:cNvSpPr/>
            <p:nvPr/>
          </p:nvSpPr>
          <p:spPr>
            <a:xfrm>
              <a:off x="3576675" y="80340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" name="ph47"/>
            <p:cNvSpPr/>
            <p:nvPr/>
          </p:nvSpPr>
          <p:spPr>
            <a:xfrm>
              <a:off x="3585382" y="80340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8" name="ph48"/>
            <p:cNvSpPr/>
            <p:nvPr/>
          </p:nvSpPr>
          <p:spPr>
            <a:xfrm>
              <a:off x="3594089" y="80340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9" name="ph49"/>
            <p:cNvSpPr/>
            <p:nvPr/>
          </p:nvSpPr>
          <p:spPr>
            <a:xfrm>
              <a:off x="3602796" y="80340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0" name="ph50"/>
            <p:cNvSpPr/>
            <p:nvPr/>
          </p:nvSpPr>
          <p:spPr>
            <a:xfrm>
              <a:off x="3611504" y="80340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1" name="ph51"/>
            <p:cNvSpPr/>
            <p:nvPr/>
          </p:nvSpPr>
          <p:spPr>
            <a:xfrm>
              <a:off x="3620211" y="80340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2" name="ph52"/>
            <p:cNvSpPr/>
            <p:nvPr/>
          </p:nvSpPr>
          <p:spPr>
            <a:xfrm>
              <a:off x="3628918" y="80340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3" name="ph53"/>
            <p:cNvSpPr/>
            <p:nvPr/>
          </p:nvSpPr>
          <p:spPr>
            <a:xfrm>
              <a:off x="3637625" y="80340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4" name="ph54"/>
            <p:cNvSpPr/>
            <p:nvPr/>
          </p:nvSpPr>
          <p:spPr>
            <a:xfrm>
              <a:off x="4020741" y="80340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5" name="ph55"/>
            <p:cNvSpPr/>
            <p:nvPr/>
          </p:nvSpPr>
          <p:spPr>
            <a:xfrm>
              <a:off x="4029448" y="80340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6" name="ph56"/>
            <p:cNvSpPr/>
            <p:nvPr/>
          </p:nvSpPr>
          <p:spPr>
            <a:xfrm>
              <a:off x="4038155" y="80340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7" name="ph57"/>
            <p:cNvSpPr/>
            <p:nvPr/>
          </p:nvSpPr>
          <p:spPr>
            <a:xfrm>
              <a:off x="4046863" y="80340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8" name="ph58"/>
            <p:cNvSpPr/>
            <p:nvPr/>
          </p:nvSpPr>
          <p:spPr>
            <a:xfrm>
              <a:off x="4055570" y="80340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9" name="ph59"/>
            <p:cNvSpPr/>
            <p:nvPr/>
          </p:nvSpPr>
          <p:spPr>
            <a:xfrm>
              <a:off x="3507018" y="81410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0" name="ph60"/>
            <p:cNvSpPr/>
            <p:nvPr/>
          </p:nvSpPr>
          <p:spPr>
            <a:xfrm>
              <a:off x="3515725" y="81410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1" name="ph61"/>
            <p:cNvSpPr/>
            <p:nvPr/>
          </p:nvSpPr>
          <p:spPr>
            <a:xfrm>
              <a:off x="3524432" y="81410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2" name="ph62"/>
            <p:cNvSpPr/>
            <p:nvPr/>
          </p:nvSpPr>
          <p:spPr>
            <a:xfrm>
              <a:off x="3533139" y="81410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3" name="ph63"/>
            <p:cNvSpPr/>
            <p:nvPr/>
          </p:nvSpPr>
          <p:spPr>
            <a:xfrm>
              <a:off x="3541846" y="81410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4" name="ph64"/>
            <p:cNvSpPr/>
            <p:nvPr/>
          </p:nvSpPr>
          <p:spPr>
            <a:xfrm>
              <a:off x="3550553" y="81410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5" name="ph65"/>
            <p:cNvSpPr/>
            <p:nvPr/>
          </p:nvSpPr>
          <p:spPr>
            <a:xfrm>
              <a:off x="3559261" y="81410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6" name="ph66"/>
            <p:cNvSpPr/>
            <p:nvPr/>
          </p:nvSpPr>
          <p:spPr>
            <a:xfrm>
              <a:off x="3567968" y="81410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7" name="ph67"/>
            <p:cNvSpPr/>
            <p:nvPr/>
          </p:nvSpPr>
          <p:spPr>
            <a:xfrm>
              <a:off x="3576675" y="81410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8" name="ph68"/>
            <p:cNvSpPr/>
            <p:nvPr/>
          </p:nvSpPr>
          <p:spPr>
            <a:xfrm>
              <a:off x="3585382" y="81410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9" name="ph69"/>
            <p:cNvSpPr/>
            <p:nvPr/>
          </p:nvSpPr>
          <p:spPr>
            <a:xfrm>
              <a:off x="3594089" y="81410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0" name="ph70"/>
            <p:cNvSpPr/>
            <p:nvPr/>
          </p:nvSpPr>
          <p:spPr>
            <a:xfrm>
              <a:off x="3602796" y="81410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1" name="ph71"/>
            <p:cNvSpPr/>
            <p:nvPr/>
          </p:nvSpPr>
          <p:spPr>
            <a:xfrm>
              <a:off x="3611504" y="81410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2" name="ph72"/>
            <p:cNvSpPr/>
            <p:nvPr/>
          </p:nvSpPr>
          <p:spPr>
            <a:xfrm>
              <a:off x="3620211" y="81410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3" name="ph73"/>
            <p:cNvSpPr/>
            <p:nvPr/>
          </p:nvSpPr>
          <p:spPr>
            <a:xfrm>
              <a:off x="3628918" y="81410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4" name="ph74"/>
            <p:cNvSpPr/>
            <p:nvPr/>
          </p:nvSpPr>
          <p:spPr>
            <a:xfrm>
              <a:off x="4029448" y="81410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5" name="ph75"/>
            <p:cNvSpPr/>
            <p:nvPr/>
          </p:nvSpPr>
          <p:spPr>
            <a:xfrm>
              <a:off x="4038155" y="81410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6" name="ph76"/>
            <p:cNvSpPr/>
            <p:nvPr/>
          </p:nvSpPr>
          <p:spPr>
            <a:xfrm>
              <a:off x="4046863" y="81410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7" name="ph77"/>
            <p:cNvSpPr/>
            <p:nvPr/>
          </p:nvSpPr>
          <p:spPr>
            <a:xfrm>
              <a:off x="3480896" y="82480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8" name="ph78"/>
            <p:cNvSpPr/>
            <p:nvPr/>
          </p:nvSpPr>
          <p:spPr>
            <a:xfrm>
              <a:off x="3489603" y="82480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9" name="ph79"/>
            <p:cNvSpPr/>
            <p:nvPr/>
          </p:nvSpPr>
          <p:spPr>
            <a:xfrm>
              <a:off x="3498310" y="82480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0" name="ph80"/>
            <p:cNvSpPr/>
            <p:nvPr/>
          </p:nvSpPr>
          <p:spPr>
            <a:xfrm>
              <a:off x="3507018" y="82480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1" name="ph81"/>
            <p:cNvSpPr/>
            <p:nvPr/>
          </p:nvSpPr>
          <p:spPr>
            <a:xfrm>
              <a:off x="3515725" y="82480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2" name="ph82"/>
            <p:cNvSpPr/>
            <p:nvPr/>
          </p:nvSpPr>
          <p:spPr>
            <a:xfrm>
              <a:off x="3524432" y="82480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3" name="ph83"/>
            <p:cNvSpPr/>
            <p:nvPr/>
          </p:nvSpPr>
          <p:spPr>
            <a:xfrm>
              <a:off x="3533139" y="82480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4" name="ph84"/>
            <p:cNvSpPr/>
            <p:nvPr/>
          </p:nvSpPr>
          <p:spPr>
            <a:xfrm>
              <a:off x="3541846" y="82480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5" name="ph85"/>
            <p:cNvSpPr/>
            <p:nvPr/>
          </p:nvSpPr>
          <p:spPr>
            <a:xfrm>
              <a:off x="3550553" y="82480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6" name="ph86"/>
            <p:cNvSpPr/>
            <p:nvPr/>
          </p:nvSpPr>
          <p:spPr>
            <a:xfrm>
              <a:off x="3559261" y="82480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7" name="ph87"/>
            <p:cNvSpPr/>
            <p:nvPr/>
          </p:nvSpPr>
          <p:spPr>
            <a:xfrm>
              <a:off x="3567968" y="82480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8" name="ph88"/>
            <p:cNvSpPr/>
            <p:nvPr/>
          </p:nvSpPr>
          <p:spPr>
            <a:xfrm>
              <a:off x="3576675" y="82480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9" name="ph89"/>
            <p:cNvSpPr/>
            <p:nvPr/>
          </p:nvSpPr>
          <p:spPr>
            <a:xfrm>
              <a:off x="3585382" y="82480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0" name="ph90"/>
            <p:cNvSpPr/>
            <p:nvPr/>
          </p:nvSpPr>
          <p:spPr>
            <a:xfrm>
              <a:off x="3594089" y="82480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1" name="ph91"/>
            <p:cNvSpPr/>
            <p:nvPr/>
          </p:nvSpPr>
          <p:spPr>
            <a:xfrm>
              <a:off x="3602796" y="82480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2" name="ph92"/>
            <p:cNvSpPr/>
            <p:nvPr/>
          </p:nvSpPr>
          <p:spPr>
            <a:xfrm>
              <a:off x="3611504" y="82480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3" name="ph93"/>
            <p:cNvSpPr/>
            <p:nvPr/>
          </p:nvSpPr>
          <p:spPr>
            <a:xfrm>
              <a:off x="3620211" y="82480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4" name="ph94"/>
            <p:cNvSpPr/>
            <p:nvPr/>
          </p:nvSpPr>
          <p:spPr>
            <a:xfrm>
              <a:off x="4038155" y="82480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5" name="ph95"/>
            <p:cNvSpPr/>
            <p:nvPr/>
          </p:nvSpPr>
          <p:spPr>
            <a:xfrm>
              <a:off x="3472189" y="83550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6" name="ph96"/>
            <p:cNvSpPr/>
            <p:nvPr/>
          </p:nvSpPr>
          <p:spPr>
            <a:xfrm>
              <a:off x="3480896" y="83550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7" name="ph97"/>
            <p:cNvSpPr/>
            <p:nvPr/>
          </p:nvSpPr>
          <p:spPr>
            <a:xfrm>
              <a:off x="3489603" y="83550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8" name="ph98"/>
            <p:cNvSpPr/>
            <p:nvPr/>
          </p:nvSpPr>
          <p:spPr>
            <a:xfrm>
              <a:off x="3498310" y="83550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9" name="ph99"/>
            <p:cNvSpPr/>
            <p:nvPr/>
          </p:nvSpPr>
          <p:spPr>
            <a:xfrm>
              <a:off x="3507018" y="83550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0" name="ph100"/>
            <p:cNvSpPr/>
            <p:nvPr/>
          </p:nvSpPr>
          <p:spPr>
            <a:xfrm>
              <a:off x="3515725" y="83550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1" name="ph101"/>
            <p:cNvSpPr/>
            <p:nvPr/>
          </p:nvSpPr>
          <p:spPr>
            <a:xfrm>
              <a:off x="3524432" y="83550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2" name="ph102"/>
            <p:cNvSpPr/>
            <p:nvPr/>
          </p:nvSpPr>
          <p:spPr>
            <a:xfrm>
              <a:off x="3533139" y="83550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3" name="ph103"/>
            <p:cNvSpPr/>
            <p:nvPr/>
          </p:nvSpPr>
          <p:spPr>
            <a:xfrm>
              <a:off x="3541846" y="83550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4" name="ph104"/>
            <p:cNvSpPr/>
            <p:nvPr/>
          </p:nvSpPr>
          <p:spPr>
            <a:xfrm>
              <a:off x="3550553" y="83550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5" name="ph105"/>
            <p:cNvSpPr/>
            <p:nvPr/>
          </p:nvSpPr>
          <p:spPr>
            <a:xfrm>
              <a:off x="3559261" y="83550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6" name="ph106"/>
            <p:cNvSpPr/>
            <p:nvPr/>
          </p:nvSpPr>
          <p:spPr>
            <a:xfrm>
              <a:off x="3567968" y="83550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7" name="ph107"/>
            <p:cNvSpPr/>
            <p:nvPr/>
          </p:nvSpPr>
          <p:spPr>
            <a:xfrm>
              <a:off x="3576675" y="83550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8" name="ph108"/>
            <p:cNvSpPr/>
            <p:nvPr/>
          </p:nvSpPr>
          <p:spPr>
            <a:xfrm>
              <a:off x="3585382" y="83550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9" name="ph109"/>
            <p:cNvSpPr/>
            <p:nvPr/>
          </p:nvSpPr>
          <p:spPr>
            <a:xfrm>
              <a:off x="3594089" y="83550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0" name="ph110"/>
            <p:cNvSpPr/>
            <p:nvPr/>
          </p:nvSpPr>
          <p:spPr>
            <a:xfrm>
              <a:off x="3454774" y="84620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1" name="ph111"/>
            <p:cNvSpPr/>
            <p:nvPr/>
          </p:nvSpPr>
          <p:spPr>
            <a:xfrm>
              <a:off x="3463482" y="84620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2" name="ph112"/>
            <p:cNvSpPr/>
            <p:nvPr/>
          </p:nvSpPr>
          <p:spPr>
            <a:xfrm>
              <a:off x="3472189" y="84620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3" name="ph113"/>
            <p:cNvSpPr/>
            <p:nvPr/>
          </p:nvSpPr>
          <p:spPr>
            <a:xfrm>
              <a:off x="3480896" y="84620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4" name="ph114"/>
            <p:cNvSpPr/>
            <p:nvPr/>
          </p:nvSpPr>
          <p:spPr>
            <a:xfrm>
              <a:off x="3489603" y="84620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5" name="ph115"/>
            <p:cNvSpPr/>
            <p:nvPr/>
          </p:nvSpPr>
          <p:spPr>
            <a:xfrm>
              <a:off x="3498310" y="84620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6" name="ph116"/>
            <p:cNvSpPr/>
            <p:nvPr/>
          </p:nvSpPr>
          <p:spPr>
            <a:xfrm>
              <a:off x="3507018" y="84620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7" name="ph117"/>
            <p:cNvSpPr/>
            <p:nvPr/>
          </p:nvSpPr>
          <p:spPr>
            <a:xfrm>
              <a:off x="3515725" y="84620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8" name="ph118"/>
            <p:cNvSpPr/>
            <p:nvPr/>
          </p:nvSpPr>
          <p:spPr>
            <a:xfrm>
              <a:off x="3524432" y="84620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9" name="ph119"/>
            <p:cNvSpPr/>
            <p:nvPr/>
          </p:nvSpPr>
          <p:spPr>
            <a:xfrm>
              <a:off x="3533139" y="84620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0" name="ph120"/>
            <p:cNvSpPr/>
            <p:nvPr/>
          </p:nvSpPr>
          <p:spPr>
            <a:xfrm>
              <a:off x="3541846" y="84620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1" name="ph121"/>
            <p:cNvSpPr/>
            <p:nvPr/>
          </p:nvSpPr>
          <p:spPr>
            <a:xfrm>
              <a:off x="3550553" y="84620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2" name="ph122"/>
            <p:cNvSpPr/>
            <p:nvPr/>
          </p:nvSpPr>
          <p:spPr>
            <a:xfrm>
              <a:off x="3559261" y="84620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3" name="ph123"/>
            <p:cNvSpPr/>
            <p:nvPr/>
          </p:nvSpPr>
          <p:spPr>
            <a:xfrm>
              <a:off x="3567968" y="84620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4" name="ph124"/>
            <p:cNvSpPr/>
            <p:nvPr/>
          </p:nvSpPr>
          <p:spPr>
            <a:xfrm>
              <a:off x="3428653" y="85690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5" name="ph125"/>
            <p:cNvSpPr/>
            <p:nvPr/>
          </p:nvSpPr>
          <p:spPr>
            <a:xfrm>
              <a:off x="3437360" y="85690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6" name="ph126"/>
            <p:cNvSpPr/>
            <p:nvPr/>
          </p:nvSpPr>
          <p:spPr>
            <a:xfrm>
              <a:off x="3446067" y="85690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7" name="ph127"/>
            <p:cNvSpPr/>
            <p:nvPr/>
          </p:nvSpPr>
          <p:spPr>
            <a:xfrm>
              <a:off x="3454774" y="85690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8" name="ph128"/>
            <p:cNvSpPr/>
            <p:nvPr/>
          </p:nvSpPr>
          <p:spPr>
            <a:xfrm>
              <a:off x="3463482" y="85690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9" name="ph129"/>
            <p:cNvSpPr/>
            <p:nvPr/>
          </p:nvSpPr>
          <p:spPr>
            <a:xfrm>
              <a:off x="3472189" y="85690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0" name="ph130"/>
            <p:cNvSpPr/>
            <p:nvPr/>
          </p:nvSpPr>
          <p:spPr>
            <a:xfrm>
              <a:off x="3480896" y="85690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1" name="ph131"/>
            <p:cNvSpPr/>
            <p:nvPr/>
          </p:nvSpPr>
          <p:spPr>
            <a:xfrm>
              <a:off x="3489603" y="85690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2" name="ph132"/>
            <p:cNvSpPr/>
            <p:nvPr/>
          </p:nvSpPr>
          <p:spPr>
            <a:xfrm>
              <a:off x="3498310" y="85690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3" name="ph133"/>
            <p:cNvSpPr/>
            <p:nvPr/>
          </p:nvSpPr>
          <p:spPr>
            <a:xfrm>
              <a:off x="3507018" y="85690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4" name="ph134"/>
            <p:cNvSpPr/>
            <p:nvPr/>
          </p:nvSpPr>
          <p:spPr>
            <a:xfrm>
              <a:off x="3515725" y="85690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5" name="ph135"/>
            <p:cNvSpPr/>
            <p:nvPr/>
          </p:nvSpPr>
          <p:spPr>
            <a:xfrm>
              <a:off x="3524432" y="85690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6" name="ph136"/>
            <p:cNvSpPr/>
            <p:nvPr/>
          </p:nvSpPr>
          <p:spPr>
            <a:xfrm>
              <a:off x="3533139" y="85690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7" name="ph137"/>
            <p:cNvSpPr/>
            <p:nvPr/>
          </p:nvSpPr>
          <p:spPr>
            <a:xfrm>
              <a:off x="3541846" y="85690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8" name="ph138"/>
            <p:cNvSpPr/>
            <p:nvPr/>
          </p:nvSpPr>
          <p:spPr>
            <a:xfrm>
              <a:off x="3411239" y="86760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9" name="ph139"/>
            <p:cNvSpPr/>
            <p:nvPr/>
          </p:nvSpPr>
          <p:spPr>
            <a:xfrm>
              <a:off x="3419946" y="86760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0" name="ph140"/>
            <p:cNvSpPr/>
            <p:nvPr/>
          </p:nvSpPr>
          <p:spPr>
            <a:xfrm>
              <a:off x="3428653" y="86760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1" name="ph141"/>
            <p:cNvSpPr/>
            <p:nvPr/>
          </p:nvSpPr>
          <p:spPr>
            <a:xfrm>
              <a:off x="3437360" y="86760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2" name="ph142"/>
            <p:cNvSpPr/>
            <p:nvPr/>
          </p:nvSpPr>
          <p:spPr>
            <a:xfrm>
              <a:off x="3446067" y="86760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3" name="ph143"/>
            <p:cNvSpPr/>
            <p:nvPr/>
          </p:nvSpPr>
          <p:spPr>
            <a:xfrm>
              <a:off x="3454774" y="86760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4" name="ph144"/>
            <p:cNvSpPr/>
            <p:nvPr/>
          </p:nvSpPr>
          <p:spPr>
            <a:xfrm>
              <a:off x="3463482" y="86760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5" name="ph145"/>
            <p:cNvSpPr/>
            <p:nvPr/>
          </p:nvSpPr>
          <p:spPr>
            <a:xfrm>
              <a:off x="3472189" y="86760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6" name="ph146"/>
            <p:cNvSpPr/>
            <p:nvPr/>
          </p:nvSpPr>
          <p:spPr>
            <a:xfrm>
              <a:off x="3480896" y="86760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7" name="ph147"/>
            <p:cNvSpPr/>
            <p:nvPr/>
          </p:nvSpPr>
          <p:spPr>
            <a:xfrm>
              <a:off x="3489603" y="86760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8" name="ph148"/>
            <p:cNvSpPr/>
            <p:nvPr/>
          </p:nvSpPr>
          <p:spPr>
            <a:xfrm>
              <a:off x="3498310" y="86760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9" name="ph149"/>
            <p:cNvSpPr/>
            <p:nvPr/>
          </p:nvSpPr>
          <p:spPr>
            <a:xfrm>
              <a:off x="3507018" y="86760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0" name="ph150"/>
            <p:cNvSpPr/>
            <p:nvPr/>
          </p:nvSpPr>
          <p:spPr>
            <a:xfrm>
              <a:off x="3402531" y="87830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1" name="ph151"/>
            <p:cNvSpPr/>
            <p:nvPr/>
          </p:nvSpPr>
          <p:spPr>
            <a:xfrm>
              <a:off x="3411239" y="87830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2" name="ph152"/>
            <p:cNvSpPr/>
            <p:nvPr/>
          </p:nvSpPr>
          <p:spPr>
            <a:xfrm>
              <a:off x="3419946" y="87830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3" name="ph153"/>
            <p:cNvSpPr/>
            <p:nvPr/>
          </p:nvSpPr>
          <p:spPr>
            <a:xfrm>
              <a:off x="3428653" y="87830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4" name="ph154"/>
            <p:cNvSpPr/>
            <p:nvPr/>
          </p:nvSpPr>
          <p:spPr>
            <a:xfrm>
              <a:off x="3437360" y="87830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5" name="ph155"/>
            <p:cNvSpPr/>
            <p:nvPr/>
          </p:nvSpPr>
          <p:spPr>
            <a:xfrm>
              <a:off x="3446067" y="87830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6" name="ph156"/>
            <p:cNvSpPr/>
            <p:nvPr/>
          </p:nvSpPr>
          <p:spPr>
            <a:xfrm>
              <a:off x="3454774" y="87830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7" name="ph157"/>
            <p:cNvSpPr/>
            <p:nvPr/>
          </p:nvSpPr>
          <p:spPr>
            <a:xfrm>
              <a:off x="3463482" y="87830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8" name="ph158"/>
            <p:cNvSpPr/>
            <p:nvPr/>
          </p:nvSpPr>
          <p:spPr>
            <a:xfrm>
              <a:off x="3472189" y="87830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9" name="ph159"/>
            <p:cNvSpPr/>
            <p:nvPr/>
          </p:nvSpPr>
          <p:spPr>
            <a:xfrm>
              <a:off x="3480896" y="87830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0" name="ph160"/>
            <p:cNvSpPr/>
            <p:nvPr/>
          </p:nvSpPr>
          <p:spPr>
            <a:xfrm>
              <a:off x="3489603" y="87830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1" name="ph161"/>
            <p:cNvSpPr/>
            <p:nvPr/>
          </p:nvSpPr>
          <p:spPr>
            <a:xfrm>
              <a:off x="3393824" y="88900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2" name="ph162"/>
            <p:cNvSpPr/>
            <p:nvPr/>
          </p:nvSpPr>
          <p:spPr>
            <a:xfrm>
              <a:off x="3402531" y="88900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3" name="ph163"/>
            <p:cNvSpPr/>
            <p:nvPr/>
          </p:nvSpPr>
          <p:spPr>
            <a:xfrm>
              <a:off x="3411239" y="88900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4" name="ph164"/>
            <p:cNvSpPr/>
            <p:nvPr/>
          </p:nvSpPr>
          <p:spPr>
            <a:xfrm>
              <a:off x="3419946" y="88900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5" name="ph165"/>
            <p:cNvSpPr/>
            <p:nvPr/>
          </p:nvSpPr>
          <p:spPr>
            <a:xfrm>
              <a:off x="3428653" y="88900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6" name="ph166"/>
            <p:cNvSpPr/>
            <p:nvPr/>
          </p:nvSpPr>
          <p:spPr>
            <a:xfrm>
              <a:off x="3437360" y="88900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7" name="ph167"/>
            <p:cNvSpPr/>
            <p:nvPr/>
          </p:nvSpPr>
          <p:spPr>
            <a:xfrm>
              <a:off x="3446067" y="88900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8" name="ph168"/>
            <p:cNvSpPr/>
            <p:nvPr/>
          </p:nvSpPr>
          <p:spPr>
            <a:xfrm>
              <a:off x="3454774" y="88900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9" name="ph169"/>
            <p:cNvSpPr/>
            <p:nvPr/>
          </p:nvSpPr>
          <p:spPr>
            <a:xfrm>
              <a:off x="3463482" y="88900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0" name="ph170"/>
            <p:cNvSpPr/>
            <p:nvPr/>
          </p:nvSpPr>
          <p:spPr>
            <a:xfrm>
              <a:off x="3472189" y="88900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1" name="ph171"/>
            <p:cNvSpPr/>
            <p:nvPr/>
          </p:nvSpPr>
          <p:spPr>
            <a:xfrm>
              <a:off x="3385117" y="89970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2" name="ph172"/>
            <p:cNvSpPr/>
            <p:nvPr/>
          </p:nvSpPr>
          <p:spPr>
            <a:xfrm>
              <a:off x="3393824" y="89970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3" name="ph173"/>
            <p:cNvSpPr/>
            <p:nvPr/>
          </p:nvSpPr>
          <p:spPr>
            <a:xfrm>
              <a:off x="3402531" y="89970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4" name="ph174"/>
            <p:cNvSpPr/>
            <p:nvPr/>
          </p:nvSpPr>
          <p:spPr>
            <a:xfrm>
              <a:off x="3411239" y="89970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5" name="ph175"/>
            <p:cNvSpPr/>
            <p:nvPr/>
          </p:nvSpPr>
          <p:spPr>
            <a:xfrm>
              <a:off x="3419946" y="89970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6" name="ph176"/>
            <p:cNvSpPr/>
            <p:nvPr/>
          </p:nvSpPr>
          <p:spPr>
            <a:xfrm>
              <a:off x="3428653" y="89970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7" name="ph177"/>
            <p:cNvSpPr/>
            <p:nvPr/>
          </p:nvSpPr>
          <p:spPr>
            <a:xfrm>
              <a:off x="3437360" y="89970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8" name="ph178"/>
            <p:cNvSpPr/>
            <p:nvPr/>
          </p:nvSpPr>
          <p:spPr>
            <a:xfrm>
              <a:off x="3446067" y="89970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9" name="ph179"/>
            <p:cNvSpPr/>
            <p:nvPr/>
          </p:nvSpPr>
          <p:spPr>
            <a:xfrm>
              <a:off x="3454774" y="89970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0" name="ph180"/>
            <p:cNvSpPr/>
            <p:nvPr/>
          </p:nvSpPr>
          <p:spPr>
            <a:xfrm>
              <a:off x="3358995" y="91040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1" name="ph181"/>
            <p:cNvSpPr/>
            <p:nvPr/>
          </p:nvSpPr>
          <p:spPr>
            <a:xfrm>
              <a:off x="3367703" y="91040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2" name="ph182"/>
            <p:cNvSpPr/>
            <p:nvPr/>
          </p:nvSpPr>
          <p:spPr>
            <a:xfrm>
              <a:off x="3376410" y="91040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3" name="ph183"/>
            <p:cNvSpPr/>
            <p:nvPr/>
          </p:nvSpPr>
          <p:spPr>
            <a:xfrm>
              <a:off x="3385117" y="91040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4" name="ph184"/>
            <p:cNvSpPr/>
            <p:nvPr/>
          </p:nvSpPr>
          <p:spPr>
            <a:xfrm>
              <a:off x="3393824" y="91040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5" name="ph185"/>
            <p:cNvSpPr/>
            <p:nvPr/>
          </p:nvSpPr>
          <p:spPr>
            <a:xfrm>
              <a:off x="3402531" y="91040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6" name="ph186"/>
            <p:cNvSpPr/>
            <p:nvPr/>
          </p:nvSpPr>
          <p:spPr>
            <a:xfrm>
              <a:off x="3411239" y="91040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7" name="ph187"/>
            <p:cNvSpPr/>
            <p:nvPr/>
          </p:nvSpPr>
          <p:spPr>
            <a:xfrm>
              <a:off x="3419946" y="91040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8" name="ph188"/>
            <p:cNvSpPr/>
            <p:nvPr/>
          </p:nvSpPr>
          <p:spPr>
            <a:xfrm>
              <a:off x="3428653" y="91040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9" name="ph189"/>
            <p:cNvSpPr/>
            <p:nvPr/>
          </p:nvSpPr>
          <p:spPr>
            <a:xfrm>
              <a:off x="3437360" y="91040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0" name="ph190"/>
            <p:cNvSpPr/>
            <p:nvPr/>
          </p:nvSpPr>
          <p:spPr>
            <a:xfrm>
              <a:off x="3350288" y="92110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1" name="ph191"/>
            <p:cNvSpPr/>
            <p:nvPr/>
          </p:nvSpPr>
          <p:spPr>
            <a:xfrm>
              <a:off x="3358995" y="92110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2" name="ph192"/>
            <p:cNvSpPr/>
            <p:nvPr/>
          </p:nvSpPr>
          <p:spPr>
            <a:xfrm>
              <a:off x="3367703" y="92110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3" name="ph193"/>
            <p:cNvSpPr/>
            <p:nvPr/>
          </p:nvSpPr>
          <p:spPr>
            <a:xfrm>
              <a:off x="3376410" y="92110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4" name="ph194"/>
            <p:cNvSpPr/>
            <p:nvPr/>
          </p:nvSpPr>
          <p:spPr>
            <a:xfrm>
              <a:off x="3385117" y="92110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5" name="ph195"/>
            <p:cNvSpPr/>
            <p:nvPr/>
          </p:nvSpPr>
          <p:spPr>
            <a:xfrm>
              <a:off x="3393824" y="92110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6" name="ph196"/>
            <p:cNvSpPr/>
            <p:nvPr/>
          </p:nvSpPr>
          <p:spPr>
            <a:xfrm>
              <a:off x="3402531" y="92110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7" name="ph197"/>
            <p:cNvSpPr/>
            <p:nvPr/>
          </p:nvSpPr>
          <p:spPr>
            <a:xfrm>
              <a:off x="3411239" y="92110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8" name="ph198"/>
            <p:cNvSpPr/>
            <p:nvPr/>
          </p:nvSpPr>
          <p:spPr>
            <a:xfrm>
              <a:off x="3419946" y="92110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9" name="ph199"/>
            <p:cNvSpPr/>
            <p:nvPr/>
          </p:nvSpPr>
          <p:spPr>
            <a:xfrm>
              <a:off x="4055570" y="92110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0" name="ph200"/>
            <p:cNvSpPr/>
            <p:nvPr/>
          </p:nvSpPr>
          <p:spPr>
            <a:xfrm>
              <a:off x="3306752" y="93180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1" name="ph201"/>
            <p:cNvSpPr/>
            <p:nvPr/>
          </p:nvSpPr>
          <p:spPr>
            <a:xfrm>
              <a:off x="3315460" y="93180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2" name="ph202"/>
            <p:cNvSpPr/>
            <p:nvPr/>
          </p:nvSpPr>
          <p:spPr>
            <a:xfrm>
              <a:off x="3324167" y="93180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3" name="ph203"/>
            <p:cNvSpPr/>
            <p:nvPr/>
          </p:nvSpPr>
          <p:spPr>
            <a:xfrm>
              <a:off x="3332874" y="93180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4" name="ph204"/>
            <p:cNvSpPr/>
            <p:nvPr/>
          </p:nvSpPr>
          <p:spPr>
            <a:xfrm>
              <a:off x="3341581" y="93180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5" name="ph205"/>
            <p:cNvSpPr/>
            <p:nvPr/>
          </p:nvSpPr>
          <p:spPr>
            <a:xfrm>
              <a:off x="3350288" y="93180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6" name="ph206"/>
            <p:cNvSpPr/>
            <p:nvPr/>
          </p:nvSpPr>
          <p:spPr>
            <a:xfrm>
              <a:off x="3358995" y="93180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7" name="ph207"/>
            <p:cNvSpPr/>
            <p:nvPr/>
          </p:nvSpPr>
          <p:spPr>
            <a:xfrm>
              <a:off x="3367703" y="93180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8" name="ph208"/>
            <p:cNvSpPr/>
            <p:nvPr/>
          </p:nvSpPr>
          <p:spPr>
            <a:xfrm>
              <a:off x="3376410" y="93180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9" name="ph209"/>
            <p:cNvSpPr/>
            <p:nvPr/>
          </p:nvSpPr>
          <p:spPr>
            <a:xfrm>
              <a:off x="3385117" y="93180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0" name="ph210"/>
            <p:cNvSpPr/>
            <p:nvPr/>
          </p:nvSpPr>
          <p:spPr>
            <a:xfrm>
              <a:off x="3393824" y="93180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1" name="ph211"/>
            <p:cNvSpPr/>
            <p:nvPr/>
          </p:nvSpPr>
          <p:spPr>
            <a:xfrm>
              <a:off x="3402531" y="93180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2" name="ph212"/>
            <p:cNvSpPr/>
            <p:nvPr/>
          </p:nvSpPr>
          <p:spPr>
            <a:xfrm>
              <a:off x="3411239" y="93180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3" name="ph213"/>
            <p:cNvSpPr/>
            <p:nvPr/>
          </p:nvSpPr>
          <p:spPr>
            <a:xfrm>
              <a:off x="4029448" y="93180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4" name="ph214"/>
            <p:cNvSpPr/>
            <p:nvPr/>
          </p:nvSpPr>
          <p:spPr>
            <a:xfrm>
              <a:off x="4038155" y="93180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5" name="ph215"/>
            <p:cNvSpPr/>
            <p:nvPr/>
          </p:nvSpPr>
          <p:spPr>
            <a:xfrm>
              <a:off x="4046863" y="93180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6" name="ph216"/>
            <p:cNvSpPr/>
            <p:nvPr/>
          </p:nvSpPr>
          <p:spPr>
            <a:xfrm>
              <a:off x="4055570" y="93180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7" name="ph217"/>
            <p:cNvSpPr/>
            <p:nvPr/>
          </p:nvSpPr>
          <p:spPr>
            <a:xfrm>
              <a:off x="4064277" y="93180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8" name="ph218"/>
            <p:cNvSpPr/>
            <p:nvPr/>
          </p:nvSpPr>
          <p:spPr>
            <a:xfrm>
              <a:off x="3298045" y="94250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9" name="ph219"/>
            <p:cNvSpPr/>
            <p:nvPr/>
          </p:nvSpPr>
          <p:spPr>
            <a:xfrm>
              <a:off x="3306752" y="94250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0" name="ph220"/>
            <p:cNvSpPr/>
            <p:nvPr/>
          </p:nvSpPr>
          <p:spPr>
            <a:xfrm>
              <a:off x="3315460" y="94250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1" name="ph221"/>
            <p:cNvSpPr/>
            <p:nvPr/>
          </p:nvSpPr>
          <p:spPr>
            <a:xfrm>
              <a:off x="3324167" y="94250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2" name="ph222"/>
            <p:cNvSpPr/>
            <p:nvPr/>
          </p:nvSpPr>
          <p:spPr>
            <a:xfrm>
              <a:off x="3332874" y="94250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3" name="ph223"/>
            <p:cNvSpPr/>
            <p:nvPr/>
          </p:nvSpPr>
          <p:spPr>
            <a:xfrm>
              <a:off x="3341581" y="94250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4" name="ph224"/>
            <p:cNvSpPr/>
            <p:nvPr/>
          </p:nvSpPr>
          <p:spPr>
            <a:xfrm>
              <a:off x="3350288" y="94250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5" name="ph225"/>
            <p:cNvSpPr/>
            <p:nvPr/>
          </p:nvSpPr>
          <p:spPr>
            <a:xfrm>
              <a:off x="3358995" y="94250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6" name="ph226"/>
            <p:cNvSpPr/>
            <p:nvPr/>
          </p:nvSpPr>
          <p:spPr>
            <a:xfrm>
              <a:off x="3367703" y="94250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7" name="ph227"/>
            <p:cNvSpPr/>
            <p:nvPr/>
          </p:nvSpPr>
          <p:spPr>
            <a:xfrm>
              <a:off x="3376410" y="94250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8" name="ph228"/>
            <p:cNvSpPr/>
            <p:nvPr/>
          </p:nvSpPr>
          <p:spPr>
            <a:xfrm>
              <a:off x="3385117" y="94250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9" name="ph229"/>
            <p:cNvSpPr/>
            <p:nvPr/>
          </p:nvSpPr>
          <p:spPr>
            <a:xfrm>
              <a:off x="3393824" y="94250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0" name="ph230"/>
            <p:cNvSpPr/>
            <p:nvPr/>
          </p:nvSpPr>
          <p:spPr>
            <a:xfrm>
              <a:off x="3402531" y="94250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1" name="ph231"/>
            <p:cNvSpPr/>
            <p:nvPr/>
          </p:nvSpPr>
          <p:spPr>
            <a:xfrm>
              <a:off x="3959791" y="94250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2" name="ph232"/>
            <p:cNvSpPr/>
            <p:nvPr/>
          </p:nvSpPr>
          <p:spPr>
            <a:xfrm>
              <a:off x="3968498" y="94250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3" name="ph233"/>
            <p:cNvSpPr/>
            <p:nvPr/>
          </p:nvSpPr>
          <p:spPr>
            <a:xfrm>
              <a:off x="3977205" y="94250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4" name="ph234"/>
            <p:cNvSpPr/>
            <p:nvPr/>
          </p:nvSpPr>
          <p:spPr>
            <a:xfrm>
              <a:off x="3985912" y="94250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5" name="ph235"/>
            <p:cNvSpPr/>
            <p:nvPr/>
          </p:nvSpPr>
          <p:spPr>
            <a:xfrm>
              <a:off x="4012034" y="94250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6" name="ph236"/>
            <p:cNvSpPr/>
            <p:nvPr/>
          </p:nvSpPr>
          <p:spPr>
            <a:xfrm>
              <a:off x="4020741" y="94250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7" name="ph237"/>
            <p:cNvSpPr/>
            <p:nvPr/>
          </p:nvSpPr>
          <p:spPr>
            <a:xfrm>
              <a:off x="4029448" y="94250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8" name="ph238"/>
            <p:cNvSpPr/>
            <p:nvPr/>
          </p:nvSpPr>
          <p:spPr>
            <a:xfrm>
              <a:off x="4038155" y="94250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9" name="ph239"/>
            <p:cNvSpPr/>
            <p:nvPr/>
          </p:nvSpPr>
          <p:spPr>
            <a:xfrm>
              <a:off x="4046863" y="94250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0" name="ph240"/>
            <p:cNvSpPr/>
            <p:nvPr/>
          </p:nvSpPr>
          <p:spPr>
            <a:xfrm>
              <a:off x="4055570" y="94250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1" name="ph241"/>
            <p:cNvSpPr/>
            <p:nvPr/>
          </p:nvSpPr>
          <p:spPr>
            <a:xfrm>
              <a:off x="4064277" y="94250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2" name="ph242"/>
            <p:cNvSpPr/>
            <p:nvPr/>
          </p:nvSpPr>
          <p:spPr>
            <a:xfrm>
              <a:off x="4072984" y="94250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3" name="ph243"/>
            <p:cNvSpPr/>
            <p:nvPr/>
          </p:nvSpPr>
          <p:spPr>
            <a:xfrm>
              <a:off x="3298045" y="95320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4" name="ph244"/>
            <p:cNvSpPr/>
            <p:nvPr/>
          </p:nvSpPr>
          <p:spPr>
            <a:xfrm>
              <a:off x="3306752" y="95320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5" name="ph245"/>
            <p:cNvSpPr/>
            <p:nvPr/>
          </p:nvSpPr>
          <p:spPr>
            <a:xfrm>
              <a:off x="3315460" y="95320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6" name="ph246"/>
            <p:cNvSpPr/>
            <p:nvPr/>
          </p:nvSpPr>
          <p:spPr>
            <a:xfrm>
              <a:off x="3324167" y="95320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7" name="ph247"/>
            <p:cNvSpPr/>
            <p:nvPr/>
          </p:nvSpPr>
          <p:spPr>
            <a:xfrm>
              <a:off x="3332874" y="95320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8" name="ph248"/>
            <p:cNvSpPr/>
            <p:nvPr/>
          </p:nvSpPr>
          <p:spPr>
            <a:xfrm>
              <a:off x="3341581" y="95320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9" name="ph249"/>
            <p:cNvSpPr/>
            <p:nvPr/>
          </p:nvSpPr>
          <p:spPr>
            <a:xfrm>
              <a:off x="3350288" y="95320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0" name="ph250"/>
            <p:cNvSpPr/>
            <p:nvPr/>
          </p:nvSpPr>
          <p:spPr>
            <a:xfrm>
              <a:off x="3358995" y="95320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1" name="ph251"/>
            <p:cNvSpPr/>
            <p:nvPr/>
          </p:nvSpPr>
          <p:spPr>
            <a:xfrm>
              <a:off x="3367703" y="95320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2" name="ph252"/>
            <p:cNvSpPr/>
            <p:nvPr/>
          </p:nvSpPr>
          <p:spPr>
            <a:xfrm>
              <a:off x="3376410" y="95320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3" name="ph253"/>
            <p:cNvSpPr/>
            <p:nvPr/>
          </p:nvSpPr>
          <p:spPr>
            <a:xfrm>
              <a:off x="3385117" y="95320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4" name="ph254"/>
            <p:cNvSpPr/>
            <p:nvPr/>
          </p:nvSpPr>
          <p:spPr>
            <a:xfrm>
              <a:off x="3393824" y="95320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5" name="ph255"/>
            <p:cNvSpPr/>
            <p:nvPr/>
          </p:nvSpPr>
          <p:spPr>
            <a:xfrm>
              <a:off x="3951084" y="95320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6" name="ph256"/>
            <p:cNvSpPr/>
            <p:nvPr/>
          </p:nvSpPr>
          <p:spPr>
            <a:xfrm>
              <a:off x="3959791" y="95320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7" name="ph257"/>
            <p:cNvSpPr/>
            <p:nvPr/>
          </p:nvSpPr>
          <p:spPr>
            <a:xfrm>
              <a:off x="3968498" y="95320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8" name="ph258"/>
            <p:cNvSpPr/>
            <p:nvPr/>
          </p:nvSpPr>
          <p:spPr>
            <a:xfrm>
              <a:off x="3977205" y="95320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9" name="ph259"/>
            <p:cNvSpPr/>
            <p:nvPr/>
          </p:nvSpPr>
          <p:spPr>
            <a:xfrm>
              <a:off x="3985912" y="95320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0" name="ph260"/>
            <p:cNvSpPr/>
            <p:nvPr/>
          </p:nvSpPr>
          <p:spPr>
            <a:xfrm>
              <a:off x="3994620" y="95320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1" name="ph261"/>
            <p:cNvSpPr/>
            <p:nvPr/>
          </p:nvSpPr>
          <p:spPr>
            <a:xfrm>
              <a:off x="4003327" y="95320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2" name="ph262"/>
            <p:cNvSpPr/>
            <p:nvPr/>
          </p:nvSpPr>
          <p:spPr>
            <a:xfrm>
              <a:off x="4012034" y="95320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3" name="ph263"/>
            <p:cNvSpPr/>
            <p:nvPr/>
          </p:nvSpPr>
          <p:spPr>
            <a:xfrm>
              <a:off x="4020741" y="95320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4" name="ph264"/>
            <p:cNvSpPr/>
            <p:nvPr/>
          </p:nvSpPr>
          <p:spPr>
            <a:xfrm>
              <a:off x="4029448" y="95320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5" name="ph265"/>
            <p:cNvSpPr/>
            <p:nvPr/>
          </p:nvSpPr>
          <p:spPr>
            <a:xfrm>
              <a:off x="4038155" y="95320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6" name="ph266"/>
            <p:cNvSpPr/>
            <p:nvPr/>
          </p:nvSpPr>
          <p:spPr>
            <a:xfrm>
              <a:off x="4046863" y="95320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7" name="ph267"/>
            <p:cNvSpPr/>
            <p:nvPr/>
          </p:nvSpPr>
          <p:spPr>
            <a:xfrm>
              <a:off x="4055570" y="95320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8" name="ph268"/>
            <p:cNvSpPr/>
            <p:nvPr/>
          </p:nvSpPr>
          <p:spPr>
            <a:xfrm>
              <a:off x="4064277" y="95320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9" name="ph269"/>
            <p:cNvSpPr/>
            <p:nvPr/>
          </p:nvSpPr>
          <p:spPr>
            <a:xfrm>
              <a:off x="3298045" y="9639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0" name="ph270"/>
            <p:cNvSpPr/>
            <p:nvPr/>
          </p:nvSpPr>
          <p:spPr>
            <a:xfrm>
              <a:off x="3306752" y="9639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1" name="ph271"/>
            <p:cNvSpPr/>
            <p:nvPr/>
          </p:nvSpPr>
          <p:spPr>
            <a:xfrm>
              <a:off x="3315460" y="9639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2" name="ph272"/>
            <p:cNvSpPr/>
            <p:nvPr/>
          </p:nvSpPr>
          <p:spPr>
            <a:xfrm>
              <a:off x="3324167" y="9639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3" name="ph273"/>
            <p:cNvSpPr/>
            <p:nvPr/>
          </p:nvSpPr>
          <p:spPr>
            <a:xfrm>
              <a:off x="3332874" y="9639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4" name="ph274"/>
            <p:cNvSpPr/>
            <p:nvPr/>
          </p:nvSpPr>
          <p:spPr>
            <a:xfrm>
              <a:off x="3341581" y="9639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5" name="ph275"/>
            <p:cNvSpPr/>
            <p:nvPr/>
          </p:nvSpPr>
          <p:spPr>
            <a:xfrm>
              <a:off x="3350288" y="9639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6" name="ph276"/>
            <p:cNvSpPr/>
            <p:nvPr/>
          </p:nvSpPr>
          <p:spPr>
            <a:xfrm>
              <a:off x="3358995" y="9639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7" name="ph277"/>
            <p:cNvSpPr/>
            <p:nvPr/>
          </p:nvSpPr>
          <p:spPr>
            <a:xfrm>
              <a:off x="3367703" y="9639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8" name="ph278"/>
            <p:cNvSpPr/>
            <p:nvPr/>
          </p:nvSpPr>
          <p:spPr>
            <a:xfrm>
              <a:off x="3376410" y="9639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9" name="ph279"/>
            <p:cNvSpPr/>
            <p:nvPr/>
          </p:nvSpPr>
          <p:spPr>
            <a:xfrm>
              <a:off x="3385117" y="9639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0" name="ph280"/>
            <p:cNvSpPr/>
            <p:nvPr/>
          </p:nvSpPr>
          <p:spPr>
            <a:xfrm>
              <a:off x="3393824" y="9639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1" name="ph281"/>
            <p:cNvSpPr/>
            <p:nvPr/>
          </p:nvSpPr>
          <p:spPr>
            <a:xfrm>
              <a:off x="3881426" y="9639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2" name="ph282"/>
            <p:cNvSpPr/>
            <p:nvPr/>
          </p:nvSpPr>
          <p:spPr>
            <a:xfrm>
              <a:off x="3890133" y="9639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3" name="ph283"/>
            <p:cNvSpPr/>
            <p:nvPr/>
          </p:nvSpPr>
          <p:spPr>
            <a:xfrm>
              <a:off x="3898841" y="9639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4" name="ph284"/>
            <p:cNvSpPr/>
            <p:nvPr/>
          </p:nvSpPr>
          <p:spPr>
            <a:xfrm>
              <a:off x="3907548" y="9639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5" name="ph285"/>
            <p:cNvSpPr/>
            <p:nvPr/>
          </p:nvSpPr>
          <p:spPr>
            <a:xfrm>
              <a:off x="3933669" y="9639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6" name="ph286"/>
            <p:cNvSpPr/>
            <p:nvPr/>
          </p:nvSpPr>
          <p:spPr>
            <a:xfrm>
              <a:off x="3942376" y="9639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7" name="ph287"/>
            <p:cNvSpPr/>
            <p:nvPr/>
          </p:nvSpPr>
          <p:spPr>
            <a:xfrm>
              <a:off x="3951084" y="9639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8" name="ph288"/>
            <p:cNvSpPr/>
            <p:nvPr/>
          </p:nvSpPr>
          <p:spPr>
            <a:xfrm>
              <a:off x="3959791" y="9639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9" name="ph289"/>
            <p:cNvSpPr/>
            <p:nvPr/>
          </p:nvSpPr>
          <p:spPr>
            <a:xfrm>
              <a:off x="3968498" y="9639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0" name="ph290"/>
            <p:cNvSpPr/>
            <p:nvPr/>
          </p:nvSpPr>
          <p:spPr>
            <a:xfrm>
              <a:off x="3977205" y="9639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1" name="ph291"/>
            <p:cNvSpPr/>
            <p:nvPr/>
          </p:nvSpPr>
          <p:spPr>
            <a:xfrm>
              <a:off x="3985912" y="9639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2" name="ph292"/>
            <p:cNvSpPr/>
            <p:nvPr/>
          </p:nvSpPr>
          <p:spPr>
            <a:xfrm>
              <a:off x="3994620" y="9639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3" name="ph293"/>
            <p:cNvSpPr/>
            <p:nvPr/>
          </p:nvSpPr>
          <p:spPr>
            <a:xfrm>
              <a:off x="4003327" y="9639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4" name="ph294"/>
            <p:cNvSpPr/>
            <p:nvPr/>
          </p:nvSpPr>
          <p:spPr>
            <a:xfrm>
              <a:off x="4012034" y="9639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5" name="ph295"/>
            <p:cNvSpPr/>
            <p:nvPr/>
          </p:nvSpPr>
          <p:spPr>
            <a:xfrm>
              <a:off x="4020741" y="9639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6" name="ph296"/>
            <p:cNvSpPr/>
            <p:nvPr/>
          </p:nvSpPr>
          <p:spPr>
            <a:xfrm>
              <a:off x="4029448" y="9639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7" name="ph297"/>
            <p:cNvSpPr/>
            <p:nvPr/>
          </p:nvSpPr>
          <p:spPr>
            <a:xfrm>
              <a:off x="4038155" y="9639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8" name="ph298"/>
            <p:cNvSpPr/>
            <p:nvPr/>
          </p:nvSpPr>
          <p:spPr>
            <a:xfrm>
              <a:off x="4046863" y="9639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9" name="ph299"/>
            <p:cNvSpPr/>
            <p:nvPr/>
          </p:nvSpPr>
          <p:spPr>
            <a:xfrm>
              <a:off x="4055570" y="9639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0" name="ph300"/>
            <p:cNvSpPr/>
            <p:nvPr/>
          </p:nvSpPr>
          <p:spPr>
            <a:xfrm>
              <a:off x="4064277" y="9639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1" name="ph301"/>
            <p:cNvSpPr/>
            <p:nvPr/>
          </p:nvSpPr>
          <p:spPr>
            <a:xfrm>
              <a:off x="3289338" y="9746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2" name="ph302"/>
            <p:cNvSpPr/>
            <p:nvPr/>
          </p:nvSpPr>
          <p:spPr>
            <a:xfrm>
              <a:off x="3298045" y="9746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3" name="ph303"/>
            <p:cNvSpPr/>
            <p:nvPr/>
          </p:nvSpPr>
          <p:spPr>
            <a:xfrm>
              <a:off x="3306752" y="9746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4" name="ph304"/>
            <p:cNvSpPr/>
            <p:nvPr/>
          </p:nvSpPr>
          <p:spPr>
            <a:xfrm>
              <a:off x="3315460" y="9746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5" name="ph305"/>
            <p:cNvSpPr/>
            <p:nvPr/>
          </p:nvSpPr>
          <p:spPr>
            <a:xfrm>
              <a:off x="3324167" y="9746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6" name="ph306"/>
            <p:cNvSpPr/>
            <p:nvPr/>
          </p:nvSpPr>
          <p:spPr>
            <a:xfrm>
              <a:off x="3332874" y="9746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7" name="ph307"/>
            <p:cNvSpPr/>
            <p:nvPr/>
          </p:nvSpPr>
          <p:spPr>
            <a:xfrm>
              <a:off x="3341581" y="9746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8" name="ph308"/>
            <p:cNvSpPr/>
            <p:nvPr/>
          </p:nvSpPr>
          <p:spPr>
            <a:xfrm>
              <a:off x="3350288" y="9746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9" name="ph309"/>
            <p:cNvSpPr/>
            <p:nvPr/>
          </p:nvSpPr>
          <p:spPr>
            <a:xfrm>
              <a:off x="3358995" y="9746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0" name="ph310"/>
            <p:cNvSpPr/>
            <p:nvPr/>
          </p:nvSpPr>
          <p:spPr>
            <a:xfrm>
              <a:off x="3367703" y="9746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1" name="ph311"/>
            <p:cNvSpPr/>
            <p:nvPr/>
          </p:nvSpPr>
          <p:spPr>
            <a:xfrm>
              <a:off x="3376410" y="9746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2" name="ph312"/>
            <p:cNvSpPr/>
            <p:nvPr/>
          </p:nvSpPr>
          <p:spPr>
            <a:xfrm>
              <a:off x="3385117" y="9746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3" name="ph313"/>
            <p:cNvSpPr/>
            <p:nvPr/>
          </p:nvSpPr>
          <p:spPr>
            <a:xfrm>
              <a:off x="3872719" y="9746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4" name="ph314"/>
            <p:cNvSpPr/>
            <p:nvPr/>
          </p:nvSpPr>
          <p:spPr>
            <a:xfrm>
              <a:off x="3881426" y="9746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5" name="ph315"/>
            <p:cNvSpPr/>
            <p:nvPr/>
          </p:nvSpPr>
          <p:spPr>
            <a:xfrm>
              <a:off x="3890133" y="9746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6" name="ph316"/>
            <p:cNvSpPr/>
            <p:nvPr/>
          </p:nvSpPr>
          <p:spPr>
            <a:xfrm>
              <a:off x="3898841" y="9746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7" name="ph317"/>
            <p:cNvSpPr/>
            <p:nvPr/>
          </p:nvSpPr>
          <p:spPr>
            <a:xfrm>
              <a:off x="3907548" y="9746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8" name="ph318"/>
            <p:cNvSpPr/>
            <p:nvPr/>
          </p:nvSpPr>
          <p:spPr>
            <a:xfrm>
              <a:off x="3916255" y="9746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9" name="ph319"/>
            <p:cNvSpPr/>
            <p:nvPr/>
          </p:nvSpPr>
          <p:spPr>
            <a:xfrm>
              <a:off x="3924962" y="9746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0" name="ph320"/>
            <p:cNvSpPr/>
            <p:nvPr/>
          </p:nvSpPr>
          <p:spPr>
            <a:xfrm>
              <a:off x="3933669" y="9746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1" name="ph321"/>
            <p:cNvSpPr/>
            <p:nvPr/>
          </p:nvSpPr>
          <p:spPr>
            <a:xfrm>
              <a:off x="3942376" y="9746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2" name="ph322"/>
            <p:cNvSpPr/>
            <p:nvPr/>
          </p:nvSpPr>
          <p:spPr>
            <a:xfrm>
              <a:off x="3951084" y="9746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3" name="ph323"/>
            <p:cNvSpPr/>
            <p:nvPr/>
          </p:nvSpPr>
          <p:spPr>
            <a:xfrm>
              <a:off x="3959791" y="9746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4" name="ph324"/>
            <p:cNvSpPr/>
            <p:nvPr/>
          </p:nvSpPr>
          <p:spPr>
            <a:xfrm>
              <a:off x="3968498" y="9746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5" name="ph325"/>
            <p:cNvSpPr/>
            <p:nvPr/>
          </p:nvSpPr>
          <p:spPr>
            <a:xfrm>
              <a:off x="3977205" y="9746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6" name="ph326"/>
            <p:cNvSpPr/>
            <p:nvPr/>
          </p:nvSpPr>
          <p:spPr>
            <a:xfrm>
              <a:off x="3985912" y="9746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7" name="ph327"/>
            <p:cNvSpPr/>
            <p:nvPr/>
          </p:nvSpPr>
          <p:spPr>
            <a:xfrm>
              <a:off x="3994620" y="9746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8" name="ph328"/>
            <p:cNvSpPr/>
            <p:nvPr/>
          </p:nvSpPr>
          <p:spPr>
            <a:xfrm>
              <a:off x="4003327" y="9746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9" name="ph329"/>
            <p:cNvSpPr/>
            <p:nvPr/>
          </p:nvSpPr>
          <p:spPr>
            <a:xfrm>
              <a:off x="4012034" y="9746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0" name="ph330"/>
            <p:cNvSpPr/>
            <p:nvPr/>
          </p:nvSpPr>
          <p:spPr>
            <a:xfrm>
              <a:off x="4020741" y="9746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1" name="ph331"/>
            <p:cNvSpPr/>
            <p:nvPr/>
          </p:nvSpPr>
          <p:spPr>
            <a:xfrm>
              <a:off x="4029448" y="9746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2" name="ph332"/>
            <p:cNvSpPr/>
            <p:nvPr/>
          </p:nvSpPr>
          <p:spPr>
            <a:xfrm>
              <a:off x="4038155" y="9746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3" name="ph333"/>
            <p:cNvSpPr/>
            <p:nvPr/>
          </p:nvSpPr>
          <p:spPr>
            <a:xfrm>
              <a:off x="4046863" y="9746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4" name="ph334"/>
            <p:cNvSpPr/>
            <p:nvPr/>
          </p:nvSpPr>
          <p:spPr>
            <a:xfrm>
              <a:off x="4055570" y="9746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5" name="ph335"/>
            <p:cNvSpPr/>
            <p:nvPr/>
          </p:nvSpPr>
          <p:spPr>
            <a:xfrm>
              <a:off x="4064277" y="9746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6" name="ph336"/>
            <p:cNvSpPr/>
            <p:nvPr/>
          </p:nvSpPr>
          <p:spPr>
            <a:xfrm>
              <a:off x="3271924" y="9853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7" name="ph337"/>
            <p:cNvSpPr/>
            <p:nvPr/>
          </p:nvSpPr>
          <p:spPr>
            <a:xfrm>
              <a:off x="3280631" y="9853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8" name="ph338"/>
            <p:cNvSpPr/>
            <p:nvPr/>
          </p:nvSpPr>
          <p:spPr>
            <a:xfrm>
              <a:off x="3289338" y="9853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9" name="ph339"/>
            <p:cNvSpPr/>
            <p:nvPr/>
          </p:nvSpPr>
          <p:spPr>
            <a:xfrm>
              <a:off x="3298045" y="9853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0" name="ph340"/>
            <p:cNvSpPr/>
            <p:nvPr/>
          </p:nvSpPr>
          <p:spPr>
            <a:xfrm>
              <a:off x="3306752" y="9853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1" name="ph341"/>
            <p:cNvSpPr/>
            <p:nvPr/>
          </p:nvSpPr>
          <p:spPr>
            <a:xfrm>
              <a:off x="3315460" y="9853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2" name="ph342"/>
            <p:cNvSpPr/>
            <p:nvPr/>
          </p:nvSpPr>
          <p:spPr>
            <a:xfrm>
              <a:off x="3324167" y="9853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3" name="ph343"/>
            <p:cNvSpPr/>
            <p:nvPr/>
          </p:nvSpPr>
          <p:spPr>
            <a:xfrm>
              <a:off x="3332874" y="9853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4" name="ph344"/>
            <p:cNvSpPr/>
            <p:nvPr/>
          </p:nvSpPr>
          <p:spPr>
            <a:xfrm>
              <a:off x="3341581" y="9853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5" name="ph345"/>
            <p:cNvSpPr/>
            <p:nvPr/>
          </p:nvSpPr>
          <p:spPr>
            <a:xfrm>
              <a:off x="3350288" y="9853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6" name="ph346"/>
            <p:cNvSpPr/>
            <p:nvPr/>
          </p:nvSpPr>
          <p:spPr>
            <a:xfrm>
              <a:off x="3358995" y="9853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7" name="ph347"/>
            <p:cNvSpPr/>
            <p:nvPr/>
          </p:nvSpPr>
          <p:spPr>
            <a:xfrm>
              <a:off x="3872719" y="9853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B98">
                <a:alpha val="100000"/>
              </a:srgbClr>
            </a:solidFill>
            <a:ln w="5420" cap="flat">
              <a:solidFill>
                <a:srgbClr val="3A5B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8" name="ph348"/>
            <p:cNvSpPr/>
            <p:nvPr/>
          </p:nvSpPr>
          <p:spPr>
            <a:xfrm>
              <a:off x="3881426" y="9853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9" name="ph349"/>
            <p:cNvSpPr/>
            <p:nvPr/>
          </p:nvSpPr>
          <p:spPr>
            <a:xfrm>
              <a:off x="3890133" y="9853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0" name="ph350"/>
            <p:cNvSpPr/>
            <p:nvPr/>
          </p:nvSpPr>
          <p:spPr>
            <a:xfrm>
              <a:off x="3898841" y="9853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1" name="ph351"/>
            <p:cNvSpPr/>
            <p:nvPr/>
          </p:nvSpPr>
          <p:spPr>
            <a:xfrm>
              <a:off x="3907548" y="9853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2" name="ph352"/>
            <p:cNvSpPr/>
            <p:nvPr/>
          </p:nvSpPr>
          <p:spPr>
            <a:xfrm>
              <a:off x="3916255" y="9853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3" name="ph353"/>
            <p:cNvSpPr/>
            <p:nvPr/>
          </p:nvSpPr>
          <p:spPr>
            <a:xfrm>
              <a:off x="3924962" y="9853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4" name="ph354"/>
            <p:cNvSpPr/>
            <p:nvPr/>
          </p:nvSpPr>
          <p:spPr>
            <a:xfrm>
              <a:off x="3933669" y="9853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5" name="ph355"/>
            <p:cNvSpPr/>
            <p:nvPr/>
          </p:nvSpPr>
          <p:spPr>
            <a:xfrm>
              <a:off x="3942376" y="9853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6" name="ph356"/>
            <p:cNvSpPr/>
            <p:nvPr/>
          </p:nvSpPr>
          <p:spPr>
            <a:xfrm>
              <a:off x="3951084" y="9853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7" name="ph357"/>
            <p:cNvSpPr/>
            <p:nvPr/>
          </p:nvSpPr>
          <p:spPr>
            <a:xfrm>
              <a:off x="3959791" y="9853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8" name="ph358"/>
            <p:cNvSpPr/>
            <p:nvPr/>
          </p:nvSpPr>
          <p:spPr>
            <a:xfrm>
              <a:off x="3968498" y="9853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9" name="ph359"/>
            <p:cNvSpPr/>
            <p:nvPr/>
          </p:nvSpPr>
          <p:spPr>
            <a:xfrm>
              <a:off x="3977205" y="9853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0" name="ph360"/>
            <p:cNvSpPr/>
            <p:nvPr/>
          </p:nvSpPr>
          <p:spPr>
            <a:xfrm>
              <a:off x="3985912" y="9853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1" name="ph361"/>
            <p:cNvSpPr/>
            <p:nvPr/>
          </p:nvSpPr>
          <p:spPr>
            <a:xfrm>
              <a:off x="3994620" y="9853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2" name="ph362"/>
            <p:cNvSpPr/>
            <p:nvPr/>
          </p:nvSpPr>
          <p:spPr>
            <a:xfrm>
              <a:off x="4003327" y="9853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3" name="ph363"/>
            <p:cNvSpPr/>
            <p:nvPr/>
          </p:nvSpPr>
          <p:spPr>
            <a:xfrm>
              <a:off x="4012034" y="9853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4" name="ph364"/>
            <p:cNvSpPr/>
            <p:nvPr/>
          </p:nvSpPr>
          <p:spPr>
            <a:xfrm>
              <a:off x="4020741" y="9853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5" name="ph365"/>
            <p:cNvSpPr/>
            <p:nvPr/>
          </p:nvSpPr>
          <p:spPr>
            <a:xfrm>
              <a:off x="4029448" y="9853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6" name="ph366"/>
            <p:cNvSpPr/>
            <p:nvPr/>
          </p:nvSpPr>
          <p:spPr>
            <a:xfrm>
              <a:off x="4038155" y="9853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7" name="ph367"/>
            <p:cNvSpPr/>
            <p:nvPr/>
          </p:nvSpPr>
          <p:spPr>
            <a:xfrm>
              <a:off x="4046863" y="9853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8" name="ph368"/>
            <p:cNvSpPr/>
            <p:nvPr/>
          </p:nvSpPr>
          <p:spPr>
            <a:xfrm>
              <a:off x="4055570" y="9853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9" name="ph369"/>
            <p:cNvSpPr/>
            <p:nvPr/>
          </p:nvSpPr>
          <p:spPr>
            <a:xfrm>
              <a:off x="4064277" y="9853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0" name="ph370"/>
            <p:cNvSpPr/>
            <p:nvPr/>
          </p:nvSpPr>
          <p:spPr>
            <a:xfrm>
              <a:off x="3271924" y="9960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1" name="ph371"/>
            <p:cNvSpPr/>
            <p:nvPr/>
          </p:nvSpPr>
          <p:spPr>
            <a:xfrm>
              <a:off x="3280631" y="9960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2" name="ph372"/>
            <p:cNvSpPr/>
            <p:nvPr/>
          </p:nvSpPr>
          <p:spPr>
            <a:xfrm>
              <a:off x="3289338" y="9960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3" name="ph373"/>
            <p:cNvSpPr/>
            <p:nvPr/>
          </p:nvSpPr>
          <p:spPr>
            <a:xfrm>
              <a:off x="3298045" y="9960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4" name="ph374"/>
            <p:cNvSpPr/>
            <p:nvPr/>
          </p:nvSpPr>
          <p:spPr>
            <a:xfrm>
              <a:off x="3306752" y="9960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5" name="ph375"/>
            <p:cNvSpPr/>
            <p:nvPr/>
          </p:nvSpPr>
          <p:spPr>
            <a:xfrm>
              <a:off x="3315460" y="9960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6" name="ph376"/>
            <p:cNvSpPr/>
            <p:nvPr/>
          </p:nvSpPr>
          <p:spPr>
            <a:xfrm>
              <a:off x="3324167" y="9960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7" name="ph377"/>
            <p:cNvSpPr/>
            <p:nvPr/>
          </p:nvSpPr>
          <p:spPr>
            <a:xfrm>
              <a:off x="3332874" y="9960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8" name="ph378"/>
            <p:cNvSpPr/>
            <p:nvPr/>
          </p:nvSpPr>
          <p:spPr>
            <a:xfrm>
              <a:off x="3341581" y="9960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9" name="ph379"/>
            <p:cNvSpPr/>
            <p:nvPr/>
          </p:nvSpPr>
          <p:spPr>
            <a:xfrm>
              <a:off x="3872719" y="9960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0" name="ph380"/>
            <p:cNvSpPr/>
            <p:nvPr/>
          </p:nvSpPr>
          <p:spPr>
            <a:xfrm>
              <a:off x="3881426" y="9960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1" name="ph381"/>
            <p:cNvSpPr/>
            <p:nvPr/>
          </p:nvSpPr>
          <p:spPr>
            <a:xfrm>
              <a:off x="3890133" y="9960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2" name="ph382"/>
            <p:cNvSpPr/>
            <p:nvPr/>
          </p:nvSpPr>
          <p:spPr>
            <a:xfrm>
              <a:off x="3898841" y="9960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3" name="ph383"/>
            <p:cNvSpPr/>
            <p:nvPr/>
          </p:nvSpPr>
          <p:spPr>
            <a:xfrm>
              <a:off x="3907548" y="9960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4" name="ph384"/>
            <p:cNvSpPr/>
            <p:nvPr/>
          </p:nvSpPr>
          <p:spPr>
            <a:xfrm>
              <a:off x="3916255" y="9960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5" name="ph385"/>
            <p:cNvSpPr/>
            <p:nvPr/>
          </p:nvSpPr>
          <p:spPr>
            <a:xfrm>
              <a:off x="3924962" y="9960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6" name="ph386"/>
            <p:cNvSpPr/>
            <p:nvPr/>
          </p:nvSpPr>
          <p:spPr>
            <a:xfrm>
              <a:off x="3933669" y="9960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7" name="ph387"/>
            <p:cNvSpPr/>
            <p:nvPr/>
          </p:nvSpPr>
          <p:spPr>
            <a:xfrm>
              <a:off x="3942376" y="9960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8" name="ph388"/>
            <p:cNvSpPr/>
            <p:nvPr/>
          </p:nvSpPr>
          <p:spPr>
            <a:xfrm>
              <a:off x="3951084" y="9960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9" name="ph389"/>
            <p:cNvSpPr/>
            <p:nvPr/>
          </p:nvSpPr>
          <p:spPr>
            <a:xfrm>
              <a:off x="3959791" y="9960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0" name="ph390"/>
            <p:cNvSpPr/>
            <p:nvPr/>
          </p:nvSpPr>
          <p:spPr>
            <a:xfrm>
              <a:off x="3968498" y="9960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1" name="ph391"/>
            <p:cNvSpPr/>
            <p:nvPr/>
          </p:nvSpPr>
          <p:spPr>
            <a:xfrm>
              <a:off x="3977205" y="9960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2" name="ph392"/>
            <p:cNvSpPr/>
            <p:nvPr/>
          </p:nvSpPr>
          <p:spPr>
            <a:xfrm>
              <a:off x="3985912" y="9960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3" name="ph393"/>
            <p:cNvSpPr/>
            <p:nvPr/>
          </p:nvSpPr>
          <p:spPr>
            <a:xfrm>
              <a:off x="3994620" y="9960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4" name="ph394"/>
            <p:cNvSpPr/>
            <p:nvPr/>
          </p:nvSpPr>
          <p:spPr>
            <a:xfrm>
              <a:off x="4003327" y="9960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5" name="ph395"/>
            <p:cNvSpPr/>
            <p:nvPr/>
          </p:nvSpPr>
          <p:spPr>
            <a:xfrm>
              <a:off x="4012034" y="9960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6" name="ph396"/>
            <p:cNvSpPr/>
            <p:nvPr/>
          </p:nvSpPr>
          <p:spPr>
            <a:xfrm>
              <a:off x="4020741" y="9960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7" name="ph397"/>
            <p:cNvSpPr/>
            <p:nvPr/>
          </p:nvSpPr>
          <p:spPr>
            <a:xfrm>
              <a:off x="4029448" y="9960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8" name="ph398"/>
            <p:cNvSpPr/>
            <p:nvPr/>
          </p:nvSpPr>
          <p:spPr>
            <a:xfrm>
              <a:off x="4038155" y="9960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9" name="ph399"/>
            <p:cNvSpPr/>
            <p:nvPr/>
          </p:nvSpPr>
          <p:spPr>
            <a:xfrm>
              <a:off x="4046863" y="9960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0" name="ph400"/>
            <p:cNvSpPr/>
            <p:nvPr/>
          </p:nvSpPr>
          <p:spPr>
            <a:xfrm>
              <a:off x="4055570" y="9960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1" name="ph401"/>
            <p:cNvSpPr/>
            <p:nvPr/>
          </p:nvSpPr>
          <p:spPr>
            <a:xfrm>
              <a:off x="4064277" y="9960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2" name="ph402"/>
            <p:cNvSpPr/>
            <p:nvPr/>
          </p:nvSpPr>
          <p:spPr>
            <a:xfrm>
              <a:off x="4072984" y="9960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3" name="ph403"/>
            <p:cNvSpPr/>
            <p:nvPr/>
          </p:nvSpPr>
          <p:spPr>
            <a:xfrm>
              <a:off x="3271924" y="10067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4" name="ph404"/>
            <p:cNvSpPr/>
            <p:nvPr/>
          </p:nvSpPr>
          <p:spPr>
            <a:xfrm>
              <a:off x="3280631" y="10067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5" name="ph405"/>
            <p:cNvSpPr/>
            <p:nvPr/>
          </p:nvSpPr>
          <p:spPr>
            <a:xfrm>
              <a:off x="3289338" y="10067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6" name="ph406"/>
            <p:cNvSpPr/>
            <p:nvPr/>
          </p:nvSpPr>
          <p:spPr>
            <a:xfrm>
              <a:off x="3298045" y="10067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7" name="ph407"/>
            <p:cNvSpPr/>
            <p:nvPr/>
          </p:nvSpPr>
          <p:spPr>
            <a:xfrm>
              <a:off x="3306752" y="10067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8" name="ph408"/>
            <p:cNvSpPr/>
            <p:nvPr/>
          </p:nvSpPr>
          <p:spPr>
            <a:xfrm>
              <a:off x="3315460" y="10067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9" name="ph409"/>
            <p:cNvSpPr/>
            <p:nvPr/>
          </p:nvSpPr>
          <p:spPr>
            <a:xfrm>
              <a:off x="3864012" y="10067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0" name="ph410"/>
            <p:cNvSpPr/>
            <p:nvPr/>
          </p:nvSpPr>
          <p:spPr>
            <a:xfrm>
              <a:off x="3872719" y="10067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1" name="ph411"/>
            <p:cNvSpPr/>
            <p:nvPr/>
          </p:nvSpPr>
          <p:spPr>
            <a:xfrm>
              <a:off x="3881426" y="10067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2" name="ph412"/>
            <p:cNvSpPr/>
            <p:nvPr/>
          </p:nvSpPr>
          <p:spPr>
            <a:xfrm>
              <a:off x="3890133" y="10067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3" name="ph413"/>
            <p:cNvSpPr/>
            <p:nvPr/>
          </p:nvSpPr>
          <p:spPr>
            <a:xfrm>
              <a:off x="3898841" y="10067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4" name="ph414"/>
            <p:cNvSpPr/>
            <p:nvPr/>
          </p:nvSpPr>
          <p:spPr>
            <a:xfrm>
              <a:off x="3907548" y="10067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5" name="ph415"/>
            <p:cNvSpPr/>
            <p:nvPr/>
          </p:nvSpPr>
          <p:spPr>
            <a:xfrm>
              <a:off x="3916255" y="10067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6" name="ph416"/>
            <p:cNvSpPr/>
            <p:nvPr/>
          </p:nvSpPr>
          <p:spPr>
            <a:xfrm>
              <a:off x="3924962" y="10067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7" name="ph417"/>
            <p:cNvSpPr/>
            <p:nvPr/>
          </p:nvSpPr>
          <p:spPr>
            <a:xfrm>
              <a:off x="3933669" y="10067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8" name="ph418"/>
            <p:cNvSpPr/>
            <p:nvPr/>
          </p:nvSpPr>
          <p:spPr>
            <a:xfrm>
              <a:off x="3942376" y="10067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9" name="ph419"/>
            <p:cNvSpPr/>
            <p:nvPr/>
          </p:nvSpPr>
          <p:spPr>
            <a:xfrm>
              <a:off x="3951084" y="10067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0" name="ph420"/>
            <p:cNvSpPr/>
            <p:nvPr/>
          </p:nvSpPr>
          <p:spPr>
            <a:xfrm>
              <a:off x="3994620" y="10067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1" name="ph421"/>
            <p:cNvSpPr/>
            <p:nvPr/>
          </p:nvSpPr>
          <p:spPr>
            <a:xfrm>
              <a:off x="4003327" y="10067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2" name="ph422"/>
            <p:cNvSpPr/>
            <p:nvPr/>
          </p:nvSpPr>
          <p:spPr>
            <a:xfrm>
              <a:off x="4012034" y="10067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3" name="ph423"/>
            <p:cNvSpPr/>
            <p:nvPr/>
          </p:nvSpPr>
          <p:spPr>
            <a:xfrm>
              <a:off x="4020741" y="10067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4" name="ph424"/>
            <p:cNvSpPr/>
            <p:nvPr/>
          </p:nvSpPr>
          <p:spPr>
            <a:xfrm>
              <a:off x="4029448" y="10067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5" name="ph425"/>
            <p:cNvSpPr/>
            <p:nvPr/>
          </p:nvSpPr>
          <p:spPr>
            <a:xfrm>
              <a:off x="4038155" y="10067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6" name="ph426"/>
            <p:cNvSpPr/>
            <p:nvPr/>
          </p:nvSpPr>
          <p:spPr>
            <a:xfrm>
              <a:off x="4046863" y="10067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7" name="ph427"/>
            <p:cNvSpPr/>
            <p:nvPr/>
          </p:nvSpPr>
          <p:spPr>
            <a:xfrm>
              <a:off x="4055570" y="10067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8" name="ph428"/>
            <p:cNvSpPr/>
            <p:nvPr/>
          </p:nvSpPr>
          <p:spPr>
            <a:xfrm>
              <a:off x="4064277" y="10067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9" name="ph429"/>
            <p:cNvSpPr/>
            <p:nvPr/>
          </p:nvSpPr>
          <p:spPr>
            <a:xfrm>
              <a:off x="3271924" y="10174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0" name="ph430"/>
            <p:cNvSpPr/>
            <p:nvPr/>
          </p:nvSpPr>
          <p:spPr>
            <a:xfrm>
              <a:off x="3280631" y="10174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1" name="ph431"/>
            <p:cNvSpPr/>
            <p:nvPr/>
          </p:nvSpPr>
          <p:spPr>
            <a:xfrm>
              <a:off x="3289338" y="10174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2" name="ph432"/>
            <p:cNvSpPr/>
            <p:nvPr/>
          </p:nvSpPr>
          <p:spPr>
            <a:xfrm>
              <a:off x="3298045" y="10174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3" name="ph433"/>
            <p:cNvSpPr/>
            <p:nvPr/>
          </p:nvSpPr>
          <p:spPr>
            <a:xfrm>
              <a:off x="3829183" y="10174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4" name="ph434"/>
            <p:cNvSpPr/>
            <p:nvPr/>
          </p:nvSpPr>
          <p:spPr>
            <a:xfrm>
              <a:off x="3837890" y="10174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5" name="ph435"/>
            <p:cNvSpPr/>
            <p:nvPr/>
          </p:nvSpPr>
          <p:spPr>
            <a:xfrm>
              <a:off x="3846598" y="10174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6" name="ph436"/>
            <p:cNvSpPr/>
            <p:nvPr/>
          </p:nvSpPr>
          <p:spPr>
            <a:xfrm>
              <a:off x="3855305" y="10174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7" name="ph437"/>
            <p:cNvSpPr/>
            <p:nvPr/>
          </p:nvSpPr>
          <p:spPr>
            <a:xfrm>
              <a:off x="3864012" y="10174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8" name="ph438"/>
            <p:cNvSpPr/>
            <p:nvPr/>
          </p:nvSpPr>
          <p:spPr>
            <a:xfrm>
              <a:off x="3872719" y="10174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9" name="ph439"/>
            <p:cNvSpPr/>
            <p:nvPr/>
          </p:nvSpPr>
          <p:spPr>
            <a:xfrm>
              <a:off x="3881426" y="10174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0" name="ph440"/>
            <p:cNvSpPr/>
            <p:nvPr/>
          </p:nvSpPr>
          <p:spPr>
            <a:xfrm>
              <a:off x="3890133" y="10174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1" name="ph441"/>
            <p:cNvSpPr/>
            <p:nvPr/>
          </p:nvSpPr>
          <p:spPr>
            <a:xfrm>
              <a:off x="3898841" y="10174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2" name="ph442"/>
            <p:cNvSpPr/>
            <p:nvPr/>
          </p:nvSpPr>
          <p:spPr>
            <a:xfrm>
              <a:off x="3907548" y="10174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3" name="ph443"/>
            <p:cNvSpPr/>
            <p:nvPr/>
          </p:nvSpPr>
          <p:spPr>
            <a:xfrm>
              <a:off x="3977205" y="10174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4" name="ph444"/>
            <p:cNvSpPr/>
            <p:nvPr/>
          </p:nvSpPr>
          <p:spPr>
            <a:xfrm>
              <a:off x="3985912" y="10174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5" name="ph445"/>
            <p:cNvSpPr/>
            <p:nvPr/>
          </p:nvSpPr>
          <p:spPr>
            <a:xfrm>
              <a:off x="3994620" y="10174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6" name="ph446"/>
            <p:cNvSpPr/>
            <p:nvPr/>
          </p:nvSpPr>
          <p:spPr>
            <a:xfrm>
              <a:off x="4003327" y="10174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7" name="ph447"/>
            <p:cNvSpPr/>
            <p:nvPr/>
          </p:nvSpPr>
          <p:spPr>
            <a:xfrm>
              <a:off x="4012034" y="10174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8" name="ph448"/>
            <p:cNvSpPr/>
            <p:nvPr/>
          </p:nvSpPr>
          <p:spPr>
            <a:xfrm>
              <a:off x="4020741" y="10174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9" name="ph449"/>
            <p:cNvSpPr/>
            <p:nvPr/>
          </p:nvSpPr>
          <p:spPr>
            <a:xfrm>
              <a:off x="4029448" y="10174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0" name="ph450"/>
            <p:cNvSpPr/>
            <p:nvPr/>
          </p:nvSpPr>
          <p:spPr>
            <a:xfrm>
              <a:off x="4038155" y="10174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1" name="ph451"/>
            <p:cNvSpPr/>
            <p:nvPr/>
          </p:nvSpPr>
          <p:spPr>
            <a:xfrm>
              <a:off x="4046863" y="10174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2" name="ph452"/>
            <p:cNvSpPr/>
            <p:nvPr/>
          </p:nvSpPr>
          <p:spPr>
            <a:xfrm>
              <a:off x="4055570" y="10174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3" name="ph453"/>
            <p:cNvSpPr/>
            <p:nvPr/>
          </p:nvSpPr>
          <p:spPr>
            <a:xfrm>
              <a:off x="3742111" y="10281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4" name="ph454"/>
            <p:cNvSpPr/>
            <p:nvPr/>
          </p:nvSpPr>
          <p:spPr>
            <a:xfrm>
              <a:off x="3750819" y="10281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5" name="ph455"/>
            <p:cNvSpPr/>
            <p:nvPr/>
          </p:nvSpPr>
          <p:spPr>
            <a:xfrm>
              <a:off x="3759526" y="10281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6" name="ph456"/>
            <p:cNvSpPr/>
            <p:nvPr/>
          </p:nvSpPr>
          <p:spPr>
            <a:xfrm>
              <a:off x="3768233" y="10281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7" name="ph457"/>
            <p:cNvSpPr/>
            <p:nvPr/>
          </p:nvSpPr>
          <p:spPr>
            <a:xfrm>
              <a:off x="3776940" y="10281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8" name="ph458"/>
            <p:cNvSpPr/>
            <p:nvPr/>
          </p:nvSpPr>
          <p:spPr>
            <a:xfrm>
              <a:off x="3785647" y="10281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9" name="ph459"/>
            <p:cNvSpPr/>
            <p:nvPr/>
          </p:nvSpPr>
          <p:spPr>
            <a:xfrm>
              <a:off x="3794354" y="10281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0" name="ph460"/>
            <p:cNvSpPr/>
            <p:nvPr/>
          </p:nvSpPr>
          <p:spPr>
            <a:xfrm>
              <a:off x="3803062" y="10281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1" name="ph461"/>
            <p:cNvSpPr/>
            <p:nvPr/>
          </p:nvSpPr>
          <p:spPr>
            <a:xfrm>
              <a:off x="3811769" y="10281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2" name="ph462"/>
            <p:cNvSpPr/>
            <p:nvPr/>
          </p:nvSpPr>
          <p:spPr>
            <a:xfrm>
              <a:off x="3820476" y="10281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3" name="ph463"/>
            <p:cNvSpPr/>
            <p:nvPr/>
          </p:nvSpPr>
          <p:spPr>
            <a:xfrm>
              <a:off x="3829183" y="10281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4" name="ph464"/>
            <p:cNvSpPr/>
            <p:nvPr/>
          </p:nvSpPr>
          <p:spPr>
            <a:xfrm>
              <a:off x="3837890" y="10281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5" name="ph465"/>
            <p:cNvSpPr/>
            <p:nvPr/>
          </p:nvSpPr>
          <p:spPr>
            <a:xfrm>
              <a:off x="3846598" y="10281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6" name="ph466"/>
            <p:cNvSpPr/>
            <p:nvPr/>
          </p:nvSpPr>
          <p:spPr>
            <a:xfrm>
              <a:off x="3855305" y="10281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7" name="ph467"/>
            <p:cNvSpPr/>
            <p:nvPr/>
          </p:nvSpPr>
          <p:spPr>
            <a:xfrm>
              <a:off x="3864012" y="10281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8" name="ph468"/>
            <p:cNvSpPr/>
            <p:nvPr/>
          </p:nvSpPr>
          <p:spPr>
            <a:xfrm>
              <a:off x="3872719" y="10281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9" name="ph469"/>
            <p:cNvSpPr/>
            <p:nvPr/>
          </p:nvSpPr>
          <p:spPr>
            <a:xfrm>
              <a:off x="3881426" y="10281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0" name="ph470"/>
            <p:cNvSpPr/>
            <p:nvPr/>
          </p:nvSpPr>
          <p:spPr>
            <a:xfrm>
              <a:off x="3890133" y="10281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1" name="ph471"/>
            <p:cNvSpPr/>
            <p:nvPr/>
          </p:nvSpPr>
          <p:spPr>
            <a:xfrm>
              <a:off x="3898841" y="10281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2" name="ph472"/>
            <p:cNvSpPr/>
            <p:nvPr/>
          </p:nvSpPr>
          <p:spPr>
            <a:xfrm>
              <a:off x="3907548" y="10281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3" name="ph473"/>
            <p:cNvSpPr/>
            <p:nvPr/>
          </p:nvSpPr>
          <p:spPr>
            <a:xfrm>
              <a:off x="3959791" y="10281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4" name="ph474"/>
            <p:cNvSpPr/>
            <p:nvPr/>
          </p:nvSpPr>
          <p:spPr>
            <a:xfrm>
              <a:off x="3968498" y="10281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5" name="ph475"/>
            <p:cNvSpPr/>
            <p:nvPr/>
          </p:nvSpPr>
          <p:spPr>
            <a:xfrm>
              <a:off x="3977205" y="10281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6" name="ph476"/>
            <p:cNvSpPr/>
            <p:nvPr/>
          </p:nvSpPr>
          <p:spPr>
            <a:xfrm>
              <a:off x="3985912" y="10281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7" name="ph477"/>
            <p:cNvSpPr/>
            <p:nvPr/>
          </p:nvSpPr>
          <p:spPr>
            <a:xfrm>
              <a:off x="3994620" y="10281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8" name="ph478"/>
            <p:cNvSpPr/>
            <p:nvPr/>
          </p:nvSpPr>
          <p:spPr>
            <a:xfrm>
              <a:off x="4003327" y="10281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9" name="ph479"/>
            <p:cNvSpPr/>
            <p:nvPr/>
          </p:nvSpPr>
          <p:spPr>
            <a:xfrm>
              <a:off x="4012034" y="10281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80" name="ph480"/>
            <p:cNvSpPr/>
            <p:nvPr/>
          </p:nvSpPr>
          <p:spPr>
            <a:xfrm>
              <a:off x="4020741" y="10281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81" name="ph481"/>
            <p:cNvSpPr/>
            <p:nvPr/>
          </p:nvSpPr>
          <p:spPr>
            <a:xfrm>
              <a:off x="4029448" y="10281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82" name="ph482"/>
            <p:cNvSpPr/>
            <p:nvPr/>
          </p:nvSpPr>
          <p:spPr>
            <a:xfrm>
              <a:off x="4038155" y="10281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83" name="ph483"/>
            <p:cNvSpPr/>
            <p:nvPr/>
          </p:nvSpPr>
          <p:spPr>
            <a:xfrm>
              <a:off x="3733404" y="10388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84" name="ph484"/>
            <p:cNvSpPr/>
            <p:nvPr/>
          </p:nvSpPr>
          <p:spPr>
            <a:xfrm>
              <a:off x="3742111" y="10388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85" name="ph485"/>
            <p:cNvSpPr/>
            <p:nvPr/>
          </p:nvSpPr>
          <p:spPr>
            <a:xfrm>
              <a:off x="3750819" y="10388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86" name="ph486"/>
            <p:cNvSpPr/>
            <p:nvPr/>
          </p:nvSpPr>
          <p:spPr>
            <a:xfrm>
              <a:off x="3759526" y="10388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87" name="ph487"/>
            <p:cNvSpPr/>
            <p:nvPr/>
          </p:nvSpPr>
          <p:spPr>
            <a:xfrm>
              <a:off x="3768233" y="10388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88" name="ph488"/>
            <p:cNvSpPr/>
            <p:nvPr/>
          </p:nvSpPr>
          <p:spPr>
            <a:xfrm>
              <a:off x="3776940" y="10388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89" name="ph489"/>
            <p:cNvSpPr/>
            <p:nvPr/>
          </p:nvSpPr>
          <p:spPr>
            <a:xfrm>
              <a:off x="3785647" y="10388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90" name="ph490"/>
            <p:cNvSpPr/>
            <p:nvPr/>
          </p:nvSpPr>
          <p:spPr>
            <a:xfrm>
              <a:off x="3794354" y="10388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91" name="ph491"/>
            <p:cNvSpPr/>
            <p:nvPr/>
          </p:nvSpPr>
          <p:spPr>
            <a:xfrm>
              <a:off x="3803062" y="10388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92" name="ph492"/>
            <p:cNvSpPr/>
            <p:nvPr/>
          </p:nvSpPr>
          <p:spPr>
            <a:xfrm>
              <a:off x="3811769" y="10388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93" name="ph493"/>
            <p:cNvSpPr/>
            <p:nvPr/>
          </p:nvSpPr>
          <p:spPr>
            <a:xfrm>
              <a:off x="3820476" y="10388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94" name="ph494"/>
            <p:cNvSpPr/>
            <p:nvPr/>
          </p:nvSpPr>
          <p:spPr>
            <a:xfrm>
              <a:off x="3829183" y="10388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95" name="ph495"/>
            <p:cNvSpPr/>
            <p:nvPr/>
          </p:nvSpPr>
          <p:spPr>
            <a:xfrm>
              <a:off x="3837890" y="10388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96" name="ph496"/>
            <p:cNvSpPr/>
            <p:nvPr/>
          </p:nvSpPr>
          <p:spPr>
            <a:xfrm>
              <a:off x="3846598" y="10388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97" name="ph497"/>
            <p:cNvSpPr/>
            <p:nvPr/>
          </p:nvSpPr>
          <p:spPr>
            <a:xfrm>
              <a:off x="3855305" y="10388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98" name="ph498"/>
            <p:cNvSpPr/>
            <p:nvPr/>
          </p:nvSpPr>
          <p:spPr>
            <a:xfrm>
              <a:off x="3864012" y="10388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99" name="ph499"/>
            <p:cNvSpPr/>
            <p:nvPr/>
          </p:nvSpPr>
          <p:spPr>
            <a:xfrm>
              <a:off x="3872719" y="10388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00" name="ph500"/>
            <p:cNvSpPr/>
            <p:nvPr/>
          </p:nvSpPr>
          <p:spPr>
            <a:xfrm>
              <a:off x="3881426" y="10388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01" name="ph501"/>
            <p:cNvSpPr/>
            <p:nvPr/>
          </p:nvSpPr>
          <p:spPr>
            <a:xfrm>
              <a:off x="3890133" y="10388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02" name="ph502"/>
            <p:cNvSpPr/>
            <p:nvPr/>
          </p:nvSpPr>
          <p:spPr>
            <a:xfrm>
              <a:off x="3898841" y="10388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03" name="ph503"/>
            <p:cNvSpPr/>
            <p:nvPr/>
          </p:nvSpPr>
          <p:spPr>
            <a:xfrm>
              <a:off x="3951084" y="10388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04" name="ph504"/>
            <p:cNvSpPr/>
            <p:nvPr/>
          </p:nvSpPr>
          <p:spPr>
            <a:xfrm>
              <a:off x="3959791" y="10388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05" name="ph505"/>
            <p:cNvSpPr/>
            <p:nvPr/>
          </p:nvSpPr>
          <p:spPr>
            <a:xfrm>
              <a:off x="3968498" y="10388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06" name="ph506"/>
            <p:cNvSpPr/>
            <p:nvPr/>
          </p:nvSpPr>
          <p:spPr>
            <a:xfrm>
              <a:off x="3977205" y="10388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07" name="ph507"/>
            <p:cNvSpPr/>
            <p:nvPr/>
          </p:nvSpPr>
          <p:spPr>
            <a:xfrm>
              <a:off x="3985912" y="10388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08" name="ph508"/>
            <p:cNvSpPr/>
            <p:nvPr/>
          </p:nvSpPr>
          <p:spPr>
            <a:xfrm>
              <a:off x="3994620" y="10388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09" name="ph509"/>
            <p:cNvSpPr/>
            <p:nvPr/>
          </p:nvSpPr>
          <p:spPr>
            <a:xfrm>
              <a:off x="4003327" y="10388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10" name="ph510"/>
            <p:cNvSpPr/>
            <p:nvPr/>
          </p:nvSpPr>
          <p:spPr>
            <a:xfrm>
              <a:off x="4012034" y="10388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11" name="ph511"/>
            <p:cNvSpPr/>
            <p:nvPr/>
          </p:nvSpPr>
          <p:spPr>
            <a:xfrm>
              <a:off x="4020741" y="10388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12" name="ph512"/>
            <p:cNvSpPr/>
            <p:nvPr/>
          </p:nvSpPr>
          <p:spPr>
            <a:xfrm>
              <a:off x="4029448" y="103880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13" name="ph513"/>
            <p:cNvSpPr/>
            <p:nvPr/>
          </p:nvSpPr>
          <p:spPr>
            <a:xfrm>
              <a:off x="3724697" y="10495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14" name="ph514"/>
            <p:cNvSpPr/>
            <p:nvPr/>
          </p:nvSpPr>
          <p:spPr>
            <a:xfrm>
              <a:off x="3733404" y="10495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15" name="ph515"/>
            <p:cNvSpPr/>
            <p:nvPr/>
          </p:nvSpPr>
          <p:spPr>
            <a:xfrm>
              <a:off x="3742111" y="10495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16" name="ph516"/>
            <p:cNvSpPr/>
            <p:nvPr/>
          </p:nvSpPr>
          <p:spPr>
            <a:xfrm>
              <a:off x="3750819" y="10495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17" name="ph517"/>
            <p:cNvSpPr/>
            <p:nvPr/>
          </p:nvSpPr>
          <p:spPr>
            <a:xfrm>
              <a:off x="3759526" y="10495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18" name="ph518"/>
            <p:cNvSpPr/>
            <p:nvPr/>
          </p:nvSpPr>
          <p:spPr>
            <a:xfrm>
              <a:off x="3768233" y="10495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4D85">
                <a:alpha val="100000"/>
              </a:srgbClr>
            </a:solidFill>
            <a:ln w="5420" cap="flat">
              <a:solidFill>
                <a:srgbClr val="3B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19" name="ph519"/>
            <p:cNvSpPr/>
            <p:nvPr/>
          </p:nvSpPr>
          <p:spPr>
            <a:xfrm>
              <a:off x="3776940" y="10495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20" name="ph520"/>
            <p:cNvSpPr/>
            <p:nvPr/>
          </p:nvSpPr>
          <p:spPr>
            <a:xfrm>
              <a:off x="3785647" y="10495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21" name="ph521"/>
            <p:cNvSpPr/>
            <p:nvPr/>
          </p:nvSpPr>
          <p:spPr>
            <a:xfrm>
              <a:off x="3794354" y="10495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22" name="ph522"/>
            <p:cNvSpPr/>
            <p:nvPr/>
          </p:nvSpPr>
          <p:spPr>
            <a:xfrm>
              <a:off x="3803062" y="10495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23" name="ph523"/>
            <p:cNvSpPr/>
            <p:nvPr/>
          </p:nvSpPr>
          <p:spPr>
            <a:xfrm>
              <a:off x="3811769" y="10495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24" name="ph524"/>
            <p:cNvSpPr/>
            <p:nvPr/>
          </p:nvSpPr>
          <p:spPr>
            <a:xfrm>
              <a:off x="3820476" y="10495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25" name="ph525"/>
            <p:cNvSpPr/>
            <p:nvPr/>
          </p:nvSpPr>
          <p:spPr>
            <a:xfrm>
              <a:off x="3829183" y="10495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26" name="ph526"/>
            <p:cNvSpPr/>
            <p:nvPr/>
          </p:nvSpPr>
          <p:spPr>
            <a:xfrm>
              <a:off x="3837890" y="10495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27" name="ph527"/>
            <p:cNvSpPr/>
            <p:nvPr/>
          </p:nvSpPr>
          <p:spPr>
            <a:xfrm>
              <a:off x="3846598" y="10495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28" name="ph528"/>
            <p:cNvSpPr/>
            <p:nvPr/>
          </p:nvSpPr>
          <p:spPr>
            <a:xfrm>
              <a:off x="3855305" y="10495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29" name="ph529"/>
            <p:cNvSpPr/>
            <p:nvPr/>
          </p:nvSpPr>
          <p:spPr>
            <a:xfrm>
              <a:off x="3864012" y="10495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30" name="ph530"/>
            <p:cNvSpPr/>
            <p:nvPr/>
          </p:nvSpPr>
          <p:spPr>
            <a:xfrm>
              <a:off x="3872719" y="10495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31" name="ph531"/>
            <p:cNvSpPr/>
            <p:nvPr/>
          </p:nvSpPr>
          <p:spPr>
            <a:xfrm>
              <a:off x="3881426" y="10495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32" name="ph532"/>
            <p:cNvSpPr/>
            <p:nvPr/>
          </p:nvSpPr>
          <p:spPr>
            <a:xfrm>
              <a:off x="3890133" y="10495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33" name="ph533"/>
            <p:cNvSpPr/>
            <p:nvPr/>
          </p:nvSpPr>
          <p:spPr>
            <a:xfrm>
              <a:off x="3951084" y="10495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34" name="ph534"/>
            <p:cNvSpPr/>
            <p:nvPr/>
          </p:nvSpPr>
          <p:spPr>
            <a:xfrm>
              <a:off x="3959791" y="10495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35" name="ph535"/>
            <p:cNvSpPr/>
            <p:nvPr/>
          </p:nvSpPr>
          <p:spPr>
            <a:xfrm>
              <a:off x="3968498" y="10495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36" name="ph536"/>
            <p:cNvSpPr/>
            <p:nvPr/>
          </p:nvSpPr>
          <p:spPr>
            <a:xfrm>
              <a:off x="3977205" y="10495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37" name="ph537"/>
            <p:cNvSpPr/>
            <p:nvPr/>
          </p:nvSpPr>
          <p:spPr>
            <a:xfrm>
              <a:off x="3985912" y="10495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38" name="ph538"/>
            <p:cNvSpPr/>
            <p:nvPr/>
          </p:nvSpPr>
          <p:spPr>
            <a:xfrm>
              <a:off x="3994620" y="10495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39" name="ph539"/>
            <p:cNvSpPr/>
            <p:nvPr/>
          </p:nvSpPr>
          <p:spPr>
            <a:xfrm>
              <a:off x="4003327" y="10495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40" name="ph540"/>
            <p:cNvSpPr/>
            <p:nvPr/>
          </p:nvSpPr>
          <p:spPr>
            <a:xfrm>
              <a:off x="4012034" y="10495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41" name="ph541"/>
            <p:cNvSpPr/>
            <p:nvPr/>
          </p:nvSpPr>
          <p:spPr>
            <a:xfrm>
              <a:off x="3724697" y="10602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42" name="ph542"/>
            <p:cNvSpPr/>
            <p:nvPr/>
          </p:nvSpPr>
          <p:spPr>
            <a:xfrm>
              <a:off x="3733404" y="10602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43" name="ph543"/>
            <p:cNvSpPr/>
            <p:nvPr/>
          </p:nvSpPr>
          <p:spPr>
            <a:xfrm>
              <a:off x="3742111" y="10602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87D">
                <a:alpha val="100000"/>
              </a:srgbClr>
            </a:solidFill>
            <a:ln w="5420" cap="flat">
              <a:solidFill>
                <a:srgbClr val="3C48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44" name="ph544"/>
            <p:cNvSpPr/>
            <p:nvPr/>
          </p:nvSpPr>
          <p:spPr>
            <a:xfrm>
              <a:off x="3750819" y="10602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45" name="ph545"/>
            <p:cNvSpPr/>
            <p:nvPr/>
          </p:nvSpPr>
          <p:spPr>
            <a:xfrm>
              <a:off x="3759526" y="10602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46" name="ph546"/>
            <p:cNvSpPr/>
            <p:nvPr/>
          </p:nvSpPr>
          <p:spPr>
            <a:xfrm>
              <a:off x="3768233" y="10602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47" name="ph547"/>
            <p:cNvSpPr/>
            <p:nvPr/>
          </p:nvSpPr>
          <p:spPr>
            <a:xfrm>
              <a:off x="3776940" y="10602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48" name="ph548"/>
            <p:cNvSpPr/>
            <p:nvPr/>
          </p:nvSpPr>
          <p:spPr>
            <a:xfrm>
              <a:off x="3785647" y="10602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49" name="ph549"/>
            <p:cNvSpPr/>
            <p:nvPr/>
          </p:nvSpPr>
          <p:spPr>
            <a:xfrm>
              <a:off x="3794354" y="10602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50" name="ph550"/>
            <p:cNvSpPr/>
            <p:nvPr/>
          </p:nvSpPr>
          <p:spPr>
            <a:xfrm>
              <a:off x="3803062" y="10602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51" name="ph551"/>
            <p:cNvSpPr/>
            <p:nvPr/>
          </p:nvSpPr>
          <p:spPr>
            <a:xfrm>
              <a:off x="3811769" y="10602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52" name="ph552"/>
            <p:cNvSpPr/>
            <p:nvPr/>
          </p:nvSpPr>
          <p:spPr>
            <a:xfrm>
              <a:off x="3820476" y="10602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53" name="ph553"/>
            <p:cNvSpPr/>
            <p:nvPr/>
          </p:nvSpPr>
          <p:spPr>
            <a:xfrm>
              <a:off x="3829183" y="10602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54" name="ph554"/>
            <p:cNvSpPr/>
            <p:nvPr/>
          </p:nvSpPr>
          <p:spPr>
            <a:xfrm>
              <a:off x="3837890" y="10602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55" name="ph555"/>
            <p:cNvSpPr/>
            <p:nvPr/>
          </p:nvSpPr>
          <p:spPr>
            <a:xfrm>
              <a:off x="3846598" y="10602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56" name="ph556"/>
            <p:cNvSpPr/>
            <p:nvPr/>
          </p:nvSpPr>
          <p:spPr>
            <a:xfrm>
              <a:off x="3855305" y="10602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57" name="ph557"/>
            <p:cNvSpPr/>
            <p:nvPr/>
          </p:nvSpPr>
          <p:spPr>
            <a:xfrm>
              <a:off x="3951084" y="10602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58" name="ph558"/>
            <p:cNvSpPr/>
            <p:nvPr/>
          </p:nvSpPr>
          <p:spPr>
            <a:xfrm>
              <a:off x="3959791" y="10602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59" name="ph559"/>
            <p:cNvSpPr/>
            <p:nvPr/>
          </p:nvSpPr>
          <p:spPr>
            <a:xfrm>
              <a:off x="3968498" y="10602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60" name="ph560"/>
            <p:cNvSpPr/>
            <p:nvPr/>
          </p:nvSpPr>
          <p:spPr>
            <a:xfrm>
              <a:off x="3977205" y="10602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61" name="ph561"/>
            <p:cNvSpPr/>
            <p:nvPr/>
          </p:nvSpPr>
          <p:spPr>
            <a:xfrm>
              <a:off x="3985912" y="10602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62" name="ph562"/>
            <p:cNvSpPr/>
            <p:nvPr/>
          </p:nvSpPr>
          <p:spPr>
            <a:xfrm>
              <a:off x="3994620" y="10602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63" name="ph563"/>
            <p:cNvSpPr/>
            <p:nvPr/>
          </p:nvSpPr>
          <p:spPr>
            <a:xfrm>
              <a:off x="3715990" y="10709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64" name="ph564"/>
            <p:cNvSpPr/>
            <p:nvPr/>
          </p:nvSpPr>
          <p:spPr>
            <a:xfrm>
              <a:off x="3724697" y="10709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378">
                <a:alpha val="100000"/>
              </a:srgbClr>
            </a:solidFill>
            <a:ln w="5420" cap="flat">
              <a:solidFill>
                <a:srgbClr val="3C4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65" name="ph565"/>
            <p:cNvSpPr/>
            <p:nvPr/>
          </p:nvSpPr>
          <p:spPr>
            <a:xfrm>
              <a:off x="3733404" y="10709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66" name="ph566"/>
            <p:cNvSpPr/>
            <p:nvPr/>
          </p:nvSpPr>
          <p:spPr>
            <a:xfrm>
              <a:off x="3742111" y="10709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67" name="ph567"/>
            <p:cNvSpPr/>
            <p:nvPr/>
          </p:nvSpPr>
          <p:spPr>
            <a:xfrm>
              <a:off x="3750819" y="10709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87D">
                <a:alpha val="100000"/>
              </a:srgbClr>
            </a:solidFill>
            <a:ln w="5420" cap="flat">
              <a:solidFill>
                <a:srgbClr val="3C48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68" name="ph568"/>
            <p:cNvSpPr/>
            <p:nvPr/>
          </p:nvSpPr>
          <p:spPr>
            <a:xfrm>
              <a:off x="3759526" y="10709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69" name="ph569"/>
            <p:cNvSpPr/>
            <p:nvPr/>
          </p:nvSpPr>
          <p:spPr>
            <a:xfrm>
              <a:off x="3768233" y="10709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70" name="ph570"/>
            <p:cNvSpPr/>
            <p:nvPr/>
          </p:nvSpPr>
          <p:spPr>
            <a:xfrm>
              <a:off x="3776940" y="10709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71" name="ph571"/>
            <p:cNvSpPr/>
            <p:nvPr/>
          </p:nvSpPr>
          <p:spPr>
            <a:xfrm>
              <a:off x="3785647" y="10709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72" name="ph572"/>
            <p:cNvSpPr/>
            <p:nvPr/>
          </p:nvSpPr>
          <p:spPr>
            <a:xfrm>
              <a:off x="3794354" y="10709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73" name="ph573"/>
            <p:cNvSpPr/>
            <p:nvPr/>
          </p:nvSpPr>
          <p:spPr>
            <a:xfrm>
              <a:off x="3803062" y="10709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74" name="ph574"/>
            <p:cNvSpPr/>
            <p:nvPr/>
          </p:nvSpPr>
          <p:spPr>
            <a:xfrm>
              <a:off x="3811769" y="10709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75" name="ph575"/>
            <p:cNvSpPr/>
            <p:nvPr/>
          </p:nvSpPr>
          <p:spPr>
            <a:xfrm>
              <a:off x="3820476" y="10709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76" name="ph576"/>
            <p:cNvSpPr/>
            <p:nvPr/>
          </p:nvSpPr>
          <p:spPr>
            <a:xfrm>
              <a:off x="3829183" y="10709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77" name="ph577"/>
            <p:cNvSpPr/>
            <p:nvPr/>
          </p:nvSpPr>
          <p:spPr>
            <a:xfrm>
              <a:off x="3942376" y="10709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78" name="ph578"/>
            <p:cNvSpPr/>
            <p:nvPr/>
          </p:nvSpPr>
          <p:spPr>
            <a:xfrm>
              <a:off x="3951084" y="10709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79" name="ph579"/>
            <p:cNvSpPr/>
            <p:nvPr/>
          </p:nvSpPr>
          <p:spPr>
            <a:xfrm>
              <a:off x="3959791" y="10709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80" name="ph580"/>
            <p:cNvSpPr/>
            <p:nvPr/>
          </p:nvSpPr>
          <p:spPr>
            <a:xfrm>
              <a:off x="3968498" y="10709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81" name="ph581"/>
            <p:cNvSpPr/>
            <p:nvPr/>
          </p:nvSpPr>
          <p:spPr>
            <a:xfrm>
              <a:off x="3977205" y="10709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82" name="ph582"/>
            <p:cNvSpPr/>
            <p:nvPr/>
          </p:nvSpPr>
          <p:spPr>
            <a:xfrm>
              <a:off x="3985912" y="10709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83" name="ph583"/>
            <p:cNvSpPr/>
            <p:nvPr/>
          </p:nvSpPr>
          <p:spPr>
            <a:xfrm>
              <a:off x="3672454" y="10816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84" name="ph584"/>
            <p:cNvSpPr/>
            <p:nvPr/>
          </p:nvSpPr>
          <p:spPr>
            <a:xfrm>
              <a:off x="3681161" y="10816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85" name="ph585"/>
            <p:cNvSpPr/>
            <p:nvPr/>
          </p:nvSpPr>
          <p:spPr>
            <a:xfrm>
              <a:off x="3689868" y="10816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86" name="ph586"/>
            <p:cNvSpPr/>
            <p:nvPr/>
          </p:nvSpPr>
          <p:spPr>
            <a:xfrm>
              <a:off x="3698575" y="10816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87" name="ph587"/>
            <p:cNvSpPr/>
            <p:nvPr/>
          </p:nvSpPr>
          <p:spPr>
            <a:xfrm>
              <a:off x="3707283" y="10816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88" name="ph588"/>
            <p:cNvSpPr/>
            <p:nvPr/>
          </p:nvSpPr>
          <p:spPr>
            <a:xfrm>
              <a:off x="3715990" y="10816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89" name="ph589"/>
            <p:cNvSpPr/>
            <p:nvPr/>
          </p:nvSpPr>
          <p:spPr>
            <a:xfrm>
              <a:off x="3724697" y="10816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90" name="ph590"/>
            <p:cNvSpPr/>
            <p:nvPr/>
          </p:nvSpPr>
          <p:spPr>
            <a:xfrm>
              <a:off x="3733404" y="10816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378">
                <a:alpha val="100000"/>
              </a:srgbClr>
            </a:solidFill>
            <a:ln w="5420" cap="flat">
              <a:solidFill>
                <a:srgbClr val="3C4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91" name="ph591"/>
            <p:cNvSpPr/>
            <p:nvPr/>
          </p:nvSpPr>
          <p:spPr>
            <a:xfrm>
              <a:off x="3742111" y="10816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92" name="ph592"/>
            <p:cNvSpPr/>
            <p:nvPr/>
          </p:nvSpPr>
          <p:spPr>
            <a:xfrm>
              <a:off x="3750819" y="10816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93" name="ph593"/>
            <p:cNvSpPr/>
            <p:nvPr/>
          </p:nvSpPr>
          <p:spPr>
            <a:xfrm>
              <a:off x="3759526" y="10816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94" name="ph594"/>
            <p:cNvSpPr/>
            <p:nvPr/>
          </p:nvSpPr>
          <p:spPr>
            <a:xfrm>
              <a:off x="3768233" y="10816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95" name="ph595"/>
            <p:cNvSpPr/>
            <p:nvPr/>
          </p:nvSpPr>
          <p:spPr>
            <a:xfrm>
              <a:off x="3776940" y="10816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96" name="ph596"/>
            <p:cNvSpPr/>
            <p:nvPr/>
          </p:nvSpPr>
          <p:spPr>
            <a:xfrm>
              <a:off x="3785647" y="10816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97" name="ph597"/>
            <p:cNvSpPr/>
            <p:nvPr/>
          </p:nvSpPr>
          <p:spPr>
            <a:xfrm>
              <a:off x="3803062" y="10816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98" name="ph598"/>
            <p:cNvSpPr/>
            <p:nvPr/>
          </p:nvSpPr>
          <p:spPr>
            <a:xfrm>
              <a:off x="3811769" y="10816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599" name="ph599"/>
            <p:cNvSpPr/>
            <p:nvPr/>
          </p:nvSpPr>
          <p:spPr>
            <a:xfrm>
              <a:off x="3820476" y="10816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00" name="ph600"/>
            <p:cNvSpPr/>
            <p:nvPr/>
          </p:nvSpPr>
          <p:spPr>
            <a:xfrm>
              <a:off x="3942376" y="10816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01" name="ph601"/>
            <p:cNvSpPr/>
            <p:nvPr/>
          </p:nvSpPr>
          <p:spPr>
            <a:xfrm>
              <a:off x="3951084" y="10816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02" name="ph602"/>
            <p:cNvSpPr/>
            <p:nvPr/>
          </p:nvSpPr>
          <p:spPr>
            <a:xfrm>
              <a:off x="3959791" y="10816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03" name="ph603"/>
            <p:cNvSpPr/>
            <p:nvPr/>
          </p:nvSpPr>
          <p:spPr>
            <a:xfrm>
              <a:off x="3968498" y="10816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04" name="ph604"/>
            <p:cNvSpPr/>
            <p:nvPr/>
          </p:nvSpPr>
          <p:spPr>
            <a:xfrm>
              <a:off x="3977205" y="10816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05" name="ph605"/>
            <p:cNvSpPr/>
            <p:nvPr/>
          </p:nvSpPr>
          <p:spPr>
            <a:xfrm>
              <a:off x="3646332" y="10923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06" name="ph606"/>
            <p:cNvSpPr/>
            <p:nvPr/>
          </p:nvSpPr>
          <p:spPr>
            <a:xfrm>
              <a:off x="3655040" y="10923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07" name="ph607"/>
            <p:cNvSpPr/>
            <p:nvPr/>
          </p:nvSpPr>
          <p:spPr>
            <a:xfrm>
              <a:off x="3663747" y="10923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08" name="ph608"/>
            <p:cNvSpPr/>
            <p:nvPr/>
          </p:nvSpPr>
          <p:spPr>
            <a:xfrm>
              <a:off x="3672454" y="10923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09" name="ph609"/>
            <p:cNvSpPr/>
            <p:nvPr/>
          </p:nvSpPr>
          <p:spPr>
            <a:xfrm>
              <a:off x="3681161" y="10923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10" name="ph610"/>
            <p:cNvSpPr/>
            <p:nvPr/>
          </p:nvSpPr>
          <p:spPr>
            <a:xfrm>
              <a:off x="3689868" y="10923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11" name="ph611"/>
            <p:cNvSpPr/>
            <p:nvPr/>
          </p:nvSpPr>
          <p:spPr>
            <a:xfrm>
              <a:off x="3698575" y="10923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12" name="ph612"/>
            <p:cNvSpPr/>
            <p:nvPr/>
          </p:nvSpPr>
          <p:spPr>
            <a:xfrm>
              <a:off x="3707283" y="10923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3C6E">
                <a:alpha val="100000"/>
              </a:srgbClr>
            </a:solidFill>
            <a:ln w="5420" cap="flat">
              <a:solidFill>
                <a:srgbClr val="3B3C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13" name="ph613"/>
            <p:cNvSpPr/>
            <p:nvPr/>
          </p:nvSpPr>
          <p:spPr>
            <a:xfrm>
              <a:off x="3715990" y="10923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14" name="ph614"/>
            <p:cNvSpPr/>
            <p:nvPr/>
          </p:nvSpPr>
          <p:spPr>
            <a:xfrm>
              <a:off x="3724697" y="10923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15" name="ph615"/>
            <p:cNvSpPr/>
            <p:nvPr/>
          </p:nvSpPr>
          <p:spPr>
            <a:xfrm>
              <a:off x="3733404" y="10923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376">
                <a:alpha val="100000"/>
              </a:srgbClr>
            </a:solidFill>
            <a:ln w="5420" cap="flat">
              <a:solidFill>
                <a:srgbClr val="3C43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16" name="ph616"/>
            <p:cNvSpPr/>
            <p:nvPr/>
          </p:nvSpPr>
          <p:spPr>
            <a:xfrm>
              <a:off x="3742111" y="10923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17" name="ph617"/>
            <p:cNvSpPr/>
            <p:nvPr/>
          </p:nvSpPr>
          <p:spPr>
            <a:xfrm>
              <a:off x="3750819" y="10923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18" name="ph618"/>
            <p:cNvSpPr/>
            <p:nvPr/>
          </p:nvSpPr>
          <p:spPr>
            <a:xfrm>
              <a:off x="3768233" y="10923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19" name="ph619"/>
            <p:cNvSpPr/>
            <p:nvPr/>
          </p:nvSpPr>
          <p:spPr>
            <a:xfrm>
              <a:off x="3776940" y="10923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20" name="ph620"/>
            <p:cNvSpPr/>
            <p:nvPr/>
          </p:nvSpPr>
          <p:spPr>
            <a:xfrm>
              <a:off x="3942376" y="10923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21" name="ph621"/>
            <p:cNvSpPr/>
            <p:nvPr/>
          </p:nvSpPr>
          <p:spPr>
            <a:xfrm>
              <a:off x="3951084" y="10923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22" name="ph622"/>
            <p:cNvSpPr/>
            <p:nvPr/>
          </p:nvSpPr>
          <p:spPr>
            <a:xfrm>
              <a:off x="3959791" y="10923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23" name="ph623"/>
            <p:cNvSpPr/>
            <p:nvPr/>
          </p:nvSpPr>
          <p:spPr>
            <a:xfrm>
              <a:off x="3968498" y="10923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24" name="ph624"/>
            <p:cNvSpPr/>
            <p:nvPr/>
          </p:nvSpPr>
          <p:spPr>
            <a:xfrm>
              <a:off x="3977205" y="10923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25" name="ph625"/>
            <p:cNvSpPr/>
            <p:nvPr/>
          </p:nvSpPr>
          <p:spPr>
            <a:xfrm>
              <a:off x="3637625" y="11030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26" name="ph626"/>
            <p:cNvSpPr/>
            <p:nvPr/>
          </p:nvSpPr>
          <p:spPr>
            <a:xfrm>
              <a:off x="3646332" y="11030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27" name="ph627"/>
            <p:cNvSpPr/>
            <p:nvPr/>
          </p:nvSpPr>
          <p:spPr>
            <a:xfrm>
              <a:off x="3655040" y="11030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28" name="ph628"/>
            <p:cNvSpPr/>
            <p:nvPr/>
          </p:nvSpPr>
          <p:spPr>
            <a:xfrm>
              <a:off x="3663747" y="11030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29" name="ph629"/>
            <p:cNvSpPr/>
            <p:nvPr/>
          </p:nvSpPr>
          <p:spPr>
            <a:xfrm>
              <a:off x="3672454" y="11030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30" name="ph630"/>
            <p:cNvSpPr/>
            <p:nvPr/>
          </p:nvSpPr>
          <p:spPr>
            <a:xfrm>
              <a:off x="3681161" y="11030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31" name="ph631"/>
            <p:cNvSpPr/>
            <p:nvPr/>
          </p:nvSpPr>
          <p:spPr>
            <a:xfrm>
              <a:off x="3689868" y="11030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32" name="ph632"/>
            <p:cNvSpPr/>
            <p:nvPr/>
          </p:nvSpPr>
          <p:spPr>
            <a:xfrm>
              <a:off x="3698575" y="11030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33" name="ph633"/>
            <p:cNvSpPr/>
            <p:nvPr/>
          </p:nvSpPr>
          <p:spPr>
            <a:xfrm>
              <a:off x="3707283" y="11030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34" name="ph634"/>
            <p:cNvSpPr/>
            <p:nvPr/>
          </p:nvSpPr>
          <p:spPr>
            <a:xfrm>
              <a:off x="3715990" y="11030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173">
                <a:alpha val="100000"/>
              </a:srgbClr>
            </a:solidFill>
            <a:ln w="5420" cap="flat">
              <a:solidFill>
                <a:srgbClr val="3C41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35" name="ph635"/>
            <p:cNvSpPr/>
            <p:nvPr/>
          </p:nvSpPr>
          <p:spPr>
            <a:xfrm>
              <a:off x="3724697" y="11030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36" name="ph636"/>
            <p:cNvSpPr/>
            <p:nvPr/>
          </p:nvSpPr>
          <p:spPr>
            <a:xfrm>
              <a:off x="3733404" y="11030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37" name="ph637"/>
            <p:cNvSpPr/>
            <p:nvPr/>
          </p:nvSpPr>
          <p:spPr>
            <a:xfrm>
              <a:off x="3742111" y="11030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38" name="ph638"/>
            <p:cNvSpPr/>
            <p:nvPr/>
          </p:nvSpPr>
          <p:spPr>
            <a:xfrm>
              <a:off x="3942376" y="11030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39" name="ph639"/>
            <p:cNvSpPr/>
            <p:nvPr/>
          </p:nvSpPr>
          <p:spPr>
            <a:xfrm>
              <a:off x="3951084" y="11030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40" name="ph640"/>
            <p:cNvSpPr/>
            <p:nvPr/>
          </p:nvSpPr>
          <p:spPr>
            <a:xfrm>
              <a:off x="3959791" y="11030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41" name="ph641"/>
            <p:cNvSpPr/>
            <p:nvPr/>
          </p:nvSpPr>
          <p:spPr>
            <a:xfrm>
              <a:off x="3968498" y="11030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42" name="ph642"/>
            <p:cNvSpPr/>
            <p:nvPr/>
          </p:nvSpPr>
          <p:spPr>
            <a:xfrm>
              <a:off x="3977205" y="11030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43" name="ph643"/>
            <p:cNvSpPr/>
            <p:nvPr/>
          </p:nvSpPr>
          <p:spPr>
            <a:xfrm>
              <a:off x="3985912" y="11030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44" name="ph644"/>
            <p:cNvSpPr/>
            <p:nvPr/>
          </p:nvSpPr>
          <p:spPr>
            <a:xfrm>
              <a:off x="3994620" y="11030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45" name="ph645"/>
            <p:cNvSpPr/>
            <p:nvPr/>
          </p:nvSpPr>
          <p:spPr>
            <a:xfrm>
              <a:off x="4029448" y="11030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46" name="ph646"/>
            <p:cNvSpPr/>
            <p:nvPr/>
          </p:nvSpPr>
          <p:spPr>
            <a:xfrm>
              <a:off x="4038155" y="11030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47" name="ph647"/>
            <p:cNvSpPr/>
            <p:nvPr/>
          </p:nvSpPr>
          <p:spPr>
            <a:xfrm>
              <a:off x="4046863" y="11030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48" name="ph648"/>
            <p:cNvSpPr/>
            <p:nvPr/>
          </p:nvSpPr>
          <p:spPr>
            <a:xfrm>
              <a:off x="4055570" y="11030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49" name="ph649"/>
            <p:cNvSpPr/>
            <p:nvPr/>
          </p:nvSpPr>
          <p:spPr>
            <a:xfrm>
              <a:off x="4064277" y="11030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50" name="ph650"/>
            <p:cNvSpPr/>
            <p:nvPr/>
          </p:nvSpPr>
          <p:spPr>
            <a:xfrm>
              <a:off x="3628918" y="11137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51" name="ph651"/>
            <p:cNvSpPr/>
            <p:nvPr/>
          </p:nvSpPr>
          <p:spPr>
            <a:xfrm>
              <a:off x="3637625" y="11137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52" name="ph652"/>
            <p:cNvSpPr/>
            <p:nvPr/>
          </p:nvSpPr>
          <p:spPr>
            <a:xfrm>
              <a:off x="3646332" y="11137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53" name="ph653"/>
            <p:cNvSpPr/>
            <p:nvPr/>
          </p:nvSpPr>
          <p:spPr>
            <a:xfrm>
              <a:off x="3655040" y="11137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54" name="ph654"/>
            <p:cNvSpPr/>
            <p:nvPr/>
          </p:nvSpPr>
          <p:spPr>
            <a:xfrm>
              <a:off x="3663747" y="11137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55" name="ph655"/>
            <p:cNvSpPr/>
            <p:nvPr/>
          </p:nvSpPr>
          <p:spPr>
            <a:xfrm>
              <a:off x="3672454" y="11137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56" name="ph656"/>
            <p:cNvSpPr/>
            <p:nvPr/>
          </p:nvSpPr>
          <p:spPr>
            <a:xfrm>
              <a:off x="3681161" y="11137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57" name="ph657"/>
            <p:cNvSpPr/>
            <p:nvPr/>
          </p:nvSpPr>
          <p:spPr>
            <a:xfrm>
              <a:off x="3689868" y="11137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58" name="ph658"/>
            <p:cNvSpPr/>
            <p:nvPr/>
          </p:nvSpPr>
          <p:spPr>
            <a:xfrm>
              <a:off x="3698575" y="11137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59" name="ph659"/>
            <p:cNvSpPr/>
            <p:nvPr/>
          </p:nvSpPr>
          <p:spPr>
            <a:xfrm>
              <a:off x="3707283" y="11137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60" name="ph660"/>
            <p:cNvSpPr/>
            <p:nvPr/>
          </p:nvSpPr>
          <p:spPr>
            <a:xfrm>
              <a:off x="3715990" y="11137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61" name="ph661"/>
            <p:cNvSpPr/>
            <p:nvPr/>
          </p:nvSpPr>
          <p:spPr>
            <a:xfrm>
              <a:off x="3724697" y="11137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62" name="ph662"/>
            <p:cNvSpPr/>
            <p:nvPr/>
          </p:nvSpPr>
          <p:spPr>
            <a:xfrm>
              <a:off x="3733404" y="11137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63" name="ph663"/>
            <p:cNvSpPr/>
            <p:nvPr/>
          </p:nvSpPr>
          <p:spPr>
            <a:xfrm>
              <a:off x="3951084" y="11137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64" name="ph664"/>
            <p:cNvSpPr/>
            <p:nvPr/>
          </p:nvSpPr>
          <p:spPr>
            <a:xfrm>
              <a:off x="3959791" y="11137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65" name="ph665"/>
            <p:cNvSpPr/>
            <p:nvPr/>
          </p:nvSpPr>
          <p:spPr>
            <a:xfrm>
              <a:off x="3968498" y="11137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66" name="ph666"/>
            <p:cNvSpPr/>
            <p:nvPr/>
          </p:nvSpPr>
          <p:spPr>
            <a:xfrm>
              <a:off x="3977205" y="11137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67" name="ph667"/>
            <p:cNvSpPr/>
            <p:nvPr/>
          </p:nvSpPr>
          <p:spPr>
            <a:xfrm>
              <a:off x="3985912" y="11137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68" name="ph668"/>
            <p:cNvSpPr/>
            <p:nvPr/>
          </p:nvSpPr>
          <p:spPr>
            <a:xfrm>
              <a:off x="3994620" y="11137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69" name="ph669"/>
            <p:cNvSpPr/>
            <p:nvPr/>
          </p:nvSpPr>
          <p:spPr>
            <a:xfrm>
              <a:off x="4003327" y="11137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70" name="ph670"/>
            <p:cNvSpPr/>
            <p:nvPr/>
          </p:nvSpPr>
          <p:spPr>
            <a:xfrm>
              <a:off x="4020741" y="11137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71" name="ph671"/>
            <p:cNvSpPr/>
            <p:nvPr/>
          </p:nvSpPr>
          <p:spPr>
            <a:xfrm>
              <a:off x="4029448" y="11137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72" name="ph672"/>
            <p:cNvSpPr/>
            <p:nvPr/>
          </p:nvSpPr>
          <p:spPr>
            <a:xfrm>
              <a:off x="4038155" y="11137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73" name="ph673"/>
            <p:cNvSpPr/>
            <p:nvPr/>
          </p:nvSpPr>
          <p:spPr>
            <a:xfrm>
              <a:off x="4046863" y="11137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74" name="ph674"/>
            <p:cNvSpPr/>
            <p:nvPr/>
          </p:nvSpPr>
          <p:spPr>
            <a:xfrm>
              <a:off x="4055570" y="11137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75" name="ph675"/>
            <p:cNvSpPr/>
            <p:nvPr/>
          </p:nvSpPr>
          <p:spPr>
            <a:xfrm>
              <a:off x="4064277" y="11137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76" name="ph676"/>
            <p:cNvSpPr/>
            <p:nvPr/>
          </p:nvSpPr>
          <p:spPr>
            <a:xfrm>
              <a:off x="4072984" y="11137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77" name="ph677"/>
            <p:cNvSpPr/>
            <p:nvPr/>
          </p:nvSpPr>
          <p:spPr>
            <a:xfrm>
              <a:off x="3620211" y="11244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78" name="ph678"/>
            <p:cNvSpPr/>
            <p:nvPr/>
          </p:nvSpPr>
          <p:spPr>
            <a:xfrm>
              <a:off x="3628918" y="11244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79" name="ph679"/>
            <p:cNvSpPr/>
            <p:nvPr/>
          </p:nvSpPr>
          <p:spPr>
            <a:xfrm>
              <a:off x="3637625" y="11244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80" name="ph680"/>
            <p:cNvSpPr/>
            <p:nvPr/>
          </p:nvSpPr>
          <p:spPr>
            <a:xfrm>
              <a:off x="3646332" y="11244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81" name="ph681"/>
            <p:cNvSpPr/>
            <p:nvPr/>
          </p:nvSpPr>
          <p:spPr>
            <a:xfrm>
              <a:off x="3655040" y="11244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82" name="ph682"/>
            <p:cNvSpPr/>
            <p:nvPr/>
          </p:nvSpPr>
          <p:spPr>
            <a:xfrm>
              <a:off x="3663747" y="11244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83" name="ph683"/>
            <p:cNvSpPr/>
            <p:nvPr/>
          </p:nvSpPr>
          <p:spPr>
            <a:xfrm>
              <a:off x="3672454" y="11244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84" name="ph684"/>
            <p:cNvSpPr/>
            <p:nvPr/>
          </p:nvSpPr>
          <p:spPr>
            <a:xfrm>
              <a:off x="3681161" y="11244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85" name="ph685"/>
            <p:cNvSpPr/>
            <p:nvPr/>
          </p:nvSpPr>
          <p:spPr>
            <a:xfrm>
              <a:off x="3689868" y="11244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86" name="ph686"/>
            <p:cNvSpPr/>
            <p:nvPr/>
          </p:nvSpPr>
          <p:spPr>
            <a:xfrm>
              <a:off x="3698575" y="11244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87" name="ph687"/>
            <p:cNvSpPr/>
            <p:nvPr/>
          </p:nvSpPr>
          <p:spPr>
            <a:xfrm>
              <a:off x="3707283" y="11244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88" name="ph688"/>
            <p:cNvSpPr/>
            <p:nvPr/>
          </p:nvSpPr>
          <p:spPr>
            <a:xfrm>
              <a:off x="3951084" y="11244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89" name="ph689"/>
            <p:cNvSpPr/>
            <p:nvPr/>
          </p:nvSpPr>
          <p:spPr>
            <a:xfrm>
              <a:off x="3959791" y="11244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90" name="ph690"/>
            <p:cNvSpPr/>
            <p:nvPr/>
          </p:nvSpPr>
          <p:spPr>
            <a:xfrm>
              <a:off x="3968498" y="11244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91" name="ph691"/>
            <p:cNvSpPr/>
            <p:nvPr/>
          </p:nvSpPr>
          <p:spPr>
            <a:xfrm>
              <a:off x="3977205" y="11244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92" name="ph692"/>
            <p:cNvSpPr/>
            <p:nvPr/>
          </p:nvSpPr>
          <p:spPr>
            <a:xfrm>
              <a:off x="3985912" y="11244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93" name="ph693"/>
            <p:cNvSpPr/>
            <p:nvPr/>
          </p:nvSpPr>
          <p:spPr>
            <a:xfrm>
              <a:off x="3994620" y="11244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94" name="ph694"/>
            <p:cNvSpPr/>
            <p:nvPr/>
          </p:nvSpPr>
          <p:spPr>
            <a:xfrm>
              <a:off x="4003327" y="11244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95" name="ph695"/>
            <p:cNvSpPr/>
            <p:nvPr/>
          </p:nvSpPr>
          <p:spPr>
            <a:xfrm>
              <a:off x="4012034" y="11244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96" name="ph696"/>
            <p:cNvSpPr/>
            <p:nvPr/>
          </p:nvSpPr>
          <p:spPr>
            <a:xfrm>
              <a:off x="4020741" y="11244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97" name="ph697"/>
            <p:cNvSpPr/>
            <p:nvPr/>
          </p:nvSpPr>
          <p:spPr>
            <a:xfrm>
              <a:off x="4029448" y="11244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98" name="ph698"/>
            <p:cNvSpPr/>
            <p:nvPr/>
          </p:nvSpPr>
          <p:spPr>
            <a:xfrm>
              <a:off x="4038155" y="11244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699" name="ph699"/>
            <p:cNvSpPr/>
            <p:nvPr/>
          </p:nvSpPr>
          <p:spPr>
            <a:xfrm>
              <a:off x="4046863" y="11244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00" name="ph700"/>
            <p:cNvSpPr/>
            <p:nvPr/>
          </p:nvSpPr>
          <p:spPr>
            <a:xfrm>
              <a:off x="4055570" y="11244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01" name="ph701"/>
            <p:cNvSpPr/>
            <p:nvPr/>
          </p:nvSpPr>
          <p:spPr>
            <a:xfrm>
              <a:off x="4064277" y="11244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02" name="ph702"/>
            <p:cNvSpPr/>
            <p:nvPr/>
          </p:nvSpPr>
          <p:spPr>
            <a:xfrm>
              <a:off x="4072984" y="112440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03" name="ph703"/>
            <p:cNvSpPr/>
            <p:nvPr/>
          </p:nvSpPr>
          <p:spPr>
            <a:xfrm>
              <a:off x="3611504" y="113510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04" name="ph704"/>
            <p:cNvSpPr/>
            <p:nvPr/>
          </p:nvSpPr>
          <p:spPr>
            <a:xfrm>
              <a:off x="3620211" y="113510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05" name="ph705"/>
            <p:cNvSpPr/>
            <p:nvPr/>
          </p:nvSpPr>
          <p:spPr>
            <a:xfrm>
              <a:off x="3628918" y="113510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06" name="ph706"/>
            <p:cNvSpPr/>
            <p:nvPr/>
          </p:nvSpPr>
          <p:spPr>
            <a:xfrm>
              <a:off x="3637625" y="113510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07" name="ph707"/>
            <p:cNvSpPr/>
            <p:nvPr/>
          </p:nvSpPr>
          <p:spPr>
            <a:xfrm>
              <a:off x="3646332" y="113510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08" name="ph708"/>
            <p:cNvSpPr/>
            <p:nvPr/>
          </p:nvSpPr>
          <p:spPr>
            <a:xfrm>
              <a:off x="3655040" y="113510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09" name="ph709"/>
            <p:cNvSpPr/>
            <p:nvPr/>
          </p:nvSpPr>
          <p:spPr>
            <a:xfrm>
              <a:off x="3663747" y="113510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10" name="ph710"/>
            <p:cNvSpPr/>
            <p:nvPr/>
          </p:nvSpPr>
          <p:spPr>
            <a:xfrm>
              <a:off x="3672454" y="113510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11" name="ph711"/>
            <p:cNvSpPr/>
            <p:nvPr/>
          </p:nvSpPr>
          <p:spPr>
            <a:xfrm>
              <a:off x="3681161" y="113510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4F89">
                <a:alpha val="100000"/>
              </a:srgbClr>
            </a:solidFill>
            <a:ln w="5420" cap="flat">
              <a:solidFill>
                <a:srgbClr val="3B4F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12" name="ph712"/>
            <p:cNvSpPr/>
            <p:nvPr/>
          </p:nvSpPr>
          <p:spPr>
            <a:xfrm>
              <a:off x="3959791" y="113510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13" name="ph713"/>
            <p:cNvSpPr/>
            <p:nvPr/>
          </p:nvSpPr>
          <p:spPr>
            <a:xfrm>
              <a:off x="3968498" y="113510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14" name="ph714"/>
            <p:cNvSpPr/>
            <p:nvPr/>
          </p:nvSpPr>
          <p:spPr>
            <a:xfrm>
              <a:off x="3977205" y="113510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15" name="ph715"/>
            <p:cNvSpPr/>
            <p:nvPr/>
          </p:nvSpPr>
          <p:spPr>
            <a:xfrm>
              <a:off x="3985912" y="113510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16" name="ph716"/>
            <p:cNvSpPr/>
            <p:nvPr/>
          </p:nvSpPr>
          <p:spPr>
            <a:xfrm>
              <a:off x="3994620" y="113510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17" name="ph717"/>
            <p:cNvSpPr/>
            <p:nvPr/>
          </p:nvSpPr>
          <p:spPr>
            <a:xfrm>
              <a:off x="4003327" y="113510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18" name="ph718"/>
            <p:cNvSpPr/>
            <p:nvPr/>
          </p:nvSpPr>
          <p:spPr>
            <a:xfrm>
              <a:off x="4012034" y="113510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19" name="ph719"/>
            <p:cNvSpPr/>
            <p:nvPr/>
          </p:nvSpPr>
          <p:spPr>
            <a:xfrm>
              <a:off x="4020741" y="113510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20" name="ph720"/>
            <p:cNvSpPr/>
            <p:nvPr/>
          </p:nvSpPr>
          <p:spPr>
            <a:xfrm>
              <a:off x="4029448" y="113510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21" name="ph721"/>
            <p:cNvSpPr/>
            <p:nvPr/>
          </p:nvSpPr>
          <p:spPr>
            <a:xfrm>
              <a:off x="4038155" y="113510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22" name="ph722"/>
            <p:cNvSpPr/>
            <p:nvPr/>
          </p:nvSpPr>
          <p:spPr>
            <a:xfrm>
              <a:off x="4046863" y="113510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23" name="ph723"/>
            <p:cNvSpPr/>
            <p:nvPr/>
          </p:nvSpPr>
          <p:spPr>
            <a:xfrm>
              <a:off x="4055570" y="113510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24" name="ph724"/>
            <p:cNvSpPr/>
            <p:nvPr/>
          </p:nvSpPr>
          <p:spPr>
            <a:xfrm>
              <a:off x="4064277" y="113510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25" name="ph725"/>
            <p:cNvSpPr/>
            <p:nvPr/>
          </p:nvSpPr>
          <p:spPr>
            <a:xfrm>
              <a:off x="3602796" y="114580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26" name="ph726"/>
            <p:cNvSpPr/>
            <p:nvPr/>
          </p:nvSpPr>
          <p:spPr>
            <a:xfrm>
              <a:off x="3611504" y="114580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27" name="ph727"/>
            <p:cNvSpPr/>
            <p:nvPr/>
          </p:nvSpPr>
          <p:spPr>
            <a:xfrm>
              <a:off x="3620211" y="114580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28" name="ph728"/>
            <p:cNvSpPr/>
            <p:nvPr/>
          </p:nvSpPr>
          <p:spPr>
            <a:xfrm>
              <a:off x="3628918" y="114580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29" name="ph729"/>
            <p:cNvSpPr/>
            <p:nvPr/>
          </p:nvSpPr>
          <p:spPr>
            <a:xfrm>
              <a:off x="3637625" y="114580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30" name="ph730"/>
            <p:cNvSpPr/>
            <p:nvPr/>
          </p:nvSpPr>
          <p:spPr>
            <a:xfrm>
              <a:off x="3646332" y="114580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31" name="ph731"/>
            <p:cNvSpPr/>
            <p:nvPr/>
          </p:nvSpPr>
          <p:spPr>
            <a:xfrm>
              <a:off x="3655040" y="114580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32" name="ph732"/>
            <p:cNvSpPr/>
            <p:nvPr/>
          </p:nvSpPr>
          <p:spPr>
            <a:xfrm>
              <a:off x="3968498" y="114580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33" name="ph733"/>
            <p:cNvSpPr/>
            <p:nvPr/>
          </p:nvSpPr>
          <p:spPr>
            <a:xfrm>
              <a:off x="3977205" y="114580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34" name="ph734"/>
            <p:cNvSpPr/>
            <p:nvPr/>
          </p:nvSpPr>
          <p:spPr>
            <a:xfrm>
              <a:off x="3985912" y="114580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35" name="ph735"/>
            <p:cNvSpPr/>
            <p:nvPr/>
          </p:nvSpPr>
          <p:spPr>
            <a:xfrm>
              <a:off x="3994620" y="114580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36" name="ph736"/>
            <p:cNvSpPr/>
            <p:nvPr/>
          </p:nvSpPr>
          <p:spPr>
            <a:xfrm>
              <a:off x="4003327" y="114580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37" name="ph737"/>
            <p:cNvSpPr/>
            <p:nvPr/>
          </p:nvSpPr>
          <p:spPr>
            <a:xfrm>
              <a:off x="4012034" y="114580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38" name="ph738"/>
            <p:cNvSpPr/>
            <p:nvPr/>
          </p:nvSpPr>
          <p:spPr>
            <a:xfrm>
              <a:off x="4020741" y="114580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39" name="ph739"/>
            <p:cNvSpPr/>
            <p:nvPr/>
          </p:nvSpPr>
          <p:spPr>
            <a:xfrm>
              <a:off x="4029448" y="114580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40" name="ph740"/>
            <p:cNvSpPr/>
            <p:nvPr/>
          </p:nvSpPr>
          <p:spPr>
            <a:xfrm>
              <a:off x="4038155" y="114580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41" name="ph741"/>
            <p:cNvSpPr/>
            <p:nvPr/>
          </p:nvSpPr>
          <p:spPr>
            <a:xfrm>
              <a:off x="4046863" y="114580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42" name="ph742"/>
            <p:cNvSpPr/>
            <p:nvPr/>
          </p:nvSpPr>
          <p:spPr>
            <a:xfrm>
              <a:off x="4055570" y="114580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43" name="ph743"/>
            <p:cNvSpPr/>
            <p:nvPr/>
          </p:nvSpPr>
          <p:spPr>
            <a:xfrm>
              <a:off x="3602796" y="115650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44" name="ph744"/>
            <p:cNvSpPr/>
            <p:nvPr/>
          </p:nvSpPr>
          <p:spPr>
            <a:xfrm>
              <a:off x="3611504" y="115650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45" name="ph745"/>
            <p:cNvSpPr/>
            <p:nvPr/>
          </p:nvSpPr>
          <p:spPr>
            <a:xfrm>
              <a:off x="3620211" y="115650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46" name="ph746"/>
            <p:cNvSpPr/>
            <p:nvPr/>
          </p:nvSpPr>
          <p:spPr>
            <a:xfrm>
              <a:off x="3628918" y="115650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47" name="ph747"/>
            <p:cNvSpPr/>
            <p:nvPr/>
          </p:nvSpPr>
          <p:spPr>
            <a:xfrm>
              <a:off x="3637625" y="115650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48" name="ph748"/>
            <p:cNvSpPr/>
            <p:nvPr/>
          </p:nvSpPr>
          <p:spPr>
            <a:xfrm>
              <a:off x="3646332" y="115650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49" name="ph749"/>
            <p:cNvSpPr/>
            <p:nvPr/>
          </p:nvSpPr>
          <p:spPr>
            <a:xfrm>
              <a:off x="3985912" y="115650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50" name="ph750"/>
            <p:cNvSpPr/>
            <p:nvPr/>
          </p:nvSpPr>
          <p:spPr>
            <a:xfrm>
              <a:off x="3994620" y="115650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51" name="ph751"/>
            <p:cNvSpPr/>
            <p:nvPr/>
          </p:nvSpPr>
          <p:spPr>
            <a:xfrm>
              <a:off x="4003327" y="115650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52" name="ph752"/>
            <p:cNvSpPr/>
            <p:nvPr/>
          </p:nvSpPr>
          <p:spPr>
            <a:xfrm>
              <a:off x="4012034" y="115650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53" name="ph753"/>
            <p:cNvSpPr/>
            <p:nvPr/>
          </p:nvSpPr>
          <p:spPr>
            <a:xfrm>
              <a:off x="4020741" y="115650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54" name="ph754"/>
            <p:cNvSpPr/>
            <p:nvPr/>
          </p:nvSpPr>
          <p:spPr>
            <a:xfrm>
              <a:off x="4029448" y="115650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55" name="ph755"/>
            <p:cNvSpPr/>
            <p:nvPr/>
          </p:nvSpPr>
          <p:spPr>
            <a:xfrm>
              <a:off x="4038155" y="115650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56" name="ph756"/>
            <p:cNvSpPr/>
            <p:nvPr/>
          </p:nvSpPr>
          <p:spPr>
            <a:xfrm>
              <a:off x="3594089" y="116720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57" name="ph757"/>
            <p:cNvSpPr/>
            <p:nvPr/>
          </p:nvSpPr>
          <p:spPr>
            <a:xfrm>
              <a:off x="3602796" y="116720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58" name="ph758"/>
            <p:cNvSpPr/>
            <p:nvPr/>
          </p:nvSpPr>
          <p:spPr>
            <a:xfrm>
              <a:off x="3611504" y="116720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59" name="ph759"/>
            <p:cNvSpPr/>
            <p:nvPr/>
          </p:nvSpPr>
          <p:spPr>
            <a:xfrm>
              <a:off x="3620211" y="116720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60" name="ph760"/>
            <p:cNvSpPr/>
            <p:nvPr/>
          </p:nvSpPr>
          <p:spPr>
            <a:xfrm>
              <a:off x="3628918" y="116720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61" name="ph761"/>
            <p:cNvSpPr/>
            <p:nvPr/>
          </p:nvSpPr>
          <p:spPr>
            <a:xfrm>
              <a:off x="3637625" y="116720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62" name="ph762"/>
            <p:cNvSpPr/>
            <p:nvPr/>
          </p:nvSpPr>
          <p:spPr>
            <a:xfrm>
              <a:off x="4003327" y="116720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63" name="ph763"/>
            <p:cNvSpPr/>
            <p:nvPr/>
          </p:nvSpPr>
          <p:spPr>
            <a:xfrm>
              <a:off x="4012034" y="116720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64" name="ph764"/>
            <p:cNvSpPr/>
            <p:nvPr/>
          </p:nvSpPr>
          <p:spPr>
            <a:xfrm>
              <a:off x="4020741" y="116720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65" name="ph765"/>
            <p:cNvSpPr/>
            <p:nvPr/>
          </p:nvSpPr>
          <p:spPr>
            <a:xfrm>
              <a:off x="3585382" y="117790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66" name="ph766"/>
            <p:cNvSpPr/>
            <p:nvPr/>
          </p:nvSpPr>
          <p:spPr>
            <a:xfrm>
              <a:off x="3594089" y="117790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67" name="ph767"/>
            <p:cNvSpPr/>
            <p:nvPr/>
          </p:nvSpPr>
          <p:spPr>
            <a:xfrm>
              <a:off x="3602796" y="117790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68" name="ph768"/>
            <p:cNvSpPr/>
            <p:nvPr/>
          </p:nvSpPr>
          <p:spPr>
            <a:xfrm>
              <a:off x="3611504" y="117790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69" name="ph769"/>
            <p:cNvSpPr/>
            <p:nvPr/>
          </p:nvSpPr>
          <p:spPr>
            <a:xfrm>
              <a:off x="3620211" y="117790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693">
                <a:alpha val="100000"/>
              </a:srgbClr>
            </a:solidFill>
            <a:ln w="5420" cap="flat">
              <a:solidFill>
                <a:srgbClr val="3A56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70" name="ph770"/>
            <p:cNvSpPr/>
            <p:nvPr/>
          </p:nvSpPr>
          <p:spPr>
            <a:xfrm>
              <a:off x="3628918" y="117790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71" name="ph771"/>
            <p:cNvSpPr/>
            <p:nvPr/>
          </p:nvSpPr>
          <p:spPr>
            <a:xfrm>
              <a:off x="3585382" y="118860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72" name="ph772"/>
            <p:cNvSpPr/>
            <p:nvPr/>
          </p:nvSpPr>
          <p:spPr>
            <a:xfrm>
              <a:off x="3594089" y="118860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73" name="ph773"/>
            <p:cNvSpPr/>
            <p:nvPr/>
          </p:nvSpPr>
          <p:spPr>
            <a:xfrm>
              <a:off x="3602796" y="118860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74" name="ph774"/>
            <p:cNvSpPr/>
            <p:nvPr/>
          </p:nvSpPr>
          <p:spPr>
            <a:xfrm>
              <a:off x="3611504" y="118860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75" name="ph775"/>
            <p:cNvSpPr/>
            <p:nvPr/>
          </p:nvSpPr>
          <p:spPr>
            <a:xfrm>
              <a:off x="3620211" y="118860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76" name="ph776"/>
            <p:cNvSpPr/>
            <p:nvPr/>
          </p:nvSpPr>
          <p:spPr>
            <a:xfrm>
              <a:off x="3576675" y="119930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77" name="ph777"/>
            <p:cNvSpPr/>
            <p:nvPr/>
          </p:nvSpPr>
          <p:spPr>
            <a:xfrm>
              <a:off x="3585382" y="119930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78" name="ph778"/>
            <p:cNvSpPr/>
            <p:nvPr/>
          </p:nvSpPr>
          <p:spPr>
            <a:xfrm>
              <a:off x="3594089" y="119930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79" name="ph779"/>
            <p:cNvSpPr/>
            <p:nvPr/>
          </p:nvSpPr>
          <p:spPr>
            <a:xfrm>
              <a:off x="3602796" y="119930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80" name="ph780"/>
            <p:cNvSpPr/>
            <p:nvPr/>
          </p:nvSpPr>
          <p:spPr>
            <a:xfrm>
              <a:off x="3611504" y="119930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81" name="ph781"/>
            <p:cNvSpPr/>
            <p:nvPr/>
          </p:nvSpPr>
          <p:spPr>
            <a:xfrm>
              <a:off x="3620211" y="119930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82" name="ph782"/>
            <p:cNvSpPr/>
            <p:nvPr/>
          </p:nvSpPr>
          <p:spPr>
            <a:xfrm>
              <a:off x="3576675" y="121000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83" name="ph783"/>
            <p:cNvSpPr/>
            <p:nvPr/>
          </p:nvSpPr>
          <p:spPr>
            <a:xfrm>
              <a:off x="3585382" y="121000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84" name="ph784"/>
            <p:cNvSpPr/>
            <p:nvPr/>
          </p:nvSpPr>
          <p:spPr>
            <a:xfrm>
              <a:off x="3594089" y="121000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85" name="ph785"/>
            <p:cNvSpPr/>
            <p:nvPr/>
          </p:nvSpPr>
          <p:spPr>
            <a:xfrm>
              <a:off x="3602796" y="121000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86" name="ph786"/>
            <p:cNvSpPr/>
            <p:nvPr/>
          </p:nvSpPr>
          <p:spPr>
            <a:xfrm>
              <a:off x="3611504" y="121000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87" name="ph787"/>
            <p:cNvSpPr/>
            <p:nvPr/>
          </p:nvSpPr>
          <p:spPr>
            <a:xfrm>
              <a:off x="3620211" y="121000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88" name="ph788"/>
            <p:cNvSpPr/>
            <p:nvPr/>
          </p:nvSpPr>
          <p:spPr>
            <a:xfrm>
              <a:off x="3576675" y="122070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89" name="ph789"/>
            <p:cNvSpPr/>
            <p:nvPr/>
          </p:nvSpPr>
          <p:spPr>
            <a:xfrm>
              <a:off x="3585382" y="122070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90" name="ph790"/>
            <p:cNvSpPr/>
            <p:nvPr/>
          </p:nvSpPr>
          <p:spPr>
            <a:xfrm>
              <a:off x="3594089" y="122070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91" name="ph791"/>
            <p:cNvSpPr/>
            <p:nvPr/>
          </p:nvSpPr>
          <p:spPr>
            <a:xfrm>
              <a:off x="3602796" y="122070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92" name="ph792"/>
            <p:cNvSpPr/>
            <p:nvPr/>
          </p:nvSpPr>
          <p:spPr>
            <a:xfrm>
              <a:off x="3611504" y="122070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93" name="ph793"/>
            <p:cNvSpPr/>
            <p:nvPr/>
          </p:nvSpPr>
          <p:spPr>
            <a:xfrm>
              <a:off x="3620211" y="122070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94" name="ph794"/>
            <p:cNvSpPr/>
            <p:nvPr/>
          </p:nvSpPr>
          <p:spPr>
            <a:xfrm>
              <a:off x="3576675" y="123140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95" name="ph795"/>
            <p:cNvSpPr/>
            <p:nvPr/>
          </p:nvSpPr>
          <p:spPr>
            <a:xfrm>
              <a:off x="3585382" y="123140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96" name="ph796"/>
            <p:cNvSpPr/>
            <p:nvPr/>
          </p:nvSpPr>
          <p:spPr>
            <a:xfrm>
              <a:off x="3594089" y="123140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97" name="ph797"/>
            <p:cNvSpPr/>
            <p:nvPr/>
          </p:nvSpPr>
          <p:spPr>
            <a:xfrm>
              <a:off x="3602796" y="123140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98" name="ph798"/>
            <p:cNvSpPr/>
            <p:nvPr/>
          </p:nvSpPr>
          <p:spPr>
            <a:xfrm>
              <a:off x="3611504" y="123140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799" name="ph799"/>
            <p:cNvSpPr/>
            <p:nvPr/>
          </p:nvSpPr>
          <p:spPr>
            <a:xfrm>
              <a:off x="3620211" y="123140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00" name="ph800"/>
            <p:cNvSpPr/>
            <p:nvPr/>
          </p:nvSpPr>
          <p:spPr>
            <a:xfrm>
              <a:off x="3628918" y="123140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01" name="ph801"/>
            <p:cNvSpPr/>
            <p:nvPr/>
          </p:nvSpPr>
          <p:spPr>
            <a:xfrm>
              <a:off x="3567968" y="124210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02" name="ph802"/>
            <p:cNvSpPr/>
            <p:nvPr/>
          </p:nvSpPr>
          <p:spPr>
            <a:xfrm>
              <a:off x="3576675" y="124210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03" name="ph803"/>
            <p:cNvSpPr/>
            <p:nvPr/>
          </p:nvSpPr>
          <p:spPr>
            <a:xfrm>
              <a:off x="3585382" y="124210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04" name="ph804"/>
            <p:cNvSpPr/>
            <p:nvPr/>
          </p:nvSpPr>
          <p:spPr>
            <a:xfrm>
              <a:off x="3594089" y="124210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05" name="ph805"/>
            <p:cNvSpPr/>
            <p:nvPr/>
          </p:nvSpPr>
          <p:spPr>
            <a:xfrm>
              <a:off x="3602796" y="124210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06" name="ph806"/>
            <p:cNvSpPr/>
            <p:nvPr/>
          </p:nvSpPr>
          <p:spPr>
            <a:xfrm>
              <a:off x="3611504" y="124210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07" name="ph807"/>
            <p:cNvSpPr/>
            <p:nvPr/>
          </p:nvSpPr>
          <p:spPr>
            <a:xfrm>
              <a:off x="3620211" y="124210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08" name="ph808"/>
            <p:cNvSpPr/>
            <p:nvPr/>
          </p:nvSpPr>
          <p:spPr>
            <a:xfrm>
              <a:off x="3559261" y="125280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09" name="ph809"/>
            <p:cNvSpPr/>
            <p:nvPr/>
          </p:nvSpPr>
          <p:spPr>
            <a:xfrm>
              <a:off x="3567968" y="125280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10" name="ph810"/>
            <p:cNvSpPr/>
            <p:nvPr/>
          </p:nvSpPr>
          <p:spPr>
            <a:xfrm>
              <a:off x="3576675" y="125280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11" name="ph811"/>
            <p:cNvSpPr/>
            <p:nvPr/>
          </p:nvSpPr>
          <p:spPr>
            <a:xfrm>
              <a:off x="3585382" y="125280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12" name="ph812"/>
            <p:cNvSpPr/>
            <p:nvPr/>
          </p:nvSpPr>
          <p:spPr>
            <a:xfrm>
              <a:off x="3594089" y="125280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13" name="ph813"/>
            <p:cNvSpPr/>
            <p:nvPr/>
          </p:nvSpPr>
          <p:spPr>
            <a:xfrm>
              <a:off x="3602796" y="125280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14" name="ph814"/>
            <p:cNvSpPr/>
            <p:nvPr/>
          </p:nvSpPr>
          <p:spPr>
            <a:xfrm>
              <a:off x="3611504" y="125280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15" name="ph815"/>
            <p:cNvSpPr/>
            <p:nvPr/>
          </p:nvSpPr>
          <p:spPr>
            <a:xfrm>
              <a:off x="3559261" y="126350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16" name="ph816"/>
            <p:cNvSpPr/>
            <p:nvPr/>
          </p:nvSpPr>
          <p:spPr>
            <a:xfrm>
              <a:off x="3567968" y="126350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17" name="ph817"/>
            <p:cNvSpPr/>
            <p:nvPr/>
          </p:nvSpPr>
          <p:spPr>
            <a:xfrm>
              <a:off x="3576675" y="126350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18" name="ph818"/>
            <p:cNvSpPr/>
            <p:nvPr/>
          </p:nvSpPr>
          <p:spPr>
            <a:xfrm>
              <a:off x="3585382" y="126350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19" name="ph819"/>
            <p:cNvSpPr/>
            <p:nvPr/>
          </p:nvSpPr>
          <p:spPr>
            <a:xfrm>
              <a:off x="3594089" y="126350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20" name="ph820"/>
            <p:cNvSpPr/>
            <p:nvPr/>
          </p:nvSpPr>
          <p:spPr>
            <a:xfrm>
              <a:off x="3602796" y="126350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21" name="ph821"/>
            <p:cNvSpPr/>
            <p:nvPr/>
          </p:nvSpPr>
          <p:spPr>
            <a:xfrm>
              <a:off x="3611504" y="126350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22" name="ph822"/>
            <p:cNvSpPr/>
            <p:nvPr/>
          </p:nvSpPr>
          <p:spPr>
            <a:xfrm>
              <a:off x="3628918" y="126350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23" name="ph823"/>
            <p:cNvSpPr/>
            <p:nvPr/>
          </p:nvSpPr>
          <p:spPr>
            <a:xfrm>
              <a:off x="3637625" y="126350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24" name="ph824"/>
            <p:cNvSpPr/>
            <p:nvPr/>
          </p:nvSpPr>
          <p:spPr>
            <a:xfrm>
              <a:off x="3646332" y="126350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25" name="ph825"/>
            <p:cNvSpPr/>
            <p:nvPr/>
          </p:nvSpPr>
          <p:spPr>
            <a:xfrm>
              <a:off x="3655040" y="126350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26" name="ph826"/>
            <p:cNvSpPr/>
            <p:nvPr/>
          </p:nvSpPr>
          <p:spPr>
            <a:xfrm>
              <a:off x="3559261" y="127420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27" name="ph827"/>
            <p:cNvSpPr/>
            <p:nvPr/>
          </p:nvSpPr>
          <p:spPr>
            <a:xfrm>
              <a:off x="3567968" y="127420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28" name="ph828"/>
            <p:cNvSpPr/>
            <p:nvPr/>
          </p:nvSpPr>
          <p:spPr>
            <a:xfrm>
              <a:off x="3576675" y="127420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29" name="ph829"/>
            <p:cNvSpPr/>
            <p:nvPr/>
          </p:nvSpPr>
          <p:spPr>
            <a:xfrm>
              <a:off x="3585382" y="127420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30" name="ph830"/>
            <p:cNvSpPr/>
            <p:nvPr/>
          </p:nvSpPr>
          <p:spPr>
            <a:xfrm>
              <a:off x="3594089" y="127420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31" name="ph831"/>
            <p:cNvSpPr/>
            <p:nvPr/>
          </p:nvSpPr>
          <p:spPr>
            <a:xfrm>
              <a:off x="3602796" y="127420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32" name="ph832"/>
            <p:cNvSpPr/>
            <p:nvPr/>
          </p:nvSpPr>
          <p:spPr>
            <a:xfrm>
              <a:off x="3611504" y="127420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33" name="ph833"/>
            <p:cNvSpPr/>
            <p:nvPr/>
          </p:nvSpPr>
          <p:spPr>
            <a:xfrm>
              <a:off x="3620211" y="127420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34" name="ph834"/>
            <p:cNvSpPr/>
            <p:nvPr/>
          </p:nvSpPr>
          <p:spPr>
            <a:xfrm>
              <a:off x="3628918" y="127420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35" name="ph835"/>
            <p:cNvSpPr/>
            <p:nvPr/>
          </p:nvSpPr>
          <p:spPr>
            <a:xfrm>
              <a:off x="3637625" y="127420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36" name="ph836"/>
            <p:cNvSpPr/>
            <p:nvPr/>
          </p:nvSpPr>
          <p:spPr>
            <a:xfrm>
              <a:off x="3646332" y="127420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37" name="ph837"/>
            <p:cNvSpPr/>
            <p:nvPr/>
          </p:nvSpPr>
          <p:spPr>
            <a:xfrm>
              <a:off x="3655040" y="127420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38" name="ph838"/>
            <p:cNvSpPr/>
            <p:nvPr/>
          </p:nvSpPr>
          <p:spPr>
            <a:xfrm>
              <a:off x="3663747" y="127420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39" name="ph839"/>
            <p:cNvSpPr/>
            <p:nvPr/>
          </p:nvSpPr>
          <p:spPr>
            <a:xfrm>
              <a:off x="3576675" y="128490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40" name="ph840"/>
            <p:cNvSpPr/>
            <p:nvPr/>
          </p:nvSpPr>
          <p:spPr>
            <a:xfrm>
              <a:off x="3585382" y="128490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41" name="ph841"/>
            <p:cNvSpPr/>
            <p:nvPr/>
          </p:nvSpPr>
          <p:spPr>
            <a:xfrm>
              <a:off x="3594089" y="128490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42" name="ph842"/>
            <p:cNvSpPr/>
            <p:nvPr/>
          </p:nvSpPr>
          <p:spPr>
            <a:xfrm>
              <a:off x="3602796" y="128490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43" name="ph843"/>
            <p:cNvSpPr/>
            <p:nvPr/>
          </p:nvSpPr>
          <p:spPr>
            <a:xfrm>
              <a:off x="3611504" y="128490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44" name="ph844"/>
            <p:cNvSpPr/>
            <p:nvPr/>
          </p:nvSpPr>
          <p:spPr>
            <a:xfrm>
              <a:off x="3620211" y="128490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45" name="ph845"/>
            <p:cNvSpPr/>
            <p:nvPr/>
          </p:nvSpPr>
          <p:spPr>
            <a:xfrm>
              <a:off x="3628918" y="128490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46" name="ph846"/>
            <p:cNvSpPr/>
            <p:nvPr/>
          </p:nvSpPr>
          <p:spPr>
            <a:xfrm>
              <a:off x="3637625" y="128490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47" name="ph847"/>
            <p:cNvSpPr/>
            <p:nvPr/>
          </p:nvSpPr>
          <p:spPr>
            <a:xfrm>
              <a:off x="3646332" y="128490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48" name="ph848"/>
            <p:cNvSpPr/>
            <p:nvPr/>
          </p:nvSpPr>
          <p:spPr>
            <a:xfrm>
              <a:off x="3655040" y="128490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49" name="ph849"/>
            <p:cNvSpPr/>
            <p:nvPr/>
          </p:nvSpPr>
          <p:spPr>
            <a:xfrm>
              <a:off x="3663747" y="128490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50" name="ph850"/>
            <p:cNvSpPr/>
            <p:nvPr/>
          </p:nvSpPr>
          <p:spPr>
            <a:xfrm>
              <a:off x="3672454" y="128490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51" name="ph851"/>
            <p:cNvSpPr/>
            <p:nvPr/>
          </p:nvSpPr>
          <p:spPr>
            <a:xfrm>
              <a:off x="3541846" y="12956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52" name="ph852"/>
            <p:cNvSpPr/>
            <p:nvPr/>
          </p:nvSpPr>
          <p:spPr>
            <a:xfrm>
              <a:off x="3550553" y="12956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53" name="ph853"/>
            <p:cNvSpPr/>
            <p:nvPr/>
          </p:nvSpPr>
          <p:spPr>
            <a:xfrm>
              <a:off x="3559261" y="12956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54" name="ph854"/>
            <p:cNvSpPr/>
            <p:nvPr/>
          </p:nvSpPr>
          <p:spPr>
            <a:xfrm>
              <a:off x="3567968" y="12956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55" name="ph855"/>
            <p:cNvSpPr/>
            <p:nvPr/>
          </p:nvSpPr>
          <p:spPr>
            <a:xfrm>
              <a:off x="3594089" y="12956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56" name="ph856"/>
            <p:cNvSpPr/>
            <p:nvPr/>
          </p:nvSpPr>
          <p:spPr>
            <a:xfrm>
              <a:off x="3602796" y="12956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57" name="ph857"/>
            <p:cNvSpPr/>
            <p:nvPr/>
          </p:nvSpPr>
          <p:spPr>
            <a:xfrm>
              <a:off x="3611504" y="12956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58" name="ph858"/>
            <p:cNvSpPr/>
            <p:nvPr/>
          </p:nvSpPr>
          <p:spPr>
            <a:xfrm>
              <a:off x="3620211" y="12956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59" name="ph859"/>
            <p:cNvSpPr/>
            <p:nvPr/>
          </p:nvSpPr>
          <p:spPr>
            <a:xfrm>
              <a:off x="3628918" y="12956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60" name="ph860"/>
            <p:cNvSpPr/>
            <p:nvPr/>
          </p:nvSpPr>
          <p:spPr>
            <a:xfrm>
              <a:off x="3637625" y="12956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61" name="ph861"/>
            <p:cNvSpPr/>
            <p:nvPr/>
          </p:nvSpPr>
          <p:spPr>
            <a:xfrm>
              <a:off x="3646332" y="12956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62" name="ph862"/>
            <p:cNvSpPr/>
            <p:nvPr/>
          </p:nvSpPr>
          <p:spPr>
            <a:xfrm>
              <a:off x="3655040" y="12956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63" name="ph863"/>
            <p:cNvSpPr/>
            <p:nvPr/>
          </p:nvSpPr>
          <p:spPr>
            <a:xfrm>
              <a:off x="3663747" y="12956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64" name="ph864"/>
            <p:cNvSpPr/>
            <p:nvPr/>
          </p:nvSpPr>
          <p:spPr>
            <a:xfrm>
              <a:off x="3672454" y="12956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65" name="ph865"/>
            <p:cNvSpPr/>
            <p:nvPr/>
          </p:nvSpPr>
          <p:spPr>
            <a:xfrm>
              <a:off x="3533139" y="13063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66" name="ph866"/>
            <p:cNvSpPr/>
            <p:nvPr/>
          </p:nvSpPr>
          <p:spPr>
            <a:xfrm>
              <a:off x="3541846" y="13063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67" name="ph867"/>
            <p:cNvSpPr/>
            <p:nvPr/>
          </p:nvSpPr>
          <p:spPr>
            <a:xfrm>
              <a:off x="3550553" y="13063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68" name="ph868"/>
            <p:cNvSpPr/>
            <p:nvPr/>
          </p:nvSpPr>
          <p:spPr>
            <a:xfrm>
              <a:off x="3559261" y="13063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69" name="ph869"/>
            <p:cNvSpPr/>
            <p:nvPr/>
          </p:nvSpPr>
          <p:spPr>
            <a:xfrm>
              <a:off x="3567968" y="13063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70" name="ph870"/>
            <p:cNvSpPr/>
            <p:nvPr/>
          </p:nvSpPr>
          <p:spPr>
            <a:xfrm>
              <a:off x="3576675" y="13063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71" name="ph871"/>
            <p:cNvSpPr/>
            <p:nvPr/>
          </p:nvSpPr>
          <p:spPr>
            <a:xfrm>
              <a:off x="3585382" y="13063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72" name="ph872"/>
            <p:cNvSpPr/>
            <p:nvPr/>
          </p:nvSpPr>
          <p:spPr>
            <a:xfrm>
              <a:off x="3594089" y="13063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73" name="ph873"/>
            <p:cNvSpPr/>
            <p:nvPr/>
          </p:nvSpPr>
          <p:spPr>
            <a:xfrm>
              <a:off x="3602796" y="13063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74" name="ph874"/>
            <p:cNvSpPr/>
            <p:nvPr/>
          </p:nvSpPr>
          <p:spPr>
            <a:xfrm>
              <a:off x="3611504" y="13063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75" name="ph875"/>
            <p:cNvSpPr/>
            <p:nvPr/>
          </p:nvSpPr>
          <p:spPr>
            <a:xfrm>
              <a:off x="3620211" y="13063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76" name="ph876"/>
            <p:cNvSpPr/>
            <p:nvPr/>
          </p:nvSpPr>
          <p:spPr>
            <a:xfrm>
              <a:off x="3628918" y="13063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77" name="ph877"/>
            <p:cNvSpPr/>
            <p:nvPr/>
          </p:nvSpPr>
          <p:spPr>
            <a:xfrm>
              <a:off x="3637625" y="13063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693">
                <a:alpha val="100000"/>
              </a:srgbClr>
            </a:solidFill>
            <a:ln w="5420" cap="flat">
              <a:solidFill>
                <a:srgbClr val="3A56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78" name="ph878"/>
            <p:cNvSpPr/>
            <p:nvPr/>
          </p:nvSpPr>
          <p:spPr>
            <a:xfrm>
              <a:off x="3646332" y="13063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79" name="ph879"/>
            <p:cNvSpPr/>
            <p:nvPr/>
          </p:nvSpPr>
          <p:spPr>
            <a:xfrm>
              <a:off x="3655040" y="13063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80" name="ph880"/>
            <p:cNvSpPr/>
            <p:nvPr/>
          </p:nvSpPr>
          <p:spPr>
            <a:xfrm>
              <a:off x="3663747" y="13063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81" name="ph881"/>
            <p:cNvSpPr/>
            <p:nvPr/>
          </p:nvSpPr>
          <p:spPr>
            <a:xfrm>
              <a:off x="3672454" y="13063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82" name="ph882"/>
            <p:cNvSpPr/>
            <p:nvPr/>
          </p:nvSpPr>
          <p:spPr>
            <a:xfrm>
              <a:off x="3681161" y="13063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83" name="ph883"/>
            <p:cNvSpPr/>
            <p:nvPr/>
          </p:nvSpPr>
          <p:spPr>
            <a:xfrm>
              <a:off x="3533139" y="13170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84" name="ph884"/>
            <p:cNvSpPr/>
            <p:nvPr/>
          </p:nvSpPr>
          <p:spPr>
            <a:xfrm>
              <a:off x="3541846" y="13170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85" name="ph885"/>
            <p:cNvSpPr/>
            <p:nvPr/>
          </p:nvSpPr>
          <p:spPr>
            <a:xfrm>
              <a:off x="3550553" y="13170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86" name="ph886"/>
            <p:cNvSpPr/>
            <p:nvPr/>
          </p:nvSpPr>
          <p:spPr>
            <a:xfrm>
              <a:off x="3559261" y="13170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87" name="ph887"/>
            <p:cNvSpPr/>
            <p:nvPr/>
          </p:nvSpPr>
          <p:spPr>
            <a:xfrm>
              <a:off x="3567968" y="13170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88" name="ph888"/>
            <p:cNvSpPr/>
            <p:nvPr/>
          </p:nvSpPr>
          <p:spPr>
            <a:xfrm>
              <a:off x="3576675" y="13170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89" name="ph889"/>
            <p:cNvSpPr/>
            <p:nvPr/>
          </p:nvSpPr>
          <p:spPr>
            <a:xfrm>
              <a:off x="3585382" y="13170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90" name="ph890"/>
            <p:cNvSpPr/>
            <p:nvPr/>
          </p:nvSpPr>
          <p:spPr>
            <a:xfrm>
              <a:off x="3594089" y="13170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91" name="ph891"/>
            <p:cNvSpPr/>
            <p:nvPr/>
          </p:nvSpPr>
          <p:spPr>
            <a:xfrm>
              <a:off x="3602796" y="13170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92" name="ph892"/>
            <p:cNvSpPr/>
            <p:nvPr/>
          </p:nvSpPr>
          <p:spPr>
            <a:xfrm>
              <a:off x="3611504" y="13170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93" name="ph893"/>
            <p:cNvSpPr/>
            <p:nvPr/>
          </p:nvSpPr>
          <p:spPr>
            <a:xfrm>
              <a:off x="3620211" y="13170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94" name="ph894"/>
            <p:cNvSpPr/>
            <p:nvPr/>
          </p:nvSpPr>
          <p:spPr>
            <a:xfrm>
              <a:off x="3628918" y="13170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95" name="ph895"/>
            <p:cNvSpPr/>
            <p:nvPr/>
          </p:nvSpPr>
          <p:spPr>
            <a:xfrm>
              <a:off x="3637625" y="13170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96" name="ph896"/>
            <p:cNvSpPr/>
            <p:nvPr/>
          </p:nvSpPr>
          <p:spPr>
            <a:xfrm>
              <a:off x="3646332" y="13170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97" name="ph897"/>
            <p:cNvSpPr/>
            <p:nvPr/>
          </p:nvSpPr>
          <p:spPr>
            <a:xfrm>
              <a:off x="3655040" y="13170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98" name="ph898"/>
            <p:cNvSpPr/>
            <p:nvPr/>
          </p:nvSpPr>
          <p:spPr>
            <a:xfrm>
              <a:off x="3663747" y="13170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899" name="ph899"/>
            <p:cNvSpPr/>
            <p:nvPr/>
          </p:nvSpPr>
          <p:spPr>
            <a:xfrm>
              <a:off x="3672454" y="13170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00" name="ph900"/>
            <p:cNvSpPr/>
            <p:nvPr/>
          </p:nvSpPr>
          <p:spPr>
            <a:xfrm>
              <a:off x="3681161" y="13170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01" name="ph901"/>
            <p:cNvSpPr/>
            <p:nvPr/>
          </p:nvSpPr>
          <p:spPr>
            <a:xfrm>
              <a:off x="3533139" y="13277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02" name="ph902"/>
            <p:cNvSpPr/>
            <p:nvPr/>
          </p:nvSpPr>
          <p:spPr>
            <a:xfrm>
              <a:off x="3541846" y="13277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03" name="ph903"/>
            <p:cNvSpPr/>
            <p:nvPr/>
          </p:nvSpPr>
          <p:spPr>
            <a:xfrm>
              <a:off x="3550553" y="13277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04" name="ph904"/>
            <p:cNvSpPr/>
            <p:nvPr/>
          </p:nvSpPr>
          <p:spPr>
            <a:xfrm>
              <a:off x="3559261" y="13277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3C6E">
                <a:alpha val="100000"/>
              </a:srgbClr>
            </a:solidFill>
            <a:ln w="5420" cap="flat">
              <a:solidFill>
                <a:srgbClr val="3B3C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05" name="ph905"/>
            <p:cNvSpPr/>
            <p:nvPr/>
          </p:nvSpPr>
          <p:spPr>
            <a:xfrm>
              <a:off x="3567968" y="13277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06" name="ph906"/>
            <p:cNvSpPr/>
            <p:nvPr/>
          </p:nvSpPr>
          <p:spPr>
            <a:xfrm>
              <a:off x="3576675" y="13277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07" name="ph907"/>
            <p:cNvSpPr/>
            <p:nvPr/>
          </p:nvSpPr>
          <p:spPr>
            <a:xfrm>
              <a:off x="3585382" y="13277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08" name="ph908"/>
            <p:cNvSpPr/>
            <p:nvPr/>
          </p:nvSpPr>
          <p:spPr>
            <a:xfrm>
              <a:off x="3594089" y="13277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09" name="ph909"/>
            <p:cNvSpPr/>
            <p:nvPr/>
          </p:nvSpPr>
          <p:spPr>
            <a:xfrm>
              <a:off x="3602796" y="13277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10" name="ph910"/>
            <p:cNvSpPr/>
            <p:nvPr/>
          </p:nvSpPr>
          <p:spPr>
            <a:xfrm>
              <a:off x="3611504" y="13277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11" name="ph911"/>
            <p:cNvSpPr/>
            <p:nvPr/>
          </p:nvSpPr>
          <p:spPr>
            <a:xfrm>
              <a:off x="3620211" y="13277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12" name="ph912"/>
            <p:cNvSpPr/>
            <p:nvPr/>
          </p:nvSpPr>
          <p:spPr>
            <a:xfrm>
              <a:off x="3628918" y="13277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13" name="ph913"/>
            <p:cNvSpPr/>
            <p:nvPr/>
          </p:nvSpPr>
          <p:spPr>
            <a:xfrm>
              <a:off x="3637625" y="13277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14" name="ph914"/>
            <p:cNvSpPr/>
            <p:nvPr/>
          </p:nvSpPr>
          <p:spPr>
            <a:xfrm>
              <a:off x="3646332" y="13277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15" name="ph915"/>
            <p:cNvSpPr/>
            <p:nvPr/>
          </p:nvSpPr>
          <p:spPr>
            <a:xfrm>
              <a:off x="3655040" y="13277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16" name="ph916"/>
            <p:cNvSpPr/>
            <p:nvPr/>
          </p:nvSpPr>
          <p:spPr>
            <a:xfrm>
              <a:off x="3663747" y="13277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17" name="ph917"/>
            <p:cNvSpPr/>
            <p:nvPr/>
          </p:nvSpPr>
          <p:spPr>
            <a:xfrm>
              <a:off x="3672454" y="13277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18" name="ph918"/>
            <p:cNvSpPr/>
            <p:nvPr/>
          </p:nvSpPr>
          <p:spPr>
            <a:xfrm>
              <a:off x="3681161" y="13277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19" name="ph919"/>
            <p:cNvSpPr/>
            <p:nvPr/>
          </p:nvSpPr>
          <p:spPr>
            <a:xfrm>
              <a:off x="3428653" y="13384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20" name="ph920"/>
            <p:cNvSpPr/>
            <p:nvPr/>
          </p:nvSpPr>
          <p:spPr>
            <a:xfrm>
              <a:off x="3463482" y="13384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21" name="ph921"/>
            <p:cNvSpPr/>
            <p:nvPr/>
          </p:nvSpPr>
          <p:spPr>
            <a:xfrm>
              <a:off x="3472189" y="13384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22" name="ph922"/>
            <p:cNvSpPr/>
            <p:nvPr/>
          </p:nvSpPr>
          <p:spPr>
            <a:xfrm>
              <a:off x="3480896" y="13384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23" name="ph923"/>
            <p:cNvSpPr/>
            <p:nvPr/>
          </p:nvSpPr>
          <p:spPr>
            <a:xfrm>
              <a:off x="3489603" y="13384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24" name="ph924"/>
            <p:cNvSpPr/>
            <p:nvPr/>
          </p:nvSpPr>
          <p:spPr>
            <a:xfrm>
              <a:off x="3498310" y="13384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25" name="ph925"/>
            <p:cNvSpPr/>
            <p:nvPr/>
          </p:nvSpPr>
          <p:spPr>
            <a:xfrm>
              <a:off x="3507018" y="13384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26" name="ph926"/>
            <p:cNvSpPr/>
            <p:nvPr/>
          </p:nvSpPr>
          <p:spPr>
            <a:xfrm>
              <a:off x="3515725" y="13384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27" name="ph927"/>
            <p:cNvSpPr/>
            <p:nvPr/>
          </p:nvSpPr>
          <p:spPr>
            <a:xfrm>
              <a:off x="3524432" y="13384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28" name="ph928"/>
            <p:cNvSpPr/>
            <p:nvPr/>
          </p:nvSpPr>
          <p:spPr>
            <a:xfrm>
              <a:off x="3533139" y="13384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29" name="ph929"/>
            <p:cNvSpPr/>
            <p:nvPr/>
          </p:nvSpPr>
          <p:spPr>
            <a:xfrm>
              <a:off x="3541846" y="13384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30" name="ph930"/>
            <p:cNvSpPr/>
            <p:nvPr/>
          </p:nvSpPr>
          <p:spPr>
            <a:xfrm>
              <a:off x="3550553" y="13384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31" name="ph931"/>
            <p:cNvSpPr/>
            <p:nvPr/>
          </p:nvSpPr>
          <p:spPr>
            <a:xfrm>
              <a:off x="3559261" y="13384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32" name="ph932"/>
            <p:cNvSpPr/>
            <p:nvPr/>
          </p:nvSpPr>
          <p:spPr>
            <a:xfrm>
              <a:off x="3567968" y="13384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33" name="ph933"/>
            <p:cNvSpPr/>
            <p:nvPr/>
          </p:nvSpPr>
          <p:spPr>
            <a:xfrm>
              <a:off x="3576675" y="13384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34" name="ph934"/>
            <p:cNvSpPr/>
            <p:nvPr/>
          </p:nvSpPr>
          <p:spPr>
            <a:xfrm>
              <a:off x="3585382" y="13384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87D">
                <a:alpha val="100000"/>
              </a:srgbClr>
            </a:solidFill>
            <a:ln w="5420" cap="flat">
              <a:solidFill>
                <a:srgbClr val="3C48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35" name="ph935"/>
            <p:cNvSpPr/>
            <p:nvPr/>
          </p:nvSpPr>
          <p:spPr>
            <a:xfrm>
              <a:off x="3594089" y="13384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A82">
                <a:alpha val="100000"/>
              </a:srgbClr>
            </a:solidFill>
            <a:ln w="5420" cap="flat">
              <a:solidFill>
                <a:srgbClr val="3C4A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36" name="ph936"/>
            <p:cNvSpPr/>
            <p:nvPr/>
          </p:nvSpPr>
          <p:spPr>
            <a:xfrm>
              <a:off x="3602796" y="13384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37" name="ph937"/>
            <p:cNvSpPr/>
            <p:nvPr/>
          </p:nvSpPr>
          <p:spPr>
            <a:xfrm>
              <a:off x="3611504" y="13384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4F89">
                <a:alpha val="100000"/>
              </a:srgbClr>
            </a:solidFill>
            <a:ln w="5420" cap="flat">
              <a:solidFill>
                <a:srgbClr val="3B4F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38" name="ph938"/>
            <p:cNvSpPr/>
            <p:nvPr/>
          </p:nvSpPr>
          <p:spPr>
            <a:xfrm>
              <a:off x="3620211" y="13384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39" name="ph939"/>
            <p:cNvSpPr/>
            <p:nvPr/>
          </p:nvSpPr>
          <p:spPr>
            <a:xfrm>
              <a:off x="3628918" y="13384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40" name="ph940"/>
            <p:cNvSpPr/>
            <p:nvPr/>
          </p:nvSpPr>
          <p:spPr>
            <a:xfrm>
              <a:off x="3637625" y="13384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41" name="ph941"/>
            <p:cNvSpPr/>
            <p:nvPr/>
          </p:nvSpPr>
          <p:spPr>
            <a:xfrm>
              <a:off x="3646332" y="13384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42" name="ph942"/>
            <p:cNvSpPr/>
            <p:nvPr/>
          </p:nvSpPr>
          <p:spPr>
            <a:xfrm>
              <a:off x="3655040" y="13384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43" name="ph943"/>
            <p:cNvSpPr/>
            <p:nvPr/>
          </p:nvSpPr>
          <p:spPr>
            <a:xfrm>
              <a:off x="3663747" y="13384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896">
                <a:alpha val="100000"/>
              </a:srgbClr>
            </a:solidFill>
            <a:ln w="5420" cap="flat">
              <a:solidFill>
                <a:srgbClr val="3A58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44" name="ph944"/>
            <p:cNvSpPr/>
            <p:nvPr/>
          </p:nvSpPr>
          <p:spPr>
            <a:xfrm>
              <a:off x="3672454" y="13384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45" name="ph945"/>
            <p:cNvSpPr/>
            <p:nvPr/>
          </p:nvSpPr>
          <p:spPr>
            <a:xfrm>
              <a:off x="3332874" y="13491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46" name="ph946"/>
            <p:cNvSpPr/>
            <p:nvPr/>
          </p:nvSpPr>
          <p:spPr>
            <a:xfrm>
              <a:off x="3341581" y="13491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47" name="ph947"/>
            <p:cNvSpPr/>
            <p:nvPr/>
          </p:nvSpPr>
          <p:spPr>
            <a:xfrm>
              <a:off x="3350288" y="13491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48" name="ph948"/>
            <p:cNvSpPr/>
            <p:nvPr/>
          </p:nvSpPr>
          <p:spPr>
            <a:xfrm>
              <a:off x="3402531" y="13491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49" name="ph949"/>
            <p:cNvSpPr/>
            <p:nvPr/>
          </p:nvSpPr>
          <p:spPr>
            <a:xfrm>
              <a:off x="3411239" y="13491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50" name="ph950"/>
            <p:cNvSpPr/>
            <p:nvPr/>
          </p:nvSpPr>
          <p:spPr>
            <a:xfrm>
              <a:off x="3419946" y="13491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51" name="ph951"/>
            <p:cNvSpPr/>
            <p:nvPr/>
          </p:nvSpPr>
          <p:spPr>
            <a:xfrm>
              <a:off x="3428653" y="13491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52" name="ph952"/>
            <p:cNvSpPr/>
            <p:nvPr/>
          </p:nvSpPr>
          <p:spPr>
            <a:xfrm>
              <a:off x="3437360" y="13491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53" name="ph953"/>
            <p:cNvSpPr/>
            <p:nvPr/>
          </p:nvSpPr>
          <p:spPr>
            <a:xfrm>
              <a:off x="3446067" y="13491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54" name="ph954"/>
            <p:cNvSpPr/>
            <p:nvPr/>
          </p:nvSpPr>
          <p:spPr>
            <a:xfrm>
              <a:off x="3454774" y="13491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55" name="ph955"/>
            <p:cNvSpPr/>
            <p:nvPr/>
          </p:nvSpPr>
          <p:spPr>
            <a:xfrm>
              <a:off x="3463482" y="13491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56" name="ph956"/>
            <p:cNvSpPr/>
            <p:nvPr/>
          </p:nvSpPr>
          <p:spPr>
            <a:xfrm>
              <a:off x="3472189" y="13491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57" name="ph957"/>
            <p:cNvSpPr/>
            <p:nvPr/>
          </p:nvSpPr>
          <p:spPr>
            <a:xfrm>
              <a:off x="3480896" y="13491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58" name="ph958"/>
            <p:cNvSpPr/>
            <p:nvPr/>
          </p:nvSpPr>
          <p:spPr>
            <a:xfrm>
              <a:off x="3489603" y="13491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59" name="ph959"/>
            <p:cNvSpPr/>
            <p:nvPr/>
          </p:nvSpPr>
          <p:spPr>
            <a:xfrm>
              <a:off x="3498310" y="13491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60" name="ph960"/>
            <p:cNvSpPr/>
            <p:nvPr/>
          </p:nvSpPr>
          <p:spPr>
            <a:xfrm>
              <a:off x="3507018" y="13491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87D">
                <a:alpha val="100000"/>
              </a:srgbClr>
            </a:solidFill>
            <a:ln w="5420" cap="flat">
              <a:solidFill>
                <a:srgbClr val="3C48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61" name="ph961"/>
            <p:cNvSpPr/>
            <p:nvPr/>
          </p:nvSpPr>
          <p:spPr>
            <a:xfrm>
              <a:off x="3515725" y="13491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62" name="ph962"/>
            <p:cNvSpPr/>
            <p:nvPr/>
          </p:nvSpPr>
          <p:spPr>
            <a:xfrm>
              <a:off x="3524432" y="13491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63" name="ph963"/>
            <p:cNvSpPr/>
            <p:nvPr/>
          </p:nvSpPr>
          <p:spPr>
            <a:xfrm>
              <a:off x="3533139" y="13491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64" name="ph964"/>
            <p:cNvSpPr/>
            <p:nvPr/>
          </p:nvSpPr>
          <p:spPr>
            <a:xfrm>
              <a:off x="3541846" y="13491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65" name="ph965"/>
            <p:cNvSpPr/>
            <p:nvPr/>
          </p:nvSpPr>
          <p:spPr>
            <a:xfrm>
              <a:off x="3550553" y="13491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66" name="ph966"/>
            <p:cNvSpPr/>
            <p:nvPr/>
          </p:nvSpPr>
          <p:spPr>
            <a:xfrm>
              <a:off x="3559261" y="13491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67" name="ph967"/>
            <p:cNvSpPr/>
            <p:nvPr/>
          </p:nvSpPr>
          <p:spPr>
            <a:xfrm>
              <a:off x="3567968" y="13491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68" name="ph968"/>
            <p:cNvSpPr/>
            <p:nvPr/>
          </p:nvSpPr>
          <p:spPr>
            <a:xfrm>
              <a:off x="3576675" y="13491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69" name="ph969"/>
            <p:cNvSpPr/>
            <p:nvPr/>
          </p:nvSpPr>
          <p:spPr>
            <a:xfrm>
              <a:off x="3585382" y="13491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70" name="ph970"/>
            <p:cNvSpPr/>
            <p:nvPr/>
          </p:nvSpPr>
          <p:spPr>
            <a:xfrm>
              <a:off x="3594089" y="13491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71" name="ph971"/>
            <p:cNvSpPr/>
            <p:nvPr/>
          </p:nvSpPr>
          <p:spPr>
            <a:xfrm>
              <a:off x="3602796" y="13491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72" name="ph972"/>
            <p:cNvSpPr/>
            <p:nvPr/>
          </p:nvSpPr>
          <p:spPr>
            <a:xfrm>
              <a:off x="3611504" y="13491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73" name="ph973"/>
            <p:cNvSpPr/>
            <p:nvPr/>
          </p:nvSpPr>
          <p:spPr>
            <a:xfrm>
              <a:off x="3620211" y="13491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74" name="ph974"/>
            <p:cNvSpPr/>
            <p:nvPr/>
          </p:nvSpPr>
          <p:spPr>
            <a:xfrm>
              <a:off x="3628918" y="13491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75" name="ph975"/>
            <p:cNvSpPr/>
            <p:nvPr/>
          </p:nvSpPr>
          <p:spPr>
            <a:xfrm>
              <a:off x="3637625" y="13491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76" name="ph976"/>
            <p:cNvSpPr/>
            <p:nvPr/>
          </p:nvSpPr>
          <p:spPr>
            <a:xfrm>
              <a:off x="3646332" y="13491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693">
                <a:alpha val="100000"/>
              </a:srgbClr>
            </a:solidFill>
            <a:ln w="5420" cap="flat">
              <a:solidFill>
                <a:srgbClr val="3A56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77" name="ph977"/>
            <p:cNvSpPr/>
            <p:nvPr/>
          </p:nvSpPr>
          <p:spPr>
            <a:xfrm>
              <a:off x="3324167" y="13598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78" name="ph978"/>
            <p:cNvSpPr/>
            <p:nvPr/>
          </p:nvSpPr>
          <p:spPr>
            <a:xfrm>
              <a:off x="3332874" y="13598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79" name="ph979"/>
            <p:cNvSpPr/>
            <p:nvPr/>
          </p:nvSpPr>
          <p:spPr>
            <a:xfrm>
              <a:off x="3341581" y="13598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80" name="ph980"/>
            <p:cNvSpPr/>
            <p:nvPr/>
          </p:nvSpPr>
          <p:spPr>
            <a:xfrm>
              <a:off x="3350288" y="13598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81" name="ph981"/>
            <p:cNvSpPr/>
            <p:nvPr/>
          </p:nvSpPr>
          <p:spPr>
            <a:xfrm>
              <a:off x="3358995" y="13598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82" name="ph982"/>
            <p:cNvSpPr/>
            <p:nvPr/>
          </p:nvSpPr>
          <p:spPr>
            <a:xfrm>
              <a:off x="3385117" y="13598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83" name="ph983"/>
            <p:cNvSpPr/>
            <p:nvPr/>
          </p:nvSpPr>
          <p:spPr>
            <a:xfrm>
              <a:off x="3393824" y="13598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84" name="ph984"/>
            <p:cNvSpPr/>
            <p:nvPr/>
          </p:nvSpPr>
          <p:spPr>
            <a:xfrm>
              <a:off x="3402531" y="13598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85" name="ph985"/>
            <p:cNvSpPr/>
            <p:nvPr/>
          </p:nvSpPr>
          <p:spPr>
            <a:xfrm>
              <a:off x="3411239" y="13598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86" name="ph986"/>
            <p:cNvSpPr/>
            <p:nvPr/>
          </p:nvSpPr>
          <p:spPr>
            <a:xfrm>
              <a:off x="3419946" y="13598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87" name="ph987"/>
            <p:cNvSpPr/>
            <p:nvPr/>
          </p:nvSpPr>
          <p:spPr>
            <a:xfrm>
              <a:off x="3428653" y="13598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88" name="ph988"/>
            <p:cNvSpPr/>
            <p:nvPr/>
          </p:nvSpPr>
          <p:spPr>
            <a:xfrm>
              <a:off x="3437360" y="13598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89" name="ph989"/>
            <p:cNvSpPr/>
            <p:nvPr/>
          </p:nvSpPr>
          <p:spPr>
            <a:xfrm>
              <a:off x="3446067" y="13598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90" name="ph990"/>
            <p:cNvSpPr/>
            <p:nvPr/>
          </p:nvSpPr>
          <p:spPr>
            <a:xfrm>
              <a:off x="3454774" y="13598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91" name="ph991"/>
            <p:cNvSpPr/>
            <p:nvPr/>
          </p:nvSpPr>
          <p:spPr>
            <a:xfrm>
              <a:off x="3463482" y="13598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92" name="ph992"/>
            <p:cNvSpPr/>
            <p:nvPr/>
          </p:nvSpPr>
          <p:spPr>
            <a:xfrm>
              <a:off x="3472189" y="13598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93" name="ph993"/>
            <p:cNvSpPr/>
            <p:nvPr/>
          </p:nvSpPr>
          <p:spPr>
            <a:xfrm>
              <a:off x="3480896" y="13598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94" name="ph994"/>
            <p:cNvSpPr/>
            <p:nvPr/>
          </p:nvSpPr>
          <p:spPr>
            <a:xfrm>
              <a:off x="3489603" y="13598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95" name="ph995"/>
            <p:cNvSpPr/>
            <p:nvPr/>
          </p:nvSpPr>
          <p:spPr>
            <a:xfrm>
              <a:off x="3498310" y="13598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96" name="ph996"/>
            <p:cNvSpPr/>
            <p:nvPr/>
          </p:nvSpPr>
          <p:spPr>
            <a:xfrm>
              <a:off x="3507018" y="13598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97" name="ph997"/>
            <p:cNvSpPr/>
            <p:nvPr/>
          </p:nvSpPr>
          <p:spPr>
            <a:xfrm>
              <a:off x="3515725" y="13598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98" name="ph998"/>
            <p:cNvSpPr/>
            <p:nvPr/>
          </p:nvSpPr>
          <p:spPr>
            <a:xfrm>
              <a:off x="3524432" y="13598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999" name="ph999"/>
            <p:cNvSpPr/>
            <p:nvPr/>
          </p:nvSpPr>
          <p:spPr>
            <a:xfrm>
              <a:off x="3533139" y="13598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00" name="ph1000"/>
            <p:cNvSpPr/>
            <p:nvPr/>
          </p:nvSpPr>
          <p:spPr>
            <a:xfrm>
              <a:off x="3541846" y="13598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01" name="ph1001"/>
            <p:cNvSpPr/>
            <p:nvPr/>
          </p:nvSpPr>
          <p:spPr>
            <a:xfrm>
              <a:off x="3550553" y="13598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02" name="ph1002"/>
            <p:cNvSpPr/>
            <p:nvPr/>
          </p:nvSpPr>
          <p:spPr>
            <a:xfrm>
              <a:off x="3559261" y="13598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03" name="ph1003"/>
            <p:cNvSpPr/>
            <p:nvPr/>
          </p:nvSpPr>
          <p:spPr>
            <a:xfrm>
              <a:off x="3567968" y="13598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04" name="ph1004"/>
            <p:cNvSpPr/>
            <p:nvPr/>
          </p:nvSpPr>
          <p:spPr>
            <a:xfrm>
              <a:off x="3576675" y="13598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05" name="ph1005"/>
            <p:cNvSpPr/>
            <p:nvPr/>
          </p:nvSpPr>
          <p:spPr>
            <a:xfrm>
              <a:off x="3585382" y="13598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06" name="ph1006"/>
            <p:cNvSpPr/>
            <p:nvPr/>
          </p:nvSpPr>
          <p:spPr>
            <a:xfrm>
              <a:off x="3602796" y="13598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07" name="ph1007"/>
            <p:cNvSpPr/>
            <p:nvPr/>
          </p:nvSpPr>
          <p:spPr>
            <a:xfrm>
              <a:off x="3611504" y="13598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08" name="ph1008"/>
            <p:cNvSpPr/>
            <p:nvPr/>
          </p:nvSpPr>
          <p:spPr>
            <a:xfrm>
              <a:off x="3324167" y="13705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DA4">
                <a:alpha val="100000"/>
              </a:srgbClr>
            </a:solidFill>
            <a:ln w="5420" cap="flat">
              <a:solidFill>
                <a:srgbClr val="3A7D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09" name="ph1009"/>
            <p:cNvSpPr/>
            <p:nvPr/>
          </p:nvSpPr>
          <p:spPr>
            <a:xfrm>
              <a:off x="3332874" y="13705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10" name="ph1010"/>
            <p:cNvSpPr/>
            <p:nvPr/>
          </p:nvSpPr>
          <p:spPr>
            <a:xfrm>
              <a:off x="3341581" y="13705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11" name="ph1011"/>
            <p:cNvSpPr/>
            <p:nvPr/>
          </p:nvSpPr>
          <p:spPr>
            <a:xfrm>
              <a:off x="3350288" y="13705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12" name="ph1012"/>
            <p:cNvSpPr/>
            <p:nvPr/>
          </p:nvSpPr>
          <p:spPr>
            <a:xfrm>
              <a:off x="3358995" y="13705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13" name="ph1013"/>
            <p:cNvSpPr/>
            <p:nvPr/>
          </p:nvSpPr>
          <p:spPr>
            <a:xfrm>
              <a:off x="3367703" y="13705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14" name="ph1014"/>
            <p:cNvSpPr/>
            <p:nvPr/>
          </p:nvSpPr>
          <p:spPr>
            <a:xfrm>
              <a:off x="3376410" y="13705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15" name="ph1015"/>
            <p:cNvSpPr/>
            <p:nvPr/>
          </p:nvSpPr>
          <p:spPr>
            <a:xfrm>
              <a:off x="3385117" y="13705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16" name="ph1016"/>
            <p:cNvSpPr/>
            <p:nvPr/>
          </p:nvSpPr>
          <p:spPr>
            <a:xfrm>
              <a:off x="3393824" y="13705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17" name="ph1017"/>
            <p:cNvSpPr/>
            <p:nvPr/>
          </p:nvSpPr>
          <p:spPr>
            <a:xfrm>
              <a:off x="3402531" y="13705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18" name="ph1018"/>
            <p:cNvSpPr/>
            <p:nvPr/>
          </p:nvSpPr>
          <p:spPr>
            <a:xfrm>
              <a:off x="3411239" y="13705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19" name="ph1019"/>
            <p:cNvSpPr/>
            <p:nvPr/>
          </p:nvSpPr>
          <p:spPr>
            <a:xfrm>
              <a:off x="3419946" y="13705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20" name="ph1020"/>
            <p:cNvSpPr/>
            <p:nvPr/>
          </p:nvSpPr>
          <p:spPr>
            <a:xfrm>
              <a:off x="3428653" y="13705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21" name="ph1021"/>
            <p:cNvSpPr/>
            <p:nvPr/>
          </p:nvSpPr>
          <p:spPr>
            <a:xfrm>
              <a:off x="3437360" y="13705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22" name="ph1022"/>
            <p:cNvSpPr/>
            <p:nvPr/>
          </p:nvSpPr>
          <p:spPr>
            <a:xfrm>
              <a:off x="3446067" y="13705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23" name="ph1023"/>
            <p:cNvSpPr/>
            <p:nvPr/>
          </p:nvSpPr>
          <p:spPr>
            <a:xfrm>
              <a:off x="3454774" y="13705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24" name="ph1024"/>
            <p:cNvSpPr/>
            <p:nvPr/>
          </p:nvSpPr>
          <p:spPr>
            <a:xfrm>
              <a:off x="3463482" y="13705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25" name="ph1025"/>
            <p:cNvSpPr/>
            <p:nvPr/>
          </p:nvSpPr>
          <p:spPr>
            <a:xfrm>
              <a:off x="3472189" y="13705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26" name="ph1026"/>
            <p:cNvSpPr/>
            <p:nvPr/>
          </p:nvSpPr>
          <p:spPr>
            <a:xfrm>
              <a:off x="3480896" y="13705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27" name="ph1027"/>
            <p:cNvSpPr/>
            <p:nvPr/>
          </p:nvSpPr>
          <p:spPr>
            <a:xfrm>
              <a:off x="3489603" y="13705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28" name="ph1028"/>
            <p:cNvSpPr/>
            <p:nvPr/>
          </p:nvSpPr>
          <p:spPr>
            <a:xfrm>
              <a:off x="3498310" y="13705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29" name="ph1029"/>
            <p:cNvSpPr/>
            <p:nvPr/>
          </p:nvSpPr>
          <p:spPr>
            <a:xfrm>
              <a:off x="3507018" y="13705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30" name="ph1030"/>
            <p:cNvSpPr/>
            <p:nvPr/>
          </p:nvSpPr>
          <p:spPr>
            <a:xfrm>
              <a:off x="3515725" y="13705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31" name="ph1031"/>
            <p:cNvSpPr/>
            <p:nvPr/>
          </p:nvSpPr>
          <p:spPr>
            <a:xfrm>
              <a:off x="3524432" y="13705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32" name="ph1032"/>
            <p:cNvSpPr/>
            <p:nvPr/>
          </p:nvSpPr>
          <p:spPr>
            <a:xfrm>
              <a:off x="3533139" y="13705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33" name="ph1033"/>
            <p:cNvSpPr/>
            <p:nvPr/>
          </p:nvSpPr>
          <p:spPr>
            <a:xfrm>
              <a:off x="3541846" y="13705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34" name="ph1034"/>
            <p:cNvSpPr/>
            <p:nvPr/>
          </p:nvSpPr>
          <p:spPr>
            <a:xfrm>
              <a:off x="3550553" y="137050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35" name="ph1035"/>
            <p:cNvSpPr/>
            <p:nvPr/>
          </p:nvSpPr>
          <p:spPr>
            <a:xfrm>
              <a:off x="3332874" y="138120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36" name="ph1036"/>
            <p:cNvSpPr/>
            <p:nvPr/>
          </p:nvSpPr>
          <p:spPr>
            <a:xfrm>
              <a:off x="3341581" y="138120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37" name="ph1037"/>
            <p:cNvSpPr/>
            <p:nvPr/>
          </p:nvSpPr>
          <p:spPr>
            <a:xfrm>
              <a:off x="3350288" y="138120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38" name="ph1038"/>
            <p:cNvSpPr/>
            <p:nvPr/>
          </p:nvSpPr>
          <p:spPr>
            <a:xfrm>
              <a:off x="3358995" y="138120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39" name="ph1039"/>
            <p:cNvSpPr/>
            <p:nvPr/>
          </p:nvSpPr>
          <p:spPr>
            <a:xfrm>
              <a:off x="3367703" y="138120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40" name="ph1040"/>
            <p:cNvSpPr/>
            <p:nvPr/>
          </p:nvSpPr>
          <p:spPr>
            <a:xfrm>
              <a:off x="3376410" y="138120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41" name="ph1041"/>
            <p:cNvSpPr/>
            <p:nvPr/>
          </p:nvSpPr>
          <p:spPr>
            <a:xfrm>
              <a:off x="3385117" y="138120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42" name="ph1042"/>
            <p:cNvSpPr/>
            <p:nvPr/>
          </p:nvSpPr>
          <p:spPr>
            <a:xfrm>
              <a:off x="3393824" y="138120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43" name="ph1043"/>
            <p:cNvSpPr/>
            <p:nvPr/>
          </p:nvSpPr>
          <p:spPr>
            <a:xfrm>
              <a:off x="3402531" y="138120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44" name="ph1044"/>
            <p:cNvSpPr/>
            <p:nvPr/>
          </p:nvSpPr>
          <p:spPr>
            <a:xfrm>
              <a:off x="3411239" y="138120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45" name="ph1045"/>
            <p:cNvSpPr/>
            <p:nvPr/>
          </p:nvSpPr>
          <p:spPr>
            <a:xfrm>
              <a:off x="3419946" y="138120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46" name="ph1046"/>
            <p:cNvSpPr/>
            <p:nvPr/>
          </p:nvSpPr>
          <p:spPr>
            <a:xfrm>
              <a:off x="3428653" y="138120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47" name="ph1047"/>
            <p:cNvSpPr/>
            <p:nvPr/>
          </p:nvSpPr>
          <p:spPr>
            <a:xfrm>
              <a:off x="3437360" y="138120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48" name="ph1048"/>
            <p:cNvSpPr/>
            <p:nvPr/>
          </p:nvSpPr>
          <p:spPr>
            <a:xfrm>
              <a:off x="3446067" y="138120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49" name="ph1049"/>
            <p:cNvSpPr/>
            <p:nvPr/>
          </p:nvSpPr>
          <p:spPr>
            <a:xfrm>
              <a:off x="3454774" y="138120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50" name="ph1050"/>
            <p:cNvSpPr/>
            <p:nvPr/>
          </p:nvSpPr>
          <p:spPr>
            <a:xfrm>
              <a:off x="3463482" y="138120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51" name="ph1051"/>
            <p:cNvSpPr/>
            <p:nvPr/>
          </p:nvSpPr>
          <p:spPr>
            <a:xfrm>
              <a:off x="3472189" y="138120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52" name="ph1052"/>
            <p:cNvSpPr/>
            <p:nvPr/>
          </p:nvSpPr>
          <p:spPr>
            <a:xfrm>
              <a:off x="3480896" y="138120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53" name="ph1053"/>
            <p:cNvSpPr/>
            <p:nvPr/>
          </p:nvSpPr>
          <p:spPr>
            <a:xfrm>
              <a:off x="3489603" y="138120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54" name="ph1054"/>
            <p:cNvSpPr/>
            <p:nvPr/>
          </p:nvSpPr>
          <p:spPr>
            <a:xfrm>
              <a:off x="3498310" y="138120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55" name="ph1055"/>
            <p:cNvSpPr/>
            <p:nvPr/>
          </p:nvSpPr>
          <p:spPr>
            <a:xfrm>
              <a:off x="3515725" y="138120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56" name="ph1056"/>
            <p:cNvSpPr/>
            <p:nvPr/>
          </p:nvSpPr>
          <p:spPr>
            <a:xfrm>
              <a:off x="3332874" y="139190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57" name="ph1057"/>
            <p:cNvSpPr/>
            <p:nvPr/>
          </p:nvSpPr>
          <p:spPr>
            <a:xfrm>
              <a:off x="3341581" y="139190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58" name="ph1058"/>
            <p:cNvSpPr/>
            <p:nvPr/>
          </p:nvSpPr>
          <p:spPr>
            <a:xfrm>
              <a:off x="3350288" y="139190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59" name="ph1059"/>
            <p:cNvSpPr/>
            <p:nvPr/>
          </p:nvSpPr>
          <p:spPr>
            <a:xfrm>
              <a:off x="3358995" y="139190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60" name="ph1060"/>
            <p:cNvSpPr/>
            <p:nvPr/>
          </p:nvSpPr>
          <p:spPr>
            <a:xfrm>
              <a:off x="3367703" y="139190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61" name="ph1061"/>
            <p:cNvSpPr/>
            <p:nvPr/>
          </p:nvSpPr>
          <p:spPr>
            <a:xfrm>
              <a:off x="3376410" y="139190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62" name="ph1062"/>
            <p:cNvSpPr/>
            <p:nvPr/>
          </p:nvSpPr>
          <p:spPr>
            <a:xfrm>
              <a:off x="3385117" y="139190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63" name="ph1063"/>
            <p:cNvSpPr/>
            <p:nvPr/>
          </p:nvSpPr>
          <p:spPr>
            <a:xfrm>
              <a:off x="3393824" y="139190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64" name="ph1064"/>
            <p:cNvSpPr/>
            <p:nvPr/>
          </p:nvSpPr>
          <p:spPr>
            <a:xfrm>
              <a:off x="3402531" y="139190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65" name="ph1065"/>
            <p:cNvSpPr/>
            <p:nvPr/>
          </p:nvSpPr>
          <p:spPr>
            <a:xfrm>
              <a:off x="3411239" y="139190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66" name="ph1066"/>
            <p:cNvSpPr/>
            <p:nvPr/>
          </p:nvSpPr>
          <p:spPr>
            <a:xfrm>
              <a:off x="3419946" y="139190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67" name="ph1067"/>
            <p:cNvSpPr/>
            <p:nvPr/>
          </p:nvSpPr>
          <p:spPr>
            <a:xfrm>
              <a:off x="3324167" y="140260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68" name="ph1068"/>
            <p:cNvSpPr/>
            <p:nvPr/>
          </p:nvSpPr>
          <p:spPr>
            <a:xfrm>
              <a:off x="3332874" y="140260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69" name="ph1069"/>
            <p:cNvSpPr/>
            <p:nvPr/>
          </p:nvSpPr>
          <p:spPr>
            <a:xfrm>
              <a:off x="3341581" y="140260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70" name="ph1070"/>
            <p:cNvSpPr/>
            <p:nvPr/>
          </p:nvSpPr>
          <p:spPr>
            <a:xfrm>
              <a:off x="3350288" y="140260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71" name="ph1071"/>
            <p:cNvSpPr/>
            <p:nvPr/>
          </p:nvSpPr>
          <p:spPr>
            <a:xfrm>
              <a:off x="3358995" y="140260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72" name="ph1072"/>
            <p:cNvSpPr/>
            <p:nvPr/>
          </p:nvSpPr>
          <p:spPr>
            <a:xfrm>
              <a:off x="3367703" y="140260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73" name="ph1073"/>
            <p:cNvSpPr/>
            <p:nvPr/>
          </p:nvSpPr>
          <p:spPr>
            <a:xfrm>
              <a:off x="3376410" y="140260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74" name="ph1074"/>
            <p:cNvSpPr/>
            <p:nvPr/>
          </p:nvSpPr>
          <p:spPr>
            <a:xfrm>
              <a:off x="3385117" y="140260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75" name="ph1075"/>
            <p:cNvSpPr/>
            <p:nvPr/>
          </p:nvSpPr>
          <p:spPr>
            <a:xfrm>
              <a:off x="3393824" y="140260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76" name="ph1076"/>
            <p:cNvSpPr/>
            <p:nvPr/>
          </p:nvSpPr>
          <p:spPr>
            <a:xfrm>
              <a:off x="3315460" y="141330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77" name="ph1077"/>
            <p:cNvSpPr/>
            <p:nvPr/>
          </p:nvSpPr>
          <p:spPr>
            <a:xfrm>
              <a:off x="3324167" y="141330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78" name="ph1078"/>
            <p:cNvSpPr/>
            <p:nvPr/>
          </p:nvSpPr>
          <p:spPr>
            <a:xfrm>
              <a:off x="3332874" y="141330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79" name="ph1079"/>
            <p:cNvSpPr/>
            <p:nvPr/>
          </p:nvSpPr>
          <p:spPr>
            <a:xfrm>
              <a:off x="3341581" y="141330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80" name="ph1080"/>
            <p:cNvSpPr/>
            <p:nvPr/>
          </p:nvSpPr>
          <p:spPr>
            <a:xfrm>
              <a:off x="3350288" y="141330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81" name="ph1081"/>
            <p:cNvSpPr/>
            <p:nvPr/>
          </p:nvSpPr>
          <p:spPr>
            <a:xfrm>
              <a:off x="3358995" y="141330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82" name="ph1082"/>
            <p:cNvSpPr/>
            <p:nvPr/>
          </p:nvSpPr>
          <p:spPr>
            <a:xfrm>
              <a:off x="3367703" y="141330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83" name="ph1083"/>
            <p:cNvSpPr/>
            <p:nvPr/>
          </p:nvSpPr>
          <p:spPr>
            <a:xfrm>
              <a:off x="3376410" y="141330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84" name="ph1084"/>
            <p:cNvSpPr/>
            <p:nvPr/>
          </p:nvSpPr>
          <p:spPr>
            <a:xfrm>
              <a:off x="3306752" y="142400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85" name="ph1085"/>
            <p:cNvSpPr/>
            <p:nvPr/>
          </p:nvSpPr>
          <p:spPr>
            <a:xfrm>
              <a:off x="3315460" y="142400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86" name="ph1086"/>
            <p:cNvSpPr/>
            <p:nvPr/>
          </p:nvSpPr>
          <p:spPr>
            <a:xfrm>
              <a:off x="3324167" y="142400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87" name="ph1087"/>
            <p:cNvSpPr/>
            <p:nvPr/>
          </p:nvSpPr>
          <p:spPr>
            <a:xfrm>
              <a:off x="3332874" y="142400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88" name="ph1088"/>
            <p:cNvSpPr/>
            <p:nvPr/>
          </p:nvSpPr>
          <p:spPr>
            <a:xfrm>
              <a:off x="3341581" y="142400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89" name="ph1089"/>
            <p:cNvSpPr/>
            <p:nvPr/>
          </p:nvSpPr>
          <p:spPr>
            <a:xfrm>
              <a:off x="3350288" y="142400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90" name="ph1090"/>
            <p:cNvSpPr/>
            <p:nvPr/>
          </p:nvSpPr>
          <p:spPr>
            <a:xfrm>
              <a:off x="3358995" y="142400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91" name="ph1091"/>
            <p:cNvSpPr/>
            <p:nvPr/>
          </p:nvSpPr>
          <p:spPr>
            <a:xfrm>
              <a:off x="3306752" y="143470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92" name="ph1092"/>
            <p:cNvSpPr/>
            <p:nvPr/>
          </p:nvSpPr>
          <p:spPr>
            <a:xfrm>
              <a:off x="3315460" y="143470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93" name="ph1093"/>
            <p:cNvSpPr/>
            <p:nvPr/>
          </p:nvSpPr>
          <p:spPr>
            <a:xfrm>
              <a:off x="3324167" y="143470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94" name="ph1094"/>
            <p:cNvSpPr/>
            <p:nvPr/>
          </p:nvSpPr>
          <p:spPr>
            <a:xfrm>
              <a:off x="3332874" y="143470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95" name="ph1095"/>
            <p:cNvSpPr/>
            <p:nvPr/>
          </p:nvSpPr>
          <p:spPr>
            <a:xfrm>
              <a:off x="3341581" y="143470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96" name="ph1096"/>
            <p:cNvSpPr/>
            <p:nvPr/>
          </p:nvSpPr>
          <p:spPr>
            <a:xfrm>
              <a:off x="3350288" y="143470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97" name="ph1097"/>
            <p:cNvSpPr/>
            <p:nvPr/>
          </p:nvSpPr>
          <p:spPr>
            <a:xfrm>
              <a:off x="3358995" y="143470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98" name="ph1098"/>
            <p:cNvSpPr/>
            <p:nvPr/>
          </p:nvSpPr>
          <p:spPr>
            <a:xfrm>
              <a:off x="3306752" y="144540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099" name="ph1099"/>
            <p:cNvSpPr/>
            <p:nvPr/>
          </p:nvSpPr>
          <p:spPr>
            <a:xfrm>
              <a:off x="3315460" y="144540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00" name="ph1100"/>
            <p:cNvSpPr/>
            <p:nvPr/>
          </p:nvSpPr>
          <p:spPr>
            <a:xfrm>
              <a:off x="3324167" y="144540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01" name="ph1101"/>
            <p:cNvSpPr/>
            <p:nvPr/>
          </p:nvSpPr>
          <p:spPr>
            <a:xfrm>
              <a:off x="3332874" y="144540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02" name="ph1102"/>
            <p:cNvSpPr/>
            <p:nvPr/>
          </p:nvSpPr>
          <p:spPr>
            <a:xfrm>
              <a:off x="3341581" y="144540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03" name="ph1103"/>
            <p:cNvSpPr/>
            <p:nvPr/>
          </p:nvSpPr>
          <p:spPr>
            <a:xfrm>
              <a:off x="3350288" y="144540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04" name="ph1104"/>
            <p:cNvSpPr/>
            <p:nvPr/>
          </p:nvSpPr>
          <p:spPr>
            <a:xfrm>
              <a:off x="3358995" y="144540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05" name="ph1105"/>
            <p:cNvSpPr/>
            <p:nvPr/>
          </p:nvSpPr>
          <p:spPr>
            <a:xfrm>
              <a:off x="3306752" y="145610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06" name="ph1106"/>
            <p:cNvSpPr/>
            <p:nvPr/>
          </p:nvSpPr>
          <p:spPr>
            <a:xfrm>
              <a:off x="3315460" y="145610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07" name="ph1107"/>
            <p:cNvSpPr/>
            <p:nvPr/>
          </p:nvSpPr>
          <p:spPr>
            <a:xfrm>
              <a:off x="3324167" y="145610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08" name="ph1108"/>
            <p:cNvSpPr/>
            <p:nvPr/>
          </p:nvSpPr>
          <p:spPr>
            <a:xfrm>
              <a:off x="3332874" y="145610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09" name="ph1109"/>
            <p:cNvSpPr/>
            <p:nvPr/>
          </p:nvSpPr>
          <p:spPr>
            <a:xfrm>
              <a:off x="3341581" y="145610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10" name="ph1110"/>
            <p:cNvSpPr/>
            <p:nvPr/>
          </p:nvSpPr>
          <p:spPr>
            <a:xfrm>
              <a:off x="3350288" y="145610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11" name="ph1111"/>
            <p:cNvSpPr/>
            <p:nvPr/>
          </p:nvSpPr>
          <p:spPr>
            <a:xfrm>
              <a:off x="3358995" y="145610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12" name="ph1112"/>
            <p:cNvSpPr/>
            <p:nvPr/>
          </p:nvSpPr>
          <p:spPr>
            <a:xfrm>
              <a:off x="3254509" y="146680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13" name="ph1113"/>
            <p:cNvSpPr/>
            <p:nvPr/>
          </p:nvSpPr>
          <p:spPr>
            <a:xfrm>
              <a:off x="3263217" y="146680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14" name="ph1114"/>
            <p:cNvSpPr/>
            <p:nvPr/>
          </p:nvSpPr>
          <p:spPr>
            <a:xfrm>
              <a:off x="3324167" y="146680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15" name="ph1115"/>
            <p:cNvSpPr/>
            <p:nvPr/>
          </p:nvSpPr>
          <p:spPr>
            <a:xfrm>
              <a:off x="3332874" y="146680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16" name="ph1116"/>
            <p:cNvSpPr/>
            <p:nvPr/>
          </p:nvSpPr>
          <p:spPr>
            <a:xfrm>
              <a:off x="3341581" y="146680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17" name="ph1117"/>
            <p:cNvSpPr/>
            <p:nvPr/>
          </p:nvSpPr>
          <p:spPr>
            <a:xfrm>
              <a:off x="3350288" y="146680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18" name="ph1118"/>
            <p:cNvSpPr/>
            <p:nvPr/>
          </p:nvSpPr>
          <p:spPr>
            <a:xfrm>
              <a:off x="3358995" y="146680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19" name="ph1119"/>
            <p:cNvSpPr/>
            <p:nvPr/>
          </p:nvSpPr>
          <p:spPr>
            <a:xfrm>
              <a:off x="3237095" y="147750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20" name="ph1120"/>
            <p:cNvSpPr/>
            <p:nvPr/>
          </p:nvSpPr>
          <p:spPr>
            <a:xfrm>
              <a:off x="3245802" y="147750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21" name="ph1121"/>
            <p:cNvSpPr/>
            <p:nvPr/>
          </p:nvSpPr>
          <p:spPr>
            <a:xfrm>
              <a:off x="3254509" y="147750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22" name="ph1122"/>
            <p:cNvSpPr/>
            <p:nvPr/>
          </p:nvSpPr>
          <p:spPr>
            <a:xfrm>
              <a:off x="3263217" y="147750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23" name="ph1123"/>
            <p:cNvSpPr/>
            <p:nvPr/>
          </p:nvSpPr>
          <p:spPr>
            <a:xfrm>
              <a:off x="3271924" y="147750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24" name="ph1124"/>
            <p:cNvSpPr/>
            <p:nvPr/>
          </p:nvSpPr>
          <p:spPr>
            <a:xfrm>
              <a:off x="3324167" y="147750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25" name="ph1125"/>
            <p:cNvSpPr/>
            <p:nvPr/>
          </p:nvSpPr>
          <p:spPr>
            <a:xfrm>
              <a:off x="3332874" y="147750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26" name="ph1126"/>
            <p:cNvSpPr/>
            <p:nvPr/>
          </p:nvSpPr>
          <p:spPr>
            <a:xfrm>
              <a:off x="3341581" y="147750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27" name="ph1127"/>
            <p:cNvSpPr/>
            <p:nvPr/>
          </p:nvSpPr>
          <p:spPr>
            <a:xfrm>
              <a:off x="3350288" y="147750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28" name="ph1128"/>
            <p:cNvSpPr/>
            <p:nvPr/>
          </p:nvSpPr>
          <p:spPr>
            <a:xfrm>
              <a:off x="3358995" y="147750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29" name="ph1129"/>
            <p:cNvSpPr/>
            <p:nvPr/>
          </p:nvSpPr>
          <p:spPr>
            <a:xfrm>
              <a:off x="3219681" y="148820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30" name="ph1130"/>
            <p:cNvSpPr/>
            <p:nvPr/>
          </p:nvSpPr>
          <p:spPr>
            <a:xfrm>
              <a:off x="3228388" y="148820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31" name="ph1131"/>
            <p:cNvSpPr/>
            <p:nvPr/>
          </p:nvSpPr>
          <p:spPr>
            <a:xfrm>
              <a:off x="3237095" y="148820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32" name="ph1132"/>
            <p:cNvSpPr/>
            <p:nvPr/>
          </p:nvSpPr>
          <p:spPr>
            <a:xfrm>
              <a:off x="3245802" y="148820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33" name="ph1133"/>
            <p:cNvSpPr/>
            <p:nvPr/>
          </p:nvSpPr>
          <p:spPr>
            <a:xfrm>
              <a:off x="3254509" y="148820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34" name="ph1134"/>
            <p:cNvSpPr/>
            <p:nvPr/>
          </p:nvSpPr>
          <p:spPr>
            <a:xfrm>
              <a:off x="3263217" y="148820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35" name="ph1135"/>
            <p:cNvSpPr/>
            <p:nvPr/>
          </p:nvSpPr>
          <p:spPr>
            <a:xfrm>
              <a:off x="3271924" y="148820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36" name="ph1136"/>
            <p:cNvSpPr/>
            <p:nvPr/>
          </p:nvSpPr>
          <p:spPr>
            <a:xfrm>
              <a:off x="3315460" y="148820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37" name="ph1137"/>
            <p:cNvSpPr/>
            <p:nvPr/>
          </p:nvSpPr>
          <p:spPr>
            <a:xfrm>
              <a:off x="3324167" y="148820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38" name="ph1138"/>
            <p:cNvSpPr/>
            <p:nvPr/>
          </p:nvSpPr>
          <p:spPr>
            <a:xfrm>
              <a:off x="3332874" y="148820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39" name="ph1139"/>
            <p:cNvSpPr/>
            <p:nvPr/>
          </p:nvSpPr>
          <p:spPr>
            <a:xfrm>
              <a:off x="3341581" y="148820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40" name="ph1140"/>
            <p:cNvSpPr/>
            <p:nvPr/>
          </p:nvSpPr>
          <p:spPr>
            <a:xfrm>
              <a:off x="3350288" y="148820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41" name="ph1141"/>
            <p:cNvSpPr/>
            <p:nvPr/>
          </p:nvSpPr>
          <p:spPr>
            <a:xfrm>
              <a:off x="3210973" y="149890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42" name="ph1142"/>
            <p:cNvSpPr/>
            <p:nvPr/>
          </p:nvSpPr>
          <p:spPr>
            <a:xfrm>
              <a:off x="3219681" y="149890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43" name="ph1143"/>
            <p:cNvSpPr/>
            <p:nvPr/>
          </p:nvSpPr>
          <p:spPr>
            <a:xfrm>
              <a:off x="3228388" y="149890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44" name="ph1144"/>
            <p:cNvSpPr/>
            <p:nvPr/>
          </p:nvSpPr>
          <p:spPr>
            <a:xfrm>
              <a:off x="3237095" y="149890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45" name="ph1145"/>
            <p:cNvSpPr/>
            <p:nvPr/>
          </p:nvSpPr>
          <p:spPr>
            <a:xfrm>
              <a:off x="3245802" y="149890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46" name="ph1146"/>
            <p:cNvSpPr/>
            <p:nvPr/>
          </p:nvSpPr>
          <p:spPr>
            <a:xfrm>
              <a:off x="3254509" y="149890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47" name="ph1147"/>
            <p:cNvSpPr/>
            <p:nvPr/>
          </p:nvSpPr>
          <p:spPr>
            <a:xfrm>
              <a:off x="3263217" y="149890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48" name="ph1148"/>
            <p:cNvSpPr/>
            <p:nvPr/>
          </p:nvSpPr>
          <p:spPr>
            <a:xfrm>
              <a:off x="3271924" y="149890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49" name="ph1149"/>
            <p:cNvSpPr/>
            <p:nvPr/>
          </p:nvSpPr>
          <p:spPr>
            <a:xfrm>
              <a:off x="3315460" y="149890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50" name="ph1150"/>
            <p:cNvSpPr/>
            <p:nvPr/>
          </p:nvSpPr>
          <p:spPr>
            <a:xfrm>
              <a:off x="3324167" y="149890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51" name="ph1151"/>
            <p:cNvSpPr/>
            <p:nvPr/>
          </p:nvSpPr>
          <p:spPr>
            <a:xfrm>
              <a:off x="3332874" y="149890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52" name="ph1152"/>
            <p:cNvSpPr/>
            <p:nvPr/>
          </p:nvSpPr>
          <p:spPr>
            <a:xfrm>
              <a:off x="3341581" y="149890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53" name="ph1153"/>
            <p:cNvSpPr/>
            <p:nvPr/>
          </p:nvSpPr>
          <p:spPr>
            <a:xfrm>
              <a:off x="3350288" y="149890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54" name="ph1154"/>
            <p:cNvSpPr/>
            <p:nvPr/>
          </p:nvSpPr>
          <p:spPr>
            <a:xfrm>
              <a:off x="3167438" y="150960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55" name="ph1155"/>
            <p:cNvSpPr/>
            <p:nvPr/>
          </p:nvSpPr>
          <p:spPr>
            <a:xfrm>
              <a:off x="3176145" y="150960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56" name="ph1156"/>
            <p:cNvSpPr/>
            <p:nvPr/>
          </p:nvSpPr>
          <p:spPr>
            <a:xfrm>
              <a:off x="3184852" y="150960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57" name="ph1157"/>
            <p:cNvSpPr/>
            <p:nvPr/>
          </p:nvSpPr>
          <p:spPr>
            <a:xfrm>
              <a:off x="3193559" y="150960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58" name="ph1158"/>
            <p:cNvSpPr/>
            <p:nvPr/>
          </p:nvSpPr>
          <p:spPr>
            <a:xfrm>
              <a:off x="3202266" y="150960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59" name="ph1159"/>
            <p:cNvSpPr/>
            <p:nvPr/>
          </p:nvSpPr>
          <p:spPr>
            <a:xfrm>
              <a:off x="3210973" y="150960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60" name="ph1160"/>
            <p:cNvSpPr/>
            <p:nvPr/>
          </p:nvSpPr>
          <p:spPr>
            <a:xfrm>
              <a:off x="3219681" y="150960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61" name="ph1161"/>
            <p:cNvSpPr/>
            <p:nvPr/>
          </p:nvSpPr>
          <p:spPr>
            <a:xfrm>
              <a:off x="3228388" y="150960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62" name="ph1162"/>
            <p:cNvSpPr/>
            <p:nvPr/>
          </p:nvSpPr>
          <p:spPr>
            <a:xfrm>
              <a:off x="3237095" y="150960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63" name="ph1163"/>
            <p:cNvSpPr/>
            <p:nvPr/>
          </p:nvSpPr>
          <p:spPr>
            <a:xfrm>
              <a:off x="3245802" y="150960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64" name="ph1164"/>
            <p:cNvSpPr/>
            <p:nvPr/>
          </p:nvSpPr>
          <p:spPr>
            <a:xfrm>
              <a:off x="3254509" y="150960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65" name="ph1165"/>
            <p:cNvSpPr/>
            <p:nvPr/>
          </p:nvSpPr>
          <p:spPr>
            <a:xfrm>
              <a:off x="3263217" y="150960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66" name="ph1166"/>
            <p:cNvSpPr/>
            <p:nvPr/>
          </p:nvSpPr>
          <p:spPr>
            <a:xfrm>
              <a:off x="3306752" y="150960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67" name="ph1167"/>
            <p:cNvSpPr/>
            <p:nvPr/>
          </p:nvSpPr>
          <p:spPr>
            <a:xfrm>
              <a:off x="3315460" y="150960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68" name="ph1168"/>
            <p:cNvSpPr/>
            <p:nvPr/>
          </p:nvSpPr>
          <p:spPr>
            <a:xfrm>
              <a:off x="3324167" y="150960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69" name="ph1169"/>
            <p:cNvSpPr/>
            <p:nvPr/>
          </p:nvSpPr>
          <p:spPr>
            <a:xfrm>
              <a:off x="3332874" y="150960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70" name="ph1170"/>
            <p:cNvSpPr/>
            <p:nvPr/>
          </p:nvSpPr>
          <p:spPr>
            <a:xfrm>
              <a:off x="3341581" y="150960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71" name="ph1171"/>
            <p:cNvSpPr/>
            <p:nvPr/>
          </p:nvSpPr>
          <p:spPr>
            <a:xfrm>
              <a:off x="3350288" y="150960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72" name="ph1172"/>
            <p:cNvSpPr/>
            <p:nvPr/>
          </p:nvSpPr>
          <p:spPr>
            <a:xfrm>
              <a:off x="3158730" y="152030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73" name="ph1173"/>
            <p:cNvSpPr/>
            <p:nvPr/>
          </p:nvSpPr>
          <p:spPr>
            <a:xfrm>
              <a:off x="3167438" y="152030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74" name="ph1174"/>
            <p:cNvSpPr/>
            <p:nvPr/>
          </p:nvSpPr>
          <p:spPr>
            <a:xfrm>
              <a:off x="3176145" y="152030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75" name="ph1175"/>
            <p:cNvSpPr/>
            <p:nvPr/>
          </p:nvSpPr>
          <p:spPr>
            <a:xfrm>
              <a:off x="3184852" y="152030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76" name="ph1176"/>
            <p:cNvSpPr/>
            <p:nvPr/>
          </p:nvSpPr>
          <p:spPr>
            <a:xfrm>
              <a:off x="3193559" y="152030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77" name="ph1177"/>
            <p:cNvSpPr/>
            <p:nvPr/>
          </p:nvSpPr>
          <p:spPr>
            <a:xfrm>
              <a:off x="3202266" y="152030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78" name="ph1178"/>
            <p:cNvSpPr/>
            <p:nvPr/>
          </p:nvSpPr>
          <p:spPr>
            <a:xfrm>
              <a:off x="3210973" y="152030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79" name="ph1179"/>
            <p:cNvSpPr/>
            <p:nvPr/>
          </p:nvSpPr>
          <p:spPr>
            <a:xfrm>
              <a:off x="3219681" y="152030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80" name="ph1180"/>
            <p:cNvSpPr/>
            <p:nvPr/>
          </p:nvSpPr>
          <p:spPr>
            <a:xfrm>
              <a:off x="3228388" y="152030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81" name="ph1181"/>
            <p:cNvSpPr/>
            <p:nvPr/>
          </p:nvSpPr>
          <p:spPr>
            <a:xfrm>
              <a:off x="3237095" y="152030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82" name="ph1182"/>
            <p:cNvSpPr/>
            <p:nvPr/>
          </p:nvSpPr>
          <p:spPr>
            <a:xfrm>
              <a:off x="3245802" y="152030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83" name="ph1183"/>
            <p:cNvSpPr/>
            <p:nvPr/>
          </p:nvSpPr>
          <p:spPr>
            <a:xfrm>
              <a:off x="3254509" y="152030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84" name="ph1184"/>
            <p:cNvSpPr/>
            <p:nvPr/>
          </p:nvSpPr>
          <p:spPr>
            <a:xfrm>
              <a:off x="3298045" y="152030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85" name="ph1185"/>
            <p:cNvSpPr/>
            <p:nvPr/>
          </p:nvSpPr>
          <p:spPr>
            <a:xfrm>
              <a:off x="3306752" y="152030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86" name="ph1186"/>
            <p:cNvSpPr/>
            <p:nvPr/>
          </p:nvSpPr>
          <p:spPr>
            <a:xfrm>
              <a:off x="3315460" y="152030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87" name="ph1187"/>
            <p:cNvSpPr/>
            <p:nvPr/>
          </p:nvSpPr>
          <p:spPr>
            <a:xfrm>
              <a:off x="3324167" y="152030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88" name="ph1188"/>
            <p:cNvSpPr/>
            <p:nvPr/>
          </p:nvSpPr>
          <p:spPr>
            <a:xfrm>
              <a:off x="3332874" y="152030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89" name="ph1189"/>
            <p:cNvSpPr/>
            <p:nvPr/>
          </p:nvSpPr>
          <p:spPr>
            <a:xfrm>
              <a:off x="3341581" y="152030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90" name="ph1190"/>
            <p:cNvSpPr/>
            <p:nvPr/>
          </p:nvSpPr>
          <p:spPr>
            <a:xfrm>
              <a:off x="3350288" y="152030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91" name="ph1191"/>
            <p:cNvSpPr/>
            <p:nvPr/>
          </p:nvSpPr>
          <p:spPr>
            <a:xfrm>
              <a:off x="3141316" y="153100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92" name="ph1192"/>
            <p:cNvSpPr/>
            <p:nvPr/>
          </p:nvSpPr>
          <p:spPr>
            <a:xfrm>
              <a:off x="3150023" y="153100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93" name="ph1193"/>
            <p:cNvSpPr/>
            <p:nvPr/>
          </p:nvSpPr>
          <p:spPr>
            <a:xfrm>
              <a:off x="3158730" y="153100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94" name="ph1194"/>
            <p:cNvSpPr/>
            <p:nvPr/>
          </p:nvSpPr>
          <p:spPr>
            <a:xfrm>
              <a:off x="3167438" y="153100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95" name="ph1195"/>
            <p:cNvSpPr/>
            <p:nvPr/>
          </p:nvSpPr>
          <p:spPr>
            <a:xfrm>
              <a:off x="3176145" y="153100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96" name="ph1196"/>
            <p:cNvSpPr/>
            <p:nvPr/>
          </p:nvSpPr>
          <p:spPr>
            <a:xfrm>
              <a:off x="3184852" y="153100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97" name="ph1197"/>
            <p:cNvSpPr/>
            <p:nvPr/>
          </p:nvSpPr>
          <p:spPr>
            <a:xfrm>
              <a:off x="3193559" y="153100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98" name="ph1198"/>
            <p:cNvSpPr/>
            <p:nvPr/>
          </p:nvSpPr>
          <p:spPr>
            <a:xfrm>
              <a:off x="3202266" y="153100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199" name="ph1199"/>
            <p:cNvSpPr/>
            <p:nvPr/>
          </p:nvSpPr>
          <p:spPr>
            <a:xfrm>
              <a:off x="3210973" y="153100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00" name="ph1200"/>
            <p:cNvSpPr/>
            <p:nvPr/>
          </p:nvSpPr>
          <p:spPr>
            <a:xfrm>
              <a:off x="3219681" y="153100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01" name="ph1201"/>
            <p:cNvSpPr/>
            <p:nvPr/>
          </p:nvSpPr>
          <p:spPr>
            <a:xfrm>
              <a:off x="3228388" y="153100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02" name="ph1202"/>
            <p:cNvSpPr/>
            <p:nvPr/>
          </p:nvSpPr>
          <p:spPr>
            <a:xfrm>
              <a:off x="3237095" y="153100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03" name="ph1203"/>
            <p:cNvSpPr/>
            <p:nvPr/>
          </p:nvSpPr>
          <p:spPr>
            <a:xfrm>
              <a:off x="3289338" y="153100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04" name="ph1204"/>
            <p:cNvSpPr/>
            <p:nvPr/>
          </p:nvSpPr>
          <p:spPr>
            <a:xfrm>
              <a:off x="3298045" y="153100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05" name="ph1205"/>
            <p:cNvSpPr/>
            <p:nvPr/>
          </p:nvSpPr>
          <p:spPr>
            <a:xfrm>
              <a:off x="3306752" y="153100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06" name="ph1206"/>
            <p:cNvSpPr/>
            <p:nvPr/>
          </p:nvSpPr>
          <p:spPr>
            <a:xfrm>
              <a:off x="3315460" y="153100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07" name="ph1207"/>
            <p:cNvSpPr/>
            <p:nvPr/>
          </p:nvSpPr>
          <p:spPr>
            <a:xfrm>
              <a:off x="3324167" y="153100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08" name="ph1208"/>
            <p:cNvSpPr/>
            <p:nvPr/>
          </p:nvSpPr>
          <p:spPr>
            <a:xfrm>
              <a:off x="3332874" y="153100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09" name="ph1209"/>
            <p:cNvSpPr/>
            <p:nvPr/>
          </p:nvSpPr>
          <p:spPr>
            <a:xfrm>
              <a:off x="3123902" y="15417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10" name="ph1210"/>
            <p:cNvSpPr/>
            <p:nvPr/>
          </p:nvSpPr>
          <p:spPr>
            <a:xfrm>
              <a:off x="3132609" y="15417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11" name="ph1211"/>
            <p:cNvSpPr/>
            <p:nvPr/>
          </p:nvSpPr>
          <p:spPr>
            <a:xfrm>
              <a:off x="3141316" y="15417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12" name="ph1212"/>
            <p:cNvSpPr/>
            <p:nvPr/>
          </p:nvSpPr>
          <p:spPr>
            <a:xfrm>
              <a:off x="3150023" y="15417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13" name="ph1213"/>
            <p:cNvSpPr/>
            <p:nvPr/>
          </p:nvSpPr>
          <p:spPr>
            <a:xfrm>
              <a:off x="3158730" y="15417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14" name="ph1214"/>
            <p:cNvSpPr/>
            <p:nvPr/>
          </p:nvSpPr>
          <p:spPr>
            <a:xfrm>
              <a:off x="3167438" y="15417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15" name="ph1215"/>
            <p:cNvSpPr/>
            <p:nvPr/>
          </p:nvSpPr>
          <p:spPr>
            <a:xfrm>
              <a:off x="3176145" y="15417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16" name="ph1216"/>
            <p:cNvSpPr/>
            <p:nvPr/>
          </p:nvSpPr>
          <p:spPr>
            <a:xfrm>
              <a:off x="3184852" y="15417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17" name="ph1217"/>
            <p:cNvSpPr/>
            <p:nvPr/>
          </p:nvSpPr>
          <p:spPr>
            <a:xfrm>
              <a:off x="3193559" y="15417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18" name="ph1218"/>
            <p:cNvSpPr/>
            <p:nvPr/>
          </p:nvSpPr>
          <p:spPr>
            <a:xfrm>
              <a:off x="3202266" y="15417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19" name="ph1219"/>
            <p:cNvSpPr/>
            <p:nvPr/>
          </p:nvSpPr>
          <p:spPr>
            <a:xfrm>
              <a:off x="3210973" y="15417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20" name="ph1220"/>
            <p:cNvSpPr/>
            <p:nvPr/>
          </p:nvSpPr>
          <p:spPr>
            <a:xfrm>
              <a:off x="3219681" y="15417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21" name="ph1221"/>
            <p:cNvSpPr/>
            <p:nvPr/>
          </p:nvSpPr>
          <p:spPr>
            <a:xfrm>
              <a:off x="3228388" y="15417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22" name="ph1222"/>
            <p:cNvSpPr/>
            <p:nvPr/>
          </p:nvSpPr>
          <p:spPr>
            <a:xfrm>
              <a:off x="3237095" y="15417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23" name="ph1223"/>
            <p:cNvSpPr/>
            <p:nvPr/>
          </p:nvSpPr>
          <p:spPr>
            <a:xfrm>
              <a:off x="3245802" y="15417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24" name="ph1224"/>
            <p:cNvSpPr/>
            <p:nvPr/>
          </p:nvSpPr>
          <p:spPr>
            <a:xfrm>
              <a:off x="3254509" y="15417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25" name="ph1225"/>
            <p:cNvSpPr/>
            <p:nvPr/>
          </p:nvSpPr>
          <p:spPr>
            <a:xfrm>
              <a:off x="3263217" y="15417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26" name="ph1226"/>
            <p:cNvSpPr/>
            <p:nvPr/>
          </p:nvSpPr>
          <p:spPr>
            <a:xfrm>
              <a:off x="3280631" y="15417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27" name="ph1227"/>
            <p:cNvSpPr/>
            <p:nvPr/>
          </p:nvSpPr>
          <p:spPr>
            <a:xfrm>
              <a:off x="3289338" y="15417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28" name="ph1228"/>
            <p:cNvSpPr/>
            <p:nvPr/>
          </p:nvSpPr>
          <p:spPr>
            <a:xfrm>
              <a:off x="3298045" y="15417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29" name="ph1229"/>
            <p:cNvSpPr/>
            <p:nvPr/>
          </p:nvSpPr>
          <p:spPr>
            <a:xfrm>
              <a:off x="3306752" y="15417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30" name="ph1230"/>
            <p:cNvSpPr/>
            <p:nvPr/>
          </p:nvSpPr>
          <p:spPr>
            <a:xfrm>
              <a:off x="3315460" y="15417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31" name="ph1231"/>
            <p:cNvSpPr/>
            <p:nvPr/>
          </p:nvSpPr>
          <p:spPr>
            <a:xfrm>
              <a:off x="3324167" y="15417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32" name="ph1232"/>
            <p:cNvSpPr/>
            <p:nvPr/>
          </p:nvSpPr>
          <p:spPr>
            <a:xfrm>
              <a:off x="3332874" y="15417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33" name="ph1233"/>
            <p:cNvSpPr/>
            <p:nvPr/>
          </p:nvSpPr>
          <p:spPr>
            <a:xfrm>
              <a:off x="3123902" y="15524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34" name="ph1234"/>
            <p:cNvSpPr/>
            <p:nvPr/>
          </p:nvSpPr>
          <p:spPr>
            <a:xfrm>
              <a:off x="3132609" y="15524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35" name="ph1235"/>
            <p:cNvSpPr/>
            <p:nvPr/>
          </p:nvSpPr>
          <p:spPr>
            <a:xfrm>
              <a:off x="3141316" y="15524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36" name="ph1236"/>
            <p:cNvSpPr/>
            <p:nvPr/>
          </p:nvSpPr>
          <p:spPr>
            <a:xfrm>
              <a:off x="3150023" y="15524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37" name="ph1237"/>
            <p:cNvSpPr/>
            <p:nvPr/>
          </p:nvSpPr>
          <p:spPr>
            <a:xfrm>
              <a:off x="3158730" y="15524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38" name="ph1238"/>
            <p:cNvSpPr/>
            <p:nvPr/>
          </p:nvSpPr>
          <p:spPr>
            <a:xfrm>
              <a:off x="3167438" y="15524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39" name="ph1239"/>
            <p:cNvSpPr/>
            <p:nvPr/>
          </p:nvSpPr>
          <p:spPr>
            <a:xfrm>
              <a:off x="3176145" y="15524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40" name="ph1240"/>
            <p:cNvSpPr/>
            <p:nvPr/>
          </p:nvSpPr>
          <p:spPr>
            <a:xfrm>
              <a:off x="3184852" y="15524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41" name="ph1241"/>
            <p:cNvSpPr/>
            <p:nvPr/>
          </p:nvSpPr>
          <p:spPr>
            <a:xfrm>
              <a:off x="3193559" y="15524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42" name="ph1242"/>
            <p:cNvSpPr/>
            <p:nvPr/>
          </p:nvSpPr>
          <p:spPr>
            <a:xfrm>
              <a:off x="3202266" y="15524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43" name="ph1243"/>
            <p:cNvSpPr/>
            <p:nvPr/>
          </p:nvSpPr>
          <p:spPr>
            <a:xfrm>
              <a:off x="3210973" y="15524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44" name="ph1244"/>
            <p:cNvSpPr/>
            <p:nvPr/>
          </p:nvSpPr>
          <p:spPr>
            <a:xfrm>
              <a:off x="3219681" y="15524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45" name="ph1245"/>
            <p:cNvSpPr/>
            <p:nvPr/>
          </p:nvSpPr>
          <p:spPr>
            <a:xfrm>
              <a:off x="3228388" y="15524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46" name="ph1246"/>
            <p:cNvSpPr/>
            <p:nvPr/>
          </p:nvSpPr>
          <p:spPr>
            <a:xfrm>
              <a:off x="3237095" y="15524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47" name="ph1247"/>
            <p:cNvSpPr/>
            <p:nvPr/>
          </p:nvSpPr>
          <p:spPr>
            <a:xfrm>
              <a:off x="3245802" y="15524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48" name="ph1248"/>
            <p:cNvSpPr/>
            <p:nvPr/>
          </p:nvSpPr>
          <p:spPr>
            <a:xfrm>
              <a:off x="3254509" y="15524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49" name="ph1249"/>
            <p:cNvSpPr/>
            <p:nvPr/>
          </p:nvSpPr>
          <p:spPr>
            <a:xfrm>
              <a:off x="3263217" y="15524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50" name="ph1250"/>
            <p:cNvSpPr/>
            <p:nvPr/>
          </p:nvSpPr>
          <p:spPr>
            <a:xfrm>
              <a:off x="3271924" y="15524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51" name="ph1251"/>
            <p:cNvSpPr/>
            <p:nvPr/>
          </p:nvSpPr>
          <p:spPr>
            <a:xfrm>
              <a:off x="3280631" y="15524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52" name="ph1252"/>
            <p:cNvSpPr/>
            <p:nvPr/>
          </p:nvSpPr>
          <p:spPr>
            <a:xfrm>
              <a:off x="3289338" y="15524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53" name="ph1253"/>
            <p:cNvSpPr/>
            <p:nvPr/>
          </p:nvSpPr>
          <p:spPr>
            <a:xfrm>
              <a:off x="3298045" y="15524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54" name="ph1254"/>
            <p:cNvSpPr/>
            <p:nvPr/>
          </p:nvSpPr>
          <p:spPr>
            <a:xfrm>
              <a:off x="3306752" y="15524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55" name="ph1255"/>
            <p:cNvSpPr/>
            <p:nvPr/>
          </p:nvSpPr>
          <p:spPr>
            <a:xfrm>
              <a:off x="3315460" y="15524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56" name="ph1256"/>
            <p:cNvSpPr/>
            <p:nvPr/>
          </p:nvSpPr>
          <p:spPr>
            <a:xfrm>
              <a:off x="3324167" y="15524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57" name="ph1257"/>
            <p:cNvSpPr/>
            <p:nvPr/>
          </p:nvSpPr>
          <p:spPr>
            <a:xfrm>
              <a:off x="3123902" y="15631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58" name="ph1258"/>
            <p:cNvSpPr/>
            <p:nvPr/>
          </p:nvSpPr>
          <p:spPr>
            <a:xfrm>
              <a:off x="3132609" y="15631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59" name="ph1259"/>
            <p:cNvSpPr/>
            <p:nvPr/>
          </p:nvSpPr>
          <p:spPr>
            <a:xfrm>
              <a:off x="3141316" y="15631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60" name="ph1260"/>
            <p:cNvSpPr/>
            <p:nvPr/>
          </p:nvSpPr>
          <p:spPr>
            <a:xfrm>
              <a:off x="3150023" y="15631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61" name="ph1261"/>
            <p:cNvSpPr/>
            <p:nvPr/>
          </p:nvSpPr>
          <p:spPr>
            <a:xfrm>
              <a:off x="3158730" y="15631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62" name="ph1262"/>
            <p:cNvSpPr/>
            <p:nvPr/>
          </p:nvSpPr>
          <p:spPr>
            <a:xfrm>
              <a:off x="3167438" y="15631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63" name="ph1263"/>
            <p:cNvSpPr/>
            <p:nvPr/>
          </p:nvSpPr>
          <p:spPr>
            <a:xfrm>
              <a:off x="3176145" y="15631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64" name="ph1264"/>
            <p:cNvSpPr/>
            <p:nvPr/>
          </p:nvSpPr>
          <p:spPr>
            <a:xfrm>
              <a:off x="3184852" y="15631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65" name="ph1265"/>
            <p:cNvSpPr/>
            <p:nvPr/>
          </p:nvSpPr>
          <p:spPr>
            <a:xfrm>
              <a:off x="3193559" y="15631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66" name="ph1266"/>
            <p:cNvSpPr/>
            <p:nvPr/>
          </p:nvSpPr>
          <p:spPr>
            <a:xfrm>
              <a:off x="3202266" y="15631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67" name="ph1267"/>
            <p:cNvSpPr/>
            <p:nvPr/>
          </p:nvSpPr>
          <p:spPr>
            <a:xfrm>
              <a:off x="3210973" y="15631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68" name="ph1268"/>
            <p:cNvSpPr/>
            <p:nvPr/>
          </p:nvSpPr>
          <p:spPr>
            <a:xfrm>
              <a:off x="3219681" y="15631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69" name="ph1269"/>
            <p:cNvSpPr/>
            <p:nvPr/>
          </p:nvSpPr>
          <p:spPr>
            <a:xfrm>
              <a:off x="3228388" y="15631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70" name="ph1270"/>
            <p:cNvSpPr/>
            <p:nvPr/>
          </p:nvSpPr>
          <p:spPr>
            <a:xfrm>
              <a:off x="3237095" y="15631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71" name="ph1271"/>
            <p:cNvSpPr/>
            <p:nvPr/>
          </p:nvSpPr>
          <p:spPr>
            <a:xfrm>
              <a:off x="3245802" y="15631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72" name="ph1272"/>
            <p:cNvSpPr/>
            <p:nvPr/>
          </p:nvSpPr>
          <p:spPr>
            <a:xfrm>
              <a:off x="3254509" y="15631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73" name="ph1273"/>
            <p:cNvSpPr/>
            <p:nvPr/>
          </p:nvSpPr>
          <p:spPr>
            <a:xfrm>
              <a:off x="3263217" y="15631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74" name="ph1274"/>
            <p:cNvSpPr/>
            <p:nvPr/>
          </p:nvSpPr>
          <p:spPr>
            <a:xfrm>
              <a:off x="3271924" y="15631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75" name="ph1275"/>
            <p:cNvSpPr/>
            <p:nvPr/>
          </p:nvSpPr>
          <p:spPr>
            <a:xfrm>
              <a:off x="3280631" y="15631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76" name="ph1276"/>
            <p:cNvSpPr/>
            <p:nvPr/>
          </p:nvSpPr>
          <p:spPr>
            <a:xfrm>
              <a:off x="3289338" y="15631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77" name="ph1277"/>
            <p:cNvSpPr/>
            <p:nvPr/>
          </p:nvSpPr>
          <p:spPr>
            <a:xfrm>
              <a:off x="3298045" y="15631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78" name="ph1278"/>
            <p:cNvSpPr/>
            <p:nvPr/>
          </p:nvSpPr>
          <p:spPr>
            <a:xfrm>
              <a:off x="3306752" y="15631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79" name="ph1279"/>
            <p:cNvSpPr/>
            <p:nvPr/>
          </p:nvSpPr>
          <p:spPr>
            <a:xfrm>
              <a:off x="3315460" y="15631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80" name="ph1280"/>
            <p:cNvSpPr/>
            <p:nvPr/>
          </p:nvSpPr>
          <p:spPr>
            <a:xfrm>
              <a:off x="3097780" y="15738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81" name="ph1281"/>
            <p:cNvSpPr/>
            <p:nvPr/>
          </p:nvSpPr>
          <p:spPr>
            <a:xfrm>
              <a:off x="3106487" y="15738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82" name="ph1282"/>
            <p:cNvSpPr/>
            <p:nvPr/>
          </p:nvSpPr>
          <p:spPr>
            <a:xfrm>
              <a:off x="3123902" y="15738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83" name="ph1283"/>
            <p:cNvSpPr/>
            <p:nvPr/>
          </p:nvSpPr>
          <p:spPr>
            <a:xfrm>
              <a:off x="3132609" y="15738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84" name="ph1284"/>
            <p:cNvSpPr/>
            <p:nvPr/>
          </p:nvSpPr>
          <p:spPr>
            <a:xfrm>
              <a:off x="3141316" y="15738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85" name="ph1285"/>
            <p:cNvSpPr/>
            <p:nvPr/>
          </p:nvSpPr>
          <p:spPr>
            <a:xfrm>
              <a:off x="3150023" y="15738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86" name="ph1286"/>
            <p:cNvSpPr/>
            <p:nvPr/>
          </p:nvSpPr>
          <p:spPr>
            <a:xfrm>
              <a:off x="3158730" y="15738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87" name="ph1287"/>
            <p:cNvSpPr/>
            <p:nvPr/>
          </p:nvSpPr>
          <p:spPr>
            <a:xfrm>
              <a:off x="3167438" y="15738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88" name="ph1288"/>
            <p:cNvSpPr/>
            <p:nvPr/>
          </p:nvSpPr>
          <p:spPr>
            <a:xfrm>
              <a:off x="3176145" y="15738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89" name="ph1289"/>
            <p:cNvSpPr/>
            <p:nvPr/>
          </p:nvSpPr>
          <p:spPr>
            <a:xfrm>
              <a:off x="3184852" y="15738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90" name="ph1290"/>
            <p:cNvSpPr/>
            <p:nvPr/>
          </p:nvSpPr>
          <p:spPr>
            <a:xfrm>
              <a:off x="3210973" y="15738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91" name="ph1291"/>
            <p:cNvSpPr/>
            <p:nvPr/>
          </p:nvSpPr>
          <p:spPr>
            <a:xfrm>
              <a:off x="3219681" y="15738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92" name="ph1292"/>
            <p:cNvSpPr/>
            <p:nvPr/>
          </p:nvSpPr>
          <p:spPr>
            <a:xfrm>
              <a:off x="3228388" y="15738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93" name="ph1293"/>
            <p:cNvSpPr/>
            <p:nvPr/>
          </p:nvSpPr>
          <p:spPr>
            <a:xfrm>
              <a:off x="3237095" y="15738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94" name="ph1294"/>
            <p:cNvSpPr/>
            <p:nvPr/>
          </p:nvSpPr>
          <p:spPr>
            <a:xfrm>
              <a:off x="3245802" y="15738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95" name="ph1295"/>
            <p:cNvSpPr/>
            <p:nvPr/>
          </p:nvSpPr>
          <p:spPr>
            <a:xfrm>
              <a:off x="3254509" y="15738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96" name="ph1296"/>
            <p:cNvSpPr/>
            <p:nvPr/>
          </p:nvSpPr>
          <p:spPr>
            <a:xfrm>
              <a:off x="3263217" y="15738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97" name="ph1297"/>
            <p:cNvSpPr/>
            <p:nvPr/>
          </p:nvSpPr>
          <p:spPr>
            <a:xfrm>
              <a:off x="3271924" y="15738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98" name="ph1298"/>
            <p:cNvSpPr/>
            <p:nvPr/>
          </p:nvSpPr>
          <p:spPr>
            <a:xfrm>
              <a:off x="3280631" y="15738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299" name="ph1299"/>
            <p:cNvSpPr/>
            <p:nvPr/>
          </p:nvSpPr>
          <p:spPr>
            <a:xfrm>
              <a:off x="3289338" y="15738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00" name="ph1300"/>
            <p:cNvSpPr/>
            <p:nvPr/>
          </p:nvSpPr>
          <p:spPr>
            <a:xfrm>
              <a:off x="3298045" y="15738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01" name="ph1301"/>
            <p:cNvSpPr/>
            <p:nvPr/>
          </p:nvSpPr>
          <p:spPr>
            <a:xfrm>
              <a:off x="3306752" y="15738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02" name="ph1302"/>
            <p:cNvSpPr/>
            <p:nvPr/>
          </p:nvSpPr>
          <p:spPr>
            <a:xfrm>
              <a:off x="3089073" y="15845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03" name="ph1303"/>
            <p:cNvSpPr/>
            <p:nvPr/>
          </p:nvSpPr>
          <p:spPr>
            <a:xfrm>
              <a:off x="3097780" y="15845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04" name="ph1304"/>
            <p:cNvSpPr/>
            <p:nvPr/>
          </p:nvSpPr>
          <p:spPr>
            <a:xfrm>
              <a:off x="3106487" y="15845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05" name="ph1305"/>
            <p:cNvSpPr/>
            <p:nvPr/>
          </p:nvSpPr>
          <p:spPr>
            <a:xfrm>
              <a:off x="3115194" y="15845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06" name="ph1306"/>
            <p:cNvSpPr/>
            <p:nvPr/>
          </p:nvSpPr>
          <p:spPr>
            <a:xfrm>
              <a:off x="3123902" y="15845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07" name="ph1307"/>
            <p:cNvSpPr/>
            <p:nvPr/>
          </p:nvSpPr>
          <p:spPr>
            <a:xfrm>
              <a:off x="3132609" y="15845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08" name="ph1308"/>
            <p:cNvSpPr/>
            <p:nvPr/>
          </p:nvSpPr>
          <p:spPr>
            <a:xfrm>
              <a:off x="3141316" y="15845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09" name="ph1309"/>
            <p:cNvSpPr/>
            <p:nvPr/>
          </p:nvSpPr>
          <p:spPr>
            <a:xfrm>
              <a:off x="3150023" y="15845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10" name="ph1310"/>
            <p:cNvSpPr/>
            <p:nvPr/>
          </p:nvSpPr>
          <p:spPr>
            <a:xfrm>
              <a:off x="3158730" y="15845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11" name="ph1311"/>
            <p:cNvSpPr/>
            <p:nvPr/>
          </p:nvSpPr>
          <p:spPr>
            <a:xfrm>
              <a:off x="3167438" y="15845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12" name="ph1312"/>
            <p:cNvSpPr/>
            <p:nvPr/>
          </p:nvSpPr>
          <p:spPr>
            <a:xfrm>
              <a:off x="3176145" y="15845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13" name="ph1313"/>
            <p:cNvSpPr/>
            <p:nvPr/>
          </p:nvSpPr>
          <p:spPr>
            <a:xfrm>
              <a:off x="3184852" y="15845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14" name="ph1314"/>
            <p:cNvSpPr/>
            <p:nvPr/>
          </p:nvSpPr>
          <p:spPr>
            <a:xfrm>
              <a:off x="3219681" y="15845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15" name="ph1315"/>
            <p:cNvSpPr/>
            <p:nvPr/>
          </p:nvSpPr>
          <p:spPr>
            <a:xfrm>
              <a:off x="3228388" y="15845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16" name="ph1316"/>
            <p:cNvSpPr/>
            <p:nvPr/>
          </p:nvSpPr>
          <p:spPr>
            <a:xfrm>
              <a:off x="3237095" y="15845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17" name="ph1317"/>
            <p:cNvSpPr/>
            <p:nvPr/>
          </p:nvSpPr>
          <p:spPr>
            <a:xfrm>
              <a:off x="3245802" y="15845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18" name="ph1318"/>
            <p:cNvSpPr/>
            <p:nvPr/>
          </p:nvSpPr>
          <p:spPr>
            <a:xfrm>
              <a:off x="3254509" y="15845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19" name="ph1319"/>
            <p:cNvSpPr/>
            <p:nvPr/>
          </p:nvSpPr>
          <p:spPr>
            <a:xfrm>
              <a:off x="3263217" y="15845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20" name="ph1320"/>
            <p:cNvSpPr/>
            <p:nvPr/>
          </p:nvSpPr>
          <p:spPr>
            <a:xfrm>
              <a:off x="3271924" y="15845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21" name="ph1321"/>
            <p:cNvSpPr/>
            <p:nvPr/>
          </p:nvSpPr>
          <p:spPr>
            <a:xfrm>
              <a:off x="3280631" y="15845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22" name="ph1322"/>
            <p:cNvSpPr/>
            <p:nvPr/>
          </p:nvSpPr>
          <p:spPr>
            <a:xfrm>
              <a:off x="3289338" y="15845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23" name="ph1323"/>
            <p:cNvSpPr/>
            <p:nvPr/>
          </p:nvSpPr>
          <p:spPr>
            <a:xfrm>
              <a:off x="3298045" y="15845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24" name="ph1324"/>
            <p:cNvSpPr/>
            <p:nvPr/>
          </p:nvSpPr>
          <p:spPr>
            <a:xfrm>
              <a:off x="3080366" y="15952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25" name="ph1325"/>
            <p:cNvSpPr/>
            <p:nvPr/>
          </p:nvSpPr>
          <p:spPr>
            <a:xfrm>
              <a:off x="3089073" y="15952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26" name="ph1326"/>
            <p:cNvSpPr/>
            <p:nvPr/>
          </p:nvSpPr>
          <p:spPr>
            <a:xfrm>
              <a:off x="3097780" y="15952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27" name="ph1327"/>
            <p:cNvSpPr/>
            <p:nvPr/>
          </p:nvSpPr>
          <p:spPr>
            <a:xfrm>
              <a:off x="3106487" y="15952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28" name="ph1328"/>
            <p:cNvSpPr/>
            <p:nvPr/>
          </p:nvSpPr>
          <p:spPr>
            <a:xfrm>
              <a:off x="3115194" y="15952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29" name="ph1329"/>
            <p:cNvSpPr/>
            <p:nvPr/>
          </p:nvSpPr>
          <p:spPr>
            <a:xfrm>
              <a:off x="3123902" y="15952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30" name="ph1330"/>
            <p:cNvSpPr/>
            <p:nvPr/>
          </p:nvSpPr>
          <p:spPr>
            <a:xfrm>
              <a:off x="3132609" y="15952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31" name="ph1331"/>
            <p:cNvSpPr/>
            <p:nvPr/>
          </p:nvSpPr>
          <p:spPr>
            <a:xfrm>
              <a:off x="3141316" y="15952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32" name="ph1332"/>
            <p:cNvSpPr/>
            <p:nvPr/>
          </p:nvSpPr>
          <p:spPr>
            <a:xfrm>
              <a:off x="3150023" y="15952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33" name="ph1333"/>
            <p:cNvSpPr/>
            <p:nvPr/>
          </p:nvSpPr>
          <p:spPr>
            <a:xfrm>
              <a:off x="3158730" y="15952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34" name="ph1334"/>
            <p:cNvSpPr/>
            <p:nvPr/>
          </p:nvSpPr>
          <p:spPr>
            <a:xfrm>
              <a:off x="3167438" y="15952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35" name="ph1335"/>
            <p:cNvSpPr/>
            <p:nvPr/>
          </p:nvSpPr>
          <p:spPr>
            <a:xfrm>
              <a:off x="3176145" y="15952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36" name="ph1336"/>
            <p:cNvSpPr/>
            <p:nvPr/>
          </p:nvSpPr>
          <p:spPr>
            <a:xfrm>
              <a:off x="3184852" y="15952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37" name="ph1337"/>
            <p:cNvSpPr/>
            <p:nvPr/>
          </p:nvSpPr>
          <p:spPr>
            <a:xfrm>
              <a:off x="3219681" y="15952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38" name="ph1338"/>
            <p:cNvSpPr/>
            <p:nvPr/>
          </p:nvSpPr>
          <p:spPr>
            <a:xfrm>
              <a:off x="3228388" y="15952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39" name="ph1339"/>
            <p:cNvSpPr/>
            <p:nvPr/>
          </p:nvSpPr>
          <p:spPr>
            <a:xfrm>
              <a:off x="3237095" y="15952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40" name="ph1340"/>
            <p:cNvSpPr/>
            <p:nvPr/>
          </p:nvSpPr>
          <p:spPr>
            <a:xfrm>
              <a:off x="3245802" y="15952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41" name="ph1341"/>
            <p:cNvSpPr/>
            <p:nvPr/>
          </p:nvSpPr>
          <p:spPr>
            <a:xfrm>
              <a:off x="3254509" y="15952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42" name="ph1342"/>
            <p:cNvSpPr/>
            <p:nvPr/>
          </p:nvSpPr>
          <p:spPr>
            <a:xfrm>
              <a:off x="3263217" y="15952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43" name="ph1343"/>
            <p:cNvSpPr/>
            <p:nvPr/>
          </p:nvSpPr>
          <p:spPr>
            <a:xfrm>
              <a:off x="3271924" y="15952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44" name="ph1344"/>
            <p:cNvSpPr/>
            <p:nvPr/>
          </p:nvSpPr>
          <p:spPr>
            <a:xfrm>
              <a:off x="3280631" y="15952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45" name="ph1345"/>
            <p:cNvSpPr/>
            <p:nvPr/>
          </p:nvSpPr>
          <p:spPr>
            <a:xfrm>
              <a:off x="3289338" y="15952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46" name="ph1346"/>
            <p:cNvSpPr/>
            <p:nvPr/>
          </p:nvSpPr>
          <p:spPr>
            <a:xfrm>
              <a:off x="3071659" y="16059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47" name="ph1347"/>
            <p:cNvSpPr/>
            <p:nvPr/>
          </p:nvSpPr>
          <p:spPr>
            <a:xfrm>
              <a:off x="3080366" y="16059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48" name="ph1348"/>
            <p:cNvSpPr/>
            <p:nvPr/>
          </p:nvSpPr>
          <p:spPr>
            <a:xfrm>
              <a:off x="3089073" y="16059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49" name="ph1349"/>
            <p:cNvSpPr/>
            <p:nvPr/>
          </p:nvSpPr>
          <p:spPr>
            <a:xfrm>
              <a:off x="3097780" y="16059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50" name="ph1350"/>
            <p:cNvSpPr/>
            <p:nvPr/>
          </p:nvSpPr>
          <p:spPr>
            <a:xfrm>
              <a:off x="3106487" y="16059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51" name="ph1351"/>
            <p:cNvSpPr/>
            <p:nvPr/>
          </p:nvSpPr>
          <p:spPr>
            <a:xfrm>
              <a:off x="3115194" y="16059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52" name="ph1352"/>
            <p:cNvSpPr/>
            <p:nvPr/>
          </p:nvSpPr>
          <p:spPr>
            <a:xfrm>
              <a:off x="3123902" y="16059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53" name="ph1353"/>
            <p:cNvSpPr/>
            <p:nvPr/>
          </p:nvSpPr>
          <p:spPr>
            <a:xfrm>
              <a:off x="3132609" y="16059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54" name="ph1354"/>
            <p:cNvSpPr/>
            <p:nvPr/>
          </p:nvSpPr>
          <p:spPr>
            <a:xfrm>
              <a:off x="3141316" y="16059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55" name="ph1355"/>
            <p:cNvSpPr/>
            <p:nvPr/>
          </p:nvSpPr>
          <p:spPr>
            <a:xfrm>
              <a:off x="3150023" y="16059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56" name="ph1356"/>
            <p:cNvSpPr/>
            <p:nvPr/>
          </p:nvSpPr>
          <p:spPr>
            <a:xfrm>
              <a:off x="3158730" y="16059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57" name="ph1357"/>
            <p:cNvSpPr/>
            <p:nvPr/>
          </p:nvSpPr>
          <p:spPr>
            <a:xfrm>
              <a:off x="3167438" y="16059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58" name="ph1358"/>
            <p:cNvSpPr/>
            <p:nvPr/>
          </p:nvSpPr>
          <p:spPr>
            <a:xfrm>
              <a:off x="3176145" y="16059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59" name="ph1359"/>
            <p:cNvSpPr/>
            <p:nvPr/>
          </p:nvSpPr>
          <p:spPr>
            <a:xfrm>
              <a:off x="3184852" y="16059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60" name="ph1360"/>
            <p:cNvSpPr/>
            <p:nvPr/>
          </p:nvSpPr>
          <p:spPr>
            <a:xfrm>
              <a:off x="3193559" y="16059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61" name="ph1361"/>
            <p:cNvSpPr/>
            <p:nvPr/>
          </p:nvSpPr>
          <p:spPr>
            <a:xfrm>
              <a:off x="3228388" y="16059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62" name="ph1362"/>
            <p:cNvSpPr/>
            <p:nvPr/>
          </p:nvSpPr>
          <p:spPr>
            <a:xfrm>
              <a:off x="3237095" y="16059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63" name="ph1363"/>
            <p:cNvSpPr/>
            <p:nvPr/>
          </p:nvSpPr>
          <p:spPr>
            <a:xfrm>
              <a:off x="3245802" y="16059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64" name="ph1364"/>
            <p:cNvSpPr/>
            <p:nvPr/>
          </p:nvSpPr>
          <p:spPr>
            <a:xfrm>
              <a:off x="3254509" y="16059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65" name="ph1365"/>
            <p:cNvSpPr/>
            <p:nvPr/>
          </p:nvSpPr>
          <p:spPr>
            <a:xfrm>
              <a:off x="3263217" y="16059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66" name="ph1366"/>
            <p:cNvSpPr/>
            <p:nvPr/>
          </p:nvSpPr>
          <p:spPr>
            <a:xfrm>
              <a:off x="3271924" y="16059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67" name="ph1367"/>
            <p:cNvSpPr/>
            <p:nvPr/>
          </p:nvSpPr>
          <p:spPr>
            <a:xfrm>
              <a:off x="3280631" y="160590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68" name="ph1368"/>
            <p:cNvSpPr/>
            <p:nvPr/>
          </p:nvSpPr>
          <p:spPr>
            <a:xfrm>
              <a:off x="3071659" y="16165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69" name="ph1369"/>
            <p:cNvSpPr/>
            <p:nvPr/>
          </p:nvSpPr>
          <p:spPr>
            <a:xfrm>
              <a:off x="3080366" y="16165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70" name="ph1370"/>
            <p:cNvSpPr/>
            <p:nvPr/>
          </p:nvSpPr>
          <p:spPr>
            <a:xfrm>
              <a:off x="3089073" y="16165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71" name="ph1371"/>
            <p:cNvSpPr/>
            <p:nvPr/>
          </p:nvSpPr>
          <p:spPr>
            <a:xfrm>
              <a:off x="3097780" y="16165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72" name="ph1372"/>
            <p:cNvSpPr/>
            <p:nvPr/>
          </p:nvSpPr>
          <p:spPr>
            <a:xfrm>
              <a:off x="3106487" y="16165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73" name="ph1373"/>
            <p:cNvSpPr/>
            <p:nvPr/>
          </p:nvSpPr>
          <p:spPr>
            <a:xfrm>
              <a:off x="3115194" y="16165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74" name="ph1374"/>
            <p:cNvSpPr/>
            <p:nvPr/>
          </p:nvSpPr>
          <p:spPr>
            <a:xfrm>
              <a:off x="3123902" y="16165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75" name="ph1375"/>
            <p:cNvSpPr/>
            <p:nvPr/>
          </p:nvSpPr>
          <p:spPr>
            <a:xfrm>
              <a:off x="3132609" y="16165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76" name="ph1376"/>
            <p:cNvSpPr/>
            <p:nvPr/>
          </p:nvSpPr>
          <p:spPr>
            <a:xfrm>
              <a:off x="3141316" y="16165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77" name="ph1377"/>
            <p:cNvSpPr/>
            <p:nvPr/>
          </p:nvSpPr>
          <p:spPr>
            <a:xfrm>
              <a:off x="3150023" y="16165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78" name="ph1378"/>
            <p:cNvSpPr/>
            <p:nvPr/>
          </p:nvSpPr>
          <p:spPr>
            <a:xfrm>
              <a:off x="3158730" y="16165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79" name="ph1379"/>
            <p:cNvSpPr/>
            <p:nvPr/>
          </p:nvSpPr>
          <p:spPr>
            <a:xfrm>
              <a:off x="3167438" y="16165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80" name="ph1380"/>
            <p:cNvSpPr/>
            <p:nvPr/>
          </p:nvSpPr>
          <p:spPr>
            <a:xfrm>
              <a:off x="3176145" y="16165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81" name="ph1381"/>
            <p:cNvSpPr/>
            <p:nvPr/>
          </p:nvSpPr>
          <p:spPr>
            <a:xfrm>
              <a:off x="3184852" y="16165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82" name="ph1382"/>
            <p:cNvSpPr/>
            <p:nvPr/>
          </p:nvSpPr>
          <p:spPr>
            <a:xfrm>
              <a:off x="3193559" y="16165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83" name="ph1383"/>
            <p:cNvSpPr/>
            <p:nvPr/>
          </p:nvSpPr>
          <p:spPr>
            <a:xfrm>
              <a:off x="3228388" y="16165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84" name="ph1384"/>
            <p:cNvSpPr/>
            <p:nvPr/>
          </p:nvSpPr>
          <p:spPr>
            <a:xfrm>
              <a:off x="3237095" y="16165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85" name="ph1385"/>
            <p:cNvSpPr/>
            <p:nvPr/>
          </p:nvSpPr>
          <p:spPr>
            <a:xfrm>
              <a:off x="3245802" y="16165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86" name="ph1386"/>
            <p:cNvSpPr/>
            <p:nvPr/>
          </p:nvSpPr>
          <p:spPr>
            <a:xfrm>
              <a:off x="3254509" y="16165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87" name="ph1387"/>
            <p:cNvSpPr/>
            <p:nvPr/>
          </p:nvSpPr>
          <p:spPr>
            <a:xfrm>
              <a:off x="3263217" y="16165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88" name="ph1388"/>
            <p:cNvSpPr/>
            <p:nvPr/>
          </p:nvSpPr>
          <p:spPr>
            <a:xfrm>
              <a:off x="3271924" y="16165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89" name="ph1389"/>
            <p:cNvSpPr/>
            <p:nvPr/>
          </p:nvSpPr>
          <p:spPr>
            <a:xfrm>
              <a:off x="3062951" y="16272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90" name="ph1390"/>
            <p:cNvSpPr/>
            <p:nvPr/>
          </p:nvSpPr>
          <p:spPr>
            <a:xfrm>
              <a:off x="3071659" y="16272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91" name="ph1391"/>
            <p:cNvSpPr/>
            <p:nvPr/>
          </p:nvSpPr>
          <p:spPr>
            <a:xfrm>
              <a:off x="3080366" y="16272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92" name="ph1392"/>
            <p:cNvSpPr/>
            <p:nvPr/>
          </p:nvSpPr>
          <p:spPr>
            <a:xfrm>
              <a:off x="3089073" y="16272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93" name="ph1393"/>
            <p:cNvSpPr/>
            <p:nvPr/>
          </p:nvSpPr>
          <p:spPr>
            <a:xfrm>
              <a:off x="3097780" y="16272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94" name="ph1394"/>
            <p:cNvSpPr/>
            <p:nvPr/>
          </p:nvSpPr>
          <p:spPr>
            <a:xfrm>
              <a:off x="3106487" y="16272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95" name="ph1395"/>
            <p:cNvSpPr/>
            <p:nvPr/>
          </p:nvSpPr>
          <p:spPr>
            <a:xfrm>
              <a:off x="3115194" y="16272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96" name="ph1396"/>
            <p:cNvSpPr/>
            <p:nvPr/>
          </p:nvSpPr>
          <p:spPr>
            <a:xfrm>
              <a:off x="3123902" y="16272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97" name="ph1397"/>
            <p:cNvSpPr/>
            <p:nvPr/>
          </p:nvSpPr>
          <p:spPr>
            <a:xfrm>
              <a:off x="3132609" y="16272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98" name="ph1398"/>
            <p:cNvSpPr/>
            <p:nvPr/>
          </p:nvSpPr>
          <p:spPr>
            <a:xfrm>
              <a:off x="3141316" y="16272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399" name="ph1399"/>
            <p:cNvSpPr/>
            <p:nvPr/>
          </p:nvSpPr>
          <p:spPr>
            <a:xfrm>
              <a:off x="3150023" y="16272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00" name="ph1400"/>
            <p:cNvSpPr/>
            <p:nvPr/>
          </p:nvSpPr>
          <p:spPr>
            <a:xfrm>
              <a:off x="3158730" y="16272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01" name="ph1401"/>
            <p:cNvSpPr/>
            <p:nvPr/>
          </p:nvSpPr>
          <p:spPr>
            <a:xfrm>
              <a:off x="3167438" y="16272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02" name="ph1402"/>
            <p:cNvSpPr/>
            <p:nvPr/>
          </p:nvSpPr>
          <p:spPr>
            <a:xfrm>
              <a:off x="3176145" y="16272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03" name="ph1403"/>
            <p:cNvSpPr/>
            <p:nvPr/>
          </p:nvSpPr>
          <p:spPr>
            <a:xfrm>
              <a:off x="3184852" y="16272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04" name="ph1404"/>
            <p:cNvSpPr/>
            <p:nvPr/>
          </p:nvSpPr>
          <p:spPr>
            <a:xfrm>
              <a:off x="3193559" y="16272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05" name="ph1405"/>
            <p:cNvSpPr/>
            <p:nvPr/>
          </p:nvSpPr>
          <p:spPr>
            <a:xfrm>
              <a:off x="3202266" y="16272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06" name="ph1406"/>
            <p:cNvSpPr/>
            <p:nvPr/>
          </p:nvSpPr>
          <p:spPr>
            <a:xfrm>
              <a:off x="3228388" y="16272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07" name="ph1407"/>
            <p:cNvSpPr/>
            <p:nvPr/>
          </p:nvSpPr>
          <p:spPr>
            <a:xfrm>
              <a:off x="3237095" y="16272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08" name="ph1408"/>
            <p:cNvSpPr/>
            <p:nvPr/>
          </p:nvSpPr>
          <p:spPr>
            <a:xfrm>
              <a:off x="3245802" y="16272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09" name="ph1409"/>
            <p:cNvSpPr/>
            <p:nvPr/>
          </p:nvSpPr>
          <p:spPr>
            <a:xfrm>
              <a:off x="3254509" y="16272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10" name="ph1410"/>
            <p:cNvSpPr/>
            <p:nvPr/>
          </p:nvSpPr>
          <p:spPr>
            <a:xfrm>
              <a:off x="3263217" y="16272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11" name="ph1411"/>
            <p:cNvSpPr/>
            <p:nvPr/>
          </p:nvSpPr>
          <p:spPr>
            <a:xfrm>
              <a:off x="3271924" y="16272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12" name="ph1412"/>
            <p:cNvSpPr/>
            <p:nvPr/>
          </p:nvSpPr>
          <p:spPr>
            <a:xfrm>
              <a:off x="3062951" y="16379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13" name="ph1413"/>
            <p:cNvSpPr/>
            <p:nvPr/>
          </p:nvSpPr>
          <p:spPr>
            <a:xfrm>
              <a:off x="3071659" y="16379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14" name="ph1414"/>
            <p:cNvSpPr/>
            <p:nvPr/>
          </p:nvSpPr>
          <p:spPr>
            <a:xfrm>
              <a:off x="3080366" y="16379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15" name="ph1415"/>
            <p:cNvSpPr/>
            <p:nvPr/>
          </p:nvSpPr>
          <p:spPr>
            <a:xfrm>
              <a:off x="3089073" y="16379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16" name="ph1416"/>
            <p:cNvSpPr/>
            <p:nvPr/>
          </p:nvSpPr>
          <p:spPr>
            <a:xfrm>
              <a:off x="3097780" y="16379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17" name="ph1417"/>
            <p:cNvSpPr/>
            <p:nvPr/>
          </p:nvSpPr>
          <p:spPr>
            <a:xfrm>
              <a:off x="3106487" y="16379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18" name="ph1418"/>
            <p:cNvSpPr/>
            <p:nvPr/>
          </p:nvSpPr>
          <p:spPr>
            <a:xfrm>
              <a:off x="3115194" y="16379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19" name="ph1419"/>
            <p:cNvSpPr/>
            <p:nvPr/>
          </p:nvSpPr>
          <p:spPr>
            <a:xfrm>
              <a:off x="3123902" y="16379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20" name="ph1420"/>
            <p:cNvSpPr/>
            <p:nvPr/>
          </p:nvSpPr>
          <p:spPr>
            <a:xfrm>
              <a:off x="3132609" y="16379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21" name="ph1421"/>
            <p:cNvSpPr/>
            <p:nvPr/>
          </p:nvSpPr>
          <p:spPr>
            <a:xfrm>
              <a:off x="3141316" y="16379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22" name="ph1422"/>
            <p:cNvSpPr/>
            <p:nvPr/>
          </p:nvSpPr>
          <p:spPr>
            <a:xfrm>
              <a:off x="3150023" y="16379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23" name="ph1423"/>
            <p:cNvSpPr/>
            <p:nvPr/>
          </p:nvSpPr>
          <p:spPr>
            <a:xfrm>
              <a:off x="3158730" y="16379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24" name="ph1424"/>
            <p:cNvSpPr/>
            <p:nvPr/>
          </p:nvSpPr>
          <p:spPr>
            <a:xfrm>
              <a:off x="3167438" y="16379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25" name="ph1425"/>
            <p:cNvSpPr/>
            <p:nvPr/>
          </p:nvSpPr>
          <p:spPr>
            <a:xfrm>
              <a:off x="3176145" y="16379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61CEAD">
                <a:alpha val="100000"/>
              </a:srgbClr>
            </a:solidFill>
            <a:ln w="5420" cap="flat">
              <a:solidFill>
                <a:srgbClr val="61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26" name="ph1426"/>
            <p:cNvSpPr/>
            <p:nvPr/>
          </p:nvSpPr>
          <p:spPr>
            <a:xfrm>
              <a:off x="3184852" y="16379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27" name="ph1427"/>
            <p:cNvSpPr/>
            <p:nvPr/>
          </p:nvSpPr>
          <p:spPr>
            <a:xfrm>
              <a:off x="3193559" y="16379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28" name="ph1428"/>
            <p:cNvSpPr/>
            <p:nvPr/>
          </p:nvSpPr>
          <p:spPr>
            <a:xfrm>
              <a:off x="3202266" y="16379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29" name="ph1429"/>
            <p:cNvSpPr/>
            <p:nvPr/>
          </p:nvSpPr>
          <p:spPr>
            <a:xfrm>
              <a:off x="3210973" y="16379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30" name="ph1430"/>
            <p:cNvSpPr/>
            <p:nvPr/>
          </p:nvSpPr>
          <p:spPr>
            <a:xfrm>
              <a:off x="3237095" y="16379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31" name="ph1431"/>
            <p:cNvSpPr/>
            <p:nvPr/>
          </p:nvSpPr>
          <p:spPr>
            <a:xfrm>
              <a:off x="3245802" y="16379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32" name="ph1432"/>
            <p:cNvSpPr/>
            <p:nvPr/>
          </p:nvSpPr>
          <p:spPr>
            <a:xfrm>
              <a:off x="3254509" y="16379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33" name="ph1433"/>
            <p:cNvSpPr/>
            <p:nvPr/>
          </p:nvSpPr>
          <p:spPr>
            <a:xfrm>
              <a:off x="3263217" y="16379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34" name="ph1434"/>
            <p:cNvSpPr/>
            <p:nvPr/>
          </p:nvSpPr>
          <p:spPr>
            <a:xfrm>
              <a:off x="3271924" y="16379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35" name="ph1435"/>
            <p:cNvSpPr/>
            <p:nvPr/>
          </p:nvSpPr>
          <p:spPr>
            <a:xfrm>
              <a:off x="3062951" y="16486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36" name="ph1436"/>
            <p:cNvSpPr/>
            <p:nvPr/>
          </p:nvSpPr>
          <p:spPr>
            <a:xfrm>
              <a:off x="3071659" y="16486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37" name="ph1437"/>
            <p:cNvSpPr/>
            <p:nvPr/>
          </p:nvSpPr>
          <p:spPr>
            <a:xfrm>
              <a:off x="3080366" y="16486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38" name="ph1438"/>
            <p:cNvSpPr/>
            <p:nvPr/>
          </p:nvSpPr>
          <p:spPr>
            <a:xfrm>
              <a:off x="3089073" y="16486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39" name="ph1439"/>
            <p:cNvSpPr/>
            <p:nvPr/>
          </p:nvSpPr>
          <p:spPr>
            <a:xfrm>
              <a:off x="3097780" y="16486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40" name="ph1440"/>
            <p:cNvSpPr/>
            <p:nvPr/>
          </p:nvSpPr>
          <p:spPr>
            <a:xfrm>
              <a:off x="3106487" y="16486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41" name="ph1441"/>
            <p:cNvSpPr/>
            <p:nvPr/>
          </p:nvSpPr>
          <p:spPr>
            <a:xfrm>
              <a:off x="3115194" y="16486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42" name="ph1442"/>
            <p:cNvSpPr/>
            <p:nvPr/>
          </p:nvSpPr>
          <p:spPr>
            <a:xfrm>
              <a:off x="3123902" y="16486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43" name="ph1443"/>
            <p:cNvSpPr/>
            <p:nvPr/>
          </p:nvSpPr>
          <p:spPr>
            <a:xfrm>
              <a:off x="3132609" y="16486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44" name="ph1444"/>
            <p:cNvSpPr/>
            <p:nvPr/>
          </p:nvSpPr>
          <p:spPr>
            <a:xfrm>
              <a:off x="3141316" y="16486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45" name="ph1445"/>
            <p:cNvSpPr/>
            <p:nvPr/>
          </p:nvSpPr>
          <p:spPr>
            <a:xfrm>
              <a:off x="3150023" y="16486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46" name="ph1446"/>
            <p:cNvSpPr/>
            <p:nvPr/>
          </p:nvSpPr>
          <p:spPr>
            <a:xfrm>
              <a:off x="3158730" y="16486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47" name="ph1447"/>
            <p:cNvSpPr/>
            <p:nvPr/>
          </p:nvSpPr>
          <p:spPr>
            <a:xfrm>
              <a:off x="3167438" y="16486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7FD6B8">
                <a:alpha val="100000"/>
              </a:srgbClr>
            </a:solidFill>
            <a:ln w="5420" cap="flat">
              <a:solidFill>
                <a:srgbClr val="7F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48" name="ph1448"/>
            <p:cNvSpPr/>
            <p:nvPr/>
          </p:nvSpPr>
          <p:spPr>
            <a:xfrm>
              <a:off x="3176145" y="16486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49" name="ph1449"/>
            <p:cNvSpPr/>
            <p:nvPr/>
          </p:nvSpPr>
          <p:spPr>
            <a:xfrm>
              <a:off x="3184852" y="16486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50" name="ph1450"/>
            <p:cNvSpPr/>
            <p:nvPr/>
          </p:nvSpPr>
          <p:spPr>
            <a:xfrm>
              <a:off x="3193559" y="16486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51" name="ph1451"/>
            <p:cNvSpPr/>
            <p:nvPr/>
          </p:nvSpPr>
          <p:spPr>
            <a:xfrm>
              <a:off x="3202266" y="16486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52" name="ph1452"/>
            <p:cNvSpPr/>
            <p:nvPr/>
          </p:nvSpPr>
          <p:spPr>
            <a:xfrm>
              <a:off x="3210973" y="16486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53" name="ph1453"/>
            <p:cNvSpPr/>
            <p:nvPr/>
          </p:nvSpPr>
          <p:spPr>
            <a:xfrm>
              <a:off x="3228388" y="16486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54" name="ph1454"/>
            <p:cNvSpPr/>
            <p:nvPr/>
          </p:nvSpPr>
          <p:spPr>
            <a:xfrm>
              <a:off x="3237095" y="16486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55" name="ph1455"/>
            <p:cNvSpPr/>
            <p:nvPr/>
          </p:nvSpPr>
          <p:spPr>
            <a:xfrm>
              <a:off x="3245802" y="16486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56" name="ph1456"/>
            <p:cNvSpPr/>
            <p:nvPr/>
          </p:nvSpPr>
          <p:spPr>
            <a:xfrm>
              <a:off x="3254509" y="16486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57" name="ph1457"/>
            <p:cNvSpPr/>
            <p:nvPr/>
          </p:nvSpPr>
          <p:spPr>
            <a:xfrm>
              <a:off x="3263217" y="16486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58" name="ph1458"/>
            <p:cNvSpPr/>
            <p:nvPr/>
          </p:nvSpPr>
          <p:spPr>
            <a:xfrm>
              <a:off x="3271924" y="16486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59" name="ph1459"/>
            <p:cNvSpPr/>
            <p:nvPr/>
          </p:nvSpPr>
          <p:spPr>
            <a:xfrm>
              <a:off x="3071659" y="16593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60" name="ph1460"/>
            <p:cNvSpPr/>
            <p:nvPr/>
          </p:nvSpPr>
          <p:spPr>
            <a:xfrm>
              <a:off x="3080366" y="16593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61" name="ph1461"/>
            <p:cNvSpPr/>
            <p:nvPr/>
          </p:nvSpPr>
          <p:spPr>
            <a:xfrm>
              <a:off x="3089073" y="16593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62" name="ph1462"/>
            <p:cNvSpPr/>
            <p:nvPr/>
          </p:nvSpPr>
          <p:spPr>
            <a:xfrm>
              <a:off x="3097780" y="16593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63" name="ph1463"/>
            <p:cNvSpPr/>
            <p:nvPr/>
          </p:nvSpPr>
          <p:spPr>
            <a:xfrm>
              <a:off x="3106487" y="16593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64" name="ph1464"/>
            <p:cNvSpPr/>
            <p:nvPr/>
          </p:nvSpPr>
          <p:spPr>
            <a:xfrm>
              <a:off x="3115194" y="16593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65" name="ph1465"/>
            <p:cNvSpPr/>
            <p:nvPr/>
          </p:nvSpPr>
          <p:spPr>
            <a:xfrm>
              <a:off x="3123902" y="16593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66" name="ph1466"/>
            <p:cNvSpPr/>
            <p:nvPr/>
          </p:nvSpPr>
          <p:spPr>
            <a:xfrm>
              <a:off x="3132609" y="16593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8FDCBF">
                <a:alpha val="100000"/>
              </a:srgbClr>
            </a:solidFill>
            <a:ln w="5420" cap="flat">
              <a:solidFill>
                <a:srgbClr val="8F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67" name="ph1467"/>
            <p:cNvSpPr/>
            <p:nvPr/>
          </p:nvSpPr>
          <p:spPr>
            <a:xfrm>
              <a:off x="3141316" y="16593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68" name="ph1468"/>
            <p:cNvSpPr/>
            <p:nvPr/>
          </p:nvSpPr>
          <p:spPr>
            <a:xfrm>
              <a:off x="3150023" y="16593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69" name="ph1469"/>
            <p:cNvSpPr/>
            <p:nvPr/>
          </p:nvSpPr>
          <p:spPr>
            <a:xfrm>
              <a:off x="3158730" y="16593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70" name="ph1470"/>
            <p:cNvSpPr/>
            <p:nvPr/>
          </p:nvSpPr>
          <p:spPr>
            <a:xfrm>
              <a:off x="3167438" y="16593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8EDBBF">
                <a:alpha val="100000"/>
              </a:srgbClr>
            </a:solidFill>
            <a:ln w="5420" cap="flat">
              <a:solidFill>
                <a:srgbClr val="8E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71" name="ph1471"/>
            <p:cNvSpPr/>
            <p:nvPr/>
          </p:nvSpPr>
          <p:spPr>
            <a:xfrm>
              <a:off x="3176145" y="16593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72" name="ph1472"/>
            <p:cNvSpPr/>
            <p:nvPr/>
          </p:nvSpPr>
          <p:spPr>
            <a:xfrm>
              <a:off x="3184852" y="16593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73" name="ph1473"/>
            <p:cNvSpPr/>
            <p:nvPr/>
          </p:nvSpPr>
          <p:spPr>
            <a:xfrm>
              <a:off x="3193559" y="16593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74" name="ph1474"/>
            <p:cNvSpPr/>
            <p:nvPr/>
          </p:nvSpPr>
          <p:spPr>
            <a:xfrm>
              <a:off x="3202266" y="16593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75" name="ph1475"/>
            <p:cNvSpPr/>
            <p:nvPr/>
          </p:nvSpPr>
          <p:spPr>
            <a:xfrm>
              <a:off x="3210973" y="16593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76" name="ph1476"/>
            <p:cNvSpPr/>
            <p:nvPr/>
          </p:nvSpPr>
          <p:spPr>
            <a:xfrm>
              <a:off x="3219681" y="16593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77" name="ph1477"/>
            <p:cNvSpPr/>
            <p:nvPr/>
          </p:nvSpPr>
          <p:spPr>
            <a:xfrm>
              <a:off x="3228388" y="16593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78" name="ph1478"/>
            <p:cNvSpPr/>
            <p:nvPr/>
          </p:nvSpPr>
          <p:spPr>
            <a:xfrm>
              <a:off x="3237095" y="16593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79" name="ph1479"/>
            <p:cNvSpPr/>
            <p:nvPr/>
          </p:nvSpPr>
          <p:spPr>
            <a:xfrm>
              <a:off x="3245802" y="16593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80" name="ph1480"/>
            <p:cNvSpPr/>
            <p:nvPr/>
          </p:nvSpPr>
          <p:spPr>
            <a:xfrm>
              <a:off x="3254509" y="16593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81" name="ph1481"/>
            <p:cNvSpPr/>
            <p:nvPr/>
          </p:nvSpPr>
          <p:spPr>
            <a:xfrm>
              <a:off x="3263217" y="16593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82" name="ph1482"/>
            <p:cNvSpPr/>
            <p:nvPr/>
          </p:nvSpPr>
          <p:spPr>
            <a:xfrm>
              <a:off x="3271924" y="16593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83" name="ph1483"/>
            <p:cNvSpPr/>
            <p:nvPr/>
          </p:nvSpPr>
          <p:spPr>
            <a:xfrm>
              <a:off x="3080366" y="16700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84" name="ph1484"/>
            <p:cNvSpPr/>
            <p:nvPr/>
          </p:nvSpPr>
          <p:spPr>
            <a:xfrm>
              <a:off x="3089073" y="16700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85" name="ph1485"/>
            <p:cNvSpPr/>
            <p:nvPr/>
          </p:nvSpPr>
          <p:spPr>
            <a:xfrm>
              <a:off x="3097780" y="16700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86" name="ph1486"/>
            <p:cNvSpPr/>
            <p:nvPr/>
          </p:nvSpPr>
          <p:spPr>
            <a:xfrm>
              <a:off x="3106487" y="16700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87" name="ph1487"/>
            <p:cNvSpPr/>
            <p:nvPr/>
          </p:nvSpPr>
          <p:spPr>
            <a:xfrm>
              <a:off x="3115194" y="16700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88" name="ph1488"/>
            <p:cNvSpPr/>
            <p:nvPr/>
          </p:nvSpPr>
          <p:spPr>
            <a:xfrm>
              <a:off x="3123902" y="16700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89" name="ph1489"/>
            <p:cNvSpPr/>
            <p:nvPr/>
          </p:nvSpPr>
          <p:spPr>
            <a:xfrm>
              <a:off x="3132609" y="16700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90" name="ph1490"/>
            <p:cNvSpPr/>
            <p:nvPr/>
          </p:nvSpPr>
          <p:spPr>
            <a:xfrm>
              <a:off x="3141316" y="16700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BBEAD4">
                <a:alpha val="100000"/>
              </a:srgbClr>
            </a:solidFill>
            <a:ln w="5420" cap="flat">
              <a:solidFill>
                <a:srgbClr val="BB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91" name="ph1491"/>
            <p:cNvSpPr/>
            <p:nvPr/>
          </p:nvSpPr>
          <p:spPr>
            <a:xfrm>
              <a:off x="3150023" y="16700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F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92" name="ph1492"/>
            <p:cNvSpPr/>
            <p:nvPr/>
          </p:nvSpPr>
          <p:spPr>
            <a:xfrm>
              <a:off x="3158730" y="16700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93" name="ph1493"/>
            <p:cNvSpPr/>
            <p:nvPr/>
          </p:nvSpPr>
          <p:spPr>
            <a:xfrm>
              <a:off x="3167438" y="16700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94" name="ph1494"/>
            <p:cNvSpPr/>
            <p:nvPr/>
          </p:nvSpPr>
          <p:spPr>
            <a:xfrm>
              <a:off x="3176145" y="16700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95" name="ph1495"/>
            <p:cNvSpPr/>
            <p:nvPr/>
          </p:nvSpPr>
          <p:spPr>
            <a:xfrm>
              <a:off x="3184852" y="16700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96" name="ph1496"/>
            <p:cNvSpPr/>
            <p:nvPr/>
          </p:nvSpPr>
          <p:spPr>
            <a:xfrm>
              <a:off x="3193559" y="16700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97" name="ph1497"/>
            <p:cNvSpPr/>
            <p:nvPr/>
          </p:nvSpPr>
          <p:spPr>
            <a:xfrm>
              <a:off x="3202266" y="16700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98" name="ph1498"/>
            <p:cNvSpPr/>
            <p:nvPr/>
          </p:nvSpPr>
          <p:spPr>
            <a:xfrm>
              <a:off x="3210973" y="16700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499" name="ph1499"/>
            <p:cNvSpPr/>
            <p:nvPr/>
          </p:nvSpPr>
          <p:spPr>
            <a:xfrm>
              <a:off x="3219681" y="16700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00" name="ph1500"/>
            <p:cNvSpPr/>
            <p:nvPr/>
          </p:nvSpPr>
          <p:spPr>
            <a:xfrm>
              <a:off x="3228388" y="16700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01" name="ph1501"/>
            <p:cNvSpPr/>
            <p:nvPr/>
          </p:nvSpPr>
          <p:spPr>
            <a:xfrm>
              <a:off x="3237095" y="16700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02" name="ph1502"/>
            <p:cNvSpPr/>
            <p:nvPr/>
          </p:nvSpPr>
          <p:spPr>
            <a:xfrm>
              <a:off x="3245802" y="16700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03" name="ph1503"/>
            <p:cNvSpPr/>
            <p:nvPr/>
          </p:nvSpPr>
          <p:spPr>
            <a:xfrm>
              <a:off x="3254509" y="16700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04" name="ph1504"/>
            <p:cNvSpPr/>
            <p:nvPr/>
          </p:nvSpPr>
          <p:spPr>
            <a:xfrm>
              <a:off x="3263217" y="16700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05" name="ph1505"/>
            <p:cNvSpPr/>
            <p:nvPr/>
          </p:nvSpPr>
          <p:spPr>
            <a:xfrm>
              <a:off x="3080366" y="16807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06" name="ph1506"/>
            <p:cNvSpPr/>
            <p:nvPr/>
          </p:nvSpPr>
          <p:spPr>
            <a:xfrm>
              <a:off x="3089073" y="16807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07" name="ph1507"/>
            <p:cNvSpPr/>
            <p:nvPr/>
          </p:nvSpPr>
          <p:spPr>
            <a:xfrm>
              <a:off x="3097780" y="16807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08" name="ph1508"/>
            <p:cNvSpPr/>
            <p:nvPr/>
          </p:nvSpPr>
          <p:spPr>
            <a:xfrm>
              <a:off x="3106487" y="16807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09" name="ph1509"/>
            <p:cNvSpPr/>
            <p:nvPr/>
          </p:nvSpPr>
          <p:spPr>
            <a:xfrm>
              <a:off x="3115194" y="16807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10" name="ph1510"/>
            <p:cNvSpPr/>
            <p:nvPr/>
          </p:nvSpPr>
          <p:spPr>
            <a:xfrm>
              <a:off x="3123902" y="16807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11" name="ph1511"/>
            <p:cNvSpPr/>
            <p:nvPr/>
          </p:nvSpPr>
          <p:spPr>
            <a:xfrm>
              <a:off x="3132609" y="16807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12" name="ph1512"/>
            <p:cNvSpPr/>
            <p:nvPr/>
          </p:nvSpPr>
          <p:spPr>
            <a:xfrm>
              <a:off x="3141316" y="16807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C8EEDA">
                <a:alpha val="100000"/>
              </a:srgbClr>
            </a:solidFill>
            <a:ln w="5420" cap="flat">
              <a:solidFill>
                <a:srgbClr val="C8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13" name="ph1513"/>
            <p:cNvSpPr/>
            <p:nvPr/>
          </p:nvSpPr>
          <p:spPr>
            <a:xfrm>
              <a:off x="3150023" y="16807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CAEEDB">
                <a:alpha val="100000"/>
              </a:srgbClr>
            </a:solidFill>
            <a:ln w="5420" cap="flat">
              <a:solidFill>
                <a:srgbClr val="CAEE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14" name="ph1514"/>
            <p:cNvSpPr/>
            <p:nvPr/>
          </p:nvSpPr>
          <p:spPr>
            <a:xfrm>
              <a:off x="3158730" y="16807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B8E9D2">
                <a:alpha val="100000"/>
              </a:srgbClr>
            </a:solidFill>
            <a:ln w="5420" cap="flat">
              <a:solidFill>
                <a:srgbClr val="B8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15" name="ph1515"/>
            <p:cNvSpPr/>
            <p:nvPr/>
          </p:nvSpPr>
          <p:spPr>
            <a:xfrm>
              <a:off x="3167438" y="16807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16" name="ph1516"/>
            <p:cNvSpPr/>
            <p:nvPr/>
          </p:nvSpPr>
          <p:spPr>
            <a:xfrm>
              <a:off x="3176145" y="16807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17" name="ph1517"/>
            <p:cNvSpPr/>
            <p:nvPr/>
          </p:nvSpPr>
          <p:spPr>
            <a:xfrm>
              <a:off x="3184852" y="16807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18" name="ph1518"/>
            <p:cNvSpPr/>
            <p:nvPr/>
          </p:nvSpPr>
          <p:spPr>
            <a:xfrm>
              <a:off x="3193559" y="16807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19" name="ph1519"/>
            <p:cNvSpPr/>
            <p:nvPr/>
          </p:nvSpPr>
          <p:spPr>
            <a:xfrm>
              <a:off x="3202266" y="16807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20" name="ph1520"/>
            <p:cNvSpPr/>
            <p:nvPr/>
          </p:nvSpPr>
          <p:spPr>
            <a:xfrm>
              <a:off x="3210973" y="16807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21" name="ph1521"/>
            <p:cNvSpPr/>
            <p:nvPr/>
          </p:nvSpPr>
          <p:spPr>
            <a:xfrm>
              <a:off x="3219681" y="16807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22" name="ph1522"/>
            <p:cNvSpPr/>
            <p:nvPr/>
          </p:nvSpPr>
          <p:spPr>
            <a:xfrm>
              <a:off x="3228388" y="16807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23" name="ph1523"/>
            <p:cNvSpPr/>
            <p:nvPr/>
          </p:nvSpPr>
          <p:spPr>
            <a:xfrm>
              <a:off x="3237095" y="16807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24" name="ph1524"/>
            <p:cNvSpPr/>
            <p:nvPr/>
          </p:nvSpPr>
          <p:spPr>
            <a:xfrm>
              <a:off x="3245802" y="16807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25" name="ph1525"/>
            <p:cNvSpPr/>
            <p:nvPr/>
          </p:nvSpPr>
          <p:spPr>
            <a:xfrm>
              <a:off x="3254509" y="16807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26" name="ph1526"/>
            <p:cNvSpPr/>
            <p:nvPr/>
          </p:nvSpPr>
          <p:spPr>
            <a:xfrm>
              <a:off x="3097780" y="16914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27" name="ph1527"/>
            <p:cNvSpPr/>
            <p:nvPr/>
          </p:nvSpPr>
          <p:spPr>
            <a:xfrm>
              <a:off x="3106487" y="16914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28" name="ph1528"/>
            <p:cNvSpPr/>
            <p:nvPr/>
          </p:nvSpPr>
          <p:spPr>
            <a:xfrm>
              <a:off x="3115194" y="16914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29" name="ph1529"/>
            <p:cNvSpPr/>
            <p:nvPr/>
          </p:nvSpPr>
          <p:spPr>
            <a:xfrm>
              <a:off x="3123902" y="16914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9CDFC4">
                <a:alpha val="100000"/>
              </a:srgbClr>
            </a:solidFill>
            <a:ln w="5420" cap="flat">
              <a:solidFill>
                <a:srgbClr val="9C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30" name="ph1530"/>
            <p:cNvSpPr/>
            <p:nvPr/>
          </p:nvSpPr>
          <p:spPr>
            <a:xfrm>
              <a:off x="3132609" y="16914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31" name="ph1531"/>
            <p:cNvSpPr/>
            <p:nvPr/>
          </p:nvSpPr>
          <p:spPr>
            <a:xfrm>
              <a:off x="3141316" y="16914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C1ECD6">
                <a:alpha val="100000"/>
              </a:srgbClr>
            </a:solidFill>
            <a:ln w="5420" cap="flat">
              <a:solidFill>
                <a:srgbClr val="C1EC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32" name="ph1532"/>
            <p:cNvSpPr/>
            <p:nvPr/>
          </p:nvSpPr>
          <p:spPr>
            <a:xfrm>
              <a:off x="3150023" y="16914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C2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33" name="ph1533"/>
            <p:cNvSpPr/>
            <p:nvPr/>
          </p:nvSpPr>
          <p:spPr>
            <a:xfrm>
              <a:off x="3158730" y="16914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34" name="ph1534"/>
            <p:cNvSpPr/>
            <p:nvPr/>
          </p:nvSpPr>
          <p:spPr>
            <a:xfrm>
              <a:off x="3167438" y="16914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35" name="ph1535"/>
            <p:cNvSpPr/>
            <p:nvPr/>
          </p:nvSpPr>
          <p:spPr>
            <a:xfrm>
              <a:off x="3176145" y="16914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36" name="ph1536"/>
            <p:cNvSpPr/>
            <p:nvPr/>
          </p:nvSpPr>
          <p:spPr>
            <a:xfrm>
              <a:off x="3184852" y="16914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37" name="ph1537"/>
            <p:cNvSpPr/>
            <p:nvPr/>
          </p:nvSpPr>
          <p:spPr>
            <a:xfrm>
              <a:off x="3193559" y="16914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38" name="ph1538"/>
            <p:cNvSpPr/>
            <p:nvPr/>
          </p:nvSpPr>
          <p:spPr>
            <a:xfrm>
              <a:off x="3202266" y="16914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39" name="ph1539"/>
            <p:cNvSpPr/>
            <p:nvPr/>
          </p:nvSpPr>
          <p:spPr>
            <a:xfrm>
              <a:off x="3210973" y="16914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40" name="ph1540"/>
            <p:cNvSpPr/>
            <p:nvPr/>
          </p:nvSpPr>
          <p:spPr>
            <a:xfrm>
              <a:off x="3219681" y="16914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41" name="ph1541"/>
            <p:cNvSpPr/>
            <p:nvPr/>
          </p:nvSpPr>
          <p:spPr>
            <a:xfrm>
              <a:off x="3228388" y="16914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42" name="ph1542"/>
            <p:cNvSpPr/>
            <p:nvPr/>
          </p:nvSpPr>
          <p:spPr>
            <a:xfrm>
              <a:off x="3237095" y="16914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43" name="ph1543"/>
            <p:cNvSpPr/>
            <p:nvPr/>
          </p:nvSpPr>
          <p:spPr>
            <a:xfrm>
              <a:off x="3245802" y="169149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44" name="ph1544"/>
            <p:cNvSpPr/>
            <p:nvPr/>
          </p:nvSpPr>
          <p:spPr>
            <a:xfrm>
              <a:off x="3106487" y="17021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45" name="ph1545"/>
            <p:cNvSpPr/>
            <p:nvPr/>
          </p:nvSpPr>
          <p:spPr>
            <a:xfrm>
              <a:off x="3115194" y="17021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46" name="ph1546"/>
            <p:cNvSpPr/>
            <p:nvPr/>
          </p:nvSpPr>
          <p:spPr>
            <a:xfrm>
              <a:off x="3123902" y="17021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47" name="ph1547"/>
            <p:cNvSpPr/>
            <p:nvPr/>
          </p:nvSpPr>
          <p:spPr>
            <a:xfrm>
              <a:off x="3132609" y="17021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48" name="ph1548"/>
            <p:cNvSpPr/>
            <p:nvPr/>
          </p:nvSpPr>
          <p:spPr>
            <a:xfrm>
              <a:off x="3141316" y="17021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49" name="ph1549"/>
            <p:cNvSpPr/>
            <p:nvPr/>
          </p:nvSpPr>
          <p:spPr>
            <a:xfrm>
              <a:off x="3150023" y="17021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50" name="ph1550"/>
            <p:cNvSpPr/>
            <p:nvPr/>
          </p:nvSpPr>
          <p:spPr>
            <a:xfrm>
              <a:off x="3158730" y="17021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51" name="ph1551"/>
            <p:cNvSpPr/>
            <p:nvPr/>
          </p:nvSpPr>
          <p:spPr>
            <a:xfrm>
              <a:off x="3167438" y="17021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52" name="ph1552"/>
            <p:cNvSpPr/>
            <p:nvPr/>
          </p:nvSpPr>
          <p:spPr>
            <a:xfrm>
              <a:off x="3176145" y="17021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53" name="ph1553"/>
            <p:cNvSpPr/>
            <p:nvPr/>
          </p:nvSpPr>
          <p:spPr>
            <a:xfrm>
              <a:off x="3184852" y="17021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54" name="ph1554"/>
            <p:cNvSpPr/>
            <p:nvPr/>
          </p:nvSpPr>
          <p:spPr>
            <a:xfrm>
              <a:off x="3193559" y="17021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55" name="ph1555"/>
            <p:cNvSpPr/>
            <p:nvPr/>
          </p:nvSpPr>
          <p:spPr>
            <a:xfrm>
              <a:off x="3202266" y="17021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56" name="ph1556"/>
            <p:cNvSpPr/>
            <p:nvPr/>
          </p:nvSpPr>
          <p:spPr>
            <a:xfrm>
              <a:off x="3210973" y="17021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57" name="ph1557"/>
            <p:cNvSpPr/>
            <p:nvPr/>
          </p:nvSpPr>
          <p:spPr>
            <a:xfrm>
              <a:off x="3219681" y="17021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58" name="ph1558"/>
            <p:cNvSpPr/>
            <p:nvPr/>
          </p:nvSpPr>
          <p:spPr>
            <a:xfrm>
              <a:off x="3228388" y="17021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59" name="ph1559"/>
            <p:cNvSpPr/>
            <p:nvPr/>
          </p:nvSpPr>
          <p:spPr>
            <a:xfrm>
              <a:off x="3237095" y="17021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60" name="ph1560"/>
            <p:cNvSpPr/>
            <p:nvPr/>
          </p:nvSpPr>
          <p:spPr>
            <a:xfrm>
              <a:off x="3115194" y="17128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61" name="ph1561"/>
            <p:cNvSpPr/>
            <p:nvPr/>
          </p:nvSpPr>
          <p:spPr>
            <a:xfrm>
              <a:off x="3123902" y="17128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62" name="ph1562"/>
            <p:cNvSpPr/>
            <p:nvPr/>
          </p:nvSpPr>
          <p:spPr>
            <a:xfrm>
              <a:off x="3132609" y="17128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63" name="ph1563"/>
            <p:cNvSpPr/>
            <p:nvPr/>
          </p:nvSpPr>
          <p:spPr>
            <a:xfrm>
              <a:off x="3141316" y="17128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64" name="ph1564"/>
            <p:cNvSpPr/>
            <p:nvPr/>
          </p:nvSpPr>
          <p:spPr>
            <a:xfrm>
              <a:off x="3150023" y="17128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65" name="ph1565"/>
            <p:cNvSpPr/>
            <p:nvPr/>
          </p:nvSpPr>
          <p:spPr>
            <a:xfrm>
              <a:off x="3158730" y="17128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66" name="ph1566"/>
            <p:cNvSpPr/>
            <p:nvPr/>
          </p:nvSpPr>
          <p:spPr>
            <a:xfrm>
              <a:off x="3167438" y="17128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67" name="ph1567"/>
            <p:cNvSpPr/>
            <p:nvPr/>
          </p:nvSpPr>
          <p:spPr>
            <a:xfrm>
              <a:off x="3176145" y="17128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68" name="ph1568"/>
            <p:cNvSpPr/>
            <p:nvPr/>
          </p:nvSpPr>
          <p:spPr>
            <a:xfrm>
              <a:off x="3184852" y="17128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69" name="ph1569"/>
            <p:cNvSpPr/>
            <p:nvPr/>
          </p:nvSpPr>
          <p:spPr>
            <a:xfrm>
              <a:off x="3193559" y="17128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70" name="ph1570"/>
            <p:cNvSpPr/>
            <p:nvPr/>
          </p:nvSpPr>
          <p:spPr>
            <a:xfrm>
              <a:off x="3202266" y="17128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71" name="ph1571"/>
            <p:cNvSpPr/>
            <p:nvPr/>
          </p:nvSpPr>
          <p:spPr>
            <a:xfrm>
              <a:off x="3210973" y="17128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72" name="ph1572"/>
            <p:cNvSpPr/>
            <p:nvPr/>
          </p:nvSpPr>
          <p:spPr>
            <a:xfrm>
              <a:off x="3219681" y="17128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73" name="ph1573"/>
            <p:cNvSpPr/>
            <p:nvPr/>
          </p:nvSpPr>
          <p:spPr>
            <a:xfrm>
              <a:off x="3228388" y="17128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74" name="ph1574"/>
            <p:cNvSpPr/>
            <p:nvPr/>
          </p:nvSpPr>
          <p:spPr>
            <a:xfrm>
              <a:off x="3237095" y="17128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75" name="ph1575"/>
            <p:cNvSpPr/>
            <p:nvPr/>
          </p:nvSpPr>
          <p:spPr>
            <a:xfrm>
              <a:off x="3080366" y="17235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76" name="ph1576"/>
            <p:cNvSpPr/>
            <p:nvPr/>
          </p:nvSpPr>
          <p:spPr>
            <a:xfrm>
              <a:off x="3089073" y="17235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77" name="ph1577"/>
            <p:cNvSpPr/>
            <p:nvPr/>
          </p:nvSpPr>
          <p:spPr>
            <a:xfrm>
              <a:off x="3097780" y="17235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78" name="ph1578"/>
            <p:cNvSpPr/>
            <p:nvPr/>
          </p:nvSpPr>
          <p:spPr>
            <a:xfrm>
              <a:off x="3106487" y="17235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79" name="ph1579"/>
            <p:cNvSpPr/>
            <p:nvPr/>
          </p:nvSpPr>
          <p:spPr>
            <a:xfrm>
              <a:off x="3115194" y="17235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80" name="ph1580"/>
            <p:cNvSpPr/>
            <p:nvPr/>
          </p:nvSpPr>
          <p:spPr>
            <a:xfrm>
              <a:off x="3123902" y="17235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81" name="ph1581"/>
            <p:cNvSpPr/>
            <p:nvPr/>
          </p:nvSpPr>
          <p:spPr>
            <a:xfrm>
              <a:off x="3132609" y="17235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82" name="ph1582"/>
            <p:cNvSpPr/>
            <p:nvPr/>
          </p:nvSpPr>
          <p:spPr>
            <a:xfrm>
              <a:off x="3141316" y="17235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83" name="ph1583"/>
            <p:cNvSpPr/>
            <p:nvPr/>
          </p:nvSpPr>
          <p:spPr>
            <a:xfrm>
              <a:off x="3150023" y="17235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84" name="ph1584"/>
            <p:cNvSpPr/>
            <p:nvPr/>
          </p:nvSpPr>
          <p:spPr>
            <a:xfrm>
              <a:off x="3158730" y="17235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85" name="ph1585"/>
            <p:cNvSpPr/>
            <p:nvPr/>
          </p:nvSpPr>
          <p:spPr>
            <a:xfrm>
              <a:off x="3167438" y="17235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86" name="ph1586"/>
            <p:cNvSpPr/>
            <p:nvPr/>
          </p:nvSpPr>
          <p:spPr>
            <a:xfrm>
              <a:off x="3176145" y="17235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87" name="ph1587"/>
            <p:cNvSpPr/>
            <p:nvPr/>
          </p:nvSpPr>
          <p:spPr>
            <a:xfrm>
              <a:off x="3184852" y="17235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88" name="ph1588"/>
            <p:cNvSpPr/>
            <p:nvPr/>
          </p:nvSpPr>
          <p:spPr>
            <a:xfrm>
              <a:off x="3193559" y="17235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89" name="ph1589"/>
            <p:cNvSpPr/>
            <p:nvPr/>
          </p:nvSpPr>
          <p:spPr>
            <a:xfrm>
              <a:off x="3202266" y="17235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90" name="ph1590"/>
            <p:cNvSpPr/>
            <p:nvPr/>
          </p:nvSpPr>
          <p:spPr>
            <a:xfrm>
              <a:off x="3210973" y="17235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91" name="ph1591"/>
            <p:cNvSpPr/>
            <p:nvPr/>
          </p:nvSpPr>
          <p:spPr>
            <a:xfrm>
              <a:off x="3219681" y="17235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92" name="ph1592"/>
            <p:cNvSpPr/>
            <p:nvPr/>
          </p:nvSpPr>
          <p:spPr>
            <a:xfrm>
              <a:off x="3228388" y="17235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93" name="ph1593"/>
            <p:cNvSpPr/>
            <p:nvPr/>
          </p:nvSpPr>
          <p:spPr>
            <a:xfrm>
              <a:off x="3071659" y="17342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94" name="ph1594"/>
            <p:cNvSpPr/>
            <p:nvPr/>
          </p:nvSpPr>
          <p:spPr>
            <a:xfrm>
              <a:off x="3080366" y="17342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95" name="ph1595"/>
            <p:cNvSpPr/>
            <p:nvPr/>
          </p:nvSpPr>
          <p:spPr>
            <a:xfrm>
              <a:off x="3089073" y="17342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96" name="ph1596"/>
            <p:cNvSpPr/>
            <p:nvPr/>
          </p:nvSpPr>
          <p:spPr>
            <a:xfrm>
              <a:off x="3097780" y="17342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97" name="ph1597"/>
            <p:cNvSpPr/>
            <p:nvPr/>
          </p:nvSpPr>
          <p:spPr>
            <a:xfrm>
              <a:off x="3106487" y="17342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98" name="ph1598"/>
            <p:cNvSpPr/>
            <p:nvPr/>
          </p:nvSpPr>
          <p:spPr>
            <a:xfrm>
              <a:off x="3115194" y="17342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599" name="ph1599"/>
            <p:cNvSpPr/>
            <p:nvPr/>
          </p:nvSpPr>
          <p:spPr>
            <a:xfrm>
              <a:off x="3123902" y="17342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00" name="ph1600"/>
            <p:cNvSpPr/>
            <p:nvPr/>
          </p:nvSpPr>
          <p:spPr>
            <a:xfrm>
              <a:off x="3132609" y="17342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01" name="ph1601"/>
            <p:cNvSpPr/>
            <p:nvPr/>
          </p:nvSpPr>
          <p:spPr>
            <a:xfrm>
              <a:off x="3141316" y="17342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02" name="ph1602"/>
            <p:cNvSpPr/>
            <p:nvPr/>
          </p:nvSpPr>
          <p:spPr>
            <a:xfrm>
              <a:off x="3150023" y="17342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03" name="ph1603"/>
            <p:cNvSpPr/>
            <p:nvPr/>
          </p:nvSpPr>
          <p:spPr>
            <a:xfrm>
              <a:off x="3158730" y="17342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04" name="ph1604"/>
            <p:cNvSpPr/>
            <p:nvPr/>
          </p:nvSpPr>
          <p:spPr>
            <a:xfrm>
              <a:off x="3167438" y="17342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05" name="ph1605"/>
            <p:cNvSpPr/>
            <p:nvPr/>
          </p:nvSpPr>
          <p:spPr>
            <a:xfrm>
              <a:off x="3176145" y="17342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06" name="ph1606"/>
            <p:cNvSpPr/>
            <p:nvPr/>
          </p:nvSpPr>
          <p:spPr>
            <a:xfrm>
              <a:off x="3184852" y="17342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07" name="ph1607"/>
            <p:cNvSpPr/>
            <p:nvPr/>
          </p:nvSpPr>
          <p:spPr>
            <a:xfrm>
              <a:off x="3193559" y="17342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08" name="ph1608"/>
            <p:cNvSpPr/>
            <p:nvPr/>
          </p:nvSpPr>
          <p:spPr>
            <a:xfrm>
              <a:off x="3202266" y="17342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09" name="ph1609"/>
            <p:cNvSpPr/>
            <p:nvPr/>
          </p:nvSpPr>
          <p:spPr>
            <a:xfrm>
              <a:off x="3210973" y="17342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10" name="ph1610"/>
            <p:cNvSpPr/>
            <p:nvPr/>
          </p:nvSpPr>
          <p:spPr>
            <a:xfrm>
              <a:off x="3219681" y="17342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11" name="ph1611"/>
            <p:cNvSpPr/>
            <p:nvPr/>
          </p:nvSpPr>
          <p:spPr>
            <a:xfrm>
              <a:off x="3228388" y="17342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12" name="ph1612"/>
            <p:cNvSpPr/>
            <p:nvPr/>
          </p:nvSpPr>
          <p:spPr>
            <a:xfrm>
              <a:off x="3071659" y="17449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13" name="ph1613"/>
            <p:cNvSpPr/>
            <p:nvPr/>
          </p:nvSpPr>
          <p:spPr>
            <a:xfrm>
              <a:off x="3080366" y="17449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14" name="ph1614"/>
            <p:cNvSpPr/>
            <p:nvPr/>
          </p:nvSpPr>
          <p:spPr>
            <a:xfrm>
              <a:off x="3089073" y="17449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15" name="ph1615"/>
            <p:cNvSpPr/>
            <p:nvPr/>
          </p:nvSpPr>
          <p:spPr>
            <a:xfrm>
              <a:off x="3097780" y="17449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16" name="ph1616"/>
            <p:cNvSpPr/>
            <p:nvPr/>
          </p:nvSpPr>
          <p:spPr>
            <a:xfrm>
              <a:off x="3106487" y="17449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17" name="ph1617"/>
            <p:cNvSpPr/>
            <p:nvPr/>
          </p:nvSpPr>
          <p:spPr>
            <a:xfrm>
              <a:off x="3115194" y="17449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18" name="ph1618"/>
            <p:cNvSpPr/>
            <p:nvPr/>
          </p:nvSpPr>
          <p:spPr>
            <a:xfrm>
              <a:off x="3123902" y="17449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19" name="ph1619"/>
            <p:cNvSpPr/>
            <p:nvPr/>
          </p:nvSpPr>
          <p:spPr>
            <a:xfrm>
              <a:off x="3132609" y="17449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20" name="ph1620"/>
            <p:cNvSpPr/>
            <p:nvPr/>
          </p:nvSpPr>
          <p:spPr>
            <a:xfrm>
              <a:off x="3141316" y="17449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21" name="ph1621"/>
            <p:cNvSpPr/>
            <p:nvPr/>
          </p:nvSpPr>
          <p:spPr>
            <a:xfrm>
              <a:off x="3150023" y="17449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22" name="ph1622"/>
            <p:cNvSpPr/>
            <p:nvPr/>
          </p:nvSpPr>
          <p:spPr>
            <a:xfrm>
              <a:off x="3158730" y="17449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23" name="ph1623"/>
            <p:cNvSpPr/>
            <p:nvPr/>
          </p:nvSpPr>
          <p:spPr>
            <a:xfrm>
              <a:off x="3167438" y="17449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24" name="ph1624"/>
            <p:cNvSpPr/>
            <p:nvPr/>
          </p:nvSpPr>
          <p:spPr>
            <a:xfrm>
              <a:off x="3176145" y="17449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25" name="ph1625"/>
            <p:cNvSpPr/>
            <p:nvPr/>
          </p:nvSpPr>
          <p:spPr>
            <a:xfrm>
              <a:off x="3184852" y="17449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26" name="ph1626"/>
            <p:cNvSpPr/>
            <p:nvPr/>
          </p:nvSpPr>
          <p:spPr>
            <a:xfrm>
              <a:off x="3193559" y="17449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27" name="ph1627"/>
            <p:cNvSpPr/>
            <p:nvPr/>
          </p:nvSpPr>
          <p:spPr>
            <a:xfrm>
              <a:off x="3202266" y="17449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28" name="ph1628"/>
            <p:cNvSpPr/>
            <p:nvPr/>
          </p:nvSpPr>
          <p:spPr>
            <a:xfrm>
              <a:off x="3210973" y="17449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29" name="ph1629"/>
            <p:cNvSpPr/>
            <p:nvPr/>
          </p:nvSpPr>
          <p:spPr>
            <a:xfrm>
              <a:off x="3219681" y="17449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30" name="ph1630"/>
            <p:cNvSpPr/>
            <p:nvPr/>
          </p:nvSpPr>
          <p:spPr>
            <a:xfrm>
              <a:off x="3071659" y="17556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31" name="ph1631"/>
            <p:cNvSpPr/>
            <p:nvPr/>
          </p:nvSpPr>
          <p:spPr>
            <a:xfrm>
              <a:off x="3080366" y="17556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32" name="ph1632"/>
            <p:cNvSpPr/>
            <p:nvPr/>
          </p:nvSpPr>
          <p:spPr>
            <a:xfrm>
              <a:off x="3089073" y="17556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33" name="ph1633"/>
            <p:cNvSpPr/>
            <p:nvPr/>
          </p:nvSpPr>
          <p:spPr>
            <a:xfrm>
              <a:off x="3097780" y="17556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34" name="ph1634"/>
            <p:cNvSpPr/>
            <p:nvPr/>
          </p:nvSpPr>
          <p:spPr>
            <a:xfrm>
              <a:off x="3106487" y="17556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35" name="ph1635"/>
            <p:cNvSpPr/>
            <p:nvPr/>
          </p:nvSpPr>
          <p:spPr>
            <a:xfrm>
              <a:off x="3115194" y="17556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36" name="ph1636"/>
            <p:cNvSpPr/>
            <p:nvPr/>
          </p:nvSpPr>
          <p:spPr>
            <a:xfrm>
              <a:off x="3123902" y="17556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37" name="ph1637"/>
            <p:cNvSpPr/>
            <p:nvPr/>
          </p:nvSpPr>
          <p:spPr>
            <a:xfrm>
              <a:off x="3132609" y="17556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38" name="ph1638"/>
            <p:cNvSpPr/>
            <p:nvPr/>
          </p:nvSpPr>
          <p:spPr>
            <a:xfrm>
              <a:off x="3141316" y="17556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39" name="ph1639"/>
            <p:cNvSpPr/>
            <p:nvPr/>
          </p:nvSpPr>
          <p:spPr>
            <a:xfrm>
              <a:off x="3150023" y="17556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40" name="ph1640"/>
            <p:cNvSpPr/>
            <p:nvPr/>
          </p:nvSpPr>
          <p:spPr>
            <a:xfrm>
              <a:off x="3158730" y="17556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41" name="ph1641"/>
            <p:cNvSpPr/>
            <p:nvPr/>
          </p:nvSpPr>
          <p:spPr>
            <a:xfrm>
              <a:off x="3167438" y="17556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42" name="ph1642"/>
            <p:cNvSpPr/>
            <p:nvPr/>
          </p:nvSpPr>
          <p:spPr>
            <a:xfrm>
              <a:off x="3176145" y="17556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43" name="ph1643"/>
            <p:cNvSpPr/>
            <p:nvPr/>
          </p:nvSpPr>
          <p:spPr>
            <a:xfrm>
              <a:off x="3184852" y="17556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44" name="ph1644"/>
            <p:cNvSpPr/>
            <p:nvPr/>
          </p:nvSpPr>
          <p:spPr>
            <a:xfrm>
              <a:off x="3193559" y="17556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45" name="ph1645"/>
            <p:cNvSpPr/>
            <p:nvPr/>
          </p:nvSpPr>
          <p:spPr>
            <a:xfrm>
              <a:off x="3202266" y="17556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46" name="ph1646"/>
            <p:cNvSpPr/>
            <p:nvPr/>
          </p:nvSpPr>
          <p:spPr>
            <a:xfrm>
              <a:off x="3210973" y="17556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47" name="ph1647"/>
            <p:cNvSpPr/>
            <p:nvPr/>
          </p:nvSpPr>
          <p:spPr>
            <a:xfrm>
              <a:off x="3080366" y="17663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48" name="ph1648"/>
            <p:cNvSpPr/>
            <p:nvPr/>
          </p:nvSpPr>
          <p:spPr>
            <a:xfrm>
              <a:off x="3089073" y="17663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49" name="ph1649"/>
            <p:cNvSpPr/>
            <p:nvPr/>
          </p:nvSpPr>
          <p:spPr>
            <a:xfrm>
              <a:off x="3097780" y="17663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50" name="ph1650"/>
            <p:cNvSpPr/>
            <p:nvPr/>
          </p:nvSpPr>
          <p:spPr>
            <a:xfrm>
              <a:off x="3106487" y="17663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51" name="ph1651"/>
            <p:cNvSpPr/>
            <p:nvPr/>
          </p:nvSpPr>
          <p:spPr>
            <a:xfrm>
              <a:off x="3115194" y="17663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52" name="ph1652"/>
            <p:cNvSpPr/>
            <p:nvPr/>
          </p:nvSpPr>
          <p:spPr>
            <a:xfrm>
              <a:off x="3123902" y="17663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53" name="ph1653"/>
            <p:cNvSpPr/>
            <p:nvPr/>
          </p:nvSpPr>
          <p:spPr>
            <a:xfrm>
              <a:off x="3132609" y="17663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54" name="ph1654"/>
            <p:cNvSpPr/>
            <p:nvPr/>
          </p:nvSpPr>
          <p:spPr>
            <a:xfrm>
              <a:off x="3141316" y="17663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55" name="ph1655"/>
            <p:cNvSpPr/>
            <p:nvPr/>
          </p:nvSpPr>
          <p:spPr>
            <a:xfrm>
              <a:off x="3150023" y="17663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56" name="ph1656"/>
            <p:cNvSpPr/>
            <p:nvPr/>
          </p:nvSpPr>
          <p:spPr>
            <a:xfrm>
              <a:off x="3158730" y="17663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57" name="ph1657"/>
            <p:cNvSpPr/>
            <p:nvPr/>
          </p:nvSpPr>
          <p:spPr>
            <a:xfrm>
              <a:off x="3167438" y="17663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58" name="ph1658"/>
            <p:cNvSpPr/>
            <p:nvPr/>
          </p:nvSpPr>
          <p:spPr>
            <a:xfrm>
              <a:off x="3176145" y="17663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59" name="ph1659"/>
            <p:cNvSpPr/>
            <p:nvPr/>
          </p:nvSpPr>
          <p:spPr>
            <a:xfrm>
              <a:off x="3184852" y="17663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60" name="ph1660"/>
            <p:cNvSpPr/>
            <p:nvPr/>
          </p:nvSpPr>
          <p:spPr>
            <a:xfrm>
              <a:off x="3193559" y="17663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61" name="ph1661"/>
            <p:cNvSpPr/>
            <p:nvPr/>
          </p:nvSpPr>
          <p:spPr>
            <a:xfrm>
              <a:off x="3202266" y="17663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62" name="ph1662"/>
            <p:cNvSpPr/>
            <p:nvPr/>
          </p:nvSpPr>
          <p:spPr>
            <a:xfrm>
              <a:off x="3106487" y="17770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63" name="ph1663"/>
            <p:cNvSpPr/>
            <p:nvPr/>
          </p:nvSpPr>
          <p:spPr>
            <a:xfrm>
              <a:off x="3115194" y="17770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64" name="ph1664"/>
            <p:cNvSpPr/>
            <p:nvPr/>
          </p:nvSpPr>
          <p:spPr>
            <a:xfrm>
              <a:off x="3123902" y="17770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65" name="ph1665"/>
            <p:cNvSpPr/>
            <p:nvPr/>
          </p:nvSpPr>
          <p:spPr>
            <a:xfrm>
              <a:off x="3132609" y="17770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66" name="ph1666"/>
            <p:cNvSpPr/>
            <p:nvPr/>
          </p:nvSpPr>
          <p:spPr>
            <a:xfrm>
              <a:off x="3141316" y="17770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67" name="ph1667"/>
            <p:cNvSpPr/>
            <p:nvPr/>
          </p:nvSpPr>
          <p:spPr>
            <a:xfrm>
              <a:off x="3150023" y="17770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68" name="ph1668"/>
            <p:cNvSpPr/>
            <p:nvPr/>
          </p:nvSpPr>
          <p:spPr>
            <a:xfrm>
              <a:off x="3158730" y="17770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69" name="ph1669"/>
            <p:cNvSpPr/>
            <p:nvPr/>
          </p:nvSpPr>
          <p:spPr>
            <a:xfrm>
              <a:off x="3167438" y="17770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70" name="ph1670"/>
            <p:cNvSpPr/>
            <p:nvPr/>
          </p:nvSpPr>
          <p:spPr>
            <a:xfrm>
              <a:off x="3176145" y="17770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71" name="ph1671"/>
            <p:cNvSpPr/>
            <p:nvPr/>
          </p:nvSpPr>
          <p:spPr>
            <a:xfrm>
              <a:off x="3184852" y="17770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72" name="ph1672"/>
            <p:cNvSpPr/>
            <p:nvPr/>
          </p:nvSpPr>
          <p:spPr>
            <a:xfrm>
              <a:off x="3193559" y="17770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73" name="ph1673"/>
            <p:cNvSpPr/>
            <p:nvPr/>
          </p:nvSpPr>
          <p:spPr>
            <a:xfrm>
              <a:off x="3202266" y="177709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74" name="ph1674"/>
            <p:cNvSpPr/>
            <p:nvPr/>
          </p:nvSpPr>
          <p:spPr>
            <a:xfrm>
              <a:off x="3123902" y="178779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75" name="ph1675"/>
            <p:cNvSpPr/>
            <p:nvPr/>
          </p:nvSpPr>
          <p:spPr>
            <a:xfrm>
              <a:off x="3132609" y="178779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76" name="ph1676"/>
            <p:cNvSpPr/>
            <p:nvPr/>
          </p:nvSpPr>
          <p:spPr>
            <a:xfrm>
              <a:off x="3141316" y="178779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77" name="ph1677"/>
            <p:cNvSpPr/>
            <p:nvPr/>
          </p:nvSpPr>
          <p:spPr>
            <a:xfrm>
              <a:off x="3150023" y="178779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78" name="ph1678"/>
            <p:cNvSpPr/>
            <p:nvPr/>
          </p:nvSpPr>
          <p:spPr>
            <a:xfrm>
              <a:off x="3158730" y="178779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79" name="ph1679"/>
            <p:cNvSpPr/>
            <p:nvPr/>
          </p:nvSpPr>
          <p:spPr>
            <a:xfrm>
              <a:off x="3167438" y="178779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80" name="ph1680"/>
            <p:cNvSpPr/>
            <p:nvPr/>
          </p:nvSpPr>
          <p:spPr>
            <a:xfrm>
              <a:off x="3176145" y="178779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81" name="ph1681"/>
            <p:cNvSpPr/>
            <p:nvPr/>
          </p:nvSpPr>
          <p:spPr>
            <a:xfrm>
              <a:off x="3184852" y="178779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82" name="ph1682"/>
            <p:cNvSpPr/>
            <p:nvPr/>
          </p:nvSpPr>
          <p:spPr>
            <a:xfrm>
              <a:off x="3193559" y="178779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83" name="ph1683"/>
            <p:cNvSpPr/>
            <p:nvPr/>
          </p:nvSpPr>
          <p:spPr>
            <a:xfrm>
              <a:off x="3202266" y="178779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84" name="ph1684"/>
            <p:cNvSpPr/>
            <p:nvPr/>
          </p:nvSpPr>
          <p:spPr>
            <a:xfrm>
              <a:off x="3132609" y="179849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85" name="ph1685"/>
            <p:cNvSpPr/>
            <p:nvPr/>
          </p:nvSpPr>
          <p:spPr>
            <a:xfrm>
              <a:off x="3141316" y="179849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86" name="ph1686"/>
            <p:cNvSpPr/>
            <p:nvPr/>
          </p:nvSpPr>
          <p:spPr>
            <a:xfrm>
              <a:off x="3150023" y="179849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87" name="ph1687"/>
            <p:cNvSpPr/>
            <p:nvPr/>
          </p:nvSpPr>
          <p:spPr>
            <a:xfrm>
              <a:off x="3158730" y="179849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88" name="ph1688"/>
            <p:cNvSpPr/>
            <p:nvPr/>
          </p:nvSpPr>
          <p:spPr>
            <a:xfrm>
              <a:off x="3167438" y="179849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89" name="ph1689"/>
            <p:cNvSpPr/>
            <p:nvPr/>
          </p:nvSpPr>
          <p:spPr>
            <a:xfrm>
              <a:off x="3176145" y="179849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90" name="ph1690"/>
            <p:cNvSpPr/>
            <p:nvPr/>
          </p:nvSpPr>
          <p:spPr>
            <a:xfrm>
              <a:off x="3184852" y="179849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91" name="ph1691"/>
            <p:cNvSpPr/>
            <p:nvPr/>
          </p:nvSpPr>
          <p:spPr>
            <a:xfrm>
              <a:off x="3193559" y="179849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92" name="ph1692"/>
            <p:cNvSpPr/>
            <p:nvPr/>
          </p:nvSpPr>
          <p:spPr>
            <a:xfrm>
              <a:off x="3202266" y="179849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93" name="ph1693"/>
            <p:cNvSpPr/>
            <p:nvPr/>
          </p:nvSpPr>
          <p:spPr>
            <a:xfrm>
              <a:off x="3141316" y="180919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94" name="ph1694"/>
            <p:cNvSpPr/>
            <p:nvPr/>
          </p:nvSpPr>
          <p:spPr>
            <a:xfrm>
              <a:off x="3150023" y="180919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95" name="ph1695"/>
            <p:cNvSpPr/>
            <p:nvPr/>
          </p:nvSpPr>
          <p:spPr>
            <a:xfrm>
              <a:off x="3158730" y="180919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96" name="ph1696"/>
            <p:cNvSpPr/>
            <p:nvPr/>
          </p:nvSpPr>
          <p:spPr>
            <a:xfrm>
              <a:off x="3167438" y="180919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97" name="ph1697"/>
            <p:cNvSpPr/>
            <p:nvPr/>
          </p:nvSpPr>
          <p:spPr>
            <a:xfrm>
              <a:off x="3176145" y="180919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98" name="ph1698"/>
            <p:cNvSpPr/>
            <p:nvPr/>
          </p:nvSpPr>
          <p:spPr>
            <a:xfrm>
              <a:off x="3184852" y="180919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699" name="ph1699"/>
            <p:cNvSpPr/>
            <p:nvPr/>
          </p:nvSpPr>
          <p:spPr>
            <a:xfrm>
              <a:off x="3193559" y="180919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00" name="ph1700"/>
            <p:cNvSpPr/>
            <p:nvPr/>
          </p:nvSpPr>
          <p:spPr>
            <a:xfrm>
              <a:off x="3202266" y="180919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01" name="ph1701"/>
            <p:cNvSpPr/>
            <p:nvPr/>
          </p:nvSpPr>
          <p:spPr>
            <a:xfrm>
              <a:off x="3210973" y="180919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02" name="ph1702"/>
            <p:cNvSpPr/>
            <p:nvPr/>
          </p:nvSpPr>
          <p:spPr>
            <a:xfrm>
              <a:off x="3167438" y="181989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03" name="ph1703"/>
            <p:cNvSpPr/>
            <p:nvPr/>
          </p:nvSpPr>
          <p:spPr>
            <a:xfrm>
              <a:off x="3176145" y="181989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04" name="ph1704"/>
            <p:cNvSpPr/>
            <p:nvPr/>
          </p:nvSpPr>
          <p:spPr>
            <a:xfrm>
              <a:off x="3184852" y="181989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05" name="ph1705"/>
            <p:cNvSpPr/>
            <p:nvPr/>
          </p:nvSpPr>
          <p:spPr>
            <a:xfrm>
              <a:off x="3193559" y="181989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06" name="ph1706"/>
            <p:cNvSpPr/>
            <p:nvPr/>
          </p:nvSpPr>
          <p:spPr>
            <a:xfrm>
              <a:off x="3202266" y="181989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07" name="ph1707"/>
            <p:cNvSpPr/>
            <p:nvPr/>
          </p:nvSpPr>
          <p:spPr>
            <a:xfrm>
              <a:off x="3210973" y="181989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08" name="ph1708"/>
            <p:cNvSpPr/>
            <p:nvPr/>
          </p:nvSpPr>
          <p:spPr>
            <a:xfrm>
              <a:off x="3123902" y="183059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09" name="ph1709"/>
            <p:cNvSpPr/>
            <p:nvPr/>
          </p:nvSpPr>
          <p:spPr>
            <a:xfrm>
              <a:off x="3158730" y="183059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10" name="ph1710"/>
            <p:cNvSpPr/>
            <p:nvPr/>
          </p:nvSpPr>
          <p:spPr>
            <a:xfrm>
              <a:off x="3167438" y="183059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11" name="ph1711"/>
            <p:cNvSpPr/>
            <p:nvPr/>
          </p:nvSpPr>
          <p:spPr>
            <a:xfrm>
              <a:off x="3176145" y="183059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12" name="ph1712"/>
            <p:cNvSpPr/>
            <p:nvPr/>
          </p:nvSpPr>
          <p:spPr>
            <a:xfrm>
              <a:off x="3184852" y="183059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13" name="ph1713"/>
            <p:cNvSpPr/>
            <p:nvPr/>
          </p:nvSpPr>
          <p:spPr>
            <a:xfrm>
              <a:off x="3193559" y="183059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14" name="ph1714"/>
            <p:cNvSpPr/>
            <p:nvPr/>
          </p:nvSpPr>
          <p:spPr>
            <a:xfrm>
              <a:off x="3202266" y="183059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15" name="ph1715"/>
            <p:cNvSpPr/>
            <p:nvPr/>
          </p:nvSpPr>
          <p:spPr>
            <a:xfrm>
              <a:off x="3210973" y="183059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16" name="ph1716"/>
            <p:cNvSpPr/>
            <p:nvPr/>
          </p:nvSpPr>
          <p:spPr>
            <a:xfrm>
              <a:off x="3115194" y="184129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17" name="ph1717"/>
            <p:cNvSpPr/>
            <p:nvPr/>
          </p:nvSpPr>
          <p:spPr>
            <a:xfrm>
              <a:off x="3123902" y="184129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18" name="ph1718"/>
            <p:cNvSpPr/>
            <p:nvPr/>
          </p:nvSpPr>
          <p:spPr>
            <a:xfrm>
              <a:off x="3132609" y="184129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19" name="ph1719"/>
            <p:cNvSpPr/>
            <p:nvPr/>
          </p:nvSpPr>
          <p:spPr>
            <a:xfrm>
              <a:off x="3141316" y="184129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20" name="ph1720"/>
            <p:cNvSpPr/>
            <p:nvPr/>
          </p:nvSpPr>
          <p:spPr>
            <a:xfrm>
              <a:off x="3150023" y="184129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21" name="ph1721"/>
            <p:cNvSpPr/>
            <p:nvPr/>
          </p:nvSpPr>
          <p:spPr>
            <a:xfrm>
              <a:off x="3158730" y="184129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22" name="ph1722"/>
            <p:cNvSpPr/>
            <p:nvPr/>
          </p:nvSpPr>
          <p:spPr>
            <a:xfrm>
              <a:off x="3167438" y="184129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23" name="ph1723"/>
            <p:cNvSpPr/>
            <p:nvPr/>
          </p:nvSpPr>
          <p:spPr>
            <a:xfrm>
              <a:off x="3176145" y="184129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24" name="ph1724"/>
            <p:cNvSpPr/>
            <p:nvPr/>
          </p:nvSpPr>
          <p:spPr>
            <a:xfrm>
              <a:off x="3184852" y="184129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25" name="ph1725"/>
            <p:cNvSpPr/>
            <p:nvPr/>
          </p:nvSpPr>
          <p:spPr>
            <a:xfrm>
              <a:off x="3193559" y="184129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26" name="ph1726"/>
            <p:cNvSpPr/>
            <p:nvPr/>
          </p:nvSpPr>
          <p:spPr>
            <a:xfrm>
              <a:off x="3202266" y="184129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27" name="ph1727"/>
            <p:cNvSpPr/>
            <p:nvPr/>
          </p:nvSpPr>
          <p:spPr>
            <a:xfrm>
              <a:off x="3210973" y="184129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28" name="ph1728"/>
            <p:cNvSpPr/>
            <p:nvPr/>
          </p:nvSpPr>
          <p:spPr>
            <a:xfrm>
              <a:off x="3106487" y="185199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29" name="ph1729"/>
            <p:cNvSpPr/>
            <p:nvPr/>
          </p:nvSpPr>
          <p:spPr>
            <a:xfrm>
              <a:off x="3115194" y="185199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30" name="ph1730"/>
            <p:cNvSpPr/>
            <p:nvPr/>
          </p:nvSpPr>
          <p:spPr>
            <a:xfrm>
              <a:off x="3123902" y="185199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31" name="ph1731"/>
            <p:cNvSpPr/>
            <p:nvPr/>
          </p:nvSpPr>
          <p:spPr>
            <a:xfrm>
              <a:off x="3132609" y="185199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32" name="ph1732"/>
            <p:cNvSpPr/>
            <p:nvPr/>
          </p:nvSpPr>
          <p:spPr>
            <a:xfrm>
              <a:off x="3141316" y="185199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33" name="ph1733"/>
            <p:cNvSpPr/>
            <p:nvPr/>
          </p:nvSpPr>
          <p:spPr>
            <a:xfrm>
              <a:off x="3150023" y="185199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34" name="ph1734"/>
            <p:cNvSpPr/>
            <p:nvPr/>
          </p:nvSpPr>
          <p:spPr>
            <a:xfrm>
              <a:off x="3158730" y="185199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35" name="ph1735"/>
            <p:cNvSpPr/>
            <p:nvPr/>
          </p:nvSpPr>
          <p:spPr>
            <a:xfrm>
              <a:off x="3167438" y="185199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36" name="ph1736"/>
            <p:cNvSpPr/>
            <p:nvPr/>
          </p:nvSpPr>
          <p:spPr>
            <a:xfrm>
              <a:off x="3176145" y="185199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37" name="ph1737"/>
            <p:cNvSpPr/>
            <p:nvPr/>
          </p:nvSpPr>
          <p:spPr>
            <a:xfrm>
              <a:off x="3184852" y="185199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38" name="ph1738"/>
            <p:cNvSpPr/>
            <p:nvPr/>
          </p:nvSpPr>
          <p:spPr>
            <a:xfrm>
              <a:off x="3193559" y="185199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39" name="ph1739"/>
            <p:cNvSpPr/>
            <p:nvPr/>
          </p:nvSpPr>
          <p:spPr>
            <a:xfrm>
              <a:off x="3202266" y="185199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40" name="ph1740"/>
            <p:cNvSpPr/>
            <p:nvPr/>
          </p:nvSpPr>
          <p:spPr>
            <a:xfrm>
              <a:off x="3210973" y="185199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41" name="ph1741"/>
            <p:cNvSpPr/>
            <p:nvPr/>
          </p:nvSpPr>
          <p:spPr>
            <a:xfrm>
              <a:off x="3219681" y="185199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42" name="ph1742"/>
            <p:cNvSpPr/>
            <p:nvPr/>
          </p:nvSpPr>
          <p:spPr>
            <a:xfrm>
              <a:off x="3106487" y="186269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43" name="ph1743"/>
            <p:cNvSpPr/>
            <p:nvPr/>
          </p:nvSpPr>
          <p:spPr>
            <a:xfrm>
              <a:off x="3115194" y="186269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44" name="ph1744"/>
            <p:cNvSpPr/>
            <p:nvPr/>
          </p:nvSpPr>
          <p:spPr>
            <a:xfrm>
              <a:off x="3123902" y="186269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45" name="ph1745"/>
            <p:cNvSpPr/>
            <p:nvPr/>
          </p:nvSpPr>
          <p:spPr>
            <a:xfrm>
              <a:off x="3132609" y="186269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46" name="ph1746"/>
            <p:cNvSpPr/>
            <p:nvPr/>
          </p:nvSpPr>
          <p:spPr>
            <a:xfrm>
              <a:off x="3141316" y="186269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47" name="ph1747"/>
            <p:cNvSpPr/>
            <p:nvPr/>
          </p:nvSpPr>
          <p:spPr>
            <a:xfrm>
              <a:off x="3150023" y="186269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48" name="ph1748"/>
            <p:cNvSpPr/>
            <p:nvPr/>
          </p:nvSpPr>
          <p:spPr>
            <a:xfrm>
              <a:off x="3158730" y="186269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49" name="ph1749"/>
            <p:cNvSpPr/>
            <p:nvPr/>
          </p:nvSpPr>
          <p:spPr>
            <a:xfrm>
              <a:off x="3167438" y="186269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50" name="ph1750"/>
            <p:cNvSpPr/>
            <p:nvPr/>
          </p:nvSpPr>
          <p:spPr>
            <a:xfrm>
              <a:off x="3176145" y="186269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51" name="ph1751"/>
            <p:cNvSpPr/>
            <p:nvPr/>
          </p:nvSpPr>
          <p:spPr>
            <a:xfrm>
              <a:off x="3184852" y="186269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52" name="ph1752"/>
            <p:cNvSpPr/>
            <p:nvPr/>
          </p:nvSpPr>
          <p:spPr>
            <a:xfrm>
              <a:off x="3193559" y="186269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53" name="ph1753"/>
            <p:cNvSpPr/>
            <p:nvPr/>
          </p:nvSpPr>
          <p:spPr>
            <a:xfrm>
              <a:off x="3202266" y="186269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54" name="ph1754"/>
            <p:cNvSpPr/>
            <p:nvPr/>
          </p:nvSpPr>
          <p:spPr>
            <a:xfrm>
              <a:off x="3210973" y="186269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55" name="ph1755"/>
            <p:cNvSpPr/>
            <p:nvPr/>
          </p:nvSpPr>
          <p:spPr>
            <a:xfrm>
              <a:off x="3219681" y="186269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56" name="ph1756"/>
            <p:cNvSpPr/>
            <p:nvPr/>
          </p:nvSpPr>
          <p:spPr>
            <a:xfrm>
              <a:off x="3228388" y="186269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57" name="ph1757"/>
            <p:cNvSpPr/>
            <p:nvPr/>
          </p:nvSpPr>
          <p:spPr>
            <a:xfrm>
              <a:off x="3106487" y="187339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58" name="ph1758"/>
            <p:cNvSpPr/>
            <p:nvPr/>
          </p:nvSpPr>
          <p:spPr>
            <a:xfrm>
              <a:off x="3115194" y="187339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59" name="ph1759"/>
            <p:cNvSpPr/>
            <p:nvPr/>
          </p:nvSpPr>
          <p:spPr>
            <a:xfrm>
              <a:off x="3123902" y="187339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60" name="ph1760"/>
            <p:cNvSpPr/>
            <p:nvPr/>
          </p:nvSpPr>
          <p:spPr>
            <a:xfrm>
              <a:off x="3132609" y="187339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61" name="ph1761"/>
            <p:cNvSpPr/>
            <p:nvPr/>
          </p:nvSpPr>
          <p:spPr>
            <a:xfrm>
              <a:off x="3141316" y="187339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62" name="ph1762"/>
            <p:cNvSpPr/>
            <p:nvPr/>
          </p:nvSpPr>
          <p:spPr>
            <a:xfrm>
              <a:off x="3150023" y="187339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63" name="ph1763"/>
            <p:cNvSpPr/>
            <p:nvPr/>
          </p:nvSpPr>
          <p:spPr>
            <a:xfrm>
              <a:off x="3158730" y="187339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64" name="ph1764"/>
            <p:cNvSpPr/>
            <p:nvPr/>
          </p:nvSpPr>
          <p:spPr>
            <a:xfrm>
              <a:off x="3167438" y="187339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65" name="ph1765"/>
            <p:cNvSpPr/>
            <p:nvPr/>
          </p:nvSpPr>
          <p:spPr>
            <a:xfrm>
              <a:off x="3176145" y="187339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66" name="ph1766"/>
            <p:cNvSpPr/>
            <p:nvPr/>
          </p:nvSpPr>
          <p:spPr>
            <a:xfrm>
              <a:off x="3184852" y="187339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67" name="ph1767"/>
            <p:cNvSpPr/>
            <p:nvPr/>
          </p:nvSpPr>
          <p:spPr>
            <a:xfrm>
              <a:off x="3193559" y="187339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68" name="ph1768"/>
            <p:cNvSpPr/>
            <p:nvPr/>
          </p:nvSpPr>
          <p:spPr>
            <a:xfrm>
              <a:off x="3202266" y="187339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69" name="ph1769"/>
            <p:cNvSpPr/>
            <p:nvPr/>
          </p:nvSpPr>
          <p:spPr>
            <a:xfrm>
              <a:off x="3210973" y="187339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70" name="ph1770"/>
            <p:cNvSpPr/>
            <p:nvPr/>
          </p:nvSpPr>
          <p:spPr>
            <a:xfrm>
              <a:off x="3219681" y="187339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71" name="ph1771"/>
            <p:cNvSpPr/>
            <p:nvPr/>
          </p:nvSpPr>
          <p:spPr>
            <a:xfrm>
              <a:off x="3228388" y="187339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72" name="ph1772"/>
            <p:cNvSpPr/>
            <p:nvPr/>
          </p:nvSpPr>
          <p:spPr>
            <a:xfrm>
              <a:off x="3106487" y="188409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73" name="ph1773"/>
            <p:cNvSpPr/>
            <p:nvPr/>
          </p:nvSpPr>
          <p:spPr>
            <a:xfrm>
              <a:off x="3115194" y="188409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74" name="ph1774"/>
            <p:cNvSpPr/>
            <p:nvPr/>
          </p:nvSpPr>
          <p:spPr>
            <a:xfrm>
              <a:off x="3123902" y="188409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75" name="ph1775"/>
            <p:cNvSpPr/>
            <p:nvPr/>
          </p:nvSpPr>
          <p:spPr>
            <a:xfrm>
              <a:off x="3132609" y="188409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76" name="ph1776"/>
            <p:cNvSpPr/>
            <p:nvPr/>
          </p:nvSpPr>
          <p:spPr>
            <a:xfrm>
              <a:off x="3141316" y="188409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77" name="ph1777"/>
            <p:cNvSpPr/>
            <p:nvPr/>
          </p:nvSpPr>
          <p:spPr>
            <a:xfrm>
              <a:off x="3150023" y="188409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78" name="ph1778"/>
            <p:cNvSpPr/>
            <p:nvPr/>
          </p:nvSpPr>
          <p:spPr>
            <a:xfrm>
              <a:off x="3158730" y="188409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79" name="ph1779"/>
            <p:cNvSpPr/>
            <p:nvPr/>
          </p:nvSpPr>
          <p:spPr>
            <a:xfrm>
              <a:off x="3167438" y="188409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80" name="ph1780"/>
            <p:cNvSpPr/>
            <p:nvPr/>
          </p:nvSpPr>
          <p:spPr>
            <a:xfrm>
              <a:off x="3176145" y="188409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81" name="ph1781"/>
            <p:cNvSpPr/>
            <p:nvPr/>
          </p:nvSpPr>
          <p:spPr>
            <a:xfrm>
              <a:off x="3184852" y="188409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82" name="ph1782"/>
            <p:cNvSpPr/>
            <p:nvPr/>
          </p:nvSpPr>
          <p:spPr>
            <a:xfrm>
              <a:off x="3193559" y="188409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83" name="ph1783"/>
            <p:cNvSpPr/>
            <p:nvPr/>
          </p:nvSpPr>
          <p:spPr>
            <a:xfrm>
              <a:off x="3202266" y="188409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84" name="ph1784"/>
            <p:cNvSpPr/>
            <p:nvPr/>
          </p:nvSpPr>
          <p:spPr>
            <a:xfrm>
              <a:off x="3210973" y="188409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9DAA">
                <a:alpha val="100000"/>
              </a:srgbClr>
            </a:solidFill>
            <a:ln w="5420" cap="flat">
              <a:solidFill>
                <a:srgbClr val="3B9D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85" name="ph1785"/>
            <p:cNvSpPr/>
            <p:nvPr/>
          </p:nvSpPr>
          <p:spPr>
            <a:xfrm>
              <a:off x="3219681" y="188409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86" name="ph1786"/>
            <p:cNvSpPr/>
            <p:nvPr/>
          </p:nvSpPr>
          <p:spPr>
            <a:xfrm>
              <a:off x="3228388" y="188409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87" name="ph1787"/>
            <p:cNvSpPr/>
            <p:nvPr/>
          </p:nvSpPr>
          <p:spPr>
            <a:xfrm>
              <a:off x="3237095" y="188409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88" name="ph1788"/>
            <p:cNvSpPr/>
            <p:nvPr/>
          </p:nvSpPr>
          <p:spPr>
            <a:xfrm>
              <a:off x="3115194" y="189479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89" name="ph1789"/>
            <p:cNvSpPr/>
            <p:nvPr/>
          </p:nvSpPr>
          <p:spPr>
            <a:xfrm>
              <a:off x="3123902" y="189479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90" name="ph1790"/>
            <p:cNvSpPr/>
            <p:nvPr/>
          </p:nvSpPr>
          <p:spPr>
            <a:xfrm>
              <a:off x="3132609" y="189479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91" name="ph1791"/>
            <p:cNvSpPr/>
            <p:nvPr/>
          </p:nvSpPr>
          <p:spPr>
            <a:xfrm>
              <a:off x="3141316" y="189479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92" name="ph1792"/>
            <p:cNvSpPr/>
            <p:nvPr/>
          </p:nvSpPr>
          <p:spPr>
            <a:xfrm>
              <a:off x="3150023" y="189479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93" name="ph1793"/>
            <p:cNvSpPr/>
            <p:nvPr/>
          </p:nvSpPr>
          <p:spPr>
            <a:xfrm>
              <a:off x="3158730" y="189479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94" name="ph1794"/>
            <p:cNvSpPr/>
            <p:nvPr/>
          </p:nvSpPr>
          <p:spPr>
            <a:xfrm>
              <a:off x="3167438" y="189479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95" name="ph1795"/>
            <p:cNvSpPr/>
            <p:nvPr/>
          </p:nvSpPr>
          <p:spPr>
            <a:xfrm>
              <a:off x="3176145" y="189479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96" name="ph1796"/>
            <p:cNvSpPr/>
            <p:nvPr/>
          </p:nvSpPr>
          <p:spPr>
            <a:xfrm>
              <a:off x="3184852" y="189479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97" name="ph1797"/>
            <p:cNvSpPr/>
            <p:nvPr/>
          </p:nvSpPr>
          <p:spPr>
            <a:xfrm>
              <a:off x="3193559" y="189479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98" name="ph1798"/>
            <p:cNvSpPr/>
            <p:nvPr/>
          </p:nvSpPr>
          <p:spPr>
            <a:xfrm>
              <a:off x="3202266" y="189479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799" name="ph1799"/>
            <p:cNvSpPr/>
            <p:nvPr/>
          </p:nvSpPr>
          <p:spPr>
            <a:xfrm>
              <a:off x="3210973" y="189479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00" name="ph1800"/>
            <p:cNvSpPr/>
            <p:nvPr/>
          </p:nvSpPr>
          <p:spPr>
            <a:xfrm>
              <a:off x="3219681" y="189479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01" name="ph1801"/>
            <p:cNvSpPr/>
            <p:nvPr/>
          </p:nvSpPr>
          <p:spPr>
            <a:xfrm>
              <a:off x="3228388" y="189479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02" name="ph1802"/>
            <p:cNvSpPr/>
            <p:nvPr/>
          </p:nvSpPr>
          <p:spPr>
            <a:xfrm>
              <a:off x="3237095" y="189479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03" name="ph1803"/>
            <p:cNvSpPr/>
            <p:nvPr/>
          </p:nvSpPr>
          <p:spPr>
            <a:xfrm>
              <a:off x="3089073" y="190549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04" name="ph1804"/>
            <p:cNvSpPr/>
            <p:nvPr/>
          </p:nvSpPr>
          <p:spPr>
            <a:xfrm>
              <a:off x="3097780" y="190549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05" name="ph1805"/>
            <p:cNvSpPr/>
            <p:nvPr/>
          </p:nvSpPr>
          <p:spPr>
            <a:xfrm>
              <a:off x="3106487" y="190549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06" name="ph1806"/>
            <p:cNvSpPr/>
            <p:nvPr/>
          </p:nvSpPr>
          <p:spPr>
            <a:xfrm>
              <a:off x="3115194" y="190549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07" name="ph1807"/>
            <p:cNvSpPr/>
            <p:nvPr/>
          </p:nvSpPr>
          <p:spPr>
            <a:xfrm>
              <a:off x="3123902" y="190549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08" name="ph1808"/>
            <p:cNvSpPr/>
            <p:nvPr/>
          </p:nvSpPr>
          <p:spPr>
            <a:xfrm>
              <a:off x="3132609" y="190549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09" name="ph1809"/>
            <p:cNvSpPr/>
            <p:nvPr/>
          </p:nvSpPr>
          <p:spPr>
            <a:xfrm>
              <a:off x="3141316" y="190549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10" name="ph1810"/>
            <p:cNvSpPr/>
            <p:nvPr/>
          </p:nvSpPr>
          <p:spPr>
            <a:xfrm>
              <a:off x="3150023" y="190549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11" name="ph1811"/>
            <p:cNvSpPr/>
            <p:nvPr/>
          </p:nvSpPr>
          <p:spPr>
            <a:xfrm>
              <a:off x="3158730" y="190549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12" name="ph1812"/>
            <p:cNvSpPr/>
            <p:nvPr/>
          </p:nvSpPr>
          <p:spPr>
            <a:xfrm>
              <a:off x="3167438" y="190549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13" name="ph1813"/>
            <p:cNvSpPr/>
            <p:nvPr/>
          </p:nvSpPr>
          <p:spPr>
            <a:xfrm>
              <a:off x="3176145" y="190549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14" name="ph1814"/>
            <p:cNvSpPr/>
            <p:nvPr/>
          </p:nvSpPr>
          <p:spPr>
            <a:xfrm>
              <a:off x="3184852" y="190549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15" name="ph1815"/>
            <p:cNvSpPr/>
            <p:nvPr/>
          </p:nvSpPr>
          <p:spPr>
            <a:xfrm>
              <a:off x="3193559" y="190549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16" name="ph1816"/>
            <p:cNvSpPr/>
            <p:nvPr/>
          </p:nvSpPr>
          <p:spPr>
            <a:xfrm>
              <a:off x="3202266" y="190549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17" name="ph1817"/>
            <p:cNvSpPr/>
            <p:nvPr/>
          </p:nvSpPr>
          <p:spPr>
            <a:xfrm>
              <a:off x="3210973" y="190549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18" name="ph1818"/>
            <p:cNvSpPr/>
            <p:nvPr/>
          </p:nvSpPr>
          <p:spPr>
            <a:xfrm>
              <a:off x="3219681" y="190549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19" name="ph1819"/>
            <p:cNvSpPr/>
            <p:nvPr/>
          </p:nvSpPr>
          <p:spPr>
            <a:xfrm>
              <a:off x="3228388" y="190549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20" name="ph1820"/>
            <p:cNvSpPr/>
            <p:nvPr/>
          </p:nvSpPr>
          <p:spPr>
            <a:xfrm>
              <a:off x="3089073" y="191619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21" name="ph1821"/>
            <p:cNvSpPr/>
            <p:nvPr/>
          </p:nvSpPr>
          <p:spPr>
            <a:xfrm>
              <a:off x="3097780" y="191619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22" name="ph1822"/>
            <p:cNvSpPr/>
            <p:nvPr/>
          </p:nvSpPr>
          <p:spPr>
            <a:xfrm>
              <a:off x="3106487" y="191619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23" name="ph1823"/>
            <p:cNvSpPr/>
            <p:nvPr/>
          </p:nvSpPr>
          <p:spPr>
            <a:xfrm>
              <a:off x="3115194" y="191619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24" name="ph1824"/>
            <p:cNvSpPr/>
            <p:nvPr/>
          </p:nvSpPr>
          <p:spPr>
            <a:xfrm>
              <a:off x="3123902" y="191619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25" name="ph1825"/>
            <p:cNvSpPr/>
            <p:nvPr/>
          </p:nvSpPr>
          <p:spPr>
            <a:xfrm>
              <a:off x="3132609" y="191619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26" name="ph1826"/>
            <p:cNvSpPr/>
            <p:nvPr/>
          </p:nvSpPr>
          <p:spPr>
            <a:xfrm>
              <a:off x="3141316" y="191619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27" name="ph1827"/>
            <p:cNvSpPr/>
            <p:nvPr/>
          </p:nvSpPr>
          <p:spPr>
            <a:xfrm>
              <a:off x="3150023" y="191619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28" name="ph1828"/>
            <p:cNvSpPr/>
            <p:nvPr/>
          </p:nvSpPr>
          <p:spPr>
            <a:xfrm>
              <a:off x="3158730" y="191619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29" name="ph1829"/>
            <p:cNvSpPr/>
            <p:nvPr/>
          </p:nvSpPr>
          <p:spPr>
            <a:xfrm>
              <a:off x="3167438" y="191619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30" name="ph1830"/>
            <p:cNvSpPr/>
            <p:nvPr/>
          </p:nvSpPr>
          <p:spPr>
            <a:xfrm>
              <a:off x="3176145" y="191619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31" name="ph1831"/>
            <p:cNvSpPr/>
            <p:nvPr/>
          </p:nvSpPr>
          <p:spPr>
            <a:xfrm>
              <a:off x="3184852" y="191619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32" name="ph1832"/>
            <p:cNvSpPr/>
            <p:nvPr/>
          </p:nvSpPr>
          <p:spPr>
            <a:xfrm>
              <a:off x="3193559" y="191619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33" name="ph1833"/>
            <p:cNvSpPr/>
            <p:nvPr/>
          </p:nvSpPr>
          <p:spPr>
            <a:xfrm>
              <a:off x="3202266" y="191619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34" name="ph1834"/>
            <p:cNvSpPr/>
            <p:nvPr/>
          </p:nvSpPr>
          <p:spPr>
            <a:xfrm>
              <a:off x="3210973" y="191619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35" name="ph1835"/>
            <p:cNvSpPr/>
            <p:nvPr/>
          </p:nvSpPr>
          <p:spPr>
            <a:xfrm>
              <a:off x="3219681" y="191619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36" name="ph1836"/>
            <p:cNvSpPr/>
            <p:nvPr/>
          </p:nvSpPr>
          <p:spPr>
            <a:xfrm>
              <a:off x="3089073" y="192689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37" name="ph1837"/>
            <p:cNvSpPr/>
            <p:nvPr/>
          </p:nvSpPr>
          <p:spPr>
            <a:xfrm>
              <a:off x="3097780" y="192689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38" name="ph1838"/>
            <p:cNvSpPr/>
            <p:nvPr/>
          </p:nvSpPr>
          <p:spPr>
            <a:xfrm>
              <a:off x="3106487" y="192689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39" name="ph1839"/>
            <p:cNvSpPr/>
            <p:nvPr/>
          </p:nvSpPr>
          <p:spPr>
            <a:xfrm>
              <a:off x="3115194" y="192689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40" name="ph1840"/>
            <p:cNvSpPr/>
            <p:nvPr/>
          </p:nvSpPr>
          <p:spPr>
            <a:xfrm>
              <a:off x="3123902" y="192689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41" name="ph1841"/>
            <p:cNvSpPr/>
            <p:nvPr/>
          </p:nvSpPr>
          <p:spPr>
            <a:xfrm>
              <a:off x="3132609" y="192689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42" name="ph1842"/>
            <p:cNvSpPr/>
            <p:nvPr/>
          </p:nvSpPr>
          <p:spPr>
            <a:xfrm>
              <a:off x="3141316" y="192689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43" name="ph1843"/>
            <p:cNvSpPr/>
            <p:nvPr/>
          </p:nvSpPr>
          <p:spPr>
            <a:xfrm>
              <a:off x="3150023" y="192689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44" name="ph1844"/>
            <p:cNvSpPr/>
            <p:nvPr/>
          </p:nvSpPr>
          <p:spPr>
            <a:xfrm>
              <a:off x="3158730" y="192689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45" name="ph1845"/>
            <p:cNvSpPr/>
            <p:nvPr/>
          </p:nvSpPr>
          <p:spPr>
            <a:xfrm>
              <a:off x="3167438" y="192689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46" name="ph1846"/>
            <p:cNvSpPr/>
            <p:nvPr/>
          </p:nvSpPr>
          <p:spPr>
            <a:xfrm>
              <a:off x="3176145" y="192689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47" name="ph1847"/>
            <p:cNvSpPr/>
            <p:nvPr/>
          </p:nvSpPr>
          <p:spPr>
            <a:xfrm>
              <a:off x="3184852" y="192689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48" name="ph1848"/>
            <p:cNvSpPr/>
            <p:nvPr/>
          </p:nvSpPr>
          <p:spPr>
            <a:xfrm>
              <a:off x="3193559" y="192689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49" name="ph1849"/>
            <p:cNvSpPr/>
            <p:nvPr/>
          </p:nvSpPr>
          <p:spPr>
            <a:xfrm>
              <a:off x="3202266" y="192689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50" name="ph1850"/>
            <p:cNvSpPr/>
            <p:nvPr/>
          </p:nvSpPr>
          <p:spPr>
            <a:xfrm>
              <a:off x="3210973" y="192689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51" name="ph1851"/>
            <p:cNvSpPr/>
            <p:nvPr/>
          </p:nvSpPr>
          <p:spPr>
            <a:xfrm>
              <a:off x="3089073" y="193759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52" name="ph1852"/>
            <p:cNvSpPr/>
            <p:nvPr/>
          </p:nvSpPr>
          <p:spPr>
            <a:xfrm>
              <a:off x="3097780" y="193759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53" name="ph1853"/>
            <p:cNvSpPr/>
            <p:nvPr/>
          </p:nvSpPr>
          <p:spPr>
            <a:xfrm>
              <a:off x="3106487" y="193759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54" name="ph1854"/>
            <p:cNvSpPr/>
            <p:nvPr/>
          </p:nvSpPr>
          <p:spPr>
            <a:xfrm>
              <a:off x="3115194" y="193759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55" name="ph1855"/>
            <p:cNvSpPr/>
            <p:nvPr/>
          </p:nvSpPr>
          <p:spPr>
            <a:xfrm>
              <a:off x="3123902" y="193759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56" name="ph1856"/>
            <p:cNvSpPr/>
            <p:nvPr/>
          </p:nvSpPr>
          <p:spPr>
            <a:xfrm>
              <a:off x="3132609" y="193759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57" name="ph1857"/>
            <p:cNvSpPr/>
            <p:nvPr/>
          </p:nvSpPr>
          <p:spPr>
            <a:xfrm>
              <a:off x="3141316" y="193759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58" name="ph1858"/>
            <p:cNvSpPr/>
            <p:nvPr/>
          </p:nvSpPr>
          <p:spPr>
            <a:xfrm>
              <a:off x="3150023" y="193759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59" name="ph1859"/>
            <p:cNvSpPr/>
            <p:nvPr/>
          </p:nvSpPr>
          <p:spPr>
            <a:xfrm>
              <a:off x="3158730" y="193759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60" name="ph1860"/>
            <p:cNvSpPr/>
            <p:nvPr/>
          </p:nvSpPr>
          <p:spPr>
            <a:xfrm>
              <a:off x="3167438" y="193759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61" name="ph1861"/>
            <p:cNvSpPr/>
            <p:nvPr/>
          </p:nvSpPr>
          <p:spPr>
            <a:xfrm>
              <a:off x="3176145" y="193759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62" name="ph1862"/>
            <p:cNvSpPr/>
            <p:nvPr/>
          </p:nvSpPr>
          <p:spPr>
            <a:xfrm>
              <a:off x="3184852" y="193759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63" name="ph1863"/>
            <p:cNvSpPr/>
            <p:nvPr/>
          </p:nvSpPr>
          <p:spPr>
            <a:xfrm>
              <a:off x="3193559" y="193759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64" name="ph1864"/>
            <p:cNvSpPr/>
            <p:nvPr/>
          </p:nvSpPr>
          <p:spPr>
            <a:xfrm>
              <a:off x="3202266" y="193759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65" name="ph1865"/>
            <p:cNvSpPr/>
            <p:nvPr/>
          </p:nvSpPr>
          <p:spPr>
            <a:xfrm>
              <a:off x="3080366" y="194829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66" name="ph1866"/>
            <p:cNvSpPr/>
            <p:nvPr/>
          </p:nvSpPr>
          <p:spPr>
            <a:xfrm>
              <a:off x="3089073" y="194829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67" name="ph1867"/>
            <p:cNvSpPr/>
            <p:nvPr/>
          </p:nvSpPr>
          <p:spPr>
            <a:xfrm>
              <a:off x="3097780" y="194829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68" name="ph1868"/>
            <p:cNvSpPr/>
            <p:nvPr/>
          </p:nvSpPr>
          <p:spPr>
            <a:xfrm>
              <a:off x="3106487" y="194829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69" name="ph1869"/>
            <p:cNvSpPr/>
            <p:nvPr/>
          </p:nvSpPr>
          <p:spPr>
            <a:xfrm>
              <a:off x="3115194" y="194829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70" name="ph1870"/>
            <p:cNvSpPr/>
            <p:nvPr/>
          </p:nvSpPr>
          <p:spPr>
            <a:xfrm>
              <a:off x="3123902" y="194829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71" name="ph1871"/>
            <p:cNvSpPr/>
            <p:nvPr/>
          </p:nvSpPr>
          <p:spPr>
            <a:xfrm>
              <a:off x="3132609" y="194829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72" name="ph1872"/>
            <p:cNvSpPr/>
            <p:nvPr/>
          </p:nvSpPr>
          <p:spPr>
            <a:xfrm>
              <a:off x="3141316" y="194829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73" name="ph1873"/>
            <p:cNvSpPr/>
            <p:nvPr/>
          </p:nvSpPr>
          <p:spPr>
            <a:xfrm>
              <a:off x="3150023" y="194829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74" name="ph1874"/>
            <p:cNvSpPr/>
            <p:nvPr/>
          </p:nvSpPr>
          <p:spPr>
            <a:xfrm>
              <a:off x="3158730" y="194829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75" name="ph1875"/>
            <p:cNvSpPr/>
            <p:nvPr/>
          </p:nvSpPr>
          <p:spPr>
            <a:xfrm>
              <a:off x="3167438" y="194829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76" name="ph1876"/>
            <p:cNvSpPr/>
            <p:nvPr/>
          </p:nvSpPr>
          <p:spPr>
            <a:xfrm>
              <a:off x="3176145" y="194829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77" name="ph1877"/>
            <p:cNvSpPr/>
            <p:nvPr/>
          </p:nvSpPr>
          <p:spPr>
            <a:xfrm>
              <a:off x="3184852" y="194829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78" name="ph1878"/>
            <p:cNvSpPr/>
            <p:nvPr/>
          </p:nvSpPr>
          <p:spPr>
            <a:xfrm>
              <a:off x="3080366" y="195899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79" name="ph1879"/>
            <p:cNvSpPr/>
            <p:nvPr/>
          </p:nvSpPr>
          <p:spPr>
            <a:xfrm>
              <a:off x="3089073" y="195899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80" name="ph1880"/>
            <p:cNvSpPr/>
            <p:nvPr/>
          </p:nvSpPr>
          <p:spPr>
            <a:xfrm>
              <a:off x="3097780" y="195899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81" name="ph1881"/>
            <p:cNvSpPr/>
            <p:nvPr/>
          </p:nvSpPr>
          <p:spPr>
            <a:xfrm>
              <a:off x="3106487" y="195899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82" name="ph1882"/>
            <p:cNvSpPr/>
            <p:nvPr/>
          </p:nvSpPr>
          <p:spPr>
            <a:xfrm>
              <a:off x="3115194" y="195899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83" name="ph1883"/>
            <p:cNvSpPr/>
            <p:nvPr/>
          </p:nvSpPr>
          <p:spPr>
            <a:xfrm>
              <a:off x="3123902" y="195899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84" name="ph1884"/>
            <p:cNvSpPr/>
            <p:nvPr/>
          </p:nvSpPr>
          <p:spPr>
            <a:xfrm>
              <a:off x="3132609" y="195899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85" name="ph1885"/>
            <p:cNvSpPr/>
            <p:nvPr/>
          </p:nvSpPr>
          <p:spPr>
            <a:xfrm>
              <a:off x="3141316" y="195899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86" name="ph1886"/>
            <p:cNvSpPr/>
            <p:nvPr/>
          </p:nvSpPr>
          <p:spPr>
            <a:xfrm>
              <a:off x="3150023" y="195899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87" name="ph1887"/>
            <p:cNvSpPr/>
            <p:nvPr/>
          </p:nvSpPr>
          <p:spPr>
            <a:xfrm>
              <a:off x="3158730" y="195899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88" name="ph1888"/>
            <p:cNvSpPr/>
            <p:nvPr/>
          </p:nvSpPr>
          <p:spPr>
            <a:xfrm>
              <a:off x="3167438" y="195899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89" name="ph1889"/>
            <p:cNvSpPr/>
            <p:nvPr/>
          </p:nvSpPr>
          <p:spPr>
            <a:xfrm>
              <a:off x="3176145" y="195899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90" name="ph1890"/>
            <p:cNvSpPr/>
            <p:nvPr/>
          </p:nvSpPr>
          <p:spPr>
            <a:xfrm>
              <a:off x="3080366" y="196969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91" name="ph1891"/>
            <p:cNvSpPr/>
            <p:nvPr/>
          </p:nvSpPr>
          <p:spPr>
            <a:xfrm>
              <a:off x="3089073" y="196969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92" name="ph1892"/>
            <p:cNvSpPr/>
            <p:nvPr/>
          </p:nvSpPr>
          <p:spPr>
            <a:xfrm>
              <a:off x="3097780" y="196969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93" name="ph1893"/>
            <p:cNvSpPr/>
            <p:nvPr/>
          </p:nvSpPr>
          <p:spPr>
            <a:xfrm>
              <a:off x="3106487" y="196969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94" name="ph1894"/>
            <p:cNvSpPr/>
            <p:nvPr/>
          </p:nvSpPr>
          <p:spPr>
            <a:xfrm>
              <a:off x="3115194" y="196969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95" name="ph1895"/>
            <p:cNvSpPr/>
            <p:nvPr/>
          </p:nvSpPr>
          <p:spPr>
            <a:xfrm>
              <a:off x="3123902" y="196969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96" name="ph1896"/>
            <p:cNvSpPr/>
            <p:nvPr/>
          </p:nvSpPr>
          <p:spPr>
            <a:xfrm>
              <a:off x="3132609" y="196969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97" name="ph1897"/>
            <p:cNvSpPr/>
            <p:nvPr/>
          </p:nvSpPr>
          <p:spPr>
            <a:xfrm>
              <a:off x="3141316" y="196969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98" name="ph1898"/>
            <p:cNvSpPr/>
            <p:nvPr/>
          </p:nvSpPr>
          <p:spPr>
            <a:xfrm>
              <a:off x="3150023" y="196969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899" name="ph1899"/>
            <p:cNvSpPr/>
            <p:nvPr/>
          </p:nvSpPr>
          <p:spPr>
            <a:xfrm>
              <a:off x="3158730" y="196969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00" name="ph1900"/>
            <p:cNvSpPr/>
            <p:nvPr/>
          </p:nvSpPr>
          <p:spPr>
            <a:xfrm>
              <a:off x="3167438" y="196969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01" name="ph1901"/>
            <p:cNvSpPr/>
            <p:nvPr/>
          </p:nvSpPr>
          <p:spPr>
            <a:xfrm>
              <a:off x="3062951" y="198039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02" name="ph1902"/>
            <p:cNvSpPr/>
            <p:nvPr/>
          </p:nvSpPr>
          <p:spPr>
            <a:xfrm>
              <a:off x="3071659" y="198039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03" name="ph1903"/>
            <p:cNvSpPr/>
            <p:nvPr/>
          </p:nvSpPr>
          <p:spPr>
            <a:xfrm>
              <a:off x="3080366" y="198039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04" name="ph1904"/>
            <p:cNvSpPr/>
            <p:nvPr/>
          </p:nvSpPr>
          <p:spPr>
            <a:xfrm>
              <a:off x="3089073" y="198039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05" name="ph1905"/>
            <p:cNvSpPr/>
            <p:nvPr/>
          </p:nvSpPr>
          <p:spPr>
            <a:xfrm>
              <a:off x="3097780" y="198039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06" name="ph1906"/>
            <p:cNvSpPr/>
            <p:nvPr/>
          </p:nvSpPr>
          <p:spPr>
            <a:xfrm>
              <a:off x="3106487" y="198039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07" name="ph1907"/>
            <p:cNvSpPr/>
            <p:nvPr/>
          </p:nvSpPr>
          <p:spPr>
            <a:xfrm>
              <a:off x="3115194" y="198039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08" name="ph1908"/>
            <p:cNvSpPr/>
            <p:nvPr/>
          </p:nvSpPr>
          <p:spPr>
            <a:xfrm>
              <a:off x="3123902" y="198039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09" name="ph1909"/>
            <p:cNvSpPr/>
            <p:nvPr/>
          </p:nvSpPr>
          <p:spPr>
            <a:xfrm>
              <a:off x="3132609" y="198039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10" name="ph1910"/>
            <p:cNvSpPr/>
            <p:nvPr/>
          </p:nvSpPr>
          <p:spPr>
            <a:xfrm>
              <a:off x="3141316" y="198039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11" name="ph1911"/>
            <p:cNvSpPr/>
            <p:nvPr/>
          </p:nvSpPr>
          <p:spPr>
            <a:xfrm>
              <a:off x="3150023" y="198039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12" name="ph1912"/>
            <p:cNvSpPr/>
            <p:nvPr/>
          </p:nvSpPr>
          <p:spPr>
            <a:xfrm>
              <a:off x="3158730" y="198039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13" name="ph1913"/>
            <p:cNvSpPr/>
            <p:nvPr/>
          </p:nvSpPr>
          <p:spPr>
            <a:xfrm>
              <a:off x="3167438" y="198039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14" name="ph1914"/>
            <p:cNvSpPr/>
            <p:nvPr/>
          </p:nvSpPr>
          <p:spPr>
            <a:xfrm>
              <a:off x="3054244" y="199109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15" name="ph1915"/>
            <p:cNvSpPr/>
            <p:nvPr/>
          </p:nvSpPr>
          <p:spPr>
            <a:xfrm>
              <a:off x="3062951" y="199109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16" name="ph1916"/>
            <p:cNvSpPr/>
            <p:nvPr/>
          </p:nvSpPr>
          <p:spPr>
            <a:xfrm>
              <a:off x="3071659" y="199109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17" name="ph1917"/>
            <p:cNvSpPr/>
            <p:nvPr/>
          </p:nvSpPr>
          <p:spPr>
            <a:xfrm>
              <a:off x="3080366" y="199109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18" name="ph1918"/>
            <p:cNvSpPr/>
            <p:nvPr/>
          </p:nvSpPr>
          <p:spPr>
            <a:xfrm>
              <a:off x="3089073" y="199109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19" name="ph1919"/>
            <p:cNvSpPr/>
            <p:nvPr/>
          </p:nvSpPr>
          <p:spPr>
            <a:xfrm>
              <a:off x="3097780" y="199109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20" name="ph1920"/>
            <p:cNvSpPr/>
            <p:nvPr/>
          </p:nvSpPr>
          <p:spPr>
            <a:xfrm>
              <a:off x="3106487" y="199109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21" name="ph1921"/>
            <p:cNvSpPr/>
            <p:nvPr/>
          </p:nvSpPr>
          <p:spPr>
            <a:xfrm>
              <a:off x="3115194" y="199109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22" name="ph1922"/>
            <p:cNvSpPr/>
            <p:nvPr/>
          </p:nvSpPr>
          <p:spPr>
            <a:xfrm>
              <a:off x="3123902" y="199109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23" name="ph1923"/>
            <p:cNvSpPr/>
            <p:nvPr/>
          </p:nvSpPr>
          <p:spPr>
            <a:xfrm>
              <a:off x="3132609" y="199109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24" name="ph1924"/>
            <p:cNvSpPr/>
            <p:nvPr/>
          </p:nvSpPr>
          <p:spPr>
            <a:xfrm>
              <a:off x="3141316" y="199109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25" name="ph1925"/>
            <p:cNvSpPr/>
            <p:nvPr/>
          </p:nvSpPr>
          <p:spPr>
            <a:xfrm>
              <a:off x="3150023" y="199109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26" name="ph1926"/>
            <p:cNvSpPr/>
            <p:nvPr/>
          </p:nvSpPr>
          <p:spPr>
            <a:xfrm>
              <a:off x="3158730" y="199109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27" name="ph1927"/>
            <p:cNvSpPr/>
            <p:nvPr/>
          </p:nvSpPr>
          <p:spPr>
            <a:xfrm>
              <a:off x="3167438" y="199109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28" name="ph1928"/>
            <p:cNvSpPr/>
            <p:nvPr/>
          </p:nvSpPr>
          <p:spPr>
            <a:xfrm>
              <a:off x="3054244" y="200179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29" name="ph1929"/>
            <p:cNvSpPr/>
            <p:nvPr/>
          </p:nvSpPr>
          <p:spPr>
            <a:xfrm>
              <a:off x="3062951" y="200179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30" name="ph1930"/>
            <p:cNvSpPr/>
            <p:nvPr/>
          </p:nvSpPr>
          <p:spPr>
            <a:xfrm>
              <a:off x="3071659" y="200179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31" name="ph1931"/>
            <p:cNvSpPr/>
            <p:nvPr/>
          </p:nvSpPr>
          <p:spPr>
            <a:xfrm>
              <a:off x="3080366" y="200179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32" name="ph1932"/>
            <p:cNvSpPr/>
            <p:nvPr/>
          </p:nvSpPr>
          <p:spPr>
            <a:xfrm>
              <a:off x="3089073" y="200179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33" name="ph1933"/>
            <p:cNvSpPr/>
            <p:nvPr/>
          </p:nvSpPr>
          <p:spPr>
            <a:xfrm>
              <a:off x="3097780" y="200179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34" name="ph1934"/>
            <p:cNvSpPr/>
            <p:nvPr/>
          </p:nvSpPr>
          <p:spPr>
            <a:xfrm>
              <a:off x="3106487" y="200179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35" name="ph1935"/>
            <p:cNvSpPr/>
            <p:nvPr/>
          </p:nvSpPr>
          <p:spPr>
            <a:xfrm>
              <a:off x="3115194" y="200179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36" name="ph1936"/>
            <p:cNvSpPr/>
            <p:nvPr/>
          </p:nvSpPr>
          <p:spPr>
            <a:xfrm>
              <a:off x="3123902" y="200179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37" name="ph1937"/>
            <p:cNvSpPr/>
            <p:nvPr/>
          </p:nvSpPr>
          <p:spPr>
            <a:xfrm>
              <a:off x="3132609" y="200179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38" name="ph1938"/>
            <p:cNvSpPr/>
            <p:nvPr/>
          </p:nvSpPr>
          <p:spPr>
            <a:xfrm>
              <a:off x="3141316" y="200179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39" name="ph1939"/>
            <p:cNvSpPr/>
            <p:nvPr/>
          </p:nvSpPr>
          <p:spPr>
            <a:xfrm>
              <a:off x="3150023" y="200179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40" name="ph1940"/>
            <p:cNvSpPr/>
            <p:nvPr/>
          </p:nvSpPr>
          <p:spPr>
            <a:xfrm>
              <a:off x="3158730" y="200179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41" name="ph1941"/>
            <p:cNvSpPr/>
            <p:nvPr/>
          </p:nvSpPr>
          <p:spPr>
            <a:xfrm>
              <a:off x="3045537" y="201249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42" name="ph1942"/>
            <p:cNvSpPr/>
            <p:nvPr/>
          </p:nvSpPr>
          <p:spPr>
            <a:xfrm>
              <a:off x="3054244" y="201249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43" name="ph1943"/>
            <p:cNvSpPr/>
            <p:nvPr/>
          </p:nvSpPr>
          <p:spPr>
            <a:xfrm>
              <a:off x="3062951" y="201249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44" name="ph1944"/>
            <p:cNvSpPr/>
            <p:nvPr/>
          </p:nvSpPr>
          <p:spPr>
            <a:xfrm>
              <a:off x="3071659" y="201249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45" name="ph1945"/>
            <p:cNvSpPr/>
            <p:nvPr/>
          </p:nvSpPr>
          <p:spPr>
            <a:xfrm>
              <a:off x="3080366" y="201249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46" name="ph1946"/>
            <p:cNvSpPr/>
            <p:nvPr/>
          </p:nvSpPr>
          <p:spPr>
            <a:xfrm>
              <a:off x="3089073" y="201249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47" name="ph1947"/>
            <p:cNvSpPr/>
            <p:nvPr/>
          </p:nvSpPr>
          <p:spPr>
            <a:xfrm>
              <a:off x="3097780" y="201249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48" name="ph1948"/>
            <p:cNvSpPr/>
            <p:nvPr/>
          </p:nvSpPr>
          <p:spPr>
            <a:xfrm>
              <a:off x="3106487" y="201249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49" name="ph1949"/>
            <p:cNvSpPr/>
            <p:nvPr/>
          </p:nvSpPr>
          <p:spPr>
            <a:xfrm>
              <a:off x="3115194" y="201249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50" name="ph1950"/>
            <p:cNvSpPr/>
            <p:nvPr/>
          </p:nvSpPr>
          <p:spPr>
            <a:xfrm>
              <a:off x="3123902" y="201249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51" name="ph1951"/>
            <p:cNvSpPr/>
            <p:nvPr/>
          </p:nvSpPr>
          <p:spPr>
            <a:xfrm>
              <a:off x="3132609" y="201249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52" name="ph1952"/>
            <p:cNvSpPr/>
            <p:nvPr/>
          </p:nvSpPr>
          <p:spPr>
            <a:xfrm>
              <a:off x="3141316" y="201249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53" name="ph1953"/>
            <p:cNvSpPr/>
            <p:nvPr/>
          </p:nvSpPr>
          <p:spPr>
            <a:xfrm>
              <a:off x="3150023" y="201249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54" name="ph1954"/>
            <p:cNvSpPr/>
            <p:nvPr/>
          </p:nvSpPr>
          <p:spPr>
            <a:xfrm>
              <a:off x="3036830" y="202319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55" name="ph1955"/>
            <p:cNvSpPr/>
            <p:nvPr/>
          </p:nvSpPr>
          <p:spPr>
            <a:xfrm>
              <a:off x="3045537" y="202319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56" name="ph1956"/>
            <p:cNvSpPr/>
            <p:nvPr/>
          </p:nvSpPr>
          <p:spPr>
            <a:xfrm>
              <a:off x="3054244" y="202319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57" name="ph1957"/>
            <p:cNvSpPr/>
            <p:nvPr/>
          </p:nvSpPr>
          <p:spPr>
            <a:xfrm>
              <a:off x="3062951" y="202319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58" name="ph1958"/>
            <p:cNvSpPr/>
            <p:nvPr/>
          </p:nvSpPr>
          <p:spPr>
            <a:xfrm>
              <a:off x="3071659" y="202319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59" name="ph1959"/>
            <p:cNvSpPr/>
            <p:nvPr/>
          </p:nvSpPr>
          <p:spPr>
            <a:xfrm>
              <a:off x="3080366" y="202319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60" name="ph1960"/>
            <p:cNvSpPr/>
            <p:nvPr/>
          </p:nvSpPr>
          <p:spPr>
            <a:xfrm>
              <a:off x="3089073" y="202319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61" name="ph1961"/>
            <p:cNvSpPr/>
            <p:nvPr/>
          </p:nvSpPr>
          <p:spPr>
            <a:xfrm>
              <a:off x="3097780" y="202319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62" name="ph1962"/>
            <p:cNvSpPr/>
            <p:nvPr/>
          </p:nvSpPr>
          <p:spPr>
            <a:xfrm>
              <a:off x="3106487" y="202319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63" name="ph1963"/>
            <p:cNvSpPr/>
            <p:nvPr/>
          </p:nvSpPr>
          <p:spPr>
            <a:xfrm>
              <a:off x="3115194" y="202319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64" name="ph1964"/>
            <p:cNvSpPr/>
            <p:nvPr/>
          </p:nvSpPr>
          <p:spPr>
            <a:xfrm>
              <a:off x="3123902" y="202319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65" name="ph1965"/>
            <p:cNvSpPr/>
            <p:nvPr/>
          </p:nvSpPr>
          <p:spPr>
            <a:xfrm>
              <a:off x="3132609" y="202319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66" name="ph1966"/>
            <p:cNvSpPr/>
            <p:nvPr/>
          </p:nvSpPr>
          <p:spPr>
            <a:xfrm>
              <a:off x="3019415" y="203389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67" name="ph1967"/>
            <p:cNvSpPr/>
            <p:nvPr/>
          </p:nvSpPr>
          <p:spPr>
            <a:xfrm>
              <a:off x="3028123" y="203389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68" name="ph1968"/>
            <p:cNvSpPr/>
            <p:nvPr/>
          </p:nvSpPr>
          <p:spPr>
            <a:xfrm>
              <a:off x="3036830" y="203389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69" name="ph1969"/>
            <p:cNvSpPr/>
            <p:nvPr/>
          </p:nvSpPr>
          <p:spPr>
            <a:xfrm>
              <a:off x="3045537" y="203389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70" name="ph1970"/>
            <p:cNvSpPr/>
            <p:nvPr/>
          </p:nvSpPr>
          <p:spPr>
            <a:xfrm>
              <a:off x="3054244" y="203389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71" name="ph1971"/>
            <p:cNvSpPr/>
            <p:nvPr/>
          </p:nvSpPr>
          <p:spPr>
            <a:xfrm>
              <a:off x="3062951" y="203389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72" name="ph1972"/>
            <p:cNvSpPr/>
            <p:nvPr/>
          </p:nvSpPr>
          <p:spPr>
            <a:xfrm>
              <a:off x="3071659" y="203389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73" name="ph1973"/>
            <p:cNvSpPr/>
            <p:nvPr/>
          </p:nvSpPr>
          <p:spPr>
            <a:xfrm>
              <a:off x="3080366" y="203389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74" name="ph1974"/>
            <p:cNvSpPr/>
            <p:nvPr/>
          </p:nvSpPr>
          <p:spPr>
            <a:xfrm>
              <a:off x="3089073" y="203389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75" name="ph1975"/>
            <p:cNvSpPr/>
            <p:nvPr/>
          </p:nvSpPr>
          <p:spPr>
            <a:xfrm>
              <a:off x="3010708" y="204459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76" name="ph1976"/>
            <p:cNvSpPr/>
            <p:nvPr/>
          </p:nvSpPr>
          <p:spPr>
            <a:xfrm>
              <a:off x="3019415" y="204459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77" name="ph1977"/>
            <p:cNvSpPr/>
            <p:nvPr/>
          </p:nvSpPr>
          <p:spPr>
            <a:xfrm>
              <a:off x="3028123" y="204459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78" name="ph1978"/>
            <p:cNvSpPr/>
            <p:nvPr/>
          </p:nvSpPr>
          <p:spPr>
            <a:xfrm>
              <a:off x="3036830" y="204459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79" name="ph1979"/>
            <p:cNvSpPr/>
            <p:nvPr/>
          </p:nvSpPr>
          <p:spPr>
            <a:xfrm>
              <a:off x="3045537" y="204459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80" name="ph1980"/>
            <p:cNvSpPr/>
            <p:nvPr/>
          </p:nvSpPr>
          <p:spPr>
            <a:xfrm>
              <a:off x="3054244" y="204459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81" name="ph1981"/>
            <p:cNvSpPr/>
            <p:nvPr/>
          </p:nvSpPr>
          <p:spPr>
            <a:xfrm>
              <a:off x="3062951" y="204459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82" name="ph1982"/>
            <p:cNvSpPr/>
            <p:nvPr/>
          </p:nvSpPr>
          <p:spPr>
            <a:xfrm>
              <a:off x="3071659" y="204459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83" name="ph1983"/>
            <p:cNvSpPr/>
            <p:nvPr/>
          </p:nvSpPr>
          <p:spPr>
            <a:xfrm>
              <a:off x="2993294" y="205529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84" name="ph1984"/>
            <p:cNvSpPr/>
            <p:nvPr/>
          </p:nvSpPr>
          <p:spPr>
            <a:xfrm>
              <a:off x="3002001" y="205529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85" name="ph1985"/>
            <p:cNvSpPr/>
            <p:nvPr/>
          </p:nvSpPr>
          <p:spPr>
            <a:xfrm>
              <a:off x="3010708" y="205529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86" name="ph1986"/>
            <p:cNvSpPr/>
            <p:nvPr/>
          </p:nvSpPr>
          <p:spPr>
            <a:xfrm>
              <a:off x="3019415" y="205529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87" name="ph1987"/>
            <p:cNvSpPr/>
            <p:nvPr/>
          </p:nvSpPr>
          <p:spPr>
            <a:xfrm>
              <a:off x="3028123" y="205529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88" name="ph1988"/>
            <p:cNvSpPr/>
            <p:nvPr/>
          </p:nvSpPr>
          <p:spPr>
            <a:xfrm>
              <a:off x="3036830" y="205529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89" name="ph1989"/>
            <p:cNvSpPr/>
            <p:nvPr/>
          </p:nvSpPr>
          <p:spPr>
            <a:xfrm>
              <a:off x="3045537" y="205529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90" name="ph1990"/>
            <p:cNvSpPr/>
            <p:nvPr/>
          </p:nvSpPr>
          <p:spPr>
            <a:xfrm>
              <a:off x="3054244" y="205529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91" name="ph1991"/>
            <p:cNvSpPr/>
            <p:nvPr/>
          </p:nvSpPr>
          <p:spPr>
            <a:xfrm>
              <a:off x="3062951" y="205529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92" name="ph1992"/>
            <p:cNvSpPr/>
            <p:nvPr/>
          </p:nvSpPr>
          <p:spPr>
            <a:xfrm>
              <a:off x="2967172" y="206599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93" name="ph1993"/>
            <p:cNvSpPr/>
            <p:nvPr/>
          </p:nvSpPr>
          <p:spPr>
            <a:xfrm>
              <a:off x="2975880" y="206599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94" name="ph1994"/>
            <p:cNvSpPr/>
            <p:nvPr/>
          </p:nvSpPr>
          <p:spPr>
            <a:xfrm>
              <a:off x="2984587" y="206599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95" name="ph1995"/>
            <p:cNvSpPr/>
            <p:nvPr/>
          </p:nvSpPr>
          <p:spPr>
            <a:xfrm>
              <a:off x="2993294" y="206599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96" name="ph1996"/>
            <p:cNvSpPr/>
            <p:nvPr/>
          </p:nvSpPr>
          <p:spPr>
            <a:xfrm>
              <a:off x="3002001" y="206599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97" name="ph1997"/>
            <p:cNvSpPr/>
            <p:nvPr/>
          </p:nvSpPr>
          <p:spPr>
            <a:xfrm>
              <a:off x="3010708" y="206599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98" name="ph1998"/>
            <p:cNvSpPr/>
            <p:nvPr/>
          </p:nvSpPr>
          <p:spPr>
            <a:xfrm>
              <a:off x="3019415" y="206599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1999" name="ph1999"/>
            <p:cNvSpPr/>
            <p:nvPr/>
          </p:nvSpPr>
          <p:spPr>
            <a:xfrm>
              <a:off x="3028123" y="206599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325E">
                <a:alpha val="100000"/>
              </a:srgbClr>
            </a:solidFill>
            <a:ln w="5420" cap="flat">
              <a:solidFill>
                <a:srgbClr val="3A32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00" name="ph2000"/>
            <p:cNvSpPr/>
            <p:nvPr/>
          </p:nvSpPr>
          <p:spPr>
            <a:xfrm>
              <a:off x="3036830" y="206599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01" name="ph2001"/>
            <p:cNvSpPr/>
            <p:nvPr/>
          </p:nvSpPr>
          <p:spPr>
            <a:xfrm>
              <a:off x="3045537" y="206599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02" name="ph2002"/>
            <p:cNvSpPr/>
            <p:nvPr/>
          </p:nvSpPr>
          <p:spPr>
            <a:xfrm>
              <a:off x="3054244" y="206599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03" name="ph2003"/>
            <p:cNvSpPr/>
            <p:nvPr/>
          </p:nvSpPr>
          <p:spPr>
            <a:xfrm>
              <a:off x="2949758" y="207669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04" name="ph2004"/>
            <p:cNvSpPr/>
            <p:nvPr/>
          </p:nvSpPr>
          <p:spPr>
            <a:xfrm>
              <a:off x="2958465" y="207669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05" name="ph2005"/>
            <p:cNvSpPr/>
            <p:nvPr/>
          </p:nvSpPr>
          <p:spPr>
            <a:xfrm>
              <a:off x="2967172" y="207669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06" name="ph2006"/>
            <p:cNvSpPr/>
            <p:nvPr/>
          </p:nvSpPr>
          <p:spPr>
            <a:xfrm>
              <a:off x="2975880" y="207669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87D">
                <a:alpha val="100000"/>
              </a:srgbClr>
            </a:solidFill>
            <a:ln w="5420" cap="flat">
              <a:solidFill>
                <a:srgbClr val="3C48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07" name="ph2007"/>
            <p:cNvSpPr/>
            <p:nvPr/>
          </p:nvSpPr>
          <p:spPr>
            <a:xfrm>
              <a:off x="2984587" y="207669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08" name="ph2008"/>
            <p:cNvSpPr/>
            <p:nvPr/>
          </p:nvSpPr>
          <p:spPr>
            <a:xfrm>
              <a:off x="2993294" y="207669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09" name="ph2009"/>
            <p:cNvSpPr/>
            <p:nvPr/>
          </p:nvSpPr>
          <p:spPr>
            <a:xfrm>
              <a:off x="3002001" y="207669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10" name="ph2010"/>
            <p:cNvSpPr/>
            <p:nvPr/>
          </p:nvSpPr>
          <p:spPr>
            <a:xfrm>
              <a:off x="3010708" y="207669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11" name="ph2011"/>
            <p:cNvSpPr/>
            <p:nvPr/>
          </p:nvSpPr>
          <p:spPr>
            <a:xfrm>
              <a:off x="3019415" y="207669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12" name="ph2012"/>
            <p:cNvSpPr/>
            <p:nvPr/>
          </p:nvSpPr>
          <p:spPr>
            <a:xfrm>
              <a:off x="3028123" y="207669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13" name="ph2013"/>
            <p:cNvSpPr/>
            <p:nvPr/>
          </p:nvSpPr>
          <p:spPr>
            <a:xfrm>
              <a:off x="3036830" y="207669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14" name="ph2014"/>
            <p:cNvSpPr/>
            <p:nvPr/>
          </p:nvSpPr>
          <p:spPr>
            <a:xfrm>
              <a:off x="3045537" y="207669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15" name="ph2015"/>
            <p:cNvSpPr/>
            <p:nvPr/>
          </p:nvSpPr>
          <p:spPr>
            <a:xfrm>
              <a:off x="2941051" y="208739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16" name="ph2016"/>
            <p:cNvSpPr/>
            <p:nvPr/>
          </p:nvSpPr>
          <p:spPr>
            <a:xfrm>
              <a:off x="2949758" y="208739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17" name="ph2017"/>
            <p:cNvSpPr/>
            <p:nvPr/>
          </p:nvSpPr>
          <p:spPr>
            <a:xfrm>
              <a:off x="2958465" y="208739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18" name="ph2018"/>
            <p:cNvSpPr/>
            <p:nvPr/>
          </p:nvSpPr>
          <p:spPr>
            <a:xfrm>
              <a:off x="2967172" y="208739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19" name="ph2019"/>
            <p:cNvSpPr/>
            <p:nvPr/>
          </p:nvSpPr>
          <p:spPr>
            <a:xfrm>
              <a:off x="2975880" y="208739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20" name="ph2020"/>
            <p:cNvSpPr/>
            <p:nvPr/>
          </p:nvSpPr>
          <p:spPr>
            <a:xfrm>
              <a:off x="2984587" y="208739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87D">
                <a:alpha val="100000"/>
              </a:srgbClr>
            </a:solidFill>
            <a:ln w="5420" cap="flat">
              <a:solidFill>
                <a:srgbClr val="3C48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21" name="ph2021"/>
            <p:cNvSpPr/>
            <p:nvPr/>
          </p:nvSpPr>
          <p:spPr>
            <a:xfrm>
              <a:off x="2993294" y="208739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22" name="ph2022"/>
            <p:cNvSpPr/>
            <p:nvPr/>
          </p:nvSpPr>
          <p:spPr>
            <a:xfrm>
              <a:off x="3002001" y="208739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23" name="ph2023"/>
            <p:cNvSpPr/>
            <p:nvPr/>
          </p:nvSpPr>
          <p:spPr>
            <a:xfrm>
              <a:off x="3010708" y="208739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24" name="ph2024"/>
            <p:cNvSpPr/>
            <p:nvPr/>
          </p:nvSpPr>
          <p:spPr>
            <a:xfrm>
              <a:off x="3019415" y="208739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25" name="ph2025"/>
            <p:cNvSpPr/>
            <p:nvPr/>
          </p:nvSpPr>
          <p:spPr>
            <a:xfrm>
              <a:off x="3028123" y="208739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26" name="ph2026"/>
            <p:cNvSpPr/>
            <p:nvPr/>
          </p:nvSpPr>
          <p:spPr>
            <a:xfrm>
              <a:off x="3036830" y="208739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27" name="ph2027"/>
            <p:cNvSpPr/>
            <p:nvPr/>
          </p:nvSpPr>
          <p:spPr>
            <a:xfrm>
              <a:off x="3045537" y="208739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28" name="ph2028"/>
            <p:cNvSpPr/>
            <p:nvPr/>
          </p:nvSpPr>
          <p:spPr>
            <a:xfrm>
              <a:off x="2932344" y="209809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29" name="ph2029"/>
            <p:cNvSpPr/>
            <p:nvPr/>
          </p:nvSpPr>
          <p:spPr>
            <a:xfrm>
              <a:off x="2941051" y="209809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30" name="ph2030"/>
            <p:cNvSpPr/>
            <p:nvPr/>
          </p:nvSpPr>
          <p:spPr>
            <a:xfrm>
              <a:off x="2949758" y="209809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31" name="ph2031"/>
            <p:cNvSpPr/>
            <p:nvPr/>
          </p:nvSpPr>
          <p:spPr>
            <a:xfrm>
              <a:off x="2958465" y="209809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32" name="ph2032"/>
            <p:cNvSpPr/>
            <p:nvPr/>
          </p:nvSpPr>
          <p:spPr>
            <a:xfrm>
              <a:off x="2967172" y="209809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33" name="ph2033"/>
            <p:cNvSpPr/>
            <p:nvPr/>
          </p:nvSpPr>
          <p:spPr>
            <a:xfrm>
              <a:off x="2975880" y="209809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34" name="ph2034"/>
            <p:cNvSpPr/>
            <p:nvPr/>
          </p:nvSpPr>
          <p:spPr>
            <a:xfrm>
              <a:off x="2984587" y="209809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35" name="ph2035"/>
            <p:cNvSpPr/>
            <p:nvPr/>
          </p:nvSpPr>
          <p:spPr>
            <a:xfrm>
              <a:off x="2993294" y="209809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36" name="ph2036"/>
            <p:cNvSpPr/>
            <p:nvPr/>
          </p:nvSpPr>
          <p:spPr>
            <a:xfrm>
              <a:off x="3002001" y="209809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37" name="ph2037"/>
            <p:cNvSpPr/>
            <p:nvPr/>
          </p:nvSpPr>
          <p:spPr>
            <a:xfrm>
              <a:off x="3010708" y="209809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38" name="ph2038"/>
            <p:cNvSpPr/>
            <p:nvPr/>
          </p:nvSpPr>
          <p:spPr>
            <a:xfrm>
              <a:off x="3019415" y="209809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39" name="ph2039"/>
            <p:cNvSpPr/>
            <p:nvPr/>
          </p:nvSpPr>
          <p:spPr>
            <a:xfrm>
              <a:off x="3028123" y="209809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40" name="ph2040"/>
            <p:cNvSpPr/>
            <p:nvPr/>
          </p:nvSpPr>
          <p:spPr>
            <a:xfrm>
              <a:off x="3036830" y="209809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41" name="ph2041"/>
            <p:cNvSpPr/>
            <p:nvPr/>
          </p:nvSpPr>
          <p:spPr>
            <a:xfrm>
              <a:off x="2923637" y="210879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42" name="ph2042"/>
            <p:cNvSpPr/>
            <p:nvPr/>
          </p:nvSpPr>
          <p:spPr>
            <a:xfrm>
              <a:off x="2932344" y="210879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43" name="ph2043"/>
            <p:cNvSpPr/>
            <p:nvPr/>
          </p:nvSpPr>
          <p:spPr>
            <a:xfrm>
              <a:off x="2941051" y="210879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44" name="ph2044"/>
            <p:cNvSpPr/>
            <p:nvPr/>
          </p:nvSpPr>
          <p:spPr>
            <a:xfrm>
              <a:off x="2949758" y="210879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45" name="ph2045"/>
            <p:cNvSpPr/>
            <p:nvPr/>
          </p:nvSpPr>
          <p:spPr>
            <a:xfrm>
              <a:off x="2958465" y="210879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46" name="ph2046"/>
            <p:cNvSpPr/>
            <p:nvPr/>
          </p:nvSpPr>
          <p:spPr>
            <a:xfrm>
              <a:off x="2967172" y="210879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47" name="ph2047"/>
            <p:cNvSpPr/>
            <p:nvPr/>
          </p:nvSpPr>
          <p:spPr>
            <a:xfrm>
              <a:off x="2975880" y="210879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48" name="ph2048"/>
            <p:cNvSpPr/>
            <p:nvPr/>
          </p:nvSpPr>
          <p:spPr>
            <a:xfrm>
              <a:off x="2914929" y="211949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49" name="ph2049"/>
            <p:cNvSpPr/>
            <p:nvPr/>
          </p:nvSpPr>
          <p:spPr>
            <a:xfrm>
              <a:off x="2923637" y="211949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50" name="ph2050"/>
            <p:cNvSpPr/>
            <p:nvPr/>
          </p:nvSpPr>
          <p:spPr>
            <a:xfrm>
              <a:off x="2932344" y="211949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51" name="ph2051"/>
            <p:cNvSpPr/>
            <p:nvPr/>
          </p:nvSpPr>
          <p:spPr>
            <a:xfrm>
              <a:off x="2941051" y="211949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52" name="ph2052"/>
            <p:cNvSpPr/>
            <p:nvPr/>
          </p:nvSpPr>
          <p:spPr>
            <a:xfrm>
              <a:off x="2949758" y="211949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53" name="ph2053"/>
            <p:cNvSpPr/>
            <p:nvPr/>
          </p:nvSpPr>
          <p:spPr>
            <a:xfrm>
              <a:off x="2958465" y="211949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54" name="ph2054"/>
            <p:cNvSpPr/>
            <p:nvPr/>
          </p:nvSpPr>
          <p:spPr>
            <a:xfrm>
              <a:off x="2967172" y="211949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55" name="ph2055"/>
            <p:cNvSpPr/>
            <p:nvPr/>
          </p:nvSpPr>
          <p:spPr>
            <a:xfrm>
              <a:off x="2906222" y="213019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4D85">
                <a:alpha val="100000"/>
              </a:srgbClr>
            </a:solidFill>
            <a:ln w="5420" cap="flat">
              <a:solidFill>
                <a:srgbClr val="3B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56" name="ph2056"/>
            <p:cNvSpPr/>
            <p:nvPr/>
          </p:nvSpPr>
          <p:spPr>
            <a:xfrm>
              <a:off x="2914929" y="213019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57" name="ph2057"/>
            <p:cNvSpPr/>
            <p:nvPr/>
          </p:nvSpPr>
          <p:spPr>
            <a:xfrm>
              <a:off x="2923637" y="213019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58" name="ph2058"/>
            <p:cNvSpPr/>
            <p:nvPr/>
          </p:nvSpPr>
          <p:spPr>
            <a:xfrm>
              <a:off x="2932344" y="213019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59" name="ph2059"/>
            <p:cNvSpPr/>
            <p:nvPr/>
          </p:nvSpPr>
          <p:spPr>
            <a:xfrm>
              <a:off x="2941051" y="213019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60" name="ph2060"/>
            <p:cNvSpPr/>
            <p:nvPr/>
          </p:nvSpPr>
          <p:spPr>
            <a:xfrm>
              <a:off x="2949758" y="213019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61" name="ph2061"/>
            <p:cNvSpPr/>
            <p:nvPr/>
          </p:nvSpPr>
          <p:spPr>
            <a:xfrm>
              <a:off x="2958465" y="213019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62" name="ph2062"/>
            <p:cNvSpPr/>
            <p:nvPr/>
          </p:nvSpPr>
          <p:spPr>
            <a:xfrm>
              <a:off x="2906222" y="214089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63" name="ph2063"/>
            <p:cNvSpPr/>
            <p:nvPr/>
          </p:nvSpPr>
          <p:spPr>
            <a:xfrm>
              <a:off x="2914929" y="214089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64" name="ph2064"/>
            <p:cNvSpPr/>
            <p:nvPr/>
          </p:nvSpPr>
          <p:spPr>
            <a:xfrm>
              <a:off x="2923637" y="214089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65" name="ph2065"/>
            <p:cNvSpPr/>
            <p:nvPr/>
          </p:nvSpPr>
          <p:spPr>
            <a:xfrm>
              <a:off x="2932344" y="214089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66" name="ph2066"/>
            <p:cNvSpPr/>
            <p:nvPr/>
          </p:nvSpPr>
          <p:spPr>
            <a:xfrm>
              <a:off x="2941051" y="214089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67" name="ph2067"/>
            <p:cNvSpPr/>
            <p:nvPr/>
          </p:nvSpPr>
          <p:spPr>
            <a:xfrm>
              <a:off x="2949758" y="214089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68" name="ph2068"/>
            <p:cNvSpPr/>
            <p:nvPr/>
          </p:nvSpPr>
          <p:spPr>
            <a:xfrm>
              <a:off x="2888808" y="215159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69" name="ph2069"/>
            <p:cNvSpPr/>
            <p:nvPr/>
          </p:nvSpPr>
          <p:spPr>
            <a:xfrm>
              <a:off x="2897515" y="215159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70" name="ph2070"/>
            <p:cNvSpPr/>
            <p:nvPr/>
          </p:nvSpPr>
          <p:spPr>
            <a:xfrm>
              <a:off x="2906222" y="215159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71" name="ph2071"/>
            <p:cNvSpPr/>
            <p:nvPr/>
          </p:nvSpPr>
          <p:spPr>
            <a:xfrm>
              <a:off x="2914929" y="215159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72" name="ph2072"/>
            <p:cNvSpPr/>
            <p:nvPr/>
          </p:nvSpPr>
          <p:spPr>
            <a:xfrm>
              <a:off x="2923637" y="215159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73" name="ph2073"/>
            <p:cNvSpPr/>
            <p:nvPr/>
          </p:nvSpPr>
          <p:spPr>
            <a:xfrm>
              <a:off x="2932344" y="215159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74" name="ph2074"/>
            <p:cNvSpPr/>
            <p:nvPr/>
          </p:nvSpPr>
          <p:spPr>
            <a:xfrm>
              <a:off x="2941051" y="215159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75" name="ph2075"/>
            <p:cNvSpPr/>
            <p:nvPr/>
          </p:nvSpPr>
          <p:spPr>
            <a:xfrm>
              <a:off x="2880101" y="216229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76" name="ph2076"/>
            <p:cNvSpPr/>
            <p:nvPr/>
          </p:nvSpPr>
          <p:spPr>
            <a:xfrm>
              <a:off x="2888808" y="216229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77" name="ph2077"/>
            <p:cNvSpPr/>
            <p:nvPr/>
          </p:nvSpPr>
          <p:spPr>
            <a:xfrm>
              <a:off x="2897515" y="216229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78" name="ph2078"/>
            <p:cNvSpPr/>
            <p:nvPr/>
          </p:nvSpPr>
          <p:spPr>
            <a:xfrm>
              <a:off x="2906222" y="216229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79" name="ph2079"/>
            <p:cNvSpPr/>
            <p:nvPr/>
          </p:nvSpPr>
          <p:spPr>
            <a:xfrm>
              <a:off x="2914929" y="216229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80" name="ph2080"/>
            <p:cNvSpPr/>
            <p:nvPr/>
          </p:nvSpPr>
          <p:spPr>
            <a:xfrm>
              <a:off x="2923637" y="216229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4F89">
                <a:alpha val="100000"/>
              </a:srgbClr>
            </a:solidFill>
            <a:ln w="5420" cap="flat">
              <a:solidFill>
                <a:srgbClr val="3B4F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81" name="ph2081"/>
            <p:cNvSpPr/>
            <p:nvPr/>
          </p:nvSpPr>
          <p:spPr>
            <a:xfrm>
              <a:off x="2932344" y="216229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82" name="ph2082"/>
            <p:cNvSpPr/>
            <p:nvPr/>
          </p:nvSpPr>
          <p:spPr>
            <a:xfrm>
              <a:off x="2941051" y="216229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83" name="ph2083"/>
            <p:cNvSpPr/>
            <p:nvPr/>
          </p:nvSpPr>
          <p:spPr>
            <a:xfrm>
              <a:off x="2862686" y="217299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84" name="ph2084"/>
            <p:cNvSpPr/>
            <p:nvPr/>
          </p:nvSpPr>
          <p:spPr>
            <a:xfrm>
              <a:off x="2871393" y="217299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5896">
                <a:alpha val="100000"/>
              </a:srgbClr>
            </a:solidFill>
            <a:ln w="5420" cap="flat">
              <a:solidFill>
                <a:srgbClr val="3A58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85" name="ph2085"/>
            <p:cNvSpPr/>
            <p:nvPr/>
          </p:nvSpPr>
          <p:spPr>
            <a:xfrm>
              <a:off x="2880101" y="217299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86" name="ph2086"/>
            <p:cNvSpPr/>
            <p:nvPr/>
          </p:nvSpPr>
          <p:spPr>
            <a:xfrm>
              <a:off x="2888808" y="217299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87" name="ph2087"/>
            <p:cNvSpPr/>
            <p:nvPr/>
          </p:nvSpPr>
          <p:spPr>
            <a:xfrm>
              <a:off x="2897515" y="217299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88" name="ph2088"/>
            <p:cNvSpPr/>
            <p:nvPr/>
          </p:nvSpPr>
          <p:spPr>
            <a:xfrm>
              <a:off x="2906222" y="217299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89" name="ph2089"/>
            <p:cNvSpPr/>
            <p:nvPr/>
          </p:nvSpPr>
          <p:spPr>
            <a:xfrm>
              <a:off x="2914929" y="217299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90" name="ph2090"/>
            <p:cNvSpPr/>
            <p:nvPr/>
          </p:nvSpPr>
          <p:spPr>
            <a:xfrm>
              <a:off x="2923637" y="217299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91" name="ph2091"/>
            <p:cNvSpPr/>
            <p:nvPr/>
          </p:nvSpPr>
          <p:spPr>
            <a:xfrm>
              <a:off x="2932344" y="217299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92" name="ph2092"/>
            <p:cNvSpPr/>
            <p:nvPr/>
          </p:nvSpPr>
          <p:spPr>
            <a:xfrm>
              <a:off x="2853979" y="218369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93" name="ph2093"/>
            <p:cNvSpPr/>
            <p:nvPr/>
          </p:nvSpPr>
          <p:spPr>
            <a:xfrm>
              <a:off x="2862686" y="218369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94" name="ph2094"/>
            <p:cNvSpPr/>
            <p:nvPr/>
          </p:nvSpPr>
          <p:spPr>
            <a:xfrm>
              <a:off x="2871393" y="218369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95" name="ph2095"/>
            <p:cNvSpPr/>
            <p:nvPr/>
          </p:nvSpPr>
          <p:spPr>
            <a:xfrm>
              <a:off x="2880101" y="218369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96" name="ph2096"/>
            <p:cNvSpPr/>
            <p:nvPr/>
          </p:nvSpPr>
          <p:spPr>
            <a:xfrm>
              <a:off x="2888808" y="218369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97" name="ph2097"/>
            <p:cNvSpPr/>
            <p:nvPr/>
          </p:nvSpPr>
          <p:spPr>
            <a:xfrm>
              <a:off x="2897515" y="218369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98" name="ph2098"/>
            <p:cNvSpPr/>
            <p:nvPr/>
          </p:nvSpPr>
          <p:spPr>
            <a:xfrm>
              <a:off x="2906222" y="218369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099" name="ph2099"/>
            <p:cNvSpPr/>
            <p:nvPr/>
          </p:nvSpPr>
          <p:spPr>
            <a:xfrm>
              <a:off x="2914929" y="218369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00" name="ph2100"/>
            <p:cNvSpPr/>
            <p:nvPr/>
          </p:nvSpPr>
          <p:spPr>
            <a:xfrm>
              <a:off x="2810443" y="219439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01" name="ph2101"/>
            <p:cNvSpPr/>
            <p:nvPr/>
          </p:nvSpPr>
          <p:spPr>
            <a:xfrm>
              <a:off x="2819150" y="219439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02" name="ph2102"/>
            <p:cNvSpPr/>
            <p:nvPr/>
          </p:nvSpPr>
          <p:spPr>
            <a:xfrm>
              <a:off x="2827858" y="219439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03" name="ph2103"/>
            <p:cNvSpPr/>
            <p:nvPr/>
          </p:nvSpPr>
          <p:spPr>
            <a:xfrm>
              <a:off x="2836565" y="219439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04" name="ph2104"/>
            <p:cNvSpPr/>
            <p:nvPr/>
          </p:nvSpPr>
          <p:spPr>
            <a:xfrm>
              <a:off x="2845272" y="219439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05" name="ph2105"/>
            <p:cNvSpPr/>
            <p:nvPr/>
          </p:nvSpPr>
          <p:spPr>
            <a:xfrm>
              <a:off x="2853979" y="219439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06" name="ph2106"/>
            <p:cNvSpPr/>
            <p:nvPr/>
          </p:nvSpPr>
          <p:spPr>
            <a:xfrm>
              <a:off x="2862686" y="219439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07" name="ph2107"/>
            <p:cNvSpPr/>
            <p:nvPr/>
          </p:nvSpPr>
          <p:spPr>
            <a:xfrm>
              <a:off x="2871393" y="219439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08" name="ph2108"/>
            <p:cNvSpPr/>
            <p:nvPr/>
          </p:nvSpPr>
          <p:spPr>
            <a:xfrm>
              <a:off x="2880101" y="219439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09" name="ph2109"/>
            <p:cNvSpPr/>
            <p:nvPr/>
          </p:nvSpPr>
          <p:spPr>
            <a:xfrm>
              <a:off x="2888808" y="219439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10" name="ph2110"/>
            <p:cNvSpPr/>
            <p:nvPr/>
          </p:nvSpPr>
          <p:spPr>
            <a:xfrm>
              <a:off x="2897515" y="219439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11" name="ph2111"/>
            <p:cNvSpPr/>
            <p:nvPr/>
          </p:nvSpPr>
          <p:spPr>
            <a:xfrm>
              <a:off x="2906222" y="219439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12" name="ph2112"/>
            <p:cNvSpPr/>
            <p:nvPr/>
          </p:nvSpPr>
          <p:spPr>
            <a:xfrm>
              <a:off x="2793029" y="220509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13" name="ph2113"/>
            <p:cNvSpPr/>
            <p:nvPr/>
          </p:nvSpPr>
          <p:spPr>
            <a:xfrm>
              <a:off x="2801736" y="220509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14" name="ph2114"/>
            <p:cNvSpPr/>
            <p:nvPr/>
          </p:nvSpPr>
          <p:spPr>
            <a:xfrm>
              <a:off x="2810443" y="220509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15" name="ph2115"/>
            <p:cNvSpPr/>
            <p:nvPr/>
          </p:nvSpPr>
          <p:spPr>
            <a:xfrm>
              <a:off x="2819150" y="220509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16" name="ph2116"/>
            <p:cNvSpPr/>
            <p:nvPr/>
          </p:nvSpPr>
          <p:spPr>
            <a:xfrm>
              <a:off x="2827858" y="220509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17" name="ph2117"/>
            <p:cNvSpPr/>
            <p:nvPr/>
          </p:nvSpPr>
          <p:spPr>
            <a:xfrm>
              <a:off x="2836565" y="220509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18" name="ph2118"/>
            <p:cNvSpPr/>
            <p:nvPr/>
          </p:nvSpPr>
          <p:spPr>
            <a:xfrm>
              <a:off x="2845272" y="220509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19" name="ph2119"/>
            <p:cNvSpPr/>
            <p:nvPr/>
          </p:nvSpPr>
          <p:spPr>
            <a:xfrm>
              <a:off x="2853979" y="220509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20" name="ph2120"/>
            <p:cNvSpPr/>
            <p:nvPr/>
          </p:nvSpPr>
          <p:spPr>
            <a:xfrm>
              <a:off x="2862686" y="220509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21" name="ph2121"/>
            <p:cNvSpPr/>
            <p:nvPr/>
          </p:nvSpPr>
          <p:spPr>
            <a:xfrm>
              <a:off x="2871393" y="220509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22" name="ph2122"/>
            <p:cNvSpPr/>
            <p:nvPr/>
          </p:nvSpPr>
          <p:spPr>
            <a:xfrm>
              <a:off x="2880101" y="220509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23" name="ph2123"/>
            <p:cNvSpPr/>
            <p:nvPr/>
          </p:nvSpPr>
          <p:spPr>
            <a:xfrm>
              <a:off x="2888808" y="220509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24" name="ph2124"/>
            <p:cNvSpPr/>
            <p:nvPr/>
          </p:nvSpPr>
          <p:spPr>
            <a:xfrm>
              <a:off x="2897515" y="220509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25" name="ph2125"/>
            <p:cNvSpPr/>
            <p:nvPr/>
          </p:nvSpPr>
          <p:spPr>
            <a:xfrm>
              <a:off x="2784322" y="221579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87D">
                <a:alpha val="100000"/>
              </a:srgbClr>
            </a:solidFill>
            <a:ln w="5420" cap="flat">
              <a:solidFill>
                <a:srgbClr val="3C48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26" name="ph2126"/>
            <p:cNvSpPr/>
            <p:nvPr/>
          </p:nvSpPr>
          <p:spPr>
            <a:xfrm>
              <a:off x="2793029" y="221579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27" name="ph2127"/>
            <p:cNvSpPr/>
            <p:nvPr/>
          </p:nvSpPr>
          <p:spPr>
            <a:xfrm>
              <a:off x="2801736" y="221579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28" name="ph2128"/>
            <p:cNvSpPr/>
            <p:nvPr/>
          </p:nvSpPr>
          <p:spPr>
            <a:xfrm>
              <a:off x="2810443" y="221579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29" name="ph2129"/>
            <p:cNvSpPr/>
            <p:nvPr/>
          </p:nvSpPr>
          <p:spPr>
            <a:xfrm>
              <a:off x="2819150" y="221579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30" name="ph2130"/>
            <p:cNvSpPr/>
            <p:nvPr/>
          </p:nvSpPr>
          <p:spPr>
            <a:xfrm>
              <a:off x="2827858" y="221579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31" name="ph2131"/>
            <p:cNvSpPr/>
            <p:nvPr/>
          </p:nvSpPr>
          <p:spPr>
            <a:xfrm>
              <a:off x="2836565" y="221579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32" name="ph2132"/>
            <p:cNvSpPr/>
            <p:nvPr/>
          </p:nvSpPr>
          <p:spPr>
            <a:xfrm>
              <a:off x="2845272" y="221579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33" name="ph2133"/>
            <p:cNvSpPr/>
            <p:nvPr/>
          </p:nvSpPr>
          <p:spPr>
            <a:xfrm>
              <a:off x="2853979" y="221579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34" name="ph2134"/>
            <p:cNvSpPr/>
            <p:nvPr/>
          </p:nvSpPr>
          <p:spPr>
            <a:xfrm>
              <a:off x="2862686" y="221579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35" name="ph2135"/>
            <p:cNvSpPr/>
            <p:nvPr/>
          </p:nvSpPr>
          <p:spPr>
            <a:xfrm>
              <a:off x="2871393" y="221579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36" name="ph2136"/>
            <p:cNvSpPr/>
            <p:nvPr/>
          </p:nvSpPr>
          <p:spPr>
            <a:xfrm>
              <a:off x="2880101" y="221579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37" name="ph2137"/>
            <p:cNvSpPr/>
            <p:nvPr/>
          </p:nvSpPr>
          <p:spPr>
            <a:xfrm>
              <a:off x="2784322" y="222649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38" name="ph2138"/>
            <p:cNvSpPr/>
            <p:nvPr/>
          </p:nvSpPr>
          <p:spPr>
            <a:xfrm>
              <a:off x="2793029" y="222649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39" name="ph2139"/>
            <p:cNvSpPr/>
            <p:nvPr/>
          </p:nvSpPr>
          <p:spPr>
            <a:xfrm>
              <a:off x="2801736" y="222649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40" name="ph2140"/>
            <p:cNvSpPr/>
            <p:nvPr/>
          </p:nvSpPr>
          <p:spPr>
            <a:xfrm>
              <a:off x="2810443" y="222649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41" name="ph2141"/>
            <p:cNvSpPr/>
            <p:nvPr/>
          </p:nvSpPr>
          <p:spPr>
            <a:xfrm>
              <a:off x="2819150" y="222649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42" name="ph2142"/>
            <p:cNvSpPr/>
            <p:nvPr/>
          </p:nvSpPr>
          <p:spPr>
            <a:xfrm>
              <a:off x="2827858" y="222649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43" name="ph2143"/>
            <p:cNvSpPr/>
            <p:nvPr/>
          </p:nvSpPr>
          <p:spPr>
            <a:xfrm>
              <a:off x="2836565" y="222649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44" name="ph2144"/>
            <p:cNvSpPr/>
            <p:nvPr/>
          </p:nvSpPr>
          <p:spPr>
            <a:xfrm>
              <a:off x="2845272" y="222649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45" name="ph2145"/>
            <p:cNvSpPr/>
            <p:nvPr/>
          </p:nvSpPr>
          <p:spPr>
            <a:xfrm>
              <a:off x="2853979" y="222649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46" name="ph2146"/>
            <p:cNvSpPr/>
            <p:nvPr/>
          </p:nvSpPr>
          <p:spPr>
            <a:xfrm>
              <a:off x="2862686" y="222649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48E">
                <a:alpha val="100000"/>
              </a:srgbClr>
            </a:solidFill>
            <a:ln w="5420" cap="flat">
              <a:solidFill>
                <a:srgbClr val="3B54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47" name="ph2147"/>
            <p:cNvSpPr/>
            <p:nvPr/>
          </p:nvSpPr>
          <p:spPr>
            <a:xfrm>
              <a:off x="2871393" y="222649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48" name="ph2148"/>
            <p:cNvSpPr/>
            <p:nvPr/>
          </p:nvSpPr>
          <p:spPr>
            <a:xfrm>
              <a:off x="2784322" y="223719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49" name="ph2149"/>
            <p:cNvSpPr/>
            <p:nvPr/>
          </p:nvSpPr>
          <p:spPr>
            <a:xfrm>
              <a:off x="2793029" y="223719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C4376">
                <a:alpha val="100000"/>
              </a:srgbClr>
            </a:solidFill>
            <a:ln w="5420" cap="flat">
              <a:solidFill>
                <a:srgbClr val="3C43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50" name="ph2150"/>
            <p:cNvSpPr/>
            <p:nvPr/>
          </p:nvSpPr>
          <p:spPr>
            <a:xfrm>
              <a:off x="2801736" y="223719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51" name="ph2151"/>
            <p:cNvSpPr/>
            <p:nvPr/>
          </p:nvSpPr>
          <p:spPr>
            <a:xfrm>
              <a:off x="2810443" y="223719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52" name="ph2152"/>
            <p:cNvSpPr/>
            <p:nvPr/>
          </p:nvSpPr>
          <p:spPr>
            <a:xfrm>
              <a:off x="2819150" y="223719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53" name="ph2153"/>
            <p:cNvSpPr/>
            <p:nvPr/>
          </p:nvSpPr>
          <p:spPr>
            <a:xfrm>
              <a:off x="2827858" y="223719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C487D">
                <a:alpha val="100000"/>
              </a:srgbClr>
            </a:solidFill>
            <a:ln w="5420" cap="flat">
              <a:solidFill>
                <a:srgbClr val="3C48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54" name="ph2154"/>
            <p:cNvSpPr/>
            <p:nvPr/>
          </p:nvSpPr>
          <p:spPr>
            <a:xfrm>
              <a:off x="2836565" y="223719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55" name="ph2155"/>
            <p:cNvSpPr/>
            <p:nvPr/>
          </p:nvSpPr>
          <p:spPr>
            <a:xfrm>
              <a:off x="2845272" y="223719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56" name="ph2156"/>
            <p:cNvSpPr/>
            <p:nvPr/>
          </p:nvSpPr>
          <p:spPr>
            <a:xfrm>
              <a:off x="2784322" y="224789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57" name="ph2157"/>
            <p:cNvSpPr/>
            <p:nvPr/>
          </p:nvSpPr>
          <p:spPr>
            <a:xfrm>
              <a:off x="2793029" y="224789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58" name="ph2158"/>
            <p:cNvSpPr/>
            <p:nvPr/>
          </p:nvSpPr>
          <p:spPr>
            <a:xfrm>
              <a:off x="2801736" y="224789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59" name="ph2159"/>
            <p:cNvSpPr/>
            <p:nvPr/>
          </p:nvSpPr>
          <p:spPr>
            <a:xfrm>
              <a:off x="2810443" y="224789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60" name="ph2160"/>
            <p:cNvSpPr/>
            <p:nvPr/>
          </p:nvSpPr>
          <p:spPr>
            <a:xfrm>
              <a:off x="2819150" y="224789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61" name="ph2161"/>
            <p:cNvSpPr/>
            <p:nvPr/>
          </p:nvSpPr>
          <p:spPr>
            <a:xfrm>
              <a:off x="2827858" y="224789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62" name="ph2162"/>
            <p:cNvSpPr/>
            <p:nvPr/>
          </p:nvSpPr>
          <p:spPr>
            <a:xfrm>
              <a:off x="2836565" y="224789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63" name="ph2163"/>
            <p:cNvSpPr/>
            <p:nvPr/>
          </p:nvSpPr>
          <p:spPr>
            <a:xfrm>
              <a:off x="2766907" y="225859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64" name="ph2164"/>
            <p:cNvSpPr/>
            <p:nvPr/>
          </p:nvSpPr>
          <p:spPr>
            <a:xfrm>
              <a:off x="2775614" y="225859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65" name="ph2165"/>
            <p:cNvSpPr/>
            <p:nvPr/>
          </p:nvSpPr>
          <p:spPr>
            <a:xfrm>
              <a:off x="2784322" y="225859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66" name="ph2166"/>
            <p:cNvSpPr/>
            <p:nvPr/>
          </p:nvSpPr>
          <p:spPr>
            <a:xfrm>
              <a:off x="2793029" y="225859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67" name="ph2167"/>
            <p:cNvSpPr/>
            <p:nvPr/>
          </p:nvSpPr>
          <p:spPr>
            <a:xfrm>
              <a:off x="2801736" y="225859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68" name="ph2168"/>
            <p:cNvSpPr/>
            <p:nvPr/>
          </p:nvSpPr>
          <p:spPr>
            <a:xfrm>
              <a:off x="2810443" y="225859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69" name="ph2169"/>
            <p:cNvSpPr/>
            <p:nvPr/>
          </p:nvSpPr>
          <p:spPr>
            <a:xfrm>
              <a:off x="2819150" y="225859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70" name="ph2170"/>
            <p:cNvSpPr/>
            <p:nvPr/>
          </p:nvSpPr>
          <p:spPr>
            <a:xfrm>
              <a:off x="2827858" y="225859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71" name="ph2171"/>
            <p:cNvSpPr/>
            <p:nvPr/>
          </p:nvSpPr>
          <p:spPr>
            <a:xfrm>
              <a:off x="2766907" y="226929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72" name="ph2172"/>
            <p:cNvSpPr/>
            <p:nvPr/>
          </p:nvSpPr>
          <p:spPr>
            <a:xfrm>
              <a:off x="2775614" y="226929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73" name="ph2173"/>
            <p:cNvSpPr/>
            <p:nvPr/>
          </p:nvSpPr>
          <p:spPr>
            <a:xfrm>
              <a:off x="2784322" y="226929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74" name="ph2174"/>
            <p:cNvSpPr/>
            <p:nvPr/>
          </p:nvSpPr>
          <p:spPr>
            <a:xfrm>
              <a:off x="2793029" y="226929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75" name="ph2175"/>
            <p:cNvSpPr/>
            <p:nvPr/>
          </p:nvSpPr>
          <p:spPr>
            <a:xfrm>
              <a:off x="2801736" y="226929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76" name="ph2176"/>
            <p:cNvSpPr/>
            <p:nvPr/>
          </p:nvSpPr>
          <p:spPr>
            <a:xfrm>
              <a:off x="2810443" y="226929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77" name="ph2177"/>
            <p:cNvSpPr/>
            <p:nvPr/>
          </p:nvSpPr>
          <p:spPr>
            <a:xfrm>
              <a:off x="2819150" y="226929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78" name="ph2178"/>
            <p:cNvSpPr/>
            <p:nvPr/>
          </p:nvSpPr>
          <p:spPr>
            <a:xfrm>
              <a:off x="2758200" y="227999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79" name="ph2179"/>
            <p:cNvSpPr/>
            <p:nvPr/>
          </p:nvSpPr>
          <p:spPr>
            <a:xfrm>
              <a:off x="2766907" y="227999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D84">
                <a:alpha val="100000"/>
              </a:srgbClr>
            </a:solidFill>
            <a:ln w="5420" cap="flat">
              <a:solidFill>
                <a:srgbClr val="3C4D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80" name="ph2180"/>
            <p:cNvSpPr/>
            <p:nvPr/>
          </p:nvSpPr>
          <p:spPr>
            <a:xfrm>
              <a:off x="2775614" y="227999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81" name="ph2181"/>
            <p:cNvSpPr/>
            <p:nvPr/>
          </p:nvSpPr>
          <p:spPr>
            <a:xfrm>
              <a:off x="2784322" y="227999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82" name="ph2182"/>
            <p:cNvSpPr/>
            <p:nvPr/>
          </p:nvSpPr>
          <p:spPr>
            <a:xfrm>
              <a:off x="2793029" y="227999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83" name="ph2183"/>
            <p:cNvSpPr/>
            <p:nvPr/>
          </p:nvSpPr>
          <p:spPr>
            <a:xfrm>
              <a:off x="2801736" y="227999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84" name="ph2184"/>
            <p:cNvSpPr/>
            <p:nvPr/>
          </p:nvSpPr>
          <p:spPr>
            <a:xfrm>
              <a:off x="2810443" y="227999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85" name="ph2185"/>
            <p:cNvSpPr/>
            <p:nvPr/>
          </p:nvSpPr>
          <p:spPr>
            <a:xfrm>
              <a:off x="2758200" y="229069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86" name="ph2186"/>
            <p:cNvSpPr/>
            <p:nvPr/>
          </p:nvSpPr>
          <p:spPr>
            <a:xfrm>
              <a:off x="2766907" y="229069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87" name="ph2187"/>
            <p:cNvSpPr/>
            <p:nvPr/>
          </p:nvSpPr>
          <p:spPr>
            <a:xfrm>
              <a:off x="2775614" y="229069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88" name="ph2188"/>
            <p:cNvSpPr/>
            <p:nvPr/>
          </p:nvSpPr>
          <p:spPr>
            <a:xfrm>
              <a:off x="2784322" y="229069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89" name="ph2189"/>
            <p:cNvSpPr/>
            <p:nvPr/>
          </p:nvSpPr>
          <p:spPr>
            <a:xfrm>
              <a:off x="2793029" y="229069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90" name="ph2190"/>
            <p:cNvSpPr/>
            <p:nvPr/>
          </p:nvSpPr>
          <p:spPr>
            <a:xfrm>
              <a:off x="2801736" y="229069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91" name="ph2191"/>
            <p:cNvSpPr/>
            <p:nvPr/>
          </p:nvSpPr>
          <p:spPr>
            <a:xfrm>
              <a:off x="2749493" y="230139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92" name="ph2192"/>
            <p:cNvSpPr/>
            <p:nvPr/>
          </p:nvSpPr>
          <p:spPr>
            <a:xfrm>
              <a:off x="2758200" y="230139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93" name="ph2193"/>
            <p:cNvSpPr/>
            <p:nvPr/>
          </p:nvSpPr>
          <p:spPr>
            <a:xfrm>
              <a:off x="2766907" y="230139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94" name="ph2194"/>
            <p:cNvSpPr/>
            <p:nvPr/>
          </p:nvSpPr>
          <p:spPr>
            <a:xfrm>
              <a:off x="2775614" y="230139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95" name="ph2195"/>
            <p:cNvSpPr/>
            <p:nvPr/>
          </p:nvSpPr>
          <p:spPr>
            <a:xfrm>
              <a:off x="2784322" y="230139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96" name="ph2196"/>
            <p:cNvSpPr/>
            <p:nvPr/>
          </p:nvSpPr>
          <p:spPr>
            <a:xfrm>
              <a:off x="2793029" y="230139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97" name="ph2197"/>
            <p:cNvSpPr/>
            <p:nvPr/>
          </p:nvSpPr>
          <p:spPr>
            <a:xfrm>
              <a:off x="2749493" y="231209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98" name="ph2198"/>
            <p:cNvSpPr/>
            <p:nvPr/>
          </p:nvSpPr>
          <p:spPr>
            <a:xfrm>
              <a:off x="2758200" y="231209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199" name="ph2199"/>
            <p:cNvSpPr/>
            <p:nvPr/>
          </p:nvSpPr>
          <p:spPr>
            <a:xfrm>
              <a:off x="2766907" y="231209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00" name="ph2200"/>
            <p:cNvSpPr/>
            <p:nvPr/>
          </p:nvSpPr>
          <p:spPr>
            <a:xfrm>
              <a:off x="2775614" y="231209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01" name="ph2201"/>
            <p:cNvSpPr/>
            <p:nvPr/>
          </p:nvSpPr>
          <p:spPr>
            <a:xfrm>
              <a:off x="2784322" y="231209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02" name="ph2202"/>
            <p:cNvSpPr/>
            <p:nvPr/>
          </p:nvSpPr>
          <p:spPr>
            <a:xfrm>
              <a:off x="2740786" y="232279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03" name="ph2203"/>
            <p:cNvSpPr/>
            <p:nvPr/>
          </p:nvSpPr>
          <p:spPr>
            <a:xfrm>
              <a:off x="2749493" y="232279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04" name="ph2204"/>
            <p:cNvSpPr/>
            <p:nvPr/>
          </p:nvSpPr>
          <p:spPr>
            <a:xfrm>
              <a:off x="2758200" y="232279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05" name="ph2205"/>
            <p:cNvSpPr/>
            <p:nvPr/>
          </p:nvSpPr>
          <p:spPr>
            <a:xfrm>
              <a:off x="2766907" y="232279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06" name="ph2206"/>
            <p:cNvSpPr/>
            <p:nvPr/>
          </p:nvSpPr>
          <p:spPr>
            <a:xfrm>
              <a:off x="2775614" y="232279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07" name="ph2207"/>
            <p:cNvSpPr/>
            <p:nvPr/>
          </p:nvSpPr>
          <p:spPr>
            <a:xfrm>
              <a:off x="2784322" y="232279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08" name="ph2208"/>
            <p:cNvSpPr/>
            <p:nvPr/>
          </p:nvSpPr>
          <p:spPr>
            <a:xfrm>
              <a:off x="2740786" y="233349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09" name="ph2209"/>
            <p:cNvSpPr/>
            <p:nvPr/>
          </p:nvSpPr>
          <p:spPr>
            <a:xfrm>
              <a:off x="2749493" y="233349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10" name="ph2210"/>
            <p:cNvSpPr/>
            <p:nvPr/>
          </p:nvSpPr>
          <p:spPr>
            <a:xfrm>
              <a:off x="2758200" y="233349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11" name="ph2211"/>
            <p:cNvSpPr/>
            <p:nvPr/>
          </p:nvSpPr>
          <p:spPr>
            <a:xfrm>
              <a:off x="2766907" y="233349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12" name="ph2212"/>
            <p:cNvSpPr/>
            <p:nvPr/>
          </p:nvSpPr>
          <p:spPr>
            <a:xfrm>
              <a:off x="2775614" y="233349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13" name="ph2213"/>
            <p:cNvSpPr/>
            <p:nvPr/>
          </p:nvSpPr>
          <p:spPr>
            <a:xfrm>
              <a:off x="2732079" y="234419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14" name="ph2214"/>
            <p:cNvSpPr/>
            <p:nvPr/>
          </p:nvSpPr>
          <p:spPr>
            <a:xfrm>
              <a:off x="2740786" y="234419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15" name="ph2215"/>
            <p:cNvSpPr/>
            <p:nvPr/>
          </p:nvSpPr>
          <p:spPr>
            <a:xfrm>
              <a:off x="2749493" y="234419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16" name="ph2216"/>
            <p:cNvSpPr/>
            <p:nvPr/>
          </p:nvSpPr>
          <p:spPr>
            <a:xfrm>
              <a:off x="2758200" y="234419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17" name="ph2217"/>
            <p:cNvSpPr/>
            <p:nvPr/>
          </p:nvSpPr>
          <p:spPr>
            <a:xfrm>
              <a:off x="2766907" y="234419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18" name="ph2218"/>
            <p:cNvSpPr/>
            <p:nvPr/>
          </p:nvSpPr>
          <p:spPr>
            <a:xfrm>
              <a:off x="2775614" y="2344191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19" name="ph2219"/>
            <p:cNvSpPr/>
            <p:nvPr/>
          </p:nvSpPr>
          <p:spPr>
            <a:xfrm>
              <a:off x="2732079" y="23548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20" name="ph2220"/>
            <p:cNvSpPr/>
            <p:nvPr/>
          </p:nvSpPr>
          <p:spPr>
            <a:xfrm>
              <a:off x="2740786" y="23548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21" name="ph2221"/>
            <p:cNvSpPr/>
            <p:nvPr/>
          </p:nvSpPr>
          <p:spPr>
            <a:xfrm>
              <a:off x="2749493" y="23548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22" name="ph2222"/>
            <p:cNvSpPr/>
            <p:nvPr/>
          </p:nvSpPr>
          <p:spPr>
            <a:xfrm>
              <a:off x="2758200" y="23548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23" name="ph2223"/>
            <p:cNvSpPr/>
            <p:nvPr/>
          </p:nvSpPr>
          <p:spPr>
            <a:xfrm>
              <a:off x="2766907" y="23548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24" name="ph2224"/>
            <p:cNvSpPr/>
            <p:nvPr/>
          </p:nvSpPr>
          <p:spPr>
            <a:xfrm>
              <a:off x="2775614" y="23548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25" name="ph2225"/>
            <p:cNvSpPr/>
            <p:nvPr/>
          </p:nvSpPr>
          <p:spPr>
            <a:xfrm>
              <a:off x="2732079" y="23655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26" name="ph2226"/>
            <p:cNvSpPr/>
            <p:nvPr/>
          </p:nvSpPr>
          <p:spPr>
            <a:xfrm>
              <a:off x="2740786" y="23655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27" name="ph2227"/>
            <p:cNvSpPr/>
            <p:nvPr/>
          </p:nvSpPr>
          <p:spPr>
            <a:xfrm>
              <a:off x="2749493" y="23655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28" name="ph2228"/>
            <p:cNvSpPr/>
            <p:nvPr/>
          </p:nvSpPr>
          <p:spPr>
            <a:xfrm>
              <a:off x="2758200" y="23655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29" name="ph2229"/>
            <p:cNvSpPr/>
            <p:nvPr/>
          </p:nvSpPr>
          <p:spPr>
            <a:xfrm>
              <a:off x="2766907" y="23655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30" name="ph2230"/>
            <p:cNvSpPr/>
            <p:nvPr/>
          </p:nvSpPr>
          <p:spPr>
            <a:xfrm>
              <a:off x="2218355" y="23762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31" name="ph2231"/>
            <p:cNvSpPr/>
            <p:nvPr/>
          </p:nvSpPr>
          <p:spPr>
            <a:xfrm>
              <a:off x="2227062" y="23762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32" name="ph2232"/>
            <p:cNvSpPr/>
            <p:nvPr/>
          </p:nvSpPr>
          <p:spPr>
            <a:xfrm>
              <a:off x="2235769" y="23762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33" name="ph2233"/>
            <p:cNvSpPr/>
            <p:nvPr/>
          </p:nvSpPr>
          <p:spPr>
            <a:xfrm>
              <a:off x="2244477" y="23762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34" name="ph2234"/>
            <p:cNvSpPr/>
            <p:nvPr/>
          </p:nvSpPr>
          <p:spPr>
            <a:xfrm>
              <a:off x="2732079" y="23762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35" name="ph2235"/>
            <p:cNvSpPr/>
            <p:nvPr/>
          </p:nvSpPr>
          <p:spPr>
            <a:xfrm>
              <a:off x="2740786" y="23762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36" name="ph2236"/>
            <p:cNvSpPr/>
            <p:nvPr/>
          </p:nvSpPr>
          <p:spPr>
            <a:xfrm>
              <a:off x="2749493" y="23762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37" name="ph2237"/>
            <p:cNvSpPr/>
            <p:nvPr/>
          </p:nvSpPr>
          <p:spPr>
            <a:xfrm>
              <a:off x="2758200" y="23762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38" name="ph2238"/>
            <p:cNvSpPr/>
            <p:nvPr/>
          </p:nvSpPr>
          <p:spPr>
            <a:xfrm>
              <a:off x="2218355" y="23869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39" name="ph2239"/>
            <p:cNvSpPr/>
            <p:nvPr/>
          </p:nvSpPr>
          <p:spPr>
            <a:xfrm>
              <a:off x="2227062" y="23869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40" name="ph2240"/>
            <p:cNvSpPr/>
            <p:nvPr/>
          </p:nvSpPr>
          <p:spPr>
            <a:xfrm>
              <a:off x="2235769" y="23869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41" name="ph2241"/>
            <p:cNvSpPr/>
            <p:nvPr/>
          </p:nvSpPr>
          <p:spPr>
            <a:xfrm>
              <a:off x="2244477" y="23869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42" name="ph2242"/>
            <p:cNvSpPr/>
            <p:nvPr/>
          </p:nvSpPr>
          <p:spPr>
            <a:xfrm>
              <a:off x="2253184" y="23869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43" name="ph2243"/>
            <p:cNvSpPr/>
            <p:nvPr/>
          </p:nvSpPr>
          <p:spPr>
            <a:xfrm>
              <a:off x="2288012" y="23869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44" name="ph2244"/>
            <p:cNvSpPr/>
            <p:nvPr/>
          </p:nvSpPr>
          <p:spPr>
            <a:xfrm>
              <a:off x="2296720" y="23869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45" name="ph2245"/>
            <p:cNvSpPr/>
            <p:nvPr/>
          </p:nvSpPr>
          <p:spPr>
            <a:xfrm>
              <a:off x="2305427" y="23869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46" name="ph2246"/>
            <p:cNvSpPr/>
            <p:nvPr/>
          </p:nvSpPr>
          <p:spPr>
            <a:xfrm>
              <a:off x="2314134" y="23869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47" name="ph2247"/>
            <p:cNvSpPr/>
            <p:nvPr/>
          </p:nvSpPr>
          <p:spPr>
            <a:xfrm>
              <a:off x="2322841" y="23869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48" name="ph2248"/>
            <p:cNvSpPr/>
            <p:nvPr/>
          </p:nvSpPr>
          <p:spPr>
            <a:xfrm>
              <a:off x="2732079" y="23869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175">
                <a:alpha val="100000"/>
              </a:srgbClr>
            </a:solidFill>
            <a:ln w="5420" cap="flat">
              <a:solidFill>
                <a:srgbClr val="3C41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49" name="ph2249"/>
            <p:cNvSpPr/>
            <p:nvPr/>
          </p:nvSpPr>
          <p:spPr>
            <a:xfrm>
              <a:off x="2740786" y="23869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50" name="ph2250"/>
            <p:cNvSpPr/>
            <p:nvPr/>
          </p:nvSpPr>
          <p:spPr>
            <a:xfrm>
              <a:off x="2749493" y="23869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51" name="ph2251"/>
            <p:cNvSpPr/>
            <p:nvPr/>
          </p:nvSpPr>
          <p:spPr>
            <a:xfrm>
              <a:off x="2758200" y="23869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52" name="ph2252"/>
            <p:cNvSpPr/>
            <p:nvPr/>
          </p:nvSpPr>
          <p:spPr>
            <a:xfrm>
              <a:off x="2766907" y="23869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53" name="ph2253"/>
            <p:cNvSpPr/>
            <p:nvPr/>
          </p:nvSpPr>
          <p:spPr>
            <a:xfrm>
              <a:off x="2157405" y="23976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54" name="ph2254"/>
            <p:cNvSpPr/>
            <p:nvPr/>
          </p:nvSpPr>
          <p:spPr>
            <a:xfrm>
              <a:off x="2166112" y="23976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55" name="ph2255"/>
            <p:cNvSpPr/>
            <p:nvPr/>
          </p:nvSpPr>
          <p:spPr>
            <a:xfrm>
              <a:off x="2209648" y="23976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56" name="ph2256"/>
            <p:cNvSpPr/>
            <p:nvPr/>
          </p:nvSpPr>
          <p:spPr>
            <a:xfrm>
              <a:off x="2218355" y="23976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57" name="ph2257"/>
            <p:cNvSpPr/>
            <p:nvPr/>
          </p:nvSpPr>
          <p:spPr>
            <a:xfrm>
              <a:off x="2227062" y="23976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58" name="ph2258"/>
            <p:cNvSpPr/>
            <p:nvPr/>
          </p:nvSpPr>
          <p:spPr>
            <a:xfrm>
              <a:off x="2235769" y="23976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59" name="ph2259"/>
            <p:cNvSpPr/>
            <p:nvPr/>
          </p:nvSpPr>
          <p:spPr>
            <a:xfrm>
              <a:off x="2244477" y="23976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60" name="ph2260"/>
            <p:cNvSpPr/>
            <p:nvPr/>
          </p:nvSpPr>
          <p:spPr>
            <a:xfrm>
              <a:off x="2253184" y="23976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61" name="ph2261"/>
            <p:cNvSpPr/>
            <p:nvPr/>
          </p:nvSpPr>
          <p:spPr>
            <a:xfrm>
              <a:off x="2288012" y="23976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62" name="ph2262"/>
            <p:cNvSpPr/>
            <p:nvPr/>
          </p:nvSpPr>
          <p:spPr>
            <a:xfrm>
              <a:off x="2296720" y="23976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63" name="ph2263"/>
            <p:cNvSpPr/>
            <p:nvPr/>
          </p:nvSpPr>
          <p:spPr>
            <a:xfrm>
              <a:off x="2305427" y="23976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64" name="ph2264"/>
            <p:cNvSpPr/>
            <p:nvPr/>
          </p:nvSpPr>
          <p:spPr>
            <a:xfrm>
              <a:off x="2314134" y="23976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65" name="ph2265"/>
            <p:cNvSpPr/>
            <p:nvPr/>
          </p:nvSpPr>
          <p:spPr>
            <a:xfrm>
              <a:off x="2322841" y="23976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66" name="ph2266"/>
            <p:cNvSpPr/>
            <p:nvPr/>
          </p:nvSpPr>
          <p:spPr>
            <a:xfrm>
              <a:off x="2331548" y="23976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67" name="ph2267"/>
            <p:cNvSpPr/>
            <p:nvPr/>
          </p:nvSpPr>
          <p:spPr>
            <a:xfrm>
              <a:off x="2340256" y="23976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68" name="ph2268"/>
            <p:cNvSpPr/>
            <p:nvPr/>
          </p:nvSpPr>
          <p:spPr>
            <a:xfrm>
              <a:off x="2348963" y="23976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69" name="ph2269"/>
            <p:cNvSpPr/>
            <p:nvPr/>
          </p:nvSpPr>
          <p:spPr>
            <a:xfrm>
              <a:off x="2357670" y="23976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70" name="ph2270"/>
            <p:cNvSpPr/>
            <p:nvPr/>
          </p:nvSpPr>
          <p:spPr>
            <a:xfrm>
              <a:off x="2366377" y="23976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71" name="ph2271"/>
            <p:cNvSpPr/>
            <p:nvPr/>
          </p:nvSpPr>
          <p:spPr>
            <a:xfrm>
              <a:off x="2375084" y="23976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72" name="ph2272"/>
            <p:cNvSpPr/>
            <p:nvPr/>
          </p:nvSpPr>
          <p:spPr>
            <a:xfrm>
              <a:off x="2383791" y="23976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73" name="ph2273"/>
            <p:cNvSpPr/>
            <p:nvPr/>
          </p:nvSpPr>
          <p:spPr>
            <a:xfrm>
              <a:off x="2732079" y="23976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74" name="ph2274"/>
            <p:cNvSpPr/>
            <p:nvPr/>
          </p:nvSpPr>
          <p:spPr>
            <a:xfrm>
              <a:off x="2740786" y="23976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75" name="ph2275"/>
            <p:cNvSpPr/>
            <p:nvPr/>
          </p:nvSpPr>
          <p:spPr>
            <a:xfrm>
              <a:off x="2749493" y="23976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76" name="ph2276"/>
            <p:cNvSpPr/>
            <p:nvPr/>
          </p:nvSpPr>
          <p:spPr>
            <a:xfrm>
              <a:off x="2758200" y="23976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77" name="ph2277"/>
            <p:cNvSpPr/>
            <p:nvPr/>
          </p:nvSpPr>
          <p:spPr>
            <a:xfrm>
              <a:off x="2766907" y="23976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78" name="ph2278"/>
            <p:cNvSpPr/>
            <p:nvPr/>
          </p:nvSpPr>
          <p:spPr>
            <a:xfrm>
              <a:off x="2044211" y="24083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79" name="ph2279"/>
            <p:cNvSpPr/>
            <p:nvPr/>
          </p:nvSpPr>
          <p:spPr>
            <a:xfrm>
              <a:off x="2052919" y="24083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80" name="ph2280"/>
            <p:cNvSpPr/>
            <p:nvPr/>
          </p:nvSpPr>
          <p:spPr>
            <a:xfrm>
              <a:off x="2061626" y="24083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81" name="ph2281"/>
            <p:cNvSpPr/>
            <p:nvPr/>
          </p:nvSpPr>
          <p:spPr>
            <a:xfrm>
              <a:off x="2070333" y="24083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82" name="ph2282"/>
            <p:cNvSpPr/>
            <p:nvPr/>
          </p:nvSpPr>
          <p:spPr>
            <a:xfrm>
              <a:off x="2079040" y="24083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83" name="ph2283"/>
            <p:cNvSpPr/>
            <p:nvPr/>
          </p:nvSpPr>
          <p:spPr>
            <a:xfrm>
              <a:off x="2122576" y="24083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84" name="ph2284"/>
            <p:cNvSpPr/>
            <p:nvPr/>
          </p:nvSpPr>
          <p:spPr>
            <a:xfrm>
              <a:off x="2131283" y="24083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85" name="ph2285"/>
            <p:cNvSpPr/>
            <p:nvPr/>
          </p:nvSpPr>
          <p:spPr>
            <a:xfrm>
              <a:off x="2139990" y="24083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86" name="ph2286"/>
            <p:cNvSpPr/>
            <p:nvPr/>
          </p:nvSpPr>
          <p:spPr>
            <a:xfrm>
              <a:off x="2148698" y="24083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87" name="ph2287"/>
            <p:cNvSpPr/>
            <p:nvPr/>
          </p:nvSpPr>
          <p:spPr>
            <a:xfrm>
              <a:off x="2157405" y="24083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88" name="ph2288"/>
            <p:cNvSpPr/>
            <p:nvPr/>
          </p:nvSpPr>
          <p:spPr>
            <a:xfrm>
              <a:off x="2166112" y="24083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89" name="ph2289"/>
            <p:cNvSpPr/>
            <p:nvPr/>
          </p:nvSpPr>
          <p:spPr>
            <a:xfrm>
              <a:off x="2174819" y="24083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90" name="ph2290"/>
            <p:cNvSpPr/>
            <p:nvPr/>
          </p:nvSpPr>
          <p:spPr>
            <a:xfrm>
              <a:off x="2183526" y="24083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91" name="ph2291"/>
            <p:cNvSpPr/>
            <p:nvPr/>
          </p:nvSpPr>
          <p:spPr>
            <a:xfrm>
              <a:off x="2192233" y="24083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92" name="ph2292"/>
            <p:cNvSpPr/>
            <p:nvPr/>
          </p:nvSpPr>
          <p:spPr>
            <a:xfrm>
              <a:off x="2200941" y="24083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93" name="ph2293"/>
            <p:cNvSpPr/>
            <p:nvPr/>
          </p:nvSpPr>
          <p:spPr>
            <a:xfrm>
              <a:off x="2209648" y="24083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94" name="ph2294"/>
            <p:cNvSpPr/>
            <p:nvPr/>
          </p:nvSpPr>
          <p:spPr>
            <a:xfrm>
              <a:off x="2218355" y="24083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95" name="ph2295"/>
            <p:cNvSpPr/>
            <p:nvPr/>
          </p:nvSpPr>
          <p:spPr>
            <a:xfrm>
              <a:off x="2227062" y="24083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96" name="ph2296"/>
            <p:cNvSpPr/>
            <p:nvPr/>
          </p:nvSpPr>
          <p:spPr>
            <a:xfrm>
              <a:off x="2235769" y="24083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97" name="ph2297"/>
            <p:cNvSpPr/>
            <p:nvPr/>
          </p:nvSpPr>
          <p:spPr>
            <a:xfrm>
              <a:off x="2244477" y="24083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98" name="ph2298"/>
            <p:cNvSpPr/>
            <p:nvPr/>
          </p:nvSpPr>
          <p:spPr>
            <a:xfrm>
              <a:off x="2253184" y="24083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299" name="ph2299"/>
            <p:cNvSpPr/>
            <p:nvPr/>
          </p:nvSpPr>
          <p:spPr>
            <a:xfrm>
              <a:off x="2261891" y="24083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00" name="ph2300"/>
            <p:cNvSpPr/>
            <p:nvPr/>
          </p:nvSpPr>
          <p:spPr>
            <a:xfrm>
              <a:off x="2270598" y="24083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01" name="ph2301"/>
            <p:cNvSpPr/>
            <p:nvPr/>
          </p:nvSpPr>
          <p:spPr>
            <a:xfrm>
              <a:off x="2279305" y="24083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02" name="ph2302"/>
            <p:cNvSpPr/>
            <p:nvPr/>
          </p:nvSpPr>
          <p:spPr>
            <a:xfrm>
              <a:off x="2288012" y="24083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03" name="ph2303"/>
            <p:cNvSpPr/>
            <p:nvPr/>
          </p:nvSpPr>
          <p:spPr>
            <a:xfrm>
              <a:off x="2296720" y="24083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04" name="ph2304"/>
            <p:cNvSpPr/>
            <p:nvPr/>
          </p:nvSpPr>
          <p:spPr>
            <a:xfrm>
              <a:off x="2305427" y="24083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05" name="ph2305"/>
            <p:cNvSpPr/>
            <p:nvPr/>
          </p:nvSpPr>
          <p:spPr>
            <a:xfrm>
              <a:off x="2314134" y="24083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06" name="ph2306"/>
            <p:cNvSpPr/>
            <p:nvPr/>
          </p:nvSpPr>
          <p:spPr>
            <a:xfrm>
              <a:off x="2322841" y="24083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07" name="ph2307"/>
            <p:cNvSpPr/>
            <p:nvPr/>
          </p:nvSpPr>
          <p:spPr>
            <a:xfrm>
              <a:off x="2331548" y="24083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08" name="ph2308"/>
            <p:cNvSpPr/>
            <p:nvPr/>
          </p:nvSpPr>
          <p:spPr>
            <a:xfrm>
              <a:off x="2340256" y="24083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09" name="ph2309"/>
            <p:cNvSpPr/>
            <p:nvPr/>
          </p:nvSpPr>
          <p:spPr>
            <a:xfrm>
              <a:off x="2348963" y="24083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10" name="ph2310"/>
            <p:cNvSpPr/>
            <p:nvPr/>
          </p:nvSpPr>
          <p:spPr>
            <a:xfrm>
              <a:off x="2357670" y="24083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11" name="ph2311"/>
            <p:cNvSpPr/>
            <p:nvPr/>
          </p:nvSpPr>
          <p:spPr>
            <a:xfrm>
              <a:off x="2366377" y="24083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12" name="ph2312"/>
            <p:cNvSpPr/>
            <p:nvPr/>
          </p:nvSpPr>
          <p:spPr>
            <a:xfrm>
              <a:off x="2375084" y="24083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13" name="ph2313"/>
            <p:cNvSpPr/>
            <p:nvPr/>
          </p:nvSpPr>
          <p:spPr>
            <a:xfrm>
              <a:off x="2383791" y="24083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14" name="ph2314"/>
            <p:cNvSpPr/>
            <p:nvPr/>
          </p:nvSpPr>
          <p:spPr>
            <a:xfrm>
              <a:off x="2392499" y="24083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15" name="ph2315"/>
            <p:cNvSpPr/>
            <p:nvPr/>
          </p:nvSpPr>
          <p:spPr>
            <a:xfrm>
              <a:off x="2418620" y="24083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16" name="ph2316"/>
            <p:cNvSpPr/>
            <p:nvPr/>
          </p:nvSpPr>
          <p:spPr>
            <a:xfrm>
              <a:off x="2732079" y="24083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17" name="ph2317"/>
            <p:cNvSpPr/>
            <p:nvPr/>
          </p:nvSpPr>
          <p:spPr>
            <a:xfrm>
              <a:off x="2740786" y="24083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18" name="ph2318"/>
            <p:cNvSpPr/>
            <p:nvPr/>
          </p:nvSpPr>
          <p:spPr>
            <a:xfrm>
              <a:off x="2749493" y="24083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19" name="ph2319"/>
            <p:cNvSpPr/>
            <p:nvPr/>
          </p:nvSpPr>
          <p:spPr>
            <a:xfrm>
              <a:off x="2758200" y="24083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20" name="ph2320"/>
            <p:cNvSpPr/>
            <p:nvPr/>
          </p:nvSpPr>
          <p:spPr>
            <a:xfrm>
              <a:off x="2766907" y="24083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21" name="ph2321"/>
            <p:cNvSpPr/>
            <p:nvPr/>
          </p:nvSpPr>
          <p:spPr>
            <a:xfrm>
              <a:off x="2035504" y="24190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22" name="ph2322"/>
            <p:cNvSpPr/>
            <p:nvPr/>
          </p:nvSpPr>
          <p:spPr>
            <a:xfrm>
              <a:off x="2044211" y="24190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23" name="ph2323"/>
            <p:cNvSpPr/>
            <p:nvPr/>
          </p:nvSpPr>
          <p:spPr>
            <a:xfrm>
              <a:off x="2052919" y="24190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24" name="ph2324"/>
            <p:cNvSpPr/>
            <p:nvPr/>
          </p:nvSpPr>
          <p:spPr>
            <a:xfrm>
              <a:off x="2061626" y="24190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25" name="ph2325"/>
            <p:cNvSpPr/>
            <p:nvPr/>
          </p:nvSpPr>
          <p:spPr>
            <a:xfrm>
              <a:off x="2070333" y="24190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26" name="ph2326"/>
            <p:cNvSpPr/>
            <p:nvPr/>
          </p:nvSpPr>
          <p:spPr>
            <a:xfrm>
              <a:off x="2079040" y="24190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27" name="ph2327"/>
            <p:cNvSpPr/>
            <p:nvPr/>
          </p:nvSpPr>
          <p:spPr>
            <a:xfrm>
              <a:off x="2087747" y="24190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28" name="ph2328"/>
            <p:cNvSpPr/>
            <p:nvPr/>
          </p:nvSpPr>
          <p:spPr>
            <a:xfrm>
              <a:off x="2096455" y="24190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29" name="ph2329"/>
            <p:cNvSpPr/>
            <p:nvPr/>
          </p:nvSpPr>
          <p:spPr>
            <a:xfrm>
              <a:off x="2105162" y="24190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30" name="ph2330"/>
            <p:cNvSpPr/>
            <p:nvPr/>
          </p:nvSpPr>
          <p:spPr>
            <a:xfrm>
              <a:off x="2113869" y="24190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31" name="ph2331"/>
            <p:cNvSpPr/>
            <p:nvPr/>
          </p:nvSpPr>
          <p:spPr>
            <a:xfrm>
              <a:off x="2122576" y="24190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32" name="ph2332"/>
            <p:cNvSpPr/>
            <p:nvPr/>
          </p:nvSpPr>
          <p:spPr>
            <a:xfrm>
              <a:off x="2131283" y="24190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33" name="ph2333"/>
            <p:cNvSpPr/>
            <p:nvPr/>
          </p:nvSpPr>
          <p:spPr>
            <a:xfrm>
              <a:off x="2139990" y="24190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34" name="ph2334"/>
            <p:cNvSpPr/>
            <p:nvPr/>
          </p:nvSpPr>
          <p:spPr>
            <a:xfrm>
              <a:off x="2148698" y="24190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35" name="ph2335"/>
            <p:cNvSpPr/>
            <p:nvPr/>
          </p:nvSpPr>
          <p:spPr>
            <a:xfrm>
              <a:off x="2157405" y="24190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36" name="ph2336"/>
            <p:cNvSpPr/>
            <p:nvPr/>
          </p:nvSpPr>
          <p:spPr>
            <a:xfrm>
              <a:off x="2166112" y="24190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37" name="ph2337"/>
            <p:cNvSpPr/>
            <p:nvPr/>
          </p:nvSpPr>
          <p:spPr>
            <a:xfrm>
              <a:off x="2174819" y="24190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38" name="ph2338"/>
            <p:cNvSpPr/>
            <p:nvPr/>
          </p:nvSpPr>
          <p:spPr>
            <a:xfrm>
              <a:off x="2183526" y="24190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39" name="ph2339"/>
            <p:cNvSpPr/>
            <p:nvPr/>
          </p:nvSpPr>
          <p:spPr>
            <a:xfrm>
              <a:off x="2192233" y="24190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40" name="ph2340"/>
            <p:cNvSpPr/>
            <p:nvPr/>
          </p:nvSpPr>
          <p:spPr>
            <a:xfrm>
              <a:off x="2200941" y="24190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41" name="ph2341"/>
            <p:cNvSpPr/>
            <p:nvPr/>
          </p:nvSpPr>
          <p:spPr>
            <a:xfrm>
              <a:off x="2209648" y="24190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42" name="ph2342"/>
            <p:cNvSpPr/>
            <p:nvPr/>
          </p:nvSpPr>
          <p:spPr>
            <a:xfrm>
              <a:off x="2218355" y="24190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43" name="ph2343"/>
            <p:cNvSpPr/>
            <p:nvPr/>
          </p:nvSpPr>
          <p:spPr>
            <a:xfrm>
              <a:off x="2227062" y="24190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44" name="ph2344"/>
            <p:cNvSpPr/>
            <p:nvPr/>
          </p:nvSpPr>
          <p:spPr>
            <a:xfrm>
              <a:off x="2235769" y="24190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45" name="ph2345"/>
            <p:cNvSpPr/>
            <p:nvPr/>
          </p:nvSpPr>
          <p:spPr>
            <a:xfrm>
              <a:off x="2244477" y="24190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46" name="ph2346"/>
            <p:cNvSpPr/>
            <p:nvPr/>
          </p:nvSpPr>
          <p:spPr>
            <a:xfrm>
              <a:off x="2253184" y="24190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47" name="ph2347"/>
            <p:cNvSpPr/>
            <p:nvPr/>
          </p:nvSpPr>
          <p:spPr>
            <a:xfrm>
              <a:off x="2261891" y="24190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48" name="ph2348"/>
            <p:cNvSpPr/>
            <p:nvPr/>
          </p:nvSpPr>
          <p:spPr>
            <a:xfrm>
              <a:off x="2270598" y="24190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49" name="ph2349"/>
            <p:cNvSpPr/>
            <p:nvPr/>
          </p:nvSpPr>
          <p:spPr>
            <a:xfrm>
              <a:off x="2279305" y="24190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50" name="ph2350"/>
            <p:cNvSpPr/>
            <p:nvPr/>
          </p:nvSpPr>
          <p:spPr>
            <a:xfrm>
              <a:off x="2288012" y="24190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51" name="ph2351"/>
            <p:cNvSpPr/>
            <p:nvPr/>
          </p:nvSpPr>
          <p:spPr>
            <a:xfrm>
              <a:off x="2296720" y="24190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52" name="ph2352"/>
            <p:cNvSpPr/>
            <p:nvPr/>
          </p:nvSpPr>
          <p:spPr>
            <a:xfrm>
              <a:off x="2305427" y="24190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53" name="ph2353"/>
            <p:cNvSpPr/>
            <p:nvPr/>
          </p:nvSpPr>
          <p:spPr>
            <a:xfrm>
              <a:off x="2314134" y="24190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54" name="ph2354"/>
            <p:cNvSpPr/>
            <p:nvPr/>
          </p:nvSpPr>
          <p:spPr>
            <a:xfrm>
              <a:off x="2322841" y="24190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55" name="ph2355"/>
            <p:cNvSpPr/>
            <p:nvPr/>
          </p:nvSpPr>
          <p:spPr>
            <a:xfrm>
              <a:off x="2331548" y="24190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56" name="ph2356"/>
            <p:cNvSpPr/>
            <p:nvPr/>
          </p:nvSpPr>
          <p:spPr>
            <a:xfrm>
              <a:off x="2340256" y="24190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57" name="ph2357"/>
            <p:cNvSpPr/>
            <p:nvPr/>
          </p:nvSpPr>
          <p:spPr>
            <a:xfrm>
              <a:off x="2348963" y="24190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58" name="ph2358"/>
            <p:cNvSpPr/>
            <p:nvPr/>
          </p:nvSpPr>
          <p:spPr>
            <a:xfrm>
              <a:off x="2357670" y="24190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59" name="ph2359"/>
            <p:cNvSpPr/>
            <p:nvPr/>
          </p:nvSpPr>
          <p:spPr>
            <a:xfrm>
              <a:off x="2366377" y="24190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60" name="ph2360"/>
            <p:cNvSpPr/>
            <p:nvPr/>
          </p:nvSpPr>
          <p:spPr>
            <a:xfrm>
              <a:off x="2375084" y="24190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61" name="ph2361"/>
            <p:cNvSpPr/>
            <p:nvPr/>
          </p:nvSpPr>
          <p:spPr>
            <a:xfrm>
              <a:off x="2383791" y="24190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62" name="ph2362"/>
            <p:cNvSpPr/>
            <p:nvPr/>
          </p:nvSpPr>
          <p:spPr>
            <a:xfrm>
              <a:off x="2392499" y="24190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63" name="ph2363"/>
            <p:cNvSpPr/>
            <p:nvPr/>
          </p:nvSpPr>
          <p:spPr>
            <a:xfrm>
              <a:off x="2401206" y="24190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64" name="ph2364"/>
            <p:cNvSpPr/>
            <p:nvPr/>
          </p:nvSpPr>
          <p:spPr>
            <a:xfrm>
              <a:off x="2409913" y="24190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65" name="ph2365"/>
            <p:cNvSpPr/>
            <p:nvPr/>
          </p:nvSpPr>
          <p:spPr>
            <a:xfrm>
              <a:off x="2418620" y="24190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66" name="ph2366"/>
            <p:cNvSpPr/>
            <p:nvPr/>
          </p:nvSpPr>
          <p:spPr>
            <a:xfrm>
              <a:off x="2427327" y="24190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67" name="ph2367"/>
            <p:cNvSpPr/>
            <p:nvPr/>
          </p:nvSpPr>
          <p:spPr>
            <a:xfrm>
              <a:off x="2436034" y="24190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68" name="ph2368"/>
            <p:cNvSpPr/>
            <p:nvPr/>
          </p:nvSpPr>
          <p:spPr>
            <a:xfrm>
              <a:off x="2740786" y="24190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69" name="ph2369"/>
            <p:cNvSpPr/>
            <p:nvPr/>
          </p:nvSpPr>
          <p:spPr>
            <a:xfrm>
              <a:off x="2749493" y="24190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325E">
                <a:alpha val="100000"/>
              </a:srgbClr>
            </a:solidFill>
            <a:ln w="5420" cap="flat">
              <a:solidFill>
                <a:srgbClr val="3A32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70" name="ph2370"/>
            <p:cNvSpPr/>
            <p:nvPr/>
          </p:nvSpPr>
          <p:spPr>
            <a:xfrm>
              <a:off x="2758200" y="24190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71" name="ph2371"/>
            <p:cNvSpPr/>
            <p:nvPr/>
          </p:nvSpPr>
          <p:spPr>
            <a:xfrm>
              <a:off x="2766907" y="24190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72" name="ph2372"/>
            <p:cNvSpPr/>
            <p:nvPr/>
          </p:nvSpPr>
          <p:spPr>
            <a:xfrm>
              <a:off x="2026797" y="24297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73" name="ph2373"/>
            <p:cNvSpPr/>
            <p:nvPr/>
          </p:nvSpPr>
          <p:spPr>
            <a:xfrm>
              <a:off x="2035504" y="24297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74" name="ph2374"/>
            <p:cNvSpPr/>
            <p:nvPr/>
          </p:nvSpPr>
          <p:spPr>
            <a:xfrm>
              <a:off x="2044211" y="24297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75" name="ph2375"/>
            <p:cNvSpPr/>
            <p:nvPr/>
          </p:nvSpPr>
          <p:spPr>
            <a:xfrm>
              <a:off x="2052919" y="24297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76" name="ph2376"/>
            <p:cNvSpPr/>
            <p:nvPr/>
          </p:nvSpPr>
          <p:spPr>
            <a:xfrm>
              <a:off x="2061626" y="24297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77" name="ph2377"/>
            <p:cNvSpPr/>
            <p:nvPr/>
          </p:nvSpPr>
          <p:spPr>
            <a:xfrm>
              <a:off x="2070333" y="24297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78" name="ph2378"/>
            <p:cNvSpPr/>
            <p:nvPr/>
          </p:nvSpPr>
          <p:spPr>
            <a:xfrm>
              <a:off x="2079040" y="24297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79" name="ph2379"/>
            <p:cNvSpPr/>
            <p:nvPr/>
          </p:nvSpPr>
          <p:spPr>
            <a:xfrm>
              <a:off x="2087747" y="24297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80" name="ph2380"/>
            <p:cNvSpPr/>
            <p:nvPr/>
          </p:nvSpPr>
          <p:spPr>
            <a:xfrm>
              <a:off x="2096455" y="24297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81" name="ph2381"/>
            <p:cNvSpPr/>
            <p:nvPr/>
          </p:nvSpPr>
          <p:spPr>
            <a:xfrm>
              <a:off x="2105162" y="24297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82" name="ph2382"/>
            <p:cNvSpPr/>
            <p:nvPr/>
          </p:nvSpPr>
          <p:spPr>
            <a:xfrm>
              <a:off x="2113869" y="24297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83" name="ph2383"/>
            <p:cNvSpPr/>
            <p:nvPr/>
          </p:nvSpPr>
          <p:spPr>
            <a:xfrm>
              <a:off x="2122576" y="24297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84" name="ph2384"/>
            <p:cNvSpPr/>
            <p:nvPr/>
          </p:nvSpPr>
          <p:spPr>
            <a:xfrm>
              <a:off x="2131283" y="24297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85" name="ph2385"/>
            <p:cNvSpPr/>
            <p:nvPr/>
          </p:nvSpPr>
          <p:spPr>
            <a:xfrm>
              <a:off x="2139990" y="24297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86" name="ph2386"/>
            <p:cNvSpPr/>
            <p:nvPr/>
          </p:nvSpPr>
          <p:spPr>
            <a:xfrm>
              <a:off x="2148698" y="24297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87" name="ph2387"/>
            <p:cNvSpPr/>
            <p:nvPr/>
          </p:nvSpPr>
          <p:spPr>
            <a:xfrm>
              <a:off x="2157405" y="24297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88" name="ph2388"/>
            <p:cNvSpPr/>
            <p:nvPr/>
          </p:nvSpPr>
          <p:spPr>
            <a:xfrm>
              <a:off x="2166112" y="24297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89" name="ph2389"/>
            <p:cNvSpPr/>
            <p:nvPr/>
          </p:nvSpPr>
          <p:spPr>
            <a:xfrm>
              <a:off x="2174819" y="24297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90" name="ph2390"/>
            <p:cNvSpPr/>
            <p:nvPr/>
          </p:nvSpPr>
          <p:spPr>
            <a:xfrm>
              <a:off x="2183526" y="24297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91" name="ph2391"/>
            <p:cNvSpPr/>
            <p:nvPr/>
          </p:nvSpPr>
          <p:spPr>
            <a:xfrm>
              <a:off x="2192233" y="24297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92" name="ph2392"/>
            <p:cNvSpPr/>
            <p:nvPr/>
          </p:nvSpPr>
          <p:spPr>
            <a:xfrm>
              <a:off x="2200941" y="24297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93" name="ph2393"/>
            <p:cNvSpPr/>
            <p:nvPr/>
          </p:nvSpPr>
          <p:spPr>
            <a:xfrm>
              <a:off x="2209648" y="24297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94" name="ph2394"/>
            <p:cNvSpPr/>
            <p:nvPr/>
          </p:nvSpPr>
          <p:spPr>
            <a:xfrm>
              <a:off x="2218355" y="24297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95" name="ph2395"/>
            <p:cNvSpPr/>
            <p:nvPr/>
          </p:nvSpPr>
          <p:spPr>
            <a:xfrm>
              <a:off x="2227062" y="24297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96" name="ph2396"/>
            <p:cNvSpPr/>
            <p:nvPr/>
          </p:nvSpPr>
          <p:spPr>
            <a:xfrm>
              <a:off x="2235769" y="24297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97" name="ph2397"/>
            <p:cNvSpPr/>
            <p:nvPr/>
          </p:nvSpPr>
          <p:spPr>
            <a:xfrm>
              <a:off x="2244477" y="24297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98" name="ph2398"/>
            <p:cNvSpPr/>
            <p:nvPr/>
          </p:nvSpPr>
          <p:spPr>
            <a:xfrm>
              <a:off x="2253184" y="24297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399" name="ph2399"/>
            <p:cNvSpPr/>
            <p:nvPr/>
          </p:nvSpPr>
          <p:spPr>
            <a:xfrm>
              <a:off x="2261891" y="24297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00" name="ph2400"/>
            <p:cNvSpPr/>
            <p:nvPr/>
          </p:nvSpPr>
          <p:spPr>
            <a:xfrm>
              <a:off x="2270598" y="24297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01" name="ph2401"/>
            <p:cNvSpPr/>
            <p:nvPr/>
          </p:nvSpPr>
          <p:spPr>
            <a:xfrm>
              <a:off x="2279305" y="24297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02" name="ph2402"/>
            <p:cNvSpPr/>
            <p:nvPr/>
          </p:nvSpPr>
          <p:spPr>
            <a:xfrm>
              <a:off x="2288012" y="24297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03" name="ph2403"/>
            <p:cNvSpPr/>
            <p:nvPr/>
          </p:nvSpPr>
          <p:spPr>
            <a:xfrm>
              <a:off x="2296720" y="24297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04" name="ph2404"/>
            <p:cNvSpPr/>
            <p:nvPr/>
          </p:nvSpPr>
          <p:spPr>
            <a:xfrm>
              <a:off x="2305427" y="24297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05" name="ph2405"/>
            <p:cNvSpPr/>
            <p:nvPr/>
          </p:nvSpPr>
          <p:spPr>
            <a:xfrm>
              <a:off x="2314134" y="24297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06" name="ph2406"/>
            <p:cNvSpPr/>
            <p:nvPr/>
          </p:nvSpPr>
          <p:spPr>
            <a:xfrm>
              <a:off x="2322841" y="24297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07" name="ph2407"/>
            <p:cNvSpPr/>
            <p:nvPr/>
          </p:nvSpPr>
          <p:spPr>
            <a:xfrm>
              <a:off x="2331548" y="24297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08" name="ph2408"/>
            <p:cNvSpPr/>
            <p:nvPr/>
          </p:nvSpPr>
          <p:spPr>
            <a:xfrm>
              <a:off x="2340256" y="24297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09" name="ph2409"/>
            <p:cNvSpPr/>
            <p:nvPr/>
          </p:nvSpPr>
          <p:spPr>
            <a:xfrm>
              <a:off x="2348963" y="24297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10" name="ph2410"/>
            <p:cNvSpPr/>
            <p:nvPr/>
          </p:nvSpPr>
          <p:spPr>
            <a:xfrm>
              <a:off x="2357670" y="24297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11" name="ph2411"/>
            <p:cNvSpPr/>
            <p:nvPr/>
          </p:nvSpPr>
          <p:spPr>
            <a:xfrm>
              <a:off x="2366377" y="24297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12" name="ph2412"/>
            <p:cNvSpPr/>
            <p:nvPr/>
          </p:nvSpPr>
          <p:spPr>
            <a:xfrm>
              <a:off x="2375084" y="24297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13" name="ph2413"/>
            <p:cNvSpPr/>
            <p:nvPr/>
          </p:nvSpPr>
          <p:spPr>
            <a:xfrm>
              <a:off x="2383791" y="24297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14" name="ph2414"/>
            <p:cNvSpPr/>
            <p:nvPr/>
          </p:nvSpPr>
          <p:spPr>
            <a:xfrm>
              <a:off x="2392499" y="24297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15" name="ph2415"/>
            <p:cNvSpPr/>
            <p:nvPr/>
          </p:nvSpPr>
          <p:spPr>
            <a:xfrm>
              <a:off x="2401206" y="24297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16" name="ph2416"/>
            <p:cNvSpPr/>
            <p:nvPr/>
          </p:nvSpPr>
          <p:spPr>
            <a:xfrm>
              <a:off x="2409913" y="24297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17" name="ph2417"/>
            <p:cNvSpPr/>
            <p:nvPr/>
          </p:nvSpPr>
          <p:spPr>
            <a:xfrm>
              <a:off x="2418620" y="24297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18" name="ph2418"/>
            <p:cNvSpPr/>
            <p:nvPr/>
          </p:nvSpPr>
          <p:spPr>
            <a:xfrm>
              <a:off x="2427327" y="24297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19" name="ph2419"/>
            <p:cNvSpPr/>
            <p:nvPr/>
          </p:nvSpPr>
          <p:spPr>
            <a:xfrm>
              <a:off x="2436034" y="24297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20" name="ph2420"/>
            <p:cNvSpPr/>
            <p:nvPr/>
          </p:nvSpPr>
          <p:spPr>
            <a:xfrm>
              <a:off x="2523106" y="24297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21" name="ph2421"/>
            <p:cNvSpPr/>
            <p:nvPr/>
          </p:nvSpPr>
          <p:spPr>
            <a:xfrm>
              <a:off x="2531813" y="24297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22" name="ph2422"/>
            <p:cNvSpPr/>
            <p:nvPr/>
          </p:nvSpPr>
          <p:spPr>
            <a:xfrm>
              <a:off x="2540521" y="24297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23" name="ph2423"/>
            <p:cNvSpPr/>
            <p:nvPr/>
          </p:nvSpPr>
          <p:spPr>
            <a:xfrm>
              <a:off x="2549228" y="24297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24" name="ph2424"/>
            <p:cNvSpPr/>
            <p:nvPr/>
          </p:nvSpPr>
          <p:spPr>
            <a:xfrm>
              <a:off x="2740786" y="24297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25" name="ph2425"/>
            <p:cNvSpPr/>
            <p:nvPr/>
          </p:nvSpPr>
          <p:spPr>
            <a:xfrm>
              <a:off x="2749493" y="24297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26" name="ph2426"/>
            <p:cNvSpPr/>
            <p:nvPr/>
          </p:nvSpPr>
          <p:spPr>
            <a:xfrm>
              <a:off x="2758200" y="24297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27" name="ph2427"/>
            <p:cNvSpPr/>
            <p:nvPr/>
          </p:nvSpPr>
          <p:spPr>
            <a:xfrm>
              <a:off x="2766907" y="24297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28" name="ph2428"/>
            <p:cNvSpPr/>
            <p:nvPr/>
          </p:nvSpPr>
          <p:spPr>
            <a:xfrm>
              <a:off x="2775614" y="2429790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29" name="ph2429"/>
            <p:cNvSpPr/>
            <p:nvPr/>
          </p:nvSpPr>
          <p:spPr>
            <a:xfrm>
              <a:off x="1765582" y="24404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30" name="ph2430"/>
            <p:cNvSpPr/>
            <p:nvPr/>
          </p:nvSpPr>
          <p:spPr>
            <a:xfrm>
              <a:off x="1774289" y="24404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31" name="ph2431"/>
            <p:cNvSpPr/>
            <p:nvPr/>
          </p:nvSpPr>
          <p:spPr>
            <a:xfrm>
              <a:off x="2026797" y="24404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32" name="ph2432"/>
            <p:cNvSpPr/>
            <p:nvPr/>
          </p:nvSpPr>
          <p:spPr>
            <a:xfrm>
              <a:off x="2035504" y="24404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33" name="ph2433"/>
            <p:cNvSpPr/>
            <p:nvPr/>
          </p:nvSpPr>
          <p:spPr>
            <a:xfrm>
              <a:off x="2044211" y="24404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34" name="ph2434"/>
            <p:cNvSpPr/>
            <p:nvPr/>
          </p:nvSpPr>
          <p:spPr>
            <a:xfrm>
              <a:off x="2052919" y="24404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35" name="ph2435"/>
            <p:cNvSpPr/>
            <p:nvPr/>
          </p:nvSpPr>
          <p:spPr>
            <a:xfrm>
              <a:off x="2061626" y="24404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36" name="ph2436"/>
            <p:cNvSpPr/>
            <p:nvPr/>
          </p:nvSpPr>
          <p:spPr>
            <a:xfrm>
              <a:off x="2070333" y="24404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37" name="ph2437"/>
            <p:cNvSpPr/>
            <p:nvPr/>
          </p:nvSpPr>
          <p:spPr>
            <a:xfrm>
              <a:off x="2079040" y="24404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38" name="ph2438"/>
            <p:cNvSpPr/>
            <p:nvPr/>
          </p:nvSpPr>
          <p:spPr>
            <a:xfrm>
              <a:off x="2087747" y="24404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39" name="ph2439"/>
            <p:cNvSpPr/>
            <p:nvPr/>
          </p:nvSpPr>
          <p:spPr>
            <a:xfrm>
              <a:off x="2096455" y="24404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40" name="ph2440"/>
            <p:cNvSpPr/>
            <p:nvPr/>
          </p:nvSpPr>
          <p:spPr>
            <a:xfrm>
              <a:off x="2105162" y="24404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41" name="ph2441"/>
            <p:cNvSpPr/>
            <p:nvPr/>
          </p:nvSpPr>
          <p:spPr>
            <a:xfrm>
              <a:off x="2113869" y="24404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42" name="ph2442"/>
            <p:cNvSpPr/>
            <p:nvPr/>
          </p:nvSpPr>
          <p:spPr>
            <a:xfrm>
              <a:off x="2122576" y="24404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43" name="ph2443"/>
            <p:cNvSpPr/>
            <p:nvPr/>
          </p:nvSpPr>
          <p:spPr>
            <a:xfrm>
              <a:off x="2131283" y="24404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44" name="ph2444"/>
            <p:cNvSpPr/>
            <p:nvPr/>
          </p:nvSpPr>
          <p:spPr>
            <a:xfrm>
              <a:off x="2139990" y="24404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45" name="ph2445"/>
            <p:cNvSpPr/>
            <p:nvPr/>
          </p:nvSpPr>
          <p:spPr>
            <a:xfrm>
              <a:off x="2148698" y="24404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46" name="ph2446"/>
            <p:cNvSpPr/>
            <p:nvPr/>
          </p:nvSpPr>
          <p:spPr>
            <a:xfrm>
              <a:off x="2157405" y="24404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47" name="ph2447"/>
            <p:cNvSpPr/>
            <p:nvPr/>
          </p:nvSpPr>
          <p:spPr>
            <a:xfrm>
              <a:off x="2166112" y="24404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48" name="ph2448"/>
            <p:cNvSpPr/>
            <p:nvPr/>
          </p:nvSpPr>
          <p:spPr>
            <a:xfrm>
              <a:off x="2174819" y="24404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49" name="ph2449"/>
            <p:cNvSpPr/>
            <p:nvPr/>
          </p:nvSpPr>
          <p:spPr>
            <a:xfrm>
              <a:off x="2183526" y="24404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50" name="ph2450"/>
            <p:cNvSpPr/>
            <p:nvPr/>
          </p:nvSpPr>
          <p:spPr>
            <a:xfrm>
              <a:off x="2192233" y="24404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51" name="ph2451"/>
            <p:cNvSpPr/>
            <p:nvPr/>
          </p:nvSpPr>
          <p:spPr>
            <a:xfrm>
              <a:off x="2200941" y="24404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52" name="ph2452"/>
            <p:cNvSpPr/>
            <p:nvPr/>
          </p:nvSpPr>
          <p:spPr>
            <a:xfrm>
              <a:off x="2209648" y="24404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53" name="ph2453"/>
            <p:cNvSpPr/>
            <p:nvPr/>
          </p:nvSpPr>
          <p:spPr>
            <a:xfrm>
              <a:off x="2218355" y="24404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54" name="ph2454"/>
            <p:cNvSpPr/>
            <p:nvPr/>
          </p:nvSpPr>
          <p:spPr>
            <a:xfrm>
              <a:off x="2227062" y="24404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55" name="ph2455"/>
            <p:cNvSpPr/>
            <p:nvPr/>
          </p:nvSpPr>
          <p:spPr>
            <a:xfrm>
              <a:off x="2235769" y="24404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56" name="ph2456"/>
            <p:cNvSpPr/>
            <p:nvPr/>
          </p:nvSpPr>
          <p:spPr>
            <a:xfrm>
              <a:off x="2244477" y="24404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57" name="ph2457"/>
            <p:cNvSpPr/>
            <p:nvPr/>
          </p:nvSpPr>
          <p:spPr>
            <a:xfrm>
              <a:off x="2253184" y="24404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58" name="ph2458"/>
            <p:cNvSpPr/>
            <p:nvPr/>
          </p:nvSpPr>
          <p:spPr>
            <a:xfrm>
              <a:off x="2261891" y="24404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59" name="ph2459"/>
            <p:cNvSpPr/>
            <p:nvPr/>
          </p:nvSpPr>
          <p:spPr>
            <a:xfrm>
              <a:off x="2270598" y="24404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60" name="ph2460"/>
            <p:cNvSpPr/>
            <p:nvPr/>
          </p:nvSpPr>
          <p:spPr>
            <a:xfrm>
              <a:off x="2279305" y="24404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61" name="ph2461"/>
            <p:cNvSpPr/>
            <p:nvPr/>
          </p:nvSpPr>
          <p:spPr>
            <a:xfrm>
              <a:off x="2288012" y="24404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62" name="ph2462"/>
            <p:cNvSpPr/>
            <p:nvPr/>
          </p:nvSpPr>
          <p:spPr>
            <a:xfrm>
              <a:off x="2296720" y="24404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63" name="ph2463"/>
            <p:cNvSpPr/>
            <p:nvPr/>
          </p:nvSpPr>
          <p:spPr>
            <a:xfrm>
              <a:off x="2305427" y="24404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64" name="ph2464"/>
            <p:cNvSpPr/>
            <p:nvPr/>
          </p:nvSpPr>
          <p:spPr>
            <a:xfrm>
              <a:off x="2314134" y="24404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65" name="ph2465"/>
            <p:cNvSpPr/>
            <p:nvPr/>
          </p:nvSpPr>
          <p:spPr>
            <a:xfrm>
              <a:off x="2322841" y="24404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66" name="ph2466"/>
            <p:cNvSpPr/>
            <p:nvPr/>
          </p:nvSpPr>
          <p:spPr>
            <a:xfrm>
              <a:off x="2331548" y="24404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67" name="ph2467"/>
            <p:cNvSpPr/>
            <p:nvPr/>
          </p:nvSpPr>
          <p:spPr>
            <a:xfrm>
              <a:off x="2340256" y="24404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68" name="ph2468"/>
            <p:cNvSpPr/>
            <p:nvPr/>
          </p:nvSpPr>
          <p:spPr>
            <a:xfrm>
              <a:off x="2348963" y="24404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69" name="ph2469"/>
            <p:cNvSpPr/>
            <p:nvPr/>
          </p:nvSpPr>
          <p:spPr>
            <a:xfrm>
              <a:off x="2357670" y="24404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70" name="ph2470"/>
            <p:cNvSpPr/>
            <p:nvPr/>
          </p:nvSpPr>
          <p:spPr>
            <a:xfrm>
              <a:off x="2366377" y="24404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71" name="ph2471"/>
            <p:cNvSpPr/>
            <p:nvPr/>
          </p:nvSpPr>
          <p:spPr>
            <a:xfrm>
              <a:off x="2375084" y="24404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72" name="ph2472"/>
            <p:cNvSpPr/>
            <p:nvPr/>
          </p:nvSpPr>
          <p:spPr>
            <a:xfrm>
              <a:off x="2383791" y="24404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73" name="ph2473"/>
            <p:cNvSpPr/>
            <p:nvPr/>
          </p:nvSpPr>
          <p:spPr>
            <a:xfrm>
              <a:off x="2392499" y="24404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74" name="ph2474"/>
            <p:cNvSpPr/>
            <p:nvPr/>
          </p:nvSpPr>
          <p:spPr>
            <a:xfrm>
              <a:off x="2401206" y="24404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75" name="ph2475"/>
            <p:cNvSpPr/>
            <p:nvPr/>
          </p:nvSpPr>
          <p:spPr>
            <a:xfrm>
              <a:off x="2409913" y="24404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76" name="ph2476"/>
            <p:cNvSpPr/>
            <p:nvPr/>
          </p:nvSpPr>
          <p:spPr>
            <a:xfrm>
              <a:off x="2418620" y="24404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77" name="ph2477"/>
            <p:cNvSpPr/>
            <p:nvPr/>
          </p:nvSpPr>
          <p:spPr>
            <a:xfrm>
              <a:off x="2427327" y="24404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78" name="ph2478"/>
            <p:cNvSpPr/>
            <p:nvPr/>
          </p:nvSpPr>
          <p:spPr>
            <a:xfrm>
              <a:off x="2436034" y="24404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79" name="ph2479"/>
            <p:cNvSpPr/>
            <p:nvPr/>
          </p:nvSpPr>
          <p:spPr>
            <a:xfrm>
              <a:off x="2514399" y="24404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80" name="ph2480"/>
            <p:cNvSpPr/>
            <p:nvPr/>
          </p:nvSpPr>
          <p:spPr>
            <a:xfrm>
              <a:off x="2523106" y="24404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81" name="ph2481"/>
            <p:cNvSpPr/>
            <p:nvPr/>
          </p:nvSpPr>
          <p:spPr>
            <a:xfrm>
              <a:off x="2531813" y="24404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82" name="ph2482"/>
            <p:cNvSpPr/>
            <p:nvPr/>
          </p:nvSpPr>
          <p:spPr>
            <a:xfrm>
              <a:off x="2540521" y="24404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83" name="ph2483"/>
            <p:cNvSpPr/>
            <p:nvPr/>
          </p:nvSpPr>
          <p:spPr>
            <a:xfrm>
              <a:off x="2549228" y="24404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84" name="ph2484"/>
            <p:cNvSpPr/>
            <p:nvPr/>
          </p:nvSpPr>
          <p:spPr>
            <a:xfrm>
              <a:off x="2557935" y="24404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85" name="ph2485"/>
            <p:cNvSpPr/>
            <p:nvPr/>
          </p:nvSpPr>
          <p:spPr>
            <a:xfrm>
              <a:off x="2566642" y="24404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86" name="ph2486"/>
            <p:cNvSpPr/>
            <p:nvPr/>
          </p:nvSpPr>
          <p:spPr>
            <a:xfrm>
              <a:off x="2740786" y="24404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87" name="ph2487"/>
            <p:cNvSpPr/>
            <p:nvPr/>
          </p:nvSpPr>
          <p:spPr>
            <a:xfrm>
              <a:off x="2749493" y="24404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88" name="ph2488"/>
            <p:cNvSpPr/>
            <p:nvPr/>
          </p:nvSpPr>
          <p:spPr>
            <a:xfrm>
              <a:off x="2758200" y="24404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89" name="ph2489"/>
            <p:cNvSpPr/>
            <p:nvPr/>
          </p:nvSpPr>
          <p:spPr>
            <a:xfrm>
              <a:off x="2766907" y="24404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90" name="ph2490"/>
            <p:cNvSpPr/>
            <p:nvPr/>
          </p:nvSpPr>
          <p:spPr>
            <a:xfrm>
              <a:off x="2775614" y="24404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91" name="ph2491"/>
            <p:cNvSpPr/>
            <p:nvPr/>
          </p:nvSpPr>
          <p:spPr>
            <a:xfrm>
              <a:off x="1756875" y="24511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92" name="ph2492"/>
            <p:cNvSpPr/>
            <p:nvPr/>
          </p:nvSpPr>
          <p:spPr>
            <a:xfrm>
              <a:off x="1765582" y="24511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93" name="ph2493"/>
            <p:cNvSpPr/>
            <p:nvPr/>
          </p:nvSpPr>
          <p:spPr>
            <a:xfrm>
              <a:off x="1774289" y="24511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94" name="ph2494"/>
            <p:cNvSpPr/>
            <p:nvPr/>
          </p:nvSpPr>
          <p:spPr>
            <a:xfrm>
              <a:off x="1782996" y="24511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95" name="ph2495"/>
            <p:cNvSpPr/>
            <p:nvPr/>
          </p:nvSpPr>
          <p:spPr>
            <a:xfrm>
              <a:off x="1791703" y="24511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96" name="ph2496"/>
            <p:cNvSpPr/>
            <p:nvPr/>
          </p:nvSpPr>
          <p:spPr>
            <a:xfrm>
              <a:off x="2026797" y="24511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97" name="ph2497"/>
            <p:cNvSpPr/>
            <p:nvPr/>
          </p:nvSpPr>
          <p:spPr>
            <a:xfrm>
              <a:off x="2035504" y="24511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98" name="ph2498"/>
            <p:cNvSpPr/>
            <p:nvPr/>
          </p:nvSpPr>
          <p:spPr>
            <a:xfrm>
              <a:off x="2044211" y="24511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499" name="ph2499"/>
            <p:cNvSpPr/>
            <p:nvPr/>
          </p:nvSpPr>
          <p:spPr>
            <a:xfrm>
              <a:off x="2052919" y="24511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00" name="ph2500"/>
            <p:cNvSpPr/>
            <p:nvPr/>
          </p:nvSpPr>
          <p:spPr>
            <a:xfrm>
              <a:off x="2061626" y="24511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01" name="ph2501"/>
            <p:cNvSpPr/>
            <p:nvPr/>
          </p:nvSpPr>
          <p:spPr>
            <a:xfrm>
              <a:off x="2070333" y="24511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02" name="ph2502"/>
            <p:cNvSpPr/>
            <p:nvPr/>
          </p:nvSpPr>
          <p:spPr>
            <a:xfrm>
              <a:off x="2079040" y="24511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03" name="ph2503"/>
            <p:cNvSpPr/>
            <p:nvPr/>
          </p:nvSpPr>
          <p:spPr>
            <a:xfrm>
              <a:off x="2087747" y="24511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04" name="ph2504"/>
            <p:cNvSpPr/>
            <p:nvPr/>
          </p:nvSpPr>
          <p:spPr>
            <a:xfrm>
              <a:off x="2096455" y="24511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05" name="ph2505"/>
            <p:cNvSpPr/>
            <p:nvPr/>
          </p:nvSpPr>
          <p:spPr>
            <a:xfrm>
              <a:off x="2105162" y="24511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06" name="ph2506"/>
            <p:cNvSpPr/>
            <p:nvPr/>
          </p:nvSpPr>
          <p:spPr>
            <a:xfrm>
              <a:off x="2113869" y="24511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07" name="ph2507"/>
            <p:cNvSpPr/>
            <p:nvPr/>
          </p:nvSpPr>
          <p:spPr>
            <a:xfrm>
              <a:off x="2122576" y="24511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08" name="ph2508"/>
            <p:cNvSpPr/>
            <p:nvPr/>
          </p:nvSpPr>
          <p:spPr>
            <a:xfrm>
              <a:off x="2131283" y="24511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09" name="ph2509"/>
            <p:cNvSpPr/>
            <p:nvPr/>
          </p:nvSpPr>
          <p:spPr>
            <a:xfrm>
              <a:off x="2139990" y="24511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10" name="ph2510"/>
            <p:cNvSpPr/>
            <p:nvPr/>
          </p:nvSpPr>
          <p:spPr>
            <a:xfrm>
              <a:off x="2218355" y="24511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11" name="ph2511"/>
            <p:cNvSpPr/>
            <p:nvPr/>
          </p:nvSpPr>
          <p:spPr>
            <a:xfrm>
              <a:off x="2227062" y="24511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12" name="ph2512"/>
            <p:cNvSpPr/>
            <p:nvPr/>
          </p:nvSpPr>
          <p:spPr>
            <a:xfrm>
              <a:off x="2235769" y="24511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13" name="ph2513"/>
            <p:cNvSpPr/>
            <p:nvPr/>
          </p:nvSpPr>
          <p:spPr>
            <a:xfrm>
              <a:off x="2244477" y="24511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14" name="ph2514"/>
            <p:cNvSpPr/>
            <p:nvPr/>
          </p:nvSpPr>
          <p:spPr>
            <a:xfrm>
              <a:off x="2253184" y="24511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15" name="ph2515"/>
            <p:cNvSpPr/>
            <p:nvPr/>
          </p:nvSpPr>
          <p:spPr>
            <a:xfrm>
              <a:off x="2261891" y="24511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16" name="ph2516"/>
            <p:cNvSpPr/>
            <p:nvPr/>
          </p:nvSpPr>
          <p:spPr>
            <a:xfrm>
              <a:off x="2270598" y="24511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17" name="ph2517"/>
            <p:cNvSpPr/>
            <p:nvPr/>
          </p:nvSpPr>
          <p:spPr>
            <a:xfrm>
              <a:off x="2279305" y="24511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18" name="ph2518"/>
            <p:cNvSpPr/>
            <p:nvPr/>
          </p:nvSpPr>
          <p:spPr>
            <a:xfrm>
              <a:off x="2288012" y="24511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19" name="ph2519"/>
            <p:cNvSpPr/>
            <p:nvPr/>
          </p:nvSpPr>
          <p:spPr>
            <a:xfrm>
              <a:off x="2296720" y="24511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20" name="ph2520"/>
            <p:cNvSpPr/>
            <p:nvPr/>
          </p:nvSpPr>
          <p:spPr>
            <a:xfrm>
              <a:off x="2375084" y="24511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21" name="ph2521"/>
            <p:cNvSpPr/>
            <p:nvPr/>
          </p:nvSpPr>
          <p:spPr>
            <a:xfrm>
              <a:off x="2383791" y="24511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22" name="ph2522"/>
            <p:cNvSpPr/>
            <p:nvPr/>
          </p:nvSpPr>
          <p:spPr>
            <a:xfrm>
              <a:off x="2392499" y="24511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23" name="ph2523"/>
            <p:cNvSpPr/>
            <p:nvPr/>
          </p:nvSpPr>
          <p:spPr>
            <a:xfrm>
              <a:off x="2401206" y="24511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24" name="ph2524"/>
            <p:cNvSpPr/>
            <p:nvPr/>
          </p:nvSpPr>
          <p:spPr>
            <a:xfrm>
              <a:off x="2409913" y="24511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25" name="ph2525"/>
            <p:cNvSpPr/>
            <p:nvPr/>
          </p:nvSpPr>
          <p:spPr>
            <a:xfrm>
              <a:off x="2418620" y="24511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26" name="ph2526"/>
            <p:cNvSpPr/>
            <p:nvPr/>
          </p:nvSpPr>
          <p:spPr>
            <a:xfrm>
              <a:off x="2427327" y="24511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27" name="ph2527"/>
            <p:cNvSpPr/>
            <p:nvPr/>
          </p:nvSpPr>
          <p:spPr>
            <a:xfrm>
              <a:off x="2436034" y="24511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28" name="ph2528"/>
            <p:cNvSpPr/>
            <p:nvPr/>
          </p:nvSpPr>
          <p:spPr>
            <a:xfrm>
              <a:off x="2444742" y="24511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29" name="ph2529"/>
            <p:cNvSpPr/>
            <p:nvPr/>
          </p:nvSpPr>
          <p:spPr>
            <a:xfrm>
              <a:off x="2496985" y="24511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30" name="ph2530"/>
            <p:cNvSpPr/>
            <p:nvPr/>
          </p:nvSpPr>
          <p:spPr>
            <a:xfrm>
              <a:off x="2505692" y="24511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31" name="ph2531"/>
            <p:cNvSpPr/>
            <p:nvPr/>
          </p:nvSpPr>
          <p:spPr>
            <a:xfrm>
              <a:off x="2514399" y="24511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32" name="ph2532"/>
            <p:cNvSpPr/>
            <p:nvPr/>
          </p:nvSpPr>
          <p:spPr>
            <a:xfrm>
              <a:off x="2523106" y="24511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33" name="ph2533"/>
            <p:cNvSpPr/>
            <p:nvPr/>
          </p:nvSpPr>
          <p:spPr>
            <a:xfrm>
              <a:off x="2531813" y="24511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34" name="ph2534"/>
            <p:cNvSpPr/>
            <p:nvPr/>
          </p:nvSpPr>
          <p:spPr>
            <a:xfrm>
              <a:off x="2540521" y="24511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48E">
                <a:alpha val="100000"/>
              </a:srgbClr>
            </a:solidFill>
            <a:ln w="5420" cap="flat">
              <a:solidFill>
                <a:srgbClr val="3B54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35" name="ph2535"/>
            <p:cNvSpPr/>
            <p:nvPr/>
          </p:nvSpPr>
          <p:spPr>
            <a:xfrm>
              <a:off x="2549228" y="24511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36" name="ph2536"/>
            <p:cNvSpPr/>
            <p:nvPr/>
          </p:nvSpPr>
          <p:spPr>
            <a:xfrm>
              <a:off x="2557935" y="24511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37" name="ph2537"/>
            <p:cNvSpPr/>
            <p:nvPr/>
          </p:nvSpPr>
          <p:spPr>
            <a:xfrm>
              <a:off x="2566642" y="24511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38" name="ph2538"/>
            <p:cNvSpPr/>
            <p:nvPr/>
          </p:nvSpPr>
          <p:spPr>
            <a:xfrm>
              <a:off x="2575349" y="24511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48E">
                <a:alpha val="100000"/>
              </a:srgbClr>
            </a:solidFill>
            <a:ln w="5420" cap="flat">
              <a:solidFill>
                <a:srgbClr val="3B54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39" name="ph2539"/>
            <p:cNvSpPr/>
            <p:nvPr/>
          </p:nvSpPr>
          <p:spPr>
            <a:xfrm>
              <a:off x="2584057" y="24511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40" name="ph2540"/>
            <p:cNvSpPr/>
            <p:nvPr/>
          </p:nvSpPr>
          <p:spPr>
            <a:xfrm>
              <a:off x="2740786" y="24511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41" name="ph2541"/>
            <p:cNvSpPr/>
            <p:nvPr/>
          </p:nvSpPr>
          <p:spPr>
            <a:xfrm>
              <a:off x="2749493" y="24511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42" name="ph2542"/>
            <p:cNvSpPr/>
            <p:nvPr/>
          </p:nvSpPr>
          <p:spPr>
            <a:xfrm>
              <a:off x="2758200" y="24511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43" name="ph2543"/>
            <p:cNvSpPr/>
            <p:nvPr/>
          </p:nvSpPr>
          <p:spPr>
            <a:xfrm>
              <a:off x="2766907" y="24511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44" name="ph2544"/>
            <p:cNvSpPr/>
            <p:nvPr/>
          </p:nvSpPr>
          <p:spPr>
            <a:xfrm>
              <a:off x="2775614" y="24511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45" name="ph2545"/>
            <p:cNvSpPr/>
            <p:nvPr/>
          </p:nvSpPr>
          <p:spPr>
            <a:xfrm>
              <a:off x="1687217" y="24618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46" name="ph2546"/>
            <p:cNvSpPr/>
            <p:nvPr/>
          </p:nvSpPr>
          <p:spPr>
            <a:xfrm>
              <a:off x="1695924" y="24618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47" name="ph2547"/>
            <p:cNvSpPr/>
            <p:nvPr/>
          </p:nvSpPr>
          <p:spPr>
            <a:xfrm>
              <a:off x="1704631" y="24618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48" name="ph2548"/>
            <p:cNvSpPr/>
            <p:nvPr/>
          </p:nvSpPr>
          <p:spPr>
            <a:xfrm>
              <a:off x="1748167" y="24618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49" name="ph2549"/>
            <p:cNvSpPr/>
            <p:nvPr/>
          </p:nvSpPr>
          <p:spPr>
            <a:xfrm>
              <a:off x="1756875" y="24618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50" name="ph2550"/>
            <p:cNvSpPr/>
            <p:nvPr/>
          </p:nvSpPr>
          <p:spPr>
            <a:xfrm>
              <a:off x="1765582" y="24618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51" name="ph2551"/>
            <p:cNvSpPr/>
            <p:nvPr/>
          </p:nvSpPr>
          <p:spPr>
            <a:xfrm>
              <a:off x="1774289" y="24618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52" name="ph2552"/>
            <p:cNvSpPr/>
            <p:nvPr/>
          </p:nvSpPr>
          <p:spPr>
            <a:xfrm>
              <a:off x="1782996" y="24618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53" name="ph2553"/>
            <p:cNvSpPr/>
            <p:nvPr/>
          </p:nvSpPr>
          <p:spPr>
            <a:xfrm>
              <a:off x="1791703" y="24618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54" name="ph2554"/>
            <p:cNvSpPr/>
            <p:nvPr/>
          </p:nvSpPr>
          <p:spPr>
            <a:xfrm>
              <a:off x="1800410" y="24618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55" name="ph2555"/>
            <p:cNvSpPr/>
            <p:nvPr/>
          </p:nvSpPr>
          <p:spPr>
            <a:xfrm>
              <a:off x="1809118" y="24618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56" name="ph2556"/>
            <p:cNvSpPr/>
            <p:nvPr/>
          </p:nvSpPr>
          <p:spPr>
            <a:xfrm>
              <a:off x="1817825" y="24618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57" name="ph2557"/>
            <p:cNvSpPr/>
            <p:nvPr/>
          </p:nvSpPr>
          <p:spPr>
            <a:xfrm>
              <a:off x="1826532" y="24618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58" name="ph2558"/>
            <p:cNvSpPr/>
            <p:nvPr/>
          </p:nvSpPr>
          <p:spPr>
            <a:xfrm>
              <a:off x="1835239" y="24618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59" name="ph2559"/>
            <p:cNvSpPr/>
            <p:nvPr/>
          </p:nvSpPr>
          <p:spPr>
            <a:xfrm>
              <a:off x="1904897" y="24618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60" name="ph2560"/>
            <p:cNvSpPr/>
            <p:nvPr/>
          </p:nvSpPr>
          <p:spPr>
            <a:xfrm>
              <a:off x="1913604" y="24618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61" name="ph2561"/>
            <p:cNvSpPr/>
            <p:nvPr/>
          </p:nvSpPr>
          <p:spPr>
            <a:xfrm>
              <a:off x="1922311" y="24618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62" name="ph2562"/>
            <p:cNvSpPr/>
            <p:nvPr/>
          </p:nvSpPr>
          <p:spPr>
            <a:xfrm>
              <a:off x="1931018" y="24618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63" name="ph2563"/>
            <p:cNvSpPr/>
            <p:nvPr/>
          </p:nvSpPr>
          <p:spPr>
            <a:xfrm>
              <a:off x="1939725" y="24618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64" name="ph2564"/>
            <p:cNvSpPr/>
            <p:nvPr/>
          </p:nvSpPr>
          <p:spPr>
            <a:xfrm>
              <a:off x="2026797" y="24618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65" name="ph2565"/>
            <p:cNvSpPr/>
            <p:nvPr/>
          </p:nvSpPr>
          <p:spPr>
            <a:xfrm>
              <a:off x="2035504" y="24618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66" name="ph2566"/>
            <p:cNvSpPr/>
            <p:nvPr/>
          </p:nvSpPr>
          <p:spPr>
            <a:xfrm>
              <a:off x="2044211" y="24618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67" name="ph2567"/>
            <p:cNvSpPr/>
            <p:nvPr/>
          </p:nvSpPr>
          <p:spPr>
            <a:xfrm>
              <a:off x="2052919" y="24618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68" name="ph2568"/>
            <p:cNvSpPr/>
            <p:nvPr/>
          </p:nvSpPr>
          <p:spPr>
            <a:xfrm>
              <a:off x="2061626" y="24618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69" name="ph2569"/>
            <p:cNvSpPr/>
            <p:nvPr/>
          </p:nvSpPr>
          <p:spPr>
            <a:xfrm>
              <a:off x="2070333" y="24618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70" name="ph2570"/>
            <p:cNvSpPr/>
            <p:nvPr/>
          </p:nvSpPr>
          <p:spPr>
            <a:xfrm>
              <a:off x="2079040" y="24618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71" name="ph2571"/>
            <p:cNvSpPr/>
            <p:nvPr/>
          </p:nvSpPr>
          <p:spPr>
            <a:xfrm>
              <a:off x="2087747" y="24618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72" name="ph2572"/>
            <p:cNvSpPr/>
            <p:nvPr/>
          </p:nvSpPr>
          <p:spPr>
            <a:xfrm>
              <a:off x="2096455" y="24618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73" name="ph2573"/>
            <p:cNvSpPr/>
            <p:nvPr/>
          </p:nvSpPr>
          <p:spPr>
            <a:xfrm>
              <a:off x="2105162" y="24618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74" name="ph2574"/>
            <p:cNvSpPr/>
            <p:nvPr/>
          </p:nvSpPr>
          <p:spPr>
            <a:xfrm>
              <a:off x="2113869" y="24618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75" name="ph2575"/>
            <p:cNvSpPr/>
            <p:nvPr/>
          </p:nvSpPr>
          <p:spPr>
            <a:xfrm>
              <a:off x="2122576" y="24618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76" name="ph2576"/>
            <p:cNvSpPr/>
            <p:nvPr/>
          </p:nvSpPr>
          <p:spPr>
            <a:xfrm>
              <a:off x="2131283" y="24618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77" name="ph2577"/>
            <p:cNvSpPr/>
            <p:nvPr/>
          </p:nvSpPr>
          <p:spPr>
            <a:xfrm>
              <a:off x="2139990" y="24618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78" name="ph2578"/>
            <p:cNvSpPr/>
            <p:nvPr/>
          </p:nvSpPr>
          <p:spPr>
            <a:xfrm>
              <a:off x="2401206" y="24618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79" name="ph2579"/>
            <p:cNvSpPr/>
            <p:nvPr/>
          </p:nvSpPr>
          <p:spPr>
            <a:xfrm>
              <a:off x="2409913" y="24618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80" name="ph2580"/>
            <p:cNvSpPr/>
            <p:nvPr/>
          </p:nvSpPr>
          <p:spPr>
            <a:xfrm>
              <a:off x="2418620" y="24618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81" name="ph2581"/>
            <p:cNvSpPr/>
            <p:nvPr/>
          </p:nvSpPr>
          <p:spPr>
            <a:xfrm>
              <a:off x="2427327" y="24618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82" name="ph2582"/>
            <p:cNvSpPr/>
            <p:nvPr/>
          </p:nvSpPr>
          <p:spPr>
            <a:xfrm>
              <a:off x="2436034" y="24618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83" name="ph2583"/>
            <p:cNvSpPr/>
            <p:nvPr/>
          </p:nvSpPr>
          <p:spPr>
            <a:xfrm>
              <a:off x="2444742" y="24618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84" name="ph2584"/>
            <p:cNvSpPr/>
            <p:nvPr/>
          </p:nvSpPr>
          <p:spPr>
            <a:xfrm>
              <a:off x="2453449" y="24618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85" name="ph2585"/>
            <p:cNvSpPr/>
            <p:nvPr/>
          </p:nvSpPr>
          <p:spPr>
            <a:xfrm>
              <a:off x="2470863" y="24618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86" name="ph2586"/>
            <p:cNvSpPr/>
            <p:nvPr/>
          </p:nvSpPr>
          <p:spPr>
            <a:xfrm>
              <a:off x="2479570" y="24618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87" name="ph2587"/>
            <p:cNvSpPr/>
            <p:nvPr/>
          </p:nvSpPr>
          <p:spPr>
            <a:xfrm>
              <a:off x="2488278" y="24618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88" name="ph2588"/>
            <p:cNvSpPr/>
            <p:nvPr/>
          </p:nvSpPr>
          <p:spPr>
            <a:xfrm>
              <a:off x="2496985" y="24618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89" name="ph2589"/>
            <p:cNvSpPr/>
            <p:nvPr/>
          </p:nvSpPr>
          <p:spPr>
            <a:xfrm>
              <a:off x="2505692" y="24618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90" name="ph2590"/>
            <p:cNvSpPr/>
            <p:nvPr/>
          </p:nvSpPr>
          <p:spPr>
            <a:xfrm>
              <a:off x="2514399" y="24618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91" name="ph2591"/>
            <p:cNvSpPr/>
            <p:nvPr/>
          </p:nvSpPr>
          <p:spPr>
            <a:xfrm>
              <a:off x="2523106" y="24618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92" name="ph2592"/>
            <p:cNvSpPr/>
            <p:nvPr/>
          </p:nvSpPr>
          <p:spPr>
            <a:xfrm>
              <a:off x="2531813" y="24618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93" name="ph2593"/>
            <p:cNvSpPr/>
            <p:nvPr/>
          </p:nvSpPr>
          <p:spPr>
            <a:xfrm>
              <a:off x="2540521" y="24618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94" name="ph2594"/>
            <p:cNvSpPr/>
            <p:nvPr/>
          </p:nvSpPr>
          <p:spPr>
            <a:xfrm>
              <a:off x="2549228" y="24618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48E">
                <a:alpha val="100000"/>
              </a:srgbClr>
            </a:solidFill>
            <a:ln w="5420" cap="flat">
              <a:solidFill>
                <a:srgbClr val="3B54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95" name="ph2595"/>
            <p:cNvSpPr/>
            <p:nvPr/>
          </p:nvSpPr>
          <p:spPr>
            <a:xfrm>
              <a:off x="2557935" y="24618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96" name="ph2596"/>
            <p:cNvSpPr/>
            <p:nvPr/>
          </p:nvSpPr>
          <p:spPr>
            <a:xfrm>
              <a:off x="2566642" y="24618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97" name="ph2597"/>
            <p:cNvSpPr/>
            <p:nvPr/>
          </p:nvSpPr>
          <p:spPr>
            <a:xfrm>
              <a:off x="2575349" y="24618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48E">
                <a:alpha val="100000"/>
              </a:srgbClr>
            </a:solidFill>
            <a:ln w="5420" cap="flat">
              <a:solidFill>
                <a:srgbClr val="3B54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98" name="ph2598"/>
            <p:cNvSpPr/>
            <p:nvPr/>
          </p:nvSpPr>
          <p:spPr>
            <a:xfrm>
              <a:off x="2584057" y="24618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599" name="ph2599"/>
            <p:cNvSpPr/>
            <p:nvPr/>
          </p:nvSpPr>
          <p:spPr>
            <a:xfrm>
              <a:off x="2592764" y="24618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00" name="ph2600"/>
            <p:cNvSpPr/>
            <p:nvPr/>
          </p:nvSpPr>
          <p:spPr>
            <a:xfrm>
              <a:off x="2749493" y="24618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01" name="ph2601"/>
            <p:cNvSpPr/>
            <p:nvPr/>
          </p:nvSpPr>
          <p:spPr>
            <a:xfrm>
              <a:off x="2758200" y="24618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02" name="ph2602"/>
            <p:cNvSpPr/>
            <p:nvPr/>
          </p:nvSpPr>
          <p:spPr>
            <a:xfrm>
              <a:off x="2766907" y="24618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3C6E">
                <a:alpha val="100000"/>
              </a:srgbClr>
            </a:solidFill>
            <a:ln w="5420" cap="flat">
              <a:solidFill>
                <a:srgbClr val="3B3C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03" name="ph2603"/>
            <p:cNvSpPr/>
            <p:nvPr/>
          </p:nvSpPr>
          <p:spPr>
            <a:xfrm>
              <a:off x="2775614" y="24618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04" name="ph2604"/>
            <p:cNvSpPr/>
            <p:nvPr/>
          </p:nvSpPr>
          <p:spPr>
            <a:xfrm>
              <a:off x="1669803" y="24725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05" name="ph2605"/>
            <p:cNvSpPr/>
            <p:nvPr/>
          </p:nvSpPr>
          <p:spPr>
            <a:xfrm>
              <a:off x="1678510" y="24725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06" name="ph2606"/>
            <p:cNvSpPr/>
            <p:nvPr/>
          </p:nvSpPr>
          <p:spPr>
            <a:xfrm>
              <a:off x="1687217" y="24725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07" name="ph2607"/>
            <p:cNvSpPr/>
            <p:nvPr/>
          </p:nvSpPr>
          <p:spPr>
            <a:xfrm>
              <a:off x="1695924" y="24725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08" name="ph2608"/>
            <p:cNvSpPr/>
            <p:nvPr/>
          </p:nvSpPr>
          <p:spPr>
            <a:xfrm>
              <a:off x="1704631" y="24725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09" name="ph2609"/>
            <p:cNvSpPr/>
            <p:nvPr/>
          </p:nvSpPr>
          <p:spPr>
            <a:xfrm>
              <a:off x="1713339" y="24725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10" name="ph2610"/>
            <p:cNvSpPr/>
            <p:nvPr/>
          </p:nvSpPr>
          <p:spPr>
            <a:xfrm>
              <a:off x="1739460" y="24725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11" name="ph2611"/>
            <p:cNvSpPr/>
            <p:nvPr/>
          </p:nvSpPr>
          <p:spPr>
            <a:xfrm>
              <a:off x="1748167" y="24725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12" name="ph2612"/>
            <p:cNvSpPr/>
            <p:nvPr/>
          </p:nvSpPr>
          <p:spPr>
            <a:xfrm>
              <a:off x="1756875" y="24725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13" name="ph2613"/>
            <p:cNvSpPr/>
            <p:nvPr/>
          </p:nvSpPr>
          <p:spPr>
            <a:xfrm>
              <a:off x="1765582" y="24725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14" name="ph2614"/>
            <p:cNvSpPr/>
            <p:nvPr/>
          </p:nvSpPr>
          <p:spPr>
            <a:xfrm>
              <a:off x="1774289" y="24725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15" name="ph2615"/>
            <p:cNvSpPr/>
            <p:nvPr/>
          </p:nvSpPr>
          <p:spPr>
            <a:xfrm>
              <a:off x="1782996" y="24725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16" name="ph2616"/>
            <p:cNvSpPr/>
            <p:nvPr/>
          </p:nvSpPr>
          <p:spPr>
            <a:xfrm>
              <a:off x="1791703" y="24725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17" name="ph2617"/>
            <p:cNvSpPr/>
            <p:nvPr/>
          </p:nvSpPr>
          <p:spPr>
            <a:xfrm>
              <a:off x="1800410" y="24725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18" name="ph2618"/>
            <p:cNvSpPr/>
            <p:nvPr/>
          </p:nvSpPr>
          <p:spPr>
            <a:xfrm>
              <a:off x="1809118" y="24725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19" name="ph2619"/>
            <p:cNvSpPr/>
            <p:nvPr/>
          </p:nvSpPr>
          <p:spPr>
            <a:xfrm>
              <a:off x="1817825" y="24725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20" name="ph2620"/>
            <p:cNvSpPr/>
            <p:nvPr/>
          </p:nvSpPr>
          <p:spPr>
            <a:xfrm>
              <a:off x="1826532" y="24725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21" name="ph2621"/>
            <p:cNvSpPr/>
            <p:nvPr/>
          </p:nvSpPr>
          <p:spPr>
            <a:xfrm>
              <a:off x="1835239" y="24725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22" name="ph2622"/>
            <p:cNvSpPr/>
            <p:nvPr/>
          </p:nvSpPr>
          <p:spPr>
            <a:xfrm>
              <a:off x="1843946" y="24725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23" name="ph2623"/>
            <p:cNvSpPr/>
            <p:nvPr/>
          </p:nvSpPr>
          <p:spPr>
            <a:xfrm>
              <a:off x="1852653" y="24725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24" name="ph2624"/>
            <p:cNvSpPr/>
            <p:nvPr/>
          </p:nvSpPr>
          <p:spPr>
            <a:xfrm>
              <a:off x="1896189" y="24725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25" name="ph2625"/>
            <p:cNvSpPr/>
            <p:nvPr/>
          </p:nvSpPr>
          <p:spPr>
            <a:xfrm>
              <a:off x="1904897" y="24725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26" name="ph2626"/>
            <p:cNvSpPr/>
            <p:nvPr/>
          </p:nvSpPr>
          <p:spPr>
            <a:xfrm>
              <a:off x="1913604" y="24725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27" name="ph2627"/>
            <p:cNvSpPr/>
            <p:nvPr/>
          </p:nvSpPr>
          <p:spPr>
            <a:xfrm>
              <a:off x="1922311" y="24725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28" name="ph2628"/>
            <p:cNvSpPr/>
            <p:nvPr/>
          </p:nvSpPr>
          <p:spPr>
            <a:xfrm>
              <a:off x="1931018" y="24725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29" name="ph2629"/>
            <p:cNvSpPr/>
            <p:nvPr/>
          </p:nvSpPr>
          <p:spPr>
            <a:xfrm>
              <a:off x="1939725" y="24725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30" name="ph2630"/>
            <p:cNvSpPr/>
            <p:nvPr/>
          </p:nvSpPr>
          <p:spPr>
            <a:xfrm>
              <a:off x="1948432" y="24725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31" name="ph2631"/>
            <p:cNvSpPr/>
            <p:nvPr/>
          </p:nvSpPr>
          <p:spPr>
            <a:xfrm>
              <a:off x="1957140" y="24725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32" name="ph2632"/>
            <p:cNvSpPr/>
            <p:nvPr/>
          </p:nvSpPr>
          <p:spPr>
            <a:xfrm>
              <a:off x="2044211" y="24725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33" name="ph2633"/>
            <p:cNvSpPr/>
            <p:nvPr/>
          </p:nvSpPr>
          <p:spPr>
            <a:xfrm>
              <a:off x="2052919" y="24725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34" name="ph2634"/>
            <p:cNvSpPr/>
            <p:nvPr/>
          </p:nvSpPr>
          <p:spPr>
            <a:xfrm>
              <a:off x="2061626" y="24725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35" name="ph2635"/>
            <p:cNvSpPr/>
            <p:nvPr/>
          </p:nvSpPr>
          <p:spPr>
            <a:xfrm>
              <a:off x="2070333" y="24725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36" name="ph2636"/>
            <p:cNvSpPr/>
            <p:nvPr/>
          </p:nvSpPr>
          <p:spPr>
            <a:xfrm>
              <a:off x="2079040" y="24725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37" name="ph2637"/>
            <p:cNvSpPr/>
            <p:nvPr/>
          </p:nvSpPr>
          <p:spPr>
            <a:xfrm>
              <a:off x="2087747" y="24725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38" name="ph2638"/>
            <p:cNvSpPr/>
            <p:nvPr/>
          </p:nvSpPr>
          <p:spPr>
            <a:xfrm>
              <a:off x="2096455" y="24725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39" name="ph2639"/>
            <p:cNvSpPr/>
            <p:nvPr/>
          </p:nvSpPr>
          <p:spPr>
            <a:xfrm>
              <a:off x="2105162" y="24725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40" name="ph2640"/>
            <p:cNvSpPr/>
            <p:nvPr/>
          </p:nvSpPr>
          <p:spPr>
            <a:xfrm>
              <a:off x="2113869" y="24725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41" name="ph2641"/>
            <p:cNvSpPr/>
            <p:nvPr/>
          </p:nvSpPr>
          <p:spPr>
            <a:xfrm>
              <a:off x="2122576" y="24725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42" name="ph2642"/>
            <p:cNvSpPr/>
            <p:nvPr/>
          </p:nvSpPr>
          <p:spPr>
            <a:xfrm>
              <a:off x="2131283" y="24725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43" name="ph2643"/>
            <p:cNvSpPr/>
            <p:nvPr/>
          </p:nvSpPr>
          <p:spPr>
            <a:xfrm>
              <a:off x="2139990" y="24725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44" name="ph2644"/>
            <p:cNvSpPr/>
            <p:nvPr/>
          </p:nvSpPr>
          <p:spPr>
            <a:xfrm>
              <a:off x="2409913" y="24725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45" name="ph2645"/>
            <p:cNvSpPr/>
            <p:nvPr/>
          </p:nvSpPr>
          <p:spPr>
            <a:xfrm>
              <a:off x="2418620" y="24725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46" name="ph2646"/>
            <p:cNvSpPr/>
            <p:nvPr/>
          </p:nvSpPr>
          <p:spPr>
            <a:xfrm>
              <a:off x="2427327" y="24725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47" name="ph2647"/>
            <p:cNvSpPr/>
            <p:nvPr/>
          </p:nvSpPr>
          <p:spPr>
            <a:xfrm>
              <a:off x="2436034" y="24725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48" name="ph2648"/>
            <p:cNvSpPr/>
            <p:nvPr/>
          </p:nvSpPr>
          <p:spPr>
            <a:xfrm>
              <a:off x="2444742" y="24725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49" name="ph2649"/>
            <p:cNvSpPr/>
            <p:nvPr/>
          </p:nvSpPr>
          <p:spPr>
            <a:xfrm>
              <a:off x="2453449" y="24725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50" name="ph2650"/>
            <p:cNvSpPr/>
            <p:nvPr/>
          </p:nvSpPr>
          <p:spPr>
            <a:xfrm>
              <a:off x="2462156" y="24725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51" name="ph2651"/>
            <p:cNvSpPr/>
            <p:nvPr/>
          </p:nvSpPr>
          <p:spPr>
            <a:xfrm>
              <a:off x="2470863" y="24725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52" name="ph2652"/>
            <p:cNvSpPr/>
            <p:nvPr/>
          </p:nvSpPr>
          <p:spPr>
            <a:xfrm>
              <a:off x="2479570" y="24725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53" name="ph2653"/>
            <p:cNvSpPr/>
            <p:nvPr/>
          </p:nvSpPr>
          <p:spPr>
            <a:xfrm>
              <a:off x="2488278" y="24725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54" name="ph2654"/>
            <p:cNvSpPr/>
            <p:nvPr/>
          </p:nvSpPr>
          <p:spPr>
            <a:xfrm>
              <a:off x="2496985" y="24725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55" name="ph2655"/>
            <p:cNvSpPr/>
            <p:nvPr/>
          </p:nvSpPr>
          <p:spPr>
            <a:xfrm>
              <a:off x="2505692" y="24725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56" name="ph2656"/>
            <p:cNvSpPr/>
            <p:nvPr/>
          </p:nvSpPr>
          <p:spPr>
            <a:xfrm>
              <a:off x="2514399" y="24725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57" name="ph2657"/>
            <p:cNvSpPr/>
            <p:nvPr/>
          </p:nvSpPr>
          <p:spPr>
            <a:xfrm>
              <a:off x="2523106" y="24725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58" name="ph2658"/>
            <p:cNvSpPr/>
            <p:nvPr/>
          </p:nvSpPr>
          <p:spPr>
            <a:xfrm>
              <a:off x="2531813" y="24725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59" name="ph2659"/>
            <p:cNvSpPr/>
            <p:nvPr/>
          </p:nvSpPr>
          <p:spPr>
            <a:xfrm>
              <a:off x="2540521" y="24725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60" name="ph2660"/>
            <p:cNvSpPr/>
            <p:nvPr/>
          </p:nvSpPr>
          <p:spPr>
            <a:xfrm>
              <a:off x="2549228" y="24725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61" name="ph2661"/>
            <p:cNvSpPr/>
            <p:nvPr/>
          </p:nvSpPr>
          <p:spPr>
            <a:xfrm>
              <a:off x="2557935" y="24725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548E">
                <a:alpha val="100000"/>
              </a:srgbClr>
            </a:solidFill>
            <a:ln w="5420" cap="flat">
              <a:solidFill>
                <a:srgbClr val="3B54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62" name="ph2662"/>
            <p:cNvSpPr/>
            <p:nvPr/>
          </p:nvSpPr>
          <p:spPr>
            <a:xfrm>
              <a:off x="2566642" y="24725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63" name="ph2663"/>
            <p:cNvSpPr/>
            <p:nvPr/>
          </p:nvSpPr>
          <p:spPr>
            <a:xfrm>
              <a:off x="2575349" y="24725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48E">
                <a:alpha val="100000"/>
              </a:srgbClr>
            </a:solidFill>
            <a:ln w="5420" cap="flat">
              <a:solidFill>
                <a:srgbClr val="3B54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64" name="ph2664"/>
            <p:cNvSpPr/>
            <p:nvPr/>
          </p:nvSpPr>
          <p:spPr>
            <a:xfrm>
              <a:off x="2584057" y="24725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65" name="ph2665"/>
            <p:cNvSpPr/>
            <p:nvPr/>
          </p:nvSpPr>
          <p:spPr>
            <a:xfrm>
              <a:off x="2592764" y="24725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66" name="ph2666"/>
            <p:cNvSpPr/>
            <p:nvPr/>
          </p:nvSpPr>
          <p:spPr>
            <a:xfrm>
              <a:off x="2601471" y="24725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67" name="ph2667"/>
            <p:cNvSpPr/>
            <p:nvPr/>
          </p:nvSpPr>
          <p:spPr>
            <a:xfrm>
              <a:off x="2749493" y="24725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3E71">
                <a:alpha val="100000"/>
              </a:srgbClr>
            </a:solidFill>
            <a:ln w="5420" cap="flat">
              <a:solidFill>
                <a:srgbClr val="3B3E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68" name="ph2668"/>
            <p:cNvSpPr/>
            <p:nvPr/>
          </p:nvSpPr>
          <p:spPr>
            <a:xfrm>
              <a:off x="2758200" y="24725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69" name="ph2669"/>
            <p:cNvSpPr/>
            <p:nvPr/>
          </p:nvSpPr>
          <p:spPr>
            <a:xfrm>
              <a:off x="2766907" y="24725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70" name="ph2670"/>
            <p:cNvSpPr/>
            <p:nvPr/>
          </p:nvSpPr>
          <p:spPr>
            <a:xfrm>
              <a:off x="2775614" y="24725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71" name="ph2671"/>
            <p:cNvSpPr/>
            <p:nvPr/>
          </p:nvSpPr>
          <p:spPr>
            <a:xfrm>
              <a:off x="2784322" y="24725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72" name="ph2672"/>
            <p:cNvSpPr/>
            <p:nvPr/>
          </p:nvSpPr>
          <p:spPr>
            <a:xfrm>
              <a:off x="1661096" y="24832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73" name="ph2673"/>
            <p:cNvSpPr/>
            <p:nvPr/>
          </p:nvSpPr>
          <p:spPr>
            <a:xfrm>
              <a:off x="1669803" y="24832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74" name="ph2674"/>
            <p:cNvSpPr/>
            <p:nvPr/>
          </p:nvSpPr>
          <p:spPr>
            <a:xfrm>
              <a:off x="1678510" y="24832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75" name="ph2675"/>
            <p:cNvSpPr/>
            <p:nvPr/>
          </p:nvSpPr>
          <p:spPr>
            <a:xfrm>
              <a:off x="1687217" y="24832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76" name="ph2676"/>
            <p:cNvSpPr/>
            <p:nvPr/>
          </p:nvSpPr>
          <p:spPr>
            <a:xfrm>
              <a:off x="1695924" y="24832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77" name="ph2677"/>
            <p:cNvSpPr/>
            <p:nvPr/>
          </p:nvSpPr>
          <p:spPr>
            <a:xfrm>
              <a:off x="1704631" y="24832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78" name="ph2678"/>
            <p:cNvSpPr/>
            <p:nvPr/>
          </p:nvSpPr>
          <p:spPr>
            <a:xfrm>
              <a:off x="1713339" y="24832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79" name="ph2679"/>
            <p:cNvSpPr/>
            <p:nvPr/>
          </p:nvSpPr>
          <p:spPr>
            <a:xfrm>
              <a:off x="1722046" y="24832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80" name="ph2680"/>
            <p:cNvSpPr/>
            <p:nvPr/>
          </p:nvSpPr>
          <p:spPr>
            <a:xfrm>
              <a:off x="1730753" y="24832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81" name="ph2681"/>
            <p:cNvSpPr/>
            <p:nvPr/>
          </p:nvSpPr>
          <p:spPr>
            <a:xfrm>
              <a:off x="1739460" y="24832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82" name="ph2682"/>
            <p:cNvSpPr/>
            <p:nvPr/>
          </p:nvSpPr>
          <p:spPr>
            <a:xfrm>
              <a:off x="1748167" y="24832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83" name="ph2683"/>
            <p:cNvSpPr/>
            <p:nvPr/>
          </p:nvSpPr>
          <p:spPr>
            <a:xfrm>
              <a:off x="1756875" y="24832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84" name="ph2684"/>
            <p:cNvSpPr/>
            <p:nvPr/>
          </p:nvSpPr>
          <p:spPr>
            <a:xfrm>
              <a:off x="1765582" y="24832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85" name="ph2685"/>
            <p:cNvSpPr/>
            <p:nvPr/>
          </p:nvSpPr>
          <p:spPr>
            <a:xfrm>
              <a:off x="1774289" y="24832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86" name="ph2686"/>
            <p:cNvSpPr/>
            <p:nvPr/>
          </p:nvSpPr>
          <p:spPr>
            <a:xfrm>
              <a:off x="1782996" y="24832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87" name="ph2687"/>
            <p:cNvSpPr/>
            <p:nvPr/>
          </p:nvSpPr>
          <p:spPr>
            <a:xfrm>
              <a:off x="1791703" y="24832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88" name="ph2688"/>
            <p:cNvSpPr/>
            <p:nvPr/>
          </p:nvSpPr>
          <p:spPr>
            <a:xfrm>
              <a:off x="1800410" y="24832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89" name="ph2689"/>
            <p:cNvSpPr/>
            <p:nvPr/>
          </p:nvSpPr>
          <p:spPr>
            <a:xfrm>
              <a:off x="1809118" y="24832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90" name="ph2690"/>
            <p:cNvSpPr/>
            <p:nvPr/>
          </p:nvSpPr>
          <p:spPr>
            <a:xfrm>
              <a:off x="1817825" y="24832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91" name="ph2691"/>
            <p:cNvSpPr/>
            <p:nvPr/>
          </p:nvSpPr>
          <p:spPr>
            <a:xfrm>
              <a:off x="1826532" y="24832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92" name="ph2692"/>
            <p:cNvSpPr/>
            <p:nvPr/>
          </p:nvSpPr>
          <p:spPr>
            <a:xfrm>
              <a:off x="1835239" y="24832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93" name="ph2693"/>
            <p:cNvSpPr/>
            <p:nvPr/>
          </p:nvSpPr>
          <p:spPr>
            <a:xfrm>
              <a:off x="1843946" y="24832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94" name="ph2694"/>
            <p:cNvSpPr/>
            <p:nvPr/>
          </p:nvSpPr>
          <p:spPr>
            <a:xfrm>
              <a:off x="1852653" y="24832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95" name="ph2695"/>
            <p:cNvSpPr/>
            <p:nvPr/>
          </p:nvSpPr>
          <p:spPr>
            <a:xfrm>
              <a:off x="1861361" y="24832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96" name="ph2696"/>
            <p:cNvSpPr/>
            <p:nvPr/>
          </p:nvSpPr>
          <p:spPr>
            <a:xfrm>
              <a:off x="1870068" y="24832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97" name="ph2697"/>
            <p:cNvSpPr/>
            <p:nvPr/>
          </p:nvSpPr>
          <p:spPr>
            <a:xfrm>
              <a:off x="1878775" y="24832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98" name="ph2698"/>
            <p:cNvSpPr/>
            <p:nvPr/>
          </p:nvSpPr>
          <p:spPr>
            <a:xfrm>
              <a:off x="1887482" y="24832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699" name="ph2699"/>
            <p:cNvSpPr/>
            <p:nvPr/>
          </p:nvSpPr>
          <p:spPr>
            <a:xfrm>
              <a:off x="1896189" y="24832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00" name="ph2700"/>
            <p:cNvSpPr/>
            <p:nvPr/>
          </p:nvSpPr>
          <p:spPr>
            <a:xfrm>
              <a:off x="1904897" y="24832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01" name="ph2701"/>
            <p:cNvSpPr/>
            <p:nvPr/>
          </p:nvSpPr>
          <p:spPr>
            <a:xfrm>
              <a:off x="1913604" y="24832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02" name="ph2702"/>
            <p:cNvSpPr/>
            <p:nvPr/>
          </p:nvSpPr>
          <p:spPr>
            <a:xfrm>
              <a:off x="1922311" y="24832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03" name="ph2703"/>
            <p:cNvSpPr/>
            <p:nvPr/>
          </p:nvSpPr>
          <p:spPr>
            <a:xfrm>
              <a:off x="1931018" y="24832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04" name="ph2704"/>
            <p:cNvSpPr/>
            <p:nvPr/>
          </p:nvSpPr>
          <p:spPr>
            <a:xfrm>
              <a:off x="1939725" y="24832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05" name="ph2705"/>
            <p:cNvSpPr/>
            <p:nvPr/>
          </p:nvSpPr>
          <p:spPr>
            <a:xfrm>
              <a:off x="1948432" y="24832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06" name="ph2706"/>
            <p:cNvSpPr/>
            <p:nvPr/>
          </p:nvSpPr>
          <p:spPr>
            <a:xfrm>
              <a:off x="1957140" y="24832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07" name="ph2707"/>
            <p:cNvSpPr/>
            <p:nvPr/>
          </p:nvSpPr>
          <p:spPr>
            <a:xfrm>
              <a:off x="1965847" y="24832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08" name="ph2708"/>
            <p:cNvSpPr/>
            <p:nvPr/>
          </p:nvSpPr>
          <p:spPr>
            <a:xfrm>
              <a:off x="1974554" y="24832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09" name="ph2709"/>
            <p:cNvSpPr/>
            <p:nvPr/>
          </p:nvSpPr>
          <p:spPr>
            <a:xfrm>
              <a:off x="1983261" y="24832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10" name="ph2710"/>
            <p:cNvSpPr/>
            <p:nvPr/>
          </p:nvSpPr>
          <p:spPr>
            <a:xfrm>
              <a:off x="2052919" y="24832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11" name="ph2711"/>
            <p:cNvSpPr/>
            <p:nvPr/>
          </p:nvSpPr>
          <p:spPr>
            <a:xfrm>
              <a:off x="2061626" y="24832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12" name="ph2712"/>
            <p:cNvSpPr/>
            <p:nvPr/>
          </p:nvSpPr>
          <p:spPr>
            <a:xfrm>
              <a:off x="2070333" y="24832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13" name="ph2713"/>
            <p:cNvSpPr/>
            <p:nvPr/>
          </p:nvSpPr>
          <p:spPr>
            <a:xfrm>
              <a:off x="2087747" y="24832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14" name="ph2714"/>
            <p:cNvSpPr/>
            <p:nvPr/>
          </p:nvSpPr>
          <p:spPr>
            <a:xfrm>
              <a:off x="2096455" y="24832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15" name="ph2715"/>
            <p:cNvSpPr/>
            <p:nvPr/>
          </p:nvSpPr>
          <p:spPr>
            <a:xfrm>
              <a:off x="2105162" y="24832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16" name="ph2716"/>
            <p:cNvSpPr/>
            <p:nvPr/>
          </p:nvSpPr>
          <p:spPr>
            <a:xfrm>
              <a:off x="2113869" y="24832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17" name="ph2717"/>
            <p:cNvSpPr/>
            <p:nvPr/>
          </p:nvSpPr>
          <p:spPr>
            <a:xfrm>
              <a:off x="2122576" y="24832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18" name="ph2718"/>
            <p:cNvSpPr/>
            <p:nvPr/>
          </p:nvSpPr>
          <p:spPr>
            <a:xfrm>
              <a:off x="2131283" y="24832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19" name="ph2719"/>
            <p:cNvSpPr/>
            <p:nvPr/>
          </p:nvSpPr>
          <p:spPr>
            <a:xfrm>
              <a:off x="2139990" y="24832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20" name="ph2720"/>
            <p:cNvSpPr/>
            <p:nvPr/>
          </p:nvSpPr>
          <p:spPr>
            <a:xfrm>
              <a:off x="2418620" y="24832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21" name="ph2721"/>
            <p:cNvSpPr/>
            <p:nvPr/>
          </p:nvSpPr>
          <p:spPr>
            <a:xfrm>
              <a:off x="2427327" y="24832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22" name="ph2722"/>
            <p:cNvSpPr/>
            <p:nvPr/>
          </p:nvSpPr>
          <p:spPr>
            <a:xfrm>
              <a:off x="2436034" y="24832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23" name="ph2723"/>
            <p:cNvSpPr/>
            <p:nvPr/>
          </p:nvSpPr>
          <p:spPr>
            <a:xfrm>
              <a:off x="2444742" y="24832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24" name="ph2724"/>
            <p:cNvSpPr/>
            <p:nvPr/>
          </p:nvSpPr>
          <p:spPr>
            <a:xfrm>
              <a:off x="2453449" y="24832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25" name="ph2725"/>
            <p:cNvSpPr/>
            <p:nvPr/>
          </p:nvSpPr>
          <p:spPr>
            <a:xfrm>
              <a:off x="2462156" y="24832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26" name="ph2726"/>
            <p:cNvSpPr/>
            <p:nvPr/>
          </p:nvSpPr>
          <p:spPr>
            <a:xfrm>
              <a:off x="2470863" y="24832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27" name="ph2727"/>
            <p:cNvSpPr/>
            <p:nvPr/>
          </p:nvSpPr>
          <p:spPr>
            <a:xfrm>
              <a:off x="2479570" y="24832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28" name="ph2728"/>
            <p:cNvSpPr/>
            <p:nvPr/>
          </p:nvSpPr>
          <p:spPr>
            <a:xfrm>
              <a:off x="2488278" y="24832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29" name="ph2729"/>
            <p:cNvSpPr/>
            <p:nvPr/>
          </p:nvSpPr>
          <p:spPr>
            <a:xfrm>
              <a:off x="2496985" y="24832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30" name="ph2730"/>
            <p:cNvSpPr/>
            <p:nvPr/>
          </p:nvSpPr>
          <p:spPr>
            <a:xfrm>
              <a:off x="2505692" y="24832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31" name="ph2731"/>
            <p:cNvSpPr/>
            <p:nvPr/>
          </p:nvSpPr>
          <p:spPr>
            <a:xfrm>
              <a:off x="2514399" y="24832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32" name="ph2732"/>
            <p:cNvSpPr/>
            <p:nvPr/>
          </p:nvSpPr>
          <p:spPr>
            <a:xfrm>
              <a:off x="2523106" y="24832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33" name="ph2733"/>
            <p:cNvSpPr/>
            <p:nvPr/>
          </p:nvSpPr>
          <p:spPr>
            <a:xfrm>
              <a:off x="2531813" y="24832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34" name="ph2734"/>
            <p:cNvSpPr/>
            <p:nvPr/>
          </p:nvSpPr>
          <p:spPr>
            <a:xfrm>
              <a:off x="2557935" y="24832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548E">
                <a:alpha val="100000"/>
              </a:srgbClr>
            </a:solidFill>
            <a:ln w="5420" cap="flat">
              <a:solidFill>
                <a:srgbClr val="3B54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35" name="ph2735"/>
            <p:cNvSpPr/>
            <p:nvPr/>
          </p:nvSpPr>
          <p:spPr>
            <a:xfrm>
              <a:off x="2566642" y="24832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36" name="ph2736"/>
            <p:cNvSpPr/>
            <p:nvPr/>
          </p:nvSpPr>
          <p:spPr>
            <a:xfrm>
              <a:off x="2575349" y="24832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37" name="ph2737"/>
            <p:cNvSpPr/>
            <p:nvPr/>
          </p:nvSpPr>
          <p:spPr>
            <a:xfrm>
              <a:off x="2584057" y="24832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38" name="ph2738"/>
            <p:cNvSpPr/>
            <p:nvPr/>
          </p:nvSpPr>
          <p:spPr>
            <a:xfrm>
              <a:off x="2592764" y="24832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39" name="ph2739"/>
            <p:cNvSpPr/>
            <p:nvPr/>
          </p:nvSpPr>
          <p:spPr>
            <a:xfrm>
              <a:off x="2601471" y="24832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40" name="ph2740"/>
            <p:cNvSpPr/>
            <p:nvPr/>
          </p:nvSpPr>
          <p:spPr>
            <a:xfrm>
              <a:off x="2610178" y="24832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41" name="ph2741"/>
            <p:cNvSpPr/>
            <p:nvPr/>
          </p:nvSpPr>
          <p:spPr>
            <a:xfrm>
              <a:off x="2749493" y="24832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42" name="ph2742"/>
            <p:cNvSpPr/>
            <p:nvPr/>
          </p:nvSpPr>
          <p:spPr>
            <a:xfrm>
              <a:off x="2758200" y="24832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43" name="ph2743"/>
            <p:cNvSpPr/>
            <p:nvPr/>
          </p:nvSpPr>
          <p:spPr>
            <a:xfrm>
              <a:off x="2766907" y="24832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175">
                <a:alpha val="100000"/>
              </a:srgbClr>
            </a:solidFill>
            <a:ln w="5420" cap="flat">
              <a:solidFill>
                <a:srgbClr val="3C41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44" name="ph2744"/>
            <p:cNvSpPr/>
            <p:nvPr/>
          </p:nvSpPr>
          <p:spPr>
            <a:xfrm>
              <a:off x="2775614" y="24832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45" name="ph2745"/>
            <p:cNvSpPr/>
            <p:nvPr/>
          </p:nvSpPr>
          <p:spPr>
            <a:xfrm>
              <a:off x="2784322" y="24832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46" name="ph2746"/>
            <p:cNvSpPr/>
            <p:nvPr/>
          </p:nvSpPr>
          <p:spPr>
            <a:xfrm>
              <a:off x="1661096" y="24939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47" name="ph2747"/>
            <p:cNvSpPr/>
            <p:nvPr/>
          </p:nvSpPr>
          <p:spPr>
            <a:xfrm>
              <a:off x="1669803" y="24939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48" name="ph2748"/>
            <p:cNvSpPr/>
            <p:nvPr/>
          </p:nvSpPr>
          <p:spPr>
            <a:xfrm>
              <a:off x="1678510" y="24939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49" name="ph2749"/>
            <p:cNvSpPr/>
            <p:nvPr/>
          </p:nvSpPr>
          <p:spPr>
            <a:xfrm>
              <a:off x="1687217" y="24939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50" name="ph2750"/>
            <p:cNvSpPr/>
            <p:nvPr/>
          </p:nvSpPr>
          <p:spPr>
            <a:xfrm>
              <a:off x="1695924" y="24939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51" name="ph2751"/>
            <p:cNvSpPr/>
            <p:nvPr/>
          </p:nvSpPr>
          <p:spPr>
            <a:xfrm>
              <a:off x="1704631" y="24939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52" name="ph2752"/>
            <p:cNvSpPr/>
            <p:nvPr/>
          </p:nvSpPr>
          <p:spPr>
            <a:xfrm>
              <a:off x="1713339" y="24939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53" name="ph2753"/>
            <p:cNvSpPr/>
            <p:nvPr/>
          </p:nvSpPr>
          <p:spPr>
            <a:xfrm>
              <a:off x="1722046" y="24939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54" name="ph2754"/>
            <p:cNvSpPr/>
            <p:nvPr/>
          </p:nvSpPr>
          <p:spPr>
            <a:xfrm>
              <a:off x="1730753" y="24939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55" name="ph2755"/>
            <p:cNvSpPr/>
            <p:nvPr/>
          </p:nvSpPr>
          <p:spPr>
            <a:xfrm>
              <a:off x="1739460" y="24939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56" name="ph2756"/>
            <p:cNvSpPr/>
            <p:nvPr/>
          </p:nvSpPr>
          <p:spPr>
            <a:xfrm>
              <a:off x="1748167" y="24939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57" name="ph2757"/>
            <p:cNvSpPr/>
            <p:nvPr/>
          </p:nvSpPr>
          <p:spPr>
            <a:xfrm>
              <a:off x="1756875" y="24939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58" name="ph2758"/>
            <p:cNvSpPr/>
            <p:nvPr/>
          </p:nvSpPr>
          <p:spPr>
            <a:xfrm>
              <a:off x="1765582" y="24939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59" name="ph2759"/>
            <p:cNvSpPr/>
            <p:nvPr/>
          </p:nvSpPr>
          <p:spPr>
            <a:xfrm>
              <a:off x="1774289" y="24939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60" name="ph2760"/>
            <p:cNvSpPr/>
            <p:nvPr/>
          </p:nvSpPr>
          <p:spPr>
            <a:xfrm>
              <a:off x="1782996" y="24939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61" name="ph2761"/>
            <p:cNvSpPr/>
            <p:nvPr/>
          </p:nvSpPr>
          <p:spPr>
            <a:xfrm>
              <a:off x="1791703" y="24939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62" name="ph2762"/>
            <p:cNvSpPr/>
            <p:nvPr/>
          </p:nvSpPr>
          <p:spPr>
            <a:xfrm>
              <a:off x="1800410" y="24939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63" name="ph2763"/>
            <p:cNvSpPr/>
            <p:nvPr/>
          </p:nvSpPr>
          <p:spPr>
            <a:xfrm>
              <a:off x="1809118" y="24939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64" name="ph2764"/>
            <p:cNvSpPr/>
            <p:nvPr/>
          </p:nvSpPr>
          <p:spPr>
            <a:xfrm>
              <a:off x="1817825" y="24939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65" name="ph2765"/>
            <p:cNvSpPr/>
            <p:nvPr/>
          </p:nvSpPr>
          <p:spPr>
            <a:xfrm>
              <a:off x="1826532" y="24939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66" name="ph2766"/>
            <p:cNvSpPr/>
            <p:nvPr/>
          </p:nvSpPr>
          <p:spPr>
            <a:xfrm>
              <a:off x="1835239" y="24939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67" name="ph2767"/>
            <p:cNvSpPr/>
            <p:nvPr/>
          </p:nvSpPr>
          <p:spPr>
            <a:xfrm>
              <a:off x="1843946" y="24939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68" name="ph2768"/>
            <p:cNvSpPr/>
            <p:nvPr/>
          </p:nvSpPr>
          <p:spPr>
            <a:xfrm>
              <a:off x="1852653" y="24939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69" name="ph2769"/>
            <p:cNvSpPr/>
            <p:nvPr/>
          </p:nvSpPr>
          <p:spPr>
            <a:xfrm>
              <a:off x="1861361" y="24939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70" name="ph2770"/>
            <p:cNvSpPr/>
            <p:nvPr/>
          </p:nvSpPr>
          <p:spPr>
            <a:xfrm>
              <a:off x="1870068" y="24939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71" name="ph2771"/>
            <p:cNvSpPr/>
            <p:nvPr/>
          </p:nvSpPr>
          <p:spPr>
            <a:xfrm>
              <a:off x="1878775" y="24939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72" name="ph2772"/>
            <p:cNvSpPr/>
            <p:nvPr/>
          </p:nvSpPr>
          <p:spPr>
            <a:xfrm>
              <a:off x="1887482" y="24939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73" name="ph2773"/>
            <p:cNvSpPr/>
            <p:nvPr/>
          </p:nvSpPr>
          <p:spPr>
            <a:xfrm>
              <a:off x="1896189" y="24939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74" name="ph2774"/>
            <p:cNvSpPr/>
            <p:nvPr/>
          </p:nvSpPr>
          <p:spPr>
            <a:xfrm>
              <a:off x="1904897" y="24939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75" name="ph2775"/>
            <p:cNvSpPr/>
            <p:nvPr/>
          </p:nvSpPr>
          <p:spPr>
            <a:xfrm>
              <a:off x="1913604" y="24939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76" name="ph2776"/>
            <p:cNvSpPr/>
            <p:nvPr/>
          </p:nvSpPr>
          <p:spPr>
            <a:xfrm>
              <a:off x="1922311" y="24939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77" name="ph2777"/>
            <p:cNvSpPr/>
            <p:nvPr/>
          </p:nvSpPr>
          <p:spPr>
            <a:xfrm>
              <a:off x="1931018" y="24939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78" name="ph2778"/>
            <p:cNvSpPr/>
            <p:nvPr/>
          </p:nvSpPr>
          <p:spPr>
            <a:xfrm>
              <a:off x="1939725" y="24939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79" name="ph2779"/>
            <p:cNvSpPr/>
            <p:nvPr/>
          </p:nvSpPr>
          <p:spPr>
            <a:xfrm>
              <a:off x="1948432" y="24939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80" name="ph2780"/>
            <p:cNvSpPr/>
            <p:nvPr/>
          </p:nvSpPr>
          <p:spPr>
            <a:xfrm>
              <a:off x="1957140" y="24939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81" name="ph2781"/>
            <p:cNvSpPr/>
            <p:nvPr/>
          </p:nvSpPr>
          <p:spPr>
            <a:xfrm>
              <a:off x="1965847" y="24939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82" name="ph2782"/>
            <p:cNvSpPr/>
            <p:nvPr/>
          </p:nvSpPr>
          <p:spPr>
            <a:xfrm>
              <a:off x="1974554" y="24939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83" name="ph2783"/>
            <p:cNvSpPr/>
            <p:nvPr/>
          </p:nvSpPr>
          <p:spPr>
            <a:xfrm>
              <a:off x="1983261" y="24939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84" name="ph2784"/>
            <p:cNvSpPr/>
            <p:nvPr/>
          </p:nvSpPr>
          <p:spPr>
            <a:xfrm>
              <a:off x="1991968" y="24939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85" name="ph2785"/>
            <p:cNvSpPr/>
            <p:nvPr/>
          </p:nvSpPr>
          <p:spPr>
            <a:xfrm>
              <a:off x="2044211" y="24939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86" name="ph2786"/>
            <p:cNvSpPr/>
            <p:nvPr/>
          </p:nvSpPr>
          <p:spPr>
            <a:xfrm>
              <a:off x="2052919" y="24939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87" name="ph2787"/>
            <p:cNvSpPr/>
            <p:nvPr/>
          </p:nvSpPr>
          <p:spPr>
            <a:xfrm>
              <a:off x="2061626" y="24939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88" name="ph2788"/>
            <p:cNvSpPr/>
            <p:nvPr/>
          </p:nvSpPr>
          <p:spPr>
            <a:xfrm>
              <a:off x="2070333" y="24939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89" name="ph2789"/>
            <p:cNvSpPr/>
            <p:nvPr/>
          </p:nvSpPr>
          <p:spPr>
            <a:xfrm>
              <a:off x="2079040" y="24939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90" name="ph2790"/>
            <p:cNvSpPr/>
            <p:nvPr/>
          </p:nvSpPr>
          <p:spPr>
            <a:xfrm>
              <a:off x="2087747" y="24939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91" name="ph2791"/>
            <p:cNvSpPr/>
            <p:nvPr/>
          </p:nvSpPr>
          <p:spPr>
            <a:xfrm>
              <a:off x="2096455" y="24939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92" name="ph2792"/>
            <p:cNvSpPr/>
            <p:nvPr/>
          </p:nvSpPr>
          <p:spPr>
            <a:xfrm>
              <a:off x="2105162" y="24939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93" name="ph2793"/>
            <p:cNvSpPr/>
            <p:nvPr/>
          </p:nvSpPr>
          <p:spPr>
            <a:xfrm>
              <a:off x="2113869" y="24939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94" name="ph2794"/>
            <p:cNvSpPr/>
            <p:nvPr/>
          </p:nvSpPr>
          <p:spPr>
            <a:xfrm>
              <a:off x="2122576" y="24939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9DAA">
                <a:alpha val="100000"/>
              </a:srgbClr>
            </a:solidFill>
            <a:ln w="5420" cap="flat">
              <a:solidFill>
                <a:srgbClr val="3B9D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95" name="ph2795"/>
            <p:cNvSpPr/>
            <p:nvPr/>
          </p:nvSpPr>
          <p:spPr>
            <a:xfrm>
              <a:off x="2131283" y="24939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96" name="ph2796"/>
            <p:cNvSpPr/>
            <p:nvPr/>
          </p:nvSpPr>
          <p:spPr>
            <a:xfrm>
              <a:off x="2427327" y="24939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97" name="ph2797"/>
            <p:cNvSpPr/>
            <p:nvPr/>
          </p:nvSpPr>
          <p:spPr>
            <a:xfrm>
              <a:off x="2436034" y="24939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98" name="ph2798"/>
            <p:cNvSpPr/>
            <p:nvPr/>
          </p:nvSpPr>
          <p:spPr>
            <a:xfrm>
              <a:off x="2444742" y="24939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799" name="ph2799"/>
            <p:cNvSpPr/>
            <p:nvPr/>
          </p:nvSpPr>
          <p:spPr>
            <a:xfrm>
              <a:off x="2453449" y="24939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00" name="ph2800"/>
            <p:cNvSpPr/>
            <p:nvPr/>
          </p:nvSpPr>
          <p:spPr>
            <a:xfrm>
              <a:off x="2462156" y="24939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01" name="ph2801"/>
            <p:cNvSpPr/>
            <p:nvPr/>
          </p:nvSpPr>
          <p:spPr>
            <a:xfrm>
              <a:off x="2470863" y="24939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02" name="ph2802"/>
            <p:cNvSpPr/>
            <p:nvPr/>
          </p:nvSpPr>
          <p:spPr>
            <a:xfrm>
              <a:off x="2479570" y="24939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03" name="ph2803"/>
            <p:cNvSpPr/>
            <p:nvPr/>
          </p:nvSpPr>
          <p:spPr>
            <a:xfrm>
              <a:off x="2488278" y="24939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04" name="ph2804"/>
            <p:cNvSpPr/>
            <p:nvPr/>
          </p:nvSpPr>
          <p:spPr>
            <a:xfrm>
              <a:off x="2496985" y="24939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05" name="ph2805"/>
            <p:cNvSpPr/>
            <p:nvPr/>
          </p:nvSpPr>
          <p:spPr>
            <a:xfrm>
              <a:off x="2505692" y="24939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06" name="ph2806"/>
            <p:cNvSpPr/>
            <p:nvPr/>
          </p:nvSpPr>
          <p:spPr>
            <a:xfrm>
              <a:off x="2566642" y="24939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07" name="ph2807"/>
            <p:cNvSpPr/>
            <p:nvPr/>
          </p:nvSpPr>
          <p:spPr>
            <a:xfrm>
              <a:off x="2575349" y="24939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08" name="ph2808"/>
            <p:cNvSpPr/>
            <p:nvPr/>
          </p:nvSpPr>
          <p:spPr>
            <a:xfrm>
              <a:off x="2584057" y="24939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09" name="ph2809"/>
            <p:cNvSpPr/>
            <p:nvPr/>
          </p:nvSpPr>
          <p:spPr>
            <a:xfrm>
              <a:off x="2592764" y="24939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10" name="ph2810"/>
            <p:cNvSpPr/>
            <p:nvPr/>
          </p:nvSpPr>
          <p:spPr>
            <a:xfrm>
              <a:off x="2601471" y="24939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11" name="ph2811"/>
            <p:cNvSpPr/>
            <p:nvPr/>
          </p:nvSpPr>
          <p:spPr>
            <a:xfrm>
              <a:off x="2610178" y="24939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12" name="ph2812"/>
            <p:cNvSpPr/>
            <p:nvPr/>
          </p:nvSpPr>
          <p:spPr>
            <a:xfrm>
              <a:off x="2758200" y="24939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13" name="ph2813"/>
            <p:cNvSpPr/>
            <p:nvPr/>
          </p:nvSpPr>
          <p:spPr>
            <a:xfrm>
              <a:off x="2766907" y="24939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378">
                <a:alpha val="100000"/>
              </a:srgbClr>
            </a:solidFill>
            <a:ln w="5420" cap="flat">
              <a:solidFill>
                <a:srgbClr val="3C4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14" name="ph2814"/>
            <p:cNvSpPr/>
            <p:nvPr/>
          </p:nvSpPr>
          <p:spPr>
            <a:xfrm>
              <a:off x="2775614" y="24939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15" name="ph2815"/>
            <p:cNvSpPr/>
            <p:nvPr/>
          </p:nvSpPr>
          <p:spPr>
            <a:xfrm>
              <a:off x="2784322" y="24939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16" name="ph2816"/>
            <p:cNvSpPr/>
            <p:nvPr/>
          </p:nvSpPr>
          <p:spPr>
            <a:xfrm>
              <a:off x="2793029" y="24939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17" name="ph2817"/>
            <p:cNvSpPr/>
            <p:nvPr/>
          </p:nvSpPr>
          <p:spPr>
            <a:xfrm>
              <a:off x="1661096" y="25046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18" name="ph2818"/>
            <p:cNvSpPr/>
            <p:nvPr/>
          </p:nvSpPr>
          <p:spPr>
            <a:xfrm>
              <a:off x="1669803" y="25046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19" name="ph2819"/>
            <p:cNvSpPr/>
            <p:nvPr/>
          </p:nvSpPr>
          <p:spPr>
            <a:xfrm>
              <a:off x="1678510" y="25046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20" name="ph2820"/>
            <p:cNvSpPr/>
            <p:nvPr/>
          </p:nvSpPr>
          <p:spPr>
            <a:xfrm>
              <a:off x="1687217" y="25046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21" name="ph2821"/>
            <p:cNvSpPr/>
            <p:nvPr/>
          </p:nvSpPr>
          <p:spPr>
            <a:xfrm>
              <a:off x="1695924" y="25046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22" name="ph2822"/>
            <p:cNvSpPr/>
            <p:nvPr/>
          </p:nvSpPr>
          <p:spPr>
            <a:xfrm>
              <a:off x="1704631" y="25046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23" name="ph2823"/>
            <p:cNvSpPr/>
            <p:nvPr/>
          </p:nvSpPr>
          <p:spPr>
            <a:xfrm>
              <a:off x="1713339" y="25046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24" name="ph2824"/>
            <p:cNvSpPr/>
            <p:nvPr/>
          </p:nvSpPr>
          <p:spPr>
            <a:xfrm>
              <a:off x="1722046" y="25046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25" name="ph2825"/>
            <p:cNvSpPr/>
            <p:nvPr/>
          </p:nvSpPr>
          <p:spPr>
            <a:xfrm>
              <a:off x="1730753" y="25046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26" name="ph2826"/>
            <p:cNvSpPr/>
            <p:nvPr/>
          </p:nvSpPr>
          <p:spPr>
            <a:xfrm>
              <a:off x="1739460" y="25046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27" name="ph2827"/>
            <p:cNvSpPr/>
            <p:nvPr/>
          </p:nvSpPr>
          <p:spPr>
            <a:xfrm>
              <a:off x="1748167" y="25046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28" name="ph2828"/>
            <p:cNvSpPr/>
            <p:nvPr/>
          </p:nvSpPr>
          <p:spPr>
            <a:xfrm>
              <a:off x="1756875" y="25046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29" name="ph2829"/>
            <p:cNvSpPr/>
            <p:nvPr/>
          </p:nvSpPr>
          <p:spPr>
            <a:xfrm>
              <a:off x="1765582" y="25046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30" name="ph2830"/>
            <p:cNvSpPr/>
            <p:nvPr/>
          </p:nvSpPr>
          <p:spPr>
            <a:xfrm>
              <a:off x="1774289" y="25046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31" name="ph2831"/>
            <p:cNvSpPr/>
            <p:nvPr/>
          </p:nvSpPr>
          <p:spPr>
            <a:xfrm>
              <a:off x="1782996" y="25046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32" name="ph2832"/>
            <p:cNvSpPr/>
            <p:nvPr/>
          </p:nvSpPr>
          <p:spPr>
            <a:xfrm>
              <a:off x="1791703" y="25046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33" name="ph2833"/>
            <p:cNvSpPr/>
            <p:nvPr/>
          </p:nvSpPr>
          <p:spPr>
            <a:xfrm>
              <a:off x="1800410" y="25046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34" name="ph2834"/>
            <p:cNvSpPr/>
            <p:nvPr/>
          </p:nvSpPr>
          <p:spPr>
            <a:xfrm>
              <a:off x="1809118" y="25046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35" name="ph2835"/>
            <p:cNvSpPr/>
            <p:nvPr/>
          </p:nvSpPr>
          <p:spPr>
            <a:xfrm>
              <a:off x="1817825" y="25046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36" name="ph2836"/>
            <p:cNvSpPr/>
            <p:nvPr/>
          </p:nvSpPr>
          <p:spPr>
            <a:xfrm>
              <a:off x="1826532" y="25046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37" name="ph2837"/>
            <p:cNvSpPr/>
            <p:nvPr/>
          </p:nvSpPr>
          <p:spPr>
            <a:xfrm>
              <a:off x="1835239" y="25046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38" name="ph2838"/>
            <p:cNvSpPr/>
            <p:nvPr/>
          </p:nvSpPr>
          <p:spPr>
            <a:xfrm>
              <a:off x="1843946" y="25046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39" name="ph2839"/>
            <p:cNvSpPr/>
            <p:nvPr/>
          </p:nvSpPr>
          <p:spPr>
            <a:xfrm>
              <a:off x="1852653" y="25046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40" name="ph2840"/>
            <p:cNvSpPr/>
            <p:nvPr/>
          </p:nvSpPr>
          <p:spPr>
            <a:xfrm>
              <a:off x="1861361" y="25046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41" name="ph2841"/>
            <p:cNvSpPr/>
            <p:nvPr/>
          </p:nvSpPr>
          <p:spPr>
            <a:xfrm>
              <a:off x="1870068" y="25046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42" name="ph2842"/>
            <p:cNvSpPr/>
            <p:nvPr/>
          </p:nvSpPr>
          <p:spPr>
            <a:xfrm>
              <a:off x="1878775" y="25046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43" name="ph2843"/>
            <p:cNvSpPr/>
            <p:nvPr/>
          </p:nvSpPr>
          <p:spPr>
            <a:xfrm>
              <a:off x="1887482" y="25046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44" name="ph2844"/>
            <p:cNvSpPr/>
            <p:nvPr/>
          </p:nvSpPr>
          <p:spPr>
            <a:xfrm>
              <a:off x="1896189" y="25046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45" name="ph2845"/>
            <p:cNvSpPr/>
            <p:nvPr/>
          </p:nvSpPr>
          <p:spPr>
            <a:xfrm>
              <a:off x="1904897" y="25046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46" name="ph2846"/>
            <p:cNvSpPr/>
            <p:nvPr/>
          </p:nvSpPr>
          <p:spPr>
            <a:xfrm>
              <a:off x="1913604" y="25046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47" name="ph2847"/>
            <p:cNvSpPr/>
            <p:nvPr/>
          </p:nvSpPr>
          <p:spPr>
            <a:xfrm>
              <a:off x="1922311" y="25046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48" name="ph2848"/>
            <p:cNvSpPr/>
            <p:nvPr/>
          </p:nvSpPr>
          <p:spPr>
            <a:xfrm>
              <a:off x="1931018" y="25046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49" name="ph2849"/>
            <p:cNvSpPr/>
            <p:nvPr/>
          </p:nvSpPr>
          <p:spPr>
            <a:xfrm>
              <a:off x="1939725" y="25046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50" name="ph2850"/>
            <p:cNvSpPr/>
            <p:nvPr/>
          </p:nvSpPr>
          <p:spPr>
            <a:xfrm>
              <a:off x="1948432" y="25046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51" name="ph2851"/>
            <p:cNvSpPr/>
            <p:nvPr/>
          </p:nvSpPr>
          <p:spPr>
            <a:xfrm>
              <a:off x="1957140" y="25046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52" name="ph2852"/>
            <p:cNvSpPr/>
            <p:nvPr/>
          </p:nvSpPr>
          <p:spPr>
            <a:xfrm>
              <a:off x="1965847" y="25046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53" name="ph2853"/>
            <p:cNvSpPr/>
            <p:nvPr/>
          </p:nvSpPr>
          <p:spPr>
            <a:xfrm>
              <a:off x="1974554" y="25046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54" name="ph2854"/>
            <p:cNvSpPr/>
            <p:nvPr/>
          </p:nvSpPr>
          <p:spPr>
            <a:xfrm>
              <a:off x="1983261" y="25046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55" name="ph2855"/>
            <p:cNvSpPr/>
            <p:nvPr/>
          </p:nvSpPr>
          <p:spPr>
            <a:xfrm>
              <a:off x="1991968" y="25046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56" name="ph2856"/>
            <p:cNvSpPr/>
            <p:nvPr/>
          </p:nvSpPr>
          <p:spPr>
            <a:xfrm>
              <a:off x="2035504" y="25046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57" name="ph2857"/>
            <p:cNvSpPr/>
            <p:nvPr/>
          </p:nvSpPr>
          <p:spPr>
            <a:xfrm>
              <a:off x="2044211" y="25046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58" name="ph2858"/>
            <p:cNvSpPr/>
            <p:nvPr/>
          </p:nvSpPr>
          <p:spPr>
            <a:xfrm>
              <a:off x="2052919" y="25046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59" name="ph2859"/>
            <p:cNvSpPr/>
            <p:nvPr/>
          </p:nvSpPr>
          <p:spPr>
            <a:xfrm>
              <a:off x="2061626" y="25046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60" name="ph2860"/>
            <p:cNvSpPr/>
            <p:nvPr/>
          </p:nvSpPr>
          <p:spPr>
            <a:xfrm>
              <a:off x="2070333" y="25046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61" name="ph2861"/>
            <p:cNvSpPr/>
            <p:nvPr/>
          </p:nvSpPr>
          <p:spPr>
            <a:xfrm>
              <a:off x="2079040" y="25046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62" name="ph2862"/>
            <p:cNvSpPr/>
            <p:nvPr/>
          </p:nvSpPr>
          <p:spPr>
            <a:xfrm>
              <a:off x="2087747" y="25046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63" name="ph2863"/>
            <p:cNvSpPr/>
            <p:nvPr/>
          </p:nvSpPr>
          <p:spPr>
            <a:xfrm>
              <a:off x="2096455" y="25046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64" name="ph2864"/>
            <p:cNvSpPr/>
            <p:nvPr/>
          </p:nvSpPr>
          <p:spPr>
            <a:xfrm>
              <a:off x="2105162" y="25046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65" name="ph2865"/>
            <p:cNvSpPr/>
            <p:nvPr/>
          </p:nvSpPr>
          <p:spPr>
            <a:xfrm>
              <a:off x="2113869" y="25046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66" name="ph2866"/>
            <p:cNvSpPr/>
            <p:nvPr/>
          </p:nvSpPr>
          <p:spPr>
            <a:xfrm>
              <a:off x="2122576" y="25046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67" name="ph2867"/>
            <p:cNvSpPr/>
            <p:nvPr/>
          </p:nvSpPr>
          <p:spPr>
            <a:xfrm>
              <a:off x="2131283" y="25046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68" name="ph2868"/>
            <p:cNvSpPr/>
            <p:nvPr/>
          </p:nvSpPr>
          <p:spPr>
            <a:xfrm>
              <a:off x="2139990" y="25046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69" name="ph2869"/>
            <p:cNvSpPr/>
            <p:nvPr/>
          </p:nvSpPr>
          <p:spPr>
            <a:xfrm>
              <a:off x="2148698" y="25046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70" name="ph2870"/>
            <p:cNvSpPr/>
            <p:nvPr/>
          </p:nvSpPr>
          <p:spPr>
            <a:xfrm>
              <a:off x="2427327" y="25046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71" name="ph2871"/>
            <p:cNvSpPr/>
            <p:nvPr/>
          </p:nvSpPr>
          <p:spPr>
            <a:xfrm>
              <a:off x="2436034" y="25046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72" name="ph2872"/>
            <p:cNvSpPr/>
            <p:nvPr/>
          </p:nvSpPr>
          <p:spPr>
            <a:xfrm>
              <a:off x="2444742" y="25046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73" name="ph2873"/>
            <p:cNvSpPr/>
            <p:nvPr/>
          </p:nvSpPr>
          <p:spPr>
            <a:xfrm>
              <a:off x="2453449" y="25046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74" name="ph2874"/>
            <p:cNvSpPr/>
            <p:nvPr/>
          </p:nvSpPr>
          <p:spPr>
            <a:xfrm>
              <a:off x="2462156" y="25046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75" name="ph2875"/>
            <p:cNvSpPr/>
            <p:nvPr/>
          </p:nvSpPr>
          <p:spPr>
            <a:xfrm>
              <a:off x="2470863" y="25046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76" name="ph2876"/>
            <p:cNvSpPr/>
            <p:nvPr/>
          </p:nvSpPr>
          <p:spPr>
            <a:xfrm>
              <a:off x="2479570" y="25046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77" name="ph2877"/>
            <p:cNvSpPr/>
            <p:nvPr/>
          </p:nvSpPr>
          <p:spPr>
            <a:xfrm>
              <a:off x="2488278" y="25046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78" name="ph2878"/>
            <p:cNvSpPr/>
            <p:nvPr/>
          </p:nvSpPr>
          <p:spPr>
            <a:xfrm>
              <a:off x="2575349" y="25046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79" name="ph2879"/>
            <p:cNvSpPr/>
            <p:nvPr/>
          </p:nvSpPr>
          <p:spPr>
            <a:xfrm>
              <a:off x="2584057" y="25046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80" name="ph2880"/>
            <p:cNvSpPr/>
            <p:nvPr/>
          </p:nvSpPr>
          <p:spPr>
            <a:xfrm>
              <a:off x="2592764" y="25046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81" name="ph2881"/>
            <p:cNvSpPr/>
            <p:nvPr/>
          </p:nvSpPr>
          <p:spPr>
            <a:xfrm>
              <a:off x="2601471" y="25046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82" name="ph2882"/>
            <p:cNvSpPr/>
            <p:nvPr/>
          </p:nvSpPr>
          <p:spPr>
            <a:xfrm>
              <a:off x="2610178" y="25046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83" name="ph2883"/>
            <p:cNvSpPr/>
            <p:nvPr/>
          </p:nvSpPr>
          <p:spPr>
            <a:xfrm>
              <a:off x="2618885" y="25046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84" name="ph2884"/>
            <p:cNvSpPr/>
            <p:nvPr/>
          </p:nvSpPr>
          <p:spPr>
            <a:xfrm>
              <a:off x="2627592" y="25046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85" name="ph2885"/>
            <p:cNvSpPr/>
            <p:nvPr/>
          </p:nvSpPr>
          <p:spPr>
            <a:xfrm>
              <a:off x="2758200" y="25046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86" name="ph2886"/>
            <p:cNvSpPr/>
            <p:nvPr/>
          </p:nvSpPr>
          <p:spPr>
            <a:xfrm>
              <a:off x="2766907" y="25046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87" name="ph2887"/>
            <p:cNvSpPr/>
            <p:nvPr/>
          </p:nvSpPr>
          <p:spPr>
            <a:xfrm>
              <a:off x="2775614" y="25046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88" name="ph2888"/>
            <p:cNvSpPr/>
            <p:nvPr/>
          </p:nvSpPr>
          <p:spPr>
            <a:xfrm>
              <a:off x="2784322" y="25046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89" name="ph2889"/>
            <p:cNvSpPr/>
            <p:nvPr/>
          </p:nvSpPr>
          <p:spPr>
            <a:xfrm>
              <a:off x="2793029" y="2504689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90" name="ph2890"/>
            <p:cNvSpPr/>
            <p:nvPr/>
          </p:nvSpPr>
          <p:spPr>
            <a:xfrm>
              <a:off x="1661096" y="25153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91" name="ph2891"/>
            <p:cNvSpPr/>
            <p:nvPr/>
          </p:nvSpPr>
          <p:spPr>
            <a:xfrm>
              <a:off x="1669803" y="25153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92" name="ph2892"/>
            <p:cNvSpPr/>
            <p:nvPr/>
          </p:nvSpPr>
          <p:spPr>
            <a:xfrm>
              <a:off x="1678510" y="25153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93" name="ph2893"/>
            <p:cNvSpPr/>
            <p:nvPr/>
          </p:nvSpPr>
          <p:spPr>
            <a:xfrm>
              <a:off x="1687217" y="25153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94" name="ph2894"/>
            <p:cNvSpPr/>
            <p:nvPr/>
          </p:nvSpPr>
          <p:spPr>
            <a:xfrm>
              <a:off x="1695924" y="25153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95" name="ph2895"/>
            <p:cNvSpPr/>
            <p:nvPr/>
          </p:nvSpPr>
          <p:spPr>
            <a:xfrm>
              <a:off x="1704631" y="25153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96" name="ph2896"/>
            <p:cNvSpPr/>
            <p:nvPr/>
          </p:nvSpPr>
          <p:spPr>
            <a:xfrm>
              <a:off x="1713339" y="25153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97" name="ph2897"/>
            <p:cNvSpPr/>
            <p:nvPr/>
          </p:nvSpPr>
          <p:spPr>
            <a:xfrm>
              <a:off x="1722046" y="25153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98" name="ph2898"/>
            <p:cNvSpPr/>
            <p:nvPr/>
          </p:nvSpPr>
          <p:spPr>
            <a:xfrm>
              <a:off x="1730753" y="25153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899" name="ph2899"/>
            <p:cNvSpPr/>
            <p:nvPr/>
          </p:nvSpPr>
          <p:spPr>
            <a:xfrm>
              <a:off x="1739460" y="25153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00" name="ph2900"/>
            <p:cNvSpPr/>
            <p:nvPr/>
          </p:nvSpPr>
          <p:spPr>
            <a:xfrm>
              <a:off x="1748167" y="25153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01" name="ph2901"/>
            <p:cNvSpPr/>
            <p:nvPr/>
          </p:nvSpPr>
          <p:spPr>
            <a:xfrm>
              <a:off x="1756875" y="25153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02" name="ph2902"/>
            <p:cNvSpPr/>
            <p:nvPr/>
          </p:nvSpPr>
          <p:spPr>
            <a:xfrm>
              <a:off x="1843946" y="25153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03" name="ph2903"/>
            <p:cNvSpPr/>
            <p:nvPr/>
          </p:nvSpPr>
          <p:spPr>
            <a:xfrm>
              <a:off x="1852653" y="25153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04" name="ph2904"/>
            <p:cNvSpPr/>
            <p:nvPr/>
          </p:nvSpPr>
          <p:spPr>
            <a:xfrm>
              <a:off x="1861361" y="25153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05" name="ph2905"/>
            <p:cNvSpPr/>
            <p:nvPr/>
          </p:nvSpPr>
          <p:spPr>
            <a:xfrm>
              <a:off x="1870068" y="25153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06" name="ph2906"/>
            <p:cNvSpPr/>
            <p:nvPr/>
          </p:nvSpPr>
          <p:spPr>
            <a:xfrm>
              <a:off x="1878775" y="25153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07" name="ph2907"/>
            <p:cNvSpPr/>
            <p:nvPr/>
          </p:nvSpPr>
          <p:spPr>
            <a:xfrm>
              <a:off x="1887482" y="25153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08" name="ph2908"/>
            <p:cNvSpPr/>
            <p:nvPr/>
          </p:nvSpPr>
          <p:spPr>
            <a:xfrm>
              <a:off x="1896189" y="25153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09" name="ph2909"/>
            <p:cNvSpPr/>
            <p:nvPr/>
          </p:nvSpPr>
          <p:spPr>
            <a:xfrm>
              <a:off x="1904897" y="25153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10" name="ph2910"/>
            <p:cNvSpPr/>
            <p:nvPr/>
          </p:nvSpPr>
          <p:spPr>
            <a:xfrm>
              <a:off x="1913604" y="25153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11" name="ph2911"/>
            <p:cNvSpPr/>
            <p:nvPr/>
          </p:nvSpPr>
          <p:spPr>
            <a:xfrm>
              <a:off x="1922311" y="25153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12" name="ph2912"/>
            <p:cNvSpPr/>
            <p:nvPr/>
          </p:nvSpPr>
          <p:spPr>
            <a:xfrm>
              <a:off x="1939725" y="25153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13" name="ph2913"/>
            <p:cNvSpPr/>
            <p:nvPr/>
          </p:nvSpPr>
          <p:spPr>
            <a:xfrm>
              <a:off x="1948432" y="25153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14" name="ph2914"/>
            <p:cNvSpPr/>
            <p:nvPr/>
          </p:nvSpPr>
          <p:spPr>
            <a:xfrm>
              <a:off x="1957140" y="25153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15" name="ph2915"/>
            <p:cNvSpPr/>
            <p:nvPr/>
          </p:nvSpPr>
          <p:spPr>
            <a:xfrm>
              <a:off x="1965847" y="25153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16" name="ph2916"/>
            <p:cNvSpPr/>
            <p:nvPr/>
          </p:nvSpPr>
          <p:spPr>
            <a:xfrm>
              <a:off x="1974554" y="25153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17" name="ph2917"/>
            <p:cNvSpPr/>
            <p:nvPr/>
          </p:nvSpPr>
          <p:spPr>
            <a:xfrm>
              <a:off x="1983261" y="25153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18" name="ph2918"/>
            <p:cNvSpPr/>
            <p:nvPr/>
          </p:nvSpPr>
          <p:spPr>
            <a:xfrm>
              <a:off x="1991968" y="25153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19" name="ph2919"/>
            <p:cNvSpPr/>
            <p:nvPr/>
          </p:nvSpPr>
          <p:spPr>
            <a:xfrm>
              <a:off x="2000676" y="25153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20" name="ph2920"/>
            <p:cNvSpPr/>
            <p:nvPr/>
          </p:nvSpPr>
          <p:spPr>
            <a:xfrm>
              <a:off x="2018090" y="25153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21" name="ph2921"/>
            <p:cNvSpPr/>
            <p:nvPr/>
          </p:nvSpPr>
          <p:spPr>
            <a:xfrm>
              <a:off x="2026797" y="25153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22" name="ph2922"/>
            <p:cNvSpPr/>
            <p:nvPr/>
          </p:nvSpPr>
          <p:spPr>
            <a:xfrm>
              <a:off x="2035504" y="25153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23" name="ph2923"/>
            <p:cNvSpPr/>
            <p:nvPr/>
          </p:nvSpPr>
          <p:spPr>
            <a:xfrm>
              <a:off x="2044211" y="25153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24" name="ph2924"/>
            <p:cNvSpPr/>
            <p:nvPr/>
          </p:nvSpPr>
          <p:spPr>
            <a:xfrm>
              <a:off x="2052919" y="25153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25" name="ph2925"/>
            <p:cNvSpPr/>
            <p:nvPr/>
          </p:nvSpPr>
          <p:spPr>
            <a:xfrm>
              <a:off x="2061626" y="25153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26" name="ph2926"/>
            <p:cNvSpPr/>
            <p:nvPr/>
          </p:nvSpPr>
          <p:spPr>
            <a:xfrm>
              <a:off x="2070333" y="25153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27" name="ph2927"/>
            <p:cNvSpPr/>
            <p:nvPr/>
          </p:nvSpPr>
          <p:spPr>
            <a:xfrm>
              <a:off x="2079040" y="25153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28" name="ph2928"/>
            <p:cNvSpPr/>
            <p:nvPr/>
          </p:nvSpPr>
          <p:spPr>
            <a:xfrm>
              <a:off x="2087747" y="25153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29" name="ph2929"/>
            <p:cNvSpPr/>
            <p:nvPr/>
          </p:nvSpPr>
          <p:spPr>
            <a:xfrm>
              <a:off x="2096455" y="25153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30" name="ph2930"/>
            <p:cNvSpPr/>
            <p:nvPr/>
          </p:nvSpPr>
          <p:spPr>
            <a:xfrm>
              <a:off x="2105162" y="25153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31" name="ph2931"/>
            <p:cNvSpPr/>
            <p:nvPr/>
          </p:nvSpPr>
          <p:spPr>
            <a:xfrm>
              <a:off x="2113869" y="25153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32" name="ph2932"/>
            <p:cNvSpPr/>
            <p:nvPr/>
          </p:nvSpPr>
          <p:spPr>
            <a:xfrm>
              <a:off x="2122576" y="25153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33" name="ph2933"/>
            <p:cNvSpPr/>
            <p:nvPr/>
          </p:nvSpPr>
          <p:spPr>
            <a:xfrm>
              <a:off x="2131283" y="25153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34" name="ph2934"/>
            <p:cNvSpPr/>
            <p:nvPr/>
          </p:nvSpPr>
          <p:spPr>
            <a:xfrm>
              <a:off x="2139990" y="25153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35" name="ph2935"/>
            <p:cNvSpPr/>
            <p:nvPr/>
          </p:nvSpPr>
          <p:spPr>
            <a:xfrm>
              <a:off x="2148698" y="25153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36" name="ph2936"/>
            <p:cNvSpPr/>
            <p:nvPr/>
          </p:nvSpPr>
          <p:spPr>
            <a:xfrm>
              <a:off x="2157405" y="25153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37" name="ph2937"/>
            <p:cNvSpPr/>
            <p:nvPr/>
          </p:nvSpPr>
          <p:spPr>
            <a:xfrm>
              <a:off x="2444742" y="25153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38" name="ph2938"/>
            <p:cNvSpPr/>
            <p:nvPr/>
          </p:nvSpPr>
          <p:spPr>
            <a:xfrm>
              <a:off x="2584057" y="25153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39" name="ph2939"/>
            <p:cNvSpPr/>
            <p:nvPr/>
          </p:nvSpPr>
          <p:spPr>
            <a:xfrm>
              <a:off x="2592764" y="25153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40" name="ph2940"/>
            <p:cNvSpPr/>
            <p:nvPr/>
          </p:nvSpPr>
          <p:spPr>
            <a:xfrm>
              <a:off x="2601471" y="25153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41" name="ph2941"/>
            <p:cNvSpPr/>
            <p:nvPr/>
          </p:nvSpPr>
          <p:spPr>
            <a:xfrm>
              <a:off x="2610178" y="25153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548E">
                <a:alpha val="100000"/>
              </a:srgbClr>
            </a:solidFill>
            <a:ln w="5420" cap="flat">
              <a:solidFill>
                <a:srgbClr val="3B54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42" name="ph2942"/>
            <p:cNvSpPr/>
            <p:nvPr/>
          </p:nvSpPr>
          <p:spPr>
            <a:xfrm>
              <a:off x="2618885" y="25153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43" name="ph2943"/>
            <p:cNvSpPr/>
            <p:nvPr/>
          </p:nvSpPr>
          <p:spPr>
            <a:xfrm>
              <a:off x="2627592" y="25153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44" name="ph2944"/>
            <p:cNvSpPr/>
            <p:nvPr/>
          </p:nvSpPr>
          <p:spPr>
            <a:xfrm>
              <a:off x="2636300" y="25153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45" name="ph2945"/>
            <p:cNvSpPr/>
            <p:nvPr/>
          </p:nvSpPr>
          <p:spPr>
            <a:xfrm>
              <a:off x="2758200" y="25153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46" name="ph2946"/>
            <p:cNvSpPr/>
            <p:nvPr/>
          </p:nvSpPr>
          <p:spPr>
            <a:xfrm>
              <a:off x="2766907" y="25153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47" name="ph2947"/>
            <p:cNvSpPr/>
            <p:nvPr/>
          </p:nvSpPr>
          <p:spPr>
            <a:xfrm>
              <a:off x="2775614" y="25153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48" name="ph2948"/>
            <p:cNvSpPr/>
            <p:nvPr/>
          </p:nvSpPr>
          <p:spPr>
            <a:xfrm>
              <a:off x="2784322" y="25153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49" name="ph2949"/>
            <p:cNvSpPr/>
            <p:nvPr/>
          </p:nvSpPr>
          <p:spPr>
            <a:xfrm>
              <a:off x="2793029" y="25153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50" name="ph2950"/>
            <p:cNvSpPr/>
            <p:nvPr/>
          </p:nvSpPr>
          <p:spPr>
            <a:xfrm>
              <a:off x="1652388" y="25260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51" name="ph2951"/>
            <p:cNvSpPr/>
            <p:nvPr/>
          </p:nvSpPr>
          <p:spPr>
            <a:xfrm>
              <a:off x="1661096" y="25260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52" name="ph2952"/>
            <p:cNvSpPr/>
            <p:nvPr/>
          </p:nvSpPr>
          <p:spPr>
            <a:xfrm>
              <a:off x="1669803" y="25260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53" name="ph2953"/>
            <p:cNvSpPr/>
            <p:nvPr/>
          </p:nvSpPr>
          <p:spPr>
            <a:xfrm>
              <a:off x="1678510" y="25260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54" name="ph2954"/>
            <p:cNvSpPr/>
            <p:nvPr/>
          </p:nvSpPr>
          <p:spPr>
            <a:xfrm>
              <a:off x="1687217" y="25260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55" name="ph2955"/>
            <p:cNvSpPr/>
            <p:nvPr/>
          </p:nvSpPr>
          <p:spPr>
            <a:xfrm>
              <a:off x="1695924" y="25260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56" name="ph2956"/>
            <p:cNvSpPr/>
            <p:nvPr/>
          </p:nvSpPr>
          <p:spPr>
            <a:xfrm>
              <a:off x="1704631" y="25260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57" name="ph2957"/>
            <p:cNvSpPr/>
            <p:nvPr/>
          </p:nvSpPr>
          <p:spPr>
            <a:xfrm>
              <a:off x="1713339" y="25260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58" name="ph2958"/>
            <p:cNvSpPr/>
            <p:nvPr/>
          </p:nvSpPr>
          <p:spPr>
            <a:xfrm>
              <a:off x="1722046" y="25260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59" name="ph2959"/>
            <p:cNvSpPr/>
            <p:nvPr/>
          </p:nvSpPr>
          <p:spPr>
            <a:xfrm>
              <a:off x="1730753" y="25260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60" name="ph2960"/>
            <p:cNvSpPr/>
            <p:nvPr/>
          </p:nvSpPr>
          <p:spPr>
            <a:xfrm>
              <a:off x="1887482" y="25260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61" name="ph2961"/>
            <p:cNvSpPr/>
            <p:nvPr/>
          </p:nvSpPr>
          <p:spPr>
            <a:xfrm>
              <a:off x="1896189" y="25260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62" name="ph2962"/>
            <p:cNvSpPr/>
            <p:nvPr/>
          </p:nvSpPr>
          <p:spPr>
            <a:xfrm>
              <a:off x="1948432" y="25260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63" name="ph2963"/>
            <p:cNvSpPr/>
            <p:nvPr/>
          </p:nvSpPr>
          <p:spPr>
            <a:xfrm>
              <a:off x="1957140" y="25260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64" name="ph2964"/>
            <p:cNvSpPr/>
            <p:nvPr/>
          </p:nvSpPr>
          <p:spPr>
            <a:xfrm>
              <a:off x="1965847" y="25260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65" name="ph2965"/>
            <p:cNvSpPr/>
            <p:nvPr/>
          </p:nvSpPr>
          <p:spPr>
            <a:xfrm>
              <a:off x="1974554" y="25260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66" name="ph2966"/>
            <p:cNvSpPr/>
            <p:nvPr/>
          </p:nvSpPr>
          <p:spPr>
            <a:xfrm>
              <a:off x="1983261" y="25260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67" name="ph2967"/>
            <p:cNvSpPr/>
            <p:nvPr/>
          </p:nvSpPr>
          <p:spPr>
            <a:xfrm>
              <a:off x="1991968" y="25260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68" name="ph2968"/>
            <p:cNvSpPr/>
            <p:nvPr/>
          </p:nvSpPr>
          <p:spPr>
            <a:xfrm>
              <a:off x="2000676" y="25260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69" name="ph2969"/>
            <p:cNvSpPr/>
            <p:nvPr/>
          </p:nvSpPr>
          <p:spPr>
            <a:xfrm>
              <a:off x="2009383" y="25260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70" name="ph2970"/>
            <p:cNvSpPr/>
            <p:nvPr/>
          </p:nvSpPr>
          <p:spPr>
            <a:xfrm>
              <a:off x="2018090" y="25260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71" name="ph2971"/>
            <p:cNvSpPr/>
            <p:nvPr/>
          </p:nvSpPr>
          <p:spPr>
            <a:xfrm>
              <a:off x="2026797" y="25260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72" name="ph2972"/>
            <p:cNvSpPr/>
            <p:nvPr/>
          </p:nvSpPr>
          <p:spPr>
            <a:xfrm>
              <a:off x="2035504" y="25260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73" name="ph2973"/>
            <p:cNvSpPr/>
            <p:nvPr/>
          </p:nvSpPr>
          <p:spPr>
            <a:xfrm>
              <a:off x="2044211" y="25260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74" name="ph2974"/>
            <p:cNvSpPr/>
            <p:nvPr/>
          </p:nvSpPr>
          <p:spPr>
            <a:xfrm>
              <a:off x="2052919" y="25260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75" name="ph2975"/>
            <p:cNvSpPr/>
            <p:nvPr/>
          </p:nvSpPr>
          <p:spPr>
            <a:xfrm>
              <a:off x="2061626" y="25260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76" name="ph2976"/>
            <p:cNvSpPr/>
            <p:nvPr/>
          </p:nvSpPr>
          <p:spPr>
            <a:xfrm>
              <a:off x="2070333" y="25260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77" name="ph2977"/>
            <p:cNvSpPr/>
            <p:nvPr/>
          </p:nvSpPr>
          <p:spPr>
            <a:xfrm>
              <a:off x="2079040" y="25260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78" name="ph2978"/>
            <p:cNvSpPr/>
            <p:nvPr/>
          </p:nvSpPr>
          <p:spPr>
            <a:xfrm>
              <a:off x="2087747" y="25260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79" name="ph2979"/>
            <p:cNvSpPr/>
            <p:nvPr/>
          </p:nvSpPr>
          <p:spPr>
            <a:xfrm>
              <a:off x="2096455" y="25260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80" name="ph2980"/>
            <p:cNvSpPr/>
            <p:nvPr/>
          </p:nvSpPr>
          <p:spPr>
            <a:xfrm>
              <a:off x="2105162" y="25260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81" name="ph2981"/>
            <p:cNvSpPr/>
            <p:nvPr/>
          </p:nvSpPr>
          <p:spPr>
            <a:xfrm>
              <a:off x="2113869" y="25260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82" name="ph2982"/>
            <p:cNvSpPr/>
            <p:nvPr/>
          </p:nvSpPr>
          <p:spPr>
            <a:xfrm>
              <a:off x="2122576" y="25260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597A9">
                <a:alpha val="100000"/>
              </a:srgbClr>
            </a:solidFill>
            <a:ln w="5420" cap="flat">
              <a:solidFill>
                <a:srgbClr val="35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83" name="ph2983"/>
            <p:cNvSpPr/>
            <p:nvPr/>
          </p:nvSpPr>
          <p:spPr>
            <a:xfrm>
              <a:off x="2131283" y="25260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84" name="ph2984"/>
            <p:cNvSpPr/>
            <p:nvPr/>
          </p:nvSpPr>
          <p:spPr>
            <a:xfrm>
              <a:off x="2139990" y="25260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85" name="ph2985"/>
            <p:cNvSpPr/>
            <p:nvPr/>
          </p:nvSpPr>
          <p:spPr>
            <a:xfrm>
              <a:off x="2148698" y="25260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86" name="ph2986"/>
            <p:cNvSpPr/>
            <p:nvPr/>
          </p:nvSpPr>
          <p:spPr>
            <a:xfrm>
              <a:off x="2157405" y="25260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87" name="ph2987"/>
            <p:cNvSpPr/>
            <p:nvPr/>
          </p:nvSpPr>
          <p:spPr>
            <a:xfrm>
              <a:off x="2166112" y="25260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88" name="ph2988"/>
            <p:cNvSpPr/>
            <p:nvPr/>
          </p:nvSpPr>
          <p:spPr>
            <a:xfrm>
              <a:off x="2592764" y="25260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89" name="ph2989"/>
            <p:cNvSpPr/>
            <p:nvPr/>
          </p:nvSpPr>
          <p:spPr>
            <a:xfrm>
              <a:off x="2601471" y="25260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90" name="ph2990"/>
            <p:cNvSpPr/>
            <p:nvPr/>
          </p:nvSpPr>
          <p:spPr>
            <a:xfrm>
              <a:off x="2610178" y="25260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91" name="ph2991"/>
            <p:cNvSpPr/>
            <p:nvPr/>
          </p:nvSpPr>
          <p:spPr>
            <a:xfrm>
              <a:off x="2618885" y="25260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48E">
                <a:alpha val="100000"/>
              </a:srgbClr>
            </a:solidFill>
            <a:ln w="5420" cap="flat">
              <a:solidFill>
                <a:srgbClr val="3B54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92" name="ph2992"/>
            <p:cNvSpPr/>
            <p:nvPr/>
          </p:nvSpPr>
          <p:spPr>
            <a:xfrm>
              <a:off x="2627592" y="25260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93" name="ph2993"/>
            <p:cNvSpPr/>
            <p:nvPr/>
          </p:nvSpPr>
          <p:spPr>
            <a:xfrm>
              <a:off x="2636300" y="25260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94" name="ph2994"/>
            <p:cNvSpPr/>
            <p:nvPr/>
          </p:nvSpPr>
          <p:spPr>
            <a:xfrm>
              <a:off x="2645007" y="25260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18C">
                <a:alpha val="100000"/>
              </a:srgbClr>
            </a:solidFill>
            <a:ln w="5420" cap="flat">
              <a:solidFill>
                <a:srgbClr val="3B51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95" name="ph2995"/>
            <p:cNvSpPr/>
            <p:nvPr/>
          </p:nvSpPr>
          <p:spPr>
            <a:xfrm>
              <a:off x="2766907" y="25260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96" name="ph2996"/>
            <p:cNvSpPr/>
            <p:nvPr/>
          </p:nvSpPr>
          <p:spPr>
            <a:xfrm>
              <a:off x="2775614" y="25260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A82">
                <a:alpha val="100000"/>
              </a:srgbClr>
            </a:solidFill>
            <a:ln w="5420" cap="flat">
              <a:solidFill>
                <a:srgbClr val="3C4A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97" name="ph2997"/>
            <p:cNvSpPr/>
            <p:nvPr/>
          </p:nvSpPr>
          <p:spPr>
            <a:xfrm>
              <a:off x="2784322" y="25260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98" name="ph2998"/>
            <p:cNvSpPr/>
            <p:nvPr/>
          </p:nvSpPr>
          <p:spPr>
            <a:xfrm>
              <a:off x="2793029" y="25260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2999" name="ph2999"/>
            <p:cNvSpPr/>
            <p:nvPr/>
          </p:nvSpPr>
          <p:spPr>
            <a:xfrm>
              <a:off x="2801736" y="25260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00" name="ph3000"/>
            <p:cNvSpPr/>
            <p:nvPr/>
          </p:nvSpPr>
          <p:spPr>
            <a:xfrm>
              <a:off x="1652388" y="25367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01" name="ph3001"/>
            <p:cNvSpPr/>
            <p:nvPr/>
          </p:nvSpPr>
          <p:spPr>
            <a:xfrm>
              <a:off x="1661096" y="25367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02" name="ph3002"/>
            <p:cNvSpPr/>
            <p:nvPr/>
          </p:nvSpPr>
          <p:spPr>
            <a:xfrm>
              <a:off x="1669803" y="25367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03" name="ph3003"/>
            <p:cNvSpPr/>
            <p:nvPr/>
          </p:nvSpPr>
          <p:spPr>
            <a:xfrm>
              <a:off x="1678510" y="25367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04" name="ph3004"/>
            <p:cNvSpPr/>
            <p:nvPr/>
          </p:nvSpPr>
          <p:spPr>
            <a:xfrm>
              <a:off x="1687217" y="25367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05" name="ph3005"/>
            <p:cNvSpPr/>
            <p:nvPr/>
          </p:nvSpPr>
          <p:spPr>
            <a:xfrm>
              <a:off x="1695924" y="25367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06" name="ph3006"/>
            <p:cNvSpPr/>
            <p:nvPr/>
          </p:nvSpPr>
          <p:spPr>
            <a:xfrm>
              <a:off x="1704631" y="25367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07" name="ph3007"/>
            <p:cNvSpPr/>
            <p:nvPr/>
          </p:nvSpPr>
          <p:spPr>
            <a:xfrm>
              <a:off x="1713339" y="25367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08" name="ph3008"/>
            <p:cNvSpPr/>
            <p:nvPr/>
          </p:nvSpPr>
          <p:spPr>
            <a:xfrm>
              <a:off x="1957140" y="25367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09" name="ph3009"/>
            <p:cNvSpPr/>
            <p:nvPr/>
          </p:nvSpPr>
          <p:spPr>
            <a:xfrm>
              <a:off x="1965847" y="25367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10" name="ph3010"/>
            <p:cNvSpPr/>
            <p:nvPr/>
          </p:nvSpPr>
          <p:spPr>
            <a:xfrm>
              <a:off x="1974554" y="25367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11" name="ph3011"/>
            <p:cNvSpPr/>
            <p:nvPr/>
          </p:nvSpPr>
          <p:spPr>
            <a:xfrm>
              <a:off x="1983261" y="25367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12" name="ph3012"/>
            <p:cNvSpPr/>
            <p:nvPr/>
          </p:nvSpPr>
          <p:spPr>
            <a:xfrm>
              <a:off x="1991968" y="25367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13" name="ph3013"/>
            <p:cNvSpPr/>
            <p:nvPr/>
          </p:nvSpPr>
          <p:spPr>
            <a:xfrm>
              <a:off x="2000676" y="25367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14" name="ph3014"/>
            <p:cNvSpPr/>
            <p:nvPr/>
          </p:nvSpPr>
          <p:spPr>
            <a:xfrm>
              <a:off x="2009383" y="25367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15" name="ph3015"/>
            <p:cNvSpPr/>
            <p:nvPr/>
          </p:nvSpPr>
          <p:spPr>
            <a:xfrm>
              <a:off x="2018090" y="25367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16" name="ph3016"/>
            <p:cNvSpPr/>
            <p:nvPr/>
          </p:nvSpPr>
          <p:spPr>
            <a:xfrm>
              <a:off x="2026797" y="25367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17" name="ph3017"/>
            <p:cNvSpPr/>
            <p:nvPr/>
          </p:nvSpPr>
          <p:spPr>
            <a:xfrm>
              <a:off x="2035504" y="25367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595A8">
                <a:alpha val="100000"/>
              </a:srgbClr>
            </a:solidFill>
            <a:ln w="5420" cap="flat">
              <a:solidFill>
                <a:srgbClr val="3595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18" name="ph3018"/>
            <p:cNvSpPr/>
            <p:nvPr/>
          </p:nvSpPr>
          <p:spPr>
            <a:xfrm>
              <a:off x="2044211" y="25367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19" name="ph3019"/>
            <p:cNvSpPr/>
            <p:nvPr/>
          </p:nvSpPr>
          <p:spPr>
            <a:xfrm>
              <a:off x="2052919" y="25367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20" name="ph3020"/>
            <p:cNvSpPr/>
            <p:nvPr/>
          </p:nvSpPr>
          <p:spPr>
            <a:xfrm>
              <a:off x="2061626" y="25367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21" name="ph3021"/>
            <p:cNvSpPr/>
            <p:nvPr/>
          </p:nvSpPr>
          <p:spPr>
            <a:xfrm>
              <a:off x="2070333" y="25367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22" name="ph3022"/>
            <p:cNvSpPr/>
            <p:nvPr/>
          </p:nvSpPr>
          <p:spPr>
            <a:xfrm>
              <a:off x="2079040" y="25367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23" name="ph3023"/>
            <p:cNvSpPr/>
            <p:nvPr/>
          </p:nvSpPr>
          <p:spPr>
            <a:xfrm>
              <a:off x="2087747" y="25367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24" name="ph3024"/>
            <p:cNvSpPr/>
            <p:nvPr/>
          </p:nvSpPr>
          <p:spPr>
            <a:xfrm>
              <a:off x="2096455" y="25367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25" name="ph3025"/>
            <p:cNvSpPr/>
            <p:nvPr/>
          </p:nvSpPr>
          <p:spPr>
            <a:xfrm>
              <a:off x="2105162" y="25367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26" name="ph3026"/>
            <p:cNvSpPr/>
            <p:nvPr/>
          </p:nvSpPr>
          <p:spPr>
            <a:xfrm>
              <a:off x="2113869" y="25367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27" name="ph3027"/>
            <p:cNvSpPr/>
            <p:nvPr/>
          </p:nvSpPr>
          <p:spPr>
            <a:xfrm>
              <a:off x="2122576" y="25367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28" name="ph3028"/>
            <p:cNvSpPr/>
            <p:nvPr/>
          </p:nvSpPr>
          <p:spPr>
            <a:xfrm>
              <a:off x="2131283" y="25367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29" name="ph3029"/>
            <p:cNvSpPr/>
            <p:nvPr/>
          </p:nvSpPr>
          <p:spPr>
            <a:xfrm>
              <a:off x="2139990" y="25367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30" name="ph3030"/>
            <p:cNvSpPr/>
            <p:nvPr/>
          </p:nvSpPr>
          <p:spPr>
            <a:xfrm>
              <a:off x="2148698" y="25367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31" name="ph3031"/>
            <p:cNvSpPr/>
            <p:nvPr/>
          </p:nvSpPr>
          <p:spPr>
            <a:xfrm>
              <a:off x="2157405" y="25367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32" name="ph3032"/>
            <p:cNvSpPr/>
            <p:nvPr/>
          </p:nvSpPr>
          <p:spPr>
            <a:xfrm>
              <a:off x="2166112" y="25367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33" name="ph3033"/>
            <p:cNvSpPr/>
            <p:nvPr/>
          </p:nvSpPr>
          <p:spPr>
            <a:xfrm>
              <a:off x="2601471" y="25367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34" name="ph3034"/>
            <p:cNvSpPr/>
            <p:nvPr/>
          </p:nvSpPr>
          <p:spPr>
            <a:xfrm>
              <a:off x="2610178" y="25367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35" name="ph3035"/>
            <p:cNvSpPr/>
            <p:nvPr/>
          </p:nvSpPr>
          <p:spPr>
            <a:xfrm>
              <a:off x="2618885" y="25367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36" name="ph3036"/>
            <p:cNvSpPr/>
            <p:nvPr/>
          </p:nvSpPr>
          <p:spPr>
            <a:xfrm>
              <a:off x="2627592" y="25367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37" name="ph3037"/>
            <p:cNvSpPr/>
            <p:nvPr/>
          </p:nvSpPr>
          <p:spPr>
            <a:xfrm>
              <a:off x="2636300" y="25367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38" name="ph3038"/>
            <p:cNvSpPr/>
            <p:nvPr/>
          </p:nvSpPr>
          <p:spPr>
            <a:xfrm>
              <a:off x="2645007" y="25367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39" name="ph3039"/>
            <p:cNvSpPr/>
            <p:nvPr/>
          </p:nvSpPr>
          <p:spPr>
            <a:xfrm>
              <a:off x="2653714" y="25367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18C">
                <a:alpha val="100000"/>
              </a:srgbClr>
            </a:solidFill>
            <a:ln w="5420" cap="flat">
              <a:solidFill>
                <a:srgbClr val="3B51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40" name="ph3040"/>
            <p:cNvSpPr/>
            <p:nvPr/>
          </p:nvSpPr>
          <p:spPr>
            <a:xfrm>
              <a:off x="2766907" y="25367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41" name="ph3041"/>
            <p:cNvSpPr/>
            <p:nvPr/>
          </p:nvSpPr>
          <p:spPr>
            <a:xfrm>
              <a:off x="2775614" y="25367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42" name="ph3042"/>
            <p:cNvSpPr/>
            <p:nvPr/>
          </p:nvSpPr>
          <p:spPr>
            <a:xfrm>
              <a:off x="2784322" y="25367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43" name="ph3043"/>
            <p:cNvSpPr/>
            <p:nvPr/>
          </p:nvSpPr>
          <p:spPr>
            <a:xfrm>
              <a:off x="2793029" y="25367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44" name="ph3044"/>
            <p:cNvSpPr/>
            <p:nvPr/>
          </p:nvSpPr>
          <p:spPr>
            <a:xfrm>
              <a:off x="2801736" y="25367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45" name="ph3045"/>
            <p:cNvSpPr/>
            <p:nvPr/>
          </p:nvSpPr>
          <p:spPr>
            <a:xfrm>
              <a:off x="1643681" y="25474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46" name="ph3046"/>
            <p:cNvSpPr/>
            <p:nvPr/>
          </p:nvSpPr>
          <p:spPr>
            <a:xfrm>
              <a:off x="1652388" y="25474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47" name="ph3047"/>
            <p:cNvSpPr/>
            <p:nvPr/>
          </p:nvSpPr>
          <p:spPr>
            <a:xfrm>
              <a:off x="1661096" y="25474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48" name="ph3048"/>
            <p:cNvSpPr/>
            <p:nvPr/>
          </p:nvSpPr>
          <p:spPr>
            <a:xfrm>
              <a:off x="1669803" y="25474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49" name="ph3049"/>
            <p:cNvSpPr/>
            <p:nvPr/>
          </p:nvSpPr>
          <p:spPr>
            <a:xfrm>
              <a:off x="1678510" y="25474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50" name="ph3050"/>
            <p:cNvSpPr/>
            <p:nvPr/>
          </p:nvSpPr>
          <p:spPr>
            <a:xfrm>
              <a:off x="1687217" y="25474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51" name="ph3051"/>
            <p:cNvSpPr/>
            <p:nvPr/>
          </p:nvSpPr>
          <p:spPr>
            <a:xfrm>
              <a:off x="1965847" y="25474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52" name="ph3052"/>
            <p:cNvSpPr/>
            <p:nvPr/>
          </p:nvSpPr>
          <p:spPr>
            <a:xfrm>
              <a:off x="1974554" y="25474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53" name="ph3053"/>
            <p:cNvSpPr/>
            <p:nvPr/>
          </p:nvSpPr>
          <p:spPr>
            <a:xfrm>
              <a:off x="1983261" y="25474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54" name="ph3054"/>
            <p:cNvSpPr/>
            <p:nvPr/>
          </p:nvSpPr>
          <p:spPr>
            <a:xfrm>
              <a:off x="1991968" y="25474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55" name="ph3055"/>
            <p:cNvSpPr/>
            <p:nvPr/>
          </p:nvSpPr>
          <p:spPr>
            <a:xfrm>
              <a:off x="2000676" y="25474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56" name="ph3056"/>
            <p:cNvSpPr/>
            <p:nvPr/>
          </p:nvSpPr>
          <p:spPr>
            <a:xfrm>
              <a:off x="2009383" y="25474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57" name="ph3057"/>
            <p:cNvSpPr/>
            <p:nvPr/>
          </p:nvSpPr>
          <p:spPr>
            <a:xfrm>
              <a:off x="2018090" y="25474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58" name="ph3058"/>
            <p:cNvSpPr/>
            <p:nvPr/>
          </p:nvSpPr>
          <p:spPr>
            <a:xfrm>
              <a:off x="2026797" y="25474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59" name="ph3059"/>
            <p:cNvSpPr/>
            <p:nvPr/>
          </p:nvSpPr>
          <p:spPr>
            <a:xfrm>
              <a:off x="2035504" y="25474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595A8">
                <a:alpha val="100000"/>
              </a:srgbClr>
            </a:solidFill>
            <a:ln w="5420" cap="flat">
              <a:solidFill>
                <a:srgbClr val="3595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60" name="ph3060"/>
            <p:cNvSpPr/>
            <p:nvPr/>
          </p:nvSpPr>
          <p:spPr>
            <a:xfrm>
              <a:off x="2044211" y="25474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61" name="ph3061"/>
            <p:cNvSpPr/>
            <p:nvPr/>
          </p:nvSpPr>
          <p:spPr>
            <a:xfrm>
              <a:off x="2052919" y="25474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62" name="ph3062"/>
            <p:cNvSpPr/>
            <p:nvPr/>
          </p:nvSpPr>
          <p:spPr>
            <a:xfrm>
              <a:off x="2061626" y="25474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63" name="ph3063"/>
            <p:cNvSpPr/>
            <p:nvPr/>
          </p:nvSpPr>
          <p:spPr>
            <a:xfrm>
              <a:off x="2070333" y="25474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64" name="ph3064"/>
            <p:cNvSpPr/>
            <p:nvPr/>
          </p:nvSpPr>
          <p:spPr>
            <a:xfrm>
              <a:off x="2079040" y="25474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65" name="ph3065"/>
            <p:cNvSpPr/>
            <p:nvPr/>
          </p:nvSpPr>
          <p:spPr>
            <a:xfrm>
              <a:off x="2087747" y="25474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66" name="ph3066"/>
            <p:cNvSpPr/>
            <p:nvPr/>
          </p:nvSpPr>
          <p:spPr>
            <a:xfrm>
              <a:off x="2096455" y="25474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67" name="ph3067"/>
            <p:cNvSpPr/>
            <p:nvPr/>
          </p:nvSpPr>
          <p:spPr>
            <a:xfrm>
              <a:off x="2105162" y="25474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68" name="ph3068"/>
            <p:cNvSpPr/>
            <p:nvPr/>
          </p:nvSpPr>
          <p:spPr>
            <a:xfrm>
              <a:off x="2113869" y="25474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69" name="ph3069"/>
            <p:cNvSpPr/>
            <p:nvPr/>
          </p:nvSpPr>
          <p:spPr>
            <a:xfrm>
              <a:off x="2122576" y="25474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70" name="ph3070"/>
            <p:cNvSpPr/>
            <p:nvPr/>
          </p:nvSpPr>
          <p:spPr>
            <a:xfrm>
              <a:off x="2131283" y="25474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71" name="ph3071"/>
            <p:cNvSpPr/>
            <p:nvPr/>
          </p:nvSpPr>
          <p:spPr>
            <a:xfrm>
              <a:off x="2139990" y="25474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72" name="ph3072"/>
            <p:cNvSpPr/>
            <p:nvPr/>
          </p:nvSpPr>
          <p:spPr>
            <a:xfrm>
              <a:off x="2148698" y="25474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73" name="ph3073"/>
            <p:cNvSpPr/>
            <p:nvPr/>
          </p:nvSpPr>
          <p:spPr>
            <a:xfrm>
              <a:off x="2157405" y="25474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74" name="ph3074"/>
            <p:cNvSpPr/>
            <p:nvPr/>
          </p:nvSpPr>
          <p:spPr>
            <a:xfrm>
              <a:off x="2166112" y="25474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75" name="ph3075"/>
            <p:cNvSpPr/>
            <p:nvPr/>
          </p:nvSpPr>
          <p:spPr>
            <a:xfrm>
              <a:off x="2610178" y="25474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76" name="ph3076"/>
            <p:cNvSpPr/>
            <p:nvPr/>
          </p:nvSpPr>
          <p:spPr>
            <a:xfrm>
              <a:off x="2618885" y="25474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77" name="ph3077"/>
            <p:cNvSpPr/>
            <p:nvPr/>
          </p:nvSpPr>
          <p:spPr>
            <a:xfrm>
              <a:off x="2627592" y="25474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78" name="ph3078"/>
            <p:cNvSpPr/>
            <p:nvPr/>
          </p:nvSpPr>
          <p:spPr>
            <a:xfrm>
              <a:off x="2636300" y="25474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79" name="ph3079"/>
            <p:cNvSpPr/>
            <p:nvPr/>
          </p:nvSpPr>
          <p:spPr>
            <a:xfrm>
              <a:off x="2645007" y="25474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80" name="ph3080"/>
            <p:cNvSpPr/>
            <p:nvPr/>
          </p:nvSpPr>
          <p:spPr>
            <a:xfrm>
              <a:off x="2653714" y="25474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81" name="ph3081"/>
            <p:cNvSpPr/>
            <p:nvPr/>
          </p:nvSpPr>
          <p:spPr>
            <a:xfrm>
              <a:off x="2662421" y="25474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82" name="ph3082"/>
            <p:cNvSpPr/>
            <p:nvPr/>
          </p:nvSpPr>
          <p:spPr>
            <a:xfrm>
              <a:off x="2775614" y="25474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83" name="ph3083"/>
            <p:cNvSpPr/>
            <p:nvPr/>
          </p:nvSpPr>
          <p:spPr>
            <a:xfrm>
              <a:off x="2784322" y="25474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4D85">
                <a:alpha val="100000"/>
              </a:srgbClr>
            </a:solidFill>
            <a:ln w="5420" cap="flat">
              <a:solidFill>
                <a:srgbClr val="3B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84" name="ph3084"/>
            <p:cNvSpPr/>
            <p:nvPr/>
          </p:nvSpPr>
          <p:spPr>
            <a:xfrm>
              <a:off x="2793029" y="25474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85" name="ph3085"/>
            <p:cNvSpPr/>
            <p:nvPr/>
          </p:nvSpPr>
          <p:spPr>
            <a:xfrm>
              <a:off x="2801736" y="25474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86" name="ph3086"/>
            <p:cNvSpPr/>
            <p:nvPr/>
          </p:nvSpPr>
          <p:spPr>
            <a:xfrm>
              <a:off x="2810443" y="25474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87" name="ph3087"/>
            <p:cNvSpPr/>
            <p:nvPr/>
          </p:nvSpPr>
          <p:spPr>
            <a:xfrm>
              <a:off x="1626267" y="25581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88" name="ph3088"/>
            <p:cNvSpPr/>
            <p:nvPr/>
          </p:nvSpPr>
          <p:spPr>
            <a:xfrm>
              <a:off x="1634974" y="25581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89" name="ph3089"/>
            <p:cNvSpPr/>
            <p:nvPr/>
          </p:nvSpPr>
          <p:spPr>
            <a:xfrm>
              <a:off x="1643681" y="25581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90" name="ph3090"/>
            <p:cNvSpPr/>
            <p:nvPr/>
          </p:nvSpPr>
          <p:spPr>
            <a:xfrm>
              <a:off x="1652388" y="25581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91" name="ph3091"/>
            <p:cNvSpPr/>
            <p:nvPr/>
          </p:nvSpPr>
          <p:spPr>
            <a:xfrm>
              <a:off x="1661096" y="25581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92" name="ph3092"/>
            <p:cNvSpPr/>
            <p:nvPr/>
          </p:nvSpPr>
          <p:spPr>
            <a:xfrm>
              <a:off x="1669803" y="25581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93" name="ph3093"/>
            <p:cNvSpPr/>
            <p:nvPr/>
          </p:nvSpPr>
          <p:spPr>
            <a:xfrm>
              <a:off x="1678510" y="25581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94" name="ph3094"/>
            <p:cNvSpPr/>
            <p:nvPr/>
          </p:nvSpPr>
          <p:spPr>
            <a:xfrm>
              <a:off x="1983261" y="25581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95" name="ph3095"/>
            <p:cNvSpPr/>
            <p:nvPr/>
          </p:nvSpPr>
          <p:spPr>
            <a:xfrm>
              <a:off x="1991968" y="25581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597A9">
                <a:alpha val="100000"/>
              </a:srgbClr>
            </a:solidFill>
            <a:ln w="5420" cap="flat">
              <a:solidFill>
                <a:srgbClr val="35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96" name="ph3096"/>
            <p:cNvSpPr/>
            <p:nvPr/>
          </p:nvSpPr>
          <p:spPr>
            <a:xfrm>
              <a:off x="2000676" y="25581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97" name="ph3097"/>
            <p:cNvSpPr/>
            <p:nvPr/>
          </p:nvSpPr>
          <p:spPr>
            <a:xfrm>
              <a:off x="2009383" y="25581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98" name="ph3098"/>
            <p:cNvSpPr/>
            <p:nvPr/>
          </p:nvSpPr>
          <p:spPr>
            <a:xfrm>
              <a:off x="2018090" y="25581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099" name="ph3099"/>
            <p:cNvSpPr/>
            <p:nvPr/>
          </p:nvSpPr>
          <p:spPr>
            <a:xfrm>
              <a:off x="2026797" y="25581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00" name="ph3100"/>
            <p:cNvSpPr/>
            <p:nvPr/>
          </p:nvSpPr>
          <p:spPr>
            <a:xfrm>
              <a:off x="2035504" y="25581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01" name="ph3101"/>
            <p:cNvSpPr/>
            <p:nvPr/>
          </p:nvSpPr>
          <p:spPr>
            <a:xfrm>
              <a:off x="2044211" y="25581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02" name="ph3102"/>
            <p:cNvSpPr/>
            <p:nvPr/>
          </p:nvSpPr>
          <p:spPr>
            <a:xfrm>
              <a:off x="2052919" y="25581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03" name="ph3103"/>
            <p:cNvSpPr/>
            <p:nvPr/>
          </p:nvSpPr>
          <p:spPr>
            <a:xfrm>
              <a:off x="2061626" y="25581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04" name="ph3104"/>
            <p:cNvSpPr/>
            <p:nvPr/>
          </p:nvSpPr>
          <p:spPr>
            <a:xfrm>
              <a:off x="2070333" y="25581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05" name="ph3105"/>
            <p:cNvSpPr/>
            <p:nvPr/>
          </p:nvSpPr>
          <p:spPr>
            <a:xfrm>
              <a:off x="2079040" y="25581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06" name="ph3106"/>
            <p:cNvSpPr/>
            <p:nvPr/>
          </p:nvSpPr>
          <p:spPr>
            <a:xfrm>
              <a:off x="2105162" y="25581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07" name="ph3107"/>
            <p:cNvSpPr/>
            <p:nvPr/>
          </p:nvSpPr>
          <p:spPr>
            <a:xfrm>
              <a:off x="2113869" y="25581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08" name="ph3108"/>
            <p:cNvSpPr/>
            <p:nvPr/>
          </p:nvSpPr>
          <p:spPr>
            <a:xfrm>
              <a:off x="2122576" y="25581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09" name="ph3109"/>
            <p:cNvSpPr/>
            <p:nvPr/>
          </p:nvSpPr>
          <p:spPr>
            <a:xfrm>
              <a:off x="2131283" y="25581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10" name="ph3110"/>
            <p:cNvSpPr/>
            <p:nvPr/>
          </p:nvSpPr>
          <p:spPr>
            <a:xfrm>
              <a:off x="2139990" y="25581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11" name="ph3111"/>
            <p:cNvSpPr/>
            <p:nvPr/>
          </p:nvSpPr>
          <p:spPr>
            <a:xfrm>
              <a:off x="2148698" y="25581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12" name="ph3112"/>
            <p:cNvSpPr/>
            <p:nvPr/>
          </p:nvSpPr>
          <p:spPr>
            <a:xfrm>
              <a:off x="2157405" y="25581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13" name="ph3113"/>
            <p:cNvSpPr/>
            <p:nvPr/>
          </p:nvSpPr>
          <p:spPr>
            <a:xfrm>
              <a:off x="2166112" y="25581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14" name="ph3114"/>
            <p:cNvSpPr/>
            <p:nvPr/>
          </p:nvSpPr>
          <p:spPr>
            <a:xfrm>
              <a:off x="2627592" y="25581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15" name="ph3115"/>
            <p:cNvSpPr/>
            <p:nvPr/>
          </p:nvSpPr>
          <p:spPr>
            <a:xfrm>
              <a:off x="2636300" y="25581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16" name="ph3116"/>
            <p:cNvSpPr/>
            <p:nvPr/>
          </p:nvSpPr>
          <p:spPr>
            <a:xfrm>
              <a:off x="2645007" y="25581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17" name="ph3117"/>
            <p:cNvSpPr/>
            <p:nvPr/>
          </p:nvSpPr>
          <p:spPr>
            <a:xfrm>
              <a:off x="2653714" y="25581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18" name="ph3118"/>
            <p:cNvSpPr/>
            <p:nvPr/>
          </p:nvSpPr>
          <p:spPr>
            <a:xfrm>
              <a:off x="2662421" y="25581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19" name="ph3119"/>
            <p:cNvSpPr/>
            <p:nvPr/>
          </p:nvSpPr>
          <p:spPr>
            <a:xfrm>
              <a:off x="2671128" y="25581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20" name="ph3120"/>
            <p:cNvSpPr/>
            <p:nvPr/>
          </p:nvSpPr>
          <p:spPr>
            <a:xfrm>
              <a:off x="2775614" y="25581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21" name="ph3121"/>
            <p:cNvSpPr/>
            <p:nvPr/>
          </p:nvSpPr>
          <p:spPr>
            <a:xfrm>
              <a:off x="2784322" y="25581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22" name="ph3122"/>
            <p:cNvSpPr/>
            <p:nvPr/>
          </p:nvSpPr>
          <p:spPr>
            <a:xfrm>
              <a:off x="2793029" y="25581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23" name="ph3123"/>
            <p:cNvSpPr/>
            <p:nvPr/>
          </p:nvSpPr>
          <p:spPr>
            <a:xfrm>
              <a:off x="2801736" y="25581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24" name="ph3124"/>
            <p:cNvSpPr/>
            <p:nvPr/>
          </p:nvSpPr>
          <p:spPr>
            <a:xfrm>
              <a:off x="2810443" y="25581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25" name="ph3125"/>
            <p:cNvSpPr/>
            <p:nvPr/>
          </p:nvSpPr>
          <p:spPr>
            <a:xfrm>
              <a:off x="2819150" y="25581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26" name="ph3126"/>
            <p:cNvSpPr/>
            <p:nvPr/>
          </p:nvSpPr>
          <p:spPr>
            <a:xfrm>
              <a:off x="1539195" y="25688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27" name="ph3127"/>
            <p:cNvSpPr/>
            <p:nvPr/>
          </p:nvSpPr>
          <p:spPr>
            <a:xfrm>
              <a:off x="1547902" y="25688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28" name="ph3128"/>
            <p:cNvSpPr/>
            <p:nvPr/>
          </p:nvSpPr>
          <p:spPr>
            <a:xfrm>
              <a:off x="1556609" y="25688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29" name="ph3129"/>
            <p:cNvSpPr/>
            <p:nvPr/>
          </p:nvSpPr>
          <p:spPr>
            <a:xfrm>
              <a:off x="1565317" y="25688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30" name="ph3130"/>
            <p:cNvSpPr/>
            <p:nvPr/>
          </p:nvSpPr>
          <p:spPr>
            <a:xfrm>
              <a:off x="1574024" y="25688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31" name="ph3131"/>
            <p:cNvSpPr/>
            <p:nvPr/>
          </p:nvSpPr>
          <p:spPr>
            <a:xfrm>
              <a:off x="1582731" y="25688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32" name="ph3132"/>
            <p:cNvSpPr/>
            <p:nvPr/>
          </p:nvSpPr>
          <p:spPr>
            <a:xfrm>
              <a:off x="1608852" y="25688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33" name="ph3133"/>
            <p:cNvSpPr/>
            <p:nvPr/>
          </p:nvSpPr>
          <p:spPr>
            <a:xfrm>
              <a:off x="1617560" y="25688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34" name="ph3134"/>
            <p:cNvSpPr/>
            <p:nvPr/>
          </p:nvSpPr>
          <p:spPr>
            <a:xfrm>
              <a:off x="1626267" y="25688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35" name="ph3135"/>
            <p:cNvSpPr/>
            <p:nvPr/>
          </p:nvSpPr>
          <p:spPr>
            <a:xfrm>
              <a:off x="1634974" y="25688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36" name="ph3136"/>
            <p:cNvSpPr/>
            <p:nvPr/>
          </p:nvSpPr>
          <p:spPr>
            <a:xfrm>
              <a:off x="1643681" y="25688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37" name="ph3137"/>
            <p:cNvSpPr/>
            <p:nvPr/>
          </p:nvSpPr>
          <p:spPr>
            <a:xfrm>
              <a:off x="1652388" y="25688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38" name="ph3138"/>
            <p:cNvSpPr/>
            <p:nvPr/>
          </p:nvSpPr>
          <p:spPr>
            <a:xfrm>
              <a:off x="1661096" y="25688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39" name="ph3139"/>
            <p:cNvSpPr/>
            <p:nvPr/>
          </p:nvSpPr>
          <p:spPr>
            <a:xfrm>
              <a:off x="1669803" y="25688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40" name="ph3140"/>
            <p:cNvSpPr/>
            <p:nvPr/>
          </p:nvSpPr>
          <p:spPr>
            <a:xfrm>
              <a:off x="2052919" y="25688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41" name="ph3141"/>
            <p:cNvSpPr/>
            <p:nvPr/>
          </p:nvSpPr>
          <p:spPr>
            <a:xfrm>
              <a:off x="2061626" y="25688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42" name="ph3142"/>
            <p:cNvSpPr/>
            <p:nvPr/>
          </p:nvSpPr>
          <p:spPr>
            <a:xfrm>
              <a:off x="2113869" y="25688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43" name="ph3143"/>
            <p:cNvSpPr/>
            <p:nvPr/>
          </p:nvSpPr>
          <p:spPr>
            <a:xfrm>
              <a:off x="2122576" y="25688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44" name="ph3144"/>
            <p:cNvSpPr/>
            <p:nvPr/>
          </p:nvSpPr>
          <p:spPr>
            <a:xfrm>
              <a:off x="2131283" y="25688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45" name="ph3145"/>
            <p:cNvSpPr/>
            <p:nvPr/>
          </p:nvSpPr>
          <p:spPr>
            <a:xfrm>
              <a:off x="2139990" y="25688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46" name="ph3146"/>
            <p:cNvSpPr/>
            <p:nvPr/>
          </p:nvSpPr>
          <p:spPr>
            <a:xfrm>
              <a:off x="2148698" y="25688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47" name="ph3147"/>
            <p:cNvSpPr/>
            <p:nvPr/>
          </p:nvSpPr>
          <p:spPr>
            <a:xfrm>
              <a:off x="2157405" y="25688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48" name="ph3148"/>
            <p:cNvSpPr/>
            <p:nvPr/>
          </p:nvSpPr>
          <p:spPr>
            <a:xfrm>
              <a:off x="2636300" y="25688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49" name="ph3149"/>
            <p:cNvSpPr/>
            <p:nvPr/>
          </p:nvSpPr>
          <p:spPr>
            <a:xfrm>
              <a:off x="2645007" y="25688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50" name="ph3150"/>
            <p:cNvSpPr/>
            <p:nvPr/>
          </p:nvSpPr>
          <p:spPr>
            <a:xfrm>
              <a:off x="2653714" y="25688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51" name="ph3151"/>
            <p:cNvSpPr/>
            <p:nvPr/>
          </p:nvSpPr>
          <p:spPr>
            <a:xfrm>
              <a:off x="2662421" y="25688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52" name="ph3152"/>
            <p:cNvSpPr/>
            <p:nvPr/>
          </p:nvSpPr>
          <p:spPr>
            <a:xfrm>
              <a:off x="2671128" y="25688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53" name="ph3153"/>
            <p:cNvSpPr/>
            <p:nvPr/>
          </p:nvSpPr>
          <p:spPr>
            <a:xfrm>
              <a:off x="2784322" y="25688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54" name="ph3154"/>
            <p:cNvSpPr/>
            <p:nvPr/>
          </p:nvSpPr>
          <p:spPr>
            <a:xfrm>
              <a:off x="2793029" y="25688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55" name="ph3155"/>
            <p:cNvSpPr/>
            <p:nvPr/>
          </p:nvSpPr>
          <p:spPr>
            <a:xfrm>
              <a:off x="2801736" y="25688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56" name="ph3156"/>
            <p:cNvSpPr/>
            <p:nvPr/>
          </p:nvSpPr>
          <p:spPr>
            <a:xfrm>
              <a:off x="2810443" y="25688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57" name="ph3157"/>
            <p:cNvSpPr/>
            <p:nvPr/>
          </p:nvSpPr>
          <p:spPr>
            <a:xfrm>
              <a:off x="2819150" y="25688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58" name="ph3158"/>
            <p:cNvSpPr/>
            <p:nvPr/>
          </p:nvSpPr>
          <p:spPr>
            <a:xfrm>
              <a:off x="1530488" y="25795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59" name="ph3159"/>
            <p:cNvSpPr/>
            <p:nvPr/>
          </p:nvSpPr>
          <p:spPr>
            <a:xfrm>
              <a:off x="1539195" y="25795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60" name="ph3160"/>
            <p:cNvSpPr/>
            <p:nvPr/>
          </p:nvSpPr>
          <p:spPr>
            <a:xfrm>
              <a:off x="1547902" y="25795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61" name="ph3161"/>
            <p:cNvSpPr/>
            <p:nvPr/>
          </p:nvSpPr>
          <p:spPr>
            <a:xfrm>
              <a:off x="1556609" y="25795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62" name="ph3162"/>
            <p:cNvSpPr/>
            <p:nvPr/>
          </p:nvSpPr>
          <p:spPr>
            <a:xfrm>
              <a:off x="1565317" y="25795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63" name="ph3163"/>
            <p:cNvSpPr/>
            <p:nvPr/>
          </p:nvSpPr>
          <p:spPr>
            <a:xfrm>
              <a:off x="1574024" y="25795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64" name="ph3164"/>
            <p:cNvSpPr/>
            <p:nvPr/>
          </p:nvSpPr>
          <p:spPr>
            <a:xfrm>
              <a:off x="1582731" y="25795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65" name="ph3165"/>
            <p:cNvSpPr/>
            <p:nvPr/>
          </p:nvSpPr>
          <p:spPr>
            <a:xfrm>
              <a:off x="1591438" y="25795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66" name="ph3166"/>
            <p:cNvSpPr/>
            <p:nvPr/>
          </p:nvSpPr>
          <p:spPr>
            <a:xfrm>
              <a:off x="1600145" y="25795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67" name="ph3167"/>
            <p:cNvSpPr/>
            <p:nvPr/>
          </p:nvSpPr>
          <p:spPr>
            <a:xfrm>
              <a:off x="1608852" y="25795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68" name="ph3168"/>
            <p:cNvSpPr/>
            <p:nvPr/>
          </p:nvSpPr>
          <p:spPr>
            <a:xfrm>
              <a:off x="1617560" y="25795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74A2">
                <a:alpha val="100000"/>
              </a:srgbClr>
            </a:solidFill>
            <a:ln w="5420" cap="flat">
              <a:solidFill>
                <a:srgbClr val="3A74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69" name="ph3169"/>
            <p:cNvSpPr/>
            <p:nvPr/>
          </p:nvSpPr>
          <p:spPr>
            <a:xfrm>
              <a:off x="1626267" y="25795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70" name="ph3170"/>
            <p:cNvSpPr/>
            <p:nvPr/>
          </p:nvSpPr>
          <p:spPr>
            <a:xfrm>
              <a:off x="1634974" y="25795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71" name="ph3171"/>
            <p:cNvSpPr/>
            <p:nvPr/>
          </p:nvSpPr>
          <p:spPr>
            <a:xfrm>
              <a:off x="1643681" y="25795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72" name="ph3172"/>
            <p:cNvSpPr/>
            <p:nvPr/>
          </p:nvSpPr>
          <p:spPr>
            <a:xfrm>
              <a:off x="1652388" y="25795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73" name="ph3173"/>
            <p:cNvSpPr/>
            <p:nvPr/>
          </p:nvSpPr>
          <p:spPr>
            <a:xfrm>
              <a:off x="1661096" y="25795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74" name="ph3174"/>
            <p:cNvSpPr/>
            <p:nvPr/>
          </p:nvSpPr>
          <p:spPr>
            <a:xfrm>
              <a:off x="2113869" y="25795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75" name="ph3175"/>
            <p:cNvSpPr/>
            <p:nvPr/>
          </p:nvSpPr>
          <p:spPr>
            <a:xfrm>
              <a:off x="2122576" y="25795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76" name="ph3176"/>
            <p:cNvSpPr/>
            <p:nvPr/>
          </p:nvSpPr>
          <p:spPr>
            <a:xfrm>
              <a:off x="2131283" y="25795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77" name="ph3177"/>
            <p:cNvSpPr/>
            <p:nvPr/>
          </p:nvSpPr>
          <p:spPr>
            <a:xfrm>
              <a:off x="2139990" y="25795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78" name="ph3178"/>
            <p:cNvSpPr/>
            <p:nvPr/>
          </p:nvSpPr>
          <p:spPr>
            <a:xfrm>
              <a:off x="2636300" y="25795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79" name="ph3179"/>
            <p:cNvSpPr/>
            <p:nvPr/>
          </p:nvSpPr>
          <p:spPr>
            <a:xfrm>
              <a:off x="2645007" y="25795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80" name="ph3180"/>
            <p:cNvSpPr/>
            <p:nvPr/>
          </p:nvSpPr>
          <p:spPr>
            <a:xfrm>
              <a:off x="2653714" y="25795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81" name="ph3181"/>
            <p:cNvSpPr/>
            <p:nvPr/>
          </p:nvSpPr>
          <p:spPr>
            <a:xfrm>
              <a:off x="2662421" y="25795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82" name="ph3182"/>
            <p:cNvSpPr/>
            <p:nvPr/>
          </p:nvSpPr>
          <p:spPr>
            <a:xfrm>
              <a:off x="2671128" y="25795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83" name="ph3183"/>
            <p:cNvSpPr/>
            <p:nvPr/>
          </p:nvSpPr>
          <p:spPr>
            <a:xfrm>
              <a:off x="2784322" y="25795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84" name="ph3184"/>
            <p:cNvSpPr/>
            <p:nvPr/>
          </p:nvSpPr>
          <p:spPr>
            <a:xfrm>
              <a:off x="2793029" y="25795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85" name="ph3185"/>
            <p:cNvSpPr/>
            <p:nvPr/>
          </p:nvSpPr>
          <p:spPr>
            <a:xfrm>
              <a:off x="2801736" y="25795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86" name="ph3186"/>
            <p:cNvSpPr/>
            <p:nvPr/>
          </p:nvSpPr>
          <p:spPr>
            <a:xfrm>
              <a:off x="2810443" y="25795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87" name="ph3187"/>
            <p:cNvSpPr/>
            <p:nvPr/>
          </p:nvSpPr>
          <p:spPr>
            <a:xfrm>
              <a:off x="2819150" y="25795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88" name="ph3188"/>
            <p:cNvSpPr/>
            <p:nvPr/>
          </p:nvSpPr>
          <p:spPr>
            <a:xfrm>
              <a:off x="2827858" y="25795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89" name="ph3189"/>
            <p:cNvSpPr/>
            <p:nvPr/>
          </p:nvSpPr>
          <p:spPr>
            <a:xfrm>
              <a:off x="1530488" y="25902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90" name="ph3190"/>
            <p:cNvSpPr/>
            <p:nvPr/>
          </p:nvSpPr>
          <p:spPr>
            <a:xfrm>
              <a:off x="1539195" y="25902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91" name="ph3191"/>
            <p:cNvSpPr/>
            <p:nvPr/>
          </p:nvSpPr>
          <p:spPr>
            <a:xfrm>
              <a:off x="1547902" y="25902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92" name="ph3192"/>
            <p:cNvSpPr/>
            <p:nvPr/>
          </p:nvSpPr>
          <p:spPr>
            <a:xfrm>
              <a:off x="1556609" y="25902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93" name="ph3193"/>
            <p:cNvSpPr/>
            <p:nvPr/>
          </p:nvSpPr>
          <p:spPr>
            <a:xfrm>
              <a:off x="1565317" y="25902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94" name="ph3194"/>
            <p:cNvSpPr/>
            <p:nvPr/>
          </p:nvSpPr>
          <p:spPr>
            <a:xfrm>
              <a:off x="1574024" y="25902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95" name="ph3195"/>
            <p:cNvSpPr/>
            <p:nvPr/>
          </p:nvSpPr>
          <p:spPr>
            <a:xfrm>
              <a:off x="1582731" y="25902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96" name="ph3196"/>
            <p:cNvSpPr/>
            <p:nvPr/>
          </p:nvSpPr>
          <p:spPr>
            <a:xfrm>
              <a:off x="1591438" y="25902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97" name="ph3197"/>
            <p:cNvSpPr/>
            <p:nvPr/>
          </p:nvSpPr>
          <p:spPr>
            <a:xfrm>
              <a:off x="1600145" y="25902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98" name="ph3198"/>
            <p:cNvSpPr/>
            <p:nvPr/>
          </p:nvSpPr>
          <p:spPr>
            <a:xfrm>
              <a:off x="1608852" y="25902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199" name="ph3199"/>
            <p:cNvSpPr/>
            <p:nvPr/>
          </p:nvSpPr>
          <p:spPr>
            <a:xfrm>
              <a:off x="1617560" y="25902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00" name="ph3200"/>
            <p:cNvSpPr/>
            <p:nvPr/>
          </p:nvSpPr>
          <p:spPr>
            <a:xfrm>
              <a:off x="1626267" y="25902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01" name="ph3201"/>
            <p:cNvSpPr/>
            <p:nvPr/>
          </p:nvSpPr>
          <p:spPr>
            <a:xfrm>
              <a:off x="1634974" y="25902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02" name="ph3202"/>
            <p:cNvSpPr/>
            <p:nvPr/>
          </p:nvSpPr>
          <p:spPr>
            <a:xfrm>
              <a:off x="1643681" y="25902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03" name="ph3203"/>
            <p:cNvSpPr/>
            <p:nvPr/>
          </p:nvSpPr>
          <p:spPr>
            <a:xfrm>
              <a:off x="1652388" y="25902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04" name="ph3204"/>
            <p:cNvSpPr/>
            <p:nvPr/>
          </p:nvSpPr>
          <p:spPr>
            <a:xfrm>
              <a:off x="2636300" y="25902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05" name="ph3205"/>
            <p:cNvSpPr/>
            <p:nvPr/>
          </p:nvSpPr>
          <p:spPr>
            <a:xfrm>
              <a:off x="2645007" y="25902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06" name="ph3206"/>
            <p:cNvSpPr/>
            <p:nvPr/>
          </p:nvSpPr>
          <p:spPr>
            <a:xfrm>
              <a:off x="2653714" y="25902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07" name="ph3207"/>
            <p:cNvSpPr/>
            <p:nvPr/>
          </p:nvSpPr>
          <p:spPr>
            <a:xfrm>
              <a:off x="2662421" y="25902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08" name="ph3208"/>
            <p:cNvSpPr/>
            <p:nvPr/>
          </p:nvSpPr>
          <p:spPr>
            <a:xfrm>
              <a:off x="2671128" y="25902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09" name="ph3209"/>
            <p:cNvSpPr/>
            <p:nvPr/>
          </p:nvSpPr>
          <p:spPr>
            <a:xfrm>
              <a:off x="2784322" y="25902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10" name="ph3210"/>
            <p:cNvSpPr/>
            <p:nvPr/>
          </p:nvSpPr>
          <p:spPr>
            <a:xfrm>
              <a:off x="2793029" y="25902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11" name="ph3211"/>
            <p:cNvSpPr/>
            <p:nvPr/>
          </p:nvSpPr>
          <p:spPr>
            <a:xfrm>
              <a:off x="2801736" y="25902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12" name="ph3212"/>
            <p:cNvSpPr/>
            <p:nvPr/>
          </p:nvSpPr>
          <p:spPr>
            <a:xfrm>
              <a:off x="2810443" y="25902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13" name="ph3213"/>
            <p:cNvSpPr/>
            <p:nvPr/>
          </p:nvSpPr>
          <p:spPr>
            <a:xfrm>
              <a:off x="2819150" y="25902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14" name="ph3214"/>
            <p:cNvSpPr/>
            <p:nvPr/>
          </p:nvSpPr>
          <p:spPr>
            <a:xfrm>
              <a:off x="2827858" y="25902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15" name="ph3215"/>
            <p:cNvSpPr/>
            <p:nvPr/>
          </p:nvSpPr>
          <p:spPr>
            <a:xfrm>
              <a:off x="2836565" y="2590288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16" name="ph3216"/>
            <p:cNvSpPr/>
            <p:nvPr/>
          </p:nvSpPr>
          <p:spPr>
            <a:xfrm>
              <a:off x="1521781" y="26009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17" name="ph3217"/>
            <p:cNvSpPr/>
            <p:nvPr/>
          </p:nvSpPr>
          <p:spPr>
            <a:xfrm>
              <a:off x="1530488" y="26009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18" name="ph3218"/>
            <p:cNvSpPr/>
            <p:nvPr/>
          </p:nvSpPr>
          <p:spPr>
            <a:xfrm>
              <a:off x="1539195" y="26009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19" name="ph3219"/>
            <p:cNvSpPr/>
            <p:nvPr/>
          </p:nvSpPr>
          <p:spPr>
            <a:xfrm>
              <a:off x="1547902" y="26009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20" name="ph3220"/>
            <p:cNvSpPr/>
            <p:nvPr/>
          </p:nvSpPr>
          <p:spPr>
            <a:xfrm>
              <a:off x="1556609" y="26009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21" name="ph3221"/>
            <p:cNvSpPr/>
            <p:nvPr/>
          </p:nvSpPr>
          <p:spPr>
            <a:xfrm>
              <a:off x="1565317" y="26009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22" name="ph3222"/>
            <p:cNvSpPr/>
            <p:nvPr/>
          </p:nvSpPr>
          <p:spPr>
            <a:xfrm>
              <a:off x="1574024" y="26009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23" name="ph3223"/>
            <p:cNvSpPr/>
            <p:nvPr/>
          </p:nvSpPr>
          <p:spPr>
            <a:xfrm>
              <a:off x="1582731" y="26009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24" name="ph3224"/>
            <p:cNvSpPr/>
            <p:nvPr/>
          </p:nvSpPr>
          <p:spPr>
            <a:xfrm>
              <a:off x="1591438" y="26009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25" name="ph3225"/>
            <p:cNvSpPr/>
            <p:nvPr/>
          </p:nvSpPr>
          <p:spPr>
            <a:xfrm>
              <a:off x="1600145" y="26009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26" name="ph3226"/>
            <p:cNvSpPr/>
            <p:nvPr/>
          </p:nvSpPr>
          <p:spPr>
            <a:xfrm>
              <a:off x="1608852" y="26009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27" name="ph3227"/>
            <p:cNvSpPr/>
            <p:nvPr/>
          </p:nvSpPr>
          <p:spPr>
            <a:xfrm>
              <a:off x="1617560" y="26009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28" name="ph3228"/>
            <p:cNvSpPr/>
            <p:nvPr/>
          </p:nvSpPr>
          <p:spPr>
            <a:xfrm>
              <a:off x="1626267" y="26009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29" name="ph3229"/>
            <p:cNvSpPr/>
            <p:nvPr/>
          </p:nvSpPr>
          <p:spPr>
            <a:xfrm>
              <a:off x="1634974" y="26009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30" name="ph3230"/>
            <p:cNvSpPr/>
            <p:nvPr/>
          </p:nvSpPr>
          <p:spPr>
            <a:xfrm>
              <a:off x="2636300" y="26009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31" name="ph3231"/>
            <p:cNvSpPr/>
            <p:nvPr/>
          </p:nvSpPr>
          <p:spPr>
            <a:xfrm>
              <a:off x="2645007" y="26009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32" name="ph3232"/>
            <p:cNvSpPr/>
            <p:nvPr/>
          </p:nvSpPr>
          <p:spPr>
            <a:xfrm>
              <a:off x="2653714" y="26009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33" name="ph3233"/>
            <p:cNvSpPr/>
            <p:nvPr/>
          </p:nvSpPr>
          <p:spPr>
            <a:xfrm>
              <a:off x="2662421" y="26009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34" name="ph3234"/>
            <p:cNvSpPr/>
            <p:nvPr/>
          </p:nvSpPr>
          <p:spPr>
            <a:xfrm>
              <a:off x="2671128" y="26009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35" name="ph3235"/>
            <p:cNvSpPr/>
            <p:nvPr/>
          </p:nvSpPr>
          <p:spPr>
            <a:xfrm>
              <a:off x="2784322" y="26009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36" name="ph3236"/>
            <p:cNvSpPr/>
            <p:nvPr/>
          </p:nvSpPr>
          <p:spPr>
            <a:xfrm>
              <a:off x="2793029" y="26009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37" name="ph3237"/>
            <p:cNvSpPr/>
            <p:nvPr/>
          </p:nvSpPr>
          <p:spPr>
            <a:xfrm>
              <a:off x="2801736" y="26009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38" name="ph3238"/>
            <p:cNvSpPr/>
            <p:nvPr/>
          </p:nvSpPr>
          <p:spPr>
            <a:xfrm>
              <a:off x="2810443" y="26009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39" name="ph3239"/>
            <p:cNvSpPr/>
            <p:nvPr/>
          </p:nvSpPr>
          <p:spPr>
            <a:xfrm>
              <a:off x="2819150" y="26009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40" name="ph3240"/>
            <p:cNvSpPr/>
            <p:nvPr/>
          </p:nvSpPr>
          <p:spPr>
            <a:xfrm>
              <a:off x="2827858" y="26009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41" name="ph3241"/>
            <p:cNvSpPr/>
            <p:nvPr/>
          </p:nvSpPr>
          <p:spPr>
            <a:xfrm>
              <a:off x="2836565" y="26009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42" name="ph3242"/>
            <p:cNvSpPr/>
            <p:nvPr/>
          </p:nvSpPr>
          <p:spPr>
            <a:xfrm>
              <a:off x="1521781" y="26116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43" name="ph3243"/>
            <p:cNvSpPr/>
            <p:nvPr/>
          </p:nvSpPr>
          <p:spPr>
            <a:xfrm>
              <a:off x="1530488" y="26116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44" name="ph3244"/>
            <p:cNvSpPr/>
            <p:nvPr/>
          </p:nvSpPr>
          <p:spPr>
            <a:xfrm>
              <a:off x="1539195" y="26116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45" name="ph3245"/>
            <p:cNvSpPr/>
            <p:nvPr/>
          </p:nvSpPr>
          <p:spPr>
            <a:xfrm>
              <a:off x="1547902" y="26116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46" name="ph3246"/>
            <p:cNvSpPr/>
            <p:nvPr/>
          </p:nvSpPr>
          <p:spPr>
            <a:xfrm>
              <a:off x="1556609" y="26116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47" name="ph3247"/>
            <p:cNvSpPr/>
            <p:nvPr/>
          </p:nvSpPr>
          <p:spPr>
            <a:xfrm>
              <a:off x="1565317" y="26116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48" name="ph3248"/>
            <p:cNvSpPr/>
            <p:nvPr/>
          </p:nvSpPr>
          <p:spPr>
            <a:xfrm>
              <a:off x="1574024" y="26116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49" name="ph3249"/>
            <p:cNvSpPr/>
            <p:nvPr/>
          </p:nvSpPr>
          <p:spPr>
            <a:xfrm>
              <a:off x="1582731" y="26116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50" name="ph3250"/>
            <p:cNvSpPr/>
            <p:nvPr/>
          </p:nvSpPr>
          <p:spPr>
            <a:xfrm>
              <a:off x="1591438" y="26116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51" name="ph3251"/>
            <p:cNvSpPr/>
            <p:nvPr/>
          </p:nvSpPr>
          <p:spPr>
            <a:xfrm>
              <a:off x="1600145" y="26116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52" name="ph3252"/>
            <p:cNvSpPr/>
            <p:nvPr/>
          </p:nvSpPr>
          <p:spPr>
            <a:xfrm>
              <a:off x="1608852" y="26116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53" name="ph3253"/>
            <p:cNvSpPr/>
            <p:nvPr/>
          </p:nvSpPr>
          <p:spPr>
            <a:xfrm>
              <a:off x="1617560" y="26116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54" name="ph3254"/>
            <p:cNvSpPr/>
            <p:nvPr/>
          </p:nvSpPr>
          <p:spPr>
            <a:xfrm>
              <a:off x="2636300" y="26116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55" name="ph3255"/>
            <p:cNvSpPr/>
            <p:nvPr/>
          </p:nvSpPr>
          <p:spPr>
            <a:xfrm>
              <a:off x="2645007" y="26116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56" name="ph3256"/>
            <p:cNvSpPr/>
            <p:nvPr/>
          </p:nvSpPr>
          <p:spPr>
            <a:xfrm>
              <a:off x="2653714" y="26116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693">
                <a:alpha val="100000"/>
              </a:srgbClr>
            </a:solidFill>
            <a:ln w="5420" cap="flat">
              <a:solidFill>
                <a:srgbClr val="3A56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57" name="ph3257"/>
            <p:cNvSpPr/>
            <p:nvPr/>
          </p:nvSpPr>
          <p:spPr>
            <a:xfrm>
              <a:off x="2662421" y="26116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58" name="ph3258"/>
            <p:cNvSpPr/>
            <p:nvPr/>
          </p:nvSpPr>
          <p:spPr>
            <a:xfrm>
              <a:off x="2671128" y="26116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59" name="ph3259"/>
            <p:cNvSpPr/>
            <p:nvPr/>
          </p:nvSpPr>
          <p:spPr>
            <a:xfrm>
              <a:off x="2793029" y="26116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60" name="ph3260"/>
            <p:cNvSpPr/>
            <p:nvPr/>
          </p:nvSpPr>
          <p:spPr>
            <a:xfrm>
              <a:off x="2801736" y="26116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61" name="ph3261"/>
            <p:cNvSpPr/>
            <p:nvPr/>
          </p:nvSpPr>
          <p:spPr>
            <a:xfrm>
              <a:off x="2810443" y="26116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62" name="ph3262"/>
            <p:cNvSpPr/>
            <p:nvPr/>
          </p:nvSpPr>
          <p:spPr>
            <a:xfrm>
              <a:off x="2819150" y="26116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63" name="ph3263"/>
            <p:cNvSpPr/>
            <p:nvPr/>
          </p:nvSpPr>
          <p:spPr>
            <a:xfrm>
              <a:off x="2827858" y="26116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64" name="ph3264"/>
            <p:cNvSpPr/>
            <p:nvPr/>
          </p:nvSpPr>
          <p:spPr>
            <a:xfrm>
              <a:off x="2836565" y="26116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65" name="ph3265"/>
            <p:cNvSpPr/>
            <p:nvPr/>
          </p:nvSpPr>
          <p:spPr>
            <a:xfrm>
              <a:off x="1495659" y="26223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66" name="ph3266"/>
            <p:cNvSpPr/>
            <p:nvPr/>
          </p:nvSpPr>
          <p:spPr>
            <a:xfrm>
              <a:off x="1504366" y="26223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67" name="ph3267"/>
            <p:cNvSpPr/>
            <p:nvPr/>
          </p:nvSpPr>
          <p:spPr>
            <a:xfrm>
              <a:off x="1513074" y="26223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68" name="ph3268"/>
            <p:cNvSpPr/>
            <p:nvPr/>
          </p:nvSpPr>
          <p:spPr>
            <a:xfrm>
              <a:off x="1521781" y="26223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69" name="ph3269"/>
            <p:cNvSpPr/>
            <p:nvPr/>
          </p:nvSpPr>
          <p:spPr>
            <a:xfrm>
              <a:off x="1530488" y="26223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70" name="ph3270"/>
            <p:cNvSpPr/>
            <p:nvPr/>
          </p:nvSpPr>
          <p:spPr>
            <a:xfrm>
              <a:off x="1539195" y="26223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71" name="ph3271"/>
            <p:cNvSpPr/>
            <p:nvPr/>
          </p:nvSpPr>
          <p:spPr>
            <a:xfrm>
              <a:off x="1547902" y="26223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72" name="ph3272"/>
            <p:cNvSpPr/>
            <p:nvPr/>
          </p:nvSpPr>
          <p:spPr>
            <a:xfrm>
              <a:off x="1556609" y="26223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73" name="ph3273"/>
            <p:cNvSpPr/>
            <p:nvPr/>
          </p:nvSpPr>
          <p:spPr>
            <a:xfrm>
              <a:off x="1565317" y="26223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74" name="ph3274"/>
            <p:cNvSpPr/>
            <p:nvPr/>
          </p:nvSpPr>
          <p:spPr>
            <a:xfrm>
              <a:off x="1574024" y="26223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75" name="ph3275"/>
            <p:cNvSpPr/>
            <p:nvPr/>
          </p:nvSpPr>
          <p:spPr>
            <a:xfrm>
              <a:off x="1582731" y="26223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76" name="ph3276"/>
            <p:cNvSpPr/>
            <p:nvPr/>
          </p:nvSpPr>
          <p:spPr>
            <a:xfrm>
              <a:off x="1591438" y="26223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77" name="ph3277"/>
            <p:cNvSpPr/>
            <p:nvPr/>
          </p:nvSpPr>
          <p:spPr>
            <a:xfrm>
              <a:off x="1600145" y="26223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78" name="ph3278"/>
            <p:cNvSpPr/>
            <p:nvPr/>
          </p:nvSpPr>
          <p:spPr>
            <a:xfrm>
              <a:off x="2636300" y="26223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79" name="ph3279"/>
            <p:cNvSpPr/>
            <p:nvPr/>
          </p:nvSpPr>
          <p:spPr>
            <a:xfrm>
              <a:off x="2645007" y="26223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80" name="ph3280"/>
            <p:cNvSpPr/>
            <p:nvPr/>
          </p:nvSpPr>
          <p:spPr>
            <a:xfrm>
              <a:off x="2653714" y="26223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81" name="ph3281"/>
            <p:cNvSpPr/>
            <p:nvPr/>
          </p:nvSpPr>
          <p:spPr>
            <a:xfrm>
              <a:off x="2662421" y="26223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82" name="ph3282"/>
            <p:cNvSpPr/>
            <p:nvPr/>
          </p:nvSpPr>
          <p:spPr>
            <a:xfrm>
              <a:off x="2671128" y="26223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83" name="ph3283"/>
            <p:cNvSpPr/>
            <p:nvPr/>
          </p:nvSpPr>
          <p:spPr>
            <a:xfrm>
              <a:off x="2793029" y="26223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84" name="ph3284"/>
            <p:cNvSpPr/>
            <p:nvPr/>
          </p:nvSpPr>
          <p:spPr>
            <a:xfrm>
              <a:off x="2801736" y="26223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85" name="ph3285"/>
            <p:cNvSpPr/>
            <p:nvPr/>
          </p:nvSpPr>
          <p:spPr>
            <a:xfrm>
              <a:off x="2810443" y="26223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86" name="ph3286"/>
            <p:cNvSpPr/>
            <p:nvPr/>
          </p:nvSpPr>
          <p:spPr>
            <a:xfrm>
              <a:off x="2819150" y="26223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87" name="ph3287"/>
            <p:cNvSpPr/>
            <p:nvPr/>
          </p:nvSpPr>
          <p:spPr>
            <a:xfrm>
              <a:off x="2827858" y="26223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88" name="ph3288"/>
            <p:cNvSpPr/>
            <p:nvPr/>
          </p:nvSpPr>
          <p:spPr>
            <a:xfrm>
              <a:off x="2836565" y="26223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89" name="ph3289"/>
            <p:cNvSpPr/>
            <p:nvPr/>
          </p:nvSpPr>
          <p:spPr>
            <a:xfrm>
              <a:off x="1495659" y="26330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90" name="ph3290"/>
            <p:cNvSpPr/>
            <p:nvPr/>
          </p:nvSpPr>
          <p:spPr>
            <a:xfrm>
              <a:off x="1504366" y="26330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91" name="ph3291"/>
            <p:cNvSpPr/>
            <p:nvPr/>
          </p:nvSpPr>
          <p:spPr>
            <a:xfrm>
              <a:off x="1513074" y="26330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92" name="ph3292"/>
            <p:cNvSpPr/>
            <p:nvPr/>
          </p:nvSpPr>
          <p:spPr>
            <a:xfrm>
              <a:off x="1521781" y="26330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93" name="ph3293"/>
            <p:cNvSpPr/>
            <p:nvPr/>
          </p:nvSpPr>
          <p:spPr>
            <a:xfrm>
              <a:off x="1530488" y="26330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94" name="ph3294"/>
            <p:cNvSpPr/>
            <p:nvPr/>
          </p:nvSpPr>
          <p:spPr>
            <a:xfrm>
              <a:off x="1539195" y="26330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95" name="ph3295"/>
            <p:cNvSpPr/>
            <p:nvPr/>
          </p:nvSpPr>
          <p:spPr>
            <a:xfrm>
              <a:off x="1547902" y="26330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96" name="ph3296"/>
            <p:cNvSpPr/>
            <p:nvPr/>
          </p:nvSpPr>
          <p:spPr>
            <a:xfrm>
              <a:off x="1556609" y="26330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97" name="ph3297"/>
            <p:cNvSpPr/>
            <p:nvPr/>
          </p:nvSpPr>
          <p:spPr>
            <a:xfrm>
              <a:off x="1565317" y="26330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98" name="ph3298"/>
            <p:cNvSpPr/>
            <p:nvPr/>
          </p:nvSpPr>
          <p:spPr>
            <a:xfrm>
              <a:off x="2627592" y="26330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299" name="ph3299"/>
            <p:cNvSpPr/>
            <p:nvPr/>
          </p:nvSpPr>
          <p:spPr>
            <a:xfrm>
              <a:off x="2636300" y="26330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00" name="ph3300"/>
            <p:cNvSpPr/>
            <p:nvPr/>
          </p:nvSpPr>
          <p:spPr>
            <a:xfrm>
              <a:off x="2645007" y="26330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01" name="ph3301"/>
            <p:cNvSpPr/>
            <p:nvPr/>
          </p:nvSpPr>
          <p:spPr>
            <a:xfrm>
              <a:off x="2653714" y="26330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02" name="ph3302"/>
            <p:cNvSpPr/>
            <p:nvPr/>
          </p:nvSpPr>
          <p:spPr>
            <a:xfrm>
              <a:off x="2662421" y="26330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03" name="ph3303"/>
            <p:cNvSpPr/>
            <p:nvPr/>
          </p:nvSpPr>
          <p:spPr>
            <a:xfrm>
              <a:off x="2793029" y="26330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04" name="ph3304"/>
            <p:cNvSpPr/>
            <p:nvPr/>
          </p:nvSpPr>
          <p:spPr>
            <a:xfrm>
              <a:off x="2801736" y="26330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05" name="ph3305"/>
            <p:cNvSpPr/>
            <p:nvPr/>
          </p:nvSpPr>
          <p:spPr>
            <a:xfrm>
              <a:off x="2810443" y="26330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06" name="ph3306"/>
            <p:cNvSpPr/>
            <p:nvPr/>
          </p:nvSpPr>
          <p:spPr>
            <a:xfrm>
              <a:off x="2819150" y="26330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07" name="ph3307"/>
            <p:cNvSpPr/>
            <p:nvPr/>
          </p:nvSpPr>
          <p:spPr>
            <a:xfrm>
              <a:off x="2827858" y="26330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08" name="ph3308"/>
            <p:cNvSpPr/>
            <p:nvPr/>
          </p:nvSpPr>
          <p:spPr>
            <a:xfrm>
              <a:off x="2836565" y="26330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09" name="ph3309"/>
            <p:cNvSpPr/>
            <p:nvPr/>
          </p:nvSpPr>
          <p:spPr>
            <a:xfrm>
              <a:off x="1486952" y="26437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693">
                <a:alpha val="100000"/>
              </a:srgbClr>
            </a:solidFill>
            <a:ln w="5420" cap="flat">
              <a:solidFill>
                <a:srgbClr val="3A56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10" name="ph3310"/>
            <p:cNvSpPr/>
            <p:nvPr/>
          </p:nvSpPr>
          <p:spPr>
            <a:xfrm>
              <a:off x="1495659" y="26437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11" name="ph3311"/>
            <p:cNvSpPr/>
            <p:nvPr/>
          </p:nvSpPr>
          <p:spPr>
            <a:xfrm>
              <a:off x="1504366" y="26437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12" name="ph3312"/>
            <p:cNvSpPr/>
            <p:nvPr/>
          </p:nvSpPr>
          <p:spPr>
            <a:xfrm>
              <a:off x="1513074" y="26437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13" name="ph3313"/>
            <p:cNvSpPr/>
            <p:nvPr/>
          </p:nvSpPr>
          <p:spPr>
            <a:xfrm>
              <a:off x="1521781" y="26437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14" name="ph3314"/>
            <p:cNvSpPr/>
            <p:nvPr/>
          </p:nvSpPr>
          <p:spPr>
            <a:xfrm>
              <a:off x="1530488" y="26437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15" name="ph3315"/>
            <p:cNvSpPr/>
            <p:nvPr/>
          </p:nvSpPr>
          <p:spPr>
            <a:xfrm>
              <a:off x="1539195" y="26437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16" name="ph3316"/>
            <p:cNvSpPr/>
            <p:nvPr/>
          </p:nvSpPr>
          <p:spPr>
            <a:xfrm>
              <a:off x="1547902" y="26437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17" name="ph3317"/>
            <p:cNvSpPr/>
            <p:nvPr/>
          </p:nvSpPr>
          <p:spPr>
            <a:xfrm>
              <a:off x="2627592" y="26437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18" name="ph3318"/>
            <p:cNvSpPr/>
            <p:nvPr/>
          </p:nvSpPr>
          <p:spPr>
            <a:xfrm>
              <a:off x="2636300" y="26437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19" name="ph3319"/>
            <p:cNvSpPr/>
            <p:nvPr/>
          </p:nvSpPr>
          <p:spPr>
            <a:xfrm>
              <a:off x="2645007" y="26437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20" name="ph3320"/>
            <p:cNvSpPr/>
            <p:nvPr/>
          </p:nvSpPr>
          <p:spPr>
            <a:xfrm>
              <a:off x="2653714" y="26437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21" name="ph3321"/>
            <p:cNvSpPr/>
            <p:nvPr/>
          </p:nvSpPr>
          <p:spPr>
            <a:xfrm>
              <a:off x="2662421" y="26437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22" name="ph3322"/>
            <p:cNvSpPr/>
            <p:nvPr/>
          </p:nvSpPr>
          <p:spPr>
            <a:xfrm>
              <a:off x="2671128" y="26437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23" name="ph3323"/>
            <p:cNvSpPr/>
            <p:nvPr/>
          </p:nvSpPr>
          <p:spPr>
            <a:xfrm>
              <a:off x="2679836" y="26437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24" name="ph3324"/>
            <p:cNvSpPr/>
            <p:nvPr/>
          </p:nvSpPr>
          <p:spPr>
            <a:xfrm>
              <a:off x="2801736" y="26437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25" name="ph3325"/>
            <p:cNvSpPr/>
            <p:nvPr/>
          </p:nvSpPr>
          <p:spPr>
            <a:xfrm>
              <a:off x="2810443" y="26437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26" name="ph3326"/>
            <p:cNvSpPr/>
            <p:nvPr/>
          </p:nvSpPr>
          <p:spPr>
            <a:xfrm>
              <a:off x="2819150" y="26437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693">
                <a:alpha val="100000"/>
              </a:srgbClr>
            </a:solidFill>
            <a:ln w="5420" cap="flat">
              <a:solidFill>
                <a:srgbClr val="3A56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27" name="ph3327"/>
            <p:cNvSpPr/>
            <p:nvPr/>
          </p:nvSpPr>
          <p:spPr>
            <a:xfrm>
              <a:off x="2827858" y="26437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28" name="ph3328"/>
            <p:cNvSpPr/>
            <p:nvPr/>
          </p:nvSpPr>
          <p:spPr>
            <a:xfrm>
              <a:off x="2836565" y="26437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29" name="ph3329"/>
            <p:cNvSpPr/>
            <p:nvPr/>
          </p:nvSpPr>
          <p:spPr>
            <a:xfrm>
              <a:off x="1478245" y="26544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30" name="ph3330"/>
            <p:cNvSpPr/>
            <p:nvPr/>
          </p:nvSpPr>
          <p:spPr>
            <a:xfrm>
              <a:off x="1486952" y="26544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31" name="ph3331"/>
            <p:cNvSpPr/>
            <p:nvPr/>
          </p:nvSpPr>
          <p:spPr>
            <a:xfrm>
              <a:off x="1495659" y="26544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32" name="ph3332"/>
            <p:cNvSpPr/>
            <p:nvPr/>
          </p:nvSpPr>
          <p:spPr>
            <a:xfrm>
              <a:off x="1504366" y="26544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33" name="ph3333"/>
            <p:cNvSpPr/>
            <p:nvPr/>
          </p:nvSpPr>
          <p:spPr>
            <a:xfrm>
              <a:off x="1513074" y="26544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34" name="ph3334"/>
            <p:cNvSpPr/>
            <p:nvPr/>
          </p:nvSpPr>
          <p:spPr>
            <a:xfrm>
              <a:off x="1521781" y="26544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35" name="ph3335"/>
            <p:cNvSpPr/>
            <p:nvPr/>
          </p:nvSpPr>
          <p:spPr>
            <a:xfrm>
              <a:off x="1530488" y="26544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36" name="ph3336"/>
            <p:cNvSpPr/>
            <p:nvPr/>
          </p:nvSpPr>
          <p:spPr>
            <a:xfrm>
              <a:off x="1539195" y="26544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37" name="ph3337"/>
            <p:cNvSpPr/>
            <p:nvPr/>
          </p:nvSpPr>
          <p:spPr>
            <a:xfrm>
              <a:off x="2627592" y="26544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38" name="ph3338"/>
            <p:cNvSpPr/>
            <p:nvPr/>
          </p:nvSpPr>
          <p:spPr>
            <a:xfrm>
              <a:off x="2636300" y="26544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39" name="ph3339"/>
            <p:cNvSpPr/>
            <p:nvPr/>
          </p:nvSpPr>
          <p:spPr>
            <a:xfrm>
              <a:off x="2645007" y="26544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40" name="ph3340"/>
            <p:cNvSpPr/>
            <p:nvPr/>
          </p:nvSpPr>
          <p:spPr>
            <a:xfrm>
              <a:off x="2653714" y="26544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41" name="ph3341"/>
            <p:cNvSpPr/>
            <p:nvPr/>
          </p:nvSpPr>
          <p:spPr>
            <a:xfrm>
              <a:off x="2662421" y="26544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5896">
                <a:alpha val="100000"/>
              </a:srgbClr>
            </a:solidFill>
            <a:ln w="5420" cap="flat">
              <a:solidFill>
                <a:srgbClr val="3A58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42" name="ph3342"/>
            <p:cNvSpPr/>
            <p:nvPr/>
          </p:nvSpPr>
          <p:spPr>
            <a:xfrm>
              <a:off x="2671128" y="26544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43" name="ph3343"/>
            <p:cNvSpPr/>
            <p:nvPr/>
          </p:nvSpPr>
          <p:spPr>
            <a:xfrm>
              <a:off x="2679836" y="26544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44" name="ph3344"/>
            <p:cNvSpPr/>
            <p:nvPr/>
          </p:nvSpPr>
          <p:spPr>
            <a:xfrm>
              <a:off x="2688543" y="26544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45" name="ph3345"/>
            <p:cNvSpPr/>
            <p:nvPr/>
          </p:nvSpPr>
          <p:spPr>
            <a:xfrm>
              <a:off x="2801736" y="26544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46" name="ph3346"/>
            <p:cNvSpPr/>
            <p:nvPr/>
          </p:nvSpPr>
          <p:spPr>
            <a:xfrm>
              <a:off x="2810443" y="26544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47" name="ph3347"/>
            <p:cNvSpPr/>
            <p:nvPr/>
          </p:nvSpPr>
          <p:spPr>
            <a:xfrm>
              <a:off x="2819150" y="26544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48" name="ph3348"/>
            <p:cNvSpPr/>
            <p:nvPr/>
          </p:nvSpPr>
          <p:spPr>
            <a:xfrm>
              <a:off x="2827858" y="26544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49" name="ph3349"/>
            <p:cNvSpPr/>
            <p:nvPr/>
          </p:nvSpPr>
          <p:spPr>
            <a:xfrm>
              <a:off x="2836565" y="26544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50" name="ph3350"/>
            <p:cNvSpPr/>
            <p:nvPr/>
          </p:nvSpPr>
          <p:spPr>
            <a:xfrm>
              <a:off x="2845272" y="26544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51" name="ph3351"/>
            <p:cNvSpPr/>
            <p:nvPr/>
          </p:nvSpPr>
          <p:spPr>
            <a:xfrm>
              <a:off x="1469538" y="26651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52" name="ph3352"/>
            <p:cNvSpPr/>
            <p:nvPr/>
          </p:nvSpPr>
          <p:spPr>
            <a:xfrm>
              <a:off x="1478245" y="26651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53" name="ph3353"/>
            <p:cNvSpPr/>
            <p:nvPr/>
          </p:nvSpPr>
          <p:spPr>
            <a:xfrm>
              <a:off x="1486952" y="26651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54" name="ph3354"/>
            <p:cNvSpPr/>
            <p:nvPr/>
          </p:nvSpPr>
          <p:spPr>
            <a:xfrm>
              <a:off x="1495659" y="26651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55" name="ph3355"/>
            <p:cNvSpPr/>
            <p:nvPr/>
          </p:nvSpPr>
          <p:spPr>
            <a:xfrm>
              <a:off x="1504366" y="26651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56" name="ph3356"/>
            <p:cNvSpPr/>
            <p:nvPr/>
          </p:nvSpPr>
          <p:spPr>
            <a:xfrm>
              <a:off x="1513074" y="26651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57" name="ph3357"/>
            <p:cNvSpPr/>
            <p:nvPr/>
          </p:nvSpPr>
          <p:spPr>
            <a:xfrm>
              <a:off x="1521781" y="26651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58" name="ph3358"/>
            <p:cNvSpPr/>
            <p:nvPr/>
          </p:nvSpPr>
          <p:spPr>
            <a:xfrm>
              <a:off x="1530488" y="26651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59" name="ph3359"/>
            <p:cNvSpPr/>
            <p:nvPr/>
          </p:nvSpPr>
          <p:spPr>
            <a:xfrm>
              <a:off x="2627592" y="26651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60" name="ph3360"/>
            <p:cNvSpPr/>
            <p:nvPr/>
          </p:nvSpPr>
          <p:spPr>
            <a:xfrm>
              <a:off x="2636300" y="26651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61" name="ph3361"/>
            <p:cNvSpPr/>
            <p:nvPr/>
          </p:nvSpPr>
          <p:spPr>
            <a:xfrm>
              <a:off x="2645007" y="26651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62" name="ph3362"/>
            <p:cNvSpPr/>
            <p:nvPr/>
          </p:nvSpPr>
          <p:spPr>
            <a:xfrm>
              <a:off x="2653714" y="26651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63" name="ph3363"/>
            <p:cNvSpPr/>
            <p:nvPr/>
          </p:nvSpPr>
          <p:spPr>
            <a:xfrm>
              <a:off x="2662421" y="26651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64" name="ph3364"/>
            <p:cNvSpPr/>
            <p:nvPr/>
          </p:nvSpPr>
          <p:spPr>
            <a:xfrm>
              <a:off x="2671128" y="26651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65" name="ph3365"/>
            <p:cNvSpPr/>
            <p:nvPr/>
          </p:nvSpPr>
          <p:spPr>
            <a:xfrm>
              <a:off x="2679836" y="26651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66" name="ph3366"/>
            <p:cNvSpPr/>
            <p:nvPr/>
          </p:nvSpPr>
          <p:spPr>
            <a:xfrm>
              <a:off x="2688543" y="26651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67" name="ph3367"/>
            <p:cNvSpPr/>
            <p:nvPr/>
          </p:nvSpPr>
          <p:spPr>
            <a:xfrm>
              <a:off x="2810443" y="26651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68" name="ph3368"/>
            <p:cNvSpPr/>
            <p:nvPr/>
          </p:nvSpPr>
          <p:spPr>
            <a:xfrm>
              <a:off x="2819150" y="26651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69" name="ph3369"/>
            <p:cNvSpPr/>
            <p:nvPr/>
          </p:nvSpPr>
          <p:spPr>
            <a:xfrm>
              <a:off x="2827858" y="26651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70" name="ph3370"/>
            <p:cNvSpPr/>
            <p:nvPr/>
          </p:nvSpPr>
          <p:spPr>
            <a:xfrm>
              <a:off x="2836565" y="26651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71" name="ph3371"/>
            <p:cNvSpPr/>
            <p:nvPr/>
          </p:nvSpPr>
          <p:spPr>
            <a:xfrm>
              <a:off x="2845272" y="26651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72" name="ph3372"/>
            <p:cNvSpPr/>
            <p:nvPr/>
          </p:nvSpPr>
          <p:spPr>
            <a:xfrm>
              <a:off x="1469538" y="26758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73" name="ph3373"/>
            <p:cNvSpPr/>
            <p:nvPr/>
          </p:nvSpPr>
          <p:spPr>
            <a:xfrm>
              <a:off x="1478245" y="26758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74" name="ph3374"/>
            <p:cNvSpPr/>
            <p:nvPr/>
          </p:nvSpPr>
          <p:spPr>
            <a:xfrm>
              <a:off x="1486952" y="26758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75" name="ph3375"/>
            <p:cNvSpPr/>
            <p:nvPr/>
          </p:nvSpPr>
          <p:spPr>
            <a:xfrm>
              <a:off x="1495659" y="26758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76" name="ph3376"/>
            <p:cNvSpPr/>
            <p:nvPr/>
          </p:nvSpPr>
          <p:spPr>
            <a:xfrm>
              <a:off x="1504366" y="26758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77" name="ph3377"/>
            <p:cNvSpPr/>
            <p:nvPr/>
          </p:nvSpPr>
          <p:spPr>
            <a:xfrm>
              <a:off x="1513074" y="26758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78" name="ph3378"/>
            <p:cNvSpPr/>
            <p:nvPr/>
          </p:nvSpPr>
          <p:spPr>
            <a:xfrm>
              <a:off x="1521781" y="26758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79" name="ph3379"/>
            <p:cNvSpPr/>
            <p:nvPr/>
          </p:nvSpPr>
          <p:spPr>
            <a:xfrm>
              <a:off x="2627592" y="26758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80" name="ph3380"/>
            <p:cNvSpPr/>
            <p:nvPr/>
          </p:nvSpPr>
          <p:spPr>
            <a:xfrm>
              <a:off x="2636300" y="26758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81" name="ph3381"/>
            <p:cNvSpPr/>
            <p:nvPr/>
          </p:nvSpPr>
          <p:spPr>
            <a:xfrm>
              <a:off x="2645007" y="26758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82" name="ph3382"/>
            <p:cNvSpPr/>
            <p:nvPr/>
          </p:nvSpPr>
          <p:spPr>
            <a:xfrm>
              <a:off x="2653714" y="26758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83" name="ph3383"/>
            <p:cNvSpPr/>
            <p:nvPr/>
          </p:nvSpPr>
          <p:spPr>
            <a:xfrm>
              <a:off x="2662421" y="26758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84" name="ph3384"/>
            <p:cNvSpPr/>
            <p:nvPr/>
          </p:nvSpPr>
          <p:spPr>
            <a:xfrm>
              <a:off x="2671128" y="26758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85" name="ph3385"/>
            <p:cNvSpPr/>
            <p:nvPr/>
          </p:nvSpPr>
          <p:spPr>
            <a:xfrm>
              <a:off x="2679836" y="26758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86" name="ph3386"/>
            <p:cNvSpPr/>
            <p:nvPr/>
          </p:nvSpPr>
          <p:spPr>
            <a:xfrm>
              <a:off x="2688543" y="26758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87" name="ph3387"/>
            <p:cNvSpPr/>
            <p:nvPr/>
          </p:nvSpPr>
          <p:spPr>
            <a:xfrm>
              <a:off x="2810443" y="26758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88" name="ph3388"/>
            <p:cNvSpPr/>
            <p:nvPr/>
          </p:nvSpPr>
          <p:spPr>
            <a:xfrm>
              <a:off x="2819150" y="26758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89" name="ph3389"/>
            <p:cNvSpPr/>
            <p:nvPr/>
          </p:nvSpPr>
          <p:spPr>
            <a:xfrm>
              <a:off x="2827858" y="26758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90" name="ph3390"/>
            <p:cNvSpPr/>
            <p:nvPr/>
          </p:nvSpPr>
          <p:spPr>
            <a:xfrm>
              <a:off x="2836565" y="26758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91" name="ph3391"/>
            <p:cNvSpPr/>
            <p:nvPr/>
          </p:nvSpPr>
          <p:spPr>
            <a:xfrm>
              <a:off x="2845272" y="2675887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92" name="ph3392"/>
            <p:cNvSpPr/>
            <p:nvPr/>
          </p:nvSpPr>
          <p:spPr>
            <a:xfrm>
              <a:off x="1452123" y="26865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93" name="ph3393"/>
            <p:cNvSpPr/>
            <p:nvPr/>
          </p:nvSpPr>
          <p:spPr>
            <a:xfrm>
              <a:off x="1460830" y="26865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94" name="ph3394"/>
            <p:cNvSpPr/>
            <p:nvPr/>
          </p:nvSpPr>
          <p:spPr>
            <a:xfrm>
              <a:off x="1478245" y="26865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95" name="ph3395"/>
            <p:cNvSpPr/>
            <p:nvPr/>
          </p:nvSpPr>
          <p:spPr>
            <a:xfrm>
              <a:off x="1486952" y="26865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96" name="ph3396"/>
            <p:cNvSpPr/>
            <p:nvPr/>
          </p:nvSpPr>
          <p:spPr>
            <a:xfrm>
              <a:off x="1495659" y="26865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97" name="ph3397"/>
            <p:cNvSpPr/>
            <p:nvPr/>
          </p:nvSpPr>
          <p:spPr>
            <a:xfrm>
              <a:off x="1504366" y="26865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98" name="ph3398"/>
            <p:cNvSpPr/>
            <p:nvPr/>
          </p:nvSpPr>
          <p:spPr>
            <a:xfrm>
              <a:off x="1513074" y="26865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B98">
                <a:alpha val="100000"/>
              </a:srgbClr>
            </a:solidFill>
            <a:ln w="5420" cap="flat">
              <a:solidFill>
                <a:srgbClr val="3A5B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399" name="ph3399"/>
            <p:cNvSpPr/>
            <p:nvPr/>
          </p:nvSpPr>
          <p:spPr>
            <a:xfrm>
              <a:off x="2627592" y="26865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00" name="ph3400"/>
            <p:cNvSpPr/>
            <p:nvPr/>
          </p:nvSpPr>
          <p:spPr>
            <a:xfrm>
              <a:off x="2636300" y="26865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01" name="ph3401"/>
            <p:cNvSpPr/>
            <p:nvPr/>
          </p:nvSpPr>
          <p:spPr>
            <a:xfrm>
              <a:off x="2645007" y="26865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02" name="ph3402"/>
            <p:cNvSpPr/>
            <p:nvPr/>
          </p:nvSpPr>
          <p:spPr>
            <a:xfrm>
              <a:off x="2653714" y="26865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03" name="ph3403"/>
            <p:cNvSpPr/>
            <p:nvPr/>
          </p:nvSpPr>
          <p:spPr>
            <a:xfrm>
              <a:off x="2662421" y="26865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04" name="ph3404"/>
            <p:cNvSpPr/>
            <p:nvPr/>
          </p:nvSpPr>
          <p:spPr>
            <a:xfrm>
              <a:off x="2671128" y="26865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05" name="ph3405"/>
            <p:cNvSpPr/>
            <p:nvPr/>
          </p:nvSpPr>
          <p:spPr>
            <a:xfrm>
              <a:off x="2679836" y="26865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06" name="ph3406"/>
            <p:cNvSpPr/>
            <p:nvPr/>
          </p:nvSpPr>
          <p:spPr>
            <a:xfrm>
              <a:off x="2688543" y="26865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07" name="ph3407"/>
            <p:cNvSpPr/>
            <p:nvPr/>
          </p:nvSpPr>
          <p:spPr>
            <a:xfrm>
              <a:off x="2810443" y="26865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08" name="ph3408"/>
            <p:cNvSpPr/>
            <p:nvPr/>
          </p:nvSpPr>
          <p:spPr>
            <a:xfrm>
              <a:off x="2819150" y="26865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09" name="ph3409"/>
            <p:cNvSpPr/>
            <p:nvPr/>
          </p:nvSpPr>
          <p:spPr>
            <a:xfrm>
              <a:off x="2827858" y="26865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10" name="ph3410"/>
            <p:cNvSpPr/>
            <p:nvPr/>
          </p:nvSpPr>
          <p:spPr>
            <a:xfrm>
              <a:off x="2836565" y="26865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11" name="ph3411"/>
            <p:cNvSpPr/>
            <p:nvPr/>
          </p:nvSpPr>
          <p:spPr>
            <a:xfrm>
              <a:off x="2845272" y="26865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12" name="ph3412"/>
            <p:cNvSpPr/>
            <p:nvPr/>
          </p:nvSpPr>
          <p:spPr>
            <a:xfrm>
              <a:off x="1443416" y="26972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13" name="ph3413"/>
            <p:cNvSpPr/>
            <p:nvPr/>
          </p:nvSpPr>
          <p:spPr>
            <a:xfrm>
              <a:off x="1452123" y="26972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14" name="ph3414"/>
            <p:cNvSpPr/>
            <p:nvPr/>
          </p:nvSpPr>
          <p:spPr>
            <a:xfrm>
              <a:off x="1460830" y="26972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15" name="ph3415"/>
            <p:cNvSpPr/>
            <p:nvPr/>
          </p:nvSpPr>
          <p:spPr>
            <a:xfrm>
              <a:off x="1469538" y="26972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16" name="ph3416"/>
            <p:cNvSpPr/>
            <p:nvPr/>
          </p:nvSpPr>
          <p:spPr>
            <a:xfrm>
              <a:off x="1478245" y="26972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17" name="ph3417"/>
            <p:cNvSpPr/>
            <p:nvPr/>
          </p:nvSpPr>
          <p:spPr>
            <a:xfrm>
              <a:off x="1486952" y="26972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18" name="ph3418"/>
            <p:cNvSpPr/>
            <p:nvPr/>
          </p:nvSpPr>
          <p:spPr>
            <a:xfrm>
              <a:off x="1495659" y="26972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19" name="ph3419"/>
            <p:cNvSpPr/>
            <p:nvPr/>
          </p:nvSpPr>
          <p:spPr>
            <a:xfrm>
              <a:off x="1504366" y="26972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20" name="ph3420"/>
            <p:cNvSpPr/>
            <p:nvPr/>
          </p:nvSpPr>
          <p:spPr>
            <a:xfrm>
              <a:off x="1513074" y="26972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21" name="ph3421"/>
            <p:cNvSpPr/>
            <p:nvPr/>
          </p:nvSpPr>
          <p:spPr>
            <a:xfrm>
              <a:off x="2636300" y="26972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22" name="ph3422"/>
            <p:cNvSpPr/>
            <p:nvPr/>
          </p:nvSpPr>
          <p:spPr>
            <a:xfrm>
              <a:off x="2645007" y="26972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23" name="ph3423"/>
            <p:cNvSpPr/>
            <p:nvPr/>
          </p:nvSpPr>
          <p:spPr>
            <a:xfrm>
              <a:off x="2653714" y="26972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24" name="ph3424"/>
            <p:cNvSpPr/>
            <p:nvPr/>
          </p:nvSpPr>
          <p:spPr>
            <a:xfrm>
              <a:off x="2662421" y="26972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25" name="ph3425"/>
            <p:cNvSpPr/>
            <p:nvPr/>
          </p:nvSpPr>
          <p:spPr>
            <a:xfrm>
              <a:off x="2671128" y="26972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26" name="ph3426"/>
            <p:cNvSpPr/>
            <p:nvPr/>
          </p:nvSpPr>
          <p:spPr>
            <a:xfrm>
              <a:off x="2679836" y="26972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27" name="ph3427"/>
            <p:cNvSpPr/>
            <p:nvPr/>
          </p:nvSpPr>
          <p:spPr>
            <a:xfrm>
              <a:off x="2819150" y="26972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28" name="ph3428"/>
            <p:cNvSpPr/>
            <p:nvPr/>
          </p:nvSpPr>
          <p:spPr>
            <a:xfrm>
              <a:off x="2827858" y="26972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29" name="ph3429"/>
            <p:cNvSpPr/>
            <p:nvPr/>
          </p:nvSpPr>
          <p:spPr>
            <a:xfrm>
              <a:off x="2836565" y="26972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30" name="ph3430"/>
            <p:cNvSpPr/>
            <p:nvPr/>
          </p:nvSpPr>
          <p:spPr>
            <a:xfrm>
              <a:off x="2845272" y="26972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31" name="ph3431"/>
            <p:cNvSpPr/>
            <p:nvPr/>
          </p:nvSpPr>
          <p:spPr>
            <a:xfrm>
              <a:off x="2853979" y="26972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32" name="ph3432"/>
            <p:cNvSpPr/>
            <p:nvPr/>
          </p:nvSpPr>
          <p:spPr>
            <a:xfrm>
              <a:off x="1443416" y="27079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33" name="ph3433"/>
            <p:cNvSpPr/>
            <p:nvPr/>
          </p:nvSpPr>
          <p:spPr>
            <a:xfrm>
              <a:off x="1452123" y="27079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34" name="ph3434"/>
            <p:cNvSpPr/>
            <p:nvPr/>
          </p:nvSpPr>
          <p:spPr>
            <a:xfrm>
              <a:off x="1460830" y="27079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35" name="ph3435"/>
            <p:cNvSpPr/>
            <p:nvPr/>
          </p:nvSpPr>
          <p:spPr>
            <a:xfrm>
              <a:off x="1469538" y="27079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36" name="ph3436"/>
            <p:cNvSpPr/>
            <p:nvPr/>
          </p:nvSpPr>
          <p:spPr>
            <a:xfrm>
              <a:off x="1478245" y="27079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37" name="ph3437"/>
            <p:cNvSpPr/>
            <p:nvPr/>
          </p:nvSpPr>
          <p:spPr>
            <a:xfrm>
              <a:off x="1486952" y="27079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38" name="ph3438"/>
            <p:cNvSpPr/>
            <p:nvPr/>
          </p:nvSpPr>
          <p:spPr>
            <a:xfrm>
              <a:off x="1495659" y="27079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39" name="ph3439"/>
            <p:cNvSpPr/>
            <p:nvPr/>
          </p:nvSpPr>
          <p:spPr>
            <a:xfrm>
              <a:off x="1504366" y="27079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40" name="ph3440"/>
            <p:cNvSpPr/>
            <p:nvPr/>
          </p:nvSpPr>
          <p:spPr>
            <a:xfrm>
              <a:off x="2636300" y="27079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41" name="ph3441"/>
            <p:cNvSpPr/>
            <p:nvPr/>
          </p:nvSpPr>
          <p:spPr>
            <a:xfrm>
              <a:off x="2645007" y="27079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42" name="ph3442"/>
            <p:cNvSpPr/>
            <p:nvPr/>
          </p:nvSpPr>
          <p:spPr>
            <a:xfrm>
              <a:off x="2653714" y="27079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43" name="ph3443"/>
            <p:cNvSpPr/>
            <p:nvPr/>
          </p:nvSpPr>
          <p:spPr>
            <a:xfrm>
              <a:off x="2662421" y="27079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44" name="ph3444"/>
            <p:cNvSpPr/>
            <p:nvPr/>
          </p:nvSpPr>
          <p:spPr>
            <a:xfrm>
              <a:off x="2671128" y="27079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45" name="ph3445"/>
            <p:cNvSpPr/>
            <p:nvPr/>
          </p:nvSpPr>
          <p:spPr>
            <a:xfrm>
              <a:off x="2819150" y="27079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46" name="ph3446"/>
            <p:cNvSpPr/>
            <p:nvPr/>
          </p:nvSpPr>
          <p:spPr>
            <a:xfrm>
              <a:off x="2827858" y="27079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47" name="ph3447"/>
            <p:cNvSpPr/>
            <p:nvPr/>
          </p:nvSpPr>
          <p:spPr>
            <a:xfrm>
              <a:off x="2836565" y="27079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48" name="ph3448"/>
            <p:cNvSpPr/>
            <p:nvPr/>
          </p:nvSpPr>
          <p:spPr>
            <a:xfrm>
              <a:off x="2845272" y="27079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49" name="ph3449"/>
            <p:cNvSpPr/>
            <p:nvPr/>
          </p:nvSpPr>
          <p:spPr>
            <a:xfrm>
              <a:off x="2853979" y="27079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50" name="ph3450"/>
            <p:cNvSpPr/>
            <p:nvPr/>
          </p:nvSpPr>
          <p:spPr>
            <a:xfrm>
              <a:off x="1443416" y="27186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51" name="ph3451"/>
            <p:cNvSpPr/>
            <p:nvPr/>
          </p:nvSpPr>
          <p:spPr>
            <a:xfrm>
              <a:off x="1452123" y="27186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52" name="ph3452"/>
            <p:cNvSpPr/>
            <p:nvPr/>
          </p:nvSpPr>
          <p:spPr>
            <a:xfrm>
              <a:off x="1460830" y="27186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53" name="ph3453"/>
            <p:cNvSpPr/>
            <p:nvPr/>
          </p:nvSpPr>
          <p:spPr>
            <a:xfrm>
              <a:off x="1469538" y="27186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54" name="ph3454"/>
            <p:cNvSpPr/>
            <p:nvPr/>
          </p:nvSpPr>
          <p:spPr>
            <a:xfrm>
              <a:off x="1478245" y="27186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55" name="ph3455"/>
            <p:cNvSpPr/>
            <p:nvPr/>
          </p:nvSpPr>
          <p:spPr>
            <a:xfrm>
              <a:off x="1486952" y="27186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56" name="ph3456"/>
            <p:cNvSpPr/>
            <p:nvPr/>
          </p:nvSpPr>
          <p:spPr>
            <a:xfrm>
              <a:off x="1495659" y="27186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57" name="ph3457"/>
            <p:cNvSpPr/>
            <p:nvPr/>
          </p:nvSpPr>
          <p:spPr>
            <a:xfrm>
              <a:off x="1504366" y="27186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58" name="ph3458"/>
            <p:cNvSpPr/>
            <p:nvPr/>
          </p:nvSpPr>
          <p:spPr>
            <a:xfrm>
              <a:off x="2636300" y="27186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59" name="ph3459"/>
            <p:cNvSpPr/>
            <p:nvPr/>
          </p:nvSpPr>
          <p:spPr>
            <a:xfrm>
              <a:off x="2645007" y="27186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60" name="ph3460"/>
            <p:cNvSpPr/>
            <p:nvPr/>
          </p:nvSpPr>
          <p:spPr>
            <a:xfrm>
              <a:off x="2653714" y="27186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61" name="ph3461"/>
            <p:cNvSpPr/>
            <p:nvPr/>
          </p:nvSpPr>
          <p:spPr>
            <a:xfrm>
              <a:off x="2662421" y="27186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62" name="ph3462"/>
            <p:cNvSpPr/>
            <p:nvPr/>
          </p:nvSpPr>
          <p:spPr>
            <a:xfrm>
              <a:off x="2671128" y="27186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63" name="ph3463"/>
            <p:cNvSpPr/>
            <p:nvPr/>
          </p:nvSpPr>
          <p:spPr>
            <a:xfrm>
              <a:off x="2679836" y="27186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64" name="ph3464"/>
            <p:cNvSpPr/>
            <p:nvPr/>
          </p:nvSpPr>
          <p:spPr>
            <a:xfrm>
              <a:off x="2827858" y="27186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65" name="ph3465"/>
            <p:cNvSpPr/>
            <p:nvPr/>
          </p:nvSpPr>
          <p:spPr>
            <a:xfrm>
              <a:off x="2836565" y="27186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66" name="ph3466"/>
            <p:cNvSpPr/>
            <p:nvPr/>
          </p:nvSpPr>
          <p:spPr>
            <a:xfrm>
              <a:off x="2845272" y="27186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67" name="ph3467"/>
            <p:cNvSpPr/>
            <p:nvPr/>
          </p:nvSpPr>
          <p:spPr>
            <a:xfrm>
              <a:off x="2853979" y="27186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68" name="ph3468"/>
            <p:cNvSpPr/>
            <p:nvPr/>
          </p:nvSpPr>
          <p:spPr>
            <a:xfrm>
              <a:off x="2862686" y="27186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69" name="ph3469"/>
            <p:cNvSpPr/>
            <p:nvPr/>
          </p:nvSpPr>
          <p:spPr>
            <a:xfrm>
              <a:off x="1452123" y="27293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70" name="ph3470"/>
            <p:cNvSpPr/>
            <p:nvPr/>
          </p:nvSpPr>
          <p:spPr>
            <a:xfrm>
              <a:off x="1460830" y="27293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71" name="ph3471"/>
            <p:cNvSpPr/>
            <p:nvPr/>
          </p:nvSpPr>
          <p:spPr>
            <a:xfrm>
              <a:off x="1469538" y="27293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72" name="ph3472"/>
            <p:cNvSpPr/>
            <p:nvPr/>
          </p:nvSpPr>
          <p:spPr>
            <a:xfrm>
              <a:off x="1478245" y="27293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73" name="ph3473"/>
            <p:cNvSpPr/>
            <p:nvPr/>
          </p:nvSpPr>
          <p:spPr>
            <a:xfrm>
              <a:off x="1486952" y="27293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74" name="ph3474"/>
            <p:cNvSpPr/>
            <p:nvPr/>
          </p:nvSpPr>
          <p:spPr>
            <a:xfrm>
              <a:off x="1495659" y="27293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75" name="ph3475"/>
            <p:cNvSpPr/>
            <p:nvPr/>
          </p:nvSpPr>
          <p:spPr>
            <a:xfrm>
              <a:off x="2645007" y="27293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76" name="ph3476"/>
            <p:cNvSpPr/>
            <p:nvPr/>
          </p:nvSpPr>
          <p:spPr>
            <a:xfrm>
              <a:off x="2653714" y="27293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77" name="ph3477"/>
            <p:cNvSpPr/>
            <p:nvPr/>
          </p:nvSpPr>
          <p:spPr>
            <a:xfrm>
              <a:off x="2662421" y="27293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78" name="ph3478"/>
            <p:cNvSpPr/>
            <p:nvPr/>
          </p:nvSpPr>
          <p:spPr>
            <a:xfrm>
              <a:off x="2671128" y="27293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79" name="ph3479"/>
            <p:cNvSpPr/>
            <p:nvPr/>
          </p:nvSpPr>
          <p:spPr>
            <a:xfrm>
              <a:off x="2679836" y="27293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80" name="ph3480"/>
            <p:cNvSpPr/>
            <p:nvPr/>
          </p:nvSpPr>
          <p:spPr>
            <a:xfrm>
              <a:off x="2827858" y="27293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81" name="ph3481"/>
            <p:cNvSpPr/>
            <p:nvPr/>
          </p:nvSpPr>
          <p:spPr>
            <a:xfrm>
              <a:off x="2836565" y="27293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82" name="ph3482"/>
            <p:cNvSpPr/>
            <p:nvPr/>
          </p:nvSpPr>
          <p:spPr>
            <a:xfrm>
              <a:off x="2845272" y="27293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83" name="ph3483"/>
            <p:cNvSpPr/>
            <p:nvPr/>
          </p:nvSpPr>
          <p:spPr>
            <a:xfrm>
              <a:off x="2853979" y="27293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84" name="ph3484"/>
            <p:cNvSpPr/>
            <p:nvPr/>
          </p:nvSpPr>
          <p:spPr>
            <a:xfrm>
              <a:off x="2862686" y="27293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85" name="ph3485"/>
            <p:cNvSpPr/>
            <p:nvPr/>
          </p:nvSpPr>
          <p:spPr>
            <a:xfrm>
              <a:off x="2871393" y="27293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86" name="ph3486"/>
            <p:cNvSpPr/>
            <p:nvPr/>
          </p:nvSpPr>
          <p:spPr>
            <a:xfrm>
              <a:off x="1452123" y="27400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87" name="ph3487"/>
            <p:cNvSpPr/>
            <p:nvPr/>
          </p:nvSpPr>
          <p:spPr>
            <a:xfrm>
              <a:off x="1460830" y="27400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88" name="ph3488"/>
            <p:cNvSpPr/>
            <p:nvPr/>
          </p:nvSpPr>
          <p:spPr>
            <a:xfrm>
              <a:off x="1469538" y="27400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89" name="ph3489"/>
            <p:cNvSpPr/>
            <p:nvPr/>
          </p:nvSpPr>
          <p:spPr>
            <a:xfrm>
              <a:off x="1478245" y="27400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90" name="ph3490"/>
            <p:cNvSpPr/>
            <p:nvPr/>
          </p:nvSpPr>
          <p:spPr>
            <a:xfrm>
              <a:off x="1486952" y="27400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91" name="ph3491"/>
            <p:cNvSpPr/>
            <p:nvPr/>
          </p:nvSpPr>
          <p:spPr>
            <a:xfrm>
              <a:off x="1495659" y="27400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92" name="ph3492"/>
            <p:cNvSpPr/>
            <p:nvPr/>
          </p:nvSpPr>
          <p:spPr>
            <a:xfrm>
              <a:off x="2653714" y="27400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93" name="ph3493"/>
            <p:cNvSpPr/>
            <p:nvPr/>
          </p:nvSpPr>
          <p:spPr>
            <a:xfrm>
              <a:off x="2662421" y="27400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94" name="ph3494"/>
            <p:cNvSpPr/>
            <p:nvPr/>
          </p:nvSpPr>
          <p:spPr>
            <a:xfrm>
              <a:off x="2671128" y="27400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95" name="ph3495"/>
            <p:cNvSpPr/>
            <p:nvPr/>
          </p:nvSpPr>
          <p:spPr>
            <a:xfrm>
              <a:off x="2679836" y="27400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96" name="ph3496"/>
            <p:cNvSpPr/>
            <p:nvPr/>
          </p:nvSpPr>
          <p:spPr>
            <a:xfrm>
              <a:off x="2688543" y="27400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97" name="ph3497"/>
            <p:cNvSpPr/>
            <p:nvPr/>
          </p:nvSpPr>
          <p:spPr>
            <a:xfrm>
              <a:off x="2697250" y="27400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98" name="ph3498"/>
            <p:cNvSpPr/>
            <p:nvPr/>
          </p:nvSpPr>
          <p:spPr>
            <a:xfrm>
              <a:off x="2705957" y="27400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499" name="ph3499"/>
            <p:cNvSpPr/>
            <p:nvPr/>
          </p:nvSpPr>
          <p:spPr>
            <a:xfrm>
              <a:off x="2714664" y="27400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00" name="ph3500"/>
            <p:cNvSpPr/>
            <p:nvPr/>
          </p:nvSpPr>
          <p:spPr>
            <a:xfrm>
              <a:off x="2836565" y="27400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01" name="ph3501"/>
            <p:cNvSpPr/>
            <p:nvPr/>
          </p:nvSpPr>
          <p:spPr>
            <a:xfrm>
              <a:off x="2845272" y="27400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02" name="ph3502"/>
            <p:cNvSpPr/>
            <p:nvPr/>
          </p:nvSpPr>
          <p:spPr>
            <a:xfrm>
              <a:off x="2853979" y="27400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03" name="ph3503"/>
            <p:cNvSpPr/>
            <p:nvPr/>
          </p:nvSpPr>
          <p:spPr>
            <a:xfrm>
              <a:off x="2862686" y="27400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04" name="ph3504"/>
            <p:cNvSpPr/>
            <p:nvPr/>
          </p:nvSpPr>
          <p:spPr>
            <a:xfrm>
              <a:off x="2871393" y="27400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05" name="ph3505"/>
            <p:cNvSpPr/>
            <p:nvPr/>
          </p:nvSpPr>
          <p:spPr>
            <a:xfrm>
              <a:off x="1460830" y="27507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06" name="ph3506"/>
            <p:cNvSpPr/>
            <p:nvPr/>
          </p:nvSpPr>
          <p:spPr>
            <a:xfrm>
              <a:off x="1469538" y="27507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07" name="ph3507"/>
            <p:cNvSpPr/>
            <p:nvPr/>
          </p:nvSpPr>
          <p:spPr>
            <a:xfrm>
              <a:off x="1478245" y="27507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08" name="ph3508"/>
            <p:cNvSpPr/>
            <p:nvPr/>
          </p:nvSpPr>
          <p:spPr>
            <a:xfrm>
              <a:off x="1486952" y="27507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09" name="ph3509"/>
            <p:cNvSpPr/>
            <p:nvPr/>
          </p:nvSpPr>
          <p:spPr>
            <a:xfrm>
              <a:off x="1495659" y="27507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10" name="ph3510"/>
            <p:cNvSpPr/>
            <p:nvPr/>
          </p:nvSpPr>
          <p:spPr>
            <a:xfrm>
              <a:off x="2653714" y="27507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11" name="ph3511"/>
            <p:cNvSpPr/>
            <p:nvPr/>
          </p:nvSpPr>
          <p:spPr>
            <a:xfrm>
              <a:off x="2662421" y="27507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12" name="ph3512"/>
            <p:cNvSpPr/>
            <p:nvPr/>
          </p:nvSpPr>
          <p:spPr>
            <a:xfrm>
              <a:off x="2671128" y="27507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13" name="ph3513"/>
            <p:cNvSpPr/>
            <p:nvPr/>
          </p:nvSpPr>
          <p:spPr>
            <a:xfrm>
              <a:off x="2679836" y="27507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14" name="ph3514"/>
            <p:cNvSpPr/>
            <p:nvPr/>
          </p:nvSpPr>
          <p:spPr>
            <a:xfrm>
              <a:off x="2688543" y="27507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15" name="ph3515"/>
            <p:cNvSpPr/>
            <p:nvPr/>
          </p:nvSpPr>
          <p:spPr>
            <a:xfrm>
              <a:off x="2697250" y="27507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16" name="ph3516"/>
            <p:cNvSpPr/>
            <p:nvPr/>
          </p:nvSpPr>
          <p:spPr>
            <a:xfrm>
              <a:off x="2705957" y="27507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17" name="ph3517"/>
            <p:cNvSpPr/>
            <p:nvPr/>
          </p:nvSpPr>
          <p:spPr>
            <a:xfrm>
              <a:off x="2714664" y="27507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18" name="ph3518"/>
            <p:cNvSpPr/>
            <p:nvPr/>
          </p:nvSpPr>
          <p:spPr>
            <a:xfrm>
              <a:off x="2723371" y="27507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19" name="ph3519"/>
            <p:cNvSpPr/>
            <p:nvPr/>
          </p:nvSpPr>
          <p:spPr>
            <a:xfrm>
              <a:off x="2836565" y="27507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20" name="ph3520"/>
            <p:cNvSpPr/>
            <p:nvPr/>
          </p:nvSpPr>
          <p:spPr>
            <a:xfrm>
              <a:off x="2845272" y="27507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21" name="ph3521"/>
            <p:cNvSpPr/>
            <p:nvPr/>
          </p:nvSpPr>
          <p:spPr>
            <a:xfrm>
              <a:off x="2853979" y="27507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22" name="ph3522"/>
            <p:cNvSpPr/>
            <p:nvPr/>
          </p:nvSpPr>
          <p:spPr>
            <a:xfrm>
              <a:off x="2862686" y="27507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23" name="ph3523"/>
            <p:cNvSpPr/>
            <p:nvPr/>
          </p:nvSpPr>
          <p:spPr>
            <a:xfrm>
              <a:off x="2871393" y="2750786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24" name="ph3524"/>
            <p:cNvSpPr/>
            <p:nvPr/>
          </p:nvSpPr>
          <p:spPr>
            <a:xfrm>
              <a:off x="1460830" y="27614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25" name="ph3525"/>
            <p:cNvSpPr/>
            <p:nvPr/>
          </p:nvSpPr>
          <p:spPr>
            <a:xfrm>
              <a:off x="1469538" y="27614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26" name="ph3526"/>
            <p:cNvSpPr/>
            <p:nvPr/>
          </p:nvSpPr>
          <p:spPr>
            <a:xfrm>
              <a:off x="1478245" y="27614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27" name="ph3527"/>
            <p:cNvSpPr/>
            <p:nvPr/>
          </p:nvSpPr>
          <p:spPr>
            <a:xfrm>
              <a:off x="1486952" y="27614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28" name="ph3528"/>
            <p:cNvSpPr/>
            <p:nvPr/>
          </p:nvSpPr>
          <p:spPr>
            <a:xfrm>
              <a:off x="1495659" y="27614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29" name="ph3529"/>
            <p:cNvSpPr/>
            <p:nvPr/>
          </p:nvSpPr>
          <p:spPr>
            <a:xfrm>
              <a:off x="2662421" y="27614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30" name="ph3530"/>
            <p:cNvSpPr/>
            <p:nvPr/>
          </p:nvSpPr>
          <p:spPr>
            <a:xfrm>
              <a:off x="2671128" y="27614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31" name="ph3531"/>
            <p:cNvSpPr/>
            <p:nvPr/>
          </p:nvSpPr>
          <p:spPr>
            <a:xfrm>
              <a:off x="2679836" y="27614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32" name="ph3532"/>
            <p:cNvSpPr/>
            <p:nvPr/>
          </p:nvSpPr>
          <p:spPr>
            <a:xfrm>
              <a:off x="2688543" y="27614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33" name="ph3533"/>
            <p:cNvSpPr/>
            <p:nvPr/>
          </p:nvSpPr>
          <p:spPr>
            <a:xfrm>
              <a:off x="2697250" y="27614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34" name="ph3534"/>
            <p:cNvSpPr/>
            <p:nvPr/>
          </p:nvSpPr>
          <p:spPr>
            <a:xfrm>
              <a:off x="2705957" y="27614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35" name="ph3535"/>
            <p:cNvSpPr/>
            <p:nvPr/>
          </p:nvSpPr>
          <p:spPr>
            <a:xfrm>
              <a:off x="2714664" y="27614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36" name="ph3536"/>
            <p:cNvSpPr/>
            <p:nvPr/>
          </p:nvSpPr>
          <p:spPr>
            <a:xfrm>
              <a:off x="2723371" y="27614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37" name="ph3537"/>
            <p:cNvSpPr/>
            <p:nvPr/>
          </p:nvSpPr>
          <p:spPr>
            <a:xfrm>
              <a:off x="2845272" y="27614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38" name="ph3538"/>
            <p:cNvSpPr/>
            <p:nvPr/>
          </p:nvSpPr>
          <p:spPr>
            <a:xfrm>
              <a:off x="2853979" y="27614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39" name="ph3539"/>
            <p:cNvSpPr/>
            <p:nvPr/>
          </p:nvSpPr>
          <p:spPr>
            <a:xfrm>
              <a:off x="2862686" y="27614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40" name="ph3540"/>
            <p:cNvSpPr/>
            <p:nvPr/>
          </p:nvSpPr>
          <p:spPr>
            <a:xfrm>
              <a:off x="2871393" y="27614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41" name="ph3541"/>
            <p:cNvSpPr/>
            <p:nvPr/>
          </p:nvSpPr>
          <p:spPr>
            <a:xfrm>
              <a:off x="2880101" y="27614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42" name="ph3542"/>
            <p:cNvSpPr/>
            <p:nvPr/>
          </p:nvSpPr>
          <p:spPr>
            <a:xfrm>
              <a:off x="1460830" y="27721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43" name="ph3543"/>
            <p:cNvSpPr/>
            <p:nvPr/>
          </p:nvSpPr>
          <p:spPr>
            <a:xfrm>
              <a:off x="1469538" y="27721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44" name="ph3544"/>
            <p:cNvSpPr/>
            <p:nvPr/>
          </p:nvSpPr>
          <p:spPr>
            <a:xfrm>
              <a:off x="1478245" y="27721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45" name="ph3545"/>
            <p:cNvSpPr/>
            <p:nvPr/>
          </p:nvSpPr>
          <p:spPr>
            <a:xfrm>
              <a:off x="1486952" y="27721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46" name="ph3546"/>
            <p:cNvSpPr/>
            <p:nvPr/>
          </p:nvSpPr>
          <p:spPr>
            <a:xfrm>
              <a:off x="1495659" y="27721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47" name="ph3547"/>
            <p:cNvSpPr/>
            <p:nvPr/>
          </p:nvSpPr>
          <p:spPr>
            <a:xfrm>
              <a:off x="2671128" y="27721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48" name="ph3548"/>
            <p:cNvSpPr/>
            <p:nvPr/>
          </p:nvSpPr>
          <p:spPr>
            <a:xfrm>
              <a:off x="2679836" y="27721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49" name="ph3549"/>
            <p:cNvSpPr/>
            <p:nvPr/>
          </p:nvSpPr>
          <p:spPr>
            <a:xfrm>
              <a:off x="2688543" y="27721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50" name="ph3550"/>
            <p:cNvSpPr/>
            <p:nvPr/>
          </p:nvSpPr>
          <p:spPr>
            <a:xfrm>
              <a:off x="2697250" y="27721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51" name="ph3551"/>
            <p:cNvSpPr/>
            <p:nvPr/>
          </p:nvSpPr>
          <p:spPr>
            <a:xfrm>
              <a:off x="2705957" y="27721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52" name="ph3552"/>
            <p:cNvSpPr/>
            <p:nvPr/>
          </p:nvSpPr>
          <p:spPr>
            <a:xfrm>
              <a:off x="2714664" y="27721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53" name="ph3553"/>
            <p:cNvSpPr/>
            <p:nvPr/>
          </p:nvSpPr>
          <p:spPr>
            <a:xfrm>
              <a:off x="2723371" y="27721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54" name="ph3554"/>
            <p:cNvSpPr/>
            <p:nvPr/>
          </p:nvSpPr>
          <p:spPr>
            <a:xfrm>
              <a:off x="2732079" y="27721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55" name="ph3555"/>
            <p:cNvSpPr/>
            <p:nvPr/>
          </p:nvSpPr>
          <p:spPr>
            <a:xfrm>
              <a:off x="2845272" y="27721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56" name="ph3556"/>
            <p:cNvSpPr/>
            <p:nvPr/>
          </p:nvSpPr>
          <p:spPr>
            <a:xfrm>
              <a:off x="2853979" y="27721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57" name="ph3557"/>
            <p:cNvSpPr/>
            <p:nvPr/>
          </p:nvSpPr>
          <p:spPr>
            <a:xfrm>
              <a:off x="2862686" y="27721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58" name="ph3558"/>
            <p:cNvSpPr/>
            <p:nvPr/>
          </p:nvSpPr>
          <p:spPr>
            <a:xfrm>
              <a:off x="2871393" y="27721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59" name="ph3559"/>
            <p:cNvSpPr/>
            <p:nvPr/>
          </p:nvSpPr>
          <p:spPr>
            <a:xfrm>
              <a:off x="2880101" y="27721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60" name="ph3560"/>
            <p:cNvSpPr/>
            <p:nvPr/>
          </p:nvSpPr>
          <p:spPr>
            <a:xfrm>
              <a:off x="1469538" y="27828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61" name="ph3561"/>
            <p:cNvSpPr/>
            <p:nvPr/>
          </p:nvSpPr>
          <p:spPr>
            <a:xfrm>
              <a:off x="1478245" y="27828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62" name="ph3562"/>
            <p:cNvSpPr/>
            <p:nvPr/>
          </p:nvSpPr>
          <p:spPr>
            <a:xfrm>
              <a:off x="1486952" y="27828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63" name="ph3563"/>
            <p:cNvSpPr/>
            <p:nvPr/>
          </p:nvSpPr>
          <p:spPr>
            <a:xfrm>
              <a:off x="1495659" y="27828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64" name="ph3564"/>
            <p:cNvSpPr/>
            <p:nvPr/>
          </p:nvSpPr>
          <p:spPr>
            <a:xfrm>
              <a:off x="2679836" y="27828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65" name="ph3565"/>
            <p:cNvSpPr/>
            <p:nvPr/>
          </p:nvSpPr>
          <p:spPr>
            <a:xfrm>
              <a:off x="2688543" y="27828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66" name="ph3566"/>
            <p:cNvSpPr/>
            <p:nvPr/>
          </p:nvSpPr>
          <p:spPr>
            <a:xfrm>
              <a:off x="2697250" y="27828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67" name="ph3567"/>
            <p:cNvSpPr/>
            <p:nvPr/>
          </p:nvSpPr>
          <p:spPr>
            <a:xfrm>
              <a:off x="2705957" y="27828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68" name="ph3568"/>
            <p:cNvSpPr/>
            <p:nvPr/>
          </p:nvSpPr>
          <p:spPr>
            <a:xfrm>
              <a:off x="2714664" y="27828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69" name="ph3569"/>
            <p:cNvSpPr/>
            <p:nvPr/>
          </p:nvSpPr>
          <p:spPr>
            <a:xfrm>
              <a:off x="2723371" y="27828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70" name="ph3570"/>
            <p:cNvSpPr/>
            <p:nvPr/>
          </p:nvSpPr>
          <p:spPr>
            <a:xfrm>
              <a:off x="2732079" y="27828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71" name="ph3571"/>
            <p:cNvSpPr/>
            <p:nvPr/>
          </p:nvSpPr>
          <p:spPr>
            <a:xfrm>
              <a:off x="2740786" y="27828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72" name="ph3572"/>
            <p:cNvSpPr/>
            <p:nvPr/>
          </p:nvSpPr>
          <p:spPr>
            <a:xfrm>
              <a:off x="2845272" y="27828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73" name="ph3573"/>
            <p:cNvSpPr/>
            <p:nvPr/>
          </p:nvSpPr>
          <p:spPr>
            <a:xfrm>
              <a:off x="2853979" y="27828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74" name="ph3574"/>
            <p:cNvSpPr/>
            <p:nvPr/>
          </p:nvSpPr>
          <p:spPr>
            <a:xfrm>
              <a:off x="2862686" y="27828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75" name="ph3575"/>
            <p:cNvSpPr/>
            <p:nvPr/>
          </p:nvSpPr>
          <p:spPr>
            <a:xfrm>
              <a:off x="2871393" y="27828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76" name="ph3576"/>
            <p:cNvSpPr/>
            <p:nvPr/>
          </p:nvSpPr>
          <p:spPr>
            <a:xfrm>
              <a:off x="2880101" y="27828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77" name="ph3577"/>
            <p:cNvSpPr/>
            <p:nvPr/>
          </p:nvSpPr>
          <p:spPr>
            <a:xfrm>
              <a:off x="1469538" y="27935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78" name="ph3578"/>
            <p:cNvSpPr/>
            <p:nvPr/>
          </p:nvSpPr>
          <p:spPr>
            <a:xfrm>
              <a:off x="1478245" y="27935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79" name="ph3579"/>
            <p:cNvSpPr/>
            <p:nvPr/>
          </p:nvSpPr>
          <p:spPr>
            <a:xfrm>
              <a:off x="1486952" y="27935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80" name="ph3580"/>
            <p:cNvSpPr/>
            <p:nvPr/>
          </p:nvSpPr>
          <p:spPr>
            <a:xfrm>
              <a:off x="1495659" y="27935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81" name="ph3581"/>
            <p:cNvSpPr/>
            <p:nvPr/>
          </p:nvSpPr>
          <p:spPr>
            <a:xfrm>
              <a:off x="2688543" y="27935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82" name="ph3582"/>
            <p:cNvSpPr/>
            <p:nvPr/>
          </p:nvSpPr>
          <p:spPr>
            <a:xfrm>
              <a:off x="2697250" y="27935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83" name="ph3583"/>
            <p:cNvSpPr/>
            <p:nvPr/>
          </p:nvSpPr>
          <p:spPr>
            <a:xfrm>
              <a:off x="2705957" y="27935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84" name="ph3584"/>
            <p:cNvSpPr/>
            <p:nvPr/>
          </p:nvSpPr>
          <p:spPr>
            <a:xfrm>
              <a:off x="2714664" y="27935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85" name="ph3585"/>
            <p:cNvSpPr/>
            <p:nvPr/>
          </p:nvSpPr>
          <p:spPr>
            <a:xfrm>
              <a:off x="2723371" y="27935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86" name="ph3586"/>
            <p:cNvSpPr/>
            <p:nvPr/>
          </p:nvSpPr>
          <p:spPr>
            <a:xfrm>
              <a:off x="2732079" y="27935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87" name="ph3587"/>
            <p:cNvSpPr/>
            <p:nvPr/>
          </p:nvSpPr>
          <p:spPr>
            <a:xfrm>
              <a:off x="2845272" y="27935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88" name="ph3588"/>
            <p:cNvSpPr/>
            <p:nvPr/>
          </p:nvSpPr>
          <p:spPr>
            <a:xfrm>
              <a:off x="2853979" y="27935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89" name="ph3589"/>
            <p:cNvSpPr/>
            <p:nvPr/>
          </p:nvSpPr>
          <p:spPr>
            <a:xfrm>
              <a:off x="2862686" y="27935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90" name="ph3590"/>
            <p:cNvSpPr/>
            <p:nvPr/>
          </p:nvSpPr>
          <p:spPr>
            <a:xfrm>
              <a:off x="2871393" y="27935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91" name="ph3591"/>
            <p:cNvSpPr/>
            <p:nvPr/>
          </p:nvSpPr>
          <p:spPr>
            <a:xfrm>
              <a:off x="2880101" y="27935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92" name="ph3592"/>
            <p:cNvSpPr/>
            <p:nvPr/>
          </p:nvSpPr>
          <p:spPr>
            <a:xfrm>
              <a:off x="1469538" y="28042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93" name="ph3593"/>
            <p:cNvSpPr/>
            <p:nvPr/>
          </p:nvSpPr>
          <p:spPr>
            <a:xfrm>
              <a:off x="1478245" y="28042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94" name="ph3594"/>
            <p:cNvSpPr/>
            <p:nvPr/>
          </p:nvSpPr>
          <p:spPr>
            <a:xfrm>
              <a:off x="1486952" y="28042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95" name="ph3595"/>
            <p:cNvSpPr/>
            <p:nvPr/>
          </p:nvSpPr>
          <p:spPr>
            <a:xfrm>
              <a:off x="1495659" y="28042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96" name="ph3596"/>
            <p:cNvSpPr/>
            <p:nvPr/>
          </p:nvSpPr>
          <p:spPr>
            <a:xfrm>
              <a:off x="1504366" y="28042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97" name="ph3597"/>
            <p:cNvSpPr/>
            <p:nvPr/>
          </p:nvSpPr>
          <p:spPr>
            <a:xfrm>
              <a:off x="2688543" y="28042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98" name="ph3598"/>
            <p:cNvSpPr/>
            <p:nvPr/>
          </p:nvSpPr>
          <p:spPr>
            <a:xfrm>
              <a:off x="2697250" y="28042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599" name="ph3599"/>
            <p:cNvSpPr/>
            <p:nvPr/>
          </p:nvSpPr>
          <p:spPr>
            <a:xfrm>
              <a:off x="2705957" y="28042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00" name="ph3600"/>
            <p:cNvSpPr/>
            <p:nvPr/>
          </p:nvSpPr>
          <p:spPr>
            <a:xfrm>
              <a:off x="2714664" y="28042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01" name="ph3601"/>
            <p:cNvSpPr/>
            <p:nvPr/>
          </p:nvSpPr>
          <p:spPr>
            <a:xfrm>
              <a:off x="2723371" y="28042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02" name="ph3602"/>
            <p:cNvSpPr/>
            <p:nvPr/>
          </p:nvSpPr>
          <p:spPr>
            <a:xfrm>
              <a:off x="2732079" y="28042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03" name="ph3603"/>
            <p:cNvSpPr/>
            <p:nvPr/>
          </p:nvSpPr>
          <p:spPr>
            <a:xfrm>
              <a:off x="2845272" y="28042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04" name="ph3604"/>
            <p:cNvSpPr/>
            <p:nvPr/>
          </p:nvSpPr>
          <p:spPr>
            <a:xfrm>
              <a:off x="2853979" y="28042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05" name="ph3605"/>
            <p:cNvSpPr/>
            <p:nvPr/>
          </p:nvSpPr>
          <p:spPr>
            <a:xfrm>
              <a:off x="2862686" y="28042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06" name="ph3606"/>
            <p:cNvSpPr/>
            <p:nvPr/>
          </p:nvSpPr>
          <p:spPr>
            <a:xfrm>
              <a:off x="2871393" y="28042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07" name="ph3607"/>
            <p:cNvSpPr/>
            <p:nvPr/>
          </p:nvSpPr>
          <p:spPr>
            <a:xfrm>
              <a:off x="2880101" y="28042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08" name="ph3608"/>
            <p:cNvSpPr/>
            <p:nvPr/>
          </p:nvSpPr>
          <p:spPr>
            <a:xfrm>
              <a:off x="1469538" y="28149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09" name="ph3609"/>
            <p:cNvSpPr/>
            <p:nvPr/>
          </p:nvSpPr>
          <p:spPr>
            <a:xfrm>
              <a:off x="1478245" y="28149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10" name="ph3610"/>
            <p:cNvSpPr/>
            <p:nvPr/>
          </p:nvSpPr>
          <p:spPr>
            <a:xfrm>
              <a:off x="1486952" y="28149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11" name="ph3611"/>
            <p:cNvSpPr/>
            <p:nvPr/>
          </p:nvSpPr>
          <p:spPr>
            <a:xfrm>
              <a:off x="1495659" y="28149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12" name="ph3612"/>
            <p:cNvSpPr/>
            <p:nvPr/>
          </p:nvSpPr>
          <p:spPr>
            <a:xfrm>
              <a:off x="1504366" y="28149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13" name="ph3613"/>
            <p:cNvSpPr/>
            <p:nvPr/>
          </p:nvSpPr>
          <p:spPr>
            <a:xfrm>
              <a:off x="2697250" y="28149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14" name="ph3614"/>
            <p:cNvSpPr/>
            <p:nvPr/>
          </p:nvSpPr>
          <p:spPr>
            <a:xfrm>
              <a:off x="2705957" y="28149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15" name="ph3615"/>
            <p:cNvSpPr/>
            <p:nvPr/>
          </p:nvSpPr>
          <p:spPr>
            <a:xfrm>
              <a:off x="2714664" y="28149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16" name="ph3616"/>
            <p:cNvSpPr/>
            <p:nvPr/>
          </p:nvSpPr>
          <p:spPr>
            <a:xfrm>
              <a:off x="2723371" y="28149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17" name="ph3617"/>
            <p:cNvSpPr/>
            <p:nvPr/>
          </p:nvSpPr>
          <p:spPr>
            <a:xfrm>
              <a:off x="2732079" y="28149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18" name="ph3618"/>
            <p:cNvSpPr/>
            <p:nvPr/>
          </p:nvSpPr>
          <p:spPr>
            <a:xfrm>
              <a:off x="2845272" y="28149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19" name="ph3619"/>
            <p:cNvSpPr/>
            <p:nvPr/>
          </p:nvSpPr>
          <p:spPr>
            <a:xfrm>
              <a:off x="2853979" y="28149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20" name="ph3620"/>
            <p:cNvSpPr/>
            <p:nvPr/>
          </p:nvSpPr>
          <p:spPr>
            <a:xfrm>
              <a:off x="2862686" y="28149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21" name="ph3621"/>
            <p:cNvSpPr/>
            <p:nvPr/>
          </p:nvSpPr>
          <p:spPr>
            <a:xfrm>
              <a:off x="2871393" y="28149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22" name="ph3622"/>
            <p:cNvSpPr/>
            <p:nvPr/>
          </p:nvSpPr>
          <p:spPr>
            <a:xfrm>
              <a:off x="1478245" y="28256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23" name="ph3623"/>
            <p:cNvSpPr/>
            <p:nvPr/>
          </p:nvSpPr>
          <p:spPr>
            <a:xfrm>
              <a:off x="1486952" y="28256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24" name="ph3624"/>
            <p:cNvSpPr/>
            <p:nvPr/>
          </p:nvSpPr>
          <p:spPr>
            <a:xfrm>
              <a:off x="1495659" y="28256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25" name="ph3625"/>
            <p:cNvSpPr/>
            <p:nvPr/>
          </p:nvSpPr>
          <p:spPr>
            <a:xfrm>
              <a:off x="1504366" y="28256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26" name="ph3626"/>
            <p:cNvSpPr/>
            <p:nvPr/>
          </p:nvSpPr>
          <p:spPr>
            <a:xfrm>
              <a:off x="1513074" y="28256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27" name="ph3627"/>
            <p:cNvSpPr/>
            <p:nvPr/>
          </p:nvSpPr>
          <p:spPr>
            <a:xfrm>
              <a:off x="2705957" y="28256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28" name="ph3628"/>
            <p:cNvSpPr/>
            <p:nvPr/>
          </p:nvSpPr>
          <p:spPr>
            <a:xfrm>
              <a:off x="2714664" y="28256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29" name="ph3629"/>
            <p:cNvSpPr/>
            <p:nvPr/>
          </p:nvSpPr>
          <p:spPr>
            <a:xfrm>
              <a:off x="2723371" y="28256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30" name="ph3630"/>
            <p:cNvSpPr/>
            <p:nvPr/>
          </p:nvSpPr>
          <p:spPr>
            <a:xfrm>
              <a:off x="2732079" y="28256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31" name="ph3631"/>
            <p:cNvSpPr/>
            <p:nvPr/>
          </p:nvSpPr>
          <p:spPr>
            <a:xfrm>
              <a:off x="2740786" y="28256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32" name="ph3632"/>
            <p:cNvSpPr/>
            <p:nvPr/>
          </p:nvSpPr>
          <p:spPr>
            <a:xfrm>
              <a:off x="2845272" y="28256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33" name="ph3633"/>
            <p:cNvSpPr/>
            <p:nvPr/>
          </p:nvSpPr>
          <p:spPr>
            <a:xfrm>
              <a:off x="2853979" y="28256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34" name="ph3634"/>
            <p:cNvSpPr/>
            <p:nvPr/>
          </p:nvSpPr>
          <p:spPr>
            <a:xfrm>
              <a:off x="2862686" y="28256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35" name="ph3635"/>
            <p:cNvSpPr/>
            <p:nvPr/>
          </p:nvSpPr>
          <p:spPr>
            <a:xfrm>
              <a:off x="2871393" y="28256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36" name="ph3636"/>
            <p:cNvSpPr/>
            <p:nvPr/>
          </p:nvSpPr>
          <p:spPr>
            <a:xfrm>
              <a:off x="1478245" y="28363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37" name="ph3637"/>
            <p:cNvSpPr/>
            <p:nvPr/>
          </p:nvSpPr>
          <p:spPr>
            <a:xfrm>
              <a:off x="1486952" y="28363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38" name="ph3638"/>
            <p:cNvSpPr/>
            <p:nvPr/>
          </p:nvSpPr>
          <p:spPr>
            <a:xfrm>
              <a:off x="1495659" y="28363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39" name="ph3639"/>
            <p:cNvSpPr/>
            <p:nvPr/>
          </p:nvSpPr>
          <p:spPr>
            <a:xfrm>
              <a:off x="1504366" y="28363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40" name="ph3640"/>
            <p:cNvSpPr/>
            <p:nvPr/>
          </p:nvSpPr>
          <p:spPr>
            <a:xfrm>
              <a:off x="1513074" y="28363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41" name="ph3641"/>
            <p:cNvSpPr/>
            <p:nvPr/>
          </p:nvSpPr>
          <p:spPr>
            <a:xfrm>
              <a:off x="1521781" y="28363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42" name="ph3642"/>
            <p:cNvSpPr/>
            <p:nvPr/>
          </p:nvSpPr>
          <p:spPr>
            <a:xfrm>
              <a:off x="2705957" y="28363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43" name="ph3643"/>
            <p:cNvSpPr/>
            <p:nvPr/>
          </p:nvSpPr>
          <p:spPr>
            <a:xfrm>
              <a:off x="2714664" y="28363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44" name="ph3644"/>
            <p:cNvSpPr/>
            <p:nvPr/>
          </p:nvSpPr>
          <p:spPr>
            <a:xfrm>
              <a:off x="2723371" y="28363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45" name="ph3645"/>
            <p:cNvSpPr/>
            <p:nvPr/>
          </p:nvSpPr>
          <p:spPr>
            <a:xfrm>
              <a:off x="2732079" y="28363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46" name="ph3646"/>
            <p:cNvSpPr/>
            <p:nvPr/>
          </p:nvSpPr>
          <p:spPr>
            <a:xfrm>
              <a:off x="2740786" y="28363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47" name="ph3647"/>
            <p:cNvSpPr/>
            <p:nvPr/>
          </p:nvSpPr>
          <p:spPr>
            <a:xfrm>
              <a:off x="2845272" y="28363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48" name="ph3648"/>
            <p:cNvSpPr/>
            <p:nvPr/>
          </p:nvSpPr>
          <p:spPr>
            <a:xfrm>
              <a:off x="2853979" y="28363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49" name="ph3649"/>
            <p:cNvSpPr/>
            <p:nvPr/>
          </p:nvSpPr>
          <p:spPr>
            <a:xfrm>
              <a:off x="2862686" y="28363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50" name="ph3650"/>
            <p:cNvSpPr/>
            <p:nvPr/>
          </p:nvSpPr>
          <p:spPr>
            <a:xfrm>
              <a:off x="2871393" y="2836385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51" name="ph3651"/>
            <p:cNvSpPr/>
            <p:nvPr/>
          </p:nvSpPr>
          <p:spPr>
            <a:xfrm>
              <a:off x="1486952" y="28470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52" name="ph3652"/>
            <p:cNvSpPr/>
            <p:nvPr/>
          </p:nvSpPr>
          <p:spPr>
            <a:xfrm>
              <a:off x="1495659" y="28470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53" name="ph3653"/>
            <p:cNvSpPr/>
            <p:nvPr/>
          </p:nvSpPr>
          <p:spPr>
            <a:xfrm>
              <a:off x="1504366" y="28470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54" name="ph3654"/>
            <p:cNvSpPr/>
            <p:nvPr/>
          </p:nvSpPr>
          <p:spPr>
            <a:xfrm>
              <a:off x="1513074" y="28470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55" name="ph3655"/>
            <p:cNvSpPr/>
            <p:nvPr/>
          </p:nvSpPr>
          <p:spPr>
            <a:xfrm>
              <a:off x="1521781" y="28470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56" name="ph3656"/>
            <p:cNvSpPr/>
            <p:nvPr/>
          </p:nvSpPr>
          <p:spPr>
            <a:xfrm>
              <a:off x="2705957" y="28470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57" name="ph3657"/>
            <p:cNvSpPr/>
            <p:nvPr/>
          </p:nvSpPr>
          <p:spPr>
            <a:xfrm>
              <a:off x="2714664" y="28470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58" name="ph3658"/>
            <p:cNvSpPr/>
            <p:nvPr/>
          </p:nvSpPr>
          <p:spPr>
            <a:xfrm>
              <a:off x="2723371" y="28470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59" name="ph3659"/>
            <p:cNvSpPr/>
            <p:nvPr/>
          </p:nvSpPr>
          <p:spPr>
            <a:xfrm>
              <a:off x="2732079" y="28470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60" name="ph3660"/>
            <p:cNvSpPr/>
            <p:nvPr/>
          </p:nvSpPr>
          <p:spPr>
            <a:xfrm>
              <a:off x="2740786" y="28470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61" name="ph3661"/>
            <p:cNvSpPr/>
            <p:nvPr/>
          </p:nvSpPr>
          <p:spPr>
            <a:xfrm>
              <a:off x="2749493" y="28470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62" name="ph3662"/>
            <p:cNvSpPr/>
            <p:nvPr/>
          </p:nvSpPr>
          <p:spPr>
            <a:xfrm>
              <a:off x="2758200" y="28470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63" name="ph3663"/>
            <p:cNvSpPr/>
            <p:nvPr/>
          </p:nvSpPr>
          <p:spPr>
            <a:xfrm>
              <a:off x="2766907" y="28470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64" name="ph3664"/>
            <p:cNvSpPr/>
            <p:nvPr/>
          </p:nvSpPr>
          <p:spPr>
            <a:xfrm>
              <a:off x="2845272" y="28470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65" name="ph3665"/>
            <p:cNvSpPr/>
            <p:nvPr/>
          </p:nvSpPr>
          <p:spPr>
            <a:xfrm>
              <a:off x="2853979" y="28470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66" name="ph3666"/>
            <p:cNvSpPr/>
            <p:nvPr/>
          </p:nvSpPr>
          <p:spPr>
            <a:xfrm>
              <a:off x="2862686" y="28470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67" name="ph3667"/>
            <p:cNvSpPr/>
            <p:nvPr/>
          </p:nvSpPr>
          <p:spPr>
            <a:xfrm>
              <a:off x="2871393" y="28470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68" name="ph3668"/>
            <p:cNvSpPr/>
            <p:nvPr/>
          </p:nvSpPr>
          <p:spPr>
            <a:xfrm>
              <a:off x="1495659" y="28577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69" name="ph3669"/>
            <p:cNvSpPr/>
            <p:nvPr/>
          </p:nvSpPr>
          <p:spPr>
            <a:xfrm>
              <a:off x="1504366" y="28577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70" name="ph3670"/>
            <p:cNvSpPr/>
            <p:nvPr/>
          </p:nvSpPr>
          <p:spPr>
            <a:xfrm>
              <a:off x="1513074" y="28577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71" name="ph3671"/>
            <p:cNvSpPr/>
            <p:nvPr/>
          </p:nvSpPr>
          <p:spPr>
            <a:xfrm>
              <a:off x="1521781" y="28577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72" name="ph3672"/>
            <p:cNvSpPr/>
            <p:nvPr/>
          </p:nvSpPr>
          <p:spPr>
            <a:xfrm>
              <a:off x="2714664" y="28577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73" name="ph3673"/>
            <p:cNvSpPr/>
            <p:nvPr/>
          </p:nvSpPr>
          <p:spPr>
            <a:xfrm>
              <a:off x="2723371" y="28577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74" name="ph3674"/>
            <p:cNvSpPr/>
            <p:nvPr/>
          </p:nvSpPr>
          <p:spPr>
            <a:xfrm>
              <a:off x="2732079" y="28577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75" name="ph3675"/>
            <p:cNvSpPr/>
            <p:nvPr/>
          </p:nvSpPr>
          <p:spPr>
            <a:xfrm>
              <a:off x="2740786" y="28577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76" name="ph3676"/>
            <p:cNvSpPr/>
            <p:nvPr/>
          </p:nvSpPr>
          <p:spPr>
            <a:xfrm>
              <a:off x="2749493" y="28577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77" name="ph3677"/>
            <p:cNvSpPr/>
            <p:nvPr/>
          </p:nvSpPr>
          <p:spPr>
            <a:xfrm>
              <a:off x="2758200" y="28577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78" name="ph3678"/>
            <p:cNvSpPr/>
            <p:nvPr/>
          </p:nvSpPr>
          <p:spPr>
            <a:xfrm>
              <a:off x="2766907" y="28577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79" name="ph3679"/>
            <p:cNvSpPr/>
            <p:nvPr/>
          </p:nvSpPr>
          <p:spPr>
            <a:xfrm>
              <a:off x="2775614" y="28577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80" name="ph3680"/>
            <p:cNvSpPr/>
            <p:nvPr/>
          </p:nvSpPr>
          <p:spPr>
            <a:xfrm>
              <a:off x="2836565" y="28577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81" name="ph3681"/>
            <p:cNvSpPr/>
            <p:nvPr/>
          </p:nvSpPr>
          <p:spPr>
            <a:xfrm>
              <a:off x="2845272" y="28577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82" name="ph3682"/>
            <p:cNvSpPr/>
            <p:nvPr/>
          </p:nvSpPr>
          <p:spPr>
            <a:xfrm>
              <a:off x="2853979" y="28577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83" name="ph3683"/>
            <p:cNvSpPr/>
            <p:nvPr/>
          </p:nvSpPr>
          <p:spPr>
            <a:xfrm>
              <a:off x="2862686" y="28577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84" name="ph3684"/>
            <p:cNvSpPr/>
            <p:nvPr/>
          </p:nvSpPr>
          <p:spPr>
            <a:xfrm>
              <a:off x="2871393" y="28577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85" name="ph3685"/>
            <p:cNvSpPr/>
            <p:nvPr/>
          </p:nvSpPr>
          <p:spPr>
            <a:xfrm>
              <a:off x="1495659" y="28684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86" name="ph3686"/>
            <p:cNvSpPr/>
            <p:nvPr/>
          </p:nvSpPr>
          <p:spPr>
            <a:xfrm>
              <a:off x="1504366" y="28684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87" name="ph3687"/>
            <p:cNvSpPr/>
            <p:nvPr/>
          </p:nvSpPr>
          <p:spPr>
            <a:xfrm>
              <a:off x="1513074" y="28684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88" name="ph3688"/>
            <p:cNvSpPr/>
            <p:nvPr/>
          </p:nvSpPr>
          <p:spPr>
            <a:xfrm>
              <a:off x="1521781" y="28684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89" name="ph3689"/>
            <p:cNvSpPr/>
            <p:nvPr/>
          </p:nvSpPr>
          <p:spPr>
            <a:xfrm>
              <a:off x="2723371" y="28684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90" name="ph3690"/>
            <p:cNvSpPr/>
            <p:nvPr/>
          </p:nvSpPr>
          <p:spPr>
            <a:xfrm>
              <a:off x="2732079" y="28684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91" name="ph3691"/>
            <p:cNvSpPr/>
            <p:nvPr/>
          </p:nvSpPr>
          <p:spPr>
            <a:xfrm>
              <a:off x="2740786" y="28684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92" name="ph3692"/>
            <p:cNvSpPr/>
            <p:nvPr/>
          </p:nvSpPr>
          <p:spPr>
            <a:xfrm>
              <a:off x="2749493" y="28684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93" name="ph3693"/>
            <p:cNvSpPr/>
            <p:nvPr/>
          </p:nvSpPr>
          <p:spPr>
            <a:xfrm>
              <a:off x="2758200" y="28684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94" name="ph3694"/>
            <p:cNvSpPr/>
            <p:nvPr/>
          </p:nvSpPr>
          <p:spPr>
            <a:xfrm>
              <a:off x="2766907" y="28684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95" name="ph3695"/>
            <p:cNvSpPr/>
            <p:nvPr/>
          </p:nvSpPr>
          <p:spPr>
            <a:xfrm>
              <a:off x="2775614" y="28684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96" name="ph3696"/>
            <p:cNvSpPr/>
            <p:nvPr/>
          </p:nvSpPr>
          <p:spPr>
            <a:xfrm>
              <a:off x="2836565" y="28684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97" name="ph3697"/>
            <p:cNvSpPr/>
            <p:nvPr/>
          </p:nvSpPr>
          <p:spPr>
            <a:xfrm>
              <a:off x="2845272" y="28684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98" name="ph3698"/>
            <p:cNvSpPr/>
            <p:nvPr/>
          </p:nvSpPr>
          <p:spPr>
            <a:xfrm>
              <a:off x="2853979" y="28684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699" name="ph3699"/>
            <p:cNvSpPr/>
            <p:nvPr/>
          </p:nvSpPr>
          <p:spPr>
            <a:xfrm>
              <a:off x="2862686" y="28684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00" name="ph3700"/>
            <p:cNvSpPr/>
            <p:nvPr/>
          </p:nvSpPr>
          <p:spPr>
            <a:xfrm>
              <a:off x="2871393" y="28684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01" name="ph3701"/>
            <p:cNvSpPr/>
            <p:nvPr/>
          </p:nvSpPr>
          <p:spPr>
            <a:xfrm>
              <a:off x="1486952" y="28791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02" name="ph3702"/>
            <p:cNvSpPr/>
            <p:nvPr/>
          </p:nvSpPr>
          <p:spPr>
            <a:xfrm>
              <a:off x="1495659" y="28791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03" name="ph3703"/>
            <p:cNvSpPr/>
            <p:nvPr/>
          </p:nvSpPr>
          <p:spPr>
            <a:xfrm>
              <a:off x="1504366" y="28791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04" name="ph3704"/>
            <p:cNvSpPr/>
            <p:nvPr/>
          </p:nvSpPr>
          <p:spPr>
            <a:xfrm>
              <a:off x="1513074" y="28791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05" name="ph3705"/>
            <p:cNvSpPr/>
            <p:nvPr/>
          </p:nvSpPr>
          <p:spPr>
            <a:xfrm>
              <a:off x="1521781" y="28791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06" name="ph3706"/>
            <p:cNvSpPr/>
            <p:nvPr/>
          </p:nvSpPr>
          <p:spPr>
            <a:xfrm>
              <a:off x="2732079" y="28791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07" name="ph3707"/>
            <p:cNvSpPr/>
            <p:nvPr/>
          </p:nvSpPr>
          <p:spPr>
            <a:xfrm>
              <a:off x="2740786" y="28791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08" name="ph3708"/>
            <p:cNvSpPr/>
            <p:nvPr/>
          </p:nvSpPr>
          <p:spPr>
            <a:xfrm>
              <a:off x="2749493" y="28791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09" name="ph3709"/>
            <p:cNvSpPr/>
            <p:nvPr/>
          </p:nvSpPr>
          <p:spPr>
            <a:xfrm>
              <a:off x="2758200" y="28791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10" name="ph3710"/>
            <p:cNvSpPr/>
            <p:nvPr/>
          </p:nvSpPr>
          <p:spPr>
            <a:xfrm>
              <a:off x="2766907" y="28791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11" name="ph3711"/>
            <p:cNvSpPr/>
            <p:nvPr/>
          </p:nvSpPr>
          <p:spPr>
            <a:xfrm>
              <a:off x="2775614" y="28791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12" name="ph3712"/>
            <p:cNvSpPr/>
            <p:nvPr/>
          </p:nvSpPr>
          <p:spPr>
            <a:xfrm>
              <a:off x="2784322" y="28791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13" name="ph3713"/>
            <p:cNvSpPr/>
            <p:nvPr/>
          </p:nvSpPr>
          <p:spPr>
            <a:xfrm>
              <a:off x="2827858" y="28791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14" name="ph3714"/>
            <p:cNvSpPr/>
            <p:nvPr/>
          </p:nvSpPr>
          <p:spPr>
            <a:xfrm>
              <a:off x="2836565" y="28791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15" name="ph3715"/>
            <p:cNvSpPr/>
            <p:nvPr/>
          </p:nvSpPr>
          <p:spPr>
            <a:xfrm>
              <a:off x="2845272" y="28791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16" name="ph3716"/>
            <p:cNvSpPr/>
            <p:nvPr/>
          </p:nvSpPr>
          <p:spPr>
            <a:xfrm>
              <a:off x="2853979" y="28791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17" name="ph3717"/>
            <p:cNvSpPr/>
            <p:nvPr/>
          </p:nvSpPr>
          <p:spPr>
            <a:xfrm>
              <a:off x="2862686" y="28791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18" name="ph3718"/>
            <p:cNvSpPr/>
            <p:nvPr/>
          </p:nvSpPr>
          <p:spPr>
            <a:xfrm>
              <a:off x="2871393" y="28791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19" name="ph3719"/>
            <p:cNvSpPr/>
            <p:nvPr/>
          </p:nvSpPr>
          <p:spPr>
            <a:xfrm>
              <a:off x="1486952" y="28898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20" name="ph3720"/>
            <p:cNvSpPr/>
            <p:nvPr/>
          </p:nvSpPr>
          <p:spPr>
            <a:xfrm>
              <a:off x="1495659" y="28898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21" name="ph3721"/>
            <p:cNvSpPr/>
            <p:nvPr/>
          </p:nvSpPr>
          <p:spPr>
            <a:xfrm>
              <a:off x="1504366" y="28898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22" name="ph3722"/>
            <p:cNvSpPr/>
            <p:nvPr/>
          </p:nvSpPr>
          <p:spPr>
            <a:xfrm>
              <a:off x="1513074" y="28898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23" name="ph3723"/>
            <p:cNvSpPr/>
            <p:nvPr/>
          </p:nvSpPr>
          <p:spPr>
            <a:xfrm>
              <a:off x="1521781" y="28898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24" name="ph3724"/>
            <p:cNvSpPr/>
            <p:nvPr/>
          </p:nvSpPr>
          <p:spPr>
            <a:xfrm>
              <a:off x="2749493" y="28898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25" name="ph3725"/>
            <p:cNvSpPr/>
            <p:nvPr/>
          </p:nvSpPr>
          <p:spPr>
            <a:xfrm>
              <a:off x="2758200" y="28898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26" name="ph3726"/>
            <p:cNvSpPr/>
            <p:nvPr/>
          </p:nvSpPr>
          <p:spPr>
            <a:xfrm>
              <a:off x="2766907" y="28898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27" name="ph3727"/>
            <p:cNvSpPr/>
            <p:nvPr/>
          </p:nvSpPr>
          <p:spPr>
            <a:xfrm>
              <a:off x="2775614" y="28898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28" name="ph3728"/>
            <p:cNvSpPr/>
            <p:nvPr/>
          </p:nvSpPr>
          <p:spPr>
            <a:xfrm>
              <a:off x="2784322" y="28898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29" name="ph3729"/>
            <p:cNvSpPr/>
            <p:nvPr/>
          </p:nvSpPr>
          <p:spPr>
            <a:xfrm>
              <a:off x="2827858" y="28898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30" name="ph3730"/>
            <p:cNvSpPr/>
            <p:nvPr/>
          </p:nvSpPr>
          <p:spPr>
            <a:xfrm>
              <a:off x="2836565" y="28898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31" name="ph3731"/>
            <p:cNvSpPr/>
            <p:nvPr/>
          </p:nvSpPr>
          <p:spPr>
            <a:xfrm>
              <a:off x="2845272" y="28898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32" name="ph3732"/>
            <p:cNvSpPr/>
            <p:nvPr/>
          </p:nvSpPr>
          <p:spPr>
            <a:xfrm>
              <a:off x="2853979" y="28898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33" name="ph3733"/>
            <p:cNvSpPr/>
            <p:nvPr/>
          </p:nvSpPr>
          <p:spPr>
            <a:xfrm>
              <a:off x="2862686" y="28898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34" name="ph3734"/>
            <p:cNvSpPr/>
            <p:nvPr/>
          </p:nvSpPr>
          <p:spPr>
            <a:xfrm>
              <a:off x="1478245" y="29005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35" name="ph3735"/>
            <p:cNvSpPr/>
            <p:nvPr/>
          </p:nvSpPr>
          <p:spPr>
            <a:xfrm>
              <a:off x="1486952" y="29005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36" name="ph3736"/>
            <p:cNvSpPr/>
            <p:nvPr/>
          </p:nvSpPr>
          <p:spPr>
            <a:xfrm>
              <a:off x="1495659" y="29005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37" name="ph3737"/>
            <p:cNvSpPr/>
            <p:nvPr/>
          </p:nvSpPr>
          <p:spPr>
            <a:xfrm>
              <a:off x="1504366" y="29005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38" name="ph3738"/>
            <p:cNvSpPr/>
            <p:nvPr/>
          </p:nvSpPr>
          <p:spPr>
            <a:xfrm>
              <a:off x="1513074" y="29005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39" name="ph3739"/>
            <p:cNvSpPr/>
            <p:nvPr/>
          </p:nvSpPr>
          <p:spPr>
            <a:xfrm>
              <a:off x="2758200" y="29005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40" name="ph3740"/>
            <p:cNvSpPr/>
            <p:nvPr/>
          </p:nvSpPr>
          <p:spPr>
            <a:xfrm>
              <a:off x="2766907" y="29005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41" name="ph3741"/>
            <p:cNvSpPr/>
            <p:nvPr/>
          </p:nvSpPr>
          <p:spPr>
            <a:xfrm>
              <a:off x="2775614" y="29005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42" name="ph3742"/>
            <p:cNvSpPr/>
            <p:nvPr/>
          </p:nvSpPr>
          <p:spPr>
            <a:xfrm>
              <a:off x="2784322" y="29005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43" name="ph3743"/>
            <p:cNvSpPr/>
            <p:nvPr/>
          </p:nvSpPr>
          <p:spPr>
            <a:xfrm>
              <a:off x="2793029" y="29005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44" name="ph3744"/>
            <p:cNvSpPr/>
            <p:nvPr/>
          </p:nvSpPr>
          <p:spPr>
            <a:xfrm>
              <a:off x="2801736" y="29005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45" name="ph3745"/>
            <p:cNvSpPr/>
            <p:nvPr/>
          </p:nvSpPr>
          <p:spPr>
            <a:xfrm>
              <a:off x="2819150" y="29005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46" name="ph3746"/>
            <p:cNvSpPr/>
            <p:nvPr/>
          </p:nvSpPr>
          <p:spPr>
            <a:xfrm>
              <a:off x="2827858" y="29005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47" name="ph3747"/>
            <p:cNvSpPr/>
            <p:nvPr/>
          </p:nvSpPr>
          <p:spPr>
            <a:xfrm>
              <a:off x="2836565" y="29005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48" name="ph3748"/>
            <p:cNvSpPr/>
            <p:nvPr/>
          </p:nvSpPr>
          <p:spPr>
            <a:xfrm>
              <a:off x="2845272" y="29005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49" name="ph3749"/>
            <p:cNvSpPr/>
            <p:nvPr/>
          </p:nvSpPr>
          <p:spPr>
            <a:xfrm>
              <a:off x="2853979" y="29005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50" name="ph3750"/>
            <p:cNvSpPr/>
            <p:nvPr/>
          </p:nvSpPr>
          <p:spPr>
            <a:xfrm>
              <a:off x="1469538" y="29112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51" name="ph3751"/>
            <p:cNvSpPr/>
            <p:nvPr/>
          </p:nvSpPr>
          <p:spPr>
            <a:xfrm>
              <a:off x="1478245" y="29112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52" name="ph3752"/>
            <p:cNvSpPr/>
            <p:nvPr/>
          </p:nvSpPr>
          <p:spPr>
            <a:xfrm>
              <a:off x="1486952" y="29112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53" name="ph3753"/>
            <p:cNvSpPr/>
            <p:nvPr/>
          </p:nvSpPr>
          <p:spPr>
            <a:xfrm>
              <a:off x="1495659" y="29112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54" name="ph3754"/>
            <p:cNvSpPr/>
            <p:nvPr/>
          </p:nvSpPr>
          <p:spPr>
            <a:xfrm>
              <a:off x="1504366" y="29112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55" name="ph3755"/>
            <p:cNvSpPr/>
            <p:nvPr/>
          </p:nvSpPr>
          <p:spPr>
            <a:xfrm>
              <a:off x="1513074" y="29112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56" name="ph3756"/>
            <p:cNvSpPr/>
            <p:nvPr/>
          </p:nvSpPr>
          <p:spPr>
            <a:xfrm>
              <a:off x="2758200" y="29112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57" name="ph3757"/>
            <p:cNvSpPr/>
            <p:nvPr/>
          </p:nvSpPr>
          <p:spPr>
            <a:xfrm>
              <a:off x="2766907" y="29112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58" name="ph3758"/>
            <p:cNvSpPr/>
            <p:nvPr/>
          </p:nvSpPr>
          <p:spPr>
            <a:xfrm>
              <a:off x="2775614" y="29112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59" name="ph3759"/>
            <p:cNvSpPr/>
            <p:nvPr/>
          </p:nvSpPr>
          <p:spPr>
            <a:xfrm>
              <a:off x="2784322" y="29112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60" name="ph3760"/>
            <p:cNvSpPr/>
            <p:nvPr/>
          </p:nvSpPr>
          <p:spPr>
            <a:xfrm>
              <a:off x="2793029" y="29112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61" name="ph3761"/>
            <p:cNvSpPr/>
            <p:nvPr/>
          </p:nvSpPr>
          <p:spPr>
            <a:xfrm>
              <a:off x="2801736" y="29112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62" name="ph3762"/>
            <p:cNvSpPr/>
            <p:nvPr/>
          </p:nvSpPr>
          <p:spPr>
            <a:xfrm>
              <a:off x="2810443" y="29112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63" name="ph3763"/>
            <p:cNvSpPr/>
            <p:nvPr/>
          </p:nvSpPr>
          <p:spPr>
            <a:xfrm>
              <a:off x="2819150" y="29112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64" name="ph3764"/>
            <p:cNvSpPr/>
            <p:nvPr/>
          </p:nvSpPr>
          <p:spPr>
            <a:xfrm>
              <a:off x="2827858" y="29112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65" name="ph3765"/>
            <p:cNvSpPr/>
            <p:nvPr/>
          </p:nvSpPr>
          <p:spPr>
            <a:xfrm>
              <a:off x="2836565" y="29112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66" name="ph3766"/>
            <p:cNvSpPr/>
            <p:nvPr/>
          </p:nvSpPr>
          <p:spPr>
            <a:xfrm>
              <a:off x="2845272" y="29112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67" name="ph3767"/>
            <p:cNvSpPr/>
            <p:nvPr/>
          </p:nvSpPr>
          <p:spPr>
            <a:xfrm>
              <a:off x="2853979" y="29112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68" name="ph3768"/>
            <p:cNvSpPr/>
            <p:nvPr/>
          </p:nvSpPr>
          <p:spPr>
            <a:xfrm>
              <a:off x="1469538" y="29219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69" name="ph3769"/>
            <p:cNvSpPr/>
            <p:nvPr/>
          </p:nvSpPr>
          <p:spPr>
            <a:xfrm>
              <a:off x="1478245" y="29219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70" name="ph3770"/>
            <p:cNvSpPr/>
            <p:nvPr/>
          </p:nvSpPr>
          <p:spPr>
            <a:xfrm>
              <a:off x="1486952" y="29219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71" name="ph3771"/>
            <p:cNvSpPr/>
            <p:nvPr/>
          </p:nvSpPr>
          <p:spPr>
            <a:xfrm>
              <a:off x="1495659" y="29219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72" name="ph3772"/>
            <p:cNvSpPr/>
            <p:nvPr/>
          </p:nvSpPr>
          <p:spPr>
            <a:xfrm>
              <a:off x="1504366" y="29219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73" name="ph3773"/>
            <p:cNvSpPr/>
            <p:nvPr/>
          </p:nvSpPr>
          <p:spPr>
            <a:xfrm>
              <a:off x="2758200" y="29219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74" name="ph3774"/>
            <p:cNvSpPr/>
            <p:nvPr/>
          </p:nvSpPr>
          <p:spPr>
            <a:xfrm>
              <a:off x="2766907" y="29219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75" name="ph3775"/>
            <p:cNvSpPr/>
            <p:nvPr/>
          </p:nvSpPr>
          <p:spPr>
            <a:xfrm>
              <a:off x="2775614" y="29219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76" name="ph3776"/>
            <p:cNvSpPr/>
            <p:nvPr/>
          </p:nvSpPr>
          <p:spPr>
            <a:xfrm>
              <a:off x="2784322" y="29219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77" name="ph3777"/>
            <p:cNvSpPr/>
            <p:nvPr/>
          </p:nvSpPr>
          <p:spPr>
            <a:xfrm>
              <a:off x="2793029" y="29219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78" name="ph3778"/>
            <p:cNvSpPr/>
            <p:nvPr/>
          </p:nvSpPr>
          <p:spPr>
            <a:xfrm>
              <a:off x="2801736" y="29219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79" name="ph3779"/>
            <p:cNvSpPr/>
            <p:nvPr/>
          </p:nvSpPr>
          <p:spPr>
            <a:xfrm>
              <a:off x="2810443" y="29219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80" name="ph3780"/>
            <p:cNvSpPr/>
            <p:nvPr/>
          </p:nvSpPr>
          <p:spPr>
            <a:xfrm>
              <a:off x="2819150" y="29219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81" name="ph3781"/>
            <p:cNvSpPr/>
            <p:nvPr/>
          </p:nvSpPr>
          <p:spPr>
            <a:xfrm>
              <a:off x="2827858" y="29219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82" name="ph3782"/>
            <p:cNvSpPr/>
            <p:nvPr/>
          </p:nvSpPr>
          <p:spPr>
            <a:xfrm>
              <a:off x="2836565" y="29219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83" name="ph3783"/>
            <p:cNvSpPr/>
            <p:nvPr/>
          </p:nvSpPr>
          <p:spPr>
            <a:xfrm>
              <a:off x="2845272" y="29219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84" name="ph3784"/>
            <p:cNvSpPr/>
            <p:nvPr/>
          </p:nvSpPr>
          <p:spPr>
            <a:xfrm>
              <a:off x="2853979" y="2921984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85" name="ph3785"/>
            <p:cNvSpPr/>
            <p:nvPr/>
          </p:nvSpPr>
          <p:spPr>
            <a:xfrm>
              <a:off x="1469538" y="293268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86" name="ph3786"/>
            <p:cNvSpPr/>
            <p:nvPr/>
          </p:nvSpPr>
          <p:spPr>
            <a:xfrm>
              <a:off x="1478245" y="293268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87" name="ph3787"/>
            <p:cNvSpPr/>
            <p:nvPr/>
          </p:nvSpPr>
          <p:spPr>
            <a:xfrm>
              <a:off x="1486952" y="293268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88" name="ph3788"/>
            <p:cNvSpPr/>
            <p:nvPr/>
          </p:nvSpPr>
          <p:spPr>
            <a:xfrm>
              <a:off x="1495659" y="293268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89" name="ph3789"/>
            <p:cNvSpPr/>
            <p:nvPr/>
          </p:nvSpPr>
          <p:spPr>
            <a:xfrm>
              <a:off x="1504366" y="293268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90" name="ph3790"/>
            <p:cNvSpPr/>
            <p:nvPr/>
          </p:nvSpPr>
          <p:spPr>
            <a:xfrm>
              <a:off x="2758200" y="293268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91" name="ph3791"/>
            <p:cNvSpPr/>
            <p:nvPr/>
          </p:nvSpPr>
          <p:spPr>
            <a:xfrm>
              <a:off x="2766907" y="293268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92" name="ph3792"/>
            <p:cNvSpPr/>
            <p:nvPr/>
          </p:nvSpPr>
          <p:spPr>
            <a:xfrm>
              <a:off x="2775614" y="293268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93" name="ph3793"/>
            <p:cNvSpPr/>
            <p:nvPr/>
          </p:nvSpPr>
          <p:spPr>
            <a:xfrm>
              <a:off x="2784322" y="293268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94" name="ph3794"/>
            <p:cNvSpPr/>
            <p:nvPr/>
          </p:nvSpPr>
          <p:spPr>
            <a:xfrm>
              <a:off x="2793029" y="293268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95" name="ph3795"/>
            <p:cNvSpPr/>
            <p:nvPr/>
          </p:nvSpPr>
          <p:spPr>
            <a:xfrm>
              <a:off x="2801736" y="293268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96" name="ph3796"/>
            <p:cNvSpPr/>
            <p:nvPr/>
          </p:nvSpPr>
          <p:spPr>
            <a:xfrm>
              <a:off x="2810443" y="293268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97" name="ph3797"/>
            <p:cNvSpPr/>
            <p:nvPr/>
          </p:nvSpPr>
          <p:spPr>
            <a:xfrm>
              <a:off x="2819150" y="293268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98" name="ph3798"/>
            <p:cNvSpPr/>
            <p:nvPr/>
          </p:nvSpPr>
          <p:spPr>
            <a:xfrm>
              <a:off x="2827858" y="293268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799" name="ph3799"/>
            <p:cNvSpPr/>
            <p:nvPr/>
          </p:nvSpPr>
          <p:spPr>
            <a:xfrm>
              <a:off x="2836565" y="293268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00" name="ph3800"/>
            <p:cNvSpPr/>
            <p:nvPr/>
          </p:nvSpPr>
          <p:spPr>
            <a:xfrm>
              <a:off x="2845272" y="293268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01" name="ph3801"/>
            <p:cNvSpPr/>
            <p:nvPr/>
          </p:nvSpPr>
          <p:spPr>
            <a:xfrm>
              <a:off x="1460830" y="294338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02" name="ph3802"/>
            <p:cNvSpPr/>
            <p:nvPr/>
          </p:nvSpPr>
          <p:spPr>
            <a:xfrm>
              <a:off x="1469538" y="294338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03" name="ph3803"/>
            <p:cNvSpPr/>
            <p:nvPr/>
          </p:nvSpPr>
          <p:spPr>
            <a:xfrm>
              <a:off x="1478245" y="294338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04" name="ph3804"/>
            <p:cNvSpPr/>
            <p:nvPr/>
          </p:nvSpPr>
          <p:spPr>
            <a:xfrm>
              <a:off x="1486952" y="294338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05" name="ph3805"/>
            <p:cNvSpPr/>
            <p:nvPr/>
          </p:nvSpPr>
          <p:spPr>
            <a:xfrm>
              <a:off x="1495659" y="294338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06" name="ph3806"/>
            <p:cNvSpPr/>
            <p:nvPr/>
          </p:nvSpPr>
          <p:spPr>
            <a:xfrm>
              <a:off x="2766907" y="294338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07" name="ph3807"/>
            <p:cNvSpPr/>
            <p:nvPr/>
          </p:nvSpPr>
          <p:spPr>
            <a:xfrm>
              <a:off x="2775614" y="294338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08" name="ph3808"/>
            <p:cNvSpPr/>
            <p:nvPr/>
          </p:nvSpPr>
          <p:spPr>
            <a:xfrm>
              <a:off x="2784322" y="294338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09" name="ph3809"/>
            <p:cNvSpPr/>
            <p:nvPr/>
          </p:nvSpPr>
          <p:spPr>
            <a:xfrm>
              <a:off x="2793029" y="294338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10" name="ph3810"/>
            <p:cNvSpPr/>
            <p:nvPr/>
          </p:nvSpPr>
          <p:spPr>
            <a:xfrm>
              <a:off x="2801736" y="294338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11" name="ph3811"/>
            <p:cNvSpPr/>
            <p:nvPr/>
          </p:nvSpPr>
          <p:spPr>
            <a:xfrm>
              <a:off x="2810443" y="294338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12" name="ph3812"/>
            <p:cNvSpPr/>
            <p:nvPr/>
          </p:nvSpPr>
          <p:spPr>
            <a:xfrm>
              <a:off x="2819150" y="294338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13" name="ph3813"/>
            <p:cNvSpPr/>
            <p:nvPr/>
          </p:nvSpPr>
          <p:spPr>
            <a:xfrm>
              <a:off x="2827858" y="294338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14" name="ph3814"/>
            <p:cNvSpPr/>
            <p:nvPr/>
          </p:nvSpPr>
          <p:spPr>
            <a:xfrm>
              <a:off x="2836565" y="294338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15" name="ph3815"/>
            <p:cNvSpPr/>
            <p:nvPr/>
          </p:nvSpPr>
          <p:spPr>
            <a:xfrm>
              <a:off x="1460830" y="295408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16" name="ph3816"/>
            <p:cNvSpPr/>
            <p:nvPr/>
          </p:nvSpPr>
          <p:spPr>
            <a:xfrm>
              <a:off x="1469538" y="295408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17" name="ph3817"/>
            <p:cNvSpPr/>
            <p:nvPr/>
          </p:nvSpPr>
          <p:spPr>
            <a:xfrm>
              <a:off x="1478245" y="295408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18" name="ph3818"/>
            <p:cNvSpPr/>
            <p:nvPr/>
          </p:nvSpPr>
          <p:spPr>
            <a:xfrm>
              <a:off x="1486952" y="295408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19" name="ph3819"/>
            <p:cNvSpPr/>
            <p:nvPr/>
          </p:nvSpPr>
          <p:spPr>
            <a:xfrm>
              <a:off x="1495659" y="295408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20" name="ph3820"/>
            <p:cNvSpPr/>
            <p:nvPr/>
          </p:nvSpPr>
          <p:spPr>
            <a:xfrm>
              <a:off x="2775614" y="295408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21" name="ph3821"/>
            <p:cNvSpPr/>
            <p:nvPr/>
          </p:nvSpPr>
          <p:spPr>
            <a:xfrm>
              <a:off x="2784322" y="295408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22" name="ph3822"/>
            <p:cNvSpPr/>
            <p:nvPr/>
          </p:nvSpPr>
          <p:spPr>
            <a:xfrm>
              <a:off x="2793029" y="295408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23" name="ph3823"/>
            <p:cNvSpPr/>
            <p:nvPr/>
          </p:nvSpPr>
          <p:spPr>
            <a:xfrm>
              <a:off x="2801736" y="295408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24" name="ph3824"/>
            <p:cNvSpPr/>
            <p:nvPr/>
          </p:nvSpPr>
          <p:spPr>
            <a:xfrm>
              <a:off x="2810443" y="295408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25" name="ph3825"/>
            <p:cNvSpPr/>
            <p:nvPr/>
          </p:nvSpPr>
          <p:spPr>
            <a:xfrm>
              <a:off x="1460830" y="296478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26" name="ph3826"/>
            <p:cNvSpPr/>
            <p:nvPr/>
          </p:nvSpPr>
          <p:spPr>
            <a:xfrm>
              <a:off x="1469538" y="296478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27" name="ph3827"/>
            <p:cNvSpPr/>
            <p:nvPr/>
          </p:nvSpPr>
          <p:spPr>
            <a:xfrm>
              <a:off x="1478245" y="296478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28" name="ph3828"/>
            <p:cNvSpPr/>
            <p:nvPr/>
          </p:nvSpPr>
          <p:spPr>
            <a:xfrm>
              <a:off x="1486952" y="296478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29" name="ph3829"/>
            <p:cNvSpPr/>
            <p:nvPr/>
          </p:nvSpPr>
          <p:spPr>
            <a:xfrm>
              <a:off x="1495659" y="296478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30" name="ph3830"/>
            <p:cNvSpPr/>
            <p:nvPr/>
          </p:nvSpPr>
          <p:spPr>
            <a:xfrm>
              <a:off x="1460830" y="297548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31" name="ph3831"/>
            <p:cNvSpPr/>
            <p:nvPr/>
          </p:nvSpPr>
          <p:spPr>
            <a:xfrm>
              <a:off x="1469538" y="297548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32" name="ph3832"/>
            <p:cNvSpPr/>
            <p:nvPr/>
          </p:nvSpPr>
          <p:spPr>
            <a:xfrm>
              <a:off x="1478245" y="297548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33" name="ph3833"/>
            <p:cNvSpPr/>
            <p:nvPr/>
          </p:nvSpPr>
          <p:spPr>
            <a:xfrm>
              <a:off x="1486952" y="297548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34" name="ph3834"/>
            <p:cNvSpPr/>
            <p:nvPr/>
          </p:nvSpPr>
          <p:spPr>
            <a:xfrm>
              <a:off x="1452123" y="298618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35" name="ph3835"/>
            <p:cNvSpPr/>
            <p:nvPr/>
          </p:nvSpPr>
          <p:spPr>
            <a:xfrm>
              <a:off x="1460830" y="298618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36" name="ph3836"/>
            <p:cNvSpPr/>
            <p:nvPr/>
          </p:nvSpPr>
          <p:spPr>
            <a:xfrm>
              <a:off x="1469538" y="298618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37" name="ph3837"/>
            <p:cNvSpPr/>
            <p:nvPr/>
          </p:nvSpPr>
          <p:spPr>
            <a:xfrm>
              <a:off x="1478245" y="298618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38" name="ph3838"/>
            <p:cNvSpPr/>
            <p:nvPr/>
          </p:nvSpPr>
          <p:spPr>
            <a:xfrm>
              <a:off x="1486952" y="298618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39" name="ph3839"/>
            <p:cNvSpPr/>
            <p:nvPr/>
          </p:nvSpPr>
          <p:spPr>
            <a:xfrm>
              <a:off x="1452123" y="299688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40" name="ph3840"/>
            <p:cNvSpPr/>
            <p:nvPr/>
          </p:nvSpPr>
          <p:spPr>
            <a:xfrm>
              <a:off x="1460830" y="299688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41" name="ph3841"/>
            <p:cNvSpPr/>
            <p:nvPr/>
          </p:nvSpPr>
          <p:spPr>
            <a:xfrm>
              <a:off x="1469538" y="299688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42" name="ph3842"/>
            <p:cNvSpPr/>
            <p:nvPr/>
          </p:nvSpPr>
          <p:spPr>
            <a:xfrm>
              <a:off x="1478245" y="299688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43" name="ph3843"/>
            <p:cNvSpPr/>
            <p:nvPr/>
          </p:nvSpPr>
          <p:spPr>
            <a:xfrm>
              <a:off x="1486952" y="2996883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44" name="ph3844"/>
            <p:cNvSpPr/>
            <p:nvPr/>
          </p:nvSpPr>
          <p:spPr>
            <a:xfrm>
              <a:off x="1452123" y="300758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45" name="ph3845"/>
            <p:cNvSpPr/>
            <p:nvPr/>
          </p:nvSpPr>
          <p:spPr>
            <a:xfrm>
              <a:off x="1460830" y="300758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46" name="ph3846"/>
            <p:cNvSpPr/>
            <p:nvPr/>
          </p:nvSpPr>
          <p:spPr>
            <a:xfrm>
              <a:off x="1469538" y="300758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47" name="ph3847"/>
            <p:cNvSpPr/>
            <p:nvPr/>
          </p:nvSpPr>
          <p:spPr>
            <a:xfrm>
              <a:off x="1478245" y="300758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48" name="ph3848"/>
            <p:cNvSpPr/>
            <p:nvPr/>
          </p:nvSpPr>
          <p:spPr>
            <a:xfrm>
              <a:off x="1486952" y="300758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49" name="ph3849"/>
            <p:cNvSpPr/>
            <p:nvPr/>
          </p:nvSpPr>
          <p:spPr>
            <a:xfrm>
              <a:off x="1452123" y="301828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50" name="ph3850"/>
            <p:cNvSpPr/>
            <p:nvPr/>
          </p:nvSpPr>
          <p:spPr>
            <a:xfrm>
              <a:off x="1460830" y="301828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51" name="ph3851"/>
            <p:cNvSpPr/>
            <p:nvPr/>
          </p:nvSpPr>
          <p:spPr>
            <a:xfrm>
              <a:off x="1469538" y="301828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52" name="ph3852"/>
            <p:cNvSpPr/>
            <p:nvPr/>
          </p:nvSpPr>
          <p:spPr>
            <a:xfrm>
              <a:off x="1478245" y="301828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53" name="ph3853"/>
            <p:cNvSpPr/>
            <p:nvPr/>
          </p:nvSpPr>
          <p:spPr>
            <a:xfrm>
              <a:off x="1452123" y="302898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54" name="ph3854"/>
            <p:cNvSpPr/>
            <p:nvPr/>
          </p:nvSpPr>
          <p:spPr>
            <a:xfrm>
              <a:off x="1460830" y="302898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55" name="ph3855"/>
            <p:cNvSpPr/>
            <p:nvPr/>
          </p:nvSpPr>
          <p:spPr>
            <a:xfrm>
              <a:off x="1469538" y="302898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56" name="ph3856"/>
            <p:cNvSpPr/>
            <p:nvPr/>
          </p:nvSpPr>
          <p:spPr>
            <a:xfrm>
              <a:off x="1478245" y="302898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57" name="ph3857"/>
            <p:cNvSpPr/>
            <p:nvPr/>
          </p:nvSpPr>
          <p:spPr>
            <a:xfrm>
              <a:off x="1452123" y="303968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58" name="ph3858"/>
            <p:cNvSpPr/>
            <p:nvPr/>
          </p:nvSpPr>
          <p:spPr>
            <a:xfrm>
              <a:off x="1460830" y="303968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59" name="ph3859"/>
            <p:cNvSpPr/>
            <p:nvPr/>
          </p:nvSpPr>
          <p:spPr>
            <a:xfrm>
              <a:off x="1469538" y="303968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60" name="ph3860"/>
            <p:cNvSpPr/>
            <p:nvPr/>
          </p:nvSpPr>
          <p:spPr>
            <a:xfrm>
              <a:off x="1478245" y="303968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74A2">
                <a:alpha val="100000"/>
              </a:srgbClr>
            </a:solidFill>
            <a:ln w="5420" cap="flat">
              <a:solidFill>
                <a:srgbClr val="3A74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61" name="ph3861"/>
            <p:cNvSpPr/>
            <p:nvPr/>
          </p:nvSpPr>
          <p:spPr>
            <a:xfrm>
              <a:off x="1452123" y="305038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62" name="ph3862"/>
            <p:cNvSpPr/>
            <p:nvPr/>
          </p:nvSpPr>
          <p:spPr>
            <a:xfrm>
              <a:off x="1460830" y="305038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4A2">
                <a:alpha val="100000"/>
              </a:srgbClr>
            </a:solidFill>
            <a:ln w="5420" cap="flat">
              <a:solidFill>
                <a:srgbClr val="3A74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63" name="ph3863"/>
            <p:cNvSpPr/>
            <p:nvPr/>
          </p:nvSpPr>
          <p:spPr>
            <a:xfrm>
              <a:off x="1469538" y="305038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64" name="ph3864"/>
            <p:cNvSpPr/>
            <p:nvPr/>
          </p:nvSpPr>
          <p:spPr>
            <a:xfrm>
              <a:off x="1478245" y="305038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399"/>
                  </a:moveTo>
                  <a:lnTo>
                    <a:pt x="923107" y="914399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65" name="ph3865"/>
            <p:cNvSpPr/>
            <p:nvPr/>
          </p:nvSpPr>
          <p:spPr>
            <a:xfrm>
              <a:off x="1452123" y="306108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399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399" y="925099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66" name="ph3866"/>
            <p:cNvSpPr/>
            <p:nvPr/>
          </p:nvSpPr>
          <p:spPr>
            <a:xfrm>
              <a:off x="1460830" y="306108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67" name="ph3867"/>
            <p:cNvSpPr/>
            <p:nvPr/>
          </p:nvSpPr>
          <p:spPr>
            <a:xfrm>
              <a:off x="1469538" y="3061082"/>
              <a:ext cx="923107" cy="925099"/>
            </a:xfrm>
            <a:custGeom>
              <a:avLst/>
              <a:gdLst/>
              <a:ahLst/>
              <a:cxnLst/>
              <a:rect l="0" t="0" r="0" b="0"/>
              <a:pathLst>
                <a:path w="923107" h="925099">
                  <a:moveTo>
                    <a:pt x="914400" y="914400"/>
                  </a:moveTo>
                  <a:lnTo>
                    <a:pt x="923107" y="914400"/>
                  </a:lnTo>
                  <a:lnTo>
                    <a:pt x="923107" y="925099"/>
                  </a:lnTo>
                  <a:lnTo>
                    <a:pt x="914400" y="925099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68" name="ph3868"/>
            <p:cNvSpPr/>
            <p:nvPr/>
          </p:nvSpPr>
          <p:spPr>
            <a:xfrm>
              <a:off x="2042530" y="1005441"/>
              <a:ext cx="2772571" cy="2848000"/>
            </a:xfrm>
            <a:custGeom>
              <a:avLst/>
              <a:gdLst/>
              <a:ahLst/>
              <a:cxnLst/>
              <a:rect l="0" t="0" r="0" b="0"/>
              <a:pathLst>
                <a:path w="2772571" h="2848000">
                  <a:moveTo>
                    <a:pt x="2164714" y="914400"/>
                  </a:moveTo>
                  <a:lnTo>
                    <a:pt x="2183154" y="914371"/>
                  </a:lnTo>
                  <a:lnTo>
                    <a:pt x="2216104" y="914323"/>
                  </a:lnTo>
                  <a:lnTo>
                    <a:pt x="2249055" y="914276"/>
                  </a:lnTo>
                  <a:lnTo>
                    <a:pt x="2282006" y="914233"/>
                  </a:lnTo>
                  <a:lnTo>
                    <a:pt x="2314957" y="914186"/>
                  </a:lnTo>
                  <a:lnTo>
                    <a:pt x="2347911" y="914138"/>
                  </a:lnTo>
                  <a:lnTo>
                    <a:pt x="2380862" y="914091"/>
                  </a:lnTo>
                  <a:lnTo>
                    <a:pt x="2413813" y="914043"/>
                  </a:lnTo>
                  <a:lnTo>
                    <a:pt x="2421612" y="895284"/>
                  </a:lnTo>
                  <a:lnTo>
                    <a:pt x="2428877" y="886551"/>
                  </a:lnTo>
                  <a:lnTo>
                    <a:pt x="2438829" y="889445"/>
                  </a:lnTo>
                  <a:lnTo>
                    <a:pt x="2444130" y="889203"/>
                  </a:lnTo>
                  <a:lnTo>
                    <a:pt x="2450023" y="884698"/>
                  </a:lnTo>
                  <a:lnTo>
                    <a:pt x="2454802" y="881961"/>
                  </a:lnTo>
                  <a:lnTo>
                    <a:pt x="2457949" y="882365"/>
                  </a:lnTo>
                  <a:lnTo>
                    <a:pt x="2460637" y="886490"/>
                  </a:lnTo>
                  <a:lnTo>
                    <a:pt x="2462872" y="889241"/>
                  </a:lnTo>
                  <a:lnTo>
                    <a:pt x="2465481" y="888438"/>
                  </a:lnTo>
                  <a:lnTo>
                    <a:pt x="2467716" y="884546"/>
                  </a:lnTo>
                  <a:lnTo>
                    <a:pt x="2467639" y="879149"/>
                  </a:lnTo>
                  <a:lnTo>
                    <a:pt x="2470697" y="875390"/>
                  </a:lnTo>
                  <a:lnTo>
                    <a:pt x="2474328" y="874815"/>
                  </a:lnTo>
                  <a:lnTo>
                    <a:pt x="2477684" y="874934"/>
                  </a:lnTo>
                  <a:lnTo>
                    <a:pt x="2479358" y="873100"/>
                  </a:lnTo>
                  <a:lnTo>
                    <a:pt x="2479173" y="870468"/>
                  </a:lnTo>
                  <a:lnTo>
                    <a:pt x="2477963" y="866229"/>
                  </a:lnTo>
                  <a:lnTo>
                    <a:pt x="2478373" y="861126"/>
                  </a:lnTo>
                  <a:lnTo>
                    <a:pt x="2486755" y="852113"/>
                  </a:lnTo>
                  <a:lnTo>
                    <a:pt x="2497032" y="845998"/>
                  </a:lnTo>
                  <a:lnTo>
                    <a:pt x="2500636" y="842943"/>
                  </a:lnTo>
                  <a:lnTo>
                    <a:pt x="2501684" y="836747"/>
                  </a:lnTo>
                  <a:lnTo>
                    <a:pt x="2507577" y="830309"/>
                  </a:lnTo>
                  <a:lnTo>
                    <a:pt x="2510523" y="826607"/>
                  </a:lnTo>
                  <a:lnTo>
                    <a:pt x="2511242" y="823391"/>
                  </a:lnTo>
                  <a:lnTo>
                    <a:pt x="2509715" y="819433"/>
                  </a:lnTo>
                  <a:lnTo>
                    <a:pt x="2509869" y="811887"/>
                  </a:lnTo>
                  <a:lnTo>
                    <a:pt x="2511895" y="802874"/>
                  </a:lnTo>
                  <a:lnTo>
                    <a:pt x="2514320" y="793057"/>
                  </a:lnTo>
                  <a:lnTo>
                    <a:pt x="2519752" y="784206"/>
                  </a:lnTo>
                  <a:lnTo>
                    <a:pt x="2528661" y="774551"/>
                  </a:lnTo>
                  <a:lnTo>
                    <a:pt x="2530954" y="761864"/>
                  </a:lnTo>
                  <a:lnTo>
                    <a:pt x="2533370" y="748484"/>
                  </a:lnTo>
                  <a:lnTo>
                    <a:pt x="2544139" y="735446"/>
                  </a:lnTo>
                  <a:lnTo>
                    <a:pt x="2556349" y="720660"/>
                  </a:lnTo>
                  <a:lnTo>
                    <a:pt x="2560779" y="715295"/>
                  </a:lnTo>
                  <a:lnTo>
                    <a:pt x="2707725" y="715295"/>
                  </a:lnTo>
                  <a:lnTo>
                    <a:pt x="2707968" y="726414"/>
                  </a:lnTo>
                  <a:lnTo>
                    <a:pt x="2708165" y="741580"/>
                  </a:lnTo>
                  <a:lnTo>
                    <a:pt x="2708374" y="757564"/>
                  </a:lnTo>
                  <a:lnTo>
                    <a:pt x="2708525" y="768972"/>
                  </a:lnTo>
                  <a:lnTo>
                    <a:pt x="2708784" y="784638"/>
                  </a:lnTo>
                  <a:lnTo>
                    <a:pt x="2708989" y="797101"/>
                  </a:lnTo>
                  <a:lnTo>
                    <a:pt x="2709263" y="813370"/>
                  </a:lnTo>
                  <a:lnTo>
                    <a:pt x="2709407" y="822065"/>
                  </a:lnTo>
                  <a:lnTo>
                    <a:pt x="2710802" y="824574"/>
                  </a:lnTo>
                  <a:lnTo>
                    <a:pt x="2709963" y="827999"/>
                  </a:lnTo>
                  <a:lnTo>
                    <a:pt x="2709596" y="829715"/>
                  </a:lnTo>
                  <a:lnTo>
                    <a:pt x="2709685" y="831078"/>
                  </a:lnTo>
                  <a:lnTo>
                    <a:pt x="2710242" y="832794"/>
                  </a:lnTo>
                  <a:lnTo>
                    <a:pt x="2710149" y="835193"/>
                  </a:lnTo>
                  <a:lnTo>
                    <a:pt x="2708850" y="837365"/>
                  </a:lnTo>
                  <a:lnTo>
                    <a:pt x="2708200" y="839873"/>
                  </a:lnTo>
                  <a:lnTo>
                    <a:pt x="2708015" y="843983"/>
                  </a:lnTo>
                  <a:lnTo>
                    <a:pt x="2709407" y="846497"/>
                  </a:lnTo>
                  <a:lnTo>
                    <a:pt x="2711730" y="847979"/>
                  </a:lnTo>
                  <a:lnTo>
                    <a:pt x="2713683" y="847979"/>
                  </a:lnTo>
                  <a:lnTo>
                    <a:pt x="2716192" y="849466"/>
                  </a:lnTo>
                  <a:lnTo>
                    <a:pt x="2719444" y="852094"/>
                  </a:lnTo>
                  <a:lnTo>
                    <a:pt x="2724366" y="854375"/>
                  </a:lnTo>
                  <a:lnTo>
                    <a:pt x="2729478" y="855173"/>
                  </a:lnTo>
                  <a:lnTo>
                    <a:pt x="2733008" y="854603"/>
                  </a:lnTo>
                  <a:lnTo>
                    <a:pt x="2737281" y="856090"/>
                  </a:lnTo>
                  <a:lnTo>
                    <a:pt x="2738769" y="859744"/>
                  </a:lnTo>
                  <a:lnTo>
                    <a:pt x="2737934" y="863165"/>
                  </a:lnTo>
                  <a:lnTo>
                    <a:pt x="2735517" y="864766"/>
                  </a:lnTo>
                  <a:lnTo>
                    <a:pt x="2732915" y="866025"/>
                  </a:lnTo>
                  <a:lnTo>
                    <a:pt x="2732451" y="868648"/>
                  </a:lnTo>
                  <a:lnTo>
                    <a:pt x="2733750" y="871390"/>
                  </a:lnTo>
                  <a:lnTo>
                    <a:pt x="2735610" y="873789"/>
                  </a:lnTo>
                  <a:lnTo>
                    <a:pt x="2737656" y="878004"/>
                  </a:lnTo>
                  <a:lnTo>
                    <a:pt x="2736817" y="881657"/>
                  </a:lnTo>
                  <a:lnTo>
                    <a:pt x="2734961" y="884741"/>
                  </a:lnTo>
                  <a:lnTo>
                    <a:pt x="2734122" y="887934"/>
                  </a:lnTo>
                  <a:lnTo>
                    <a:pt x="2735703" y="890680"/>
                  </a:lnTo>
                  <a:lnTo>
                    <a:pt x="2739883" y="894329"/>
                  </a:lnTo>
                  <a:lnTo>
                    <a:pt x="2742485" y="897869"/>
                  </a:lnTo>
                  <a:lnTo>
                    <a:pt x="2746576" y="899813"/>
                  </a:lnTo>
                  <a:lnTo>
                    <a:pt x="2748524" y="898439"/>
                  </a:lnTo>
                  <a:lnTo>
                    <a:pt x="2750106" y="896610"/>
                  </a:lnTo>
                  <a:lnTo>
                    <a:pt x="2751776" y="895242"/>
                  </a:lnTo>
                  <a:lnTo>
                    <a:pt x="2754657" y="896045"/>
                  </a:lnTo>
                  <a:lnTo>
                    <a:pt x="2758001" y="897071"/>
                  </a:lnTo>
                  <a:lnTo>
                    <a:pt x="2761655" y="898292"/>
                  </a:lnTo>
                  <a:lnTo>
                    <a:pt x="2761218" y="901252"/>
                  </a:lnTo>
                  <a:lnTo>
                    <a:pt x="2763445" y="906241"/>
                  </a:lnTo>
                  <a:lnTo>
                    <a:pt x="2765170" y="915834"/>
                  </a:lnTo>
                  <a:lnTo>
                    <a:pt x="2762521" y="920191"/>
                  </a:lnTo>
                  <a:lnTo>
                    <a:pt x="2763090" y="925964"/>
                  </a:lnTo>
                  <a:lnTo>
                    <a:pt x="2770432" y="927646"/>
                  </a:lnTo>
                  <a:lnTo>
                    <a:pt x="2772219" y="929414"/>
                  </a:lnTo>
                  <a:lnTo>
                    <a:pt x="2772571" y="931547"/>
                  </a:lnTo>
                  <a:lnTo>
                    <a:pt x="2756397" y="946348"/>
                  </a:lnTo>
                  <a:lnTo>
                    <a:pt x="2742713" y="944277"/>
                  </a:lnTo>
                  <a:lnTo>
                    <a:pt x="2735289" y="948201"/>
                  </a:lnTo>
                  <a:lnTo>
                    <a:pt x="2727514" y="949346"/>
                  </a:lnTo>
                  <a:lnTo>
                    <a:pt x="2724103" y="955960"/>
                  </a:lnTo>
                  <a:lnTo>
                    <a:pt x="2719835" y="957362"/>
                  </a:lnTo>
                  <a:lnTo>
                    <a:pt x="2713988" y="956963"/>
                  </a:lnTo>
                  <a:lnTo>
                    <a:pt x="2708946" y="955096"/>
                  </a:lnTo>
                  <a:lnTo>
                    <a:pt x="2705099" y="956013"/>
                  </a:lnTo>
                  <a:lnTo>
                    <a:pt x="2699717" y="967948"/>
                  </a:lnTo>
                  <a:lnTo>
                    <a:pt x="2695309" y="966908"/>
                  </a:lnTo>
                  <a:lnTo>
                    <a:pt x="2693554" y="971203"/>
                  </a:lnTo>
                  <a:lnTo>
                    <a:pt x="2691249" y="973080"/>
                  </a:lnTo>
                  <a:lnTo>
                    <a:pt x="2687870" y="974690"/>
                  </a:lnTo>
                  <a:lnTo>
                    <a:pt x="2684935" y="969388"/>
                  </a:lnTo>
                  <a:lnTo>
                    <a:pt x="2683068" y="964347"/>
                  </a:lnTo>
                  <a:lnTo>
                    <a:pt x="2680315" y="963239"/>
                  </a:lnTo>
                  <a:lnTo>
                    <a:pt x="2676657" y="961952"/>
                  </a:lnTo>
                  <a:lnTo>
                    <a:pt x="2672895" y="961995"/>
                  </a:lnTo>
                  <a:lnTo>
                    <a:pt x="2670385" y="962717"/>
                  </a:lnTo>
                  <a:lnTo>
                    <a:pt x="2667273" y="965976"/>
                  </a:lnTo>
                  <a:lnTo>
                    <a:pt x="2662761" y="968775"/>
                  </a:lnTo>
                  <a:lnTo>
                    <a:pt x="2659346" y="966442"/>
                  </a:lnTo>
                  <a:lnTo>
                    <a:pt x="2656675" y="962693"/>
                  </a:lnTo>
                  <a:lnTo>
                    <a:pt x="2654389" y="968723"/>
                  </a:lnTo>
                  <a:lnTo>
                    <a:pt x="2651064" y="975090"/>
                  </a:lnTo>
                  <a:lnTo>
                    <a:pt x="2651617" y="982516"/>
                  </a:lnTo>
                  <a:lnTo>
                    <a:pt x="2650186" y="986921"/>
                  </a:lnTo>
                  <a:lnTo>
                    <a:pt x="2647031" y="985733"/>
                  </a:lnTo>
                  <a:lnTo>
                    <a:pt x="2643892" y="981870"/>
                  </a:lnTo>
                  <a:lnTo>
                    <a:pt x="2635080" y="978781"/>
                  </a:lnTo>
                  <a:lnTo>
                    <a:pt x="2628062" y="979066"/>
                  </a:lnTo>
                  <a:lnTo>
                    <a:pt x="2629489" y="974942"/>
                  </a:lnTo>
                  <a:lnTo>
                    <a:pt x="2636124" y="969022"/>
                  </a:lnTo>
                  <a:lnTo>
                    <a:pt x="2634082" y="967863"/>
                  </a:lnTo>
                  <a:lnTo>
                    <a:pt x="2630827" y="968685"/>
                  </a:lnTo>
                  <a:lnTo>
                    <a:pt x="2629408" y="967863"/>
                  </a:lnTo>
                  <a:lnTo>
                    <a:pt x="2631735" y="962484"/>
                  </a:lnTo>
                  <a:lnTo>
                    <a:pt x="2631960" y="956549"/>
                  </a:lnTo>
                  <a:lnTo>
                    <a:pt x="2628990" y="958626"/>
                  </a:lnTo>
                  <a:lnTo>
                    <a:pt x="2625255" y="964888"/>
                  </a:lnTo>
                  <a:lnTo>
                    <a:pt x="2616219" y="969872"/>
                  </a:lnTo>
                  <a:lnTo>
                    <a:pt x="2616640" y="978216"/>
                  </a:lnTo>
                  <a:lnTo>
                    <a:pt x="2608134" y="995316"/>
                  </a:lnTo>
                  <a:lnTo>
                    <a:pt x="2607755" y="1002596"/>
                  </a:lnTo>
                  <a:lnTo>
                    <a:pt x="2602299" y="1008407"/>
                  </a:lnTo>
                  <a:lnTo>
                    <a:pt x="2595266" y="1013405"/>
                  </a:lnTo>
                  <a:lnTo>
                    <a:pt x="2585886" y="1011999"/>
                  </a:lnTo>
                  <a:lnTo>
                    <a:pt x="2578725" y="1016341"/>
                  </a:lnTo>
                  <a:lnTo>
                    <a:pt x="2575090" y="1021326"/>
                  </a:lnTo>
                  <a:lnTo>
                    <a:pt x="2571931" y="1022076"/>
                  </a:lnTo>
                  <a:lnTo>
                    <a:pt x="2570284" y="1015729"/>
                  </a:lnTo>
                  <a:lnTo>
                    <a:pt x="2569086" y="1013766"/>
                  </a:lnTo>
                  <a:lnTo>
                    <a:pt x="2566449" y="1023127"/>
                  </a:lnTo>
                  <a:lnTo>
                    <a:pt x="2563761" y="1023706"/>
                  </a:lnTo>
                  <a:lnTo>
                    <a:pt x="2562744" y="1017068"/>
                  </a:lnTo>
                  <a:lnTo>
                    <a:pt x="2561469" y="1012683"/>
                  </a:lnTo>
                  <a:lnTo>
                    <a:pt x="2557807" y="1016465"/>
                  </a:lnTo>
                  <a:lnTo>
                    <a:pt x="2555375" y="1026491"/>
                  </a:lnTo>
                  <a:lnTo>
                    <a:pt x="2552827" y="1025645"/>
                  </a:lnTo>
                  <a:lnTo>
                    <a:pt x="2552015" y="1021915"/>
                  </a:lnTo>
                  <a:lnTo>
                    <a:pt x="2550190" y="1020784"/>
                  </a:lnTo>
                  <a:lnTo>
                    <a:pt x="2549563" y="1025046"/>
                  </a:lnTo>
                  <a:lnTo>
                    <a:pt x="2550484" y="1031042"/>
                  </a:lnTo>
                  <a:lnTo>
                    <a:pt x="2549157" y="1034245"/>
                  </a:lnTo>
                  <a:lnTo>
                    <a:pt x="2546625" y="1032534"/>
                  </a:lnTo>
                  <a:lnTo>
                    <a:pt x="2544077" y="1029650"/>
                  </a:lnTo>
                  <a:lnTo>
                    <a:pt x="2539874" y="1031841"/>
                  </a:lnTo>
                  <a:lnTo>
                    <a:pt x="2536015" y="1032729"/>
                  </a:lnTo>
                  <a:lnTo>
                    <a:pt x="2536000" y="1029793"/>
                  </a:lnTo>
                  <a:lnTo>
                    <a:pt x="2536734" y="1026191"/>
                  </a:lnTo>
                  <a:lnTo>
                    <a:pt x="2529044" y="1028182"/>
                  </a:lnTo>
                  <a:lnTo>
                    <a:pt x="2519822" y="1034825"/>
                  </a:lnTo>
                  <a:lnTo>
                    <a:pt x="2512661" y="1044014"/>
                  </a:lnTo>
                  <a:lnTo>
                    <a:pt x="2515143" y="1045544"/>
                  </a:lnTo>
                  <a:lnTo>
                    <a:pt x="2517939" y="1048471"/>
                  </a:lnTo>
                  <a:lnTo>
                    <a:pt x="2505500" y="1062668"/>
                  </a:lnTo>
                  <a:lnTo>
                    <a:pt x="2492748" y="1075454"/>
                  </a:lnTo>
                  <a:lnTo>
                    <a:pt x="2483117" y="1096318"/>
                  </a:lnTo>
                  <a:lnTo>
                    <a:pt x="2479250" y="1098760"/>
                  </a:lnTo>
                  <a:lnTo>
                    <a:pt x="2475929" y="1102585"/>
                  </a:lnTo>
                  <a:lnTo>
                    <a:pt x="2472403" y="1115181"/>
                  </a:lnTo>
                  <a:lnTo>
                    <a:pt x="2468331" y="1126394"/>
                  </a:lnTo>
                  <a:lnTo>
                    <a:pt x="2470608" y="1131388"/>
                  </a:lnTo>
                  <a:lnTo>
                    <a:pt x="2472109" y="1136524"/>
                  </a:lnTo>
                  <a:lnTo>
                    <a:pt x="2475724" y="1141580"/>
                  </a:lnTo>
                  <a:lnTo>
                    <a:pt x="2478798" y="1142036"/>
                  </a:lnTo>
                  <a:lnTo>
                    <a:pt x="2482127" y="1141124"/>
                  </a:lnTo>
                  <a:lnTo>
                    <a:pt x="2484571" y="1141337"/>
                  </a:lnTo>
                  <a:lnTo>
                    <a:pt x="2486140" y="1143485"/>
                  </a:lnTo>
                  <a:lnTo>
                    <a:pt x="2485444" y="1146060"/>
                  </a:lnTo>
                  <a:lnTo>
                    <a:pt x="2481605" y="1146702"/>
                  </a:lnTo>
                  <a:lnTo>
                    <a:pt x="2474444" y="1151206"/>
                  </a:lnTo>
                  <a:lnTo>
                    <a:pt x="2468165" y="1152936"/>
                  </a:lnTo>
                  <a:lnTo>
                    <a:pt x="2465017" y="1158381"/>
                  </a:lnTo>
                  <a:lnTo>
                    <a:pt x="2460300" y="1164672"/>
                  </a:lnTo>
                  <a:lnTo>
                    <a:pt x="2451137" y="1174488"/>
                  </a:lnTo>
                  <a:lnTo>
                    <a:pt x="2455053" y="1177515"/>
                  </a:lnTo>
                  <a:lnTo>
                    <a:pt x="2469209" y="1180926"/>
                  </a:lnTo>
                  <a:lnTo>
                    <a:pt x="2475519" y="1184438"/>
                  </a:lnTo>
                  <a:lnTo>
                    <a:pt x="2485069" y="1202773"/>
                  </a:lnTo>
                  <a:lnTo>
                    <a:pt x="2482889" y="1204607"/>
                  </a:lnTo>
                  <a:lnTo>
                    <a:pt x="2482023" y="1207967"/>
                  </a:lnTo>
                  <a:lnTo>
                    <a:pt x="2490513" y="1212680"/>
                  </a:lnTo>
                  <a:lnTo>
                    <a:pt x="2493224" y="1225846"/>
                  </a:lnTo>
                  <a:lnTo>
                    <a:pt x="2500195" y="1230327"/>
                  </a:lnTo>
                  <a:lnTo>
                    <a:pt x="2510585" y="1233083"/>
                  </a:lnTo>
                  <a:lnTo>
                    <a:pt x="2523290" y="1229101"/>
                  </a:lnTo>
                  <a:lnTo>
                    <a:pt x="2533869" y="1223623"/>
                  </a:lnTo>
                  <a:lnTo>
                    <a:pt x="2533498" y="1219133"/>
                  </a:lnTo>
                  <a:lnTo>
                    <a:pt x="2526851" y="1208684"/>
                  </a:lnTo>
                  <a:lnTo>
                    <a:pt x="2525251" y="1203776"/>
                  </a:lnTo>
                  <a:lnTo>
                    <a:pt x="2520317" y="1200597"/>
                  </a:lnTo>
                  <a:lnTo>
                    <a:pt x="2518442" y="1203291"/>
                  </a:lnTo>
                  <a:lnTo>
                    <a:pt x="2515252" y="1199794"/>
                  </a:lnTo>
                  <a:lnTo>
                    <a:pt x="2514892" y="1197832"/>
                  </a:lnTo>
                  <a:lnTo>
                    <a:pt x="2517865" y="1196877"/>
                  </a:lnTo>
                  <a:lnTo>
                    <a:pt x="2521322" y="1197257"/>
                  </a:lnTo>
                  <a:lnTo>
                    <a:pt x="2525355" y="1199086"/>
                  </a:lnTo>
                  <a:lnTo>
                    <a:pt x="2535733" y="1210475"/>
                  </a:lnTo>
                  <a:lnTo>
                    <a:pt x="2538606" y="1225404"/>
                  </a:lnTo>
                  <a:lnTo>
                    <a:pt x="2539220" y="1234884"/>
                  </a:lnTo>
                  <a:lnTo>
                    <a:pt x="2538049" y="1238124"/>
                  </a:lnTo>
                  <a:lnTo>
                    <a:pt x="2535029" y="1237459"/>
                  </a:lnTo>
                  <a:lnTo>
                    <a:pt x="2529268" y="1238105"/>
                  </a:lnTo>
                  <a:lnTo>
                    <a:pt x="2501935" y="1243013"/>
                  </a:lnTo>
                  <a:lnTo>
                    <a:pt x="2495865" y="1247337"/>
                  </a:lnTo>
                  <a:lnTo>
                    <a:pt x="2481945" y="1252032"/>
                  </a:lnTo>
                  <a:lnTo>
                    <a:pt x="2481079" y="1249689"/>
                  </a:lnTo>
                  <a:lnTo>
                    <a:pt x="2482084" y="1244843"/>
                  </a:lnTo>
                  <a:lnTo>
                    <a:pt x="2481207" y="1234917"/>
                  </a:lnTo>
                  <a:lnTo>
                    <a:pt x="2478461" y="1234456"/>
                  </a:lnTo>
                  <a:lnTo>
                    <a:pt x="2456836" y="1250639"/>
                  </a:lnTo>
                  <a:lnTo>
                    <a:pt x="2448476" y="1251656"/>
                  </a:lnTo>
                  <a:lnTo>
                    <a:pt x="2441447" y="1256393"/>
                  </a:lnTo>
                  <a:lnTo>
                    <a:pt x="2439873" y="1253766"/>
                  </a:lnTo>
                  <a:lnTo>
                    <a:pt x="2438617" y="1241631"/>
                  </a:lnTo>
                  <a:lnTo>
                    <a:pt x="2443017" y="1231453"/>
                  </a:lnTo>
                  <a:lnTo>
                    <a:pt x="2440674" y="1231615"/>
                  </a:lnTo>
                  <a:lnTo>
                    <a:pt x="2433327" y="1237725"/>
                  </a:lnTo>
                  <a:lnTo>
                    <a:pt x="2430188" y="1233967"/>
                  </a:lnTo>
                  <a:lnTo>
                    <a:pt x="2428614" y="1229842"/>
                  </a:lnTo>
                  <a:lnTo>
                    <a:pt x="2426352" y="1227509"/>
                  </a:lnTo>
                  <a:lnTo>
                    <a:pt x="2423901" y="1226626"/>
                  </a:lnTo>
                  <a:lnTo>
                    <a:pt x="2425996" y="1235634"/>
                  </a:lnTo>
                  <a:lnTo>
                    <a:pt x="2421016" y="1242391"/>
                  </a:lnTo>
                  <a:lnTo>
                    <a:pt x="2419651" y="1259867"/>
                  </a:lnTo>
                  <a:lnTo>
                    <a:pt x="2413391" y="1267141"/>
                  </a:lnTo>
                  <a:lnTo>
                    <a:pt x="2393877" y="1271816"/>
                  </a:lnTo>
                  <a:lnTo>
                    <a:pt x="2381156" y="1270828"/>
                  </a:lnTo>
                  <a:lnTo>
                    <a:pt x="2369757" y="1272282"/>
                  </a:lnTo>
                  <a:lnTo>
                    <a:pt x="2354600" y="1275637"/>
                  </a:lnTo>
                  <a:lnTo>
                    <a:pt x="2346225" y="1273641"/>
                  </a:lnTo>
                  <a:lnTo>
                    <a:pt x="2337646" y="1277181"/>
                  </a:lnTo>
                  <a:lnTo>
                    <a:pt x="2308523" y="1278145"/>
                  </a:lnTo>
                  <a:lnTo>
                    <a:pt x="2302383" y="1276269"/>
                  </a:lnTo>
                  <a:lnTo>
                    <a:pt x="2294541" y="1282954"/>
                  </a:lnTo>
                  <a:lnTo>
                    <a:pt x="2281987" y="1286907"/>
                  </a:lnTo>
                  <a:lnTo>
                    <a:pt x="2250254" y="1301888"/>
                  </a:lnTo>
                  <a:lnTo>
                    <a:pt x="2243255" y="1307338"/>
                  </a:lnTo>
                  <a:lnTo>
                    <a:pt x="2234734" y="1315848"/>
                  </a:lnTo>
                  <a:lnTo>
                    <a:pt x="2229011" y="1320424"/>
                  </a:lnTo>
                  <a:lnTo>
                    <a:pt x="2224305" y="1321911"/>
                  </a:lnTo>
                  <a:lnTo>
                    <a:pt x="2221413" y="1325721"/>
                  </a:lnTo>
                  <a:lnTo>
                    <a:pt x="2218254" y="1328211"/>
                  </a:lnTo>
                  <a:lnTo>
                    <a:pt x="2221305" y="1319706"/>
                  </a:lnTo>
                  <a:lnTo>
                    <a:pt x="2224619" y="1312536"/>
                  </a:lnTo>
                  <a:lnTo>
                    <a:pt x="2227372" y="1298648"/>
                  </a:lnTo>
                  <a:lnTo>
                    <a:pt x="2226560" y="1287415"/>
                  </a:lnTo>
                  <a:lnTo>
                    <a:pt x="2223145" y="1282797"/>
                  </a:lnTo>
                  <a:lnTo>
                    <a:pt x="2219615" y="1279718"/>
                  </a:lnTo>
                  <a:lnTo>
                    <a:pt x="2223753" y="1290803"/>
                  </a:lnTo>
                  <a:lnTo>
                    <a:pt x="2224421" y="1304397"/>
                  </a:lnTo>
                  <a:lnTo>
                    <a:pt x="2222999" y="1312360"/>
                  </a:lnTo>
                  <a:lnTo>
                    <a:pt x="2215215" y="1327722"/>
                  </a:lnTo>
                  <a:lnTo>
                    <a:pt x="2211902" y="1331300"/>
                  </a:lnTo>
                  <a:lnTo>
                    <a:pt x="2208027" y="1334445"/>
                  </a:lnTo>
                  <a:lnTo>
                    <a:pt x="2205108" y="1335814"/>
                  </a:lnTo>
                  <a:lnTo>
                    <a:pt x="2202413" y="1338270"/>
                  </a:lnTo>
                  <a:lnTo>
                    <a:pt x="2199281" y="1342161"/>
                  </a:lnTo>
                  <a:lnTo>
                    <a:pt x="2196312" y="1349887"/>
                  </a:lnTo>
                  <a:lnTo>
                    <a:pt x="2198110" y="1356929"/>
                  </a:lnTo>
                  <a:lnTo>
                    <a:pt x="2213286" y="1359499"/>
                  </a:lnTo>
                  <a:lnTo>
                    <a:pt x="2217357" y="1357328"/>
                  </a:lnTo>
                  <a:lnTo>
                    <a:pt x="2219430" y="1362369"/>
                  </a:lnTo>
                  <a:lnTo>
                    <a:pt x="2220590" y="1369373"/>
                  </a:lnTo>
                  <a:lnTo>
                    <a:pt x="2219453" y="1376947"/>
                  </a:lnTo>
                  <a:lnTo>
                    <a:pt x="2216916" y="1384653"/>
                  </a:lnTo>
                  <a:lnTo>
                    <a:pt x="2214991" y="1394223"/>
                  </a:lnTo>
                  <a:lnTo>
                    <a:pt x="2213359" y="1408815"/>
                  </a:lnTo>
                  <a:lnTo>
                    <a:pt x="2210904" y="1421943"/>
                  </a:lnTo>
                  <a:lnTo>
                    <a:pt x="2210583" y="1417956"/>
                  </a:lnTo>
                  <a:lnTo>
                    <a:pt x="2212118" y="1401996"/>
                  </a:lnTo>
                  <a:lnTo>
                    <a:pt x="2209632" y="1403664"/>
                  </a:lnTo>
                  <a:lnTo>
                    <a:pt x="2207919" y="1407346"/>
                  </a:lnTo>
                  <a:lnTo>
                    <a:pt x="2203287" y="1427930"/>
                  </a:lnTo>
                  <a:lnTo>
                    <a:pt x="2196919" y="1438901"/>
                  </a:lnTo>
                  <a:lnTo>
                    <a:pt x="2191053" y="1446489"/>
                  </a:lnTo>
                  <a:lnTo>
                    <a:pt x="2185002" y="1445234"/>
                  </a:lnTo>
                  <a:lnTo>
                    <a:pt x="2186363" y="1451264"/>
                  </a:lnTo>
                  <a:lnTo>
                    <a:pt x="2184700" y="1454405"/>
                  </a:lnTo>
                  <a:lnTo>
                    <a:pt x="2183277" y="1460957"/>
                  </a:lnTo>
                  <a:lnTo>
                    <a:pt x="2179670" y="1465300"/>
                  </a:lnTo>
                  <a:lnTo>
                    <a:pt x="2176279" y="1464881"/>
                  </a:lnTo>
                  <a:lnTo>
                    <a:pt x="2171407" y="1467875"/>
                  </a:lnTo>
                  <a:lnTo>
                    <a:pt x="2169485" y="1470165"/>
                  </a:lnTo>
                  <a:lnTo>
                    <a:pt x="2169342" y="1474551"/>
                  </a:lnTo>
                  <a:lnTo>
                    <a:pt x="2166083" y="1478409"/>
                  </a:lnTo>
                  <a:lnTo>
                    <a:pt x="2154321" y="1498450"/>
                  </a:lnTo>
                  <a:lnTo>
                    <a:pt x="2144109" y="1504366"/>
                  </a:lnTo>
                  <a:lnTo>
                    <a:pt x="2141666" y="1503506"/>
                  </a:lnTo>
                  <a:lnTo>
                    <a:pt x="2144357" y="1494046"/>
                  </a:lnTo>
                  <a:lnTo>
                    <a:pt x="2146201" y="1484481"/>
                  </a:lnTo>
                  <a:lnTo>
                    <a:pt x="2140003" y="1480319"/>
                  </a:lnTo>
                  <a:lnTo>
                    <a:pt x="2134072" y="1478119"/>
                  </a:lnTo>
                  <a:lnTo>
                    <a:pt x="2127267" y="1478409"/>
                  </a:lnTo>
                  <a:lnTo>
                    <a:pt x="2119750" y="1470973"/>
                  </a:lnTo>
                  <a:lnTo>
                    <a:pt x="2110060" y="1465566"/>
                  </a:lnTo>
                  <a:lnTo>
                    <a:pt x="2096535" y="1450936"/>
                  </a:lnTo>
                  <a:lnTo>
                    <a:pt x="2096930" y="1446878"/>
                  </a:lnTo>
                  <a:lnTo>
                    <a:pt x="2096589" y="1440069"/>
                  </a:lnTo>
                  <a:lnTo>
                    <a:pt x="2100700" y="1429312"/>
                  </a:lnTo>
                  <a:lnTo>
                    <a:pt x="2104640" y="1421791"/>
                  </a:lnTo>
                  <a:lnTo>
                    <a:pt x="2110080" y="1417895"/>
                  </a:lnTo>
                  <a:lnTo>
                    <a:pt x="2125867" y="1413927"/>
                  </a:lnTo>
                  <a:lnTo>
                    <a:pt x="2129826" y="1407959"/>
                  </a:lnTo>
                  <a:lnTo>
                    <a:pt x="2132173" y="1402932"/>
                  </a:lnTo>
                  <a:lnTo>
                    <a:pt x="2124351" y="1411566"/>
                  </a:lnTo>
                  <a:lnTo>
                    <a:pt x="2112636" y="1414492"/>
                  </a:lnTo>
                  <a:lnTo>
                    <a:pt x="2106322" y="1417714"/>
                  </a:lnTo>
                  <a:lnTo>
                    <a:pt x="2101272" y="1422641"/>
                  </a:lnTo>
                  <a:lnTo>
                    <a:pt x="2098283" y="1428828"/>
                  </a:lnTo>
                  <a:lnTo>
                    <a:pt x="2091517" y="1436283"/>
                  </a:lnTo>
                  <a:lnTo>
                    <a:pt x="2091992" y="1441276"/>
                  </a:lnTo>
                  <a:lnTo>
                    <a:pt x="2093125" y="1444826"/>
                  </a:lnTo>
                  <a:lnTo>
                    <a:pt x="2092603" y="1452224"/>
                  </a:lnTo>
                  <a:lnTo>
                    <a:pt x="2096883" y="1459436"/>
                  </a:lnTo>
                  <a:lnTo>
                    <a:pt x="2105370" y="1471253"/>
                  </a:lnTo>
                  <a:lnTo>
                    <a:pt x="2106990" y="1489608"/>
                  </a:lnTo>
                  <a:lnTo>
                    <a:pt x="2113467" y="1501890"/>
                  </a:lnTo>
                  <a:lnTo>
                    <a:pt x="2123392" y="1516211"/>
                  </a:lnTo>
                  <a:lnTo>
                    <a:pt x="2131025" y="1520283"/>
                  </a:lnTo>
                  <a:lnTo>
                    <a:pt x="2131396" y="1525609"/>
                  </a:lnTo>
                  <a:lnTo>
                    <a:pt x="2127874" y="1534404"/>
                  </a:lnTo>
                  <a:lnTo>
                    <a:pt x="2123230" y="1538424"/>
                  </a:lnTo>
                  <a:lnTo>
                    <a:pt x="2129270" y="1537621"/>
                  </a:lnTo>
                  <a:lnTo>
                    <a:pt x="2132278" y="1539631"/>
                  </a:lnTo>
                  <a:lnTo>
                    <a:pt x="2135205" y="1546967"/>
                  </a:lnTo>
                  <a:lnTo>
                    <a:pt x="2134977" y="1554455"/>
                  </a:lnTo>
                  <a:lnTo>
                    <a:pt x="2133987" y="1558675"/>
                  </a:lnTo>
                  <a:lnTo>
                    <a:pt x="2132158" y="1560357"/>
                  </a:lnTo>
                  <a:lnTo>
                    <a:pt x="2132235" y="1556047"/>
                  </a:lnTo>
                  <a:lnTo>
                    <a:pt x="2130940" y="1554550"/>
                  </a:lnTo>
                  <a:lnTo>
                    <a:pt x="2128802" y="1556418"/>
                  </a:lnTo>
                  <a:lnTo>
                    <a:pt x="2127417" y="1558546"/>
                  </a:lnTo>
                  <a:lnTo>
                    <a:pt x="2126841" y="1566933"/>
                  </a:lnTo>
                  <a:lnTo>
                    <a:pt x="2125376" y="1571123"/>
                  </a:lnTo>
                  <a:lnTo>
                    <a:pt x="2120195" y="1572368"/>
                  </a:lnTo>
                  <a:lnTo>
                    <a:pt x="2114940" y="1583373"/>
                  </a:lnTo>
                  <a:lnTo>
                    <a:pt x="2110053" y="1589616"/>
                  </a:lnTo>
                  <a:lnTo>
                    <a:pt x="2090821" y="1631832"/>
                  </a:lnTo>
                  <a:lnTo>
                    <a:pt x="2091555" y="1638888"/>
                  </a:lnTo>
                  <a:lnTo>
                    <a:pt x="2088037" y="1641160"/>
                  </a:lnTo>
                  <a:lnTo>
                    <a:pt x="2082709" y="1643008"/>
                  </a:lnTo>
                  <a:lnTo>
                    <a:pt x="2077319" y="1647227"/>
                  </a:lnTo>
                  <a:lnTo>
                    <a:pt x="2073742" y="1651879"/>
                  </a:lnTo>
                  <a:lnTo>
                    <a:pt x="2070421" y="1664389"/>
                  </a:lnTo>
                  <a:lnTo>
                    <a:pt x="2064056" y="1678473"/>
                  </a:lnTo>
                  <a:lnTo>
                    <a:pt x="2060085" y="1672605"/>
                  </a:lnTo>
                  <a:lnTo>
                    <a:pt x="2059068" y="1667582"/>
                  </a:lnTo>
                  <a:lnTo>
                    <a:pt x="2060835" y="1654483"/>
                  </a:lnTo>
                  <a:lnTo>
                    <a:pt x="2067718" y="1633006"/>
                  </a:lnTo>
                  <a:lnTo>
                    <a:pt x="2075300" y="1619655"/>
                  </a:lnTo>
                  <a:lnTo>
                    <a:pt x="2081085" y="1613326"/>
                  </a:lnTo>
                  <a:lnTo>
                    <a:pt x="2085840" y="1600426"/>
                  </a:lnTo>
                  <a:lnTo>
                    <a:pt x="2079832" y="1598501"/>
                  </a:lnTo>
                  <a:lnTo>
                    <a:pt x="2070672" y="1598710"/>
                  </a:lnTo>
                  <a:lnTo>
                    <a:pt x="2072396" y="1592757"/>
                  </a:lnTo>
                  <a:lnTo>
                    <a:pt x="2075068" y="1587511"/>
                  </a:lnTo>
                  <a:lnTo>
                    <a:pt x="2070293" y="1582285"/>
                  </a:lnTo>
                  <a:lnTo>
                    <a:pt x="2067467" y="1581619"/>
                  </a:lnTo>
                  <a:lnTo>
                    <a:pt x="2064555" y="1579476"/>
                  </a:lnTo>
                  <a:lnTo>
                    <a:pt x="2067969" y="1575124"/>
                  </a:lnTo>
                  <a:lnTo>
                    <a:pt x="2069636" y="1570525"/>
                  </a:lnTo>
                  <a:lnTo>
                    <a:pt x="2068619" y="1564928"/>
                  </a:lnTo>
                  <a:lnTo>
                    <a:pt x="2070049" y="1560713"/>
                  </a:lnTo>
                  <a:lnTo>
                    <a:pt x="2067664" y="1561350"/>
                  </a:lnTo>
                  <a:lnTo>
                    <a:pt x="2063828" y="1565811"/>
                  </a:lnTo>
                  <a:lnTo>
                    <a:pt x="2061442" y="1567593"/>
                  </a:lnTo>
                  <a:lnTo>
                    <a:pt x="2059989" y="1563645"/>
                  </a:lnTo>
                  <a:lnTo>
                    <a:pt x="2058330" y="1564538"/>
                  </a:lnTo>
                  <a:lnTo>
                    <a:pt x="2057251" y="1567251"/>
                  </a:lnTo>
                  <a:lnTo>
                    <a:pt x="2054804" y="1568743"/>
                  </a:lnTo>
                  <a:lnTo>
                    <a:pt x="2049634" y="1565032"/>
                  </a:lnTo>
                  <a:lnTo>
                    <a:pt x="2042098" y="1560784"/>
                  </a:lnTo>
                  <a:lnTo>
                    <a:pt x="2037903" y="1553477"/>
                  </a:lnTo>
                  <a:lnTo>
                    <a:pt x="2035510" y="1547813"/>
                  </a:lnTo>
                  <a:lnTo>
                    <a:pt x="2037942" y="1537564"/>
                  </a:lnTo>
                  <a:lnTo>
                    <a:pt x="2043150" y="1535744"/>
                  </a:lnTo>
                  <a:lnTo>
                    <a:pt x="2049916" y="1537407"/>
                  </a:lnTo>
                  <a:lnTo>
                    <a:pt x="2058786" y="1537393"/>
                  </a:lnTo>
                  <a:lnTo>
                    <a:pt x="2057518" y="1535117"/>
                  </a:lnTo>
                  <a:lnTo>
                    <a:pt x="2054351" y="1535492"/>
                  </a:lnTo>
                  <a:lnTo>
                    <a:pt x="2045002" y="1527177"/>
                  </a:lnTo>
                  <a:lnTo>
                    <a:pt x="2041994" y="1522155"/>
                  </a:lnTo>
                  <a:lnTo>
                    <a:pt x="2036820" y="1520777"/>
                  </a:lnTo>
                  <a:lnTo>
                    <a:pt x="2034462" y="1525605"/>
                  </a:lnTo>
                  <a:lnTo>
                    <a:pt x="2031844" y="1526888"/>
                  </a:lnTo>
                  <a:lnTo>
                    <a:pt x="2035076" y="1516325"/>
                  </a:lnTo>
                  <a:lnTo>
                    <a:pt x="2039303" y="1515893"/>
                  </a:lnTo>
                  <a:lnTo>
                    <a:pt x="2045543" y="1512966"/>
                  </a:lnTo>
                  <a:lnTo>
                    <a:pt x="2043730" y="1506851"/>
                  </a:lnTo>
                  <a:lnTo>
                    <a:pt x="2039790" y="1504176"/>
                  </a:lnTo>
                  <a:lnTo>
                    <a:pt x="2032675" y="1507530"/>
                  </a:lnTo>
                  <a:lnTo>
                    <a:pt x="2032760" y="1503230"/>
                  </a:lnTo>
                  <a:lnTo>
                    <a:pt x="2034094" y="1497723"/>
                  </a:lnTo>
                  <a:lnTo>
                    <a:pt x="2039457" y="1497742"/>
                  </a:lnTo>
                  <a:lnTo>
                    <a:pt x="2044155" y="1499538"/>
                  </a:lnTo>
                  <a:lnTo>
                    <a:pt x="2048153" y="1490644"/>
                  </a:lnTo>
                  <a:lnTo>
                    <a:pt x="2048331" y="1486671"/>
                  </a:lnTo>
                  <a:lnTo>
                    <a:pt x="2041688" y="1492444"/>
                  </a:lnTo>
                  <a:lnTo>
                    <a:pt x="2040196" y="1479991"/>
                  </a:lnTo>
                  <a:lnTo>
                    <a:pt x="2046734" y="1467979"/>
                  </a:lnTo>
                  <a:lnTo>
                    <a:pt x="2052971" y="1462743"/>
                  </a:lnTo>
                  <a:lnTo>
                    <a:pt x="2060762" y="1462895"/>
                  </a:lnTo>
                  <a:lnTo>
                    <a:pt x="2068681" y="1462050"/>
                  </a:lnTo>
                  <a:lnTo>
                    <a:pt x="2063712" y="1459850"/>
                  </a:lnTo>
                  <a:lnTo>
                    <a:pt x="2058612" y="1458657"/>
                  </a:lnTo>
                  <a:lnTo>
                    <a:pt x="2062444" y="1453910"/>
                  </a:lnTo>
                  <a:lnTo>
                    <a:pt x="2065711" y="1453060"/>
                  </a:lnTo>
                  <a:lnTo>
                    <a:pt x="2068920" y="1448921"/>
                  </a:lnTo>
                  <a:lnTo>
                    <a:pt x="2061203" y="1449534"/>
                  </a:lnTo>
                  <a:lnTo>
                    <a:pt x="2062111" y="1441704"/>
                  </a:lnTo>
                  <a:lnTo>
                    <a:pt x="2058361" y="1443296"/>
                  </a:lnTo>
                  <a:lnTo>
                    <a:pt x="2053872" y="1444032"/>
                  </a:lnTo>
                  <a:lnTo>
                    <a:pt x="2052124" y="1447353"/>
                  </a:lnTo>
                  <a:lnTo>
                    <a:pt x="2052468" y="1452870"/>
                  </a:lnTo>
                  <a:lnTo>
                    <a:pt x="2051157" y="1456490"/>
                  </a:lnTo>
                  <a:lnTo>
                    <a:pt x="2047666" y="1459398"/>
                  </a:lnTo>
                  <a:lnTo>
                    <a:pt x="2041769" y="1461665"/>
                  </a:lnTo>
                  <a:lnTo>
                    <a:pt x="2041197" y="1457735"/>
                  </a:lnTo>
                  <a:lnTo>
                    <a:pt x="2039249" y="1455953"/>
                  </a:lnTo>
                  <a:lnTo>
                    <a:pt x="2038522" y="1464368"/>
                  </a:lnTo>
                  <a:lnTo>
                    <a:pt x="2036975" y="1467229"/>
                  </a:lnTo>
                  <a:lnTo>
                    <a:pt x="2032664" y="1459332"/>
                  </a:lnTo>
                  <a:lnTo>
                    <a:pt x="2031368" y="1460923"/>
                  </a:lnTo>
                  <a:lnTo>
                    <a:pt x="2031535" y="1463166"/>
                  </a:lnTo>
                  <a:lnTo>
                    <a:pt x="2030433" y="1467043"/>
                  </a:lnTo>
                  <a:lnTo>
                    <a:pt x="2026736" y="1469063"/>
                  </a:lnTo>
                  <a:lnTo>
                    <a:pt x="2026964" y="1474033"/>
                  </a:lnTo>
                  <a:lnTo>
                    <a:pt x="2025530" y="1476741"/>
                  </a:lnTo>
                  <a:lnTo>
                    <a:pt x="2013691" y="1472427"/>
                  </a:lnTo>
                  <a:lnTo>
                    <a:pt x="2013412" y="1473890"/>
                  </a:lnTo>
                  <a:lnTo>
                    <a:pt x="2020109" y="1483193"/>
                  </a:lnTo>
                  <a:lnTo>
                    <a:pt x="2025000" y="1486372"/>
                  </a:lnTo>
                  <a:lnTo>
                    <a:pt x="2025596" y="1491447"/>
                  </a:lnTo>
                  <a:lnTo>
                    <a:pt x="2021397" y="1495656"/>
                  </a:lnTo>
                  <a:lnTo>
                    <a:pt x="2015605" y="1492022"/>
                  </a:lnTo>
                  <a:lnTo>
                    <a:pt x="2014630" y="1492288"/>
                  </a:lnTo>
                  <a:lnTo>
                    <a:pt x="2017778" y="1498522"/>
                  </a:lnTo>
                  <a:lnTo>
                    <a:pt x="2019761" y="1503967"/>
                  </a:lnTo>
                  <a:lnTo>
                    <a:pt x="2017720" y="1508528"/>
                  </a:lnTo>
                  <a:lnTo>
                    <a:pt x="2018037" y="1514144"/>
                  </a:lnTo>
                  <a:lnTo>
                    <a:pt x="2017596" y="1519238"/>
                  </a:lnTo>
                  <a:lnTo>
                    <a:pt x="2016347" y="1523680"/>
                  </a:lnTo>
                  <a:lnTo>
                    <a:pt x="2019162" y="1544159"/>
                  </a:lnTo>
                  <a:lnTo>
                    <a:pt x="2022553" y="1549728"/>
                  </a:lnTo>
                  <a:lnTo>
                    <a:pt x="2025886" y="1555054"/>
                  </a:lnTo>
                  <a:lnTo>
                    <a:pt x="2027653" y="1560038"/>
                  </a:lnTo>
                  <a:lnTo>
                    <a:pt x="2024115" y="1560765"/>
                  </a:lnTo>
                  <a:lnTo>
                    <a:pt x="2018481" y="1556665"/>
                  </a:lnTo>
                  <a:lnTo>
                    <a:pt x="2013532" y="1553538"/>
                  </a:lnTo>
                  <a:lnTo>
                    <a:pt x="2007636" y="1543541"/>
                  </a:lnTo>
                  <a:lnTo>
                    <a:pt x="2006661" y="1539550"/>
                  </a:lnTo>
                  <a:lnTo>
                    <a:pt x="2005223" y="1536395"/>
                  </a:lnTo>
                  <a:lnTo>
                    <a:pt x="2005919" y="1543641"/>
                  </a:lnTo>
                  <a:lnTo>
                    <a:pt x="2008022" y="1551733"/>
                  </a:lnTo>
                  <a:lnTo>
                    <a:pt x="2026489" y="1569841"/>
                  </a:lnTo>
                  <a:lnTo>
                    <a:pt x="2029899" y="1576787"/>
                  </a:lnTo>
                  <a:lnTo>
                    <a:pt x="2032498" y="1582247"/>
                  </a:lnTo>
                  <a:lnTo>
                    <a:pt x="2031844" y="1587478"/>
                  </a:lnTo>
                  <a:lnTo>
                    <a:pt x="2027030" y="1583777"/>
                  </a:lnTo>
                  <a:lnTo>
                    <a:pt x="2022878" y="1579058"/>
                  </a:lnTo>
                  <a:lnTo>
                    <a:pt x="2011854" y="1573727"/>
                  </a:lnTo>
                  <a:lnTo>
                    <a:pt x="1997954" y="1570358"/>
                  </a:lnTo>
                  <a:lnTo>
                    <a:pt x="1990116" y="1557967"/>
                  </a:lnTo>
                  <a:lnTo>
                    <a:pt x="1990143" y="1563136"/>
                  </a:lnTo>
                  <a:lnTo>
                    <a:pt x="1988403" y="1567522"/>
                  </a:lnTo>
                  <a:lnTo>
                    <a:pt x="1983613" y="1562176"/>
                  </a:lnTo>
                  <a:lnTo>
                    <a:pt x="1980593" y="1557615"/>
                  </a:lnTo>
                  <a:lnTo>
                    <a:pt x="1979580" y="1552617"/>
                  </a:lnTo>
                  <a:lnTo>
                    <a:pt x="1973598" y="1552959"/>
                  </a:lnTo>
                  <a:lnTo>
                    <a:pt x="1967327" y="1557302"/>
                  </a:lnTo>
                  <a:lnTo>
                    <a:pt x="1961260" y="1556270"/>
                  </a:lnTo>
                  <a:lnTo>
                    <a:pt x="1960541" y="1547794"/>
                  </a:lnTo>
                  <a:lnTo>
                    <a:pt x="1962180" y="1543304"/>
                  </a:lnTo>
                  <a:lnTo>
                    <a:pt x="1968989" y="1532684"/>
                  </a:lnTo>
                  <a:lnTo>
                    <a:pt x="1975404" y="1527263"/>
                  </a:lnTo>
                  <a:lnTo>
                    <a:pt x="1978234" y="1520264"/>
                  </a:lnTo>
                  <a:lnTo>
                    <a:pt x="1977268" y="1509412"/>
                  </a:lnTo>
                  <a:lnTo>
                    <a:pt x="1976061" y="1520454"/>
                  </a:lnTo>
                  <a:lnTo>
                    <a:pt x="1972396" y="1525928"/>
                  </a:lnTo>
                  <a:lnTo>
                    <a:pt x="1966635" y="1530109"/>
                  </a:lnTo>
                  <a:lnTo>
                    <a:pt x="1959052" y="1537559"/>
                  </a:lnTo>
                  <a:lnTo>
                    <a:pt x="1957200" y="1544449"/>
                  </a:lnTo>
                  <a:lnTo>
                    <a:pt x="1954834" y="1557349"/>
                  </a:lnTo>
                  <a:lnTo>
                    <a:pt x="1958036" y="1561716"/>
                  </a:lnTo>
                  <a:lnTo>
                    <a:pt x="1961307" y="1562856"/>
                  </a:lnTo>
                  <a:lnTo>
                    <a:pt x="1970969" y="1559929"/>
                  </a:lnTo>
                  <a:lnTo>
                    <a:pt x="1975969" y="1561236"/>
                  </a:lnTo>
                  <a:lnTo>
                    <a:pt x="1987089" y="1576768"/>
                  </a:lnTo>
                  <a:lnTo>
                    <a:pt x="2007794" y="1582912"/>
                  </a:lnTo>
                  <a:lnTo>
                    <a:pt x="2015345" y="1586751"/>
                  </a:lnTo>
                  <a:lnTo>
                    <a:pt x="2021501" y="1594857"/>
                  </a:lnTo>
                  <a:lnTo>
                    <a:pt x="2030754" y="1599523"/>
                  </a:lnTo>
                  <a:lnTo>
                    <a:pt x="2037934" y="1606303"/>
                  </a:lnTo>
                  <a:lnTo>
                    <a:pt x="2038127" y="1610727"/>
                  </a:lnTo>
                  <a:lnTo>
                    <a:pt x="2035641" y="1615958"/>
                  </a:lnTo>
                  <a:lnTo>
                    <a:pt x="2034659" y="1623038"/>
                  </a:lnTo>
                  <a:lnTo>
                    <a:pt x="2031608" y="1627504"/>
                  </a:lnTo>
                  <a:lnTo>
                    <a:pt x="2024285" y="1628017"/>
                  </a:lnTo>
                  <a:lnTo>
                    <a:pt x="2019862" y="1626867"/>
                  </a:lnTo>
                  <a:lnTo>
                    <a:pt x="1996082" y="1601979"/>
                  </a:lnTo>
                  <a:lnTo>
                    <a:pt x="1993244" y="1599689"/>
                  </a:lnTo>
                  <a:lnTo>
                    <a:pt x="1984425" y="1586656"/>
                  </a:lnTo>
                  <a:lnTo>
                    <a:pt x="1974078" y="1579676"/>
                  </a:lnTo>
                  <a:lnTo>
                    <a:pt x="1970876" y="1579823"/>
                  </a:lnTo>
                  <a:lnTo>
                    <a:pt x="1985604" y="1592733"/>
                  </a:lnTo>
                  <a:lnTo>
                    <a:pt x="1991616" y="1601761"/>
                  </a:lnTo>
                  <a:lnTo>
                    <a:pt x="2002207" y="1614418"/>
                  </a:lnTo>
                  <a:lnTo>
                    <a:pt x="2009778" y="1619778"/>
                  </a:lnTo>
                  <a:lnTo>
                    <a:pt x="2015349" y="1628141"/>
                  </a:lnTo>
                  <a:lnTo>
                    <a:pt x="2020527" y="1632061"/>
                  </a:lnTo>
                  <a:lnTo>
                    <a:pt x="2034663" y="1637643"/>
                  </a:lnTo>
                  <a:lnTo>
                    <a:pt x="2029748" y="1641654"/>
                  </a:lnTo>
                  <a:lnTo>
                    <a:pt x="2037594" y="1645070"/>
                  </a:lnTo>
                  <a:lnTo>
                    <a:pt x="2038715" y="1651351"/>
                  </a:lnTo>
                  <a:lnTo>
                    <a:pt x="2037996" y="1658512"/>
                  </a:lnTo>
                  <a:lnTo>
                    <a:pt x="2027108" y="1655680"/>
                  </a:lnTo>
                  <a:lnTo>
                    <a:pt x="2026752" y="1660954"/>
                  </a:lnTo>
                  <a:lnTo>
                    <a:pt x="2027726" y="1664066"/>
                  </a:lnTo>
                  <a:lnTo>
                    <a:pt x="2022916" y="1666637"/>
                  </a:lnTo>
                  <a:lnTo>
                    <a:pt x="2016227" y="1663149"/>
                  </a:lnTo>
                  <a:lnTo>
                    <a:pt x="1998859" y="1644072"/>
                  </a:lnTo>
                  <a:lnTo>
                    <a:pt x="1999005" y="1646624"/>
                  </a:lnTo>
                  <a:lnTo>
                    <a:pt x="2000413" y="1649584"/>
                  </a:lnTo>
                  <a:lnTo>
                    <a:pt x="2010485" y="1661866"/>
                  </a:lnTo>
                  <a:lnTo>
                    <a:pt x="2019475" y="1669231"/>
                  </a:lnTo>
                  <a:lnTo>
                    <a:pt x="2027096" y="1672557"/>
                  </a:lnTo>
                  <a:lnTo>
                    <a:pt x="2032969" y="1678729"/>
                  </a:lnTo>
                  <a:lnTo>
                    <a:pt x="2035042" y="1682464"/>
                  </a:lnTo>
                  <a:lnTo>
                    <a:pt x="2036426" y="1688127"/>
                  </a:lnTo>
                  <a:lnTo>
                    <a:pt x="2032072" y="1691976"/>
                  </a:lnTo>
                  <a:lnTo>
                    <a:pt x="2027115" y="1694100"/>
                  </a:lnTo>
                  <a:lnTo>
                    <a:pt x="2022274" y="1690261"/>
                  </a:lnTo>
                  <a:lnTo>
                    <a:pt x="2018725" y="1686217"/>
                  </a:lnTo>
                  <a:lnTo>
                    <a:pt x="2011166" y="1679352"/>
                  </a:lnTo>
                  <a:lnTo>
                    <a:pt x="2008900" y="1671678"/>
                  </a:lnTo>
                  <a:lnTo>
                    <a:pt x="2003150" y="1672072"/>
                  </a:lnTo>
                  <a:lnTo>
                    <a:pt x="1979120" y="1662341"/>
                  </a:lnTo>
                  <a:lnTo>
                    <a:pt x="1959806" y="1661220"/>
                  </a:lnTo>
                  <a:lnTo>
                    <a:pt x="1961693" y="1663178"/>
                  </a:lnTo>
                  <a:lnTo>
                    <a:pt x="1964137" y="1664480"/>
                  </a:lnTo>
                  <a:lnTo>
                    <a:pt x="1979518" y="1666879"/>
                  </a:lnTo>
                  <a:lnTo>
                    <a:pt x="1985596" y="1671360"/>
                  </a:lnTo>
                  <a:lnTo>
                    <a:pt x="1998248" y="1675337"/>
                  </a:lnTo>
                  <a:lnTo>
                    <a:pt x="2005656" y="1676425"/>
                  </a:lnTo>
                  <a:lnTo>
                    <a:pt x="2008660" y="1688641"/>
                  </a:lnTo>
                  <a:lnTo>
                    <a:pt x="2018899" y="1697046"/>
                  </a:lnTo>
                  <a:lnTo>
                    <a:pt x="2020229" y="1703275"/>
                  </a:lnTo>
                  <a:lnTo>
                    <a:pt x="2027220" y="1703973"/>
                  </a:lnTo>
                  <a:lnTo>
                    <a:pt x="2039519" y="1697863"/>
                  </a:lnTo>
                  <a:lnTo>
                    <a:pt x="2047457" y="1700006"/>
                  </a:lnTo>
                  <a:lnTo>
                    <a:pt x="2058906" y="1701755"/>
                  </a:lnTo>
                  <a:lnTo>
                    <a:pt x="2061524" y="1706687"/>
                  </a:lnTo>
                  <a:lnTo>
                    <a:pt x="2063488" y="1716071"/>
                  </a:lnTo>
                  <a:lnTo>
                    <a:pt x="2067536" y="1726628"/>
                  </a:lnTo>
                  <a:lnTo>
                    <a:pt x="2078034" y="1768256"/>
                  </a:lnTo>
                  <a:lnTo>
                    <a:pt x="2093806" y="1802304"/>
                  </a:lnTo>
                  <a:lnTo>
                    <a:pt x="2095747" y="1808168"/>
                  </a:lnTo>
                  <a:lnTo>
                    <a:pt x="2092081" y="1803022"/>
                  </a:lnTo>
                  <a:lnTo>
                    <a:pt x="2080381" y="1780472"/>
                  </a:lnTo>
                  <a:lnTo>
                    <a:pt x="2073924" y="1764188"/>
                  </a:lnTo>
                  <a:lnTo>
                    <a:pt x="2067289" y="1735437"/>
                  </a:lnTo>
                  <a:lnTo>
                    <a:pt x="2065363" y="1728999"/>
                  </a:lnTo>
                  <a:lnTo>
                    <a:pt x="2063097" y="1726429"/>
                  </a:lnTo>
                  <a:lnTo>
                    <a:pt x="2061605" y="1728519"/>
                  </a:lnTo>
                  <a:lnTo>
                    <a:pt x="2060963" y="1732183"/>
                  </a:lnTo>
                  <a:lnTo>
                    <a:pt x="2062046" y="1734996"/>
                  </a:lnTo>
                  <a:lnTo>
                    <a:pt x="2059432" y="1744460"/>
                  </a:lnTo>
                  <a:lnTo>
                    <a:pt x="2060565" y="1748803"/>
                  </a:lnTo>
                  <a:lnTo>
                    <a:pt x="2064810" y="1753293"/>
                  </a:lnTo>
                  <a:lnTo>
                    <a:pt x="2069423" y="1764497"/>
                  </a:lnTo>
                  <a:lnTo>
                    <a:pt x="2073108" y="1779583"/>
                  </a:lnTo>
                  <a:lnTo>
                    <a:pt x="2068124" y="1773468"/>
                  </a:lnTo>
                  <a:lnTo>
                    <a:pt x="2062804" y="1770227"/>
                  </a:lnTo>
                  <a:lnTo>
                    <a:pt x="2054525" y="1767742"/>
                  </a:lnTo>
                  <a:lnTo>
                    <a:pt x="2047152" y="1763385"/>
                  </a:lnTo>
                  <a:lnTo>
                    <a:pt x="2047689" y="1769634"/>
                  </a:lnTo>
                  <a:lnTo>
                    <a:pt x="2046982" y="1776381"/>
                  </a:lnTo>
                  <a:lnTo>
                    <a:pt x="2041298" y="1774323"/>
                  </a:lnTo>
                  <a:lnTo>
                    <a:pt x="2037431" y="1772085"/>
                  </a:lnTo>
                  <a:lnTo>
                    <a:pt x="2040853" y="1779274"/>
                  </a:lnTo>
                  <a:lnTo>
                    <a:pt x="2033425" y="1777117"/>
                  </a:lnTo>
                  <a:lnTo>
                    <a:pt x="2028476" y="1777568"/>
                  </a:lnTo>
                  <a:lnTo>
                    <a:pt x="2025259" y="1783950"/>
                  </a:lnTo>
                  <a:lnTo>
                    <a:pt x="2020944" y="1787822"/>
                  </a:lnTo>
                  <a:lnTo>
                    <a:pt x="2014564" y="1789072"/>
                  </a:lnTo>
                  <a:lnTo>
                    <a:pt x="2005099" y="1783237"/>
                  </a:lnTo>
                  <a:lnTo>
                    <a:pt x="2002033" y="1776152"/>
                  </a:lnTo>
                  <a:lnTo>
                    <a:pt x="2000765" y="1768265"/>
                  </a:lnTo>
                  <a:lnTo>
                    <a:pt x="2000258" y="1777592"/>
                  </a:lnTo>
                  <a:lnTo>
                    <a:pt x="2001944" y="1787304"/>
                  </a:lnTo>
                  <a:lnTo>
                    <a:pt x="2001352" y="1794688"/>
                  </a:lnTo>
                  <a:lnTo>
                    <a:pt x="2010466" y="1796047"/>
                  </a:lnTo>
                  <a:lnTo>
                    <a:pt x="2018988" y="1794840"/>
                  </a:lnTo>
                  <a:lnTo>
                    <a:pt x="2030487" y="1795149"/>
                  </a:lnTo>
                  <a:lnTo>
                    <a:pt x="2037988" y="1793766"/>
                  </a:lnTo>
                  <a:lnTo>
                    <a:pt x="2042504" y="1791419"/>
                  </a:lnTo>
                  <a:lnTo>
                    <a:pt x="2053334" y="1793452"/>
                  </a:lnTo>
                  <a:lnTo>
                    <a:pt x="2054104" y="1802371"/>
                  </a:lnTo>
                  <a:lnTo>
                    <a:pt x="2052866" y="1811237"/>
                  </a:lnTo>
                  <a:lnTo>
                    <a:pt x="2052240" y="1820678"/>
                  </a:lnTo>
                  <a:lnTo>
                    <a:pt x="2055241" y="1820616"/>
                  </a:lnTo>
                  <a:lnTo>
                    <a:pt x="2058767" y="1817599"/>
                  </a:lnTo>
                  <a:lnTo>
                    <a:pt x="2060530" y="1800689"/>
                  </a:lnTo>
                  <a:lnTo>
                    <a:pt x="2070428" y="1794441"/>
                  </a:lnTo>
                  <a:lnTo>
                    <a:pt x="2073746" y="1794868"/>
                  </a:lnTo>
                  <a:lnTo>
                    <a:pt x="2076897" y="1800304"/>
                  </a:lnTo>
                  <a:lnTo>
                    <a:pt x="2077957" y="1805816"/>
                  </a:lnTo>
                  <a:lnTo>
                    <a:pt x="2079074" y="1813385"/>
                  </a:lnTo>
                  <a:lnTo>
                    <a:pt x="2076762" y="1824916"/>
                  </a:lnTo>
                  <a:lnTo>
                    <a:pt x="2061555" y="1838401"/>
                  </a:lnTo>
                  <a:lnTo>
                    <a:pt x="2050663" y="1850869"/>
                  </a:lnTo>
                  <a:lnTo>
                    <a:pt x="2045095" y="1853411"/>
                  </a:lnTo>
                  <a:lnTo>
                    <a:pt x="2037064" y="1851962"/>
                  </a:lnTo>
                  <a:lnTo>
                    <a:pt x="2027958" y="1848826"/>
                  </a:lnTo>
                  <a:lnTo>
                    <a:pt x="2023492" y="1848194"/>
                  </a:lnTo>
                  <a:lnTo>
                    <a:pt x="2020097" y="1849239"/>
                  </a:lnTo>
                  <a:lnTo>
                    <a:pt x="2018029" y="1845400"/>
                  </a:lnTo>
                  <a:lnTo>
                    <a:pt x="2016695" y="1838396"/>
                  </a:lnTo>
                  <a:lnTo>
                    <a:pt x="2013153" y="1836073"/>
                  </a:lnTo>
                  <a:lnTo>
                    <a:pt x="2010474" y="1836329"/>
                  </a:lnTo>
                  <a:lnTo>
                    <a:pt x="2008645" y="1843770"/>
                  </a:lnTo>
                  <a:lnTo>
                    <a:pt x="2000150" y="1845885"/>
                  </a:lnTo>
                  <a:lnTo>
                    <a:pt x="1988601" y="1842810"/>
                  </a:lnTo>
                  <a:lnTo>
                    <a:pt x="1976506" y="1836553"/>
                  </a:lnTo>
                  <a:lnTo>
                    <a:pt x="1981695" y="1843266"/>
                  </a:lnTo>
                  <a:lnTo>
                    <a:pt x="2011707" y="1855791"/>
                  </a:lnTo>
                  <a:lnTo>
                    <a:pt x="2015086" y="1858134"/>
                  </a:lnTo>
                  <a:lnTo>
                    <a:pt x="2018242" y="1861559"/>
                  </a:lnTo>
                  <a:lnTo>
                    <a:pt x="2014042" y="1866933"/>
                  </a:lnTo>
                  <a:lnTo>
                    <a:pt x="2010752" y="1872987"/>
                  </a:lnTo>
                  <a:lnTo>
                    <a:pt x="2010288" y="1877738"/>
                  </a:lnTo>
                  <a:lnTo>
                    <a:pt x="2009128" y="1880736"/>
                  </a:lnTo>
                  <a:lnTo>
                    <a:pt x="1997161" y="1888814"/>
                  </a:lnTo>
                  <a:lnTo>
                    <a:pt x="1990677" y="1887388"/>
                  </a:lnTo>
                  <a:lnTo>
                    <a:pt x="1974109" y="1872825"/>
                  </a:lnTo>
                  <a:lnTo>
                    <a:pt x="1981656" y="1885421"/>
                  </a:lnTo>
                  <a:lnTo>
                    <a:pt x="1987700" y="1890767"/>
                  </a:lnTo>
                  <a:lnTo>
                    <a:pt x="1999868" y="1893617"/>
                  </a:lnTo>
                  <a:lnTo>
                    <a:pt x="2022692" y="1888909"/>
                  </a:lnTo>
                  <a:lnTo>
                    <a:pt x="2030178" y="1894050"/>
                  </a:lnTo>
                  <a:lnTo>
                    <a:pt x="2024034" y="1903158"/>
                  </a:lnTo>
                  <a:lnTo>
                    <a:pt x="2017928" y="1909549"/>
                  </a:lnTo>
                  <a:lnTo>
                    <a:pt x="2009921" y="1910262"/>
                  </a:lnTo>
                  <a:lnTo>
                    <a:pt x="2002868" y="1911991"/>
                  </a:lnTo>
                  <a:lnTo>
                    <a:pt x="2000800" y="1916386"/>
                  </a:lnTo>
                  <a:lnTo>
                    <a:pt x="1995773" y="1916662"/>
                  </a:lnTo>
                  <a:lnTo>
                    <a:pt x="1987916" y="1916923"/>
                  </a:lnTo>
                  <a:lnTo>
                    <a:pt x="1975752" y="1917322"/>
                  </a:lnTo>
                  <a:lnTo>
                    <a:pt x="1969071" y="1916296"/>
                  </a:lnTo>
                  <a:lnTo>
                    <a:pt x="1959737" y="1925276"/>
                  </a:lnTo>
                  <a:lnTo>
                    <a:pt x="1956214" y="1926512"/>
                  </a:lnTo>
                  <a:lnTo>
                    <a:pt x="1951292" y="1924825"/>
                  </a:lnTo>
                  <a:lnTo>
                    <a:pt x="1949228" y="1917612"/>
                  </a:lnTo>
                  <a:lnTo>
                    <a:pt x="1947027" y="1914068"/>
                  </a:lnTo>
                  <a:lnTo>
                    <a:pt x="1946973" y="1927562"/>
                  </a:lnTo>
                  <a:lnTo>
                    <a:pt x="1947836" y="1931196"/>
                  </a:lnTo>
                  <a:lnTo>
                    <a:pt x="1949599" y="1933938"/>
                  </a:lnTo>
                  <a:lnTo>
                    <a:pt x="1938680" y="1941260"/>
                  </a:lnTo>
                  <a:lnTo>
                    <a:pt x="1928228" y="1950392"/>
                  </a:lnTo>
                  <a:lnTo>
                    <a:pt x="1924482" y="1952877"/>
                  </a:lnTo>
                  <a:lnTo>
                    <a:pt x="1920225" y="1957453"/>
                  </a:lnTo>
                  <a:lnTo>
                    <a:pt x="1911505" y="1970667"/>
                  </a:lnTo>
                  <a:lnTo>
                    <a:pt x="1909352" y="1980303"/>
                  </a:lnTo>
                  <a:lnTo>
                    <a:pt x="1906201" y="1991046"/>
                  </a:lnTo>
                  <a:lnTo>
                    <a:pt x="1905802" y="1986209"/>
                  </a:lnTo>
                  <a:lnTo>
                    <a:pt x="1906344" y="1978065"/>
                  </a:lnTo>
                  <a:lnTo>
                    <a:pt x="1904186" y="1968738"/>
                  </a:lnTo>
                  <a:lnTo>
                    <a:pt x="1902817" y="1985824"/>
                  </a:lnTo>
                  <a:lnTo>
                    <a:pt x="1899430" y="1993763"/>
                  </a:lnTo>
                  <a:lnTo>
                    <a:pt x="1868347" y="1993203"/>
                  </a:lnTo>
                  <a:lnTo>
                    <a:pt x="1854741" y="1997517"/>
                  </a:lnTo>
                  <a:lnTo>
                    <a:pt x="1833854" y="2012033"/>
                  </a:lnTo>
                  <a:lnTo>
                    <a:pt x="1827609" y="2018395"/>
                  </a:lnTo>
                  <a:lnTo>
                    <a:pt x="1810357" y="2042993"/>
                  </a:lnTo>
                  <a:lnTo>
                    <a:pt x="1805953" y="2058734"/>
                  </a:lnTo>
                  <a:lnTo>
                    <a:pt x="1802422" y="2052116"/>
                  </a:lnTo>
                  <a:lnTo>
                    <a:pt x="1803296" y="2047150"/>
                  </a:lnTo>
                  <a:lnTo>
                    <a:pt x="1803366" y="2043093"/>
                  </a:lnTo>
                  <a:lnTo>
                    <a:pt x="1799020" y="2051797"/>
                  </a:lnTo>
                  <a:lnTo>
                    <a:pt x="1803145" y="2064474"/>
                  </a:lnTo>
                  <a:lnTo>
                    <a:pt x="1799441" y="2069316"/>
                  </a:lnTo>
                  <a:lnTo>
                    <a:pt x="1788047" y="2078353"/>
                  </a:lnTo>
                  <a:lnTo>
                    <a:pt x="1781810" y="2079836"/>
                  </a:lnTo>
                  <a:lnTo>
                    <a:pt x="1774807" y="2082406"/>
                  </a:lnTo>
                  <a:lnTo>
                    <a:pt x="1772604" y="2091320"/>
                  </a:lnTo>
                  <a:lnTo>
                    <a:pt x="1763096" y="2099540"/>
                  </a:lnTo>
                  <a:lnTo>
                    <a:pt x="1757555" y="2103179"/>
                  </a:lnTo>
                  <a:lnTo>
                    <a:pt x="1747409" y="2100975"/>
                  </a:lnTo>
                  <a:lnTo>
                    <a:pt x="1750533" y="2108891"/>
                  </a:lnTo>
                  <a:lnTo>
                    <a:pt x="1746806" y="2114882"/>
                  </a:lnTo>
                  <a:lnTo>
                    <a:pt x="1740387" y="2119477"/>
                  </a:lnTo>
                  <a:lnTo>
                    <a:pt x="1732407" y="2122475"/>
                  </a:lnTo>
                  <a:lnTo>
                    <a:pt x="1727833" y="2122109"/>
                  </a:lnTo>
                  <a:lnTo>
                    <a:pt x="1723924" y="2123701"/>
                  </a:lnTo>
                  <a:lnTo>
                    <a:pt x="1720861" y="2127511"/>
                  </a:lnTo>
                  <a:lnTo>
                    <a:pt x="1713380" y="2131075"/>
                  </a:lnTo>
                  <a:lnTo>
                    <a:pt x="1705608" y="2129070"/>
                  </a:lnTo>
                  <a:lnTo>
                    <a:pt x="1696800" y="2127868"/>
                  </a:lnTo>
                  <a:lnTo>
                    <a:pt x="1691893" y="2130006"/>
                  </a:lnTo>
                  <a:lnTo>
                    <a:pt x="1700141" y="2133541"/>
                  </a:lnTo>
                  <a:lnTo>
                    <a:pt x="1704556" y="2138663"/>
                  </a:lnTo>
                  <a:lnTo>
                    <a:pt x="1703647" y="2145567"/>
                  </a:lnTo>
                  <a:lnTo>
                    <a:pt x="1701440" y="2148232"/>
                  </a:lnTo>
                  <a:lnTo>
                    <a:pt x="1696235" y="2151843"/>
                  </a:lnTo>
                  <a:lnTo>
                    <a:pt x="1693950" y="2151307"/>
                  </a:lnTo>
                  <a:lnTo>
                    <a:pt x="1692554" y="2148052"/>
                  </a:lnTo>
                  <a:lnTo>
                    <a:pt x="1690861" y="2141272"/>
                  </a:lnTo>
                  <a:lnTo>
                    <a:pt x="1688440" y="2142716"/>
                  </a:lnTo>
                  <a:lnTo>
                    <a:pt x="1688023" y="2145876"/>
                  </a:lnTo>
                  <a:lnTo>
                    <a:pt x="1685943" y="2147002"/>
                  </a:lnTo>
                  <a:lnTo>
                    <a:pt x="1678561" y="2136202"/>
                  </a:lnTo>
                  <a:lnTo>
                    <a:pt x="1678929" y="2144441"/>
                  </a:lnTo>
                  <a:lnTo>
                    <a:pt x="1681508" y="2150770"/>
                  </a:lnTo>
                  <a:lnTo>
                    <a:pt x="1684002" y="2153982"/>
                  </a:lnTo>
                  <a:lnTo>
                    <a:pt x="1686519" y="2155873"/>
                  </a:lnTo>
                  <a:lnTo>
                    <a:pt x="1687137" y="2158809"/>
                  </a:lnTo>
                  <a:lnTo>
                    <a:pt x="1682088" y="2165965"/>
                  </a:lnTo>
                  <a:lnTo>
                    <a:pt x="1679489" y="2167556"/>
                  </a:lnTo>
                  <a:lnTo>
                    <a:pt x="1674865" y="2168716"/>
                  </a:lnTo>
                  <a:lnTo>
                    <a:pt x="1672263" y="2173125"/>
                  </a:lnTo>
                  <a:lnTo>
                    <a:pt x="1673032" y="2176922"/>
                  </a:lnTo>
                  <a:lnTo>
                    <a:pt x="1668988" y="2185161"/>
                  </a:lnTo>
                  <a:lnTo>
                    <a:pt x="1659318" y="2190306"/>
                  </a:lnTo>
                  <a:lnTo>
                    <a:pt x="1656363" y="2190107"/>
                  </a:lnTo>
                  <a:lnTo>
                    <a:pt x="1653955" y="2191613"/>
                  </a:lnTo>
                  <a:lnTo>
                    <a:pt x="1655362" y="2195281"/>
                  </a:lnTo>
                  <a:lnTo>
                    <a:pt x="1657775" y="2197951"/>
                  </a:lnTo>
                  <a:lnTo>
                    <a:pt x="1657690" y="2200432"/>
                  </a:lnTo>
                  <a:lnTo>
                    <a:pt x="1655134" y="2203800"/>
                  </a:lnTo>
                  <a:lnTo>
                    <a:pt x="1650088" y="2204741"/>
                  </a:lnTo>
                  <a:lnTo>
                    <a:pt x="1647254" y="2208585"/>
                  </a:lnTo>
                  <a:lnTo>
                    <a:pt x="1648151" y="2212210"/>
                  </a:lnTo>
                  <a:lnTo>
                    <a:pt x="1649817" y="2214235"/>
                  </a:lnTo>
                  <a:lnTo>
                    <a:pt x="1649469" y="2217722"/>
                  </a:lnTo>
                  <a:lnTo>
                    <a:pt x="1643731" y="2221224"/>
                  </a:lnTo>
                  <a:lnTo>
                    <a:pt x="1642386" y="2224669"/>
                  </a:lnTo>
                  <a:lnTo>
                    <a:pt x="1645236" y="2225685"/>
                  </a:lnTo>
                  <a:lnTo>
                    <a:pt x="1647428" y="2224669"/>
                  </a:lnTo>
                  <a:lnTo>
                    <a:pt x="1649032" y="2225410"/>
                  </a:lnTo>
                  <a:lnTo>
                    <a:pt x="1645591" y="2231169"/>
                  </a:lnTo>
                  <a:lnTo>
                    <a:pt x="1642502" y="2234680"/>
                  </a:lnTo>
                  <a:lnTo>
                    <a:pt x="1639567" y="2240990"/>
                  </a:lnTo>
                  <a:lnTo>
                    <a:pt x="1632758" y="2242734"/>
                  </a:lnTo>
                  <a:lnTo>
                    <a:pt x="1633013" y="2244772"/>
                  </a:lnTo>
                  <a:lnTo>
                    <a:pt x="1636861" y="2246578"/>
                  </a:lnTo>
                  <a:lnTo>
                    <a:pt x="1640081" y="2251429"/>
                  </a:lnTo>
                  <a:lnTo>
                    <a:pt x="1634030" y="2260385"/>
                  </a:lnTo>
                  <a:lnTo>
                    <a:pt x="1630253" y="2259649"/>
                  </a:lnTo>
                  <a:lnTo>
                    <a:pt x="1627944" y="2257677"/>
                  </a:lnTo>
                  <a:lnTo>
                    <a:pt x="1626471" y="2264747"/>
                  </a:lnTo>
                  <a:lnTo>
                    <a:pt x="1627036" y="2268520"/>
                  </a:lnTo>
                  <a:lnTo>
                    <a:pt x="1625597" y="2276231"/>
                  </a:lnTo>
                  <a:lnTo>
                    <a:pt x="1623285" y="2285501"/>
                  </a:lnTo>
                  <a:lnTo>
                    <a:pt x="1621715" y="2289307"/>
                  </a:lnTo>
                  <a:lnTo>
                    <a:pt x="1622048" y="2296396"/>
                  </a:lnTo>
                  <a:lnTo>
                    <a:pt x="1623018" y="2303243"/>
                  </a:lnTo>
                  <a:lnTo>
                    <a:pt x="1626723" y="2312067"/>
                  </a:lnTo>
                  <a:lnTo>
                    <a:pt x="1632379" y="2348149"/>
                  </a:lnTo>
                  <a:lnTo>
                    <a:pt x="1636230" y="2360678"/>
                  </a:lnTo>
                  <a:lnTo>
                    <a:pt x="1643167" y="2394485"/>
                  </a:lnTo>
                  <a:lnTo>
                    <a:pt x="1654647" y="2427260"/>
                  </a:lnTo>
                  <a:lnTo>
                    <a:pt x="1670844" y="2466878"/>
                  </a:lnTo>
                  <a:lnTo>
                    <a:pt x="1697426" y="2514896"/>
                  </a:lnTo>
                  <a:lnTo>
                    <a:pt x="1700608" y="2521738"/>
                  </a:lnTo>
                  <a:lnTo>
                    <a:pt x="1697148" y="2527539"/>
                  </a:lnTo>
                  <a:lnTo>
                    <a:pt x="1696092" y="2533550"/>
                  </a:lnTo>
                  <a:lnTo>
                    <a:pt x="1695791" y="2542611"/>
                  </a:lnTo>
                  <a:lnTo>
                    <a:pt x="1696750" y="2551439"/>
                  </a:lnTo>
                  <a:lnTo>
                    <a:pt x="1699893" y="2562220"/>
                  </a:lnTo>
                  <a:lnTo>
                    <a:pt x="1705933" y="2578703"/>
                  </a:lnTo>
                  <a:lnTo>
                    <a:pt x="1702553" y="2575415"/>
                  </a:lnTo>
                  <a:lnTo>
                    <a:pt x="1693807" y="2551757"/>
                  </a:lnTo>
                  <a:lnTo>
                    <a:pt x="1692790" y="2537864"/>
                  </a:lnTo>
                  <a:lnTo>
                    <a:pt x="1694051" y="2518155"/>
                  </a:lnTo>
                  <a:lnTo>
                    <a:pt x="1691998" y="2518630"/>
                  </a:lnTo>
                  <a:lnTo>
                    <a:pt x="1690331" y="2525035"/>
                  </a:lnTo>
                  <a:lnTo>
                    <a:pt x="1689415" y="2532557"/>
                  </a:lnTo>
                  <a:lnTo>
                    <a:pt x="1687195" y="2535469"/>
                  </a:lnTo>
                  <a:lnTo>
                    <a:pt x="1684168" y="2523995"/>
                  </a:lnTo>
                  <a:lnTo>
                    <a:pt x="1684380" y="2518806"/>
                  </a:lnTo>
                  <a:lnTo>
                    <a:pt x="1687594" y="2512743"/>
                  </a:lnTo>
                  <a:lnTo>
                    <a:pt x="1686662" y="2510562"/>
                  </a:lnTo>
                  <a:lnTo>
                    <a:pt x="1681461" y="2507460"/>
                  </a:lnTo>
                  <a:lnTo>
                    <a:pt x="1680355" y="2502580"/>
                  </a:lnTo>
                  <a:lnTo>
                    <a:pt x="1681059" y="2497762"/>
                  </a:lnTo>
                  <a:lnTo>
                    <a:pt x="1678074" y="2495187"/>
                  </a:lnTo>
                  <a:lnTo>
                    <a:pt x="1675739" y="2495310"/>
                  </a:lnTo>
                  <a:lnTo>
                    <a:pt x="1677305" y="2507189"/>
                  </a:lnTo>
                  <a:lnTo>
                    <a:pt x="1679775" y="2514482"/>
                  </a:lnTo>
                  <a:lnTo>
                    <a:pt x="1682830" y="2531963"/>
                  </a:lnTo>
                  <a:lnTo>
                    <a:pt x="1687760" y="2542554"/>
                  </a:lnTo>
                  <a:lnTo>
                    <a:pt x="1690633" y="2551434"/>
                  </a:lnTo>
                  <a:lnTo>
                    <a:pt x="1724206" y="2646201"/>
                  </a:lnTo>
                  <a:lnTo>
                    <a:pt x="1732152" y="2658270"/>
                  </a:lnTo>
                  <a:lnTo>
                    <a:pt x="1735090" y="2666937"/>
                  </a:lnTo>
                  <a:lnTo>
                    <a:pt x="1738149" y="2685059"/>
                  </a:lnTo>
                  <a:lnTo>
                    <a:pt x="1738841" y="2708326"/>
                  </a:lnTo>
                  <a:lnTo>
                    <a:pt x="1733354" y="2750852"/>
                  </a:lnTo>
                  <a:lnTo>
                    <a:pt x="1732105" y="2779859"/>
                  </a:lnTo>
                  <a:lnTo>
                    <a:pt x="1731320" y="2778971"/>
                  </a:lnTo>
                  <a:lnTo>
                    <a:pt x="1730795" y="2775916"/>
                  </a:lnTo>
                  <a:lnTo>
                    <a:pt x="1729526" y="2775497"/>
                  </a:lnTo>
                  <a:lnTo>
                    <a:pt x="1724763" y="2788787"/>
                  </a:lnTo>
                  <a:lnTo>
                    <a:pt x="1718290" y="2800775"/>
                  </a:lnTo>
                  <a:lnTo>
                    <a:pt x="1716160" y="2819405"/>
                  </a:lnTo>
                  <a:lnTo>
                    <a:pt x="1713055" y="2828733"/>
                  </a:lnTo>
                  <a:lnTo>
                    <a:pt x="1703733" y="2838601"/>
                  </a:lnTo>
                  <a:lnTo>
                    <a:pt x="1697956" y="2838349"/>
                  </a:lnTo>
                  <a:lnTo>
                    <a:pt x="1683789" y="2845752"/>
                  </a:lnTo>
                  <a:lnTo>
                    <a:pt x="1673836" y="2843823"/>
                  </a:lnTo>
                  <a:lnTo>
                    <a:pt x="1661978" y="2848000"/>
                  </a:lnTo>
                  <a:lnTo>
                    <a:pt x="1654175" y="2847534"/>
                  </a:lnTo>
                  <a:lnTo>
                    <a:pt x="1649670" y="2838730"/>
                  </a:lnTo>
                  <a:lnTo>
                    <a:pt x="1650359" y="2834791"/>
                  </a:lnTo>
                  <a:lnTo>
                    <a:pt x="1652153" y="2830833"/>
                  </a:lnTo>
                  <a:lnTo>
                    <a:pt x="1655192" y="2829911"/>
                  </a:lnTo>
                  <a:lnTo>
                    <a:pt x="1665666" y="2839138"/>
                  </a:lnTo>
                  <a:lnTo>
                    <a:pt x="1667642" y="2835256"/>
                  </a:lnTo>
                  <a:lnTo>
                    <a:pt x="1664479" y="2830638"/>
                  </a:lnTo>
                  <a:lnTo>
                    <a:pt x="1658424" y="2828063"/>
                  </a:lnTo>
                  <a:lnTo>
                    <a:pt x="1653951" y="2825231"/>
                  </a:lnTo>
                  <a:lnTo>
                    <a:pt x="1644938" y="2804196"/>
                  </a:lnTo>
                  <a:lnTo>
                    <a:pt x="1635600" y="2789752"/>
                  </a:lnTo>
                  <a:lnTo>
                    <a:pt x="1634026" y="2780097"/>
                  </a:lnTo>
                  <a:lnTo>
                    <a:pt x="1617926" y="2774210"/>
                  </a:lnTo>
                  <a:lnTo>
                    <a:pt x="1606268" y="2765296"/>
                  </a:lnTo>
                  <a:lnTo>
                    <a:pt x="1598667" y="2749441"/>
                  </a:lnTo>
                  <a:lnTo>
                    <a:pt x="1594305" y="2721326"/>
                  </a:lnTo>
                  <a:lnTo>
                    <a:pt x="1589163" y="2718167"/>
                  </a:lnTo>
                  <a:lnTo>
                    <a:pt x="1586990" y="2715981"/>
                  </a:lnTo>
                  <a:lnTo>
                    <a:pt x="1592012" y="2705547"/>
                  </a:lnTo>
                  <a:lnTo>
                    <a:pt x="1597306" y="2696799"/>
                  </a:lnTo>
                  <a:lnTo>
                    <a:pt x="1593118" y="2698976"/>
                  </a:lnTo>
                  <a:lnTo>
                    <a:pt x="1590029" y="2702211"/>
                  </a:lnTo>
                  <a:lnTo>
                    <a:pt x="1586101" y="2709937"/>
                  </a:lnTo>
                  <a:lnTo>
                    <a:pt x="1583232" y="2711125"/>
                  </a:lnTo>
                  <a:lnTo>
                    <a:pt x="1580602" y="2709937"/>
                  </a:lnTo>
                  <a:lnTo>
                    <a:pt x="1577571" y="2695117"/>
                  </a:lnTo>
                  <a:lnTo>
                    <a:pt x="1578437" y="2676900"/>
                  </a:lnTo>
                  <a:lnTo>
                    <a:pt x="1582686" y="2670087"/>
                  </a:lnTo>
                  <a:lnTo>
                    <a:pt x="1576160" y="2669906"/>
                  </a:lnTo>
                  <a:lnTo>
                    <a:pt x="1569397" y="2672501"/>
                  </a:lnTo>
                  <a:lnTo>
                    <a:pt x="1570387" y="2678573"/>
                  </a:lnTo>
                  <a:lnTo>
                    <a:pt x="1569432" y="2681909"/>
                  </a:lnTo>
                  <a:lnTo>
                    <a:pt x="1564506" y="2681053"/>
                  </a:lnTo>
                  <a:lnTo>
                    <a:pt x="1560771" y="2678920"/>
                  </a:lnTo>
                  <a:lnTo>
                    <a:pt x="1555702" y="2672600"/>
                  </a:lnTo>
                  <a:lnTo>
                    <a:pt x="1548788" y="2660541"/>
                  </a:lnTo>
                  <a:lnTo>
                    <a:pt x="1534606" y="2627319"/>
                  </a:lnTo>
                  <a:lnTo>
                    <a:pt x="1531841" y="2622634"/>
                  </a:lnTo>
                  <a:lnTo>
                    <a:pt x="1527151" y="2617731"/>
                  </a:lnTo>
                  <a:lnTo>
                    <a:pt x="1529359" y="2616206"/>
                  </a:lnTo>
                  <a:lnTo>
                    <a:pt x="1533388" y="2615303"/>
                  </a:lnTo>
                  <a:lnTo>
                    <a:pt x="1542494" y="2600345"/>
                  </a:lnTo>
                  <a:lnTo>
                    <a:pt x="1549647" y="2591308"/>
                  </a:lnTo>
                  <a:lnTo>
                    <a:pt x="1552021" y="2585055"/>
                  </a:lnTo>
                  <a:lnTo>
                    <a:pt x="1551607" y="2582380"/>
                  </a:lnTo>
                  <a:lnTo>
                    <a:pt x="1548444" y="2578494"/>
                  </a:lnTo>
                  <a:lnTo>
                    <a:pt x="1544292" y="2581891"/>
                  </a:lnTo>
                  <a:lnTo>
                    <a:pt x="1542513" y="2580922"/>
                  </a:lnTo>
                  <a:lnTo>
                    <a:pt x="1537842" y="2573082"/>
                  </a:lnTo>
                  <a:lnTo>
                    <a:pt x="1533380" y="2570868"/>
                  </a:lnTo>
                  <a:lnTo>
                    <a:pt x="1530271" y="2572564"/>
                  </a:lnTo>
                  <a:lnTo>
                    <a:pt x="1533550" y="2578988"/>
                  </a:lnTo>
                  <a:lnTo>
                    <a:pt x="1536497" y="2581373"/>
                  </a:lnTo>
                  <a:lnTo>
                    <a:pt x="1535356" y="2590714"/>
                  </a:lnTo>
                  <a:lnTo>
                    <a:pt x="1534165" y="2593755"/>
                  </a:lnTo>
                  <a:lnTo>
                    <a:pt x="1531404" y="2596440"/>
                  </a:lnTo>
                  <a:lnTo>
                    <a:pt x="1527093" y="2595010"/>
                  </a:lnTo>
                  <a:lnTo>
                    <a:pt x="1524912" y="2597319"/>
                  </a:lnTo>
                  <a:lnTo>
                    <a:pt x="1522345" y="2594886"/>
                  </a:lnTo>
                  <a:lnTo>
                    <a:pt x="1519789" y="2590781"/>
                  </a:lnTo>
                  <a:lnTo>
                    <a:pt x="1516943" y="2584024"/>
                  </a:lnTo>
                  <a:lnTo>
                    <a:pt x="1524464" y="2545994"/>
                  </a:lnTo>
                  <a:lnTo>
                    <a:pt x="1531424" y="2521761"/>
                  </a:lnTo>
                  <a:lnTo>
                    <a:pt x="1532220" y="2494118"/>
                  </a:lnTo>
                  <a:lnTo>
                    <a:pt x="1532738" y="2490022"/>
                  </a:lnTo>
                  <a:lnTo>
                    <a:pt x="1532151" y="2482676"/>
                  </a:lnTo>
                  <a:lnTo>
                    <a:pt x="1522817" y="2466711"/>
                  </a:lnTo>
                  <a:lnTo>
                    <a:pt x="1481549" y="2427754"/>
                  </a:lnTo>
                  <a:lnTo>
                    <a:pt x="1449565" y="2381623"/>
                  </a:lnTo>
                  <a:lnTo>
                    <a:pt x="1421861" y="2364318"/>
                  </a:lnTo>
                  <a:lnTo>
                    <a:pt x="1400843" y="2368119"/>
                  </a:lnTo>
                  <a:lnTo>
                    <a:pt x="1397204" y="2371597"/>
                  </a:lnTo>
                  <a:lnTo>
                    <a:pt x="1395642" y="2376144"/>
                  </a:lnTo>
                  <a:lnTo>
                    <a:pt x="1396961" y="2381290"/>
                  </a:lnTo>
                  <a:lnTo>
                    <a:pt x="1395050" y="2383433"/>
                  </a:lnTo>
                  <a:lnTo>
                    <a:pt x="1389409" y="2383162"/>
                  </a:lnTo>
                  <a:lnTo>
                    <a:pt x="1381811" y="2384360"/>
                  </a:lnTo>
                  <a:lnTo>
                    <a:pt x="1361972" y="2396504"/>
                  </a:lnTo>
                  <a:lnTo>
                    <a:pt x="1354974" y="2396058"/>
                  </a:lnTo>
                  <a:lnTo>
                    <a:pt x="1348617" y="2399203"/>
                  </a:lnTo>
                  <a:lnTo>
                    <a:pt x="1343857" y="2401560"/>
                  </a:lnTo>
                  <a:lnTo>
                    <a:pt x="1331446" y="2402843"/>
                  </a:lnTo>
                  <a:lnTo>
                    <a:pt x="1320921" y="2405537"/>
                  </a:lnTo>
                  <a:lnTo>
                    <a:pt x="1316374" y="2404078"/>
                  </a:lnTo>
                  <a:lnTo>
                    <a:pt x="1313408" y="2397036"/>
                  </a:lnTo>
                  <a:lnTo>
                    <a:pt x="1313408" y="2389748"/>
                  </a:lnTo>
                  <a:lnTo>
                    <a:pt x="1315813" y="2395335"/>
                  </a:lnTo>
                  <a:lnTo>
                    <a:pt x="1319537" y="2399707"/>
                  </a:lnTo>
                  <a:lnTo>
                    <a:pt x="1321242" y="2397958"/>
                  </a:lnTo>
                  <a:lnTo>
                    <a:pt x="1321880" y="2394090"/>
                  </a:lnTo>
                  <a:lnTo>
                    <a:pt x="1318176" y="2386512"/>
                  </a:lnTo>
                  <a:lnTo>
                    <a:pt x="1306244" y="2376776"/>
                  </a:lnTo>
                  <a:lnTo>
                    <a:pt x="1292664" y="2362555"/>
                  </a:lnTo>
                  <a:lnTo>
                    <a:pt x="1296805" y="2363026"/>
                  </a:lnTo>
                  <a:lnTo>
                    <a:pt x="1297853" y="2359980"/>
                  </a:lnTo>
                  <a:lnTo>
                    <a:pt x="1293642" y="2355984"/>
                  </a:lnTo>
                  <a:lnTo>
                    <a:pt x="1295421" y="2351366"/>
                  </a:lnTo>
                  <a:lnTo>
                    <a:pt x="1298387" y="2346514"/>
                  </a:lnTo>
                  <a:lnTo>
                    <a:pt x="1292657" y="2347241"/>
                  </a:lnTo>
                  <a:lnTo>
                    <a:pt x="1287514" y="2350639"/>
                  </a:lnTo>
                  <a:lnTo>
                    <a:pt x="1287344" y="2354834"/>
                  </a:lnTo>
                  <a:lnTo>
                    <a:pt x="1286327" y="2358170"/>
                  </a:lnTo>
                  <a:lnTo>
                    <a:pt x="1283559" y="2357685"/>
                  </a:lnTo>
                  <a:lnTo>
                    <a:pt x="1278420" y="2353556"/>
                  </a:lnTo>
                  <a:lnTo>
                    <a:pt x="1253121" y="2342062"/>
                  </a:lnTo>
                  <a:lnTo>
                    <a:pt x="1231004" y="2335581"/>
                  </a:lnTo>
                  <a:lnTo>
                    <a:pt x="1247979" y="2332664"/>
                  </a:lnTo>
                  <a:lnTo>
                    <a:pt x="1257185" y="2334930"/>
                  </a:lnTo>
                  <a:lnTo>
                    <a:pt x="1256087" y="2331452"/>
                  </a:lnTo>
                  <a:lnTo>
                    <a:pt x="1253871" y="2329243"/>
                  </a:lnTo>
                  <a:lnTo>
                    <a:pt x="1246610" y="2326444"/>
                  </a:lnTo>
                  <a:lnTo>
                    <a:pt x="1237361" y="2327509"/>
                  </a:lnTo>
                  <a:lnTo>
                    <a:pt x="1231519" y="2326193"/>
                  </a:lnTo>
                  <a:lnTo>
                    <a:pt x="1225545" y="2328967"/>
                  </a:lnTo>
                  <a:lnTo>
                    <a:pt x="1218999" y="2333092"/>
                  </a:lnTo>
                  <a:lnTo>
                    <a:pt x="1213172" y="2335216"/>
                  </a:lnTo>
                  <a:lnTo>
                    <a:pt x="1190367" y="2338185"/>
                  </a:lnTo>
                  <a:lnTo>
                    <a:pt x="1171873" y="2341407"/>
                  </a:lnTo>
                  <a:lnTo>
                    <a:pt x="1174839" y="2338005"/>
                  </a:lnTo>
                  <a:lnTo>
                    <a:pt x="1178002" y="2335819"/>
                  </a:lnTo>
                  <a:lnTo>
                    <a:pt x="1188929" y="2332493"/>
                  </a:lnTo>
                  <a:lnTo>
                    <a:pt x="1190564" y="2325580"/>
                  </a:lnTo>
                  <a:lnTo>
                    <a:pt x="1187997" y="2318923"/>
                  </a:lnTo>
                  <a:lnTo>
                    <a:pt x="1185120" y="2320519"/>
                  </a:lnTo>
                  <a:lnTo>
                    <a:pt x="1182100" y="2325722"/>
                  </a:lnTo>
                  <a:lnTo>
                    <a:pt x="1178396" y="2321973"/>
                  </a:lnTo>
                  <a:lnTo>
                    <a:pt x="1174294" y="2321992"/>
                  </a:lnTo>
                  <a:lnTo>
                    <a:pt x="1173180" y="2330269"/>
                  </a:lnTo>
                  <a:lnTo>
                    <a:pt x="1167922" y="2335819"/>
                  </a:lnTo>
                  <a:lnTo>
                    <a:pt x="1165548" y="2341407"/>
                  </a:lnTo>
                  <a:lnTo>
                    <a:pt x="1150128" y="2345783"/>
                  </a:lnTo>
                  <a:lnTo>
                    <a:pt x="1148152" y="2344324"/>
                  </a:lnTo>
                  <a:lnTo>
                    <a:pt x="1152664" y="2339017"/>
                  </a:lnTo>
                  <a:lnTo>
                    <a:pt x="1152305" y="2336066"/>
                  </a:lnTo>
                  <a:lnTo>
                    <a:pt x="1147158" y="2338599"/>
                  </a:lnTo>
                  <a:lnTo>
                    <a:pt x="1138528" y="2348657"/>
                  </a:lnTo>
                  <a:lnTo>
                    <a:pt x="1108145" y="2351950"/>
                  </a:lnTo>
                  <a:lnTo>
                    <a:pt x="1109804" y="2349665"/>
                  </a:lnTo>
                  <a:lnTo>
                    <a:pt x="1116218" y="2349208"/>
                  </a:lnTo>
                  <a:lnTo>
                    <a:pt x="1125223" y="2346025"/>
                  </a:lnTo>
                  <a:lnTo>
                    <a:pt x="1123402" y="2340665"/>
                  </a:lnTo>
                  <a:lnTo>
                    <a:pt x="1119930" y="2334774"/>
                  </a:lnTo>
                  <a:lnTo>
                    <a:pt x="1116725" y="2334118"/>
                  </a:lnTo>
                  <a:lnTo>
                    <a:pt x="1114610" y="2330664"/>
                  </a:lnTo>
                  <a:lnTo>
                    <a:pt x="1114714" y="2319778"/>
                  </a:lnTo>
                  <a:lnTo>
                    <a:pt x="1112665" y="2313416"/>
                  </a:lnTo>
                  <a:lnTo>
                    <a:pt x="1107719" y="2306868"/>
                  </a:lnTo>
                  <a:lnTo>
                    <a:pt x="1106049" y="2308128"/>
                  </a:lnTo>
                  <a:lnTo>
                    <a:pt x="1102411" y="2319322"/>
                  </a:lnTo>
                  <a:lnTo>
                    <a:pt x="1099387" y="2334004"/>
                  </a:lnTo>
                  <a:lnTo>
                    <a:pt x="1097891" y="2338746"/>
                  </a:lnTo>
                  <a:lnTo>
                    <a:pt x="1088882" y="2339078"/>
                  </a:lnTo>
                  <a:lnTo>
                    <a:pt x="1080909" y="2338076"/>
                  </a:lnTo>
                  <a:lnTo>
                    <a:pt x="1053812" y="2339839"/>
                  </a:lnTo>
                  <a:lnTo>
                    <a:pt x="1043689" y="2334864"/>
                  </a:lnTo>
                  <a:lnTo>
                    <a:pt x="1039490" y="2333909"/>
                  </a:lnTo>
                  <a:lnTo>
                    <a:pt x="1036935" y="2334023"/>
                  </a:lnTo>
                  <a:lnTo>
                    <a:pt x="1025149" y="2338584"/>
                  </a:lnTo>
                  <a:lnTo>
                    <a:pt x="1011721" y="2342077"/>
                  </a:lnTo>
                  <a:lnTo>
                    <a:pt x="1008558" y="2340979"/>
                  </a:lnTo>
                  <a:lnTo>
                    <a:pt x="1004046" y="2340817"/>
                  </a:lnTo>
                  <a:lnTo>
                    <a:pt x="994310" y="2352706"/>
                  </a:lnTo>
                  <a:lnTo>
                    <a:pt x="982830" y="2358269"/>
                  </a:lnTo>
                  <a:lnTo>
                    <a:pt x="953866" y="2348268"/>
                  </a:lnTo>
                  <a:lnTo>
                    <a:pt x="946662" y="2340224"/>
                  </a:lnTo>
                  <a:lnTo>
                    <a:pt x="940267" y="2338503"/>
                  </a:lnTo>
                  <a:lnTo>
                    <a:pt x="932402" y="2337510"/>
                  </a:lnTo>
                  <a:lnTo>
                    <a:pt x="923954" y="2347408"/>
                  </a:lnTo>
                  <a:lnTo>
                    <a:pt x="917536" y="2360764"/>
                  </a:lnTo>
                  <a:lnTo>
                    <a:pt x="927677" y="2368086"/>
                  </a:lnTo>
                  <a:lnTo>
                    <a:pt x="936358" y="2371588"/>
                  </a:lnTo>
                  <a:lnTo>
                    <a:pt x="950703" y="2368651"/>
                  </a:lnTo>
                  <a:lnTo>
                    <a:pt x="958633" y="2362170"/>
                  </a:lnTo>
                  <a:lnTo>
                    <a:pt x="965110" y="2362384"/>
                  </a:lnTo>
                  <a:lnTo>
                    <a:pt x="968207" y="2361068"/>
                  </a:lnTo>
                  <a:lnTo>
                    <a:pt x="971033" y="2357685"/>
                  </a:lnTo>
                  <a:lnTo>
                    <a:pt x="976570" y="2360355"/>
                  </a:lnTo>
                  <a:lnTo>
                    <a:pt x="976767" y="2363030"/>
                  </a:lnTo>
                  <a:lnTo>
                    <a:pt x="972835" y="2366798"/>
                  </a:lnTo>
                  <a:lnTo>
                    <a:pt x="967882" y="2369972"/>
                  </a:lnTo>
                  <a:lnTo>
                    <a:pt x="964878" y="2373712"/>
                  </a:lnTo>
                  <a:lnTo>
                    <a:pt x="970530" y="2381247"/>
                  </a:lnTo>
                  <a:lnTo>
                    <a:pt x="979408" y="2383780"/>
                  </a:lnTo>
                  <a:lnTo>
                    <a:pt x="982749" y="2382687"/>
                  </a:lnTo>
                  <a:lnTo>
                    <a:pt x="984817" y="2374215"/>
                  </a:lnTo>
                  <a:lnTo>
                    <a:pt x="990277" y="2368761"/>
                  </a:lnTo>
                  <a:lnTo>
                    <a:pt x="997697" y="2369939"/>
                  </a:lnTo>
                  <a:lnTo>
                    <a:pt x="996641" y="2373360"/>
                  </a:lnTo>
                  <a:lnTo>
                    <a:pt x="997681" y="2376591"/>
                  </a:lnTo>
                  <a:lnTo>
                    <a:pt x="1001092" y="2382107"/>
                  </a:lnTo>
                  <a:lnTo>
                    <a:pt x="1000701" y="2390009"/>
                  </a:lnTo>
                  <a:lnTo>
                    <a:pt x="1001362" y="2391914"/>
                  </a:lnTo>
                  <a:lnTo>
                    <a:pt x="993366" y="2395402"/>
                  </a:lnTo>
                  <a:lnTo>
                    <a:pt x="987408" y="2396585"/>
                  </a:lnTo>
                  <a:lnTo>
                    <a:pt x="982640" y="2401151"/>
                  </a:lnTo>
                  <a:lnTo>
                    <a:pt x="985138" y="2403802"/>
                  </a:lnTo>
                  <a:lnTo>
                    <a:pt x="980282" y="2406131"/>
                  </a:lnTo>
                  <a:lnTo>
                    <a:pt x="976999" y="2405199"/>
                  </a:lnTo>
                  <a:lnTo>
                    <a:pt x="975348" y="2406059"/>
                  </a:lnTo>
                  <a:lnTo>
                    <a:pt x="974853" y="2408863"/>
                  </a:lnTo>
                  <a:lnTo>
                    <a:pt x="972344" y="2411466"/>
                  </a:lnTo>
                  <a:lnTo>
                    <a:pt x="975994" y="2419311"/>
                  </a:lnTo>
                  <a:lnTo>
                    <a:pt x="983476" y="2424433"/>
                  </a:lnTo>
                  <a:lnTo>
                    <a:pt x="988753" y="2430852"/>
                  </a:lnTo>
                  <a:lnTo>
                    <a:pt x="1009973" y="2439305"/>
                  </a:lnTo>
                  <a:lnTo>
                    <a:pt x="1015116" y="2439063"/>
                  </a:lnTo>
                  <a:lnTo>
                    <a:pt x="1020177" y="2447573"/>
                  </a:lnTo>
                  <a:lnTo>
                    <a:pt x="1024256" y="2450500"/>
                  </a:lnTo>
                  <a:lnTo>
                    <a:pt x="1028185" y="2451987"/>
                  </a:lnTo>
                  <a:lnTo>
                    <a:pt x="1027736" y="2457840"/>
                  </a:lnTo>
                  <a:lnTo>
                    <a:pt x="1020757" y="2462126"/>
                  </a:lnTo>
                  <a:lnTo>
                    <a:pt x="1018870" y="2467239"/>
                  </a:lnTo>
                  <a:lnTo>
                    <a:pt x="1017115" y="2470113"/>
                  </a:lnTo>
                  <a:lnTo>
                    <a:pt x="1013967" y="2466474"/>
                  </a:lnTo>
                  <a:lnTo>
                    <a:pt x="1010735" y="2463837"/>
                  </a:lnTo>
                  <a:lnTo>
                    <a:pt x="1003253" y="2471857"/>
                  </a:lnTo>
                  <a:lnTo>
                    <a:pt x="999646" y="2473544"/>
                  </a:lnTo>
                  <a:lnTo>
                    <a:pt x="1001436" y="2464896"/>
                  </a:lnTo>
                  <a:lnTo>
                    <a:pt x="998609" y="2461509"/>
                  </a:lnTo>
                  <a:lnTo>
                    <a:pt x="994337" y="2452837"/>
                  </a:lnTo>
                  <a:lnTo>
                    <a:pt x="988112" y="2447473"/>
                  </a:lnTo>
                  <a:lnTo>
                    <a:pt x="983727" y="2445696"/>
                  </a:lnTo>
                  <a:lnTo>
                    <a:pt x="980313" y="2442303"/>
                  </a:lnTo>
                  <a:lnTo>
                    <a:pt x="976179" y="2440930"/>
                  </a:lnTo>
                  <a:lnTo>
                    <a:pt x="972653" y="2441282"/>
                  </a:lnTo>
                  <a:lnTo>
                    <a:pt x="966683" y="2439305"/>
                  </a:lnTo>
                  <a:lnTo>
                    <a:pt x="966289" y="2434691"/>
                  </a:lnTo>
                  <a:lnTo>
                    <a:pt x="964634" y="2431237"/>
                  </a:lnTo>
                  <a:lnTo>
                    <a:pt x="959963" y="2427160"/>
                  </a:lnTo>
                  <a:lnTo>
                    <a:pt x="937645" y="2419458"/>
                  </a:lnTo>
                  <a:lnTo>
                    <a:pt x="937510" y="2422647"/>
                  </a:lnTo>
                  <a:lnTo>
                    <a:pt x="939057" y="2425046"/>
                  </a:lnTo>
                  <a:lnTo>
                    <a:pt x="942262" y="2426643"/>
                  </a:lnTo>
                  <a:lnTo>
                    <a:pt x="946098" y="2429750"/>
                  </a:lnTo>
                  <a:lnTo>
                    <a:pt x="946063" y="2438954"/>
                  </a:lnTo>
                  <a:lnTo>
                    <a:pt x="944404" y="2442850"/>
                  </a:lnTo>
                  <a:lnTo>
                    <a:pt x="943693" y="2448399"/>
                  </a:lnTo>
                  <a:lnTo>
                    <a:pt x="942216" y="2454039"/>
                  </a:lnTo>
                  <a:lnTo>
                    <a:pt x="939486" y="2458487"/>
                  </a:lnTo>
                  <a:lnTo>
                    <a:pt x="933392" y="2461518"/>
                  </a:lnTo>
                  <a:lnTo>
                    <a:pt x="930705" y="2458981"/>
                  </a:lnTo>
                  <a:lnTo>
                    <a:pt x="926359" y="2446836"/>
                  </a:lnTo>
                  <a:lnTo>
                    <a:pt x="920215" y="2443011"/>
                  </a:lnTo>
                  <a:lnTo>
                    <a:pt x="910452" y="2442560"/>
                  </a:lnTo>
                  <a:lnTo>
                    <a:pt x="903821" y="2445306"/>
                  </a:lnTo>
                  <a:lnTo>
                    <a:pt x="896594" y="2457071"/>
                  </a:lnTo>
                  <a:lnTo>
                    <a:pt x="890771" y="2458995"/>
                  </a:lnTo>
                  <a:lnTo>
                    <a:pt x="870839" y="2452899"/>
                  </a:lnTo>
                  <a:lnTo>
                    <a:pt x="848081" y="2443610"/>
                  </a:lnTo>
                  <a:lnTo>
                    <a:pt x="848668" y="2440517"/>
                  </a:lnTo>
                  <a:lnTo>
                    <a:pt x="852249" y="2439524"/>
                  </a:lnTo>
                  <a:lnTo>
                    <a:pt x="859116" y="2440792"/>
                  </a:lnTo>
                  <a:lnTo>
                    <a:pt x="858752" y="2437604"/>
                  </a:lnTo>
                  <a:lnTo>
                    <a:pt x="851735" y="2427227"/>
                  </a:lnTo>
                  <a:lnTo>
                    <a:pt x="850447" y="2422542"/>
                  </a:lnTo>
                  <a:lnTo>
                    <a:pt x="851352" y="2416826"/>
                  </a:lnTo>
                  <a:lnTo>
                    <a:pt x="849063" y="2416954"/>
                  </a:lnTo>
                  <a:lnTo>
                    <a:pt x="844848" y="2421753"/>
                  </a:lnTo>
                  <a:lnTo>
                    <a:pt x="830337" y="2417686"/>
                  </a:lnTo>
                  <a:lnTo>
                    <a:pt x="826331" y="2412825"/>
                  </a:lnTo>
                  <a:lnTo>
                    <a:pt x="817806" y="2399127"/>
                  </a:lnTo>
                  <a:lnTo>
                    <a:pt x="805773" y="2398680"/>
                  </a:lnTo>
                  <a:lnTo>
                    <a:pt x="800329" y="2390375"/>
                  </a:lnTo>
                  <a:lnTo>
                    <a:pt x="790496" y="2393853"/>
                  </a:lnTo>
                  <a:lnTo>
                    <a:pt x="785516" y="2397702"/>
                  </a:lnTo>
                  <a:lnTo>
                    <a:pt x="781139" y="2403665"/>
                  </a:lnTo>
                  <a:lnTo>
                    <a:pt x="782844" y="2406758"/>
                  </a:lnTo>
                  <a:lnTo>
                    <a:pt x="787206" y="2411671"/>
                  </a:lnTo>
                  <a:lnTo>
                    <a:pt x="785214" y="2414042"/>
                  </a:lnTo>
                  <a:lnTo>
                    <a:pt x="771214" y="2417544"/>
                  </a:lnTo>
                  <a:lnTo>
                    <a:pt x="738711" y="2413628"/>
                  </a:lnTo>
                  <a:lnTo>
                    <a:pt x="729207" y="2409970"/>
                  </a:lnTo>
                  <a:lnTo>
                    <a:pt x="716452" y="2402234"/>
                  </a:lnTo>
                  <a:lnTo>
                    <a:pt x="698770" y="2395929"/>
                  </a:lnTo>
                  <a:lnTo>
                    <a:pt x="690256" y="2394912"/>
                  </a:lnTo>
                  <a:lnTo>
                    <a:pt x="681920" y="2396162"/>
                  </a:lnTo>
                  <a:lnTo>
                    <a:pt x="657661" y="2396808"/>
                  </a:lnTo>
                  <a:lnTo>
                    <a:pt x="652031" y="2398486"/>
                  </a:lnTo>
                  <a:lnTo>
                    <a:pt x="647237" y="2401165"/>
                  </a:lnTo>
                  <a:lnTo>
                    <a:pt x="644128" y="2398200"/>
                  </a:lnTo>
                  <a:lnTo>
                    <a:pt x="642690" y="2392907"/>
                  </a:lnTo>
                  <a:lnTo>
                    <a:pt x="645504" y="2392047"/>
                  </a:lnTo>
                  <a:lnTo>
                    <a:pt x="648636" y="2388935"/>
                  </a:lnTo>
                  <a:lnTo>
                    <a:pt x="651463" y="2382782"/>
                  </a:lnTo>
                  <a:lnTo>
                    <a:pt x="651784" y="2379062"/>
                  </a:lnTo>
                  <a:lnTo>
                    <a:pt x="649808" y="2376634"/>
                  </a:lnTo>
                  <a:lnTo>
                    <a:pt x="646050" y="2376391"/>
                  </a:lnTo>
                  <a:lnTo>
                    <a:pt x="637748" y="2392423"/>
                  </a:lnTo>
                  <a:lnTo>
                    <a:pt x="642492" y="2401408"/>
                  </a:lnTo>
                  <a:lnTo>
                    <a:pt x="642168" y="2404648"/>
                  </a:lnTo>
                  <a:lnTo>
                    <a:pt x="625603" y="2406492"/>
                  </a:lnTo>
                  <a:lnTo>
                    <a:pt x="588005" y="2424580"/>
                  </a:lnTo>
                  <a:lnTo>
                    <a:pt x="573343" y="2434335"/>
                  </a:lnTo>
                  <a:lnTo>
                    <a:pt x="574093" y="2431052"/>
                  </a:lnTo>
                  <a:lnTo>
                    <a:pt x="591821" y="2418408"/>
                  </a:lnTo>
                  <a:lnTo>
                    <a:pt x="585561" y="2416474"/>
                  </a:lnTo>
                  <a:lnTo>
                    <a:pt x="575481" y="2419634"/>
                  </a:lnTo>
                  <a:lnTo>
                    <a:pt x="571866" y="2418418"/>
                  </a:lnTo>
                  <a:lnTo>
                    <a:pt x="576135" y="2407965"/>
                  </a:lnTo>
                  <a:lnTo>
                    <a:pt x="574743" y="2398747"/>
                  </a:lnTo>
                  <a:lnTo>
                    <a:pt x="567586" y="2398495"/>
                  </a:lnTo>
                  <a:lnTo>
                    <a:pt x="563027" y="2405855"/>
                  </a:lnTo>
                  <a:lnTo>
                    <a:pt x="559860" y="2405541"/>
                  </a:lnTo>
                  <a:lnTo>
                    <a:pt x="555712" y="2402387"/>
                  </a:lnTo>
                  <a:lnTo>
                    <a:pt x="552498" y="2403384"/>
                  </a:lnTo>
                  <a:lnTo>
                    <a:pt x="554876" y="2420062"/>
                  </a:lnTo>
                  <a:lnTo>
                    <a:pt x="559385" y="2426923"/>
                  </a:lnTo>
                  <a:lnTo>
                    <a:pt x="563155" y="2435670"/>
                  </a:lnTo>
                  <a:lnTo>
                    <a:pt x="552858" y="2446480"/>
                  </a:lnTo>
                  <a:lnTo>
                    <a:pt x="543296" y="2455398"/>
                  </a:lnTo>
                  <a:lnTo>
                    <a:pt x="542260" y="2464017"/>
                  </a:lnTo>
                  <a:lnTo>
                    <a:pt x="532651" y="2475245"/>
                  </a:lnTo>
                  <a:lnTo>
                    <a:pt x="523611" y="2481612"/>
                  </a:lnTo>
                  <a:lnTo>
                    <a:pt x="502373" y="2496579"/>
                  </a:lnTo>
                  <a:lnTo>
                    <a:pt x="496314" y="2499781"/>
                  </a:lnTo>
                  <a:lnTo>
                    <a:pt x="486728" y="2506728"/>
                  </a:lnTo>
                  <a:lnTo>
                    <a:pt x="473505" y="2511936"/>
                  </a:lnTo>
                  <a:lnTo>
                    <a:pt x="460826" y="2520203"/>
                  </a:lnTo>
                  <a:lnTo>
                    <a:pt x="456550" y="2521457"/>
                  </a:lnTo>
                  <a:lnTo>
                    <a:pt x="464647" y="2514459"/>
                  </a:lnTo>
                  <a:lnTo>
                    <a:pt x="474247" y="2507545"/>
                  </a:lnTo>
                  <a:lnTo>
                    <a:pt x="466011" y="2508491"/>
                  </a:lnTo>
                  <a:lnTo>
                    <a:pt x="453318" y="2505288"/>
                  </a:lnTo>
                  <a:lnTo>
                    <a:pt x="445550" y="2505103"/>
                  </a:lnTo>
                  <a:lnTo>
                    <a:pt x="445496" y="2507626"/>
                  </a:lnTo>
                  <a:lnTo>
                    <a:pt x="439587" y="2511190"/>
                  </a:lnTo>
                  <a:lnTo>
                    <a:pt x="433467" y="2505953"/>
                  </a:lnTo>
                  <a:lnTo>
                    <a:pt x="430799" y="2502433"/>
                  </a:lnTo>
                  <a:lnTo>
                    <a:pt x="429534" y="2499392"/>
                  </a:lnTo>
                  <a:lnTo>
                    <a:pt x="426936" y="2498655"/>
                  </a:lnTo>
                  <a:lnTo>
                    <a:pt x="424438" y="2500066"/>
                  </a:lnTo>
                  <a:lnTo>
                    <a:pt x="433575" y="2521481"/>
                  </a:lnTo>
                  <a:lnTo>
                    <a:pt x="437469" y="2522408"/>
                  </a:lnTo>
                  <a:lnTo>
                    <a:pt x="441776" y="2524536"/>
                  </a:lnTo>
                  <a:lnTo>
                    <a:pt x="436413" y="2529525"/>
                  </a:lnTo>
                  <a:lnTo>
                    <a:pt x="430640" y="2533312"/>
                  </a:lnTo>
                  <a:lnTo>
                    <a:pt x="421562" y="2535826"/>
                  </a:lnTo>
                  <a:lnTo>
                    <a:pt x="413867" y="2528010"/>
                  </a:lnTo>
                  <a:lnTo>
                    <a:pt x="412201" y="2537817"/>
                  </a:lnTo>
                  <a:lnTo>
                    <a:pt x="411226" y="2547609"/>
                  </a:lnTo>
                  <a:lnTo>
                    <a:pt x="408643" y="2550123"/>
                  </a:lnTo>
                  <a:lnTo>
                    <a:pt x="404518" y="2553705"/>
                  </a:lnTo>
                  <a:lnTo>
                    <a:pt x="402279" y="2551002"/>
                  </a:lnTo>
                  <a:lnTo>
                    <a:pt x="401216" y="2547215"/>
                  </a:lnTo>
                  <a:lnTo>
                    <a:pt x="398575" y="2550593"/>
                  </a:lnTo>
                  <a:lnTo>
                    <a:pt x="394708" y="2553130"/>
                  </a:lnTo>
                  <a:lnTo>
                    <a:pt x="388329" y="2553639"/>
                  </a:lnTo>
                  <a:lnTo>
                    <a:pt x="383542" y="2554993"/>
                  </a:lnTo>
                  <a:lnTo>
                    <a:pt x="383654" y="2559051"/>
                  </a:lnTo>
                  <a:lnTo>
                    <a:pt x="384748" y="2563127"/>
                  </a:lnTo>
                  <a:lnTo>
                    <a:pt x="393216" y="2559906"/>
                  </a:lnTo>
                  <a:lnTo>
                    <a:pt x="390146" y="2570392"/>
                  </a:lnTo>
                  <a:lnTo>
                    <a:pt x="382359" y="2580755"/>
                  </a:lnTo>
                  <a:lnTo>
                    <a:pt x="376014" y="2583202"/>
                  </a:lnTo>
                  <a:lnTo>
                    <a:pt x="366309" y="2581687"/>
                  </a:lnTo>
                  <a:lnTo>
                    <a:pt x="363911" y="2582727"/>
                  </a:lnTo>
                  <a:lnTo>
                    <a:pt x="361765" y="2584880"/>
                  </a:lnTo>
                  <a:lnTo>
                    <a:pt x="373071" y="2601091"/>
                  </a:lnTo>
                  <a:lnTo>
                    <a:pt x="365806" y="2625542"/>
                  </a:lnTo>
                  <a:lnTo>
                    <a:pt x="361162" y="2634404"/>
                  </a:lnTo>
                  <a:lnTo>
                    <a:pt x="357941" y="2635539"/>
                  </a:lnTo>
                  <a:lnTo>
                    <a:pt x="354450" y="2635796"/>
                  </a:lnTo>
                  <a:lnTo>
                    <a:pt x="341918" y="2627918"/>
                  </a:lnTo>
                  <a:lnTo>
                    <a:pt x="335082" y="2621827"/>
                  </a:lnTo>
                  <a:lnTo>
                    <a:pt x="341106" y="2638404"/>
                  </a:lnTo>
                  <a:lnTo>
                    <a:pt x="357520" y="2643246"/>
                  </a:lnTo>
                  <a:lnTo>
                    <a:pt x="358359" y="2649518"/>
                  </a:lnTo>
                  <a:lnTo>
                    <a:pt x="358266" y="2654878"/>
                  </a:lnTo>
                  <a:lnTo>
                    <a:pt x="355034" y="2661169"/>
                  </a:lnTo>
                  <a:lnTo>
                    <a:pt x="352010" y="2669526"/>
                  </a:lnTo>
                  <a:lnTo>
                    <a:pt x="354241" y="2675347"/>
                  </a:lnTo>
                  <a:lnTo>
                    <a:pt x="356832" y="2689739"/>
                  </a:lnTo>
                  <a:lnTo>
                    <a:pt x="359047" y="2696343"/>
                  </a:lnTo>
                  <a:lnTo>
                    <a:pt x="361483" y="2716380"/>
                  </a:lnTo>
                  <a:lnTo>
                    <a:pt x="364074" y="2725071"/>
                  </a:lnTo>
                  <a:lnTo>
                    <a:pt x="378995" y="2757052"/>
                  </a:lnTo>
                  <a:lnTo>
                    <a:pt x="384025" y="2757299"/>
                  </a:lnTo>
                  <a:lnTo>
                    <a:pt x="384833" y="2760763"/>
                  </a:lnTo>
                  <a:lnTo>
                    <a:pt x="384354" y="2767406"/>
                  </a:lnTo>
                  <a:lnTo>
                    <a:pt x="373620" y="2769340"/>
                  </a:lnTo>
                  <a:lnTo>
                    <a:pt x="369116" y="2772300"/>
                  </a:lnTo>
                  <a:lnTo>
                    <a:pt x="368238" y="2774870"/>
                  </a:lnTo>
                  <a:lnTo>
                    <a:pt x="367573" y="2776258"/>
                  </a:lnTo>
                  <a:lnTo>
                    <a:pt x="366189" y="2776129"/>
                  </a:lnTo>
                  <a:lnTo>
                    <a:pt x="361069" y="2774281"/>
                  </a:lnTo>
                  <a:lnTo>
                    <a:pt x="349431" y="2765196"/>
                  </a:lnTo>
                  <a:lnTo>
                    <a:pt x="332472" y="2759566"/>
                  </a:lnTo>
                  <a:lnTo>
                    <a:pt x="310190" y="2757385"/>
                  </a:lnTo>
                  <a:lnTo>
                    <a:pt x="294967" y="2752838"/>
                  </a:lnTo>
                  <a:lnTo>
                    <a:pt x="286805" y="2745910"/>
                  </a:lnTo>
                  <a:lnTo>
                    <a:pt x="278271" y="2741805"/>
                  </a:lnTo>
                  <a:lnTo>
                    <a:pt x="269370" y="2740513"/>
                  </a:lnTo>
                  <a:lnTo>
                    <a:pt x="261997" y="2736754"/>
                  </a:lnTo>
                  <a:lnTo>
                    <a:pt x="256151" y="2730530"/>
                  </a:lnTo>
                  <a:lnTo>
                    <a:pt x="247602" y="2726558"/>
                  </a:lnTo>
                  <a:lnTo>
                    <a:pt x="236350" y="2724833"/>
                  </a:lnTo>
                  <a:lnTo>
                    <a:pt x="229027" y="2720167"/>
                  </a:lnTo>
                  <a:lnTo>
                    <a:pt x="223935" y="2708759"/>
                  </a:lnTo>
                  <a:lnTo>
                    <a:pt x="223911" y="2708588"/>
                  </a:lnTo>
                  <a:lnTo>
                    <a:pt x="219353" y="2689516"/>
                  </a:lnTo>
                  <a:lnTo>
                    <a:pt x="213611" y="2677566"/>
                  </a:lnTo>
                  <a:lnTo>
                    <a:pt x="202437" y="2662779"/>
                  </a:lnTo>
                  <a:lnTo>
                    <a:pt x="201408" y="2660831"/>
                  </a:lnTo>
                  <a:lnTo>
                    <a:pt x="201315" y="2658398"/>
                  </a:lnTo>
                  <a:lnTo>
                    <a:pt x="202699" y="2649794"/>
                  </a:lnTo>
                  <a:lnTo>
                    <a:pt x="201520" y="2643607"/>
                  </a:lnTo>
                  <a:lnTo>
                    <a:pt x="197982" y="2638566"/>
                  </a:lnTo>
                  <a:lnTo>
                    <a:pt x="197170" y="2633230"/>
                  </a:lnTo>
                  <a:lnTo>
                    <a:pt x="199088" y="2627614"/>
                  </a:lnTo>
                  <a:lnTo>
                    <a:pt x="199212" y="2620867"/>
                  </a:lnTo>
                  <a:lnTo>
                    <a:pt x="197545" y="2612989"/>
                  </a:lnTo>
                  <a:lnTo>
                    <a:pt x="190419" y="2604470"/>
                  </a:lnTo>
                  <a:lnTo>
                    <a:pt x="177834" y="2595318"/>
                  </a:lnTo>
                  <a:lnTo>
                    <a:pt x="167112" y="2581953"/>
                  </a:lnTo>
                  <a:lnTo>
                    <a:pt x="158261" y="2564382"/>
                  </a:lnTo>
                  <a:lnTo>
                    <a:pt x="149507" y="2552209"/>
                  </a:lnTo>
                  <a:lnTo>
                    <a:pt x="140850" y="2545428"/>
                  </a:lnTo>
                  <a:lnTo>
                    <a:pt x="134930" y="2537151"/>
                  </a:lnTo>
                  <a:lnTo>
                    <a:pt x="131744" y="2527378"/>
                  </a:lnTo>
                  <a:lnTo>
                    <a:pt x="130805" y="2521704"/>
                  </a:lnTo>
                  <a:lnTo>
                    <a:pt x="132104" y="2520136"/>
                  </a:lnTo>
                  <a:lnTo>
                    <a:pt x="126784" y="2509270"/>
                  </a:lnTo>
                  <a:lnTo>
                    <a:pt x="114844" y="2489114"/>
                  </a:lnTo>
                  <a:lnTo>
                    <a:pt x="107984" y="2474375"/>
                  </a:lnTo>
                  <a:lnTo>
                    <a:pt x="106217" y="2465058"/>
                  </a:lnTo>
                  <a:lnTo>
                    <a:pt x="98620" y="2453968"/>
                  </a:lnTo>
                  <a:lnTo>
                    <a:pt x="85195" y="2441106"/>
                  </a:lnTo>
                  <a:lnTo>
                    <a:pt x="77895" y="2432739"/>
                  </a:lnTo>
                  <a:lnTo>
                    <a:pt x="76101" y="2426928"/>
                  </a:lnTo>
                  <a:lnTo>
                    <a:pt x="55152" y="2410027"/>
                  </a:lnTo>
                  <a:lnTo>
                    <a:pt x="49066" y="2399469"/>
                  </a:lnTo>
                  <a:lnTo>
                    <a:pt x="44314" y="2396134"/>
                  </a:lnTo>
                  <a:lnTo>
                    <a:pt x="38858" y="2396495"/>
                  </a:lnTo>
                  <a:lnTo>
                    <a:pt x="36059" y="2395483"/>
                  </a:lnTo>
                  <a:lnTo>
                    <a:pt x="35920" y="2393097"/>
                  </a:lnTo>
                  <a:lnTo>
                    <a:pt x="34153" y="2392983"/>
                  </a:lnTo>
                  <a:lnTo>
                    <a:pt x="30754" y="2395150"/>
                  </a:lnTo>
                  <a:lnTo>
                    <a:pt x="19611" y="2395587"/>
                  </a:lnTo>
                  <a:lnTo>
                    <a:pt x="719" y="2394300"/>
                  </a:lnTo>
                  <a:lnTo>
                    <a:pt x="0" y="2394148"/>
                  </a:lnTo>
                  <a:lnTo>
                    <a:pt x="0" y="715295"/>
                  </a:lnTo>
                  <a:lnTo>
                    <a:pt x="1327176" y="715295"/>
                  </a:lnTo>
                  <a:lnTo>
                    <a:pt x="1340629" y="722114"/>
                  </a:lnTo>
                  <a:lnTo>
                    <a:pt x="1355998" y="729901"/>
                  </a:lnTo>
                  <a:lnTo>
                    <a:pt x="1359873" y="742849"/>
                  </a:lnTo>
                  <a:lnTo>
                    <a:pt x="1363646" y="755455"/>
                  </a:lnTo>
                  <a:lnTo>
                    <a:pt x="1372644" y="764606"/>
                  </a:lnTo>
                  <a:lnTo>
                    <a:pt x="1380880" y="772964"/>
                  </a:lnTo>
                  <a:lnTo>
                    <a:pt x="1385647" y="772526"/>
                  </a:lnTo>
                  <a:lnTo>
                    <a:pt x="1390484" y="768996"/>
                  </a:lnTo>
                  <a:lnTo>
                    <a:pt x="1393554" y="767295"/>
                  </a:lnTo>
                  <a:lnTo>
                    <a:pt x="1398700" y="767015"/>
                  </a:lnTo>
                  <a:lnTo>
                    <a:pt x="1410145" y="763993"/>
                  </a:lnTo>
                  <a:lnTo>
                    <a:pt x="1413529" y="764653"/>
                  </a:lnTo>
                  <a:lnTo>
                    <a:pt x="1415450" y="766164"/>
                  </a:lnTo>
                  <a:lnTo>
                    <a:pt x="1415609" y="768531"/>
                  </a:lnTo>
                  <a:lnTo>
                    <a:pt x="1415218" y="770412"/>
                  </a:lnTo>
                  <a:lnTo>
                    <a:pt x="1413448" y="774189"/>
                  </a:lnTo>
                  <a:lnTo>
                    <a:pt x="1416243" y="781388"/>
                  </a:lnTo>
                  <a:lnTo>
                    <a:pt x="1416831" y="789385"/>
                  </a:lnTo>
                  <a:lnTo>
                    <a:pt x="1418366" y="795428"/>
                  </a:lnTo>
                  <a:lnTo>
                    <a:pt x="1423052" y="803164"/>
                  </a:lnTo>
                  <a:lnTo>
                    <a:pt x="1427123" y="809208"/>
                  </a:lnTo>
                  <a:lnTo>
                    <a:pt x="1432251" y="810376"/>
                  </a:lnTo>
                  <a:lnTo>
                    <a:pt x="1444117" y="806856"/>
                  </a:lnTo>
                  <a:lnTo>
                    <a:pt x="1451552" y="805525"/>
                  </a:lnTo>
                  <a:lnTo>
                    <a:pt x="1455775" y="806100"/>
                  </a:lnTo>
                  <a:lnTo>
                    <a:pt x="1462997" y="811759"/>
                  </a:lnTo>
                  <a:lnTo>
                    <a:pt x="1466531" y="815161"/>
                  </a:lnTo>
                  <a:lnTo>
                    <a:pt x="1467374" y="817988"/>
                  </a:lnTo>
                  <a:lnTo>
                    <a:pt x="1457619" y="835264"/>
                  </a:lnTo>
                  <a:lnTo>
                    <a:pt x="1473089" y="843836"/>
                  </a:lnTo>
                  <a:lnTo>
                    <a:pt x="1490353" y="853206"/>
                  </a:lnTo>
                  <a:lnTo>
                    <a:pt x="1510939" y="864376"/>
                  </a:lnTo>
                  <a:lnTo>
                    <a:pt x="1523524" y="871214"/>
                  </a:lnTo>
                  <a:lnTo>
                    <a:pt x="1540100" y="880978"/>
                  </a:lnTo>
                  <a:lnTo>
                    <a:pt x="1542938" y="894890"/>
                  </a:lnTo>
                  <a:lnTo>
                    <a:pt x="1545328" y="906631"/>
                  </a:lnTo>
                  <a:lnTo>
                    <a:pt x="1548375" y="923000"/>
                  </a:lnTo>
                  <a:lnTo>
                    <a:pt x="1551479" y="939696"/>
                  </a:lnTo>
                  <a:lnTo>
                    <a:pt x="1554577" y="956331"/>
                  </a:lnTo>
                  <a:lnTo>
                    <a:pt x="1557859" y="973987"/>
                  </a:lnTo>
                  <a:lnTo>
                    <a:pt x="1561467" y="993383"/>
                  </a:lnTo>
                  <a:lnTo>
                    <a:pt x="1564672" y="1010597"/>
                  </a:lnTo>
                  <a:lnTo>
                    <a:pt x="1568171" y="1029389"/>
                  </a:lnTo>
                  <a:lnTo>
                    <a:pt x="1572823" y="1053845"/>
                  </a:lnTo>
                  <a:lnTo>
                    <a:pt x="1568662" y="1063267"/>
                  </a:lnTo>
                  <a:lnTo>
                    <a:pt x="1559603" y="1083783"/>
                  </a:lnTo>
                  <a:lnTo>
                    <a:pt x="1551414" y="1102328"/>
                  </a:lnTo>
                  <a:lnTo>
                    <a:pt x="1550698" y="1107707"/>
                  </a:lnTo>
                  <a:lnTo>
                    <a:pt x="1545069" y="1134747"/>
                  </a:lnTo>
                  <a:lnTo>
                    <a:pt x="1540556" y="1145918"/>
                  </a:lnTo>
                  <a:lnTo>
                    <a:pt x="1532653" y="1152403"/>
                  </a:lnTo>
                  <a:lnTo>
                    <a:pt x="1524808" y="1158690"/>
                  </a:lnTo>
                  <a:lnTo>
                    <a:pt x="1515022" y="1169224"/>
                  </a:lnTo>
                  <a:lnTo>
                    <a:pt x="1504257" y="1174426"/>
                  </a:lnTo>
                  <a:lnTo>
                    <a:pt x="1498759" y="1177486"/>
                  </a:lnTo>
                  <a:lnTo>
                    <a:pt x="1495878" y="1182314"/>
                  </a:lnTo>
                  <a:lnTo>
                    <a:pt x="1492700" y="1192895"/>
                  </a:lnTo>
                  <a:lnTo>
                    <a:pt x="1493311" y="1209055"/>
                  </a:lnTo>
                  <a:lnTo>
                    <a:pt x="1502177" y="1222962"/>
                  </a:lnTo>
                  <a:lnTo>
                    <a:pt x="1515145" y="1230740"/>
                  </a:lnTo>
                  <a:lnTo>
                    <a:pt x="1529096" y="1238314"/>
                  </a:lnTo>
                  <a:lnTo>
                    <a:pt x="1548970" y="1238347"/>
                  </a:lnTo>
                  <a:lnTo>
                    <a:pt x="1566845" y="1228241"/>
                  </a:lnTo>
                  <a:lnTo>
                    <a:pt x="1585783" y="1217536"/>
                  </a:lnTo>
                  <a:lnTo>
                    <a:pt x="1602669" y="1207990"/>
                  </a:lnTo>
                  <a:lnTo>
                    <a:pt x="1622752" y="1196639"/>
                  </a:lnTo>
                  <a:lnTo>
                    <a:pt x="1640940" y="1186352"/>
                  </a:lnTo>
                  <a:lnTo>
                    <a:pt x="1660690" y="1182656"/>
                  </a:lnTo>
                  <a:lnTo>
                    <a:pt x="1688058" y="1177539"/>
                  </a:lnTo>
                  <a:lnTo>
                    <a:pt x="1722509" y="1171091"/>
                  </a:lnTo>
                  <a:lnTo>
                    <a:pt x="1739282" y="1163750"/>
                  </a:lnTo>
                  <a:lnTo>
                    <a:pt x="1760957" y="1154261"/>
                  </a:lnTo>
                  <a:lnTo>
                    <a:pt x="1785962" y="1143314"/>
                  </a:lnTo>
                  <a:lnTo>
                    <a:pt x="1807542" y="1133868"/>
                  </a:lnTo>
                  <a:lnTo>
                    <a:pt x="1818391" y="1128632"/>
                  </a:lnTo>
                  <a:lnTo>
                    <a:pt x="1826109" y="1122660"/>
                  </a:lnTo>
                  <a:lnTo>
                    <a:pt x="1828023" y="1118241"/>
                  </a:lnTo>
                  <a:lnTo>
                    <a:pt x="1827567" y="1115703"/>
                  </a:lnTo>
                  <a:lnTo>
                    <a:pt x="1825575" y="1113161"/>
                  </a:lnTo>
                  <a:lnTo>
                    <a:pt x="1822822" y="1111285"/>
                  </a:lnTo>
                  <a:lnTo>
                    <a:pt x="1820375" y="1109688"/>
                  </a:lnTo>
                  <a:lnTo>
                    <a:pt x="1819226" y="1107712"/>
                  </a:lnTo>
                  <a:lnTo>
                    <a:pt x="1818998" y="1103388"/>
                  </a:lnTo>
                  <a:lnTo>
                    <a:pt x="1817498" y="1100903"/>
                  </a:lnTo>
                  <a:lnTo>
                    <a:pt x="1816067" y="1099073"/>
                  </a:lnTo>
                  <a:lnTo>
                    <a:pt x="1816609" y="1082339"/>
                  </a:lnTo>
                  <a:lnTo>
                    <a:pt x="1814722" y="1077150"/>
                  </a:lnTo>
                  <a:lnTo>
                    <a:pt x="1807689" y="1063998"/>
                  </a:lnTo>
                  <a:lnTo>
                    <a:pt x="1821102" y="1058102"/>
                  </a:lnTo>
                  <a:lnTo>
                    <a:pt x="1833529" y="1052633"/>
                  </a:lnTo>
                  <a:lnTo>
                    <a:pt x="1843439" y="1048585"/>
                  </a:lnTo>
                  <a:lnTo>
                    <a:pt x="1864198" y="1047948"/>
                  </a:lnTo>
                  <a:lnTo>
                    <a:pt x="1883477" y="1048029"/>
                  </a:lnTo>
                  <a:lnTo>
                    <a:pt x="1910048" y="1048138"/>
                  </a:lnTo>
                  <a:lnTo>
                    <a:pt x="1932435" y="1048228"/>
                  </a:lnTo>
                  <a:lnTo>
                    <a:pt x="1958554" y="1048338"/>
                  </a:lnTo>
                  <a:lnTo>
                    <a:pt x="1973865" y="1048399"/>
                  </a:lnTo>
                  <a:lnTo>
                    <a:pt x="1993929" y="1048209"/>
                  </a:lnTo>
                  <a:lnTo>
                    <a:pt x="2003707" y="1033029"/>
                  </a:lnTo>
                  <a:lnTo>
                    <a:pt x="2012446" y="1019454"/>
                  </a:lnTo>
                  <a:lnTo>
                    <a:pt x="2022069" y="1006482"/>
                  </a:lnTo>
                  <a:lnTo>
                    <a:pt x="2039179" y="991254"/>
                  </a:lnTo>
                  <a:lnTo>
                    <a:pt x="2044147" y="988517"/>
                  </a:lnTo>
                  <a:lnTo>
                    <a:pt x="2046889" y="982511"/>
                  </a:lnTo>
                  <a:lnTo>
                    <a:pt x="2057259" y="976805"/>
                  </a:lnTo>
                  <a:lnTo>
                    <a:pt x="2068685" y="971512"/>
                  </a:lnTo>
                  <a:lnTo>
                    <a:pt x="2073166" y="966546"/>
                  </a:lnTo>
                  <a:lnTo>
                    <a:pt x="2075335" y="963719"/>
                  </a:lnTo>
                  <a:lnTo>
                    <a:pt x="2106271" y="936940"/>
                  </a:lnTo>
                  <a:lnTo>
                    <a:pt x="2123841" y="924572"/>
                  </a:lnTo>
                  <a:lnTo>
                    <a:pt x="2138352" y="917687"/>
                  </a:lnTo>
                  <a:lnTo>
                    <a:pt x="2149399" y="914399"/>
                  </a:lnTo>
                  <a:lnTo>
                    <a:pt x="2156857" y="914870"/>
                  </a:lnTo>
                  <a:lnTo>
                    <a:pt x="2161099" y="91440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69" name="ph3869"/>
            <p:cNvSpPr/>
            <p:nvPr/>
          </p:nvSpPr>
          <p:spPr>
            <a:xfrm>
              <a:off x="3457741" y="1402713"/>
              <a:ext cx="968059" cy="948539"/>
            </a:xfrm>
            <a:custGeom>
              <a:avLst/>
              <a:gdLst/>
              <a:ahLst/>
              <a:cxnLst/>
              <a:rect l="0" t="0" r="0" b="0"/>
              <a:pathLst>
                <a:path w="968059" h="948539">
                  <a:moveTo>
                    <a:pt x="914400" y="914400"/>
                  </a:moveTo>
                  <a:lnTo>
                    <a:pt x="919488" y="915036"/>
                  </a:lnTo>
                  <a:lnTo>
                    <a:pt x="923865" y="913188"/>
                  </a:lnTo>
                  <a:lnTo>
                    <a:pt x="928010" y="909453"/>
                  </a:lnTo>
                  <a:lnTo>
                    <a:pt x="937634" y="904402"/>
                  </a:lnTo>
                  <a:lnTo>
                    <a:pt x="945835" y="902193"/>
                  </a:lnTo>
                  <a:lnTo>
                    <a:pt x="948417" y="901737"/>
                  </a:lnTo>
                  <a:lnTo>
                    <a:pt x="952326" y="905282"/>
                  </a:lnTo>
                  <a:lnTo>
                    <a:pt x="960083" y="902435"/>
                  </a:lnTo>
                  <a:lnTo>
                    <a:pt x="968059" y="900839"/>
                  </a:lnTo>
                  <a:lnTo>
                    <a:pt x="933554" y="917046"/>
                  </a:lnTo>
                  <a:lnTo>
                    <a:pt x="926498" y="918871"/>
                  </a:lnTo>
                  <a:lnTo>
                    <a:pt x="916402" y="923698"/>
                  </a:lnTo>
                  <a:lnTo>
                    <a:pt x="906860" y="927119"/>
                  </a:lnTo>
                  <a:lnTo>
                    <a:pt x="899989" y="928364"/>
                  </a:lnTo>
                  <a:lnTo>
                    <a:pt x="865824" y="940395"/>
                  </a:lnTo>
                  <a:lnTo>
                    <a:pt x="863114" y="940656"/>
                  </a:lnTo>
                  <a:lnTo>
                    <a:pt x="860183" y="939482"/>
                  </a:lnTo>
                  <a:lnTo>
                    <a:pt x="832042" y="945678"/>
                  </a:lnTo>
                  <a:lnTo>
                    <a:pt x="820493" y="946377"/>
                  </a:lnTo>
                  <a:lnTo>
                    <a:pt x="809976" y="948539"/>
                  </a:lnTo>
                  <a:lnTo>
                    <a:pt x="817755" y="943550"/>
                  </a:lnTo>
                  <a:lnTo>
                    <a:pt x="817925" y="941682"/>
                  </a:lnTo>
                  <a:lnTo>
                    <a:pt x="816065" y="940224"/>
                  </a:lnTo>
                  <a:lnTo>
                    <a:pt x="811905" y="940646"/>
                  </a:lnTo>
                  <a:lnTo>
                    <a:pt x="807644" y="945783"/>
                  </a:lnTo>
                  <a:lnTo>
                    <a:pt x="800843" y="947498"/>
                  </a:lnTo>
                  <a:lnTo>
                    <a:pt x="799486" y="941906"/>
                  </a:lnTo>
                  <a:lnTo>
                    <a:pt x="801755" y="937577"/>
                  </a:lnTo>
                  <a:lnTo>
                    <a:pt x="804829" y="933472"/>
                  </a:lnTo>
                  <a:lnTo>
                    <a:pt x="811584" y="927019"/>
                  </a:lnTo>
                  <a:lnTo>
                    <a:pt x="821247" y="922928"/>
                  </a:lnTo>
                  <a:lnTo>
                    <a:pt x="826157" y="919393"/>
                  </a:lnTo>
                  <a:lnTo>
                    <a:pt x="829560" y="922505"/>
                  </a:lnTo>
                  <a:lnTo>
                    <a:pt x="830306" y="918300"/>
                  </a:lnTo>
                  <a:lnTo>
                    <a:pt x="832924" y="915872"/>
                  </a:lnTo>
                  <a:lnTo>
                    <a:pt x="835769" y="914566"/>
                  </a:lnTo>
                  <a:lnTo>
                    <a:pt x="842613" y="914533"/>
                  </a:lnTo>
                  <a:lnTo>
                    <a:pt x="846298" y="913872"/>
                  </a:lnTo>
                  <a:lnTo>
                    <a:pt x="848962" y="912475"/>
                  </a:lnTo>
                  <a:lnTo>
                    <a:pt x="851696" y="912214"/>
                  </a:lnTo>
                  <a:lnTo>
                    <a:pt x="859181" y="914119"/>
                  </a:lnTo>
                  <a:lnTo>
                    <a:pt x="866493" y="913573"/>
                  </a:lnTo>
                  <a:lnTo>
                    <a:pt x="872397" y="910940"/>
                  </a:lnTo>
                  <a:lnTo>
                    <a:pt x="878533" y="910057"/>
                  </a:lnTo>
                  <a:lnTo>
                    <a:pt x="894765" y="909463"/>
                  </a:lnTo>
                  <a:lnTo>
                    <a:pt x="910896" y="907538"/>
                  </a:lnTo>
                  <a:lnTo>
                    <a:pt x="917346" y="904117"/>
                  </a:lnTo>
                  <a:lnTo>
                    <a:pt x="930894" y="894529"/>
                  </a:lnTo>
                  <a:lnTo>
                    <a:pt x="938689" y="891854"/>
                  </a:lnTo>
                  <a:lnTo>
                    <a:pt x="926552" y="902996"/>
                  </a:lnTo>
                  <a:lnTo>
                    <a:pt x="920029" y="90810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70" name="ph3870"/>
            <p:cNvSpPr/>
            <p:nvPr/>
          </p:nvSpPr>
          <p:spPr>
            <a:xfrm>
              <a:off x="3801048" y="1072674"/>
              <a:ext cx="919008" cy="920557"/>
            </a:xfrm>
            <a:custGeom>
              <a:avLst/>
              <a:gdLst/>
              <a:ahLst/>
              <a:cxnLst/>
              <a:rect l="0" t="0" r="0" b="0"/>
              <a:pathLst>
                <a:path w="919008" h="920557">
                  <a:moveTo>
                    <a:pt x="914400" y="914400"/>
                  </a:moveTo>
                  <a:lnTo>
                    <a:pt x="909346" y="913573"/>
                  </a:lnTo>
                  <a:lnTo>
                    <a:pt x="909450" y="918709"/>
                  </a:lnTo>
                  <a:lnTo>
                    <a:pt x="908886" y="920557"/>
                  </a:lnTo>
                  <a:lnTo>
                    <a:pt x="903287" y="917916"/>
                  </a:lnTo>
                  <a:lnTo>
                    <a:pt x="901234" y="916215"/>
                  </a:lnTo>
                  <a:lnTo>
                    <a:pt x="901412" y="909410"/>
                  </a:lnTo>
                  <a:lnTo>
                    <a:pt x="906357" y="902977"/>
                  </a:lnTo>
                  <a:lnTo>
                    <a:pt x="910127" y="900435"/>
                  </a:lnTo>
                  <a:lnTo>
                    <a:pt x="914987" y="902198"/>
                  </a:lnTo>
                  <a:lnTo>
                    <a:pt x="918718" y="909401"/>
                  </a:lnTo>
                  <a:lnTo>
                    <a:pt x="919008" y="91250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71" name="ph3871"/>
            <p:cNvSpPr/>
            <p:nvPr/>
          </p:nvSpPr>
          <p:spPr>
            <a:xfrm>
              <a:off x="3326685" y="1441893"/>
              <a:ext cx="927743" cy="914399"/>
            </a:xfrm>
            <a:custGeom>
              <a:avLst/>
              <a:gdLst/>
              <a:ahLst/>
              <a:cxnLst/>
              <a:rect l="0" t="0" r="0" b="0"/>
              <a:pathLst>
                <a:path w="927743" h="914399">
                  <a:moveTo>
                    <a:pt x="914400" y="914399"/>
                  </a:moveTo>
                  <a:lnTo>
                    <a:pt x="918177" y="905068"/>
                  </a:lnTo>
                  <a:lnTo>
                    <a:pt x="925121" y="900801"/>
                  </a:lnTo>
                  <a:lnTo>
                    <a:pt x="927635" y="901689"/>
                  </a:lnTo>
                  <a:lnTo>
                    <a:pt x="927743" y="904987"/>
                  </a:lnTo>
                  <a:lnTo>
                    <a:pt x="926769" y="907805"/>
                  </a:lnTo>
                  <a:lnTo>
                    <a:pt x="922109" y="912147"/>
                  </a:lnTo>
                  <a:lnTo>
                    <a:pt x="918181" y="91399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72" name="ph3872"/>
            <p:cNvSpPr/>
            <p:nvPr/>
          </p:nvSpPr>
          <p:spPr>
            <a:xfrm>
              <a:off x="3599926" y="1363195"/>
              <a:ext cx="936207" cy="914400"/>
            </a:xfrm>
            <a:custGeom>
              <a:avLst/>
              <a:gdLst/>
              <a:ahLst/>
              <a:cxnLst/>
              <a:rect l="0" t="0" r="0" b="0"/>
              <a:pathLst>
                <a:path w="936207" h="914400">
                  <a:moveTo>
                    <a:pt x="914400" y="914400"/>
                  </a:moveTo>
                  <a:lnTo>
                    <a:pt x="910923" y="911330"/>
                  </a:lnTo>
                  <a:lnTo>
                    <a:pt x="916364" y="909909"/>
                  </a:lnTo>
                  <a:lnTo>
                    <a:pt x="923235" y="902616"/>
                  </a:lnTo>
                  <a:lnTo>
                    <a:pt x="927805" y="901770"/>
                  </a:lnTo>
                  <a:lnTo>
                    <a:pt x="934985" y="905899"/>
                  </a:lnTo>
                  <a:lnTo>
                    <a:pt x="936207" y="90964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73" name="ph3873"/>
            <p:cNvSpPr/>
            <p:nvPr/>
          </p:nvSpPr>
          <p:spPr>
            <a:xfrm>
              <a:off x="3559888" y="1349848"/>
              <a:ext cx="919063" cy="914400"/>
            </a:xfrm>
            <a:custGeom>
              <a:avLst/>
              <a:gdLst/>
              <a:ahLst/>
              <a:cxnLst/>
              <a:rect l="0" t="0" r="0" b="0"/>
              <a:pathLst>
                <a:path w="919063" h="914400">
                  <a:moveTo>
                    <a:pt x="914400" y="914400"/>
                  </a:moveTo>
                  <a:lnTo>
                    <a:pt x="910019" y="913934"/>
                  </a:lnTo>
                  <a:lnTo>
                    <a:pt x="912242" y="910342"/>
                  </a:lnTo>
                  <a:lnTo>
                    <a:pt x="913089" y="905068"/>
                  </a:lnTo>
                  <a:lnTo>
                    <a:pt x="915250" y="899276"/>
                  </a:lnTo>
                  <a:lnTo>
                    <a:pt x="916495" y="897503"/>
                  </a:lnTo>
                  <a:lnTo>
                    <a:pt x="919063" y="895940"/>
                  </a:lnTo>
                  <a:lnTo>
                    <a:pt x="918320" y="91173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74" name="ph3874"/>
            <p:cNvSpPr/>
            <p:nvPr/>
          </p:nvSpPr>
          <p:spPr>
            <a:xfrm>
              <a:off x="3657750" y="1370783"/>
              <a:ext cx="920509" cy="914400"/>
            </a:xfrm>
            <a:custGeom>
              <a:avLst/>
              <a:gdLst/>
              <a:ahLst/>
              <a:cxnLst/>
              <a:rect l="0" t="0" r="0" b="0"/>
              <a:pathLst>
                <a:path w="920509" h="914400">
                  <a:moveTo>
                    <a:pt x="914400" y="914400"/>
                  </a:moveTo>
                  <a:lnTo>
                    <a:pt x="900306" y="910812"/>
                  </a:lnTo>
                  <a:lnTo>
                    <a:pt x="911902" y="907771"/>
                  </a:lnTo>
                  <a:lnTo>
                    <a:pt x="913796" y="906712"/>
                  </a:lnTo>
                  <a:lnTo>
                    <a:pt x="915308" y="902241"/>
                  </a:lnTo>
                  <a:lnTo>
                    <a:pt x="915498" y="899998"/>
                  </a:lnTo>
                  <a:lnTo>
                    <a:pt x="919902" y="909615"/>
                  </a:lnTo>
                  <a:lnTo>
                    <a:pt x="920509" y="91283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75" name="ph3875"/>
            <p:cNvSpPr/>
            <p:nvPr/>
          </p:nvSpPr>
          <p:spPr>
            <a:xfrm>
              <a:off x="3214644" y="1897603"/>
              <a:ext cx="915594" cy="914400"/>
            </a:xfrm>
            <a:custGeom>
              <a:avLst/>
              <a:gdLst/>
              <a:ahLst/>
              <a:cxnLst/>
              <a:rect l="0" t="0" r="0" b="0"/>
              <a:pathLst>
                <a:path w="915594" h="914400">
                  <a:moveTo>
                    <a:pt x="914399" y="914400"/>
                  </a:moveTo>
                  <a:lnTo>
                    <a:pt x="909141" y="903642"/>
                  </a:lnTo>
                  <a:lnTo>
                    <a:pt x="914550" y="907120"/>
                  </a:lnTo>
                  <a:lnTo>
                    <a:pt x="915517" y="910014"/>
                  </a:lnTo>
                  <a:lnTo>
                    <a:pt x="915594" y="91242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76" name="ph3876"/>
            <p:cNvSpPr/>
            <p:nvPr/>
          </p:nvSpPr>
          <p:spPr>
            <a:xfrm>
              <a:off x="3212467" y="1958203"/>
              <a:ext cx="931965" cy="914400"/>
            </a:xfrm>
            <a:custGeom>
              <a:avLst/>
              <a:gdLst/>
              <a:ahLst/>
              <a:cxnLst/>
              <a:rect l="0" t="0" r="0" b="0"/>
              <a:pathLst>
                <a:path w="931965" h="914400">
                  <a:moveTo>
                    <a:pt x="914400" y="914400"/>
                  </a:moveTo>
                  <a:lnTo>
                    <a:pt x="913464" y="913549"/>
                  </a:lnTo>
                  <a:lnTo>
                    <a:pt x="925636" y="907999"/>
                  </a:lnTo>
                  <a:lnTo>
                    <a:pt x="929475" y="888452"/>
                  </a:lnTo>
                  <a:lnTo>
                    <a:pt x="930001" y="879438"/>
                  </a:lnTo>
                  <a:lnTo>
                    <a:pt x="928176" y="863550"/>
                  </a:lnTo>
                  <a:lnTo>
                    <a:pt x="928238" y="860266"/>
                  </a:lnTo>
                  <a:lnTo>
                    <a:pt x="930218" y="865388"/>
                  </a:lnTo>
                  <a:lnTo>
                    <a:pt x="931965" y="880213"/>
                  </a:lnTo>
                  <a:lnTo>
                    <a:pt x="931308" y="891455"/>
                  </a:lnTo>
                  <a:lnTo>
                    <a:pt x="927778" y="907833"/>
                  </a:lnTo>
                  <a:lnTo>
                    <a:pt x="925021" y="91174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77" name="ph3877"/>
            <p:cNvSpPr/>
            <p:nvPr/>
          </p:nvSpPr>
          <p:spPr>
            <a:xfrm>
              <a:off x="3189867" y="1967349"/>
              <a:ext cx="928791" cy="914400"/>
            </a:xfrm>
            <a:custGeom>
              <a:avLst/>
              <a:gdLst/>
              <a:ahLst/>
              <a:cxnLst/>
              <a:rect l="0" t="0" r="0" b="0"/>
              <a:pathLst>
                <a:path w="928791" h="914400">
                  <a:moveTo>
                    <a:pt x="914399" y="914400"/>
                  </a:moveTo>
                  <a:lnTo>
                    <a:pt x="912776" y="913986"/>
                  </a:lnTo>
                  <a:lnTo>
                    <a:pt x="922218" y="909021"/>
                  </a:lnTo>
                  <a:lnTo>
                    <a:pt x="928791" y="90745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78" name="ph3878"/>
            <p:cNvSpPr/>
            <p:nvPr/>
          </p:nvSpPr>
          <p:spPr>
            <a:xfrm>
              <a:off x="3145135" y="2014773"/>
              <a:ext cx="939834" cy="914400"/>
            </a:xfrm>
            <a:custGeom>
              <a:avLst/>
              <a:gdLst/>
              <a:ahLst/>
              <a:cxnLst/>
              <a:rect l="0" t="0" r="0" b="0"/>
              <a:pathLst>
                <a:path w="939834" h="914400">
                  <a:moveTo>
                    <a:pt x="914400" y="914400"/>
                  </a:moveTo>
                  <a:lnTo>
                    <a:pt x="921649" y="902250"/>
                  </a:lnTo>
                  <a:lnTo>
                    <a:pt x="935967" y="886841"/>
                  </a:lnTo>
                  <a:lnTo>
                    <a:pt x="939834" y="884484"/>
                  </a:lnTo>
                  <a:lnTo>
                    <a:pt x="927929" y="897646"/>
                  </a:lnTo>
                  <a:lnTo>
                    <a:pt x="916371" y="91328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79" name="ph3879"/>
            <p:cNvSpPr/>
            <p:nvPr/>
          </p:nvSpPr>
          <p:spPr>
            <a:xfrm>
              <a:off x="2706100" y="2813095"/>
              <a:ext cx="917222" cy="914400"/>
            </a:xfrm>
            <a:custGeom>
              <a:avLst/>
              <a:gdLst/>
              <a:ahLst/>
              <a:cxnLst/>
              <a:rect l="0" t="0" r="0" b="0"/>
              <a:pathLst>
                <a:path w="917222" h="914400">
                  <a:moveTo>
                    <a:pt x="914400" y="914400"/>
                  </a:moveTo>
                  <a:lnTo>
                    <a:pt x="908689" y="912537"/>
                  </a:lnTo>
                  <a:lnTo>
                    <a:pt x="905568" y="909201"/>
                  </a:lnTo>
                  <a:lnTo>
                    <a:pt x="904223" y="902673"/>
                  </a:lnTo>
                  <a:lnTo>
                    <a:pt x="909195" y="909586"/>
                  </a:lnTo>
                  <a:lnTo>
                    <a:pt x="910978" y="911150"/>
                  </a:lnTo>
                  <a:lnTo>
                    <a:pt x="917222" y="91186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80" name="ph3880"/>
            <p:cNvSpPr/>
            <p:nvPr/>
          </p:nvSpPr>
          <p:spPr>
            <a:xfrm>
              <a:off x="2705121" y="2806666"/>
              <a:ext cx="914512" cy="914400"/>
            </a:xfrm>
            <a:custGeom>
              <a:avLst/>
              <a:gdLst/>
              <a:ahLst/>
              <a:cxnLst/>
              <a:rect l="0" t="0" r="0" b="0"/>
              <a:pathLst>
                <a:path w="914512" h="914400">
                  <a:moveTo>
                    <a:pt x="914400" y="914400"/>
                  </a:moveTo>
                  <a:lnTo>
                    <a:pt x="910409" y="904825"/>
                  </a:lnTo>
                  <a:lnTo>
                    <a:pt x="907753" y="894244"/>
                  </a:lnTo>
                  <a:lnTo>
                    <a:pt x="911554" y="897670"/>
                  </a:lnTo>
                  <a:lnTo>
                    <a:pt x="914512" y="90868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81" name="ph3881"/>
            <p:cNvSpPr/>
            <p:nvPr/>
          </p:nvSpPr>
          <p:spPr>
            <a:xfrm>
              <a:off x="2824269" y="2956460"/>
              <a:ext cx="940015" cy="914400"/>
            </a:xfrm>
            <a:custGeom>
              <a:avLst/>
              <a:gdLst/>
              <a:ahLst/>
              <a:cxnLst/>
              <a:rect l="0" t="0" r="0" b="0"/>
              <a:pathLst>
                <a:path w="940015" h="914400">
                  <a:moveTo>
                    <a:pt x="914400" y="914400"/>
                  </a:moveTo>
                  <a:lnTo>
                    <a:pt x="916143" y="909819"/>
                  </a:lnTo>
                  <a:lnTo>
                    <a:pt x="922280" y="900026"/>
                  </a:lnTo>
                  <a:lnTo>
                    <a:pt x="924263" y="895418"/>
                  </a:lnTo>
                  <a:lnTo>
                    <a:pt x="928408" y="892495"/>
                  </a:lnTo>
                  <a:lnTo>
                    <a:pt x="932267" y="887212"/>
                  </a:lnTo>
                  <a:lnTo>
                    <a:pt x="932557" y="881049"/>
                  </a:lnTo>
                  <a:lnTo>
                    <a:pt x="938163" y="876740"/>
                  </a:lnTo>
                  <a:lnTo>
                    <a:pt x="940015" y="876122"/>
                  </a:lnTo>
                  <a:lnTo>
                    <a:pt x="930136" y="89610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82" name="ph3882"/>
            <p:cNvSpPr/>
            <p:nvPr/>
          </p:nvSpPr>
          <p:spPr>
            <a:xfrm>
              <a:off x="1933393" y="2515432"/>
              <a:ext cx="920462" cy="914400"/>
            </a:xfrm>
            <a:custGeom>
              <a:avLst/>
              <a:gdLst/>
              <a:ahLst/>
              <a:cxnLst/>
              <a:rect l="0" t="0" r="0" b="0"/>
              <a:pathLst>
                <a:path w="920462" h="914400">
                  <a:moveTo>
                    <a:pt x="914400" y="914400"/>
                  </a:moveTo>
                  <a:lnTo>
                    <a:pt x="901303" y="905970"/>
                  </a:lnTo>
                  <a:lnTo>
                    <a:pt x="900480" y="902350"/>
                  </a:lnTo>
                  <a:lnTo>
                    <a:pt x="906941" y="899076"/>
                  </a:lnTo>
                  <a:lnTo>
                    <a:pt x="910885" y="899366"/>
                  </a:lnTo>
                  <a:lnTo>
                    <a:pt x="917122" y="903647"/>
                  </a:lnTo>
                  <a:lnTo>
                    <a:pt x="919403" y="904840"/>
                  </a:lnTo>
                  <a:lnTo>
                    <a:pt x="920462" y="906574"/>
                  </a:lnTo>
                  <a:lnTo>
                    <a:pt x="919859" y="909287"/>
                  </a:lnTo>
                  <a:lnTo>
                    <a:pt x="917342" y="91301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83" name="ph3883"/>
            <p:cNvSpPr/>
            <p:nvPr/>
          </p:nvSpPr>
          <p:spPr>
            <a:xfrm>
              <a:off x="1521211" y="2669891"/>
              <a:ext cx="929943" cy="914400"/>
            </a:xfrm>
            <a:custGeom>
              <a:avLst/>
              <a:gdLst/>
              <a:ahLst/>
              <a:cxnLst/>
              <a:rect l="0" t="0" r="0" b="0"/>
              <a:pathLst>
                <a:path w="929943" h="914400">
                  <a:moveTo>
                    <a:pt x="914399" y="914400"/>
                  </a:moveTo>
                  <a:lnTo>
                    <a:pt x="918231" y="906431"/>
                  </a:lnTo>
                  <a:lnTo>
                    <a:pt x="918943" y="903238"/>
                  </a:lnTo>
                  <a:lnTo>
                    <a:pt x="925226" y="893156"/>
                  </a:lnTo>
                  <a:lnTo>
                    <a:pt x="928543" y="891654"/>
                  </a:lnTo>
                  <a:lnTo>
                    <a:pt x="929943" y="895945"/>
                  </a:lnTo>
                  <a:lnTo>
                    <a:pt x="923482" y="903029"/>
                  </a:lnTo>
                  <a:lnTo>
                    <a:pt x="916116" y="91416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84" name="ph3884"/>
            <p:cNvSpPr/>
            <p:nvPr/>
          </p:nvSpPr>
          <p:spPr>
            <a:xfrm>
              <a:off x="1539813" y="2645635"/>
              <a:ext cx="945881" cy="914400"/>
            </a:xfrm>
            <a:custGeom>
              <a:avLst/>
              <a:gdLst/>
              <a:ahLst/>
              <a:cxnLst/>
              <a:rect l="0" t="0" r="0" b="0"/>
              <a:pathLst>
                <a:path w="945881" h="914400">
                  <a:moveTo>
                    <a:pt x="914400" y="914400"/>
                  </a:moveTo>
                  <a:lnTo>
                    <a:pt x="918003" y="909144"/>
                  </a:lnTo>
                  <a:lnTo>
                    <a:pt x="923861" y="906493"/>
                  </a:lnTo>
                  <a:lnTo>
                    <a:pt x="936713" y="896396"/>
                  </a:lnTo>
                  <a:lnTo>
                    <a:pt x="941956" y="895703"/>
                  </a:lnTo>
                  <a:lnTo>
                    <a:pt x="944686" y="892225"/>
                  </a:lnTo>
                  <a:lnTo>
                    <a:pt x="945881" y="891711"/>
                  </a:lnTo>
                  <a:lnTo>
                    <a:pt x="945108" y="895973"/>
                  </a:lnTo>
                  <a:lnTo>
                    <a:pt x="934768" y="902027"/>
                  </a:lnTo>
                  <a:lnTo>
                    <a:pt x="917307" y="91399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85" name="ph3885"/>
            <p:cNvSpPr/>
            <p:nvPr/>
          </p:nvSpPr>
          <p:spPr>
            <a:xfrm>
              <a:off x="1493592" y="2733788"/>
              <a:ext cx="940077" cy="914400"/>
            </a:xfrm>
            <a:custGeom>
              <a:avLst/>
              <a:gdLst/>
              <a:ahLst/>
              <a:cxnLst/>
              <a:rect l="0" t="0" r="0" b="0"/>
              <a:pathLst>
                <a:path w="940077" h="914400">
                  <a:moveTo>
                    <a:pt x="914400" y="914400"/>
                  </a:moveTo>
                  <a:lnTo>
                    <a:pt x="915080" y="906056"/>
                  </a:lnTo>
                  <a:lnTo>
                    <a:pt x="921510" y="887098"/>
                  </a:lnTo>
                  <a:lnTo>
                    <a:pt x="934575" y="862181"/>
                  </a:lnTo>
                  <a:lnTo>
                    <a:pt x="940077" y="858010"/>
                  </a:lnTo>
                  <a:lnTo>
                    <a:pt x="925005" y="885335"/>
                  </a:lnTo>
                  <a:lnTo>
                    <a:pt x="916870" y="90880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86" name="ph3886"/>
            <p:cNvSpPr/>
            <p:nvPr/>
          </p:nvSpPr>
          <p:spPr>
            <a:xfrm>
              <a:off x="1675339" y="2549504"/>
              <a:ext cx="939899" cy="914400"/>
            </a:xfrm>
            <a:custGeom>
              <a:avLst/>
              <a:gdLst/>
              <a:ahLst/>
              <a:cxnLst/>
              <a:rect l="0" t="0" r="0" b="0"/>
              <a:pathLst>
                <a:path w="939899" h="914400">
                  <a:moveTo>
                    <a:pt x="914400" y="914400"/>
                  </a:moveTo>
                  <a:lnTo>
                    <a:pt x="931660" y="899432"/>
                  </a:lnTo>
                  <a:lnTo>
                    <a:pt x="935279" y="894453"/>
                  </a:lnTo>
                  <a:lnTo>
                    <a:pt x="939899" y="894672"/>
                  </a:lnTo>
                  <a:lnTo>
                    <a:pt x="932193" y="903058"/>
                  </a:lnTo>
                  <a:lnTo>
                    <a:pt x="918355" y="91346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87" name="ph3887"/>
            <p:cNvSpPr/>
            <p:nvPr/>
          </p:nvSpPr>
          <p:spPr>
            <a:xfrm>
              <a:off x="1509453" y="2843708"/>
              <a:ext cx="915494" cy="914400"/>
            </a:xfrm>
            <a:custGeom>
              <a:avLst/>
              <a:gdLst/>
              <a:ahLst/>
              <a:cxnLst/>
              <a:rect l="0" t="0" r="0" b="0"/>
              <a:pathLst>
                <a:path w="915494" h="914400">
                  <a:moveTo>
                    <a:pt x="914399" y="914400"/>
                  </a:moveTo>
                  <a:lnTo>
                    <a:pt x="907842" y="893298"/>
                  </a:lnTo>
                  <a:lnTo>
                    <a:pt x="897170" y="845546"/>
                  </a:lnTo>
                  <a:lnTo>
                    <a:pt x="896768" y="818330"/>
                  </a:lnTo>
                  <a:lnTo>
                    <a:pt x="898446" y="808960"/>
                  </a:lnTo>
                  <a:lnTo>
                    <a:pt x="901199" y="847400"/>
                  </a:lnTo>
                  <a:lnTo>
                    <a:pt x="912996" y="896216"/>
                  </a:lnTo>
                  <a:lnTo>
                    <a:pt x="915494" y="90988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88" name="ph3888"/>
            <p:cNvSpPr/>
            <p:nvPr/>
          </p:nvSpPr>
          <p:spPr>
            <a:xfrm>
              <a:off x="3551799" y="1349639"/>
              <a:ext cx="917454" cy="914400"/>
            </a:xfrm>
            <a:custGeom>
              <a:avLst/>
              <a:gdLst/>
              <a:ahLst/>
              <a:cxnLst/>
              <a:rect l="0" t="0" r="0" b="0"/>
              <a:pathLst>
                <a:path w="917454" h="914400">
                  <a:moveTo>
                    <a:pt x="914400" y="914400"/>
                  </a:moveTo>
                  <a:lnTo>
                    <a:pt x="913580" y="909700"/>
                  </a:lnTo>
                  <a:lnTo>
                    <a:pt x="915119" y="904298"/>
                  </a:lnTo>
                  <a:lnTo>
                    <a:pt x="916677" y="904174"/>
                  </a:lnTo>
                  <a:lnTo>
                    <a:pt x="917454" y="907049"/>
                  </a:lnTo>
                  <a:lnTo>
                    <a:pt x="916596" y="91259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89" name="ph3889"/>
            <p:cNvSpPr/>
            <p:nvPr/>
          </p:nvSpPr>
          <p:spPr>
            <a:xfrm>
              <a:off x="3325529" y="1538162"/>
              <a:ext cx="925783" cy="914400"/>
            </a:xfrm>
            <a:custGeom>
              <a:avLst/>
              <a:gdLst/>
              <a:ahLst/>
              <a:cxnLst/>
              <a:rect l="0" t="0" r="0" b="0"/>
              <a:pathLst>
                <a:path w="925783" h="914400">
                  <a:moveTo>
                    <a:pt x="914400" y="914400"/>
                  </a:moveTo>
                  <a:lnTo>
                    <a:pt x="914187" y="911568"/>
                  </a:lnTo>
                  <a:lnTo>
                    <a:pt x="925783" y="893279"/>
                  </a:lnTo>
                  <a:lnTo>
                    <a:pt x="923687" y="89967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90" name="ph3890"/>
            <p:cNvSpPr/>
            <p:nvPr/>
          </p:nvSpPr>
          <p:spPr>
            <a:xfrm>
              <a:off x="3236203" y="1699435"/>
              <a:ext cx="936621" cy="914400"/>
            </a:xfrm>
            <a:custGeom>
              <a:avLst/>
              <a:gdLst/>
              <a:ahLst/>
              <a:cxnLst/>
              <a:rect l="0" t="0" r="0" b="0"/>
              <a:pathLst>
                <a:path w="936621" h="914400">
                  <a:moveTo>
                    <a:pt x="914400" y="914400"/>
                  </a:moveTo>
                  <a:lnTo>
                    <a:pt x="926479" y="894914"/>
                  </a:lnTo>
                  <a:lnTo>
                    <a:pt x="933493" y="878588"/>
                  </a:lnTo>
                  <a:lnTo>
                    <a:pt x="936621" y="872943"/>
                  </a:lnTo>
                  <a:lnTo>
                    <a:pt x="933585" y="884385"/>
                  </a:lnTo>
                  <a:lnTo>
                    <a:pt x="928280" y="894904"/>
                  </a:lnTo>
                  <a:lnTo>
                    <a:pt x="917999" y="91282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91" name="ph3891"/>
            <p:cNvSpPr/>
            <p:nvPr/>
          </p:nvSpPr>
          <p:spPr>
            <a:xfrm>
              <a:off x="3141972" y="2012725"/>
              <a:ext cx="916163" cy="914400"/>
            </a:xfrm>
            <a:custGeom>
              <a:avLst/>
              <a:gdLst/>
              <a:ahLst/>
              <a:cxnLst/>
              <a:rect l="0" t="0" r="0" b="0"/>
              <a:pathLst>
                <a:path w="916163" h="914400">
                  <a:moveTo>
                    <a:pt x="914400" y="914400"/>
                  </a:moveTo>
                  <a:lnTo>
                    <a:pt x="911287" y="913326"/>
                  </a:lnTo>
                  <a:lnTo>
                    <a:pt x="906999" y="911273"/>
                  </a:lnTo>
                  <a:lnTo>
                    <a:pt x="906052" y="909767"/>
                  </a:lnTo>
                  <a:lnTo>
                    <a:pt x="910142" y="910313"/>
                  </a:lnTo>
                  <a:lnTo>
                    <a:pt x="916163" y="91417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92" name="ph3892"/>
            <p:cNvSpPr/>
            <p:nvPr/>
          </p:nvSpPr>
          <p:spPr>
            <a:xfrm>
              <a:off x="2762168" y="2988019"/>
              <a:ext cx="917961" cy="914400"/>
            </a:xfrm>
            <a:custGeom>
              <a:avLst/>
              <a:gdLst/>
              <a:ahLst/>
              <a:cxnLst/>
              <a:rect l="0" t="0" r="0" b="0"/>
              <a:pathLst>
                <a:path w="917961" h="914400">
                  <a:moveTo>
                    <a:pt x="914400" y="914400"/>
                  </a:moveTo>
                  <a:lnTo>
                    <a:pt x="913270" y="913782"/>
                  </a:lnTo>
                  <a:lnTo>
                    <a:pt x="913270" y="910864"/>
                  </a:lnTo>
                  <a:lnTo>
                    <a:pt x="909895" y="904407"/>
                  </a:lnTo>
                  <a:lnTo>
                    <a:pt x="910023" y="902716"/>
                  </a:lnTo>
                  <a:lnTo>
                    <a:pt x="917763" y="909035"/>
                  </a:lnTo>
                  <a:lnTo>
                    <a:pt x="917961" y="910731"/>
                  </a:lnTo>
                  <a:lnTo>
                    <a:pt x="916774" y="91239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93" name="ph3893"/>
            <p:cNvSpPr/>
            <p:nvPr/>
          </p:nvSpPr>
          <p:spPr>
            <a:xfrm>
              <a:off x="2803065" y="2971113"/>
              <a:ext cx="919399" cy="914400"/>
            </a:xfrm>
            <a:custGeom>
              <a:avLst/>
              <a:gdLst/>
              <a:ahLst/>
              <a:cxnLst/>
              <a:rect l="0" t="0" r="0" b="0"/>
              <a:pathLst>
                <a:path w="919399" h="914400">
                  <a:moveTo>
                    <a:pt x="914400" y="914400"/>
                  </a:moveTo>
                  <a:lnTo>
                    <a:pt x="915150" y="913017"/>
                  </a:lnTo>
                  <a:lnTo>
                    <a:pt x="918274" y="910251"/>
                  </a:lnTo>
                  <a:lnTo>
                    <a:pt x="919399" y="911325"/>
                  </a:lnTo>
                  <a:lnTo>
                    <a:pt x="919275" y="912708"/>
                  </a:lnTo>
                  <a:lnTo>
                    <a:pt x="915900" y="91440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94" name="ph3894"/>
            <p:cNvSpPr/>
            <p:nvPr/>
          </p:nvSpPr>
          <p:spPr>
            <a:xfrm>
              <a:off x="2817572" y="2961890"/>
              <a:ext cx="918401" cy="914400"/>
            </a:xfrm>
            <a:custGeom>
              <a:avLst/>
              <a:gdLst/>
              <a:ahLst/>
              <a:cxnLst/>
              <a:rect l="0" t="0" r="0" b="0"/>
              <a:pathLst>
                <a:path w="918401" h="914400">
                  <a:moveTo>
                    <a:pt x="914400" y="914400"/>
                  </a:moveTo>
                  <a:lnTo>
                    <a:pt x="917524" y="910247"/>
                  </a:lnTo>
                  <a:lnTo>
                    <a:pt x="918401" y="910556"/>
                  </a:lnTo>
                  <a:lnTo>
                    <a:pt x="916526" y="91393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95" name="ph3895"/>
            <p:cNvSpPr/>
            <p:nvPr/>
          </p:nvSpPr>
          <p:spPr>
            <a:xfrm>
              <a:off x="2783929" y="2981870"/>
              <a:ext cx="927032" cy="914399"/>
            </a:xfrm>
            <a:custGeom>
              <a:avLst/>
              <a:gdLst/>
              <a:ahLst/>
              <a:cxnLst/>
              <a:rect l="0" t="0" r="0" b="0"/>
              <a:pathLst>
                <a:path w="927032" h="914399">
                  <a:moveTo>
                    <a:pt x="914400" y="914399"/>
                  </a:moveTo>
                  <a:lnTo>
                    <a:pt x="910649" y="912708"/>
                  </a:lnTo>
                  <a:lnTo>
                    <a:pt x="914775" y="910404"/>
                  </a:lnTo>
                  <a:lnTo>
                    <a:pt x="927032" y="907942"/>
                  </a:lnTo>
                  <a:lnTo>
                    <a:pt x="922403" y="911016"/>
                  </a:lnTo>
                  <a:lnTo>
                    <a:pt x="918026" y="91209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96" name="ph3896"/>
            <p:cNvSpPr/>
            <p:nvPr/>
          </p:nvSpPr>
          <p:spPr>
            <a:xfrm>
              <a:off x="2754354" y="2394641"/>
              <a:ext cx="917922" cy="914400"/>
            </a:xfrm>
            <a:custGeom>
              <a:avLst/>
              <a:gdLst/>
              <a:ahLst/>
              <a:cxnLst/>
              <a:rect l="0" t="0" r="0" b="0"/>
              <a:pathLst>
                <a:path w="917922" h="914400">
                  <a:moveTo>
                    <a:pt x="914400" y="914400"/>
                  </a:moveTo>
                  <a:lnTo>
                    <a:pt x="912876" y="906004"/>
                  </a:lnTo>
                  <a:lnTo>
                    <a:pt x="912725" y="897850"/>
                  </a:lnTo>
                  <a:lnTo>
                    <a:pt x="915393" y="893028"/>
                  </a:lnTo>
                  <a:lnTo>
                    <a:pt x="917922" y="89069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97" name="ph3897"/>
            <p:cNvSpPr/>
            <p:nvPr/>
          </p:nvSpPr>
          <p:spPr>
            <a:xfrm>
              <a:off x="2741049" y="2991901"/>
              <a:ext cx="922307" cy="914400"/>
            </a:xfrm>
            <a:custGeom>
              <a:avLst/>
              <a:gdLst/>
              <a:ahLst/>
              <a:cxnLst/>
              <a:rect l="0" t="0" r="0" b="0"/>
              <a:pathLst>
                <a:path w="922307" h="914400">
                  <a:moveTo>
                    <a:pt x="914399" y="914400"/>
                  </a:moveTo>
                  <a:lnTo>
                    <a:pt x="918537" y="910570"/>
                  </a:lnTo>
                  <a:lnTo>
                    <a:pt x="919878" y="904754"/>
                  </a:lnTo>
                  <a:lnTo>
                    <a:pt x="922307" y="909296"/>
                  </a:lnTo>
                  <a:lnTo>
                    <a:pt x="922260" y="912052"/>
                  </a:lnTo>
                  <a:lnTo>
                    <a:pt x="919530" y="91344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98" name="ph3898"/>
            <p:cNvSpPr/>
            <p:nvPr/>
          </p:nvSpPr>
          <p:spPr>
            <a:xfrm>
              <a:off x="2856740" y="2737461"/>
              <a:ext cx="914400" cy="914400"/>
            </a:xfrm>
            <a:custGeom>
              <a:avLst/>
              <a:gdLst/>
              <a:ahLst/>
              <a:cxnLst/>
              <a:rect l="0" t="0" r="0" b="0"/>
              <a:pathLst>
                <a:path w="914400" h="914400">
                  <a:moveTo>
                    <a:pt x="914400" y="914400"/>
                  </a:moveTo>
                  <a:lnTo>
                    <a:pt x="907119" y="897779"/>
                  </a:lnTo>
                  <a:lnTo>
                    <a:pt x="898121" y="871717"/>
                  </a:lnTo>
                  <a:lnTo>
                    <a:pt x="893304" y="851562"/>
                  </a:lnTo>
                  <a:lnTo>
                    <a:pt x="896563" y="857012"/>
                  </a:lnTo>
                  <a:lnTo>
                    <a:pt x="899749" y="868292"/>
                  </a:lnTo>
                  <a:lnTo>
                    <a:pt x="913112" y="90723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899" name="ph3899"/>
            <p:cNvSpPr/>
            <p:nvPr/>
          </p:nvSpPr>
          <p:spPr>
            <a:xfrm>
              <a:off x="2726975" y="2996543"/>
              <a:ext cx="919987" cy="914399"/>
            </a:xfrm>
            <a:custGeom>
              <a:avLst/>
              <a:gdLst/>
              <a:ahLst/>
              <a:cxnLst/>
              <a:rect l="0" t="0" r="0" b="0"/>
              <a:pathLst>
                <a:path w="919987" h="914399">
                  <a:moveTo>
                    <a:pt x="914400" y="914399"/>
                  </a:moveTo>
                  <a:lnTo>
                    <a:pt x="914226" y="912893"/>
                  </a:lnTo>
                  <a:lnTo>
                    <a:pt x="917690" y="911054"/>
                  </a:lnTo>
                  <a:lnTo>
                    <a:pt x="919987" y="911178"/>
                  </a:lnTo>
                  <a:lnTo>
                    <a:pt x="919902" y="913216"/>
                  </a:lnTo>
                  <a:lnTo>
                    <a:pt x="916410" y="91418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00" name="ph3900"/>
            <p:cNvSpPr/>
            <p:nvPr/>
          </p:nvSpPr>
          <p:spPr>
            <a:xfrm>
              <a:off x="2162026" y="2498521"/>
              <a:ext cx="920018" cy="914400"/>
            </a:xfrm>
            <a:custGeom>
              <a:avLst/>
              <a:gdLst/>
              <a:ahLst/>
              <a:cxnLst/>
              <a:rect l="0" t="0" r="0" b="0"/>
              <a:pathLst>
                <a:path w="920018" h="914400">
                  <a:moveTo>
                    <a:pt x="914400" y="914400"/>
                  </a:moveTo>
                  <a:lnTo>
                    <a:pt x="914597" y="912456"/>
                  </a:lnTo>
                  <a:lnTo>
                    <a:pt x="917760" y="907358"/>
                  </a:lnTo>
                  <a:lnTo>
                    <a:pt x="920018" y="905377"/>
                  </a:lnTo>
                  <a:lnTo>
                    <a:pt x="918699" y="90930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01" name="ph3901"/>
            <p:cNvSpPr/>
            <p:nvPr/>
          </p:nvSpPr>
          <p:spPr>
            <a:xfrm>
              <a:off x="2191559" y="2445533"/>
              <a:ext cx="915393" cy="914400"/>
            </a:xfrm>
            <a:custGeom>
              <a:avLst/>
              <a:gdLst/>
              <a:ahLst/>
              <a:cxnLst/>
              <a:rect l="0" t="0" r="0" b="0"/>
              <a:pathLst>
                <a:path w="915393" h="914400">
                  <a:moveTo>
                    <a:pt x="914400" y="914400"/>
                  </a:moveTo>
                  <a:lnTo>
                    <a:pt x="907386" y="912375"/>
                  </a:lnTo>
                  <a:lnTo>
                    <a:pt x="903121" y="910494"/>
                  </a:lnTo>
                  <a:lnTo>
                    <a:pt x="902347" y="908612"/>
                  </a:lnTo>
                  <a:lnTo>
                    <a:pt x="914137" y="912029"/>
                  </a:lnTo>
                  <a:lnTo>
                    <a:pt x="915393" y="91331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02" name="ph3902"/>
            <p:cNvSpPr/>
            <p:nvPr/>
          </p:nvSpPr>
          <p:spPr>
            <a:xfrm>
              <a:off x="2224130" y="2442991"/>
              <a:ext cx="921367" cy="914399"/>
            </a:xfrm>
            <a:custGeom>
              <a:avLst/>
              <a:gdLst/>
              <a:ahLst/>
              <a:cxnLst/>
              <a:rect l="0" t="0" r="0" b="0"/>
              <a:pathLst>
                <a:path w="921367" h="914399">
                  <a:moveTo>
                    <a:pt x="914400" y="914399"/>
                  </a:moveTo>
                  <a:lnTo>
                    <a:pt x="904072" y="914205"/>
                  </a:lnTo>
                  <a:lnTo>
                    <a:pt x="901972" y="913473"/>
                  </a:lnTo>
                  <a:lnTo>
                    <a:pt x="906117" y="912081"/>
                  </a:lnTo>
                  <a:lnTo>
                    <a:pt x="918355" y="910232"/>
                  </a:lnTo>
                  <a:lnTo>
                    <a:pt x="921367" y="91231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03" name="ph3903"/>
            <p:cNvSpPr/>
            <p:nvPr/>
          </p:nvSpPr>
          <p:spPr>
            <a:xfrm>
              <a:off x="2140103" y="2461802"/>
              <a:ext cx="917234" cy="914400"/>
            </a:xfrm>
            <a:custGeom>
              <a:avLst/>
              <a:gdLst/>
              <a:ahLst/>
              <a:cxnLst/>
              <a:rect l="0" t="0" r="0" b="0"/>
              <a:pathLst>
                <a:path w="917234" h="914400">
                  <a:moveTo>
                    <a:pt x="914400" y="914400"/>
                  </a:moveTo>
                  <a:lnTo>
                    <a:pt x="910521" y="912147"/>
                  </a:lnTo>
                  <a:lnTo>
                    <a:pt x="904776" y="911943"/>
                  </a:lnTo>
                  <a:lnTo>
                    <a:pt x="907304" y="910399"/>
                  </a:lnTo>
                  <a:lnTo>
                    <a:pt x="909079" y="908893"/>
                  </a:lnTo>
                  <a:lnTo>
                    <a:pt x="909965" y="907272"/>
                  </a:lnTo>
                  <a:lnTo>
                    <a:pt x="917234" y="901647"/>
                  </a:lnTo>
                  <a:lnTo>
                    <a:pt x="915173" y="905776"/>
                  </a:lnTo>
                  <a:lnTo>
                    <a:pt x="914121" y="90987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04" name="ph3904"/>
            <p:cNvSpPr/>
            <p:nvPr/>
          </p:nvSpPr>
          <p:spPr>
            <a:xfrm>
              <a:off x="2168989" y="2487270"/>
              <a:ext cx="917810" cy="914400"/>
            </a:xfrm>
            <a:custGeom>
              <a:avLst/>
              <a:gdLst/>
              <a:ahLst/>
              <a:cxnLst/>
              <a:rect l="0" t="0" r="0" b="0"/>
              <a:pathLst>
                <a:path w="917810" h="914400">
                  <a:moveTo>
                    <a:pt x="914400" y="914400"/>
                  </a:moveTo>
                  <a:lnTo>
                    <a:pt x="916592" y="899561"/>
                  </a:lnTo>
                  <a:lnTo>
                    <a:pt x="913510" y="887069"/>
                  </a:lnTo>
                  <a:lnTo>
                    <a:pt x="916758" y="892552"/>
                  </a:lnTo>
                  <a:lnTo>
                    <a:pt x="917810" y="899076"/>
                  </a:lnTo>
                  <a:lnTo>
                    <a:pt x="916634" y="91130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05" name="ph3905"/>
            <p:cNvSpPr/>
            <p:nvPr/>
          </p:nvSpPr>
          <p:spPr>
            <a:xfrm>
              <a:off x="2473654" y="2503738"/>
              <a:ext cx="935867" cy="914400"/>
            </a:xfrm>
            <a:custGeom>
              <a:avLst/>
              <a:gdLst/>
              <a:ahLst/>
              <a:cxnLst/>
              <a:rect l="0" t="0" r="0" b="0"/>
              <a:pathLst>
                <a:path w="935867" h="914400">
                  <a:moveTo>
                    <a:pt x="914400" y="914400"/>
                  </a:moveTo>
                  <a:lnTo>
                    <a:pt x="905808" y="911853"/>
                  </a:lnTo>
                  <a:lnTo>
                    <a:pt x="911148" y="911368"/>
                  </a:lnTo>
                  <a:lnTo>
                    <a:pt x="915010" y="912399"/>
                  </a:lnTo>
                  <a:lnTo>
                    <a:pt x="924793" y="907391"/>
                  </a:lnTo>
                  <a:lnTo>
                    <a:pt x="929924" y="903599"/>
                  </a:lnTo>
                  <a:lnTo>
                    <a:pt x="935867" y="902160"/>
                  </a:lnTo>
                  <a:lnTo>
                    <a:pt x="922345" y="9108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06" name="ph3906"/>
            <p:cNvSpPr/>
            <p:nvPr/>
          </p:nvSpPr>
          <p:spPr>
            <a:xfrm>
              <a:off x="3768129" y="1085978"/>
              <a:ext cx="917408" cy="914400"/>
            </a:xfrm>
            <a:custGeom>
              <a:avLst/>
              <a:gdLst/>
              <a:ahLst/>
              <a:cxnLst/>
              <a:rect l="0" t="0" r="0" b="0"/>
              <a:pathLst>
                <a:path w="917408" h="914400">
                  <a:moveTo>
                    <a:pt x="914400" y="914400"/>
                  </a:moveTo>
                  <a:lnTo>
                    <a:pt x="911190" y="913777"/>
                  </a:lnTo>
                  <a:lnTo>
                    <a:pt x="911086" y="908978"/>
                  </a:lnTo>
                  <a:lnTo>
                    <a:pt x="912056" y="907348"/>
                  </a:lnTo>
                  <a:lnTo>
                    <a:pt x="913166" y="906621"/>
                  </a:lnTo>
                  <a:lnTo>
                    <a:pt x="914813" y="907971"/>
                  </a:lnTo>
                  <a:lnTo>
                    <a:pt x="917408" y="91247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07" name="ph3907"/>
            <p:cNvSpPr/>
            <p:nvPr/>
          </p:nvSpPr>
          <p:spPr>
            <a:xfrm>
              <a:off x="1128849" y="2485341"/>
              <a:ext cx="1298035" cy="1478375"/>
            </a:xfrm>
            <a:custGeom>
              <a:avLst/>
              <a:gdLst/>
              <a:ahLst/>
              <a:cxnLst/>
              <a:rect l="0" t="0" r="0" b="0"/>
              <a:pathLst>
                <a:path w="1298035" h="1478375">
                  <a:moveTo>
                    <a:pt x="914400" y="914400"/>
                  </a:moveTo>
                  <a:lnTo>
                    <a:pt x="933291" y="915687"/>
                  </a:lnTo>
                  <a:lnTo>
                    <a:pt x="944435" y="915250"/>
                  </a:lnTo>
                  <a:lnTo>
                    <a:pt x="947834" y="913083"/>
                  </a:lnTo>
                  <a:lnTo>
                    <a:pt x="949601" y="913197"/>
                  </a:lnTo>
                  <a:lnTo>
                    <a:pt x="949740" y="915583"/>
                  </a:lnTo>
                  <a:lnTo>
                    <a:pt x="952539" y="916595"/>
                  </a:lnTo>
                  <a:lnTo>
                    <a:pt x="957995" y="916234"/>
                  </a:lnTo>
                  <a:lnTo>
                    <a:pt x="962747" y="919569"/>
                  </a:lnTo>
                  <a:lnTo>
                    <a:pt x="968833" y="930127"/>
                  </a:lnTo>
                  <a:lnTo>
                    <a:pt x="989809" y="947037"/>
                  </a:lnTo>
                  <a:lnTo>
                    <a:pt x="991576" y="952839"/>
                  </a:lnTo>
                  <a:lnTo>
                    <a:pt x="998876" y="961206"/>
                  </a:lnTo>
                  <a:lnTo>
                    <a:pt x="1012301" y="974068"/>
                  </a:lnTo>
                  <a:lnTo>
                    <a:pt x="1019898" y="985158"/>
                  </a:lnTo>
                  <a:lnTo>
                    <a:pt x="1021665" y="994475"/>
                  </a:lnTo>
                  <a:lnTo>
                    <a:pt x="1028525" y="1009214"/>
                  </a:lnTo>
                  <a:lnTo>
                    <a:pt x="1040464" y="1029370"/>
                  </a:lnTo>
                  <a:lnTo>
                    <a:pt x="1045785" y="1040236"/>
                  </a:lnTo>
                  <a:lnTo>
                    <a:pt x="1044486" y="1041804"/>
                  </a:lnTo>
                  <a:lnTo>
                    <a:pt x="1045425" y="1047478"/>
                  </a:lnTo>
                  <a:lnTo>
                    <a:pt x="1048611" y="1057251"/>
                  </a:lnTo>
                  <a:lnTo>
                    <a:pt x="1054531" y="1065528"/>
                  </a:lnTo>
                  <a:lnTo>
                    <a:pt x="1063188" y="1072309"/>
                  </a:lnTo>
                  <a:lnTo>
                    <a:pt x="1071942" y="1084482"/>
                  </a:lnTo>
                  <a:lnTo>
                    <a:pt x="1080793" y="1102053"/>
                  </a:lnTo>
                  <a:lnTo>
                    <a:pt x="1091515" y="1115418"/>
                  </a:lnTo>
                  <a:lnTo>
                    <a:pt x="1104100" y="1124570"/>
                  </a:lnTo>
                  <a:lnTo>
                    <a:pt x="1111226" y="1133089"/>
                  </a:lnTo>
                  <a:lnTo>
                    <a:pt x="1112893" y="1140967"/>
                  </a:lnTo>
                  <a:lnTo>
                    <a:pt x="1112769" y="1147714"/>
                  </a:lnTo>
                  <a:lnTo>
                    <a:pt x="1110851" y="1153330"/>
                  </a:lnTo>
                  <a:lnTo>
                    <a:pt x="1111663" y="1158666"/>
                  </a:lnTo>
                  <a:lnTo>
                    <a:pt x="1115201" y="1163707"/>
                  </a:lnTo>
                  <a:lnTo>
                    <a:pt x="1116380" y="1169894"/>
                  </a:lnTo>
                  <a:lnTo>
                    <a:pt x="1114996" y="1178498"/>
                  </a:lnTo>
                  <a:lnTo>
                    <a:pt x="1115093" y="1180936"/>
                  </a:lnTo>
                  <a:lnTo>
                    <a:pt x="1116117" y="1182879"/>
                  </a:lnTo>
                  <a:lnTo>
                    <a:pt x="1127292" y="1197666"/>
                  </a:lnTo>
                  <a:lnTo>
                    <a:pt x="1133034" y="1209615"/>
                  </a:lnTo>
                  <a:lnTo>
                    <a:pt x="1137592" y="1228688"/>
                  </a:lnTo>
                  <a:lnTo>
                    <a:pt x="1137615" y="1228859"/>
                  </a:lnTo>
                  <a:lnTo>
                    <a:pt x="1142708" y="1240267"/>
                  </a:lnTo>
                  <a:lnTo>
                    <a:pt x="1150031" y="1244933"/>
                  </a:lnTo>
                  <a:lnTo>
                    <a:pt x="1161283" y="1246658"/>
                  </a:lnTo>
                  <a:lnTo>
                    <a:pt x="1169831" y="1250630"/>
                  </a:lnTo>
                  <a:lnTo>
                    <a:pt x="1175678" y="1256854"/>
                  </a:lnTo>
                  <a:lnTo>
                    <a:pt x="1183051" y="1260613"/>
                  </a:lnTo>
                  <a:lnTo>
                    <a:pt x="1191952" y="1261905"/>
                  </a:lnTo>
                  <a:lnTo>
                    <a:pt x="1200485" y="1266010"/>
                  </a:lnTo>
                  <a:lnTo>
                    <a:pt x="1208648" y="1272938"/>
                  </a:lnTo>
                  <a:lnTo>
                    <a:pt x="1223870" y="1277485"/>
                  </a:lnTo>
                  <a:lnTo>
                    <a:pt x="1246153" y="1279666"/>
                  </a:lnTo>
                  <a:lnTo>
                    <a:pt x="1263112" y="1285296"/>
                  </a:lnTo>
                  <a:lnTo>
                    <a:pt x="1274750" y="1294381"/>
                  </a:lnTo>
                  <a:lnTo>
                    <a:pt x="1279870" y="1296229"/>
                  </a:lnTo>
                  <a:lnTo>
                    <a:pt x="1281254" y="1296358"/>
                  </a:lnTo>
                  <a:lnTo>
                    <a:pt x="1281919" y="1294970"/>
                  </a:lnTo>
                  <a:lnTo>
                    <a:pt x="1282797" y="1292400"/>
                  </a:lnTo>
                  <a:lnTo>
                    <a:pt x="1287301" y="1289440"/>
                  </a:lnTo>
                  <a:lnTo>
                    <a:pt x="1298035" y="1287506"/>
                  </a:lnTo>
                  <a:lnTo>
                    <a:pt x="1296592" y="1307604"/>
                  </a:lnTo>
                  <a:lnTo>
                    <a:pt x="1291806" y="1324096"/>
                  </a:lnTo>
                  <a:lnTo>
                    <a:pt x="1276034" y="1358383"/>
                  </a:lnTo>
                  <a:lnTo>
                    <a:pt x="1269461" y="1379650"/>
                  </a:lnTo>
                  <a:lnTo>
                    <a:pt x="1256744" y="1440426"/>
                  </a:lnTo>
                  <a:lnTo>
                    <a:pt x="1253020" y="1478375"/>
                  </a:lnTo>
                  <a:lnTo>
                    <a:pt x="913680" y="1478375"/>
                  </a:lnTo>
                  <a:lnTo>
                    <a:pt x="913680" y="91424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08" name="ph3908"/>
            <p:cNvSpPr/>
            <p:nvPr/>
          </p:nvSpPr>
          <p:spPr>
            <a:xfrm>
              <a:off x="3369706" y="810551"/>
              <a:ext cx="1136655" cy="1433237"/>
            </a:xfrm>
            <a:custGeom>
              <a:avLst/>
              <a:gdLst/>
              <a:ahLst/>
              <a:cxnLst/>
              <a:rect l="0" t="0" r="0" b="0"/>
              <a:pathLst>
                <a:path w="1136655" h="1433237">
                  <a:moveTo>
                    <a:pt x="1129780" y="914399"/>
                  </a:moveTo>
                  <a:lnTo>
                    <a:pt x="1118462" y="922353"/>
                  </a:lnTo>
                  <a:lnTo>
                    <a:pt x="1106414" y="934907"/>
                  </a:lnTo>
                  <a:lnTo>
                    <a:pt x="1078146" y="944400"/>
                  </a:lnTo>
                  <a:lnTo>
                    <a:pt x="1067652" y="946814"/>
                  </a:lnTo>
                  <a:lnTo>
                    <a:pt x="1057966" y="945526"/>
                  </a:lnTo>
                  <a:lnTo>
                    <a:pt x="1046177" y="953252"/>
                  </a:lnTo>
                  <a:lnTo>
                    <a:pt x="1032227" y="957975"/>
                  </a:lnTo>
                  <a:lnTo>
                    <a:pt x="1028109" y="965159"/>
                  </a:lnTo>
                  <a:lnTo>
                    <a:pt x="994574" y="984402"/>
                  </a:lnTo>
                  <a:lnTo>
                    <a:pt x="981702" y="986826"/>
                  </a:lnTo>
                  <a:lnTo>
                    <a:pt x="970748" y="991952"/>
                  </a:lnTo>
                  <a:lnTo>
                    <a:pt x="967508" y="1000657"/>
                  </a:lnTo>
                  <a:lnTo>
                    <a:pt x="957730" y="1005907"/>
                  </a:lnTo>
                  <a:lnTo>
                    <a:pt x="955015" y="1009927"/>
                  </a:lnTo>
                  <a:lnTo>
                    <a:pt x="946791" y="1022105"/>
                  </a:lnTo>
                  <a:lnTo>
                    <a:pt x="931503" y="1037832"/>
                  </a:lnTo>
                  <a:lnTo>
                    <a:pt x="912874" y="1040464"/>
                  </a:lnTo>
                  <a:lnTo>
                    <a:pt x="906065" y="1045938"/>
                  </a:lnTo>
                  <a:lnTo>
                    <a:pt x="898181" y="1054771"/>
                  </a:lnTo>
                  <a:lnTo>
                    <a:pt x="887061" y="1060834"/>
                  </a:lnTo>
                  <a:lnTo>
                    <a:pt x="865107" y="1057993"/>
                  </a:lnTo>
                  <a:lnTo>
                    <a:pt x="870446" y="1061708"/>
                  </a:lnTo>
                  <a:lnTo>
                    <a:pt x="890088" y="1067500"/>
                  </a:lnTo>
                  <a:lnTo>
                    <a:pt x="892130" y="1076086"/>
                  </a:lnTo>
                  <a:lnTo>
                    <a:pt x="882289" y="1078139"/>
                  </a:lnTo>
                  <a:lnTo>
                    <a:pt x="861685" y="1089585"/>
                  </a:lnTo>
                  <a:lnTo>
                    <a:pt x="833923" y="1109294"/>
                  </a:lnTo>
                  <a:lnTo>
                    <a:pt x="829681" y="1109759"/>
                  </a:lnTo>
                  <a:lnTo>
                    <a:pt x="822223" y="1109289"/>
                  </a:lnTo>
                  <a:lnTo>
                    <a:pt x="811176" y="1112577"/>
                  </a:lnTo>
                  <a:lnTo>
                    <a:pt x="796665" y="1119462"/>
                  </a:lnTo>
                  <a:lnTo>
                    <a:pt x="779095" y="1131830"/>
                  </a:lnTo>
                  <a:lnTo>
                    <a:pt x="748159" y="1158609"/>
                  </a:lnTo>
                  <a:lnTo>
                    <a:pt x="745990" y="1161436"/>
                  </a:lnTo>
                  <a:lnTo>
                    <a:pt x="741508" y="1166401"/>
                  </a:lnTo>
                  <a:lnTo>
                    <a:pt x="730083" y="1171694"/>
                  </a:lnTo>
                  <a:lnTo>
                    <a:pt x="719713" y="1177401"/>
                  </a:lnTo>
                  <a:lnTo>
                    <a:pt x="716971" y="1183407"/>
                  </a:lnTo>
                  <a:lnTo>
                    <a:pt x="712003" y="1186143"/>
                  </a:lnTo>
                  <a:lnTo>
                    <a:pt x="694893" y="1201372"/>
                  </a:lnTo>
                  <a:lnTo>
                    <a:pt x="685269" y="1214343"/>
                  </a:lnTo>
                  <a:lnTo>
                    <a:pt x="676531" y="1227918"/>
                  </a:lnTo>
                  <a:lnTo>
                    <a:pt x="666753" y="1243099"/>
                  </a:lnTo>
                  <a:lnTo>
                    <a:pt x="646689" y="1243289"/>
                  </a:lnTo>
                  <a:lnTo>
                    <a:pt x="631377" y="1243227"/>
                  </a:lnTo>
                  <a:lnTo>
                    <a:pt x="605259" y="1243118"/>
                  </a:lnTo>
                  <a:lnTo>
                    <a:pt x="582872" y="1243028"/>
                  </a:lnTo>
                  <a:lnTo>
                    <a:pt x="556301" y="1242918"/>
                  </a:lnTo>
                  <a:lnTo>
                    <a:pt x="537022" y="1242837"/>
                  </a:lnTo>
                  <a:lnTo>
                    <a:pt x="516263" y="1243474"/>
                  </a:lnTo>
                  <a:lnTo>
                    <a:pt x="506353" y="1247522"/>
                  </a:lnTo>
                  <a:lnTo>
                    <a:pt x="493926" y="1252991"/>
                  </a:lnTo>
                  <a:lnTo>
                    <a:pt x="480512" y="1258888"/>
                  </a:lnTo>
                  <a:lnTo>
                    <a:pt x="487546" y="1272040"/>
                  </a:lnTo>
                  <a:lnTo>
                    <a:pt x="489433" y="1277228"/>
                  </a:lnTo>
                  <a:lnTo>
                    <a:pt x="488891" y="1293963"/>
                  </a:lnTo>
                  <a:lnTo>
                    <a:pt x="490322" y="1295792"/>
                  </a:lnTo>
                  <a:lnTo>
                    <a:pt x="491822" y="1298277"/>
                  </a:lnTo>
                  <a:lnTo>
                    <a:pt x="492050" y="1302601"/>
                  </a:lnTo>
                  <a:lnTo>
                    <a:pt x="493199" y="1304578"/>
                  </a:lnTo>
                  <a:lnTo>
                    <a:pt x="495646" y="1306174"/>
                  </a:lnTo>
                  <a:lnTo>
                    <a:pt x="498399" y="1308051"/>
                  </a:lnTo>
                  <a:lnTo>
                    <a:pt x="500390" y="1310593"/>
                  </a:lnTo>
                  <a:lnTo>
                    <a:pt x="500847" y="1313130"/>
                  </a:lnTo>
                  <a:lnTo>
                    <a:pt x="498933" y="1317549"/>
                  </a:lnTo>
                  <a:lnTo>
                    <a:pt x="491215" y="1323522"/>
                  </a:lnTo>
                  <a:lnTo>
                    <a:pt x="480366" y="1328758"/>
                  </a:lnTo>
                  <a:lnTo>
                    <a:pt x="458786" y="1338203"/>
                  </a:lnTo>
                  <a:lnTo>
                    <a:pt x="433781" y="1349151"/>
                  </a:lnTo>
                  <a:lnTo>
                    <a:pt x="412105" y="1358639"/>
                  </a:lnTo>
                  <a:lnTo>
                    <a:pt x="395332" y="1365980"/>
                  </a:lnTo>
                  <a:lnTo>
                    <a:pt x="360881" y="1372428"/>
                  </a:lnTo>
                  <a:lnTo>
                    <a:pt x="333514" y="1377545"/>
                  </a:lnTo>
                  <a:lnTo>
                    <a:pt x="313764" y="1381242"/>
                  </a:lnTo>
                  <a:lnTo>
                    <a:pt x="295575" y="1391529"/>
                  </a:lnTo>
                  <a:lnTo>
                    <a:pt x="275493" y="1402880"/>
                  </a:lnTo>
                  <a:lnTo>
                    <a:pt x="258607" y="1412426"/>
                  </a:lnTo>
                  <a:lnTo>
                    <a:pt x="239669" y="1423131"/>
                  </a:lnTo>
                  <a:lnTo>
                    <a:pt x="221794" y="1433237"/>
                  </a:lnTo>
                  <a:lnTo>
                    <a:pt x="201920" y="1433204"/>
                  </a:lnTo>
                  <a:lnTo>
                    <a:pt x="187969" y="1425630"/>
                  </a:lnTo>
                  <a:lnTo>
                    <a:pt x="175001" y="1417852"/>
                  </a:lnTo>
                  <a:lnTo>
                    <a:pt x="166135" y="1403944"/>
                  </a:lnTo>
                  <a:lnTo>
                    <a:pt x="165524" y="1387785"/>
                  </a:lnTo>
                  <a:lnTo>
                    <a:pt x="168702" y="1377203"/>
                  </a:lnTo>
                  <a:lnTo>
                    <a:pt x="171583" y="1372376"/>
                  </a:lnTo>
                  <a:lnTo>
                    <a:pt x="177081" y="1369316"/>
                  </a:lnTo>
                  <a:lnTo>
                    <a:pt x="187846" y="1364113"/>
                  </a:lnTo>
                  <a:lnTo>
                    <a:pt x="197632" y="1353579"/>
                  </a:lnTo>
                  <a:lnTo>
                    <a:pt x="205477" y="1347293"/>
                  </a:lnTo>
                  <a:lnTo>
                    <a:pt x="213380" y="1340807"/>
                  </a:lnTo>
                  <a:lnTo>
                    <a:pt x="217893" y="1329637"/>
                  </a:lnTo>
                  <a:lnTo>
                    <a:pt x="223522" y="1302596"/>
                  </a:lnTo>
                  <a:lnTo>
                    <a:pt x="224238" y="1297218"/>
                  </a:lnTo>
                  <a:lnTo>
                    <a:pt x="232427" y="1278673"/>
                  </a:lnTo>
                  <a:lnTo>
                    <a:pt x="241486" y="1258156"/>
                  </a:lnTo>
                  <a:lnTo>
                    <a:pt x="245647" y="1248734"/>
                  </a:lnTo>
                  <a:lnTo>
                    <a:pt x="240995" y="1224278"/>
                  </a:lnTo>
                  <a:lnTo>
                    <a:pt x="237496" y="1205486"/>
                  </a:lnTo>
                  <a:lnTo>
                    <a:pt x="234291" y="1188272"/>
                  </a:lnTo>
                  <a:lnTo>
                    <a:pt x="230683" y="1168877"/>
                  </a:lnTo>
                  <a:lnTo>
                    <a:pt x="227400" y="1151220"/>
                  </a:lnTo>
                  <a:lnTo>
                    <a:pt x="224303" y="1134586"/>
                  </a:lnTo>
                  <a:lnTo>
                    <a:pt x="221198" y="1117889"/>
                  </a:lnTo>
                  <a:lnTo>
                    <a:pt x="218152" y="1101520"/>
                  </a:lnTo>
                  <a:lnTo>
                    <a:pt x="215762" y="1089780"/>
                  </a:lnTo>
                  <a:lnTo>
                    <a:pt x="212924" y="1075867"/>
                  </a:lnTo>
                  <a:lnTo>
                    <a:pt x="196348" y="1066103"/>
                  </a:lnTo>
                  <a:lnTo>
                    <a:pt x="183763" y="1059266"/>
                  </a:lnTo>
                  <a:lnTo>
                    <a:pt x="163177" y="1048095"/>
                  </a:lnTo>
                  <a:lnTo>
                    <a:pt x="145913" y="1038725"/>
                  </a:lnTo>
                  <a:lnTo>
                    <a:pt x="130443" y="1030154"/>
                  </a:lnTo>
                  <a:lnTo>
                    <a:pt x="140198" y="1012878"/>
                  </a:lnTo>
                  <a:lnTo>
                    <a:pt x="139355" y="1010051"/>
                  </a:lnTo>
                  <a:lnTo>
                    <a:pt x="135821" y="1006649"/>
                  </a:lnTo>
                  <a:lnTo>
                    <a:pt x="128598" y="1000990"/>
                  </a:lnTo>
                  <a:lnTo>
                    <a:pt x="124376" y="1000415"/>
                  </a:lnTo>
                  <a:lnTo>
                    <a:pt x="116941" y="1001745"/>
                  </a:lnTo>
                  <a:lnTo>
                    <a:pt x="105074" y="1005266"/>
                  </a:lnTo>
                  <a:lnTo>
                    <a:pt x="99947" y="1004097"/>
                  </a:lnTo>
                  <a:lnTo>
                    <a:pt x="95876" y="998053"/>
                  </a:lnTo>
                  <a:lnTo>
                    <a:pt x="91190" y="990318"/>
                  </a:lnTo>
                  <a:lnTo>
                    <a:pt x="89655" y="984274"/>
                  </a:lnTo>
                  <a:lnTo>
                    <a:pt x="89067" y="976277"/>
                  </a:lnTo>
                  <a:lnTo>
                    <a:pt x="86271" y="969079"/>
                  </a:lnTo>
                  <a:lnTo>
                    <a:pt x="88042" y="965302"/>
                  </a:lnTo>
                  <a:lnTo>
                    <a:pt x="88433" y="963420"/>
                  </a:lnTo>
                  <a:lnTo>
                    <a:pt x="88274" y="961054"/>
                  </a:lnTo>
                  <a:lnTo>
                    <a:pt x="86353" y="959543"/>
                  </a:lnTo>
                  <a:lnTo>
                    <a:pt x="82969" y="958882"/>
                  </a:lnTo>
                  <a:lnTo>
                    <a:pt x="71524" y="961904"/>
                  </a:lnTo>
                  <a:lnTo>
                    <a:pt x="66378" y="962185"/>
                  </a:lnTo>
                  <a:lnTo>
                    <a:pt x="63308" y="963886"/>
                  </a:lnTo>
                  <a:lnTo>
                    <a:pt x="58471" y="967416"/>
                  </a:lnTo>
                  <a:lnTo>
                    <a:pt x="53703" y="967853"/>
                  </a:lnTo>
                  <a:lnTo>
                    <a:pt x="45468" y="959495"/>
                  </a:lnTo>
                  <a:lnTo>
                    <a:pt x="36470" y="950344"/>
                  </a:lnTo>
                  <a:lnTo>
                    <a:pt x="32696" y="937739"/>
                  </a:lnTo>
                  <a:lnTo>
                    <a:pt x="28822" y="924791"/>
                  </a:lnTo>
                  <a:lnTo>
                    <a:pt x="13453" y="917003"/>
                  </a:lnTo>
                  <a:lnTo>
                    <a:pt x="0" y="910185"/>
                  </a:lnTo>
                  <a:lnTo>
                    <a:pt x="1136655" y="91018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09" name="ph3909"/>
            <p:cNvSpPr/>
            <p:nvPr/>
          </p:nvSpPr>
          <p:spPr>
            <a:xfrm>
              <a:off x="3886132" y="988112"/>
              <a:ext cx="1086314" cy="925561"/>
            </a:xfrm>
            <a:custGeom>
              <a:avLst/>
              <a:gdLst/>
              <a:ahLst/>
              <a:cxnLst/>
              <a:rect l="0" t="0" r="0" b="0"/>
              <a:pathLst>
                <a:path w="1086314" h="925561">
                  <a:moveTo>
                    <a:pt x="914400" y="914400"/>
                  </a:moveTo>
                  <a:lnTo>
                    <a:pt x="911055" y="913373"/>
                  </a:lnTo>
                  <a:lnTo>
                    <a:pt x="908174" y="912570"/>
                  </a:lnTo>
                  <a:lnTo>
                    <a:pt x="906504" y="913939"/>
                  </a:lnTo>
                  <a:lnTo>
                    <a:pt x="904923" y="915768"/>
                  </a:lnTo>
                  <a:lnTo>
                    <a:pt x="902974" y="917141"/>
                  </a:lnTo>
                  <a:lnTo>
                    <a:pt x="898883" y="915198"/>
                  </a:lnTo>
                  <a:lnTo>
                    <a:pt x="896281" y="911658"/>
                  </a:lnTo>
                  <a:lnTo>
                    <a:pt x="892101" y="908009"/>
                  </a:lnTo>
                  <a:lnTo>
                    <a:pt x="890520" y="905262"/>
                  </a:lnTo>
                  <a:lnTo>
                    <a:pt x="891359" y="902070"/>
                  </a:lnTo>
                  <a:lnTo>
                    <a:pt x="893215" y="898986"/>
                  </a:lnTo>
                  <a:lnTo>
                    <a:pt x="894054" y="895332"/>
                  </a:lnTo>
                  <a:lnTo>
                    <a:pt x="892008" y="891117"/>
                  </a:lnTo>
                  <a:lnTo>
                    <a:pt x="890149" y="888718"/>
                  </a:lnTo>
                  <a:lnTo>
                    <a:pt x="888849" y="885976"/>
                  </a:lnTo>
                  <a:lnTo>
                    <a:pt x="889313" y="883354"/>
                  </a:lnTo>
                  <a:lnTo>
                    <a:pt x="891916" y="882095"/>
                  </a:lnTo>
                  <a:lnTo>
                    <a:pt x="894332" y="880493"/>
                  </a:lnTo>
                  <a:lnTo>
                    <a:pt x="895167" y="877072"/>
                  </a:lnTo>
                  <a:lnTo>
                    <a:pt x="893679" y="873418"/>
                  </a:lnTo>
                  <a:lnTo>
                    <a:pt x="889406" y="871931"/>
                  </a:lnTo>
                  <a:lnTo>
                    <a:pt x="885876" y="872501"/>
                  </a:lnTo>
                  <a:lnTo>
                    <a:pt x="880764" y="871703"/>
                  </a:lnTo>
                  <a:lnTo>
                    <a:pt x="875842" y="869422"/>
                  </a:lnTo>
                  <a:lnTo>
                    <a:pt x="872591" y="866795"/>
                  </a:lnTo>
                  <a:lnTo>
                    <a:pt x="870081" y="865308"/>
                  </a:lnTo>
                  <a:lnTo>
                    <a:pt x="868129" y="865308"/>
                  </a:lnTo>
                  <a:lnTo>
                    <a:pt x="865805" y="863825"/>
                  </a:lnTo>
                  <a:lnTo>
                    <a:pt x="864413" y="861312"/>
                  </a:lnTo>
                  <a:lnTo>
                    <a:pt x="864598" y="857202"/>
                  </a:lnTo>
                  <a:lnTo>
                    <a:pt x="865248" y="854693"/>
                  </a:lnTo>
                  <a:lnTo>
                    <a:pt x="866547" y="852522"/>
                  </a:lnTo>
                  <a:lnTo>
                    <a:pt x="866640" y="850122"/>
                  </a:lnTo>
                  <a:lnTo>
                    <a:pt x="866083" y="848407"/>
                  </a:lnTo>
                  <a:lnTo>
                    <a:pt x="865994" y="847043"/>
                  </a:lnTo>
                  <a:lnTo>
                    <a:pt x="866361" y="845328"/>
                  </a:lnTo>
                  <a:lnTo>
                    <a:pt x="867201" y="841902"/>
                  </a:lnTo>
                  <a:lnTo>
                    <a:pt x="865805" y="839393"/>
                  </a:lnTo>
                  <a:lnTo>
                    <a:pt x="865662" y="830698"/>
                  </a:lnTo>
                  <a:lnTo>
                    <a:pt x="865387" y="814429"/>
                  </a:lnTo>
                  <a:lnTo>
                    <a:pt x="865182" y="801966"/>
                  </a:lnTo>
                  <a:lnTo>
                    <a:pt x="864923" y="786301"/>
                  </a:lnTo>
                  <a:lnTo>
                    <a:pt x="864772" y="774893"/>
                  </a:lnTo>
                  <a:lnTo>
                    <a:pt x="864564" y="758909"/>
                  </a:lnTo>
                  <a:lnTo>
                    <a:pt x="864366" y="743742"/>
                  </a:lnTo>
                  <a:lnTo>
                    <a:pt x="864123" y="732624"/>
                  </a:lnTo>
                  <a:lnTo>
                    <a:pt x="1071103" y="732667"/>
                  </a:lnTo>
                  <a:lnTo>
                    <a:pt x="1071236" y="732624"/>
                  </a:lnTo>
                  <a:lnTo>
                    <a:pt x="1086314" y="732624"/>
                  </a:lnTo>
                  <a:lnTo>
                    <a:pt x="1086314" y="876290"/>
                  </a:lnTo>
                  <a:lnTo>
                    <a:pt x="1081779" y="879149"/>
                  </a:lnTo>
                  <a:lnTo>
                    <a:pt x="1063958" y="886071"/>
                  </a:lnTo>
                  <a:lnTo>
                    <a:pt x="1043156" y="899285"/>
                  </a:lnTo>
                  <a:lnTo>
                    <a:pt x="1016275" y="910418"/>
                  </a:lnTo>
                  <a:lnTo>
                    <a:pt x="1010642" y="910461"/>
                  </a:lnTo>
                  <a:lnTo>
                    <a:pt x="998435" y="901300"/>
                  </a:lnTo>
                  <a:lnTo>
                    <a:pt x="1001849" y="897128"/>
                  </a:lnTo>
                  <a:lnTo>
                    <a:pt x="1005024" y="891474"/>
                  </a:lnTo>
                  <a:lnTo>
                    <a:pt x="1001988" y="893104"/>
                  </a:lnTo>
                  <a:lnTo>
                    <a:pt x="1000020" y="895555"/>
                  </a:lnTo>
                  <a:lnTo>
                    <a:pt x="992658" y="899490"/>
                  </a:lnTo>
                  <a:lnTo>
                    <a:pt x="998628" y="907106"/>
                  </a:lnTo>
                  <a:lnTo>
                    <a:pt x="995744" y="909962"/>
                  </a:lnTo>
                  <a:lnTo>
                    <a:pt x="987207" y="913715"/>
                  </a:lnTo>
                  <a:lnTo>
                    <a:pt x="979257" y="919146"/>
                  </a:lnTo>
                  <a:lnTo>
                    <a:pt x="972297" y="922776"/>
                  </a:lnTo>
                  <a:lnTo>
                    <a:pt x="966668" y="918158"/>
                  </a:lnTo>
                  <a:lnTo>
                    <a:pt x="951128" y="923993"/>
                  </a:lnTo>
                  <a:lnTo>
                    <a:pt x="938040" y="925561"/>
                  </a:lnTo>
                  <a:lnTo>
                    <a:pt x="935209" y="922605"/>
                  </a:lnTo>
                  <a:lnTo>
                    <a:pt x="934378" y="917939"/>
                  </a:lnTo>
                  <a:lnTo>
                    <a:pt x="929796" y="916813"/>
                  </a:lnTo>
                  <a:lnTo>
                    <a:pt x="921282" y="918101"/>
                  </a:lnTo>
                  <a:lnTo>
                    <a:pt x="918053" y="91562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10" name="ph3910"/>
            <p:cNvSpPr/>
            <p:nvPr/>
          </p:nvSpPr>
          <p:spPr>
            <a:xfrm>
              <a:off x="3684480" y="811701"/>
              <a:ext cx="918829" cy="1108144"/>
            </a:xfrm>
            <a:custGeom>
              <a:avLst/>
              <a:gdLst/>
              <a:ahLst/>
              <a:cxnLst/>
              <a:rect l="0" t="0" r="0" b="0"/>
              <a:pathLst>
                <a:path w="918829" h="1108144">
                  <a:moveTo>
                    <a:pt x="914400" y="914399"/>
                  </a:moveTo>
                  <a:lnTo>
                    <a:pt x="902189" y="929186"/>
                  </a:lnTo>
                  <a:lnTo>
                    <a:pt x="891421" y="942224"/>
                  </a:lnTo>
                  <a:lnTo>
                    <a:pt x="889004" y="955604"/>
                  </a:lnTo>
                  <a:lnTo>
                    <a:pt x="886711" y="968290"/>
                  </a:lnTo>
                  <a:lnTo>
                    <a:pt x="877803" y="977945"/>
                  </a:lnTo>
                  <a:lnTo>
                    <a:pt x="872370" y="986797"/>
                  </a:lnTo>
                  <a:lnTo>
                    <a:pt x="869946" y="996614"/>
                  </a:lnTo>
                  <a:lnTo>
                    <a:pt x="867920" y="1005627"/>
                  </a:lnTo>
                  <a:lnTo>
                    <a:pt x="867765" y="1013172"/>
                  </a:lnTo>
                  <a:lnTo>
                    <a:pt x="869292" y="1017130"/>
                  </a:lnTo>
                  <a:lnTo>
                    <a:pt x="868573" y="1020347"/>
                  </a:lnTo>
                  <a:lnTo>
                    <a:pt x="865627" y="1024048"/>
                  </a:lnTo>
                  <a:lnTo>
                    <a:pt x="859734" y="1030486"/>
                  </a:lnTo>
                  <a:lnTo>
                    <a:pt x="858686" y="1036682"/>
                  </a:lnTo>
                  <a:lnTo>
                    <a:pt x="855083" y="1039738"/>
                  </a:lnTo>
                  <a:lnTo>
                    <a:pt x="844805" y="1045853"/>
                  </a:lnTo>
                  <a:lnTo>
                    <a:pt x="836423" y="1054866"/>
                  </a:lnTo>
                  <a:lnTo>
                    <a:pt x="836013" y="1059969"/>
                  </a:lnTo>
                  <a:lnTo>
                    <a:pt x="837223" y="1064207"/>
                  </a:lnTo>
                  <a:lnTo>
                    <a:pt x="837409" y="1066840"/>
                  </a:lnTo>
                  <a:lnTo>
                    <a:pt x="835735" y="1068674"/>
                  </a:lnTo>
                  <a:lnTo>
                    <a:pt x="832378" y="1068555"/>
                  </a:lnTo>
                  <a:lnTo>
                    <a:pt x="828748" y="1069130"/>
                  </a:lnTo>
                  <a:lnTo>
                    <a:pt x="825689" y="1072888"/>
                  </a:lnTo>
                  <a:lnTo>
                    <a:pt x="825767" y="1078286"/>
                  </a:lnTo>
                  <a:lnTo>
                    <a:pt x="823532" y="1082177"/>
                  </a:lnTo>
                  <a:lnTo>
                    <a:pt x="820922" y="1082980"/>
                  </a:lnTo>
                  <a:lnTo>
                    <a:pt x="818687" y="1080229"/>
                  </a:lnTo>
                  <a:lnTo>
                    <a:pt x="816000" y="1076105"/>
                  </a:lnTo>
                  <a:lnTo>
                    <a:pt x="812852" y="1075701"/>
                  </a:lnTo>
                  <a:lnTo>
                    <a:pt x="808073" y="1078438"/>
                  </a:lnTo>
                  <a:lnTo>
                    <a:pt x="802181" y="1082942"/>
                  </a:lnTo>
                  <a:lnTo>
                    <a:pt x="796880" y="1083185"/>
                  </a:lnTo>
                  <a:lnTo>
                    <a:pt x="786927" y="1080291"/>
                  </a:lnTo>
                  <a:lnTo>
                    <a:pt x="779662" y="1089024"/>
                  </a:lnTo>
                  <a:lnTo>
                    <a:pt x="771863" y="1107783"/>
                  </a:lnTo>
                  <a:lnTo>
                    <a:pt x="738912" y="1107830"/>
                  </a:lnTo>
                  <a:lnTo>
                    <a:pt x="705962" y="1107878"/>
                  </a:lnTo>
                  <a:lnTo>
                    <a:pt x="673007" y="1107925"/>
                  </a:lnTo>
                  <a:lnTo>
                    <a:pt x="640056" y="1107973"/>
                  </a:lnTo>
                  <a:lnTo>
                    <a:pt x="607105" y="1108016"/>
                  </a:lnTo>
                  <a:lnTo>
                    <a:pt x="574155" y="1108063"/>
                  </a:lnTo>
                  <a:lnTo>
                    <a:pt x="541204" y="1108111"/>
                  </a:lnTo>
                  <a:lnTo>
                    <a:pt x="522764" y="1108139"/>
                  </a:lnTo>
                  <a:lnTo>
                    <a:pt x="519149" y="1108144"/>
                  </a:lnTo>
                  <a:lnTo>
                    <a:pt x="530440" y="1104471"/>
                  </a:lnTo>
                  <a:lnTo>
                    <a:pt x="553979" y="1090198"/>
                  </a:lnTo>
                  <a:lnTo>
                    <a:pt x="571340" y="1085028"/>
                  </a:lnTo>
                  <a:lnTo>
                    <a:pt x="593921" y="1070037"/>
                  </a:lnTo>
                  <a:lnTo>
                    <a:pt x="610276" y="1067153"/>
                  </a:lnTo>
                  <a:lnTo>
                    <a:pt x="613389" y="1063856"/>
                  </a:lnTo>
                  <a:lnTo>
                    <a:pt x="616130" y="1051421"/>
                  </a:lnTo>
                  <a:lnTo>
                    <a:pt x="617626" y="1046988"/>
                  </a:lnTo>
                  <a:lnTo>
                    <a:pt x="625263" y="1034777"/>
                  </a:lnTo>
                  <a:lnTo>
                    <a:pt x="634434" y="1024476"/>
                  </a:lnTo>
                  <a:lnTo>
                    <a:pt x="641835" y="1010231"/>
                  </a:lnTo>
                  <a:lnTo>
                    <a:pt x="655267" y="1001127"/>
                  </a:lnTo>
                  <a:lnTo>
                    <a:pt x="675578" y="993516"/>
                  </a:lnTo>
                  <a:lnTo>
                    <a:pt x="694366" y="976890"/>
                  </a:lnTo>
                  <a:lnTo>
                    <a:pt x="704662" y="971821"/>
                  </a:lnTo>
                  <a:lnTo>
                    <a:pt x="714642" y="968190"/>
                  </a:lnTo>
                  <a:lnTo>
                    <a:pt x="718833" y="961434"/>
                  </a:lnTo>
                  <a:lnTo>
                    <a:pt x="725004" y="957571"/>
                  </a:lnTo>
                  <a:lnTo>
                    <a:pt x="741503" y="949717"/>
                  </a:lnTo>
                  <a:lnTo>
                    <a:pt x="759687" y="947593"/>
                  </a:lnTo>
                  <a:lnTo>
                    <a:pt x="778065" y="941074"/>
                  </a:lnTo>
                  <a:lnTo>
                    <a:pt x="792162" y="937620"/>
                  </a:lnTo>
                  <a:lnTo>
                    <a:pt x="800808" y="931505"/>
                  </a:lnTo>
                  <a:lnTo>
                    <a:pt x="813378" y="928283"/>
                  </a:lnTo>
                  <a:lnTo>
                    <a:pt x="850895" y="910736"/>
                  </a:lnTo>
                  <a:lnTo>
                    <a:pt x="853050" y="909035"/>
                  </a:lnTo>
                  <a:lnTo>
                    <a:pt x="918829" y="90903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11" name="ph3911"/>
            <p:cNvSpPr/>
            <p:nvPr/>
          </p:nvSpPr>
          <p:spPr>
            <a:xfrm>
              <a:off x="4051172" y="1129676"/>
              <a:ext cx="921274" cy="934750"/>
            </a:xfrm>
            <a:custGeom>
              <a:avLst/>
              <a:gdLst/>
              <a:ahLst/>
              <a:cxnLst/>
              <a:rect l="0" t="0" r="0" b="0"/>
              <a:pathLst>
                <a:path w="921274" h="934750">
                  <a:moveTo>
                    <a:pt x="914400" y="914400"/>
                  </a:moveTo>
                  <a:lnTo>
                    <a:pt x="907649" y="913991"/>
                  </a:lnTo>
                  <a:lnTo>
                    <a:pt x="902672" y="914442"/>
                  </a:lnTo>
                  <a:lnTo>
                    <a:pt x="895175" y="920149"/>
                  </a:lnTo>
                  <a:lnTo>
                    <a:pt x="894011" y="931680"/>
                  </a:lnTo>
                  <a:lnTo>
                    <a:pt x="890701" y="930155"/>
                  </a:lnTo>
                  <a:lnTo>
                    <a:pt x="887341" y="930531"/>
                  </a:lnTo>
                  <a:lnTo>
                    <a:pt x="885605" y="934151"/>
                  </a:lnTo>
                  <a:lnTo>
                    <a:pt x="883131" y="934750"/>
                  </a:lnTo>
                  <a:lnTo>
                    <a:pt x="876577" y="931324"/>
                  </a:lnTo>
                  <a:lnTo>
                    <a:pt x="868859" y="933196"/>
                  </a:lnTo>
                  <a:lnTo>
                    <a:pt x="862824" y="930597"/>
                  </a:lnTo>
                  <a:lnTo>
                    <a:pt x="855129" y="913701"/>
                  </a:lnTo>
                  <a:lnTo>
                    <a:pt x="851042" y="907781"/>
                  </a:lnTo>
                  <a:lnTo>
                    <a:pt x="843796" y="905871"/>
                  </a:lnTo>
                  <a:lnTo>
                    <a:pt x="841917" y="909444"/>
                  </a:lnTo>
                  <a:lnTo>
                    <a:pt x="839106" y="912941"/>
                  </a:lnTo>
                  <a:lnTo>
                    <a:pt x="832131" y="905970"/>
                  </a:lnTo>
                  <a:lnTo>
                    <a:pt x="826841" y="880099"/>
                  </a:lnTo>
                  <a:lnTo>
                    <a:pt x="826799" y="873856"/>
                  </a:lnTo>
                  <a:lnTo>
                    <a:pt x="834203" y="852094"/>
                  </a:lnTo>
                  <a:lnTo>
                    <a:pt x="852539" y="832504"/>
                  </a:lnTo>
                  <a:lnTo>
                    <a:pt x="846685" y="831848"/>
                  </a:lnTo>
                  <a:lnTo>
                    <a:pt x="830495" y="845432"/>
                  </a:lnTo>
                  <a:lnTo>
                    <a:pt x="832166" y="842144"/>
                  </a:lnTo>
                  <a:lnTo>
                    <a:pt x="834911" y="838719"/>
                  </a:lnTo>
                  <a:lnTo>
                    <a:pt x="840371" y="833193"/>
                  </a:lnTo>
                  <a:lnTo>
                    <a:pt x="848657" y="827999"/>
                  </a:lnTo>
                  <a:lnTo>
                    <a:pt x="859692" y="824973"/>
                  </a:lnTo>
                  <a:lnTo>
                    <a:pt x="867282" y="824512"/>
                  </a:lnTo>
                  <a:lnTo>
                    <a:pt x="872513" y="821642"/>
                  </a:lnTo>
                  <a:lnTo>
                    <a:pt x="880095" y="816558"/>
                  </a:lnTo>
                  <a:lnTo>
                    <a:pt x="881503" y="813859"/>
                  </a:lnTo>
                  <a:lnTo>
                    <a:pt x="874779" y="816962"/>
                  </a:lnTo>
                  <a:lnTo>
                    <a:pt x="863609" y="820017"/>
                  </a:lnTo>
                  <a:lnTo>
                    <a:pt x="866474" y="816012"/>
                  </a:lnTo>
                  <a:lnTo>
                    <a:pt x="869269" y="813869"/>
                  </a:lnTo>
                  <a:lnTo>
                    <a:pt x="921274" y="783306"/>
                  </a:lnTo>
                  <a:lnTo>
                    <a:pt x="921274" y="90910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12" name="ph3912"/>
            <p:cNvSpPr/>
            <p:nvPr/>
          </p:nvSpPr>
          <p:spPr>
            <a:xfrm>
              <a:off x="3953193" y="1078090"/>
              <a:ext cx="923409" cy="914400"/>
            </a:xfrm>
            <a:custGeom>
              <a:avLst/>
              <a:gdLst/>
              <a:ahLst/>
              <a:cxnLst/>
              <a:rect l="0" t="0" r="0" b="0"/>
              <a:pathLst>
                <a:path w="923409" h="914400">
                  <a:moveTo>
                    <a:pt x="914400" y="914400"/>
                  </a:moveTo>
                  <a:lnTo>
                    <a:pt x="915366" y="911064"/>
                  </a:lnTo>
                  <a:lnTo>
                    <a:pt x="920230" y="902559"/>
                  </a:lnTo>
                  <a:lnTo>
                    <a:pt x="923409" y="901290"/>
                  </a:lnTo>
                  <a:lnTo>
                    <a:pt x="918386" y="91099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13" name="ph3913"/>
            <p:cNvSpPr/>
            <p:nvPr/>
          </p:nvSpPr>
          <p:spPr>
            <a:xfrm>
              <a:off x="3907823" y="1041932"/>
              <a:ext cx="926409" cy="914400"/>
            </a:xfrm>
            <a:custGeom>
              <a:avLst/>
              <a:gdLst/>
              <a:ahLst/>
              <a:cxnLst/>
              <a:rect l="0" t="0" r="0" b="0"/>
              <a:pathLst>
                <a:path w="926409" h="914400">
                  <a:moveTo>
                    <a:pt x="914400" y="914400"/>
                  </a:moveTo>
                  <a:lnTo>
                    <a:pt x="918544" y="901262"/>
                  </a:lnTo>
                  <a:lnTo>
                    <a:pt x="921916" y="897228"/>
                  </a:lnTo>
                  <a:lnTo>
                    <a:pt x="926409" y="898587"/>
                  </a:lnTo>
                  <a:lnTo>
                    <a:pt x="925779" y="906526"/>
                  </a:lnTo>
                  <a:lnTo>
                    <a:pt x="925056" y="90925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14" name="ph3914"/>
            <p:cNvSpPr/>
            <p:nvPr/>
          </p:nvSpPr>
          <p:spPr>
            <a:xfrm>
              <a:off x="3373590" y="962117"/>
              <a:ext cx="927662" cy="915150"/>
            </a:xfrm>
            <a:custGeom>
              <a:avLst/>
              <a:gdLst/>
              <a:ahLst/>
              <a:cxnLst/>
              <a:rect l="0" t="0" r="0" b="0"/>
              <a:pathLst>
                <a:path w="927662" h="915150">
                  <a:moveTo>
                    <a:pt x="914400" y="914400"/>
                  </a:moveTo>
                  <a:lnTo>
                    <a:pt x="903964" y="912599"/>
                  </a:lnTo>
                  <a:lnTo>
                    <a:pt x="892492" y="915098"/>
                  </a:lnTo>
                  <a:lnTo>
                    <a:pt x="889298" y="915150"/>
                  </a:lnTo>
                  <a:lnTo>
                    <a:pt x="897820" y="907919"/>
                  </a:lnTo>
                  <a:lnTo>
                    <a:pt x="910923" y="903471"/>
                  </a:lnTo>
                  <a:lnTo>
                    <a:pt x="923989" y="889873"/>
                  </a:lnTo>
                  <a:lnTo>
                    <a:pt x="927662" y="889526"/>
                  </a:lnTo>
                  <a:lnTo>
                    <a:pt x="922689" y="904930"/>
                  </a:lnTo>
                  <a:lnTo>
                    <a:pt x="921676" y="910437"/>
                  </a:lnTo>
                  <a:lnTo>
                    <a:pt x="920501" y="91245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15" name="ph3915"/>
            <p:cNvSpPr/>
            <p:nvPr/>
          </p:nvSpPr>
          <p:spPr>
            <a:xfrm>
              <a:off x="3359941" y="950852"/>
              <a:ext cx="933686" cy="914400"/>
            </a:xfrm>
            <a:custGeom>
              <a:avLst/>
              <a:gdLst/>
              <a:ahLst/>
              <a:cxnLst/>
              <a:rect l="0" t="0" r="0" b="0"/>
              <a:pathLst>
                <a:path w="933686" h="914400">
                  <a:moveTo>
                    <a:pt x="914400" y="914400"/>
                  </a:moveTo>
                  <a:lnTo>
                    <a:pt x="911090" y="913554"/>
                  </a:lnTo>
                  <a:lnTo>
                    <a:pt x="921626" y="903994"/>
                  </a:lnTo>
                  <a:lnTo>
                    <a:pt x="933686" y="901789"/>
                  </a:lnTo>
                  <a:lnTo>
                    <a:pt x="923950" y="91239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16" name="ph3916"/>
            <p:cNvSpPr/>
            <p:nvPr/>
          </p:nvSpPr>
          <p:spPr>
            <a:xfrm>
              <a:off x="3573688" y="824354"/>
              <a:ext cx="937433" cy="914400"/>
            </a:xfrm>
            <a:custGeom>
              <a:avLst/>
              <a:gdLst/>
              <a:ahLst/>
              <a:cxnLst/>
              <a:rect l="0" t="0" r="0" b="0"/>
              <a:pathLst>
                <a:path w="937433" h="914400">
                  <a:moveTo>
                    <a:pt x="914400" y="914400"/>
                  </a:moveTo>
                  <a:lnTo>
                    <a:pt x="916116" y="911021"/>
                  </a:lnTo>
                  <a:lnTo>
                    <a:pt x="925945" y="905001"/>
                  </a:lnTo>
                  <a:lnTo>
                    <a:pt x="933168" y="901628"/>
                  </a:lnTo>
                  <a:lnTo>
                    <a:pt x="937433" y="901699"/>
                  </a:lnTo>
                  <a:lnTo>
                    <a:pt x="930488" y="909078"/>
                  </a:lnTo>
                  <a:lnTo>
                    <a:pt x="921599" y="91361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17" name="ph3917"/>
            <p:cNvSpPr/>
            <p:nvPr/>
          </p:nvSpPr>
          <p:spPr>
            <a:xfrm>
              <a:off x="3055844" y="3027270"/>
              <a:ext cx="924035" cy="936446"/>
            </a:xfrm>
            <a:custGeom>
              <a:avLst/>
              <a:gdLst/>
              <a:ahLst/>
              <a:cxnLst/>
              <a:rect l="0" t="0" r="0" b="0"/>
              <a:pathLst>
                <a:path w="924035" h="936446">
                  <a:moveTo>
                    <a:pt x="914400" y="914399"/>
                  </a:moveTo>
                  <a:lnTo>
                    <a:pt x="906550" y="920538"/>
                  </a:lnTo>
                  <a:lnTo>
                    <a:pt x="912254" y="924919"/>
                  </a:lnTo>
                  <a:lnTo>
                    <a:pt x="917628" y="915393"/>
                  </a:lnTo>
                  <a:lnTo>
                    <a:pt x="921893" y="923133"/>
                  </a:lnTo>
                  <a:lnTo>
                    <a:pt x="924035" y="936446"/>
                  </a:lnTo>
                  <a:lnTo>
                    <a:pt x="899808" y="936446"/>
                  </a:lnTo>
                  <a:lnTo>
                    <a:pt x="898871" y="932517"/>
                  </a:lnTo>
                  <a:lnTo>
                    <a:pt x="893976" y="927599"/>
                  </a:lnTo>
                  <a:lnTo>
                    <a:pt x="887179" y="915055"/>
                  </a:lnTo>
                  <a:lnTo>
                    <a:pt x="891127" y="911819"/>
                  </a:lnTo>
                  <a:lnTo>
                    <a:pt x="896389" y="912898"/>
                  </a:lnTo>
                  <a:lnTo>
                    <a:pt x="899084" y="911387"/>
                  </a:lnTo>
                  <a:lnTo>
                    <a:pt x="906380" y="910180"/>
                  </a:lnTo>
                  <a:lnTo>
                    <a:pt x="910811" y="908465"/>
                  </a:lnTo>
                  <a:lnTo>
                    <a:pt x="914276" y="91217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18" name="ph3918"/>
            <p:cNvSpPr/>
            <p:nvPr/>
          </p:nvSpPr>
          <p:spPr>
            <a:xfrm>
              <a:off x="3088289" y="2864871"/>
              <a:ext cx="930883" cy="914400"/>
            </a:xfrm>
            <a:custGeom>
              <a:avLst/>
              <a:gdLst/>
              <a:ahLst/>
              <a:cxnLst/>
              <a:rect l="0" t="0" r="0" b="0"/>
              <a:pathLst>
                <a:path w="930883" h="914400">
                  <a:moveTo>
                    <a:pt x="914400" y="914400"/>
                  </a:moveTo>
                  <a:lnTo>
                    <a:pt x="907525" y="904654"/>
                  </a:lnTo>
                  <a:lnTo>
                    <a:pt x="901988" y="901822"/>
                  </a:lnTo>
                  <a:lnTo>
                    <a:pt x="910637" y="894933"/>
                  </a:lnTo>
                  <a:lnTo>
                    <a:pt x="914372" y="889013"/>
                  </a:lnTo>
                  <a:lnTo>
                    <a:pt x="914295" y="876098"/>
                  </a:lnTo>
                  <a:lnTo>
                    <a:pt x="916406" y="869023"/>
                  </a:lnTo>
                  <a:lnTo>
                    <a:pt x="915691" y="862899"/>
                  </a:lnTo>
                  <a:lnTo>
                    <a:pt x="917597" y="856646"/>
                  </a:lnTo>
                  <a:lnTo>
                    <a:pt x="915018" y="849623"/>
                  </a:lnTo>
                  <a:lnTo>
                    <a:pt x="907788" y="844055"/>
                  </a:lnTo>
                  <a:lnTo>
                    <a:pt x="893481" y="821903"/>
                  </a:lnTo>
                  <a:lnTo>
                    <a:pt x="870881" y="816525"/>
                  </a:lnTo>
                  <a:lnTo>
                    <a:pt x="859181" y="816301"/>
                  </a:lnTo>
                  <a:lnTo>
                    <a:pt x="865611" y="812747"/>
                  </a:lnTo>
                  <a:lnTo>
                    <a:pt x="871550" y="813180"/>
                  </a:lnTo>
                  <a:lnTo>
                    <a:pt x="880691" y="815294"/>
                  </a:lnTo>
                  <a:lnTo>
                    <a:pt x="891637" y="816316"/>
                  </a:lnTo>
                  <a:lnTo>
                    <a:pt x="898326" y="822835"/>
                  </a:lnTo>
                  <a:lnTo>
                    <a:pt x="904714" y="831478"/>
                  </a:lnTo>
                  <a:lnTo>
                    <a:pt x="910483" y="834975"/>
                  </a:lnTo>
                  <a:lnTo>
                    <a:pt x="912857" y="837198"/>
                  </a:lnTo>
                  <a:lnTo>
                    <a:pt x="912590" y="839707"/>
                  </a:lnTo>
                  <a:lnTo>
                    <a:pt x="913549" y="842064"/>
                  </a:lnTo>
                  <a:lnTo>
                    <a:pt x="921077" y="846107"/>
                  </a:lnTo>
                  <a:lnTo>
                    <a:pt x="928659" y="852636"/>
                  </a:lnTo>
                  <a:lnTo>
                    <a:pt x="930883" y="871779"/>
                  </a:lnTo>
                  <a:lnTo>
                    <a:pt x="920667" y="880840"/>
                  </a:lnTo>
                  <a:lnTo>
                    <a:pt x="918788" y="908560"/>
                  </a:lnTo>
                  <a:lnTo>
                    <a:pt x="916047" y="91354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19" name="ph3919"/>
            <p:cNvSpPr/>
            <p:nvPr/>
          </p:nvSpPr>
          <p:spPr>
            <a:xfrm>
              <a:off x="3048726" y="2992262"/>
              <a:ext cx="915266" cy="943483"/>
            </a:xfrm>
            <a:custGeom>
              <a:avLst/>
              <a:gdLst/>
              <a:ahLst/>
              <a:cxnLst/>
              <a:rect l="0" t="0" r="0" b="0"/>
              <a:pathLst>
                <a:path w="915266" h="943483">
                  <a:moveTo>
                    <a:pt x="914400" y="914400"/>
                  </a:moveTo>
                  <a:lnTo>
                    <a:pt x="915266" y="923213"/>
                  </a:lnTo>
                  <a:lnTo>
                    <a:pt x="914465" y="926354"/>
                  </a:lnTo>
                  <a:lnTo>
                    <a:pt x="905897" y="932246"/>
                  </a:lnTo>
                  <a:lnTo>
                    <a:pt x="903697" y="935539"/>
                  </a:lnTo>
                  <a:lnTo>
                    <a:pt x="895620" y="938860"/>
                  </a:lnTo>
                  <a:lnTo>
                    <a:pt x="890732" y="943483"/>
                  </a:lnTo>
                  <a:lnTo>
                    <a:pt x="888285" y="935971"/>
                  </a:lnTo>
                  <a:lnTo>
                    <a:pt x="883541" y="931329"/>
                  </a:lnTo>
                  <a:lnTo>
                    <a:pt x="882744" y="923437"/>
                  </a:lnTo>
                  <a:lnTo>
                    <a:pt x="879117" y="926102"/>
                  </a:lnTo>
                  <a:lnTo>
                    <a:pt x="873890" y="924477"/>
                  </a:lnTo>
                  <a:lnTo>
                    <a:pt x="865267" y="918500"/>
                  </a:lnTo>
                  <a:lnTo>
                    <a:pt x="859819" y="910385"/>
                  </a:lnTo>
                  <a:lnTo>
                    <a:pt x="867452" y="908978"/>
                  </a:lnTo>
                  <a:lnTo>
                    <a:pt x="869029" y="914019"/>
                  </a:lnTo>
                  <a:lnTo>
                    <a:pt x="875069" y="907833"/>
                  </a:lnTo>
                  <a:lnTo>
                    <a:pt x="873696" y="904574"/>
                  </a:lnTo>
                  <a:lnTo>
                    <a:pt x="872606" y="904155"/>
                  </a:lnTo>
                  <a:lnTo>
                    <a:pt x="870626" y="898093"/>
                  </a:lnTo>
                  <a:lnTo>
                    <a:pt x="879713" y="882213"/>
                  </a:lnTo>
                  <a:lnTo>
                    <a:pt x="881673" y="871969"/>
                  </a:lnTo>
                  <a:lnTo>
                    <a:pt x="877551" y="855534"/>
                  </a:lnTo>
                  <a:lnTo>
                    <a:pt x="881399" y="854455"/>
                  </a:lnTo>
                  <a:lnTo>
                    <a:pt x="891653" y="860219"/>
                  </a:lnTo>
                  <a:lnTo>
                    <a:pt x="896246" y="865892"/>
                  </a:lnTo>
                  <a:lnTo>
                    <a:pt x="896397" y="873680"/>
                  </a:lnTo>
                  <a:lnTo>
                    <a:pt x="900708" y="879709"/>
                  </a:lnTo>
                  <a:lnTo>
                    <a:pt x="906949" y="894154"/>
                  </a:lnTo>
                  <a:lnTo>
                    <a:pt x="914573" y="90261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20" name="ph3920"/>
            <p:cNvSpPr/>
            <p:nvPr/>
          </p:nvSpPr>
          <p:spPr>
            <a:xfrm>
              <a:off x="2999180" y="2786781"/>
              <a:ext cx="949976" cy="933595"/>
            </a:xfrm>
            <a:custGeom>
              <a:avLst/>
              <a:gdLst/>
              <a:ahLst/>
              <a:cxnLst/>
              <a:rect l="0" t="0" r="0" b="0"/>
              <a:pathLst>
                <a:path w="949976" h="933595">
                  <a:moveTo>
                    <a:pt x="914399" y="914400"/>
                  </a:moveTo>
                  <a:lnTo>
                    <a:pt x="919538" y="913986"/>
                  </a:lnTo>
                  <a:lnTo>
                    <a:pt x="922620" y="911995"/>
                  </a:lnTo>
                  <a:lnTo>
                    <a:pt x="936814" y="912808"/>
                  </a:lnTo>
                  <a:lnTo>
                    <a:pt x="948274" y="909895"/>
                  </a:lnTo>
                  <a:lnTo>
                    <a:pt x="949976" y="915065"/>
                  </a:lnTo>
                  <a:lnTo>
                    <a:pt x="949686" y="917764"/>
                  </a:lnTo>
                  <a:lnTo>
                    <a:pt x="925315" y="920296"/>
                  </a:lnTo>
                  <a:lnTo>
                    <a:pt x="902958" y="927884"/>
                  </a:lnTo>
                  <a:lnTo>
                    <a:pt x="890705" y="933025"/>
                  </a:lnTo>
                  <a:lnTo>
                    <a:pt x="884948" y="933595"/>
                  </a:lnTo>
                  <a:lnTo>
                    <a:pt x="880548" y="930892"/>
                  </a:lnTo>
                  <a:lnTo>
                    <a:pt x="865785" y="915221"/>
                  </a:lnTo>
                  <a:lnTo>
                    <a:pt x="869733" y="916785"/>
                  </a:lnTo>
                  <a:lnTo>
                    <a:pt x="880641" y="925641"/>
                  </a:lnTo>
                  <a:lnTo>
                    <a:pt x="887415" y="924026"/>
                  </a:lnTo>
                  <a:lnTo>
                    <a:pt x="893690" y="918172"/>
                  </a:lnTo>
                  <a:lnTo>
                    <a:pt x="894649" y="913749"/>
                  </a:lnTo>
                  <a:lnTo>
                    <a:pt x="893713" y="911653"/>
                  </a:lnTo>
                  <a:lnTo>
                    <a:pt x="896552" y="904669"/>
                  </a:lnTo>
                  <a:lnTo>
                    <a:pt x="904807" y="91137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21" name="ph3921"/>
            <p:cNvSpPr/>
            <p:nvPr/>
          </p:nvSpPr>
          <p:spPr>
            <a:xfrm>
              <a:off x="3071338" y="2952677"/>
              <a:ext cx="929553" cy="914400"/>
            </a:xfrm>
            <a:custGeom>
              <a:avLst/>
              <a:gdLst/>
              <a:ahLst/>
              <a:cxnLst/>
              <a:rect l="0" t="0" r="0" b="0"/>
              <a:pathLst>
                <a:path w="929553" h="914400">
                  <a:moveTo>
                    <a:pt x="914400" y="914400"/>
                  </a:moveTo>
                  <a:lnTo>
                    <a:pt x="908008" y="912409"/>
                  </a:lnTo>
                  <a:lnTo>
                    <a:pt x="906369" y="910807"/>
                  </a:lnTo>
                  <a:lnTo>
                    <a:pt x="909106" y="908118"/>
                  </a:lnTo>
                  <a:lnTo>
                    <a:pt x="915130" y="905875"/>
                  </a:lnTo>
                  <a:lnTo>
                    <a:pt x="924804" y="905652"/>
                  </a:lnTo>
                  <a:lnTo>
                    <a:pt x="929042" y="908303"/>
                  </a:lnTo>
                  <a:lnTo>
                    <a:pt x="929553" y="909463"/>
                  </a:lnTo>
                  <a:lnTo>
                    <a:pt x="923343" y="91238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22" name="ph3922"/>
            <p:cNvSpPr/>
            <p:nvPr/>
          </p:nvSpPr>
          <p:spPr>
            <a:xfrm>
              <a:off x="3307415" y="3049317"/>
              <a:ext cx="918342" cy="914400"/>
            </a:xfrm>
            <a:custGeom>
              <a:avLst/>
              <a:gdLst/>
              <a:ahLst/>
              <a:cxnLst/>
              <a:rect l="0" t="0" r="0" b="0"/>
              <a:pathLst>
                <a:path w="918342" h="914400">
                  <a:moveTo>
                    <a:pt x="914400" y="914400"/>
                  </a:moveTo>
                  <a:lnTo>
                    <a:pt x="909156" y="914400"/>
                  </a:lnTo>
                  <a:lnTo>
                    <a:pt x="910624" y="904174"/>
                  </a:lnTo>
                  <a:lnTo>
                    <a:pt x="914970" y="902074"/>
                  </a:lnTo>
                  <a:lnTo>
                    <a:pt x="916675" y="902188"/>
                  </a:lnTo>
                  <a:lnTo>
                    <a:pt x="918342" y="90777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23" name="ph3923"/>
            <p:cNvSpPr/>
            <p:nvPr/>
          </p:nvSpPr>
          <p:spPr>
            <a:xfrm>
              <a:off x="3148645" y="2915554"/>
              <a:ext cx="943642" cy="984968"/>
            </a:xfrm>
            <a:custGeom>
              <a:avLst/>
              <a:gdLst/>
              <a:ahLst/>
              <a:cxnLst/>
              <a:rect l="0" t="0" r="0" b="0"/>
              <a:pathLst>
                <a:path w="943642" h="984968">
                  <a:moveTo>
                    <a:pt x="914400" y="914399"/>
                  </a:moveTo>
                  <a:lnTo>
                    <a:pt x="925520" y="918543"/>
                  </a:lnTo>
                  <a:lnTo>
                    <a:pt x="937541" y="932284"/>
                  </a:lnTo>
                  <a:lnTo>
                    <a:pt x="942718" y="937178"/>
                  </a:lnTo>
                  <a:lnTo>
                    <a:pt x="943642" y="941635"/>
                  </a:lnTo>
                  <a:lnTo>
                    <a:pt x="941616" y="961980"/>
                  </a:lnTo>
                  <a:lnTo>
                    <a:pt x="938913" y="974230"/>
                  </a:lnTo>
                  <a:lnTo>
                    <a:pt x="939319" y="984968"/>
                  </a:lnTo>
                  <a:lnTo>
                    <a:pt x="936497" y="981789"/>
                  </a:lnTo>
                  <a:lnTo>
                    <a:pt x="933643" y="974757"/>
                  </a:lnTo>
                  <a:lnTo>
                    <a:pt x="928965" y="970713"/>
                  </a:lnTo>
                  <a:lnTo>
                    <a:pt x="927407" y="968594"/>
                  </a:lnTo>
                  <a:lnTo>
                    <a:pt x="935816" y="968129"/>
                  </a:lnTo>
                  <a:lnTo>
                    <a:pt x="936563" y="957058"/>
                  </a:lnTo>
                  <a:lnTo>
                    <a:pt x="940665" y="948325"/>
                  </a:lnTo>
                  <a:lnTo>
                    <a:pt x="940042" y="939240"/>
                  </a:lnTo>
                  <a:lnTo>
                    <a:pt x="930229" y="929238"/>
                  </a:lnTo>
                  <a:lnTo>
                    <a:pt x="923501" y="920434"/>
                  </a:lnTo>
                  <a:lnTo>
                    <a:pt x="913158" y="917616"/>
                  </a:lnTo>
                  <a:lnTo>
                    <a:pt x="903592" y="908850"/>
                  </a:lnTo>
                  <a:lnTo>
                    <a:pt x="897885" y="907771"/>
                  </a:lnTo>
                  <a:lnTo>
                    <a:pt x="890926" y="909315"/>
                  </a:lnTo>
                  <a:lnTo>
                    <a:pt x="893439" y="904089"/>
                  </a:lnTo>
                  <a:lnTo>
                    <a:pt x="895179" y="897176"/>
                  </a:lnTo>
                  <a:lnTo>
                    <a:pt x="896455" y="895883"/>
                  </a:lnTo>
                  <a:lnTo>
                    <a:pt x="901365" y="90342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24" name="ph3924"/>
            <p:cNvSpPr/>
            <p:nvPr/>
          </p:nvSpPr>
          <p:spPr>
            <a:xfrm>
              <a:off x="3242282" y="3034801"/>
              <a:ext cx="914399" cy="915383"/>
            </a:xfrm>
            <a:custGeom>
              <a:avLst/>
              <a:gdLst/>
              <a:ahLst/>
              <a:cxnLst/>
              <a:rect l="0" t="0" r="0" b="0"/>
              <a:pathLst>
                <a:path w="914399" h="915383">
                  <a:moveTo>
                    <a:pt x="914399" y="914400"/>
                  </a:moveTo>
                  <a:lnTo>
                    <a:pt x="909095" y="913397"/>
                  </a:lnTo>
                  <a:lnTo>
                    <a:pt x="901265" y="915331"/>
                  </a:lnTo>
                  <a:lnTo>
                    <a:pt x="898446" y="915383"/>
                  </a:lnTo>
                  <a:lnTo>
                    <a:pt x="900202" y="911995"/>
                  </a:lnTo>
                  <a:lnTo>
                    <a:pt x="905638" y="907415"/>
                  </a:lnTo>
                  <a:lnTo>
                    <a:pt x="905912" y="903053"/>
                  </a:lnTo>
                  <a:lnTo>
                    <a:pt x="899185" y="896762"/>
                  </a:lnTo>
                  <a:lnTo>
                    <a:pt x="891355" y="881111"/>
                  </a:lnTo>
                  <a:lnTo>
                    <a:pt x="887689" y="877400"/>
                  </a:lnTo>
                  <a:lnTo>
                    <a:pt x="885949" y="871518"/>
                  </a:lnTo>
                  <a:lnTo>
                    <a:pt x="879380" y="865208"/>
                  </a:lnTo>
                  <a:lnTo>
                    <a:pt x="880753" y="861834"/>
                  </a:lnTo>
                  <a:lnTo>
                    <a:pt x="882102" y="861041"/>
                  </a:lnTo>
                  <a:lnTo>
                    <a:pt x="886545" y="862661"/>
                  </a:lnTo>
                  <a:lnTo>
                    <a:pt x="896606" y="885173"/>
                  </a:lnTo>
                  <a:lnTo>
                    <a:pt x="897263" y="887331"/>
                  </a:lnTo>
                  <a:lnTo>
                    <a:pt x="913874" y="90945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25" name="pt3925"/>
            <p:cNvSpPr/>
            <p:nvPr/>
          </p:nvSpPr>
          <p:spPr>
            <a:xfrm>
              <a:off x="4288681" y="2263608"/>
              <a:ext cx="63202" cy="63202"/>
            </a:xfrm>
            <a:prstGeom prst="ellipse">
              <a:avLst/>
            </a:prstGeom>
            <a:solidFill>
              <a:srgbClr val="3A75A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26" name="pt3926"/>
            <p:cNvSpPr/>
            <p:nvPr/>
          </p:nvSpPr>
          <p:spPr>
            <a:xfrm>
              <a:off x="2698437" y="3363343"/>
              <a:ext cx="63202" cy="63202"/>
            </a:xfrm>
            <a:prstGeom prst="ellipse">
              <a:avLst/>
            </a:prstGeom>
            <a:solidFill>
              <a:srgbClr val="3B70A1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27" name="pt3927"/>
            <p:cNvSpPr/>
            <p:nvPr/>
          </p:nvSpPr>
          <p:spPr>
            <a:xfrm>
              <a:off x="4096401" y="2607092"/>
              <a:ext cx="63202" cy="63202"/>
            </a:xfrm>
            <a:prstGeom prst="ellipse">
              <a:avLst/>
            </a:prstGeom>
            <a:solidFill>
              <a:srgbClr val="3A5996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28" name="pt3928"/>
            <p:cNvSpPr/>
            <p:nvPr/>
          </p:nvSpPr>
          <p:spPr>
            <a:xfrm>
              <a:off x="3094338" y="3311985"/>
              <a:ext cx="63202" cy="63202"/>
            </a:xfrm>
            <a:prstGeom prst="ellipse">
              <a:avLst/>
            </a:prstGeom>
            <a:solidFill>
              <a:srgbClr val="3A7AA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29" name="pt3929"/>
            <p:cNvSpPr/>
            <p:nvPr/>
          </p:nvSpPr>
          <p:spPr>
            <a:xfrm>
              <a:off x="4155864" y="2465314"/>
              <a:ext cx="63202" cy="63202"/>
            </a:xfrm>
            <a:prstGeom prst="ellipse">
              <a:avLst/>
            </a:prstGeom>
            <a:solidFill>
              <a:srgbClr val="389B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30" name="pt3930"/>
            <p:cNvSpPr/>
            <p:nvPr/>
          </p:nvSpPr>
          <p:spPr>
            <a:xfrm>
              <a:off x="2959656" y="3404347"/>
              <a:ext cx="63202" cy="63202"/>
            </a:xfrm>
            <a:prstGeom prst="ellipse">
              <a:avLst/>
            </a:prstGeom>
            <a:solidFill>
              <a:srgbClr val="3690A8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31" name="pt3931"/>
            <p:cNvSpPr/>
            <p:nvPr/>
          </p:nvSpPr>
          <p:spPr>
            <a:xfrm>
              <a:off x="4431049" y="2223464"/>
              <a:ext cx="63202" cy="63202"/>
            </a:xfrm>
            <a:prstGeom prst="ellipse">
              <a:avLst/>
            </a:prstGeom>
            <a:solidFill>
              <a:srgbClr val="3B3B6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32" name="pt3932"/>
            <p:cNvSpPr/>
            <p:nvPr/>
          </p:nvSpPr>
          <p:spPr>
            <a:xfrm>
              <a:off x="3373790" y="3377872"/>
              <a:ext cx="63202" cy="63202"/>
            </a:xfrm>
            <a:prstGeom prst="ellipse">
              <a:avLst/>
            </a:prstGeom>
            <a:solidFill>
              <a:srgbClr val="3B508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33" name="pt3933"/>
            <p:cNvSpPr/>
            <p:nvPr/>
          </p:nvSpPr>
          <p:spPr>
            <a:xfrm>
              <a:off x="3916021" y="2963042"/>
              <a:ext cx="63202" cy="63202"/>
            </a:xfrm>
            <a:prstGeom prst="ellipse">
              <a:avLst/>
            </a:prstGeom>
            <a:solidFill>
              <a:srgbClr val="3B528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34" name="pt3934"/>
            <p:cNvSpPr/>
            <p:nvPr/>
          </p:nvSpPr>
          <p:spPr>
            <a:xfrm>
              <a:off x="3680028" y="3151966"/>
              <a:ext cx="63202" cy="63202"/>
            </a:xfrm>
            <a:prstGeom prst="ellipse">
              <a:avLst/>
            </a:prstGeom>
            <a:solidFill>
              <a:srgbClr val="35274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35" name="pt3935"/>
            <p:cNvSpPr/>
            <p:nvPr/>
          </p:nvSpPr>
          <p:spPr>
            <a:xfrm>
              <a:off x="3761144" y="3080434"/>
              <a:ext cx="63202" cy="63202"/>
            </a:xfrm>
            <a:prstGeom prst="ellipse">
              <a:avLst/>
            </a:prstGeom>
            <a:solidFill>
              <a:srgbClr val="395B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36" name="pt3936"/>
            <p:cNvSpPr/>
            <p:nvPr/>
          </p:nvSpPr>
          <p:spPr>
            <a:xfrm>
              <a:off x="4108041" y="2430173"/>
              <a:ext cx="63202" cy="63202"/>
            </a:xfrm>
            <a:prstGeom prst="ellipse">
              <a:avLst/>
            </a:prstGeom>
            <a:solidFill>
              <a:srgbClr val="56BF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37" name="pt3937"/>
            <p:cNvSpPr/>
            <p:nvPr/>
          </p:nvSpPr>
          <p:spPr>
            <a:xfrm>
              <a:off x="3339627" y="3378512"/>
              <a:ext cx="63202" cy="63202"/>
            </a:xfrm>
            <a:prstGeom prst="ellipse">
              <a:avLst/>
            </a:prstGeom>
            <a:solidFill>
              <a:srgbClr val="3B508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38" name="pt3938"/>
            <p:cNvSpPr/>
            <p:nvPr/>
          </p:nvSpPr>
          <p:spPr>
            <a:xfrm>
              <a:off x="3000955" y="3382922"/>
              <a:ext cx="63202" cy="63202"/>
            </a:xfrm>
            <a:prstGeom prst="ellipse">
              <a:avLst/>
            </a:prstGeom>
            <a:solidFill>
              <a:srgbClr val="3C9F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39" name="pt3939"/>
            <p:cNvSpPr/>
            <p:nvPr/>
          </p:nvSpPr>
          <p:spPr>
            <a:xfrm>
              <a:off x="3992448" y="2536996"/>
              <a:ext cx="63202" cy="63202"/>
            </a:xfrm>
            <a:prstGeom prst="ellipse">
              <a:avLst/>
            </a:prstGeom>
            <a:solidFill>
              <a:srgbClr val="57C0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40" name="pt3940"/>
            <p:cNvSpPr/>
            <p:nvPr/>
          </p:nvSpPr>
          <p:spPr>
            <a:xfrm>
              <a:off x="3645096" y="3206819"/>
              <a:ext cx="63202" cy="63202"/>
            </a:xfrm>
            <a:prstGeom prst="ellipse">
              <a:avLst/>
            </a:prstGeom>
            <a:solidFill>
              <a:srgbClr val="3B538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41" name="pt3941"/>
            <p:cNvSpPr/>
            <p:nvPr/>
          </p:nvSpPr>
          <p:spPr>
            <a:xfrm>
              <a:off x="2825987" y="3404738"/>
              <a:ext cx="63202" cy="63202"/>
            </a:xfrm>
            <a:prstGeom prst="ellipse">
              <a:avLst/>
            </a:prstGeom>
            <a:solidFill>
              <a:srgbClr val="399B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42" name="pt3942"/>
            <p:cNvSpPr/>
            <p:nvPr/>
          </p:nvSpPr>
          <p:spPr>
            <a:xfrm>
              <a:off x="3827331" y="3005387"/>
              <a:ext cx="63202" cy="63202"/>
            </a:xfrm>
            <a:prstGeom prst="ellipse">
              <a:avLst/>
            </a:prstGeom>
            <a:solidFill>
              <a:srgbClr val="3C487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43" name="pt3943"/>
            <p:cNvSpPr/>
            <p:nvPr/>
          </p:nvSpPr>
          <p:spPr>
            <a:xfrm>
              <a:off x="4551616" y="2002339"/>
              <a:ext cx="63202" cy="63202"/>
            </a:xfrm>
            <a:prstGeom prst="ellipse">
              <a:avLst/>
            </a:prstGeom>
            <a:solidFill>
              <a:srgbClr val="3A579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44" name="pt3944"/>
            <p:cNvSpPr/>
            <p:nvPr/>
          </p:nvSpPr>
          <p:spPr>
            <a:xfrm>
              <a:off x="2650913" y="3369181"/>
              <a:ext cx="63202" cy="63202"/>
            </a:xfrm>
            <a:prstGeom prst="ellipse">
              <a:avLst/>
            </a:prstGeom>
            <a:solidFill>
              <a:srgbClr val="3A6A9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45" name="pt3945"/>
            <p:cNvSpPr/>
            <p:nvPr/>
          </p:nvSpPr>
          <p:spPr>
            <a:xfrm>
              <a:off x="4868742" y="2004176"/>
              <a:ext cx="63202" cy="63202"/>
            </a:xfrm>
            <a:prstGeom prst="ellipse">
              <a:avLst/>
            </a:prstGeom>
            <a:solidFill>
              <a:srgbClr val="39619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46" name="pt3946"/>
            <p:cNvSpPr/>
            <p:nvPr/>
          </p:nvSpPr>
          <p:spPr>
            <a:xfrm>
              <a:off x="3650433" y="3210297"/>
              <a:ext cx="63202" cy="63202"/>
            </a:xfrm>
            <a:prstGeom prst="ellipse">
              <a:avLst/>
            </a:prstGeom>
            <a:solidFill>
              <a:srgbClr val="3B508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47" name="pt3947"/>
            <p:cNvSpPr/>
            <p:nvPr/>
          </p:nvSpPr>
          <p:spPr>
            <a:xfrm>
              <a:off x="4478665" y="2107397"/>
              <a:ext cx="63202" cy="63202"/>
            </a:xfrm>
            <a:prstGeom prst="ellipse">
              <a:avLst/>
            </a:prstGeom>
            <a:solidFill>
              <a:srgbClr val="39609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48" name="pt3948"/>
            <p:cNvSpPr/>
            <p:nvPr/>
          </p:nvSpPr>
          <p:spPr>
            <a:xfrm>
              <a:off x="3672133" y="3154619"/>
              <a:ext cx="63202" cy="63202"/>
            </a:xfrm>
            <a:prstGeom prst="ellipse">
              <a:avLst/>
            </a:prstGeom>
            <a:solidFill>
              <a:srgbClr val="395E9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49" name="pt3949"/>
            <p:cNvSpPr/>
            <p:nvPr/>
          </p:nvSpPr>
          <p:spPr>
            <a:xfrm>
              <a:off x="2468368" y="3475384"/>
              <a:ext cx="63202" cy="63202"/>
            </a:xfrm>
            <a:prstGeom prst="ellipse">
              <a:avLst/>
            </a:prstGeom>
            <a:solidFill>
              <a:srgbClr val="3B70A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50" name="pt3950"/>
            <p:cNvSpPr/>
            <p:nvPr/>
          </p:nvSpPr>
          <p:spPr>
            <a:xfrm>
              <a:off x="3922214" y="2945376"/>
              <a:ext cx="63202" cy="63202"/>
            </a:xfrm>
            <a:prstGeom prst="ellipse">
              <a:avLst/>
            </a:prstGeom>
            <a:solidFill>
              <a:srgbClr val="2F23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51" name="pt3951"/>
            <p:cNvSpPr/>
            <p:nvPr/>
          </p:nvSpPr>
          <p:spPr>
            <a:xfrm>
              <a:off x="2363853" y="3507593"/>
              <a:ext cx="117405" cy="117405"/>
            </a:xfrm>
            <a:prstGeom prst="ellipse">
              <a:avLst/>
            </a:prstGeom>
            <a:solidFill>
              <a:srgbClr val="3B5591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52" name="pt3952"/>
            <p:cNvSpPr/>
            <p:nvPr/>
          </p:nvSpPr>
          <p:spPr>
            <a:xfrm>
              <a:off x="2861131" y="3394221"/>
              <a:ext cx="117405" cy="117405"/>
            </a:xfrm>
            <a:prstGeom prst="ellipse">
              <a:avLst/>
            </a:prstGeom>
            <a:solidFill>
              <a:srgbClr val="379A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53" name="pt3953"/>
            <p:cNvSpPr/>
            <p:nvPr/>
          </p:nvSpPr>
          <p:spPr>
            <a:xfrm>
              <a:off x="3611984" y="3278229"/>
              <a:ext cx="117405" cy="117405"/>
            </a:xfrm>
            <a:prstGeom prst="ellipse">
              <a:avLst/>
            </a:prstGeom>
            <a:solidFill>
              <a:srgbClr val="3A315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54" name="pt3954"/>
            <p:cNvSpPr/>
            <p:nvPr/>
          </p:nvSpPr>
          <p:spPr>
            <a:xfrm>
              <a:off x="4445606" y="2051038"/>
              <a:ext cx="117405" cy="117405"/>
            </a:xfrm>
            <a:prstGeom prst="ellipse">
              <a:avLst/>
            </a:prstGeom>
            <a:solidFill>
              <a:srgbClr val="3B538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55" name="pt3955"/>
            <p:cNvSpPr/>
            <p:nvPr/>
          </p:nvSpPr>
          <p:spPr>
            <a:xfrm>
              <a:off x="4553443" y="1960190"/>
              <a:ext cx="117405" cy="117405"/>
            </a:xfrm>
            <a:prstGeom prst="ellipse">
              <a:avLst/>
            </a:prstGeom>
            <a:solidFill>
              <a:srgbClr val="3B396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56" name="pl3956"/>
            <p:cNvSpPr/>
            <p:nvPr/>
          </p:nvSpPr>
          <p:spPr>
            <a:xfrm>
              <a:off x="2801787" y="3224714"/>
              <a:ext cx="111820" cy="216173"/>
            </a:xfrm>
            <a:custGeom>
              <a:avLst/>
              <a:gdLst/>
              <a:ahLst/>
              <a:cxnLst/>
              <a:rect l="0" t="0" r="0" b="0"/>
              <a:pathLst>
                <a:path w="111820" h="216173">
                  <a:moveTo>
                    <a:pt x="0" y="0"/>
                  </a:moveTo>
                  <a:lnTo>
                    <a:pt x="111820" y="216173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57" name="pl3957"/>
            <p:cNvSpPr/>
            <p:nvPr/>
          </p:nvSpPr>
          <p:spPr>
            <a:xfrm>
              <a:off x="4532887" y="1910317"/>
              <a:ext cx="71269" cy="97630"/>
            </a:xfrm>
            <a:custGeom>
              <a:avLst/>
              <a:gdLst/>
              <a:ahLst/>
              <a:cxnLst/>
              <a:rect l="0" t="0" r="0" b="0"/>
              <a:pathLst>
                <a:path w="71269" h="97630">
                  <a:moveTo>
                    <a:pt x="0" y="0"/>
                  </a:moveTo>
                  <a:lnTo>
                    <a:pt x="71269" y="97630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58" name="pg3958"/>
            <p:cNvSpPr/>
            <p:nvPr/>
          </p:nvSpPr>
          <p:spPr>
            <a:xfrm>
              <a:off x="1940572" y="3315867"/>
              <a:ext cx="558515" cy="191749"/>
            </a:xfrm>
            <a:custGeom>
              <a:avLst/>
              <a:gdLst/>
              <a:ahLst/>
              <a:cxnLst/>
              <a:rect l="0" t="0" r="0" b="0"/>
              <a:pathLst>
                <a:path w="558515" h="191749">
                  <a:moveTo>
                    <a:pt x="27432" y="191749"/>
                  </a:moveTo>
                  <a:lnTo>
                    <a:pt x="531083" y="191749"/>
                  </a:lnTo>
                  <a:lnTo>
                    <a:pt x="529978" y="191727"/>
                  </a:lnTo>
                  <a:lnTo>
                    <a:pt x="534390" y="191549"/>
                  </a:lnTo>
                  <a:lnTo>
                    <a:pt x="538715" y="190666"/>
                  </a:lnTo>
                  <a:lnTo>
                    <a:pt x="542843" y="189101"/>
                  </a:lnTo>
                  <a:lnTo>
                    <a:pt x="546666" y="186893"/>
                  </a:lnTo>
                  <a:lnTo>
                    <a:pt x="550086" y="184101"/>
                  </a:lnTo>
                  <a:lnTo>
                    <a:pt x="553013" y="180797"/>
                  </a:lnTo>
                  <a:lnTo>
                    <a:pt x="555373" y="177065"/>
                  </a:lnTo>
                  <a:lnTo>
                    <a:pt x="557103" y="173004"/>
                  </a:lnTo>
                  <a:lnTo>
                    <a:pt x="558160" y="168718"/>
                  </a:lnTo>
                  <a:lnTo>
                    <a:pt x="558515" y="164317"/>
                  </a:lnTo>
                  <a:lnTo>
                    <a:pt x="558515" y="27431"/>
                  </a:lnTo>
                  <a:lnTo>
                    <a:pt x="558160" y="23031"/>
                  </a:lnTo>
                  <a:lnTo>
                    <a:pt x="557103" y="18745"/>
                  </a:lnTo>
                  <a:lnTo>
                    <a:pt x="555373" y="14683"/>
                  </a:lnTo>
                  <a:lnTo>
                    <a:pt x="553013" y="10952"/>
                  </a:lnTo>
                  <a:lnTo>
                    <a:pt x="550086" y="7647"/>
                  </a:lnTo>
                  <a:lnTo>
                    <a:pt x="546666" y="4855"/>
                  </a:lnTo>
                  <a:lnTo>
                    <a:pt x="542843" y="2648"/>
                  </a:lnTo>
                  <a:lnTo>
                    <a:pt x="538715" y="1083"/>
                  </a:lnTo>
                  <a:lnTo>
                    <a:pt x="534390" y="200"/>
                  </a:lnTo>
                  <a:lnTo>
                    <a:pt x="531083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6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59" name="tx3959"/>
            <p:cNvSpPr/>
            <p:nvPr/>
          </p:nvSpPr>
          <p:spPr>
            <a:xfrm>
              <a:off x="1986292" y="3361587"/>
              <a:ext cx="467075" cy="10030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325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W1</a:t>
              </a:r>
              <a:r>
                <a:rPr lang="en-US" sz="1325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-</a:t>
              </a:r>
              <a:r>
                <a:rPr sz="1325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TX</a:t>
              </a:r>
            </a:p>
          </p:txBody>
        </p:sp>
        <p:sp>
          <p:nvSpPr>
            <p:cNvPr id="3960" name="pg3960"/>
            <p:cNvSpPr/>
            <p:nvPr/>
          </p:nvSpPr>
          <p:spPr>
            <a:xfrm>
              <a:off x="2515555" y="3032964"/>
              <a:ext cx="550834" cy="191749"/>
            </a:xfrm>
            <a:custGeom>
              <a:avLst/>
              <a:gdLst/>
              <a:ahLst/>
              <a:cxnLst/>
              <a:rect l="0" t="0" r="0" b="0"/>
              <a:pathLst>
                <a:path w="550834" h="191749">
                  <a:moveTo>
                    <a:pt x="27432" y="191749"/>
                  </a:moveTo>
                  <a:lnTo>
                    <a:pt x="523402" y="191749"/>
                  </a:lnTo>
                  <a:lnTo>
                    <a:pt x="522297" y="191727"/>
                  </a:lnTo>
                  <a:lnTo>
                    <a:pt x="526709" y="191549"/>
                  </a:lnTo>
                  <a:lnTo>
                    <a:pt x="531034" y="190666"/>
                  </a:lnTo>
                  <a:lnTo>
                    <a:pt x="535162" y="189101"/>
                  </a:lnTo>
                  <a:lnTo>
                    <a:pt x="538985" y="186893"/>
                  </a:lnTo>
                  <a:lnTo>
                    <a:pt x="542405" y="184101"/>
                  </a:lnTo>
                  <a:lnTo>
                    <a:pt x="545332" y="180797"/>
                  </a:lnTo>
                  <a:lnTo>
                    <a:pt x="547692" y="177065"/>
                  </a:lnTo>
                  <a:lnTo>
                    <a:pt x="549422" y="173004"/>
                  </a:lnTo>
                  <a:lnTo>
                    <a:pt x="550479" y="168718"/>
                  </a:lnTo>
                  <a:lnTo>
                    <a:pt x="550834" y="164317"/>
                  </a:lnTo>
                  <a:lnTo>
                    <a:pt x="550834" y="27432"/>
                  </a:lnTo>
                  <a:lnTo>
                    <a:pt x="550479" y="23031"/>
                  </a:lnTo>
                  <a:lnTo>
                    <a:pt x="549422" y="18745"/>
                  </a:lnTo>
                  <a:lnTo>
                    <a:pt x="547692" y="14683"/>
                  </a:lnTo>
                  <a:lnTo>
                    <a:pt x="545332" y="10952"/>
                  </a:lnTo>
                  <a:lnTo>
                    <a:pt x="542405" y="7647"/>
                  </a:lnTo>
                  <a:lnTo>
                    <a:pt x="538985" y="4855"/>
                  </a:lnTo>
                  <a:lnTo>
                    <a:pt x="535162" y="2648"/>
                  </a:lnTo>
                  <a:lnTo>
                    <a:pt x="531034" y="1083"/>
                  </a:lnTo>
                  <a:lnTo>
                    <a:pt x="526709" y="200"/>
                  </a:lnTo>
                  <a:lnTo>
                    <a:pt x="523402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6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61" name="tx3961"/>
            <p:cNvSpPr/>
            <p:nvPr/>
          </p:nvSpPr>
          <p:spPr>
            <a:xfrm>
              <a:off x="2561275" y="3078684"/>
              <a:ext cx="459394" cy="10030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325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W2</a:t>
              </a:r>
              <a:r>
                <a:rPr lang="en-US" sz="1325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-</a:t>
              </a:r>
              <a:r>
                <a:rPr sz="1325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LA</a:t>
              </a:r>
            </a:p>
          </p:txBody>
        </p:sp>
        <p:sp>
          <p:nvSpPr>
            <p:cNvPr id="3962" name="pg3962"/>
            <p:cNvSpPr/>
            <p:nvPr/>
          </p:nvSpPr>
          <p:spPr>
            <a:xfrm>
              <a:off x="3157727" y="3086375"/>
              <a:ext cx="542970" cy="191749"/>
            </a:xfrm>
            <a:custGeom>
              <a:avLst/>
              <a:gdLst/>
              <a:ahLst/>
              <a:cxnLst/>
              <a:rect l="0" t="0" r="0" b="0"/>
              <a:pathLst>
                <a:path w="542970" h="191749">
                  <a:moveTo>
                    <a:pt x="27431" y="191749"/>
                  </a:moveTo>
                  <a:lnTo>
                    <a:pt x="515538" y="191749"/>
                  </a:lnTo>
                  <a:lnTo>
                    <a:pt x="514434" y="191727"/>
                  </a:lnTo>
                  <a:lnTo>
                    <a:pt x="518845" y="191549"/>
                  </a:lnTo>
                  <a:lnTo>
                    <a:pt x="523170" y="190666"/>
                  </a:lnTo>
                  <a:lnTo>
                    <a:pt x="527298" y="189101"/>
                  </a:lnTo>
                  <a:lnTo>
                    <a:pt x="531121" y="186893"/>
                  </a:lnTo>
                  <a:lnTo>
                    <a:pt x="534541" y="184101"/>
                  </a:lnTo>
                  <a:lnTo>
                    <a:pt x="537469" y="180797"/>
                  </a:lnTo>
                  <a:lnTo>
                    <a:pt x="539828" y="177065"/>
                  </a:lnTo>
                  <a:lnTo>
                    <a:pt x="541558" y="173004"/>
                  </a:lnTo>
                  <a:lnTo>
                    <a:pt x="542615" y="168718"/>
                  </a:lnTo>
                  <a:lnTo>
                    <a:pt x="542970" y="164317"/>
                  </a:lnTo>
                  <a:lnTo>
                    <a:pt x="542970" y="27432"/>
                  </a:lnTo>
                  <a:lnTo>
                    <a:pt x="542615" y="23031"/>
                  </a:lnTo>
                  <a:lnTo>
                    <a:pt x="541558" y="18745"/>
                  </a:lnTo>
                  <a:lnTo>
                    <a:pt x="539828" y="14683"/>
                  </a:lnTo>
                  <a:lnTo>
                    <a:pt x="537469" y="10952"/>
                  </a:lnTo>
                  <a:lnTo>
                    <a:pt x="534541" y="7647"/>
                  </a:lnTo>
                  <a:lnTo>
                    <a:pt x="531121" y="4855"/>
                  </a:lnTo>
                  <a:lnTo>
                    <a:pt x="527298" y="2648"/>
                  </a:lnTo>
                  <a:lnTo>
                    <a:pt x="523170" y="1083"/>
                  </a:lnTo>
                  <a:lnTo>
                    <a:pt x="518845" y="200"/>
                  </a:lnTo>
                  <a:lnTo>
                    <a:pt x="515538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6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63" name="tx3963"/>
            <p:cNvSpPr/>
            <p:nvPr/>
          </p:nvSpPr>
          <p:spPr>
            <a:xfrm>
              <a:off x="3203447" y="3132095"/>
              <a:ext cx="451530" cy="10030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325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W3</a:t>
              </a:r>
              <a:r>
                <a:rPr lang="en-US" sz="1325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-</a:t>
              </a:r>
              <a:r>
                <a:rPr sz="1325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FL</a:t>
              </a:r>
            </a:p>
          </p:txBody>
        </p:sp>
        <p:sp>
          <p:nvSpPr>
            <p:cNvPr id="3964" name="pg3964"/>
            <p:cNvSpPr/>
            <p:nvPr/>
          </p:nvSpPr>
          <p:spPr>
            <a:xfrm>
              <a:off x="3859743" y="2001810"/>
              <a:ext cx="581741" cy="191749"/>
            </a:xfrm>
            <a:custGeom>
              <a:avLst/>
              <a:gdLst/>
              <a:ahLst/>
              <a:cxnLst/>
              <a:rect l="0" t="0" r="0" b="0"/>
              <a:pathLst>
                <a:path w="581741" h="191749">
                  <a:moveTo>
                    <a:pt x="27431" y="191749"/>
                  </a:moveTo>
                  <a:lnTo>
                    <a:pt x="554309" y="191749"/>
                  </a:lnTo>
                  <a:lnTo>
                    <a:pt x="553204" y="191727"/>
                  </a:lnTo>
                  <a:lnTo>
                    <a:pt x="557615" y="191549"/>
                  </a:lnTo>
                  <a:lnTo>
                    <a:pt x="561941" y="190666"/>
                  </a:lnTo>
                  <a:lnTo>
                    <a:pt x="566069" y="189101"/>
                  </a:lnTo>
                  <a:lnTo>
                    <a:pt x="569892" y="186893"/>
                  </a:lnTo>
                  <a:lnTo>
                    <a:pt x="573312" y="184101"/>
                  </a:lnTo>
                  <a:lnTo>
                    <a:pt x="576239" y="180797"/>
                  </a:lnTo>
                  <a:lnTo>
                    <a:pt x="578599" y="177065"/>
                  </a:lnTo>
                  <a:lnTo>
                    <a:pt x="580329" y="173004"/>
                  </a:lnTo>
                  <a:lnTo>
                    <a:pt x="581386" y="168718"/>
                  </a:lnTo>
                  <a:lnTo>
                    <a:pt x="581741" y="164317"/>
                  </a:lnTo>
                  <a:lnTo>
                    <a:pt x="581741" y="27431"/>
                  </a:lnTo>
                  <a:lnTo>
                    <a:pt x="581386" y="23031"/>
                  </a:lnTo>
                  <a:lnTo>
                    <a:pt x="580329" y="18745"/>
                  </a:lnTo>
                  <a:lnTo>
                    <a:pt x="578599" y="14683"/>
                  </a:lnTo>
                  <a:lnTo>
                    <a:pt x="576239" y="10952"/>
                  </a:lnTo>
                  <a:lnTo>
                    <a:pt x="573312" y="7647"/>
                  </a:lnTo>
                  <a:lnTo>
                    <a:pt x="569892" y="4855"/>
                  </a:lnTo>
                  <a:lnTo>
                    <a:pt x="566069" y="2648"/>
                  </a:lnTo>
                  <a:lnTo>
                    <a:pt x="561941" y="1083"/>
                  </a:lnTo>
                  <a:lnTo>
                    <a:pt x="557615" y="200"/>
                  </a:lnTo>
                  <a:lnTo>
                    <a:pt x="554309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5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65" name="tx3965"/>
            <p:cNvSpPr/>
            <p:nvPr/>
          </p:nvSpPr>
          <p:spPr>
            <a:xfrm>
              <a:off x="3905463" y="2047530"/>
              <a:ext cx="490301" cy="10030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325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W5</a:t>
              </a:r>
              <a:r>
                <a:rPr lang="en-US" sz="1325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-</a:t>
              </a:r>
              <a:r>
                <a:rPr sz="1325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NH</a:t>
              </a:r>
            </a:p>
          </p:txBody>
        </p:sp>
        <p:sp>
          <p:nvSpPr>
            <p:cNvPr id="3966" name="pg3966"/>
            <p:cNvSpPr/>
            <p:nvPr/>
          </p:nvSpPr>
          <p:spPr>
            <a:xfrm>
              <a:off x="4221208" y="1718568"/>
              <a:ext cx="589605" cy="191749"/>
            </a:xfrm>
            <a:custGeom>
              <a:avLst/>
              <a:gdLst/>
              <a:ahLst/>
              <a:cxnLst/>
              <a:rect l="0" t="0" r="0" b="0"/>
              <a:pathLst>
                <a:path w="589605" h="191749">
                  <a:moveTo>
                    <a:pt x="27432" y="191749"/>
                  </a:moveTo>
                  <a:lnTo>
                    <a:pt x="562173" y="191749"/>
                  </a:lnTo>
                  <a:lnTo>
                    <a:pt x="561068" y="191727"/>
                  </a:lnTo>
                  <a:lnTo>
                    <a:pt x="565479" y="191549"/>
                  </a:lnTo>
                  <a:lnTo>
                    <a:pt x="569805" y="190666"/>
                  </a:lnTo>
                  <a:lnTo>
                    <a:pt x="573933" y="189101"/>
                  </a:lnTo>
                  <a:lnTo>
                    <a:pt x="577756" y="186893"/>
                  </a:lnTo>
                  <a:lnTo>
                    <a:pt x="581175" y="184101"/>
                  </a:lnTo>
                  <a:lnTo>
                    <a:pt x="584103" y="180797"/>
                  </a:lnTo>
                  <a:lnTo>
                    <a:pt x="586462" y="177065"/>
                  </a:lnTo>
                  <a:lnTo>
                    <a:pt x="588193" y="173004"/>
                  </a:lnTo>
                  <a:lnTo>
                    <a:pt x="589249" y="168718"/>
                  </a:lnTo>
                  <a:lnTo>
                    <a:pt x="589605" y="164317"/>
                  </a:lnTo>
                  <a:lnTo>
                    <a:pt x="589605" y="27432"/>
                  </a:lnTo>
                  <a:lnTo>
                    <a:pt x="589249" y="23031"/>
                  </a:lnTo>
                  <a:lnTo>
                    <a:pt x="588193" y="18745"/>
                  </a:lnTo>
                  <a:lnTo>
                    <a:pt x="586462" y="14683"/>
                  </a:lnTo>
                  <a:lnTo>
                    <a:pt x="584103" y="10952"/>
                  </a:lnTo>
                  <a:lnTo>
                    <a:pt x="581175" y="7647"/>
                  </a:lnTo>
                  <a:lnTo>
                    <a:pt x="577756" y="4855"/>
                  </a:lnTo>
                  <a:lnTo>
                    <a:pt x="573933" y="2648"/>
                  </a:lnTo>
                  <a:lnTo>
                    <a:pt x="569805" y="1083"/>
                  </a:lnTo>
                  <a:lnTo>
                    <a:pt x="565479" y="200"/>
                  </a:lnTo>
                  <a:lnTo>
                    <a:pt x="562173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6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67" name="tx3967"/>
            <p:cNvSpPr/>
            <p:nvPr/>
          </p:nvSpPr>
          <p:spPr>
            <a:xfrm>
              <a:off x="4266928" y="1764288"/>
              <a:ext cx="498165" cy="10030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325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W6</a:t>
              </a:r>
              <a:r>
                <a:rPr lang="en-US" sz="1325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-</a:t>
              </a:r>
              <a:r>
                <a:rPr sz="1325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ME</a:t>
              </a:r>
            </a:p>
          </p:txBody>
        </p:sp>
        <p:sp>
          <p:nvSpPr>
            <p:cNvPr id="3968" name="rc3968"/>
            <p:cNvSpPr/>
            <p:nvPr/>
          </p:nvSpPr>
          <p:spPr>
            <a:xfrm>
              <a:off x="3954381" y="2412688"/>
              <a:ext cx="403353" cy="381414"/>
            </a:xfrm>
            <a:prstGeom prst="rect">
              <a:avLst/>
            </a:prstGeom>
            <a:noFill/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69" name="pl3969"/>
            <p:cNvSpPr/>
            <p:nvPr/>
          </p:nvSpPr>
          <p:spPr>
            <a:xfrm>
              <a:off x="3198659" y="1720737"/>
              <a:ext cx="755722" cy="691950"/>
            </a:xfrm>
            <a:custGeom>
              <a:avLst/>
              <a:gdLst/>
              <a:ahLst/>
              <a:cxnLst/>
              <a:rect l="0" t="0" r="0" b="0"/>
              <a:pathLst>
                <a:path w="755722" h="691950">
                  <a:moveTo>
                    <a:pt x="0" y="0"/>
                  </a:moveTo>
                  <a:lnTo>
                    <a:pt x="755722" y="69195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70" name="pl3970"/>
            <p:cNvSpPr/>
            <p:nvPr/>
          </p:nvSpPr>
          <p:spPr>
            <a:xfrm>
              <a:off x="3198659" y="2794102"/>
              <a:ext cx="755722" cy="40826"/>
            </a:xfrm>
            <a:custGeom>
              <a:avLst/>
              <a:gdLst/>
              <a:ahLst/>
              <a:cxnLst/>
              <a:rect l="0" t="0" r="0" b="0"/>
              <a:pathLst>
                <a:path w="755722" h="40826">
                  <a:moveTo>
                    <a:pt x="0" y="40826"/>
                  </a:moveTo>
                  <a:lnTo>
                    <a:pt x="755722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71" name="rc3971"/>
            <p:cNvSpPr/>
            <p:nvPr/>
          </p:nvSpPr>
          <p:spPr>
            <a:xfrm>
              <a:off x="1894852" y="1581921"/>
              <a:ext cx="3248917" cy="2518749"/>
            </a:xfrm>
            <a:prstGeom prst="rect">
              <a:avLst/>
            </a:prstGeom>
            <a:noFill/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72" name="tx3972"/>
            <p:cNvSpPr/>
            <p:nvPr/>
          </p:nvSpPr>
          <p:spPr>
            <a:xfrm>
              <a:off x="1582499" y="3825900"/>
              <a:ext cx="124358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25</a:t>
              </a:r>
            </a:p>
          </p:txBody>
        </p:sp>
        <p:sp>
          <p:nvSpPr>
            <p:cNvPr id="3973" name="tx3973"/>
            <p:cNvSpPr/>
            <p:nvPr/>
          </p:nvSpPr>
          <p:spPr>
            <a:xfrm>
              <a:off x="1706857" y="3807429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74" name="tx3974"/>
            <p:cNvSpPr/>
            <p:nvPr/>
          </p:nvSpPr>
          <p:spPr>
            <a:xfrm>
              <a:off x="1751572" y="3825900"/>
              <a:ext cx="80650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3975" name="tx3975"/>
            <p:cNvSpPr/>
            <p:nvPr/>
          </p:nvSpPr>
          <p:spPr>
            <a:xfrm>
              <a:off x="1582499" y="3339353"/>
              <a:ext cx="124358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3976" name="tx3976"/>
            <p:cNvSpPr/>
            <p:nvPr/>
          </p:nvSpPr>
          <p:spPr>
            <a:xfrm>
              <a:off x="1706857" y="3320882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77" name="tx3977"/>
            <p:cNvSpPr/>
            <p:nvPr/>
          </p:nvSpPr>
          <p:spPr>
            <a:xfrm>
              <a:off x="1751572" y="3339353"/>
              <a:ext cx="80650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3978" name="tx3978"/>
            <p:cNvSpPr/>
            <p:nvPr/>
          </p:nvSpPr>
          <p:spPr>
            <a:xfrm>
              <a:off x="1582499" y="2852806"/>
              <a:ext cx="124358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35</a:t>
              </a:r>
            </a:p>
          </p:txBody>
        </p:sp>
        <p:sp>
          <p:nvSpPr>
            <p:cNvPr id="3979" name="tx3979"/>
            <p:cNvSpPr/>
            <p:nvPr/>
          </p:nvSpPr>
          <p:spPr>
            <a:xfrm>
              <a:off x="1706857" y="2834335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0" name="tx3980"/>
            <p:cNvSpPr/>
            <p:nvPr/>
          </p:nvSpPr>
          <p:spPr>
            <a:xfrm>
              <a:off x="1751572" y="2852806"/>
              <a:ext cx="80650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3981" name="tx3981"/>
            <p:cNvSpPr/>
            <p:nvPr/>
          </p:nvSpPr>
          <p:spPr>
            <a:xfrm>
              <a:off x="1582499" y="2366260"/>
              <a:ext cx="124358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40</a:t>
              </a:r>
            </a:p>
          </p:txBody>
        </p:sp>
        <p:sp>
          <p:nvSpPr>
            <p:cNvPr id="3982" name="tx3982"/>
            <p:cNvSpPr/>
            <p:nvPr/>
          </p:nvSpPr>
          <p:spPr>
            <a:xfrm>
              <a:off x="1706857" y="2347789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3" name="tx3983"/>
            <p:cNvSpPr/>
            <p:nvPr/>
          </p:nvSpPr>
          <p:spPr>
            <a:xfrm>
              <a:off x="1751572" y="2366260"/>
              <a:ext cx="80650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3984" name="tx3984"/>
            <p:cNvSpPr/>
            <p:nvPr/>
          </p:nvSpPr>
          <p:spPr>
            <a:xfrm>
              <a:off x="1582499" y="1879530"/>
              <a:ext cx="124358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45</a:t>
              </a:r>
            </a:p>
          </p:txBody>
        </p:sp>
        <p:sp>
          <p:nvSpPr>
            <p:cNvPr id="3985" name="tx3985"/>
            <p:cNvSpPr/>
            <p:nvPr/>
          </p:nvSpPr>
          <p:spPr>
            <a:xfrm>
              <a:off x="1706857" y="1861059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6" name="tx3986"/>
            <p:cNvSpPr/>
            <p:nvPr/>
          </p:nvSpPr>
          <p:spPr>
            <a:xfrm>
              <a:off x="1751572" y="1879530"/>
              <a:ext cx="80650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3987" name="pl3987"/>
            <p:cNvSpPr/>
            <p:nvPr/>
          </p:nvSpPr>
          <p:spPr>
            <a:xfrm>
              <a:off x="1860057" y="3866407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88" name="pl3988"/>
            <p:cNvSpPr/>
            <p:nvPr/>
          </p:nvSpPr>
          <p:spPr>
            <a:xfrm>
              <a:off x="1860057" y="3379861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89" name="pl3989"/>
            <p:cNvSpPr/>
            <p:nvPr/>
          </p:nvSpPr>
          <p:spPr>
            <a:xfrm>
              <a:off x="1860057" y="2893314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90" name="pl3990"/>
            <p:cNvSpPr/>
            <p:nvPr/>
          </p:nvSpPr>
          <p:spPr>
            <a:xfrm>
              <a:off x="1860057" y="2406768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91" name="pl3991"/>
            <p:cNvSpPr/>
            <p:nvPr/>
          </p:nvSpPr>
          <p:spPr>
            <a:xfrm>
              <a:off x="1860057" y="1920221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92" name="tx3992"/>
            <p:cNvSpPr/>
            <p:nvPr/>
          </p:nvSpPr>
          <p:spPr>
            <a:xfrm rot="-5400000">
              <a:off x="1219572" y="2791278"/>
              <a:ext cx="497342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Latitude</a:t>
              </a:r>
            </a:p>
          </p:txBody>
        </p:sp>
        <p:sp>
          <p:nvSpPr>
            <p:cNvPr id="3993" name="pl3993"/>
            <p:cNvSpPr/>
            <p:nvPr/>
          </p:nvSpPr>
          <p:spPr>
            <a:xfrm>
              <a:off x="2200904" y="4100670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94" name="pl3994"/>
            <p:cNvSpPr/>
            <p:nvPr/>
          </p:nvSpPr>
          <p:spPr>
            <a:xfrm>
              <a:off x="2596838" y="4100670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95" name="pl3995"/>
            <p:cNvSpPr/>
            <p:nvPr/>
          </p:nvSpPr>
          <p:spPr>
            <a:xfrm>
              <a:off x="2992773" y="4100670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96" name="pl3996"/>
            <p:cNvSpPr/>
            <p:nvPr/>
          </p:nvSpPr>
          <p:spPr>
            <a:xfrm>
              <a:off x="3388708" y="4100670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97" name="pl3997"/>
            <p:cNvSpPr/>
            <p:nvPr/>
          </p:nvSpPr>
          <p:spPr>
            <a:xfrm>
              <a:off x="3784642" y="4100670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98" name="pl3998"/>
            <p:cNvSpPr/>
            <p:nvPr/>
          </p:nvSpPr>
          <p:spPr>
            <a:xfrm>
              <a:off x="4180577" y="4100670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3999" name="pl3999"/>
            <p:cNvSpPr/>
            <p:nvPr/>
          </p:nvSpPr>
          <p:spPr>
            <a:xfrm>
              <a:off x="4576512" y="4100670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00" name="pl4000"/>
            <p:cNvSpPr/>
            <p:nvPr/>
          </p:nvSpPr>
          <p:spPr>
            <a:xfrm>
              <a:off x="4972446" y="4100670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01" name="tx4001"/>
            <p:cNvSpPr/>
            <p:nvPr/>
          </p:nvSpPr>
          <p:spPr>
            <a:xfrm>
              <a:off x="2032563" y="4163666"/>
              <a:ext cx="18653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100</a:t>
              </a:r>
            </a:p>
          </p:txBody>
        </p:sp>
        <p:sp>
          <p:nvSpPr>
            <p:cNvPr id="4002" name="tx4002"/>
            <p:cNvSpPr/>
            <p:nvPr/>
          </p:nvSpPr>
          <p:spPr>
            <a:xfrm>
              <a:off x="2219100" y="4145195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03" name="tx4003"/>
            <p:cNvSpPr/>
            <p:nvPr/>
          </p:nvSpPr>
          <p:spPr>
            <a:xfrm>
              <a:off x="2263814" y="4163666"/>
              <a:ext cx="105430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W</a:t>
              </a:r>
            </a:p>
          </p:txBody>
        </p:sp>
        <p:sp>
          <p:nvSpPr>
            <p:cNvPr id="4004" name="tx4004"/>
            <p:cNvSpPr/>
            <p:nvPr/>
          </p:nvSpPr>
          <p:spPr>
            <a:xfrm>
              <a:off x="2444042" y="4163666"/>
              <a:ext cx="155448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 95</a:t>
              </a:r>
            </a:p>
          </p:txBody>
        </p:sp>
        <p:sp>
          <p:nvSpPr>
            <p:cNvPr id="4005" name="tx4005"/>
            <p:cNvSpPr/>
            <p:nvPr/>
          </p:nvSpPr>
          <p:spPr>
            <a:xfrm>
              <a:off x="2599490" y="4145195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06" name="tx4006"/>
            <p:cNvSpPr/>
            <p:nvPr/>
          </p:nvSpPr>
          <p:spPr>
            <a:xfrm>
              <a:off x="2644204" y="4163666"/>
              <a:ext cx="105430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W</a:t>
              </a:r>
            </a:p>
          </p:txBody>
        </p:sp>
        <p:sp>
          <p:nvSpPr>
            <p:cNvPr id="4007" name="tx4007"/>
            <p:cNvSpPr/>
            <p:nvPr/>
          </p:nvSpPr>
          <p:spPr>
            <a:xfrm>
              <a:off x="2839977" y="4163666"/>
              <a:ext cx="155448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 90</a:t>
              </a:r>
            </a:p>
          </p:txBody>
        </p:sp>
        <p:sp>
          <p:nvSpPr>
            <p:cNvPr id="4008" name="tx4008"/>
            <p:cNvSpPr/>
            <p:nvPr/>
          </p:nvSpPr>
          <p:spPr>
            <a:xfrm>
              <a:off x="2995425" y="4145195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09" name="tx4009"/>
            <p:cNvSpPr/>
            <p:nvPr/>
          </p:nvSpPr>
          <p:spPr>
            <a:xfrm>
              <a:off x="3040139" y="4163666"/>
              <a:ext cx="105430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W</a:t>
              </a:r>
            </a:p>
          </p:txBody>
        </p:sp>
        <p:sp>
          <p:nvSpPr>
            <p:cNvPr id="4010" name="tx4010"/>
            <p:cNvSpPr/>
            <p:nvPr/>
          </p:nvSpPr>
          <p:spPr>
            <a:xfrm>
              <a:off x="3235911" y="4163666"/>
              <a:ext cx="155448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 85</a:t>
              </a:r>
            </a:p>
          </p:txBody>
        </p:sp>
        <p:sp>
          <p:nvSpPr>
            <p:cNvPr id="4011" name="tx4011"/>
            <p:cNvSpPr/>
            <p:nvPr/>
          </p:nvSpPr>
          <p:spPr>
            <a:xfrm>
              <a:off x="3391359" y="4145195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2" name="tx4012"/>
            <p:cNvSpPr/>
            <p:nvPr/>
          </p:nvSpPr>
          <p:spPr>
            <a:xfrm>
              <a:off x="3436074" y="4163666"/>
              <a:ext cx="105430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W</a:t>
              </a:r>
            </a:p>
          </p:txBody>
        </p:sp>
        <p:sp>
          <p:nvSpPr>
            <p:cNvPr id="4013" name="tx4013"/>
            <p:cNvSpPr/>
            <p:nvPr/>
          </p:nvSpPr>
          <p:spPr>
            <a:xfrm>
              <a:off x="3631846" y="4163666"/>
              <a:ext cx="155448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 80</a:t>
              </a:r>
            </a:p>
          </p:txBody>
        </p:sp>
        <p:sp>
          <p:nvSpPr>
            <p:cNvPr id="4014" name="tx4014"/>
            <p:cNvSpPr/>
            <p:nvPr/>
          </p:nvSpPr>
          <p:spPr>
            <a:xfrm>
              <a:off x="3787294" y="4145195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5" name="tx4015"/>
            <p:cNvSpPr/>
            <p:nvPr/>
          </p:nvSpPr>
          <p:spPr>
            <a:xfrm>
              <a:off x="3832008" y="4163666"/>
              <a:ext cx="105430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W</a:t>
              </a:r>
            </a:p>
          </p:txBody>
        </p:sp>
        <p:sp>
          <p:nvSpPr>
            <p:cNvPr id="4016" name="tx4016"/>
            <p:cNvSpPr/>
            <p:nvPr/>
          </p:nvSpPr>
          <p:spPr>
            <a:xfrm>
              <a:off x="4027781" y="4163300"/>
              <a:ext cx="155448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 75</a:t>
              </a:r>
            </a:p>
          </p:txBody>
        </p:sp>
        <p:sp>
          <p:nvSpPr>
            <p:cNvPr id="4017" name="tx4017"/>
            <p:cNvSpPr/>
            <p:nvPr/>
          </p:nvSpPr>
          <p:spPr>
            <a:xfrm>
              <a:off x="4183229" y="4144830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8" name="tx4018"/>
            <p:cNvSpPr/>
            <p:nvPr/>
          </p:nvSpPr>
          <p:spPr>
            <a:xfrm>
              <a:off x="4227943" y="4163300"/>
              <a:ext cx="105430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W</a:t>
              </a:r>
            </a:p>
          </p:txBody>
        </p:sp>
        <p:sp>
          <p:nvSpPr>
            <p:cNvPr id="4019" name="tx4019"/>
            <p:cNvSpPr/>
            <p:nvPr/>
          </p:nvSpPr>
          <p:spPr>
            <a:xfrm>
              <a:off x="4423715" y="4163666"/>
              <a:ext cx="155448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 70</a:t>
              </a:r>
            </a:p>
          </p:txBody>
        </p:sp>
        <p:sp>
          <p:nvSpPr>
            <p:cNvPr id="4020" name="tx4020"/>
            <p:cNvSpPr/>
            <p:nvPr/>
          </p:nvSpPr>
          <p:spPr>
            <a:xfrm>
              <a:off x="4579163" y="4145195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1" name="tx4021"/>
            <p:cNvSpPr/>
            <p:nvPr/>
          </p:nvSpPr>
          <p:spPr>
            <a:xfrm>
              <a:off x="4623878" y="4163666"/>
              <a:ext cx="105430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W</a:t>
              </a:r>
            </a:p>
          </p:txBody>
        </p:sp>
        <p:sp>
          <p:nvSpPr>
            <p:cNvPr id="4022" name="tx4022"/>
            <p:cNvSpPr/>
            <p:nvPr/>
          </p:nvSpPr>
          <p:spPr>
            <a:xfrm>
              <a:off x="4819650" y="4163666"/>
              <a:ext cx="155448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 65</a:t>
              </a:r>
            </a:p>
          </p:txBody>
        </p:sp>
        <p:sp>
          <p:nvSpPr>
            <p:cNvPr id="4023" name="tx4023"/>
            <p:cNvSpPr/>
            <p:nvPr/>
          </p:nvSpPr>
          <p:spPr>
            <a:xfrm>
              <a:off x="4975098" y="4145195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4" name="tx4024"/>
            <p:cNvSpPr/>
            <p:nvPr/>
          </p:nvSpPr>
          <p:spPr>
            <a:xfrm>
              <a:off x="5019812" y="4163666"/>
              <a:ext cx="105430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W</a:t>
              </a:r>
            </a:p>
          </p:txBody>
        </p:sp>
        <p:sp>
          <p:nvSpPr>
            <p:cNvPr id="4025" name="tx4025"/>
            <p:cNvSpPr/>
            <p:nvPr/>
          </p:nvSpPr>
          <p:spPr>
            <a:xfrm>
              <a:off x="3212347" y="4303342"/>
              <a:ext cx="613928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Longitude</a:t>
              </a:r>
            </a:p>
          </p:txBody>
        </p:sp>
        <p:sp>
          <p:nvSpPr>
            <p:cNvPr id="4026" name="rc4026"/>
            <p:cNvSpPr/>
            <p:nvPr/>
          </p:nvSpPr>
          <p:spPr>
            <a:xfrm>
              <a:off x="5282947" y="2048095"/>
              <a:ext cx="1071226" cy="158640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3085"/>
            </a:p>
          </p:txBody>
        </p:sp>
        <p:sp>
          <p:nvSpPr>
            <p:cNvPr id="4027" name="tx4027"/>
            <p:cNvSpPr/>
            <p:nvPr/>
          </p:nvSpPr>
          <p:spPr>
            <a:xfrm>
              <a:off x="5352537" y="2132405"/>
              <a:ext cx="932047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Environmental </a:t>
              </a:r>
            </a:p>
          </p:txBody>
        </p:sp>
        <p:sp>
          <p:nvSpPr>
            <p:cNvPr id="4028" name="tx4028"/>
            <p:cNvSpPr/>
            <p:nvPr/>
          </p:nvSpPr>
          <p:spPr>
            <a:xfrm>
              <a:off x="5352537" y="2283281"/>
              <a:ext cx="543610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Distance</a:t>
              </a:r>
            </a:p>
          </p:txBody>
        </p:sp>
        <p:pic>
          <p:nvPicPr>
            <p:cNvPr id="4029" name="pic4029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352537" y="2467628"/>
              <a:ext cx="219455" cy="1097280"/>
            </a:xfrm>
            <a:prstGeom prst="rect">
              <a:avLst/>
            </a:prstGeom>
          </p:spPr>
        </p:pic>
        <p:sp>
          <p:nvSpPr>
            <p:cNvPr id="4030" name="pl4030"/>
            <p:cNvSpPr/>
            <p:nvPr/>
          </p:nvSpPr>
          <p:spPr>
            <a:xfrm>
              <a:off x="5528101" y="3563079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31" name="pl4031"/>
            <p:cNvSpPr/>
            <p:nvPr/>
          </p:nvSpPr>
          <p:spPr>
            <a:xfrm>
              <a:off x="5528101" y="3380809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32" name="pl4032"/>
            <p:cNvSpPr/>
            <p:nvPr/>
          </p:nvSpPr>
          <p:spPr>
            <a:xfrm>
              <a:off x="5528101" y="3198538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33" name="pl4033"/>
            <p:cNvSpPr/>
            <p:nvPr/>
          </p:nvSpPr>
          <p:spPr>
            <a:xfrm>
              <a:off x="5528101" y="3016268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34" name="pl4034"/>
            <p:cNvSpPr/>
            <p:nvPr/>
          </p:nvSpPr>
          <p:spPr>
            <a:xfrm>
              <a:off x="5528101" y="2833997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35" name="pl4035"/>
            <p:cNvSpPr/>
            <p:nvPr/>
          </p:nvSpPr>
          <p:spPr>
            <a:xfrm>
              <a:off x="5528101" y="2651727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36" name="pl4036"/>
            <p:cNvSpPr/>
            <p:nvPr/>
          </p:nvSpPr>
          <p:spPr>
            <a:xfrm>
              <a:off x="5528101" y="2469457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37" name="pl4037"/>
            <p:cNvSpPr/>
            <p:nvPr/>
          </p:nvSpPr>
          <p:spPr>
            <a:xfrm>
              <a:off x="5352537" y="3563079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38" name="pl4038"/>
            <p:cNvSpPr/>
            <p:nvPr/>
          </p:nvSpPr>
          <p:spPr>
            <a:xfrm>
              <a:off x="5352537" y="3380809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39" name="pl4039"/>
            <p:cNvSpPr/>
            <p:nvPr/>
          </p:nvSpPr>
          <p:spPr>
            <a:xfrm>
              <a:off x="5352537" y="3198538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40" name="pl4040"/>
            <p:cNvSpPr/>
            <p:nvPr/>
          </p:nvSpPr>
          <p:spPr>
            <a:xfrm>
              <a:off x="5352537" y="3016268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41" name="pl4041"/>
            <p:cNvSpPr/>
            <p:nvPr/>
          </p:nvSpPr>
          <p:spPr>
            <a:xfrm>
              <a:off x="5352537" y="2833997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42" name="pl4042"/>
            <p:cNvSpPr/>
            <p:nvPr/>
          </p:nvSpPr>
          <p:spPr>
            <a:xfrm>
              <a:off x="5352537" y="2651727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43" name="pl4043"/>
            <p:cNvSpPr/>
            <p:nvPr/>
          </p:nvSpPr>
          <p:spPr>
            <a:xfrm>
              <a:off x="5352537" y="2469457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44" name="tx4044"/>
            <p:cNvSpPr/>
            <p:nvPr/>
          </p:nvSpPr>
          <p:spPr>
            <a:xfrm>
              <a:off x="5641582" y="3523074"/>
              <a:ext cx="62179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4045" name="tx4045"/>
            <p:cNvSpPr/>
            <p:nvPr/>
          </p:nvSpPr>
          <p:spPr>
            <a:xfrm>
              <a:off x="5641582" y="3340804"/>
              <a:ext cx="62179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046" name="tx4046"/>
            <p:cNvSpPr/>
            <p:nvPr/>
          </p:nvSpPr>
          <p:spPr>
            <a:xfrm>
              <a:off x="5641582" y="3158533"/>
              <a:ext cx="62179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047" name="tx4047"/>
            <p:cNvSpPr/>
            <p:nvPr/>
          </p:nvSpPr>
          <p:spPr>
            <a:xfrm>
              <a:off x="5641582" y="2976263"/>
              <a:ext cx="62179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048" name="tx4048"/>
            <p:cNvSpPr/>
            <p:nvPr/>
          </p:nvSpPr>
          <p:spPr>
            <a:xfrm>
              <a:off x="5641582" y="2793992"/>
              <a:ext cx="62179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4049" name="tx4049"/>
            <p:cNvSpPr/>
            <p:nvPr/>
          </p:nvSpPr>
          <p:spPr>
            <a:xfrm>
              <a:off x="5641582" y="2611722"/>
              <a:ext cx="62179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4050" name="tx4050"/>
            <p:cNvSpPr/>
            <p:nvPr/>
          </p:nvSpPr>
          <p:spPr>
            <a:xfrm>
              <a:off x="5641582" y="2429452"/>
              <a:ext cx="62179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056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4051" name="tx4051"/>
            <p:cNvSpPr/>
            <p:nvPr/>
          </p:nvSpPr>
          <p:spPr>
            <a:xfrm>
              <a:off x="1894852" y="1053578"/>
              <a:ext cx="3125327" cy="16367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2520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(G) Environmental Distance to </a:t>
              </a:r>
            </a:p>
          </p:txBody>
        </p:sp>
        <p:sp>
          <p:nvSpPr>
            <p:cNvPr id="4052" name="tx4052"/>
            <p:cNvSpPr/>
            <p:nvPr/>
          </p:nvSpPr>
          <p:spPr>
            <a:xfrm>
              <a:off x="2202238" y="1300466"/>
              <a:ext cx="965606" cy="16367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2520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Lewisetta</a:t>
              </a:r>
            </a:p>
          </p:txBody>
        </p:sp>
        <p:sp>
          <p:nvSpPr>
            <p:cNvPr id="4053" name="rc4053"/>
            <p:cNvSpPr/>
            <p:nvPr/>
          </p:nvSpPr>
          <p:spPr>
            <a:xfrm>
              <a:off x="2045346" y="1707859"/>
              <a:ext cx="1161025" cy="1133437"/>
            </a:xfrm>
            <a:prstGeom prst="rect">
              <a:avLst/>
            </a:prstGeom>
            <a:noFill/>
          </p:spPr>
          <p:txBody>
            <a:bodyPr/>
            <a:lstStyle/>
            <a:p>
              <a:endParaRPr sz="3085"/>
            </a:p>
          </p:txBody>
        </p:sp>
        <p:sp>
          <p:nvSpPr>
            <p:cNvPr id="4054" name="rc4054"/>
            <p:cNvSpPr/>
            <p:nvPr/>
          </p:nvSpPr>
          <p:spPr>
            <a:xfrm>
              <a:off x="2045346" y="1707859"/>
              <a:ext cx="1161025" cy="1133437"/>
            </a:xfrm>
            <a:prstGeom prst="rect">
              <a:avLst/>
            </a:prstGeom>
            <a:solidFill>
              <a:srgbClr val="F0F8FF">
                <a:alpha val="100000"/>
              </a:srgbClr>
            </a:solidFill>
          </p:spPr>
          <p:txBody>
            <a:bodyPr/>
            <a:lstStyle/>
            <a:p>
              <a:endParaRPr sz="3085"/>
            </a:p>
          </p:txBody>
        </p:sp>
        <p:sp>
          <p:nvSpPr>
            <p:cNvPr id="4055" name="pl4055"/>
            <p:cNvSpPr/>
            <p:nvPr/>
          </p:nvSpPr>
          <p:spPr>
            <a:xfrm>
              <a:off x="2068379" y="1707859"/>
              <a:ext cx="0" cy="1133437"/>
            </a:xfrm>
            <a:custGeom>
              <a:avLst/>
              <a:gdLst/>
              <a:ahLst/>
              <a:cxnLst/>
              <a:rect l="0" t="0" r="0" b="0"/>
              <a:pathLst>
                <a:path h="1133437">
                  <a:moveTo>
                    <a:pt x="0" y="1133437"/>
                  </a:moveTo>
                  <a:lnTo>
                    <a:pt x="0" y="1126889"/>
                  </a:lnTo>
                  <a:lnTo>
                    <a:pt x="0" y="1110956"/>
                  </a:lnTo>
                  <a:lnTo>
                    <a:pt x="0" y="1095024"/>
                  </a:lnTo>
                  <a:lnTo>
                    <a:pt x="0" y="1079092"/>
                  </a:lnTo>
                  <a:lnTo>
                    <a:pt x="0" y="1063160"/>
                  </a:lnTo>
                  <a:lnTo>
                    <a:pt x="0" y="1047227"/>
                  </a:lnTo>
                  <a:lnTo>
                    <a:pt x="0" y="1031295"/>
                  </a:lnTo>
                  <a:lnTo>
                    <a:pt x="0" y="1015363"/>
                  </a:lnTo>
                  <a:lnTo>
                    <a:pt x="0" y="999430"/>
                  </a:lnTo>
                  <a:lnTo>
                    <a:pt x="0" y="983498"/>
                  </a:lnTo>
                  <a:lnTo>
                    <a:pt x="0" y="967566"/>
                  </a:lnTo>
                  <a:lnTo>
                    <a:pt x="0" y="951633"/>
                  </a:lnTo>
                  <a:lnTo>
                    <a:pt x="0" y="935701"/>
                  </a:lnTo>
                  <a:lnTo>
                    <a:pt x="0" y="919769"/>
                  </a:lnTo>
                  <a:lnTo>
                    <a:pt x="0" y="903837"/>
                  </a:lnTo>
                  <a:lnTo>
                    <a:pt x="0" y="887904"/>
                  </a:lnTo>
                  <a:lnTo>
                    <a:pt x="0" y="871972"/>
                  </a:lnTo>
                  <a:lnTo>
                    <a:pt x="0" y="856040"/>
                  </a:lnTo>
                  <a:lnTo>
                    <a:pt x="0" y="840107"/>
                  </a:lnTo>
                  <a:lnTo>
                    <a:pt x="0" y="824175"/>
                  </a:lnTo>
                  <a:lnTo>
                    <a:pt x="0" y="808243"/>
                  </a:lnTo>
                  <a:lnTo>
                    <a:pt x="0" y="792310"/>
                  </a:lnTo>
                  <a:lnTo>
                    <a:pt x="0" y="776378"/>
                  </a:lnTo>
                  <a:lnTo>
                    <a:pt x="0" y="760446"/>
                  </a:lnTo>
                  <a:lnTo>
                    <a:pt x="0" y="744514"/>
                  </a:lnTo>
                  <a:lnTo>
                    <a:pt x="0" y="728581"/>
                  </a:lnTo>
                  <a:lnTo>
                    <a:pt x="0" y="712649"/>
                  </a:lnTo>
                  <a:lnTo>
                    <a:pt x="0" y="696717"/>
                  </a:lnTo>
                  <a:lnTo>
                    <a:pt x="0" y="680784"/>
                  </a:lnTo>
                  <a:lnTo>
                    <a:pt x="0" y="664852"/>
                  </a:lnTo>
                  <a:lnTo>
                    <a:pt x="0" y="648920"/>
                  </a:lnTo>
                  <a:lnTo>
                    <a:pt x="0" y="632987"/>
                  </a:lnTo>
                  <a:lnTo>
                    <a:pt x="0" y="617055"/>
                  </a:lnTo>
                  <a:lnTo>
                    <a:pt x="0" y="601123"/>
                  </a:lnTo>
                  <a:lnTo>
                    <a:pt x="0" y="585191"/>
                  </a:lnTo>
                  <a:lnTo>
                    <a:pt x="0" y="569258"/>
                  </a:lnTo>
                  <a:lnTo>
                    <a:pt x="0" y="553326"/>
                  </a:lnTo>
                  <a:lnTo>
                    <a:pt x="0" y="537394"/>
                  </a:lnTo>
                  <a:lnTo>
                    <a:pt x="0" y="521461"/>
                  </a:lnTo>
                  <a:lnTo>
                    <a:pt x="0" y="505529"/>
                  </a:lnTo>
                  <a:lnTo>
                    <a:pt x="0" y="489597"/>
                  </a:lnTo>
                  <a:lnTo>
                    <a:pt x="0" y="473665"/>
                  </a:lnTo>
                  <a:lnTo>
                    <a:pt x="0" y="457732"/>
                  </a:lnTo>
                  <a:lnTo>
                    <a:pt x="0" y="441800"/>
                  </a:lnTo>
                  <a:lnTo>
                    <a:pt x="0" y="425868"/>
                  </a:lnTo>
                  <a:lnTo>
                    <a:pt x="0" y="409935"/>
                  </a:lnTo>
                  <a:lnTo>
                    <a:pt x="0" y="394003"/>
                  </a:lnTo>
                  <a:lnTo>
                    <a:pt x="0" y="378071"/>
                  </a:lnTo>
                  <a:lnTo>
                    <a:pt x="0" y="362138"/>
                  </a:lnTo>
                  <a:lnTo>
                    <a:pt x="0" y="346206"/>
                  </a:lnTo>
                  <a:lnTo>
                    <a:pt x="0" y="330274"/>
                  </a:lnTo>
                  <a:lnTo>
                    <a:pt x="0" y="314342"/>
                  </a:lnTo>
                  <a:lnTo>
                    <a:pt x="0" y="298409"/>
                  </a:lnTo>
                  <a:lnTo>
                    <a:pt x="0" y="282477"/>
                  </a:lnTo>
                  <a:lnTo>
                    <a:pt x="0" y="266545"/>
                  </a:lnTo>
                  <a:lnTo>
                    <a:pt x="0" y="250612"/>
                  </a:lnTo>
                  <a:lnTo>
                    <a:pt x="0" y="234680"/>
                  </a:lnTo>
                  <a:lnTo>
                    <a:pt x="0" y="218748"/>
                  </a:lnTo>
                  <a:lnTo>
                    <a:pt x="0" y="202815"/>
                  </a:lnTo>
                  <a:lnTo>
                    <a:pt x="0" y="186883"/>
                  </a:lnTo>
                  <a:lnTo>
                    <a:pt x="0" y="170951"/>
                  </a:lnTo>
                  <a:lnTo>
                    <a:pt x="0" y="155019"/>
                  </a:lnTo>
                  <a:lnTo>
                    <a:pt x="0" y="139086"/>
                  </a:lnTo>
                  <a:lnTo>
                    <a:pt x="0" y="123154"/>
                  </a:lnTo>
                  <a:lnTo>
                    <a:pt x="0" y="107222"/>
                  </a:lnTo>
                  <a:lnTo>
                    <a:pt x="0" y="91289"/>
                  </a:lnTo>
                  <a:lnTo>
                    <a:pt x="0" y="75357"/>
                  </a:lnTo>
                  <a:lnTo>
                    <a:pt x="0" y="59425"/>
                  </a:lnTo>
                  <a:lnTo>
                    <a:pt x="0" y="43493"/>
                  </a:lnTo>
                  <a:lnTo>
                    <a:pt x="0" y="27560"/>
                  </a:lnTo>
                  <a:lnTo>
                    <a:pt x="0" y="11628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9525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56" name="pl4056"/>
            <p:cNvSpPr/>
            <p:nvPr/>
          </p:nvSpPr>
          <p:spPr>
            <a:xfrm>
              <a:off x="2275592" y="1707859"/>
              <a:ext cx="0" cy="1133437"/>
            </a:xfrm>
            <a:custGeom>
              <a:avLst/>
              <a:gdLst/>
              <a:ahLst/>
              <a:cxnLst/>
              <a:rect l="0" t="0" r="0" b="0"/>
              <a:pathLst>
                <a:path h="1133437">
                  <a:moveTo>
                    <a:pt x="0" y="1133437"/>
                  </a:moveTo>
                  <a:lnTo>
                    <a:pt x="0" y="1126889"/>
                  </a:lnTo>
                  <a:lnTo>
                    <a:pt x="0" y="1110956"/>
                  </a:lnTo>
                  <a:lnTo>
                    <a:pt x="0" y="1095024"/>
                  </a:lnTo>
                  <a:lnTo>
                    <a:pt x="0" y="1079092"/>
                  </a:lnTo>
                  <a:lnTo>
                    <a:pt x="0" y="1063160"/>
                  </a:lnTo>
                  <a:lnTo>
                    <a:pt x="0" y="1047227"/>
                  </a:lnTo>
                  <a:lnTo>
                    <a:pt x="0" y="1031295"/>
                  </a:lnTo>
                  <a:lnTo>
                    <a:pt x="0" y="1015363"/>
                  </a:lnTo>
                  <a:lnTo>
                    <a:pt x="0" y="999430"/>
                  </a:lnTo>
                  <a:lnTo>
                    <a:pt x="0" y="983498"/>
                  </a:lnTo>
                  <a:lnTo>
                    <a:pt x="0" y="967566"/>
                  </a:lnTo>
                  <a:lnTo>
                    <a:pt x="0" y="951633"/>
                  </a:lnTo>
                  <a:lnTo>
                    <a:pt x="0" y="935701"/>
                  </a:lnTo>
                  <a:lnTo>
                    <a:pt x="0" y="919769"/>
                  </a:lnTo>
                  <a:lnTo>
                    <a:pt x="0" y="903837"/>
                  </a:lnTo>
                  <a:lnTo>
                    <a:pt x="0" y="887904"/>
                  </a:lnTo>
                  <a:lnTo>
                    <a:pt x="0" y="871972"/>
                  </a:lnTo>
                  <a:lnTo>
                    <a:pt x="0" y="856040"/>
                  </a:lnTo>
                  <a:lnTo>
                    <a:pt x="0" y="840107"/>
                  </a:lnTo>
                  <a:lnTo>
                    <a:pt x="0" y="824175"/>
                  </a:lnTo>
                  <a:lnTo>
                    <a:pt x="0" y="808243"/>
                  </a:lnTo>
                  <a:lnTo>
                    <a:pt x="0" y="792310"/>
                  </a:lnTo>
                  <a:lnTo>
                    <a:pt x="0" y="776378"/>
                  </a:lnTo>
                  <a:lnTo>
                    <a:pt x="0" y="760446"/>
                  </a:lnTo>
                  <a:lnTo>
                    <a:pt x="0" y="744514"/>
                  </a:lnTo>
                  <a:lnTo>
                    <a:pt x="0" y="728581"/>
                  </a:lnTo>
                  <a:lnTo>
                    <a:pt x="0" y="712649"/>
                  </a:lnTo>
                  <a:lnTo>
                    <a:pt x="0" y="696717"/>
                  </a:lnTo>
                  <a:lnTo>
                    <a:pt x="0" y="680784"/>
                  </a:lnTo>
                  <a:lnTo>
                    <a:pt x="0" y="664852"/>
                  </a:lnTo>
                  <a:lnTo>
                    <a:pt x="0" y="648920"/>
                  </a:lnTo>
                  <a:lnTo>
                    <a:pt x="0" y="632987"/>
                  </a:lnTo>
                  <a:lnTo>
                    <a:pt x="0" y="617055"/>
                  </a:lnTo>
                  <a:lnTo>
                    <a:pt x="0" y="601123"/>
                  </a:lnTo>
                  <a:lnTo>
                    <a:pt x="0" y="585191"/>
                  </a:lnTo>
                  <a:lnTo>
                    <a:pt x="0" y="569258"/>
                  </a:lnTo>
                  <a:lnTo>
                    <a:pt x="0" y="553326"/>
                  </a:lnTo>
                  <a:lnTo>
                    <a:pt x="0" y="537394"/>
                  </a:lnTo>
                  <a:lnTo>
                    <a:pt x="0" y="521461"/>
                  </a:lnTo>
                  <a:lnTo>
                    <a:pt x="0" y="505529"/>
                  </a:lnTo>
                  <a:lnTo>
                    <a:pt x="0" y="489597"/>
                  </a:lnTo>
                  <a:lnTo>
                    <a:pt x="0" y="473665"/>
                  </a:lnTo>
                  <a:lnTo>
                    <a:pt x="0" y="457732"/>
                  </a:lnTo>
                  <a:lnTo>
                    <a:pt x="0" y="441800"/>
                  </a:lnTo>
                  <a:lnTo>
                    <a:pt x="0" y="425868"/>
                  </a:lnTo>
                  <a:lnTo>
                    <a:pt x="0" y="409935"/>
                  </a:lnTo>
                  <a:lnTo>
                    <a:pt x="0" y="394003"/>
                  </a:lnTo>
                  <a:lnTo>
                    <a:pt x="0" y="378071"/>
                  </a:lnTo>
                  <a:lnTo>
                    <a:pt x="0" y="362138"/>
                  </a:lnTo>
                  <a:lnTo>
                    <a:pt x="0" y="346206"/>
                  </a:lnTo>
                  <a:lnTo>
                    <a:pt x="0" y="330274"/>
                  </a:lnTo>
                  <a:lnTo>
                    <a:pt x="0" y="314342"/>
                  </a:lnTo>
                  <a:lnTo>
                    <a:pt x="0" y="298409"/>
                  </a:lnTo>
                  <a:lnTo>
                    <a:pt x="0" y="282477"/>
                  </a:lnTo>
                  <a:lnTo>
                    <a:pt x="0" y="266545"/>
                  </a:lnTo>
                  <a:lnTo>
                    <a:pt x="0" y="250612"/>
                  </a:lnTo>
                  <a:lnTo>
                    <a:pt x="0" y="234680"/>
                  </a:lnTo>
                  <a:lnTo>
                    <a:pt x="0" y="218748"/>
                  </a:lnTo>
                  <a:lnTo>
                    <a:pt x="0" y="202815"/>
                  </a:lnTo>
                  <a:lnTo>
                    <a:pt x="0" y="186883"/>
                  </a:lnTo>
                  <a:lnTo>
                    <a:pt x="0" y="170951"/>
                  </a:lnTo>
                  <a:lnTo>
                    <a:pt x="0" y="155019"/>
                  </a:lnTo>
                  <a:lnTo>
                    <a:pt x="0" y="139086"/>
                  </a:lnTo>
                  <a:lnTo>
                    <a:pt x="0" y="123154"/>
                  </a:lnTo>
                  <a:lnTo>
                    <a:pt x="0" y="107222"/>
                  </a:lnTo>
                  <a:lnTo>
                    <a:pt x="0" y="91289"/>
                  </a:lnTo>
                  <a:lnTo>
                    <a:pt x="0" y="75357"/>
                  </a:lnTo>
                  <a:lnTo>
                    <a:pt x="0" y="59425"/>
                  </a:lnTo>
                  <a:lnTo>
                    <a:pt x="0" y="43493"/>
                  </a:lnTo>
                  <a:lnTo>
                    <a:pt x="0" y="27560"/>
                  </a:lnTo>
                  <a:lnTo>
                    <a:pt x="0" y="11628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9525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57" name="pl4057"/>
            <p:cNvSpPr/>
            <p:nvPr/>
          </p:nvSpPr>
          <p:spPr>
            <a:xfrm>
              <a:off x="2482805" y="1707859"/>
              <a:ext cx="0" cy="1133437"/>
            </a:xfrm>
            <a:custGeom>
              <a:avLst/>
              <a:gdLst/>
              <a:ahLst/>
              <a:cxnLst/>
              <a:rect l="0" t="0" r="0" b="0"/>
              <a:pathLst>
                <a:path h="1133437">
                  <a:moveTo>
                    <a:pt x="0" y="1133437"/>
                  </a:moveTo>
                  <a:lnTo>
                    <a:pt x="0" y="1126889"/>
                  </a:lnTo>
                  <a:lnTo>
                    <a:pt x="0" y="1110956"/>
                  </a:lnTo>
                  <a:lnTo>
                    <a:pt x="0" y="1095024"/>
                  </a:lnTo>
                  <a:lnTo>
                    <a:pt x="0" y="1079092"/>
                  </a:lnTo>
                  <a:lnTo>
                    <a:pt x="0" y="1063160"/>
                  </a:lnTo>
                  <a:lnTo>
                    <a:pt x="0" y="1047227"/>
                  </a:lnTo>
                  <a:lnTo>
                    <a:pt x="0" y="1031295"/>
                  </a:lnTo>
                  <a:lnTo>
                    <a:pt x="0" y="1015363"/>
                  </a:lnTo>
                  <a:lnTo>
                    <a:pt x="0" y="999430"/>
                  </a:lnTo>
                  <a:lnTo>
                    <a:pt x="0" y="983498"/>
                  </a:lnTo>
                  <a:lnTo>
                    <a:pt x="0" y="967566"/>
                  </a:lnTo>
                  <a:lnTo>
                    <a:pt x="0" y="951633"/>
                  </a:lnTo>
                  <a:lnTo>
                    <a:pt x="0" y="935701"/>
                  </a:lnTo>
                  <a:lnTo>
                    <a:pt x="0" y="919769"/>
                  </a:lnTo>
                  <a:lnTo>
                    <a:pt x="0" y="903837"/>
                  </a:lnTo>
                  <a:lnTo>
                    <a:pt x="0" y="887904"/>
                  </a:lnTo>
                  <a:lnTo>
                    <a:pt x="0" y="871972"/>
                  </a:lnTo>
                  <a:lnTo>
                    <a:pt x="0" y="856040"/>
                  </a:lnTo>
                  <a:lnTo>
                    <a:pt x="0" y="840107"/>
                  </a:lnTo>
                  <a:lnTo>
                    <a:pt x="0" y="824175"/>
                  </a:lnTo>
                  <a:lnTo>
                    <a:pt x="0" y="808243"/>
                  </a:lnTo>
                  <a:lnTo>
                    <a:pt x="0" y="792310"/>
                  </a:lnTo>
                  <a:lnTo>
                    <a:pt x="0" y="776378"/>
                  </a:lnTo>
                  <a:lnTo>
                    <a:pt x="0" y="760446"/>
                  </a:lnTo>
                  <a:lnTo>
                    <a:pt x="0" y="744514"/>
                  </a:lnTo>
                  <a:lnTo>
                    <a:pt x="0" y="728581"/>
                  </a:lnTo>
                  <a:lnTo>
                    <a:pt x="0" y="712649"/>
                  </a:lnTo>
                  <a:lnTo>
                    <a:pt x="0" y="696717"/>
                  </a:lnTo>
                  <a:lnTo>
                    <a:pt x="0" y="680784"/>
                  </a:lnTo>
                  <a:lnTo>
                    <a:pt x="0" y="664852"/>
                  </a:lnTo>
                  <a:lnTo>
                    <a:pt x="0" y="648920"/>
                  </a:lnTo>
                  <a:lnTo>
                    <a:pt x="0" y="632987"/>
                  </a:lnTo>
                  <a:lnTo>
                    <a:pt x="0" y="617055"/>
                  </a:lnTo>
                  <a:lnTo>
                    <a:pt x="0" y="601123"/>
                  </a:lnTo>
                  <a:lnTo>
                    <a:pt x="0" y="585191"/>
                  </a:lnTo>
                  <a:lnTo>
                    <a:pt x="0" y="569258"/>
                  </a:lnTo>
                  <a:lnTo>
                    <a:pt x="0" y="553326"/>
                  </a:lnTo>
                  <a:lnTo>
                    <a:pt x="0" y="537394"/>
                  </a:lnTo>
                  <a:lnTo>
                    <a:pt x="0" y="521461"/>
                  </a:lnTo>
                  <a:lnTo>
                    <a:pt x="0" y="505529"/>
                  </a:lnTo>
                  <a:lnTo>
                    <a:pt x="0" y="489597"/>
                  </a:lnTo>
                  <a:lnTo>
                    <a:pt x="0" y="473665"/>
                  </a:lnTo>
                  <a:lnTo>
                    <a:pt x="0" y="457732"/>
                  </a:lnTo>
                  <a:lnTo>
                    <a:pt x="0" y="441800"/>
                  </a:lnTo>
                  <a:lnTo>
                    <a:pt x="0" y="425868"/>
                  </a:lnTo>
                  <a:lnTo>
                    <a:pt x="0" y="409935"/>
                  </a:lnTo>
                  <a:lnTo>
                    <a:pt x="0" y="394003"/>
                  </a:lnTo>
                  <a:lnTo>
                    <a:pt x="0" y="378071"/>
                  </a:lnTo>
                  <a:lnTo>
                    <a:pt x="0" y="362138"/>
                  </a:lnTo>
                  <a:lnTo>
                    <a:pt x="0" y="346206"/>
                  </a:lnTo>
                  <a:lnTo>
                    <a:pt x="0" y="330274"/>
                  </a:lnTo>
                  <a:lnTo>
                    <a:pt x="0" y="314342"/>
                  </a:lnTo>
                  <a:lnTo>
                    <a:pt x="0" y="298409"/>
                  </a:lnTo>
                  <a:lnTo>
                    <a:pt x="0" y="282477"/>
                  </a:lnTo>
                  <a:lnTo>
                    <a:pt x="0" y="266545"/>
                  </a:lnTo>
                  <a:lnTo>
                    <a:pt x="0" y="250612"/>
                  </a:lnTo>
                  <a:lnTo>
                    <a:pt x="0" y="234680"/>
                  </a:lnTo>
                  <a:lnTo>
                    <a:pt x="0" y="218748"/>
                  </a:lnTo>
                  <a:lnTo>
                    <a:pt x="0" y="202815"/>
                  </a:lnTo>
                  <a:lnTo>
                    <a:pt x="0" y="186883"/>
                  </a:lnTo>
                  <a:lnTo>
                    <a:pt x="0" y="170951"/>
                  </a:lnTo>
                  <a:lnTo>
                    <a:pt x="0" y="155019"/>
                  </a:lnTo>
                  <a:lnTo>
                    <a:pt x="0" y="139086"/>
                  </a:lnTo>
                  <a:lnTo>
                    <a:pt x="0" y="123154"/>
                  </a:lnTo>
                  <a:lnTo>
                    <a:pt x="0" y="107222"/>
                  </a:lnTo>
                  <a:lnTo>
                    <a:pt x="0" y="91289"/>
                  </a:lnTo>
                  <a:lnTo>
                    <a:pt x="0" y="75357"/>
                  </a:lnTo>
                  <a:lnTo>
                    <a:pt x="0" y="59425"/>
                  </a:lnTo>
                  <a:lnTo>
                    <a:pt x="0" y="43493"/>
                  </a:lnTo>
                  <a:lnTo>
                    <a:pt x="0" y="27560"/>
                  </a:lnTo>
                  <a:lnTo>
                    <a:pt x="0" y="11628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9525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58" name="pl4058"/>
            <p:cNvSpPr/>
            <p:nvPr/>
          </p:nvSpPr>
          <p:spPr>
            <a:xfrm>
              <a:off x="2690018" y="1707859"/>
              <a:ext cx="0" cy="1133437"/>
            </a:xfrm>
            <a:custGeom>
              <a:avLst/>
              <a:gdLst/>
              <a:ahLst/>
              <a:cxnLst/>
              <a:rect l="0" t="0" r="0" b="0"/>
              <a:pathLst>
                <a:path h="1133437">
                  <a:moveTo>
                    <a:pt x="0" y="1133437"/>
                  </a:moveTo>
                  <a:lnTo>
                    <a:pt x="0" y="1126889"/>
                  </a:lnTo>
                  <a:lnTo>
                    <a:pt x="0" y="1110956"/>
                  </a:lnTo>
                  <a:lnTo>
                    <a:pt x="0" y="1095024"/>
                  </a:lnTo>
                  <a:lnTo>
                    <a:pt x="0" y="1079092"/>
                  </a:lnTo>
                  <a:lnTo>
                    <a:pt x="0" y="1063160"/>
                  </a:lnTo>
                  <a:lnTo>
                    <a:pt x="0" y="1047227"/>
                  </a:lnTo>
                  <a:lnTo>
                    <a:pt x="0" y="1031295"/>
                  </a:lnTo>
                  <a:lnTo>
                    <a:pt x="0" y="1015363"/>
                  </a:lnTo>
                  <a:lnTo>
                    <a:pt x="0" y="999430"/>
                  </a:lnTo>
                  <a:lnTo>
                    <a:pt x="0" y="983498"/>
                  </a:lnTo>
                  <a:lnTo>
                    <a:pt x="0" y="967566"/>
                  </a:lnTo>
                  <a:lnTo>
                    <a:pt x="0" y="951633"/>
                  </a:lnTo>
                  <a:lnTo>
                    <a:pt x="0" y="935701"/>
                  </a:lnTo>
                  <a:lnTo>
                    <a:pt x="0" y="919769"/>
                  </a:lnTo>
                  <a:lnTo>
                    <a:pt x="0" y="903837"/>
                  </a:lnTo>
                  <a:lnTo>
                    <a:pt x="0" y="887904"/>
                  </a:lnTo>
                  <a:lnTo>
                    <a:pt x="0" y="871972"/>
                  </a:lnTo>
                  <a:lnTo>
                    <a:pt x="0" y="856040"/>
                  </a:lnTo>
                  <a:lnTo>
                    <a:pt x="0" y="840107"/>
                  </a:lnTo>
                  <a:lnTo>
                    <a:pt x="0" y="824175"/>
                  </a:lnTo>
                  <a:lnTo>
                    <a:pt x="0" y="808243"/>
                  </a:lnTo>
                  <a:lnTo>
                    <a:pt x="0" y="792310"/>
                  </a:lnTo>
                  <a:lnTo>
                    <a:pt x="0" y="776378"/>
                  </a:lnTo>
                  <a:lnTo>
                    <a:pt x="0" y="760446"/>
                  </a:lnTo>
                  <a:lnTo>
                    <a:pt x="0" y="744514"/>
                  </a:lnTo>
                  <a:lnTo>
                    <a:pt x="0" y="728581"/>
                  </a:lnTo>
                  <a:lnTo>
                    <a:pt x="0" y="712649"/>
                  </a:lnTo>
                  <a:lnTo>
                    <a:pt x="0" y="696717"/>
                  </a:lnTo>
                  <a:lnTo>
                    <a:pt x="0" y="680784"/>
                  </a:lnTo>
                  <a:lnTo>
                    <a:pt x="0" y="664852"/>
                  </a:lnTo>
                  <a:lnTo>
                    <a:pt x="0" y="648920"/>
                  </a:lnTo>
                  <a:lnTo>
                    <a:pt x="0" y="632987"/>
                  </a:lnTo>
                  <a:lnTo>
                    <a:pt x="0" y="617055"/>
                  </a:lnTo>
                  <a:lnTo>
                    <a:pt x="0" y="601123"/>
                  </a:lnTo>
                  <a:lnTo>
                    <a:pt x="0" y="585191"/>
                  </a:lnTo>
                  <a:lnTo>
                    <a:pt x="0" y="569258"/>
                  </a:lnTo>
                  <a:lnTo>
                    <a:pt x="0" y="553326"/>
                  </a:lnTo>
                  <a:lnTo>
                    <a:pt x="0" y="537394"/>
                  </a:lnTo>
                  <a:lnTo>
                    <a:pt x="0" y="521461"/>
                  </a:lnTo>
                  <a:lnTo>
                    <a:pt x="0" y="505529"/>
                  </a:lnTo>
                  <a:lnTo>
                    <a:pt x="0" y="489597"/>
                  </a:lnTo>
                  <a:lnTo>
                    <a:pt x="0" y="473665"/>
                  </a:lnTo>
                  <a:lnTo>
                    <a:pt x="0" y="457732"/>
                  </a:lnTo>
                  <a:lnTo>
                    <a:pt x="0" y="441800"/>
                  </a:lnTo>
                  <a:lnTo>
                    <a:pt x="0" y="425868"/>
                  </a:lnTo>
                  <a:lnTo>
                    <a:pt x="0" y="409935"/>
                  </a:lnTo>
                  <a:lnTo>
                    <a:pt x="0" y="394003"/>
                  </a:lnTo>
                  <a:lnTo>
                    <a:pt x="0" y="378071"/>
                  </a:lnTo>
                  <a:lnTo>
                    <a:pt x="0" y="362138"/>
                  </a:lnTo>
                  <a:lnTo>
                    <a:pt x="0" y="346206"/>
                  </a:lnTo>
                  <a:lnTo>
                    <a:pt x="0" y="330274"/>
                  </a:lnTo>
                  <a:lnTo>
                    <a:pt x="0" y="314342"/>
                  </a:lnTo>
                  <a:lnTo>
                    <a:pt x="0" y="298409"/>
                  </a:lnTo>
                  <a:lnTo>
                    <a:pt x="0" y="282477"/>
                  </a:lnTo>
                  <a:lnTo>
                    <a:pt x="0" y="266545"/>
                  </a:lnTo>
                  <a:lnTo>
                    <a:pt x="0" y="250612"/>
                  </a:lnTo>
                  <a:lnTo>
                    <a:pt x="0" y="234680"/>
                  </a:lnTo>
                  <a:lnTo>
                    <a:pt x="0" y="218748"/>
                  </a:lnTo>
                  <a:lnTo>
                    <a:pt x="0" y="202815"/>
                  </a:lnTo>
                  <a:lnTo>
                    <a:pt x="0" y="186883"/>
                  </a:lnTo>
                  <a:lnTo>
                    <a:pt x="0" y="170951"/>
                  </a:lnTo>
                  <a:lnTo>
                    <a:pt x="0" y="155019"/>
                  </a:lnTo>
                  <a:lnTo>
                    <a:pt x="0" y="139086"/>
                  </a:lnTo>
                  <a:lnTo>
                    <a:pt x="0" y="123154"/>
                  </a:lnTo>
                  <a:lnTo>
                    <a:pt x="0" y="107222"/>
                  </a:lnTo>
                  <a:lnTo>
                    <a:pt x="0" y="91289"/>
                  </a:lnTo>
                  <a:lnTo>
                    <a:pt x="0" y="75357"/>
                  </a:lnTo>
                  <a:lnTo>
                    <a:pt x="0" y="59425"/>
                  </a:lnTo>
                  <a:lnTo>
                    <a:pt x="0" y="43493"/>
                  </a:lnTo>
                  <a:lnTo>
                    <a:pt x="0" y="27560"/>
                  </a:lnTo>
                  <a:lnTo>
                    <a:pt x="0" y="11628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9525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59" name="pl4059"/>
            <p:cNvSpPr/>
            <p:nvPr/>
          </p:nvSpPr>
          <p:spPr>
            <a:xfrm>
              <a:off x="2897231" y="1707859"/>
              <a:ext cx="0" cy="1133437"/>
            </a:xfrm>
            <a:custGeom>
              <a:avLst/>
              <a:gdLst/>
              <a:ahLst/>
              <a:cxnLst/>
              <a:rect l="0" t="0" r="0" b="0"/>
              <a:pathLst>
                <a:path h="1133437">
                  <a:moveTo>
                    <a:pt x="0" y="1133437"/>
                  </a:moveTo>
                  <a:lnTo>
                    <a:pt x="0" y="1126889"/>
                  </a:lnTo>
                  <a:lnTo>
                    <a:pt x="0" y="1110956"/>
                  </a:lnTo>
                  <a:lnTo>
                    <a:pt x="0" y="1095024"/>
                  </a:lnTo>
                  <a:lnTo>
                    <a:pt x="0" y="1079092"/>
                  </a:lnTo>
                  <a:lnTo>
                    <a:pt x="0" y="1063160"/>
                  </a:lnTo>
                  <a:lnTo>
                    <a:pt x="0" y="1047227"/>
                  </a:lnTo>
                  <a:lnTo>
                    <a:pt x="0" y="1031295"/>
                  </a:lnTo>
                  <a:lnTo>
                    <a:pt x="0" y="1015363"/>
                  </a:lnTo>
                  <a:lnTo>
                    <a:pt x="0" y="999430"/>
                  </a:lnTo>
                  <a:lnTo>
                    <a:pt x="0" y="983498"/>
                  </a:lnTo>
                  <a:lnTo>
                    <a:pt x="0" y="967566"/>
                  </a:lnTo>
                  <a:lnTo>
                    <a:pt x="0" y="951633"/>
                  </a:lnTo>
                  <a:lnTo>
                    <a:pt x="0" y="935701"/>
                  </a:lnTo>
                  <a:lnTo>
                    <a:pt x="0" y="919769"/>
                  </a:lnTo>
                  <a:lnTo>
                    <a:pt x="0" y="903837"/>
                  </a:lnTo>
                  <a:lnTo>
                    <a:pt x="0" y="887904"/>
                  </a:lnTo>
                  <a:lnTo>
                    <a:pt x="0" y="871972"/>
                  </a:lnTo>
                  <a:lnTo>
                    <a:pt x="0" y="856040"/>
                  </a:lnTo>
                  <a:lnTo>
                    <a:pt x="0" y="840107"/>
                  </a:lnTo>
                  <a:lnTo>
                    <a:pt x="0" y="824175"/>
                  </a:lnTo>
                  <a:lnTo>
                    <a:pt x="0" y="808243"/>
                  </a:lnTo>
                  <a:lnTo>
                    <a:pt x="0" y="792310"/>
                  </a:lnTo>
                  <a:lnTo>
                    <a:pt x="0" y="776378"/>
                  </a:lnTo>
                  <a:lnTo>
                    <a:pt x="0" y="760446"/>
                  </a:lnTo>
                  <a:lnTo>
                    <a:pt x="0" y="744514"/>
                  </a:lnTo>
                  <a:lnTo>
                    <a:pt x="0" y="728581"/>
                  </a:lnTo>
                  <a:lnTo>
                    <a:pt x="0" y="712649"/>
                  </a:lnTo>
                  <a:lnTo>
                    <a:pt x="0" y="696717"/>
                  </a:lnTo>
                  <a:lnTo>
                    <a:pt x="0" y="680784"/>
                  </a:lnTo>
                  <a:lnTo>
                    <a:pt x="0" y="664852"/>
                  </a:lnTo>
                  <a:lnTo>
                    <a:pt x="0" y="648920"/>
                  </a:lnTo>
                  <a:lnTo>
                    <a:pt x="0" y="632987"/>
                  </a:lnTo>
                  <a:lnTo>
                    <a:pt x="0" y="617055"/>
                  </a:lnTo>
                  <a:lnTo>
                    <a:pt x="0" y="601123"/>
                  </a:lnTo>
                  <a:lnTo>
                    <a:pt x="0" y="585191"/>
                  </a:lnTo>
                  <a:lnTo>
                    <a:pt x="0" y="569258"/>
                  </a:lnTo>
                  <a:lnTo>
                    <a:pt x="0" y="553326"/>
                  </a:lnTo>
                  <a:lnTo>
                    <a:pt x="0" y="537394"/>
                  </a:lnTo>
                  <a:lnTo>
                    <a:pt x="0" y="521461"/>
                  </a:lnTo>
                  <a:lnTo>
                    <a:pt x="0" y="505529"/>
                  </a:lnTo>
                  <a:lnTo>
                    <a:pt x="0" y="489597"/>
                  </a:lnTo>
                  <a:lnTo>
                    <a:pt x="0" y="473665"/>
                  </a:lnTo>
                  <a:lnTo>
                    <a:pt x="0" y="457732"/>
                  </a:lnTo>
                  <a:lnTo>
                    <a:pt x="0" y="441800"/>
                  </a:lnTo>
                  <a:lnTo>
                    <a:pt x="0" y="425868"/>
                  </a:lnTo>
                  <a:lnTo>
                    <a:pt x="0" y="409935"/>
                  </a:lnTo>
                  <a:lnTo>
                    <a:pt x="0" y="394003"/>
                  </a:lnTo>
                  <a:lnTo>
                    <a:pt x="0" y="378071"/>
                  </a:lnTo>
                  <a:lnTo>
                    <a:pt x="0" y="362138"/>
                  </a:lnTo>
                  <a:lnTo>
                    <a:pt x="0" y="346206"/>
                  </a:lnTo>
                  <a:lnTo>
                    <a:pt x="0" y="330274"/>
                  </a:lnTo>
                  <a:lnTo>
                    <a:pt x="0" y="314342"/>
                  </a:lnTo>
                  <a:lnTo>
                    <a:pt x="0" y="298409"/>
                  </a:lnTo>
                  <a:lnTo>
                    <a:pt x="0" y="282477"/>
                  </a:lnTo>
                  <a:lnTo>
                    <a:pt x="0" y="266545"/>
                  </a:lnTo>
                  <a:lnTo>
                    <a:pt x="0" y="250612"/>
                  </a:lnTo>
                  <a:lnTo>
                    <a:pt x="0" y="234680"/>
                  </a:lnTo>
                  <a:lnTo>
                    <a:pt x="0" y="218748"/>
                  </a:lnTo>
                  <a:lnTo>
                    <a:pt x="0" y="202815"/>
                  </a:lnTo>
                  <a:lnTo>
                    <a:pt x="0" y="186883"/>
                  </a:lnTo>
                  <a:lnTo>
                    <a:pt x="0" y="170951"/>
                  </a:lnTo>
                  <a:lnTo>
                    <a:pt x="0" y="155019"/>
                  </a:lnTo>
                  <a:lnTo>
                    <a:pt x="0" y="139086"/>
                  </a:lnTo>
                  <a:lnTo>
                    <a:pt x="0" y="123154"/>
                  </a:lnTo>
                  <a:lnTo>
                    <a:pt x="0" y="107222"/>
                  </a:lnTo>
                  <a:lnTo>
                    <a:pt x="0" y="91289"/>
                  </a:lnTo>
                  <a:lnTo>
                    <a:pt x="0" y="75357"/>
                  </a:lnTo>
                  <a:lnTo>
                    <a:pt x="0" y="59425"/>
                  </a:lnTo>
                  <a:lnTo>
                    <a:pt x="0" y="43493"/>
                  </a:lnTo>
                  <a:lnTo>
                    <a:pt x="0" y="27560"/>
                  </a:lnTo>
                  <a:lnTo>
                    <a:pt x="0" y="11628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9525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60" name="pl4060"/>
            <p:cNvSpPr/>
            <p:nvPr/>
          </p:nvSpPr>
          <p:spPr>
            <a:xfrm>
              <a:off x="3104444" y="1707859"/>
              <a:ext cx="0" cy="1133437"/>
            </a:xfrm>
            <a:custGeom>
              <a:avLst/>
              <a:gdLst/>
              <a:ahLst/>
              <a:cxnLst/>
              <a:rect l="0" t="0" r="0" b="0"/>
              <a:pathLst>
                <a:path h="1133437">
                  <a:moveTo>
                    <a:pt x="0" y="1133437"/>
                  </a:moveTo>
                  <a:lnTo>
                    <a:pt x="0" y="1126889"/>
                  </a:lnTo>
                  <a:lnTo>
                    <a:pt x="0" y="1110956"/>
                  </a:lnTo>
                  <a:lnTo>
                    <a:pt x="0" y="1095024"/>
                  </a:lnTo>
                  <a:lnTo>
                    <a:pt x="0" y="1079092"/>
                  </a:lnTo>
                  <a:lnTo>
                    <a:pt x="0" y="1063160"/>
                  </a:lnTo>
                  <a:lnTo>
                    <a:pt x="0" y="1047227"/>
                  </a:lnTo>
                  <a:lnTo>
                    <a:pt x="0" y="1031295"/>
                  </a:lnTo>
                  <a:lnTo>
                    <a:pt x="0" y="1015363"/>
                  </a:lnTo>
                  <a:lnTo>
                    <a:pt x="0" y="999430"/>
                  </a:lnTo>
                  <a:lnTo>
                    <a:pt x="0" y="983498"/>
                  </a:lnTo>
                  <a:lnTo>
                    <a:pt x="0" y="967566"/>
                  </a:lnTo>
                  <a:lnTo>
                    <a:pt x="0" y="951633"/>
                  </a:lnTo>
                  <a:lnTo>
                    <a:pt x="0" y="935701"/>
                  </a:lnTo>
                  <a:lnTo>
                    <a:pt x="0" y="919769"/>
                  </a:lnTo>
                  <a:lnTo>
                    <a:pt x="0" y="903837"/>
                  </a:lnTo>
                  <a:lnTo>
                    <a:pt x="0" y="887904"/>
                  </a:lnTo>
                  <a:lnTo>
                    <a:pt x="0" y="871972"/>
                  </a:lnTo>
                  <a:lnTo>
                    <a:pt x="0" y="856040"/>
                  </a:lnTo>
                  <a:lnTo>
                    <a:pt x="0" y="840107"/>
                  </a:lnTo>
                  <a:lnTo>
                    <a:pt x="0" y="824175"/>
                  </a:lnTo>
                  <a:lnTo>
                    <a:pt x="0" y="808243"/>
                  </a:lnTo>
                  <a:lnTo>
                    <a:pt x="0" y="792310"/>
                  </a:lnTo>
                  <a:lnTo>
                    <a:pt x="0" y="776378"/>
                  </a:lnTo>
                  <a:lnTo>
                    <a:pt x="0" y="760446"/>
                  </a:lnTo>
                  <a:lnTo>
                    <a:pt x="0" y="744514"/>
                  </a:lnTo>
                  <a:lnTo>
                    <a:pt x="0" y="728581"/>
                  </a:lnTo>
                  <a:lnTo>
                    <a:pt x="0" y="712649"/>
                  </a:lnTo>
                  <a:lnTo>
                    <a:pt x="0" y="696717"/>
                  </a:lnTo>
                  <a:lnTo>
                    <a:pt x="0" y="680784"/>
                  </a:lnTo>
                  <a:lnTo>
                    <a:pt x="0" y="664852"/>
                  </a:lnTo>
                  <a:lnTo>
                    <a:pt x="0" y="648920"/>
                  </a:lnTo>
                  <a:lnTo>
                    <a:pt x="0" y="632987"/>
                  </a:lnTo>
                  <a:lnTo>
                    <a:pt x="0" y="617055"/>
                  </a:lnTo>
                  <a:lnTo>
                    <a:pt x="0" y="601123"/>
                  </a:lnTo>
                  <a:lnTo>
                    <a:pt x="0" y="585191"/>
                  </a:lnTo>
                  <a:lnTo>
                    <a:pt x="0" y="569258"/>
                  </a:lnTo>
                  <a:lnTo>
                    <a:pt x="0" y="553326"/>
                  </a:lnTo>
                  <a:lnTo>
                    <a:pt x="0" y="537394"/>
                  </a:lnTo>
                  <a:lnTo>
                    <a:pt x="0" y="521461"/>
                  </a:lnTo>
                  <a:lnTo>
                    <a:pt x="0" y="505529"/>
                  </a:lnTo>
                  <a:lnTo>
                    <a:pt x="0" y="489597"/>
                  </a:lnTo>
                  <a:lnTo>
                    <a:pt x="0" y="473665"/>
                  </a:lnTo>
                  <a:lnTo>
                    <a:pt x="0" y="457732"/>
                  </a:lnTo>
                  <a:lnTo>
                    <a:pt x="0" y="441800"/>
                  </a:lnTo>
                  <a:lnTo>
                    <a:pt x="0" y="425868"/>
                  </a:lnTo>
                  <a:lnTo>
                    <a:pt x="0" y="409935"/>
                  </a:lnTo>
                  <a:lnTo>
                    <a:pt x="0" y="394003"/>
                  </a:lnTo>
                  <a:lnTo>
                    <a:pt x="0" y="378071"/>
                  </a:lnTo>
                  <a:lnTo>
                    <a:pt x="0" y="362138"/>
                  </a:lnTo>
                  <a:lnTo>
                    <a:pt x="0" y="346206"/>
                  </a:lnTo>
                  <a:lnTo>
                    <a:pt x="0" y="330274"/>
                  </a:lnTo>
                  <a:lnTo>
                    <a:pt x="0" y="314342"/>
                  </a:lnTo>
                  <a:lnTo>
                    <a:pt x="0" y="298409"/>
                  </a:lnTo>
                  <a:lnTo>
                    <a:pt x="0" y="282477"/>
                  </a:lnTo>
                  <a:lnTo>
                    <a:pt x="0" y="266545"/>
                  </a:lnTo>
                  <a:lnTo>
                    <a:pt x="0" y="250612"/>
                  </a:lnTo>
                  <a:lnTo>
                    <a:pt x="0" y="234680"/>
                  </a:lnTo>
                  <a:lnTo>
                    <a:pt x="0" y="218748"/>
                  </a:lnTo>
                  <a:lnTo>
                    <a:pt x="0" y="202815"/>
                  </a:lnTo>
                  <a:lnTo>
                    <a:pt x="0" y="186883"/>
                  </a:lnTo>
                  <a:lnTo>
                    <a:pt x="0" y="170951"/>
                  </a:lnTo>
                  <a:lnTo>
                    <a:pt x="0" y="155019"/>
                  </a:lnTo>
                  <a:lnTo>
                    <a:pt x="0" y="139086"/>
                  </a:lnTo>
                  <a:lnTo>
                    <a:pt x="0" y="123154"/>
                  </a:lnTo>
                  <a:lnTo>
                    <a:pt x="0" y="107222"/>
                  </a:lnTo>
                  <a:lnTo>
                    <a:pt x="0" y="91289"/>
                  </a:lnTo>
                  <a:lnTo>
                    <a:pt x="0" y="75357"/>
                  </a:lnTo>
                  <a:lnTo>
                    <a:pt x="0" y="59425"/>
                  </a:lnTo>
                  <a:lnTo>
                    <a:pt x="0" y="43493"/>
                  </a:lnTo>
                  <a:lnTo>
                    <a:pt x="0" y="27560"/>
                  </a:lnTo>
                  <a:lnTo>
                    <a:pt x="0" y="11628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9525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61" name="pl4061"/>
            <p:cNvSpPr/>
            <p:nvPr/>
          </p:nvSpPr>
          <p:spPr>
            <a:xfrm>
              <a:off x="2045346" y="2794917"/>
              <a:ext cx="1161025" cy="0"/>
            </a:xfrm>
            <a:custGeom>
              <a:avLst/>
              <a:gdLst/>
              <a:ahLst/>
              <a:cxnLst/>
              <a:rect l="0" t="0" r="0" b="0"/>
              <a:pathLst>
                <a:path w="1161025">
                  <a:moveTo>
                    <a:pt x="0" y="0"/>
                  </a:moveTo>
                  <a:lnTo>
                    <a:pt x="6289" y="0"/>
                  </a:lnTo>
                  <a:lnTo>
                    <a:pt x="20940" y="0"/>
                  </a:lnTo>
                  <a:lnTo>
                    <a:pt x="35592" y="0"/>
                  </a:lnTo>
                  <a:lnTo>
                    <a:pt x="50243" y="0"/>
                  </a:lnTo>
                  <a:lnTo>
                    <a:pt x="64895" y="0"/>
                  </a:lnTo>
                  <a:lnTo>
                    <a:pt x="79546" y="0"/>
                  </a:lnTo>
                  <a:lnTo>
                    <a:pt x="94197" y="0"/>
                  </a:lnTo>
                  <a:lnTo>
                    <a:pt x="108849" y="0"/>
                  </a:lnTo>
                  <a:lnTo>
                    <a:pt x="123500" y="0"/>
                  </a:lnTo>
                  <a:lnTo>
                    <a:pt x="138152" y="0"/>
                  </a:lnTo>
                  <a:lnTo>
                    <a:pt x="152803" y="0"/>
                  </a:lnTo>
                  <a:lnTo>
                    <a:pt x="167454" y="0"/>
                  </a:lnTo>
                  <a:lnTo>
                    <a:pt x="182106" y="0"/>
                  </a:lnTo>
                  <a:lnTo>
                    <a:pt x="196757" y="0"/>
                  </a:lnTo>
                  <a:lnTo>
                    <a:pt x="211409" y="0"/>
                  </a:lnTo>
                  <a:lnTo>
                    <a:pt x="226060" y="0"/>
                  </a:lnTo>
                  <a:lnTo>
                    <a:pt x="240712" y="0"/>
                  </a:lnTo>
                  <a:lnTo>
                    <a:pt x="255363" y="0"/>
                  </a:lnTo>
                  <a:lnTo>
                    <a:pt x="270014" y="0"/>
                  </a:lnTo>
                  <a:lnTo>
                    <a:pt x="284666" y="0"/>
                  </a:lnTo>
                  <a:lnTo>
                    <a:pt x="299317" y="0"/>
                  </a:lnTo>
                  <a:lnTo>
                    <a:pt x="313969" y="0"/>
                  </a:lnTo>
                  <a:lnTo>
                    <a:pt x="328620" y="0"/>
                  </a:lnTo>
                  <a:lnTo>
                    <a:pt x="343271" y="0"/>
                  </a:lnTo>
                  <a:lnTo>
                    <a:pt x="357923" y="0"/>
                  </a:lnTo>
                  <a:lnTo>
                    <a:pt x="372574" y="0"/>
                  </a:lnTo>
                  <a:lnTo>
                    <a:pt x="387226" y="0"/>
                  </a:lnTo>
                  <a:lnTo>
                    <a:pt x="401877" y="0"/>
                  </a:lnTo>
                  <a:lnTo>
                    <a:pt x="416528" y="0"/>
                  </a:lnTo>
                  <a:lnTo>
                    <a:pt x="431180" y="0"/>
                  </a:lnTo>
                  <a:lnTo>
                    <a:pt x="445831" y="0"/>
                  </a:lnTo>
                  <a:lnTo>
                    <a:pt x="460483" y="0"/>
                  </a:lnTo>
                  <a:lnTo>
                    <a:pt x="475134" y="0"/>
                  </a:lnTo>
                  <a:lnTo>
                    <a:pt x="489786" y="0"/>
                  </a:lnTo>
                  <a:lnTo>
                    <a:pt x="504437" y="0"/>
                  </a:lnTo>
                  <a:lnTo>
                    <a:pt x="519088" y="0"/>
                  </a:lnTo>
                  <a:lnTo>
                    <a:pt x="533740" y="0"/>
                  </a:lnTo>
                  <a:lnTo>
                    <a:pt x="548391" y="0"/>
                  </a:lnTo>
                  <a:lnTo>
                    <a:pt x="563043" y="0"/>
                  </a:lnTo>
                  <a:lnTo>
                    <a:pt x="577694" y="0"/>
                  </a:lnTo>
                  <a:lnTo>
                    <a:pt x="592345" y="0"/>
                  </a:lnTo>
                  <a:lnTo>
                    <a:pt x="606997" y="0"/>
                  </a:lnTo>
                  <a:lnTo>
                    <a:pt x="621648" y="0"/>
                  </a:lnTo>
                  <a:lnTo>
                    <a:pt x="636300" y="0"/>
                  </a:lnTo>
                  <a:lnTo>
                    <a:pt x="650951" y="0"/>
                  </a:lnTo>
                  <a:lnTo>
                    <a:pt x="665602" y="0"/>
                  </a:lnTo>
                  <a:lnTo>
                    <a:pt x="680254" y="0"/>
                  </a:lnTo>
                  <a:lnTo>
                    <a:pt x="694905" y="0"/>
                  </a:lnTo>
                  <a:lnTo>
                    <a:pt x="709557" y="0"/>
                  </a:lnTo>
                  <a:lnTo>
                    <a:pt x="724208" y="0"/>
                  </a:lnTo>
                  <a:lnTo>
                    <a:pt x="738860" y="0"/>
                  </a:lnTo>
                  <a:lnTo>
                    <a:pt x="753511" y="0"/>
                  </a:lnTo>
                  <a:lnTo>
                    <a:pt x="768162" y="0"/>
                  </a:lnTo>
                  <a:lnTo>
                    <a:pt x="782814" y="0"/>
                  </a:lnTo>
                  <a:lnTo>
                    <a:pt x="797465" y="0"/>
                  </a:lnTo>
                  <a:lnTo>
                    <a:pt x="812117" y="0"/>
                  </a:lnTo>
                  <a:lnTo>
                    <a:pt x="826768" y="0"/>
                  </a:lnTo>
                  <a:lnTo>
                    <a:pt x="841419" y="0"/>
                  </a:lnTo>
                  <a:lnTo>
                    <a:pt x="856071" y="0"/>
                  </a:lnTo>
                  <a:lnTo>
                    <a:pt x="870722" y="0"/>
                  </a:lnTo>
                  <a:lnTo>
                    <a:pt x="885374" y="0"/>
                  </a:lnTo>
                  <a:lnTo>
                    <a:pt x="900025" y="0"/>
                  </a:lnTo>
                  <a:lnTo>
                    <a:pt x="914677" y="0"/>
                  </a:lnTo>
                  <a:lnTo>
                    <a:pt x="929328" y="0"/>
                  </a:lnTo>
                  <a:lnTo>
                    <a:pt x="943979" y="0"/>
                  </a:lnTo>
                  <a:lnTo>
                    <a:pt x="958631" y="0"/>
                  </a:lnTo>
                  <a:lnTo>
                    <a:pt x="973282" y="0"/>
                  </a:lnTo>
                  <a:lnTo>
                    <a:pt x="987934" y="0"/>
                  </a:lnTo>
                  <a:lnTo>
                    <a:pt x="1002585" y="0"/>
                  </a:lnTo>
                  <a:lnTo>
                    <a:pt x="1017236" y="0"/>
                  </a:lnTo>
                  <a:lnTo>
                    <a:pt x="1031888" y="0"/>
                  </a:lnTo>
                  <a:lnTo>
                    <a:pt x="1046539" y="0"/>
                  </a:lnTo>
                  <a:lnTo>
                    <a:pt x="1061191" y="0"/>
                  </a:lnTo>
                  <a:lnTo>
                    <a:pt x="1075842" y="0"/>
                  </a:lnTo>
                  <a:lnTo>
                    <a:pt x="1090493" y="0"/>
                  </a:lnTo>
                  <a:lnTo>
                    <a:pt x="1105145" y="0"/>
                  </a:lnTo>
                  <a:lnTo>
                    <a:pt x="1119796" y="0"/>
                  </a:lnTo>
                  <a:lnTo>
                    <a:pt x="1134448" y="0"/>
                  </a:lnTo>
                  <a:lnTo>
                    <a:pt x="1149099" y="0"/>
                  </a:lnTo>
                  <a:lnTo>
                    <a:pt x="1161025" y="0"/>
                  </a:lnTo>
                  <a:lnTo>
                    <a:pt x="1161025" y="0"/>
                  </a:lnTo>
                </a:path>
              </a:pathLst>
            </a:custGeom>
            <a:ln w="9525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62" name="pl4062"/>
            <p:cNvSpPr/>
            <p:nvPr/>
          </p:nvSpPr>
          <p:spPr>
            <a:xfrm>
              <a:off x="2045346" y="2532034"/>
              <a:ext cx="1161025" cy="0"/>
            </a:xfrm>
            <a:custGeom>
              <a:avLst/>
              <a:gdLst/>
              <a:ahLst/>
              <a:cxnLst/>
              <a:rect l="0" t="0" r="0" b="0"/>
              <a:pathLst>
                <a:path w="1161025">
                  <a:moveTo>
                    <a:pt x="0" y="0"/>
                  </a:moveTo>
                  <a:lnTo>
                    <a:pt x="6289" y="0"/>
                  </a:lnTo>
                  <a:lnTo>
                    <a:pt x="20940" y="0"/>
                  </a:lnTo>
                  <a:lnTo>
                    <a:pt x="35592" y="0"/>
                  </a:lnTo>
                  <a:lnTo>
                    <a:pt x="50243" y="0"/>
                  </a:lnTo>
                  <a:lnTo>
                    <a:pt x="64895" y="0"/>
                  </a:lnTo>
                  <a:lnTo>
                    <a:pt x="79546" y="0"/>
                  </a:lnTo>
                  <a:lnTo>
                    <a:pt x="94197" y="0"/>
                  </a:lnTo>
                  <a:lnTo>
                    <a:pt x="108849" y="0"/>
                  </a:lnTo>
                  <a:lnTo>
                    <a:pt x="123500" y="0"/>
                  </a:lnTo>
                  <a:lnTo>
                    <a:pt x="138152" y="0"/>
                  </a:lnTo>
                  <a:lnTo>
                    <a:pt x="152803" y="0"/>
                  </a:lnTo>
                  <a:lnTo>
                    <a:pt x="167454" y="0"/>
                  </a:lnTo>
                  <a:lnTo>
                    <a:pt x="182106" y="0"/>
                  </a:lnTo>
                  <a:lnTo>
                    <a:pt x="196757" y="0"/>
                  </a:lnTo>
                  <a:lnTo>
                    <a:pt x="211409" y="0"/>
                  </a:lnTo>
                  <a:lnTo>
                    <a:pt x="226060" y="0"/>
                  </a:lnTo>
                  <a:lnTo>
                    <a:pt x="240712" y="0"/>
                  </a:lnTo>
                  <a:lnTo>
                    <a:pt x="255363" y="0"/>
                  </a:lnTo>
                  <a:lnTo>
                    <a:pt x="270014" y="0"/>
                  </a:lnTo>
                  <a:lnTo>
                    <a:pt x="284666" y="0"/>
                  </a:lnTo>
                  <a:lnTo>
                    <a:pt x="299317" y="0"/>
                  </a:lnTo>
                  <a:lnTo>
                    <a:pt x="313969" y="0"/>
                  </a:lnTo>
                  <a:lnTo>
                    <a:pt x="328620" y="0"/>
                  </a:lnTo>
                  <a:lnTo>
                    <a:pt x="343271" y="0"/>
                  </a:lnTo>
                  <a:lnTo>
                    <a:pt x="357923" y="0"/>
                  </a:lnTo>
                  <a:lnTo>
                    <a:pt x="372574" y="0"/>
                  </a:lnTo>
                  <a:lnTo>
                    <a:pt x="387226" y="0"/>
                  </a:lnTo>
                  <a:lnTo>
                    <a:pt x="401877" y="0"/>
                  </a:lnTo>
                  <a:lnTo>
                    <a:pt x="416528" y="0"/>
                  </a:lnTo>
                  <a:lnTo>
                    <a:pt x="431180" y="0"/>
                  </a:lnTo>
                  <a:lnTo>
                    <a:pt x="445831" y="0"/>
                  </a:lnTo>
                  <a:lnTo>
                    <a:pt x="460483" y="0"/>
                  </a:lnTo>
                  <a:lnTo>
                    <a:pt x="475134" y="0"/>
                  </a:lnTo>
                  <a:lnTo>
                    <a:pt x="489786" y="0"/>
                  </a:lnTo>
                  <a:lnTo>
                    <a:pt x="504437" y="0"/>
                  </a:lnTo>
                  <a:lnTo>
                    <a:pt x="519088" y="0"/>
                  </a:lnTo>
                  <a:lnTo>
                    <a:pt x="533740" y="0"/>
                  </a:lnTo>
                  <a:lnTo>
                    <a:pt x="548391" y="0"/>
                  </a:lnTo>
                  <a:lnTo>
                    <a:pt x="563043" y="0"/>
                  </a:lnTo>
                  <a:lnTo>
                    <a:pt x="577694" y="0"/>
                  </a:lnTo>
                  <a:lnTo>
                    <a:pt x="592345" y="0"/>
                  </a:lnTo>
                  <a:lnTo>
                    <a:pt x="606997" y="0"/>
                  </a:lnTo>
                  <a:lnTo>
                    <a:pt x="621648" y="0"/>
                  </a:lnTo>
                  <a:lnTo>
                    <a:pt x="636300" y="0"/>
                  </a:lnTo>
                  <a:lnTo>
                    <a:pt x="650951" y="0"/>
                  </a:lnTo>
                  <a:lnTo>
                    <a:pt x="665602" y="0"/>
                  </a:lnTo>
                  <a:lnTo>
                    <a:pt x="680254" y="0"/>
                  </a:lnTo>
                  <a:lnTo>
                    <a:pt x="694905" y="0"/>
                  </a:lnTo>
                  <a:lnTo>
                    <a:pt x="709557" y="0"/>
                  </a:lnTo>
                  <a:lnTo>
                    <a:pt x="724208" y="0"/>
                  </a:lnTo>
                  <a:lnTo>
                    <a:pt x="738860" y="0"/>
                  </a:lnTo>
                  <a:lnTo>
                    <a:pt x="753511" y="0"/>
                  </a:lnTo>
                  <a:lnTo>
                    <a:pt x="768162" y="0"/>
                  </a:lnTo>
                  <a:lnTo>
                    <a:pt x="782814" y="0"/>
                  </a:lnTo>
                  <a:lnTo>
                    <a:pt x="797465" y="0"/>
                  </a:lnTo>
                  <a:lnTo>
                    <a:pt x="812117" y="0"/>
                  </a:lnTo>
                  <a:lnTo>
                    <a:pt x="826768" y="0"/>
                  </a:lnTo>
                  <a:lnTo>
                    <a:pt x="841419" y="0"/>
                  </a:lnTo>
                  <a:lnTo>
                    <a:pt x="856071" y="0"/>
                  </a:lnTo>
                  <a:lnTo>
                    <a:pt x="870722" y="0"/>
                  </a:lnTo>
                  <a:lnTo>
                    <a:pt x="885374" y="0"/>
                  </a:lnTo>
                  <a:lnTo>
                    <a:pt x="900025" y="0"/>
                  </a:lnTo>
                  <a:lnTo>
                    <a:pt x="914677" y="0"/>
                  </a:lnTo>
                  <a:lnTo>
                    <a:pt x="929328" y="0"/>
                  </a:lnTo>
                  <a:lnTo>
                    <a:pt x="943979" y="0"/>
                  </a:lnTo>
                  <a:lnTo>
                    <a:pt x="958631" y="0"/>
                  </a:lnTo>
                  <a:lnTo>
                    <a:pt x="973282" y="0"/>
                  </a:lnTo>
                  <a:lnTo>
                    <a:pt x="987934" y="0"/>
                  </a:lnTo>
                  <a:lnTo>
                    <a:pt x="1002585" y="0"/>
                  </a:lnTo>
                  <a:lnTo>
                    <a:pt x="1017236" y="0"/>
                  </a:lnTo>
                  <a:lnTo>
                    <a:pt x="1031888" y="0"/>
                  </a:lnTo>
                  <a:lnTo>
                    <a:pt x="1046539" y="0"/>
                  </a:lnTo>
                  <a:lnTo>
                    <a:pt x="1061191" y="0"/>
                  </a:lnTo>
                  <a:lnTo>
                    <a:pt x="1075842" y="0"/>
                  </a:lnTo>
                  <a:lnTo>
                    <a:pt x="1090493" y="0"/>
                  </a:lnTo>
                  <a:lnTo>
                    <a:pt x="1105145" y="0"/>
                  </a:lnTo>
                  <a:lnTo>
                    <a:pt x="1119796" y="0"/>
                  </a:lnTo>
                  <a:lnTo>
                    <a:pt x="1134448" y="0"/>
                  </a:lnTo>
                  <a:lnTo>
                    <a:pt x="1149099" y="0"/>
                  </a:lnTo>
                  <a:lnTo>
                    <a:pt x="1161025" y="0"/>
                  </a:lnTo>
                  <a:lnTo>
                    <a:pt x="1161025" y="0"/>
                  </a:lnTo>
                </a:path>
              </a:pathLst>
            </a:custGeom>
            <a:ln w="9525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63" name="pl4063"/>
            <p:cNvSpPr/>
            <p:nvPr/>
          </p:nvSpPr>
          <p:spPr>
            <a:xfrm>
              <a:off x="2045346" y="2269151"/>
              <a:ext cx="1161025" cy="0"/>
            </a:xfrm>
            <a:custGeom>
              <a:avLst/>
              <a:gdLst/>
              <a:ahLst/>
              <a:cxnLst/>
              <a:rect l="0" t="0" r="0" b="0"/>
              <a:pathLst>
                <a:path w="1161025">
                  <a:moveTo>
                    <a:pt x="0" y="0"/>
                  </a:moveTo>
                  <a:lnTo>
                    <a:pt x="6289" y="0"/>
                  </a:lnTo>
                  <a:lnTo>
                    <a:pt x="20940" y="0"/>
                  </a:lnTo>
                  <a:lnTo>
                    <a:pt x="35592" y="0"/>
                  </a:lnTo>
                  <a:lnTo>
                    <a:pt x="50243" y="0"/>
                  </a:lnTo>
                  <a:lnTo>
                    <a:pt x="64895" y="0"/>
                  </a:lnTo>
                  <a:lnTo>
                    <a:pt x="79546" y="0"/>
                  </a:lnTo>
                  <a:lnTo>
                    <a:pt x="94197" y="0"/>
                  </a:lnTo>
                  <a:lnTo>
                    <a:pt x="108849" y="0"/>
                  </a:lnTo>
                  <a:lnTo>
                    <a:pt x="123500" y="0"/>
                  </a:lnTo>
                  <a:lnTo>
                    <a:pt x="138152" y="0"/>
                  </a:lnTo>
                  <a:lnTo>
                    <a:pt x="152803" y="0"/>
                  </a:lnTo>
                  <a:lnTo>
                    <a:pt x="167454" y="0"/>
                  </a:lnTo>
                  <a:lnTo>
                    <a:pt x="182106" y="0"/>
                  </a:lnTo>
                  <a:lnTo>
                    <a:pt x="196757" y="0"/>
                  </a:lnTo>
                  <a:lnTo>
                    <a:pt x="211409" y="0"/>
                  </a:lnTo>
                  <a:lnTo>
                    <a:pt x="226060" y="0"/>
                  </a:lnTo>
                  <a:lnTo>
                    <a:pt x="240712" y="0"/>
                  </a:lnTo>
                  <a:lnTo>
                    <a:pt x="255363" y="0"/>
                  </a:lnTo>
                  <a:lnTo>
                    <a:pt x="270014" y="0"/>
                  </a:lnTo>
                  <a:lnTo>
                    <a:pt x="284666" y="0"/>
                  </a:lnTo>
                  <a:lnTo>
                    <a:pt x="299317" y="0"/>
                  </a:lnTo>
                  <a:lnTo>
                    <a:pt x="313969" y="0"/>
                  </a:lnTo>
                  <a:lnTo>
                    <a:pt x="328620" y="0"/>
                  </a:lnTo>
                  <a:lnTo>
                    <a:pt x="343271" y="0"/>
                  </a:lnTo>
                  <a:lnTo>
                    <a:pt x="357923" y="0"/>
                  </a:lnTo>
                  <a:lnTo>
                    <a:pt x="372574" y="0"/>
                  </a:lnTo>
                  <a:lnTo>
                    <a:pt x="387226" y="0"/>
                  </a:lnTo>
                  <a:lnTo>
                    <a:pt x="401877" y="0"/>
                  </a:lnTo>
                  <a:lnTo>
                    <a:pt x="416528" y="0"/>
                  </a:lnTo>
                  <a:lnTo>
                    <a:pt x="431180" y="0"/>
                  </a:lnTo>
                  <a:lnTo>
                    <a:pt x="445831" y="0"/>
                  </a:lnTo>
                  <a:lnTo>
                    <a:pt x="460483" y="0"/>
                  </a:lnTo>
                  <a:lnTo>
                    <a:pt x="475134" y="0"/>
                  </a:lnTo>
                  <a:lnTo>
                    <a:pt x="489786" y="0"/>
                  </a:lnTo>
                  <a:lnTo>
                    <a:pt x="504437" y="0"/>
                  </a:lnTo>
                  <a:lnTo>
                    <a:pt x="519088" y="0"/>
                  </a:lnTo>
                  <a:lnTo>
                    <a:pt x="533740" y="0"/>
                  </a:lnTo>
                  <a:lnTo>
                    <a:pt x="548391" y="0"/>
                  </a:lnTo>
                  <a:lnTo>
                    <a:pt x="563043" y="0"/>
                  </a:lnTo>
                  <a:lnTo>
                    <a:pt x="577694" y="0"/>
                  </a:lnTo>
                  <a:lnTo>
                    <a:pt x="592345" y="0"/>
                  </a:lnTo>
                  <a:lnTo>
                    <a:pt x="606997" y="0"/>
                  </a:lnTo>
                  <a:lnTo>
                    <a:pt x="621648" y="0"/>
                  </a:lnTo>
                  <a:lnTo>
                    <a:pt x="636300" y="0"/>
                  </a:lnTo>
                  <a:lnTo>
                    <a:pt x="650951" y="0"/>
                  </a:lnTo>
                  <a:lnTo>
                    <a:pt x="665602" y="0"/>
                  </a:lnTo>
                  <a:lnTo>
                    <a:pt x="680254" y="0"/>
                  </a:lnTo>
                  <a:lnTo>
                    <a:pt x="694905" y="0"/>
                  </a:lnTo>
                  <a:lnTo>
                    <a:pt x="709557" y="0"/>
                  </a:lnTo>
                  <a:lnTo>
                    <a:pt x="724208" y="0"/>
                  </a:lnTo>
                  <a:lnTo>
                    <a:pt x="738860" y="0"/>
                  </a:lnTo>
                  <a:lnTo>
                    <a:pt x="753511" y="0"/>
                  </a:lnTo>
                  <a:lnTo>
                    <a:pt x="768162" y="0"/>
                  </a:lnTo>
                  <a:lnTo>
                    <a:pt x="782814" y="0"/>
                  </a:lnTo>
                  <a:lnTo>
                    <a:pt x="797465" y="0"/>
                  </a:lnTo>
                  <a:lnTo>
                    <a:pt x="812117" y="0"/>
                  </a:lnTo>
                  <a:lnTo>
                    <a:pt x="826768" y="0"/>
                  </a:lnTo>
                  <a:lnTo>
                    <a:pt x="841419" y="0"/>
                  </a:lnTo>
                  <a:lnTo>
                    <a:pt x="856071" y="0"/>
                  </a:lnTo>
                  <a:lnTo>
                    <a:pt x="870722" y="0"/>
                  </a:lnTo>
                  <a:lnTo>
                    <a:pt x="885374" y="0"/>
                  </a:lnTo>
                  <a:lnTo>
                    <a:pt x="900025" y="0"/>
                  </a:lnTo>
                  <a:lnTo>
                    <a:pt x="914677" y="0"/>
                  </a:lnTo>
                  <a:lnTo>
                    <a:pt x="929328" y="0"/>
                  </a:lnTo>
                  <a:lnTo>
                    <a:pt x="943979" y="0"/>
                  </a:lnTo>
                  <a:lnTo>
                    <a:pt x="958631" y="0"/>
                  </a:lnTo>
                  <a:lnTo>
                    <a:pt x="973282" y="0"/>
                  </a:lnTo>
                  <a:lnTo>
                    <a:pt x="987934" y="0"/>
                  </a:lnTo>
                  <a:lnTo>
                    <a:pt x="1002585" y="0"/>
                  </a:lnTo>
                  <a:lnTo>
                    <a:pt x="1017236" y="0"/>
                  </a:lnTo>
                  <a:lnTo>
                    <a:pt x="1031888" y="0"/>
                  </a:lnTo>
                  <a:lnTo>
                    <a:pt x="1046539" y="0"/>
                  </a:lnTo>
                  <a:lnTo>
                    <a:pt x="1061191" y="0"/>
                  </a:lnTo>
                  <a:lnTo>
                    <a:pt x="1075842" y="0"/>
                  </a:lnTo>
                  <a:lnTo>
                    <a:pt x="1090493" y="0"/>
                  </a:lnTo>
                  <a:lnTo>
                    <a:pt x="1105145" y="0"/>
                  </a:lnTo>
                  <a:lnTo>
                    <a:pt x="1119796" y="0"/>
                  </a:lnTo>
                  <a:lnTo>
                    <a:pt x="1134448" y="0"/>
                  </a:lnTo>
                  <a:lnTo>
                    <a:pt x="1149099" y="0"/>
                  </a:lnTo>
                  <a:lnTo>
                    <a:pt x="1161025" y="0"/>
                  </a:lnTo>
                  <a:lnTo>
                    <a:pt x="1161025" y="0"/>
                  </a:lnTo>
                </a:path>
              </a:pathLst>
            </a:custGeom>
            <a:ln w="9525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64" name="pl4064"/>
            <p:cNvSpPr/>
            <p:nvPr/>
          </p:nvSpPr>
          <p:spPr>
            <a:xfrm>
              <a:off x="2045346" y="2006268"/>
              <a:ext cx="1161025" cy="0"/>
            </a:xfrm>
            <a:custGeom>
              <a:avLst/>
              <a:gdLst/>
              <a:ahLst/>
              <a:cxnLst/>
              <a:rect l="0" t="0" r="0" b="0"/>
              <a:pathLst>
                <a:path w="1161025">
                  <a:moveTo>
                    <a:pt x="0" y="0"/>
                  </a:moveTo>
                  <a:lnTo>
                    <a:pt x="6289" y="0"/>
                  </a:lnTo>
                  <a:lnTo>
                    <a:pt x="20940" y="0"/>
                  </a:lnTo>
                  <a:lnTo>
                    <a:pt x="35592" y="0"/>
                  </a:lnTo>
                  <a:lnTo>
                    <a:pt x="50243" y="0"/>
                  </a:lnTo>
                  <a:lnTo>
                    <a:pt x="64895" y="0"/>
                  </a:lnTo>
                  <a:lnTo>
                    <a:pt x="79546" y="0"/>
                  </a:lnTo>
                  <a:lnTo>
                    <a:pt x="94197" y="0"/>
                  </a:lnTo>
                  <a:lnTo>
                    <a:pt x="108849" y="0"/>
                  </a:lnTo>
                  <a:lnTo>
                    <a:pt x="123500" y="0"/>
                  </a:lnTo>
                  <a:lnTo>
                    <a:pt x="138152" y="0"/>
                  </a:lnTo>
                  <a:lnTo>
                    <a:pt x="152803" y="0"/>
                  </a:lnTo>
                  <a:lnTo>
                    <a:pt x="167454" y="0"/>
                  </a:lnTo>
                  <a:lnTo>
                    <a:pt x="182106" y="0"/>
                  </a:lnTo>
                  <a:lnTo>
                    <a:pt x="196757" y="0"/>
                  </a:lnTo>
                  <a:lnTo>
                    <a:pt x="211409" y="0"/>
                  </a:lnTo>
                  <a:lnTo>
                    <a:pt x="226060" y="0"/>
                  </a:lnTo>
                  <a:lnTo>
                    <a:pt x="240712" y="0"/>
                  </a:lnTo>
                  <a:lnTo>
                    <a:pt x="255363" y="0"/>
                  </a:lnTo>
                  <a:lnTo>
                    <a:pt x="270014" y="0"/>
                  </a:lnTo>
                  <a:lnTo>
                    <a:pt x="284666" y="0"/>
                  </a:lnTo>
                  <a:lnTo>
                    <a:pt x="299317" y="0"/>
                  </a:lnTo>
                  <a:lnTo>
                    <a:pt x="313969" y="0"/>
                  </a:lnTo>
                  <a:lnTo>
                    <a:pt x="328620" y="0"/>
                  </a:lnTo>
                  <a:lnTo>
                    <a:pt x="343271" y="0"/>
                  </a:lnTo>
                  <a:lnTo>
                    <a:pt x="357923" y="0"/>
                  </a:lnTo>
                  <a:lnTo>
                    <a:pt x="372574" y="0"/>
                  </a:lnTo>
                  <a:lnTo>
                    <a:pt x="387226" y="0"/>
                  </a:lnTo>
                  <a:lnTo>
                    <a:pt x="401877" y="0"/>
                  </a:lnTo>
                  <a:lnTo>
                    <a:pt x="416528" y="0"/>
                  </a:lnTo>
                  <a:lnTo>
                    <a:pt x="431180" y="0"/>
                  </a:lnTo>
                  <a:lnTo>
                    <a:pt x="445831" y="0"/>
                  </a:lnTo>
                  <a:lnTo>
                    <a:pt x="460483" y="0"/>
                  </a:lnTo>
                  <a:lnTo>
                    <a:pt x="475134" y="0"/>
                  </a:lnTo>
                  <a:lnTo>
                    <a:pt x="489786" y="0"/>
                  </a:lnTo>
                  <a:lnTo>
                    <a:pt x="504437" y="0"/>
                  </a:lnTo>
                  <a:lnTo>
                    <a:pt x="519088" y="0"/>
                  </a:lnTo>
                  <a:lnTo>
                    <a:pt x="533740" y="0"/>
                  </a:lnTo>
                  <a:lnTo>
                    <a:pt x="548391" y="0"/>
                  </a:lnTo>
                  <a:lnTo>
                    <a:pt x="563043" y="0"/>
                  </a:lnTo>
                  <a:lnTo>
                    <a:pt x="577694" y="0"/>
                  </a:lnTo>
                  <a:lnTo>
                    <a:pt x="592345" y="0"/>
                  </a:lnTo>
                  <a:lnTo>
                    <a:pt x="606997" y="0"/>
                  </a:lnTo>
                  <a:lnTo>
                    <a:pt x="621648" y="0"/>
                  </a:lnTo>
                  <a:lnTo>
                    <a:pt x="636300" y="0"/>
                  </a:lnTo>
                  <a:lnTo>
                    <a:pt x="650951" y="0"/>
                  </a:lnTo>
                  <a:lnTo>
                    <a:pt x="665602" y="0"/>
                  </a:lnTo>
                  <a:lnTo>
                    <a:pt x="680254" y="0"/>
                  </a:lnTo>
                  <a:lnTo>
                    <a:pt x="694905" y="0"/>
                  </a:lnTo>
                  <a:lnTo>
                    <a:pt x="709557" y="0"/>
                  </a:lnTo>
                  <a:lnTo>
                    <a:pt x="724208" y="0"/>
                  </a:lnTo>
                  <a:lnTo>
                    <a:pt x="738860" y="0"/>
                  </a:lnTo>
                  <a:lnTo>
                    <a:pt x="753511" y="0"/>
                  </a:lnTo>
                  <a:lnTo>
                    <a:pt x="768162" y="0"/>
                  </a:lnTo>
                  <a:lnTo>
                    <a:pt x="782814" y="0"/>
                  </a:lnTo>
                  <a:lnTo>
                    <a:pt x="797465" y="0"/>
                  </a:lnTo>
                  <a:lnTo>
                    <a:pt x="812117" y="0"/>
                  </a:lnTo>
                  <a:lnTo>
                    <a:pt x="826768" y="0"/>
                  </a:lnTo>
                  <a:lnTo>
                    <a:pt x="841419" y="0"/>
                  </a:lnTo>
                  <a:lnTo>
                    <a:pt x="856071" y="0"/>
                  </a:lnTo>
                  <a:lnTo>
                    <a:pt x="870722" y="0"/>
                  </a:lnTo>
                  <a:lnTo>
                    <a:pt x="885374" y="0"/>
                  </a:lnTo>
                  <a:lnTo>
                    <a:pt x="900025" y="0"/>
                  </a:lnTo>
                  <a:lnTo>
                    <a:pt x="914677" y="0"/>
                  </a:lnTo>
                  <a:lnTo>
                    <a:pt x="929328" y="0"/>
                  </a:lnTo>
                  <a:lnTo>
                    <a:pt x="943979" y="0"/>
                  </a:lnTo>
                  <a:lnTo>
                    <a:pt x="958631" y="0"/>
                  </a:lnTo>
                  <a:lnTo>
                    <a:pt x="973282" y="0"/>
                  </a:lnTo>
                  <a:lnTo>
                    <a:pt x="987934" y="0"/>
                  </a:lnTo>
                  <a:lnTo>
                    <a:pt x="1002585" y="0"/>
                  </a:lnTo>
                  <a:lnTo>
                    <a:pt x="1017236" y="0"/>
                  </a:lnTo>
                  <a:lnTo>
                    <a:pt x="1031888" y="0"/>
                  </a:lnTo>
                  <a:lnTo>
                    <a:pt x="1046539" y="0"/>
                  </a:lnTo>
                  <a:lnTo>
                    <a:pt x="1061191" y="0"/>
                  </a:lnTo>
                  <a:lnTo>
                    <a:pt x="1075842" y="0"/>
                  </a:lnTo>
                  <a:lnTo>
                    <a:pt x="1090493" y="0"/>
                  </a:lnTo>
                  <a:lnTo>
                    <a:pt x="1105145" y="0"/>
                  </a:lnTo>
                  <a:lnTo>
                    <a:pt x="1119796" y="0"/>
                  </a:lnTo>
                  <a:lnTo>
                    <a:pt x="1134448" y="0"/>
                  </a:lnTo>
                  <a:lnTo>
                    <a:pt x="1149099" y="0"/>
                  </a:lnTo>
                  <a:lnTo>
                    <a:pt x="1161025" y="0"/>
                  </a:lnTo>
                  <a:lnTo>
                    <a:pt x="1161025" y="0"/>
                  </a:lnTo>
                </a:path>
              </a:pathLst>
            </a:custGeom>
            <a:ln w="9525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65" name="pl4065"/>
            <p:cNvSpPr/>
            <p:nvPr/>
          </p:nvSpPr>
          <p:spPr>
            <a:xfrm>
              <a:off x="2045346" y="1743385"/>
              <a:ext cx="1161025" cy="0"/>
            </a:xfrm>
            <a:custGeom>
              <a:avLst/>
              <a:gdLst/>
              <a:ahLst/>
              <a:cxnLst/>
              <a:rect l="0" t="0" r="0" b="0"/>
              <a:pathLst>
                <a:path w="1161025">
                  <a:moveTo>
                    <a:pt x="0" y="0"/>
                  </a:moveTo>
                  <a:lnTo>
                    <a:pt x="6289" y="0"/>
                  </a:lnTo>
                  <a:lnTo>
                    <a:pt x="20940" y="0"/>
                  </a:lnTo>
                  <a:lnTo>
                    <a:pt x="35592" y="0"/>
                  </a:lnTo>
                  <a:lnTo>
                    <a:pt x="50243" y="0"/>
                  </a:lnTo>
                  <a:lnTo>
                    <a:pt x="64895" y="0"/>
                  </a:lnTo>
                  <a:lnTo>
                    <a:pt x="79546" y="0"/>
                  </a:lnTo>
                  <a:lnTo>
                    <a:pt x="94197" y="0"/>
                  </a:lnTo>
                  <a:lnTo>
                    <a:pt x="108849" y="0"/>
                  </a:lnTo>
                  <a:lnTo>
                    <a:pt x="123500" y="0"/>
                  </a:lnTo>
                  <a:lnTo>
                    <a:pt x="138152" y="0"/>
                  </a:lnTo>
                  <a:lnTo>
                    <a:pt x="152803" y="0"/>
                  </a:lnTo>
                  <a:lnTo>
                    <a:pt x="167454" y="0"/>
                  </a:lnTo>
                  <a:lnTo>
                    <a:pt x="182106" y="0"/>
                  </a:lnTo>
                  <a:lnTo>
                    <a:pt x="196757" y="0"/>
                  </a:lnTo>
                  <a:lnTo>
                    <a:pt x="211409" y="0"/>
                  </a:lnTo>
                  <a:lnTo>
                    <a:pt x="226060" y="0"/>
                  </a:lnTo>
                  <a:lnTo>
                    <a:pt x="240712" y="0"/>
                  </a:lnTo>
                  <a:lnTo>
                    <a:pt x="255363" y="0"/>
                  </a:lnTo>
                  <a:lnTo>
                    <a:pt x="270014" y="0"/>
                  </a:lnTo>
                  <a:lnTo>
                    <a:pt x="284666" y="0"/>
                  </a:lnTo>
                  <a:lnTo>
                    <a:pt x="299317" y="0"/>
                  </a:lnTo>
                  <a:lnTo>
                    <a:pt x="313969" y="0"/>
                  </a:lnTo>
                  <a:lnTo>
                    <a:pt x="328620" y="0"/>
                  </a:lnTo>
                  <a:lnTo>
                    <a:pt x="343271" y="0"/>
                  </a:lnTo>
                  <a:lnTo>
                    <a:pt x="357923" y="0"/>
                  </a:lnTo>
                  <a:lnTo>
                    <a:pt x="372574" y="0"/>
                  </a:lnTo>
                  <a:lnTo>
                    <a:pt x="387226" y="0"/>
                  </a:lnTo>
                  <a:lnTo>
                    <a:pt x="401877" y="0"/>
                  </a:lnTo>
                  <a:lnTo>
                    <a:pt x="416528" y="0"/>
                  </a:lnTo>
                  <a:lnTo>
                    <a:pt x="431180" y="0"/>
                  </a:lnTo>
                  <a:lnTo>
                    <a:pt x="445831" y="0"/>
                  </a:lnTo>
                  <a:lnTo>
                    <a:pt x="460483" y="0"/>
                  </a:lnTo>
                  <a:lnTo>
                    <a:pt x="475134" y="0"/>
                  </a:lnTo>
                  <a:lnTo>
                    <a:pt x="489786" y="0"/>
                  </a:lnTo>
                  <a:lnTo>
                    <a:pt x="504437" y="0"/>
                  </a:lnTo>
                  <a:lnTo>
                    <a:pt x="519088" y="0"/>
                  </a:lnTo>
                  <a:lnTo>
                    <a:pt x="533740" y="0"/>
                  </a:lnTo>
                  <a:lnTo>
                    <a:pt x="548391" y="0"/>
                  </a:lnTo>
                  <a:lnTo>
                    <a:pt x="563043" y="0"/>
                  </a:lnTo>
                  <a:lnTo>
                    <a:pt x="577694" y="0"/>
                  </a:lnTo>
                  <a:lnTo>
                    <a:pt x="592345" y="0"/>
                  </a:lnTo>
                  <a:lnTo>
                    <a:pt x="606997" y="0"/>
                  </a:lnTo>
                  <a:lnTo>
                    <a:pt x="621648" y="0"/>
                  </a:lnTo>
                  <a:lnTo>
                    <a:pt x="636300" y="0"/>
                  </a:lnTo>
                  <a:lnTo>
                    <a:pt x="650951" y="0"/>
                  </a:lnTo>
                  <a:lnTo>
                    <a:pt x="665602" y="0"/>
                  </a:lnTo>
                  <a:lnTo>
                    <a:pt x="680254" y="0"/>
                  </a:lnTo>
                  <a:lnTo>
                    <a:pt x="694905" y="0"/>
                  </a:lnTo>
                  <a:lnTo>
                    <a:pt x="709557" y="0"/>
                  </a:lnTo>
                  <a:lnTo>
                    <a:pt x="724208" y="0"/>
                  </a:lnTo>
                  <a:lnTo>
                    <a:pt x="738860" y="0"/>
                  </a:lnTo>
                  <a:lnTo>
                    <a:pt x="753511" y="0"/>
                  </a:lnTo>
                  <a:lnTo>
                    <a:pt x="768162" y="0"/>
                  </a:lnTo>
                  <a:lnTo>
                    <a:pt x="782814" y="0"/>
                  </a:lnTo>
                  <a:lnTo>
                    <a:pt x="797465" y="0"/>
                  </a:lnTo>
                  <a:lnTo>
                    <a:pt x="812117" y="0"/>
                  </a:lnTo>
                  <a:lnTo>
                    <a:pt x="826768" y="0"/>
                  </a:lnTo>
                  <a:lnTo>
                    <a:pt x="841419" y="0"/>
                  </a:lnTo>
                  <a:lnTo>
                    <a:pt x="856071" y="0"/>
                  </a:lnTo>
                  <a:lnTo>
                    <a:pt x="870722" y="0"/>
                  </a:lnTo>
                  <a:lnTo>
                    <a:pt x="885374" y="0"/>
                  </a:lnTo>
                  <a:lnTo>
                    <a:pt x="900025" y="0"/>
                  </a:lnTo>
                  <a:lnTo>
                    <a:pt x="914677" y="0"/>
                  </a:lnTo>
                  <a:lnTo>
                    <a:pt x="929328" y="0"/>
                  </a:lnTo>
                  <a:lnTo>
                    <a:pt x="943979" y="0"/>
                  </a:lnTo>
                  <a:lnTo>
                    <a:pt x="958631" y="0"/>
                  </a:lnTo>
                  <a:lnTo>
                    <a:pt x="973282" y="0"/>
                  </a:lnTo>
                  <a:lnTo>
                    <a:pt x="987934" y="0"/>
                  </a:lnTo>
                  <a:lnTo>
                    <a:pt x="1002585" y="0"/>
                  </a:lnTo>
                  <a:lnTo>
                    <a:pt x="1017236" y="0"/>
                  </a:lnTo>
                  <a:lnTo>
                    <a:pt x="1031888" y="0"/>
                  </a:lnTo>
                  <a:lnTo>
                    <a:pt x="1046539" y="0"/>
                  </a:lnTo>
                  <a:lnTo>
                    <a:pt x="1061191" y="0"/>
                  </a:lnTo>
                  <a:lnTo>
                    <a:pt x="1075842" y="0"/>
                  </a:lnTo>
                  <a:lnTo>
                    <a:pt x="1090493" y="0"/>
                  </a:lnTo>
                  <a:lnTo>
                    <a:pt x="1105145" y="0"/>
                  </a:lnTo>
                  <a:lnTo>
                    <a:pt x="1119796" y="0"/>
                  </a:lnTo>
                  <a:lnTo>
                    <a:pt x="1134448" y="0"/>
                  </a:lnTo>
                  <a:lnTo>
                    <a:pt x="1149099" y="0"/>
                  </a:lnTo>
                  <a:lnTo>
                    <a:pt x="1161025" y="0"/>
                  </a:lnTo>
                  <a:lnTo>
                    <a:pt x="1161025" y="0"/>
                  </a:lnTo>
                </a:path>
              </a:pathLst>
            </a:custGeom>
            <a:ln w="9525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66" name="ph4066"/>
            <p:cNvSpPr/>
            <p:nvPr/>
          </p:nvSpPr>
          <p:spPr>
            <a:xfrm>
              <a:off x="1653948" y="817730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67" name="ph4067"/>
            <p:cNvSpPr/>
            <p:nvPr/>
          </p:nvSpPr>
          <p:spPr>
            <a:xfrm>
              <a:off x="1676733" y="817730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68" name="ph4068"/>
            <p:cNvSpPr/>
            <p:nvPr/>
          </p:nvSpPr>
          <p:spPr>
            <a:xfrm>
              <a:off x="1699517" y="817730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69" name="ph4069"/>
            <p:cNvSpPr/>
            <p:nvPr/>
          </p:nvSpPr>
          <p:spPr>
            <a:xfrm>
              <a:off x="1722302" y="817730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70" name="ph4070"/>
            <p:cNvSpPr/>
            <p:nvPr/>
          </p:nvSpPr>
          <p:spPr>
            <a:xfrm>
              <a:off x="1745087" y="817730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71" name="ph4071"/>
            <p:cNvSpPr/>
            <p:nvPr/>
          </p:nvSpPr>
          <p:spPr>
            <a:xfrm>
              <a:off x="1767871" y="817730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72" name="ph4072"/>
            <p:cNvSpPr/>
            <p:nvPr/>
          </p:nvSpPr>
          <p:spPr>
            <a:xfrm>
              <a:off x="1790656" y="817730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73" name="ph4073"/>
            <p:cNvSpPr/>
            <p:nvPr/>
          </p:nvSpPr>
          <p:spPr>
            <a:xfrm>
              <a:off x="1904578" y="817730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74" name="ph4074"/>
            <p:cNvSpPr/>
            <p:nvPr/>
          </p:nvSpPr>
          <p:spPr>
            <a:xfrm>
              <a:off x="1927363" y="817730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75" name="ph4075"/>
            <p:cNvSpPr/>
            <p:nvPr/>
          </p:nvSpPr>
          <p:spPr>
            <a:xfrm>
              <a:off x="1950148" y="817730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76" name="ph4076"/>
            <p:cNvSpPr/>
            <p:nvPr/>
          </p:nvSpPr>
          <p:spPr>
            <a:xfrm>
              <a:off x="1972932" y="817730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77" name="ph4077"/>
            <p:cNvSpPr/>
            <p:nvPr/>
          </p:nvSpPr>
          <p:spPr>
            <a:xfrm>
              <a:off x="1995717" y="817730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78" name="ph4078"/>
            <p:cNvSpPr/>
            <p:nvPr/>
          </p:nvSpPr>
          <p:spPr>
            <a:xfrm>
              <a:off x="1631164" y="846636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79" name="ph4079"/>
            <p:cNvSpPr/>
            <p:nvPr/>
          </p:nvSpPr>
          <p:spPr>
            <a:xfrm>
              <a:off x="1653948" y="846636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80" name="ph4080"/>
            <p:cNvSpPr/>
            <p:nvPr/>
          </p:nvSpPr>
          <p:spPr>
            <a:xfrm>
              <a:off x="1676733" y="846636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81" name="ph4081"/>
            <p:cNvSpPr/>
            <p:nvPr/>
          </p:nvSpPr>
          <p:spPr>
            <a:xfrm>
              <a:off x="1699517" y="846636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82" name="ph4082"/>
            <p:cNvSpPr/>
            <p:nvPr/>
          </p:nvSpPr>
          <p:spPr>
            <a:xfrm>
              <a:off x="1722302" y="846636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83" name="ph4083"/>
            <p:cNvSpPr/>
            <p:nvPr/>
          </p:nvSpPr>
          <p:spPr>
            <a:xfrm>
              <a:off x="1745087" y="846636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84" name="ph4084"/>
            <p:cNvSpPr/>
            <p:nvPr/>
          </p:nvSpPr>
          <p:spPr>
            <a:xfrm>
              <a:off x="1767871" y="846636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85" name="ph4085"/>
            <p:cNvSpPr/>
            <p:nvPr/>
          </p:nvSpPr>
          <p:spPr>
            <a:xfrm>
              <a:off x="1790656" y="846636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86" name="ph4086"/>
            <p:cNvSpPr/>
            <p:nvPr/>
          </p:nvSpPr>
          <p:spPr>
            <a:xfrm>
              <a:off x="1904578" y="846636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87" name="ph4087"/>
            <p:cNvSpPr/>
            <p:nvPr/>
          </p:nvSpPr>
          <p:spPr>
            <a:xfrm>
              <a:off x="1927363" y="846636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88" name="ph4088"/>
            <p:cNvSpPr/>
            <p:nvPr/>
          </p:nvSpPr>
          <p:spPr>
            <a:xfrm>
              <a:off x="1950148" y="846636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89" name="ph4089"/>
            <p:cNvSpPr/>
            <p:nvPr/>
          </p:nvSpPr>
          <p:spPr>
            <a:xfrm>
              <a:off x="1972932" y="846636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90" name="ph4090"/>
            <p:cNvSpPr/>
            <p:nvPr/>
          </p:nvSpPr>
          <p:spPr>
            <a:xfrm>
              <a:off x="1995717" y="846636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91" name="ph4091"/>
            <p:cNvSpPr/>
            <p:nvPr/>
          </p:nvSpPr>
          <p:spPr>
            <a:xfrm>
              <a:off x="1517241" y="875541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92" name="ph4092"/>
            <p:cNvSpPr/>
            <p:nvPr/>
          </p:nvSpPr>
          <p:spPr>
            <a:xfrm>
              <a:off x="1540025" y="875541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93" name="ph4093"/>
            <p:cNvSpPr/>
            <p:nvPr/>
          </p:nvSpPr>
          <p:spPr>
            <a:xfrm>
              <a:off x="1562810" y="875541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94" name="ph4094"/>
            <p:cNvSpPr/>
            <p:nvPr/>
          </p:nvSpPr>
          <p:spPr>
            <a:xfrm>
              <a:off x="1585595" y="875541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95" name="ph4095"/>
            <p:cNvSpPr/>
            <p:nvPr/>
          </p:nvSpPr>
          <p:spPr>
            <a:xfrm>
              <a:off x="1608379" y="875541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96" name="ph4096"/>
            <p:cNvSpPr/>
            <p:nvPr/>
          </p:nvSpPr>
          <p:spPr>
            <a:xfrm>
              <a:off x="1631164" y="875541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97" name="ph4097"/>
            <p:cNvSpPr/>
            <p:nvPr/>
          </p:nvSpPr>
          <p:spPr>
            <a:xfrm>
              <a:off x="1653948" y="875541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98" name="ph4098"/>
            <p:cNvSpPr/>
            <p:nvPr/>
          </p:nvSpPr>
          <p:spPr>
            <a:xfrm>
              <a:off x="1676733" y="875541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099" name="ph4099"/>
            <p:cNvSpPr/>
            <p:nvPr/>
          </p:nvSpPr>
          <p:spPr>
            <a:xfrm>
              <a:off x="1699517" y="875541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00" name="ph4100"/>
            <p:cNvSpPr/>
            <p:nvPr/>
          </p:nvSpPr>
          <p:spPr>
            <a:xfrm>
              <a:off x="1722302" y="875541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01" name="ph4101"/>
            <p:cNvSpPr/>
            <p:nvPr/>
          </p:nvSpPr>
          <p:spPr>
            <a:xfrm>
              <a:off x="1745087" y="875541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02" name="ph4102"/>
            <p:cNvSpPr/>
            <p:nvPr/>
          </p:nvSpPr>
          <p:spPr>
            <a:xfrm>
              <a:off x="1767871" y="875541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03" name="ph4103"/>
            <p:cNvSpPr/>
            <p:nvPr/>
          </p:nvSpPr>
          <p:spPr>
            <a:xfrm>
              <a:off x="1881794" y="875541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04" name="ph4104"/>
            <p:cNvSpPr/>
            <p:nvPr/>
          </p:nvSpPr>
          <p:spPr>
            <a:xfrm>
              <a:off x="1904578" y="875541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05" name="ph4105"/>
            <p:cNvSpPr/>
            <p:nvPr/>
          </p:nvSpPr>
          <p:spPr>
            <a:xfrm>
              <a:off x="1927363" y="875541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06" name="ph4106"/>
            <p:cNvSpPr/>
            <p:nvPr/>
          </p:nvSpPr>
          <p:spPr>
            <a:xfrm>
              <a:off x="1950148" y="875541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07" name="ph4107"/>
            <p:cNvSpPr/>
            <p:nvPr/>
          </p:nvSpPr>
          <p:spPr>
            <a:xfrm>
              <a:off x="1972932" y="875541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08" name="ph4108"/>
            <p:cNvSpPr/>
            <p:nvPr/>
          </p:nvSpPr>
          <p:spPr>
            <a:xfrm>
              <a:off x="1995717" y="875541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09" name="ph4109"/>
            <p:cNvSpPr/>
            <p:nvPr/>
          </p:nvSpPr>
          <p:spPr>
            <a:xfrm>
              <a:off x="1494456" y="904447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399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399" y="943305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10" name="ph4110"/>
            <p:cNvSpPr/>
            <p:nvPr/>
          </p:nvSpPr>
          <p:spPr>
            <a:xfrm>
              <a:off x="1517241" y="904447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11" name="ph4111"/>
            <p:cNvSpPr/>
            <p:nvPr/>
          </p:nvSpPr>
          <p:spPr>
            <a:xfrm>
              <a:off x="1540025" y="904447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12" name="ph4112"/>
            <p:cNvSpPr/>
            <p:nvPr/>
          </p:nvSpPr>
          <p:spPr>
            <a:xfrm>
              <a:off x="1562810" y="904447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13" name="ph4113"/>
            <p:cNvSpPr/>
            <p:nvPr/>
          </p:nvSpPr>
          <p:spPr>
            <a:xfrm>
              <a:off x="1585595" y="904447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14" name="ph4114"/>
            <p:cNvSpPr/>
            <p:nvPr/>
          </p:nvSpPr>
          <p:spPr>
            <a:xfrm>
              <a:off x="1608379" y="904447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15" name="ph4115"/>
            <p:cNvSpPr/>
            <p:nvPr/>
          </p:nvSpPr>
          <p:spPr>
            <a:xfrm>
              <a:off x="1631164" y="904447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16" name="ph4116"/>
            <p:cNvSpPr/>
            <p:nvPr/>
          </p:nvSpPr>
          <p:spPr>
            <a:xfrm>
              <a:off x="1653948" y="904447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17" name="ph4117"/>
            <p:cNvSpPr/>
            <p:nvPr/>
          </p:nvSpPr>
          <p:spPr>
            <a:xfrm>
              <a:off x="1676733" y="904447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18" name="ph4118"/>
            <p:cNvSpPr/>
            <p:nvPr/>
          </p:nvSpPr>
          <p:spPr>
            <a:xfrm>
              <a:off x="1699517" y="904447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19" name="ph4119"/>
            <p:cNvSpPr/>
            <p:nvPr/>
          </p:nvSpPr>
          <p:spPr>
            <a:xfrm>
              <a:off x="1722302" y="904447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20" name="ph4120"/>
            <p:cNvSpPr/>
            <p:nvPr/>
          </p:nvSpPr>
          <p:spPr>
            <a:xfrm>
              <a:off x="1745087" y="904447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21" name="ph4121"/>
            <p:cNvSpPr/>
            <p:nvPr/>
          </p:nvSpPr>
          <p:spPr>
            <a:xfrm>
              <a:off x="1859009" y="904447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22" name="ph4122"/>
            <p:cNvSpPr/>
            <p:nvPr/>
          </p:nvSpPr>
          <p:spPr>
            <a:xfrm>
              <a:off x="1881794" y="904447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23" name="ph4123"/>
            <p:cNvSpPr/>
            <p:nvPr/>
          </p:nvSpPr>
          <p:spPr>
            <a:xfrm>
              <a:off x="1904578" y="904447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24" name="ph4124"/>
            <p:cNvSpPr/>
            <p:nvPr/>
          </p:nvSpPr>
          <p:spPr>
            <a:xfrm>
              <a:off x="1927363" y="904447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25" name="ph4125"/>
            <p:cNvSpPr/>
            <p:nvPr/>
          </p:nvSpPr>
          <p:spPr>
            <a:xfrm>
              <a:off x="1950148" y="904447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26" name="ph4126"/>
            <p:cNvSpPr/>
            <p:nvPr/>
          </p:nvSpPr>
          <p:spPr>
            <a:xfrm>
              <a:off x="1972932" y="904447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27" name="ph4127"/>
            <p:cNvSpPr/>
            <p:nvPr/>
          </p:nvSpPr>
          <p:spPr>
            <a:xfrm>
              <a:off x="1995717" y="904447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28" name="ph4128"/>
            <p:cNvSpPr/>
            <p:nvPr/>
          </p:nvSpPr>
          <p:spPr>
            <a:xfrm>
              <a:off x="1448887" y="933353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29" name="ph4129"/>
            <p:cNvSpPr/>
            <p:nvPr/>
          </p:nvSpPr>
          <p:spPr>
            <a:xfrm>
              <a:off x="1471672" y="933353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30" name="ph4130"/>
            <p:cNvSpPr/>
            <p:nvPr/>
          </p:nvSpPr>
          <p:spPr>
            <a:xfrm>
              <a:off x="1494456" y="933353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399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399" y="943305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31" name="ph4131"/>
            <p:cNvSpPr/>
            <p:nvPr/>
          </p:nvSpPr>
          <p:spPr>
            <a:xfrm>
              <a:off x="1517241" y="933353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32" name="ph4132"/>
            <p:cNvSpPr/>
            <p:nvPr/>
          </p:nvSpPr>
          <p:spPr>
            <a:xfrm>
              <a:off x="1540025" y="933353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33" name="ph4133"/>
            <p:cNvSpPr/>
            <p:nvPr/>
          </p:nvSpPr>
          <p:spPr>
            <a:xfrm>
              <a:off x="1562810" y="933353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34" name="ph4134"/>
            <p:cNvSpPr/>
            <p:nvPr/>
          </p:nvSpPr>
          <p:spPr>
            <a:xfrm>
              <a:off x="1585595" y="933353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35" name="ph4135"/>
            <p:cNvSpPr/>
            <p:nvPr/>
          </p:nvSpPr>
          <p:spPr>
            <a:xfrm>
              <a:off x="1608379" y="933353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36" name="ph4136"/>
            <p:cNvSpPr/>
            <p:nvPr/>
          </p:nvSpPr>
          <p:spPr>
            <a:xfrm>
              <a:off x="1631164" y="933353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37" name="ph4137"/>
            <p:cNvSpPr/>
            <p:nvPr/>
          </p:nvSpPr>
          <p:spPr>
            <a:xfrm>
              <a:off x="1653948" y="933353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38" name="ph4138"/>
            <p:cNvSpPr/>
            <p:nvPr/>
          </p:nvSpPr>
          <p:spPr>
            <a:xfrm>
              <a:off x="1676733" y="933353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39" name="ph4139"/>
            <p:cNvSpPr/>
            <p:nvPr/>
          </p:nvSpPr>
          <p:spPr>
            <a:xfrm>
              <a:off x="1699517" y="933353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40" name="ph4140"/>
            <p:cNvSpPr/>
            <p:nvPr/>
          </p:nvSpPr>
          <p:spPr>
            <a:xfrm>
              <a:off x="1836225" y="933353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41" name="ph4141"/>
            <p:cNvSpPr/>
            <p:nvPr/>
          </p:nvSpPr>
          <p:spPr>
            <a:xfrm>
              <a:off x="1859009" y="933353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42" name="ph4142"/>
            <p:cNvSpPr/>
            <p:nvPr/>
          </p:nvSpPr>
          <p:spPr>
            <a:xfrm>
              <a:off x="1881794" y="933353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43" name="ph4143"/>
            <p:cNvSpPr/>
            <p:nvPr/>
          </p:nvSpPr>
          <p:spPr>
            <a:xfrm>
              <a:off x="1904578" y="933353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44" name="ph4144"/>
            <p:cNvSpPr/>
            <p:nvPr/>
          </p:nvSpPr>
          <p:spPr>
            <a:xfrm>
              <a:off x="1927363" y="933353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45" name="ph4145"/>
            <p:cNvSpPr/>
            <p:nvPr/>
          </p:nvSpPr>
          <p:spPr>
            <a:xfrm>
              <a:off x="1950148" y="933353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46" name="ph4146"/>
            <p:cNvSpPr/>
            <p:nvPr/>
          </p:nvSpPr>
          <p:spPr>
            <a:xfrm>
              <a:off x="1403318" y="962259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47" name="ph4147"/>
            <p:cNvSpPr/>
            <p:nvPr/>
          </p:nvSpPr>
          <p:spPr>
            <a:xfrm>
              <a:off x="1426103" y="962259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48" name="ph4148"/>
            <p:cNvSpPr/>
            <p:nvPr/>
          </p:nvSpPr>
          <p:spPr>
            <a:xfrm>
              <a:off x="1448887" y="962259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49" name="ph4149"/>
            <p:cNvSpPr/>
            <p:nvPr/>
          </p:nvSpPr>
          <p:spPr>
            <a:xfrm>
              <a:off x="1471672" y="962259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50" name="ph4150"/>
            <p:cNvSpPr/>
            <p:nvPr/>
          </p:nvSpPr>
          <p:spPr>
            <a:xfrm>
              <a:off x="1494456" y="962259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399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399" y="943305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51" name="ph4151"/>
            <p:cNvSpPr/>
            <p:nvPr/>
          </p:nvSpPr>
          <p:spPr>
            <a:xfrm>
              <a:off x="1517241" y="962259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52" name="ph4152"/>
            <p:cNvSpPr/>
            <p:nvPr/>
          </p:nvSpPr>
          <p:spPr>
            <a:xfrm>
              <a:off x="1540025" y="962259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53" name="ph4153"/>
            <p:cNvSpPr/>
            <p:nvPr/>
          </p:nvSpPr>
          <p:spPr>
            <a:xfrm>
              <a:off x="1562810" y="962259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54" name="ph4154"/>
            <p:cNvSpPr/>
            <p:nvPr/>
          </p:nvSpPr>
          <p:spPr>
            <a:xfrm>
              <a:off x="1585595" y="962259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55" name="ph4155"/>
            <p:cNvSpPr/>
            <p:nvPr/>
          </p:nvSpPr>
          <p:spPr>
            <a:xfrm>
              <a:off x="1608379" y="962259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56" name="ph4156"/>
            <p:cNvSpPr/>
            <p:nvPr/>
          </p:nvSpPr>
          <p:spPr>
            <a:xfrm>
              <a:off x="1631164" y="962259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57" name="ph4157"/>
            <p:cNvSpPr/>
            <p:nvPr/>
          </p:nvSpPr>
          <p:spPr>
            <a:xfrm>
              <a:off x="1653948" y="962259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58" name="ph4158"/>
            <p:cNvSpPr/>
            <p:nvPr/>
          </p:nvSpPr>
          <p:spPr>
            <a:xfrm>
              <a:off x="1676733" y="962259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59" name="ph4159"/>
            <p:cNvSpPr/>
            <p:nvPr/>
          </p:nvSpPr>
          <p:spPr>
            <a:xfrm>
              <a:off x="1699517" y="962259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60" name="ph4160"/>
            <p:cNvSpPr/>
            <p:nvPr/>
          </p:nvSpPr>
          <p:spPr>
            <a:xfrm>
              <a:off x="1722302" y="962259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61" name="ph4161"/>
            <p:cNvSpPr/>
            <p:nvPr/>
          </p:nvSpPr>
          <p:spPr>
            <a:xfrm>
              <a:off x="1745087" y="962259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62" name="ph4162"/>
            <p:cNvSpPr/>
            <p:nvPr/>
          </p:nvSpPr>
          <p:spPr>
            <a:xfrm>
              <a:off x="1767871" y="962259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63" name="ph4163"/>
            <p:cNvSpPr/>
            <p:nvPr/>
          </p:nvSpPr>
          <p:spPr>
            <a:xfrm>
              <a:off x="1813440" y="962259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64" name="ph4164"/>
            <p:cNvSpPr/>
            <p:nvPr/>
          </p:nvSpPr>
          <p:spPr>
            <a:xfrm>
              <a:off x="1836225" y="962259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65" name="ph4165"/>
            <p:cNvSpPr/>
            <p:nvPr/>
          </p:nvSpPr>
          <p:spPr>
            <a:xfrm>
              <a:off x="1859009" y="962259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66" name="ph4166"/>
            <p:cNvSpPr/>
            <p:nvPr/>
          </p:nvSpPr>
          <p:spPr>
            <a:xfrm>
              <a:off x="1881794" y="962259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67" name="ph4167"/>
            <p:cNvSpPr/>
            <p:nvPr/>
          </p:nvSpPr>
          <p:spPr>
            <a:xfrm>
              <a:off x="1904578" y="962259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68" name="ph4168"/>
            <p:cNvSpPr/>
            <p:nvPr/>
          </p:nvSpPr>
          <p:spPr>
            <a:xfrm>
              <a:off x="1927363" y="962259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69" name="ph4169"/>
            <p:cNvSpPr/>
            <p:nvPr/>
          </p:nvSpPr>
          <p:spPr>
            <a:xfrm>
              <a:off x="1950148" y="962259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70" name="ph4170"/>
            <p:cNvSpPr/>
            <p:nvPr/>
          </p:nvSpPr>
          <p:spPr>
            <a:xfrm>
              <a:off x="1403318" y="991165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71" name="ph4171"/>
            <p:cNvSpPr/>
            <p:nvPr/>
          </p:nvSpPr>
          <p:spPr>
            <a:xfrm>
              <a:off x="1426103" y="991165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72" name="ph4172"/>
            <p:cNvSpPr/>
            <p:nvPr/>
          </p:nvSpPr>
          <p:spPr>
            <a:xfrm>
              <a:off x="1448887" y="991165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73" name="ph4173"/>
            <p:cNvSpPr/>
            <p:nvPr/>
          </p:nvSpPr>
          <p:spPr>
            <a:xfrm>
              <a:off x="1471672" y="991165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74" name="ph4174"/>
            <p:cNvSpPr/>
            <p:nvPr/>
          </p:nvSpPr>
          <p:spPr>
            <a:xfrm>
              <a:off x="1494456" y="991165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399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399" y="943305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75" name="ph4175"/>
            <p:cNvSpPr/>
            <p:nvPr/>
          </p:nvSpPr>
          <p:spPr>
            <a:xfrm>
              <a:off x="1517241" y="991165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76" name="ph4176"/>
            <p:cNvSpPr/>
            <p:nvPr/>
          </p:nvSpPr>
          <p:spPr>
            <a:xfrm>
              <a:off x="1540025" y="991165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77" name="ph4177"/>
            <p:cNvSpPr/>
            <p:nvPr/>
          </p:nvSpPr>
          <p:spPr>
            <a:xfrm>
              <a:off x="1562810" y="991165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78" name="ph4178"/>
            <p:cNvSpPr/>
            <p:nvPr/>
          </p:nvSpPr>
          <p:spPr>
            <a:xfrm>
              <a:off x="1585595" y="991165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79" name="ph4179"/>
            <p:cNvSpPr/>
            <p:nvPr/>
          </p:nvSpPr>
          <p:spPr>
            <a:xfrm>
              <a:off x="1608379" y="991165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80" name="ph4180"/>
            <p:cNvSpPr/>
            <p:nvPr/>
          </p:nvSpPr>
          <p:spPr>
            <a:xfrm>
              <a:off x="1631164" y="991165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81" name="ph4181"/>
            <p:cNvSpPr/>
            <p:nvPr/>
          </p:nvSpPr>
          <p:spPr>
            <a:xfrm>
              <a:off x="1653948" y="991165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82" name="ph4182"/>
            <p:cNvSpPr/>
            <p:nvPr/>
          </p:nvSpPr>
          <p:spPr>
            <a:xfrm>
              <a:off x="1676733" y="991165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83" name="ph4183"/>
            <p:cNvSpPr/>
            <p:nvPr/>
          </p:nvSpPr>
          <p:spPr>
            <a:xfrm>
              <a:off x="1699517" y="991165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84" name="ph4184"/>
            <p:cNvSpPr/>
            <p:nvPr/>
          </p:nvSpPr>
          <p:spPr>
            <a:xfrm>
              <a:off x="1722302" y="991165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85" name="ph4185"/>
            <p:cNvSpPr/>
            <p:nvPr/>
          </p:nvSpPr>
          <p:spPr>
            <a:xfrm>
              <a:off x="1745087" y="991165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86" name="ph4186"/>
            <p:cNvSpPr/>
            <p:nvPr/>
          </p:nvSpPr>
          <p:spPr>
            <a:xfrm>
              <a:off x="1767871" y="991165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87" name="ph4187"/>
            <p:cNvSpPr/>
            <p:nvPr/>
          </p:nvSpPr>
          <p:spPr>
            <a:xfrm>
              <a:off x="1790656" y="991165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88" name="ph4188"/>
            <p:cNvSpPr/>
            <p:nvPr/>
          </p:nvSpPr>
          <p:spPr>
            <a:xfrm>
              <a:off x="1813440" y="991165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89" name="ph4189"/>
            <p:cNvSpPr/>
            <p:nvPr/>
          </p:nvSpPr>
          <p:spPr>
            <a:xfrm>
              <a:off x="1836225" y="991165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90" name="ph4190"/>
            <p:cNvSpPr/>
            <p:nvPr/>
          </p:nvSpPr>
          <p:spPr>
            <a:xfrm>
              <a:off x="1859009" y="991165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91" name="ph4191"/>
            <p:cNvSpPr/>
            <p:nvPr/>
          </p:nvSpPr>
          <p:spPr>
            <a:xfrm>
              <a:off x="1881794" y="991165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92" name="ph4192"/>
            <p:cNvSpPr/>
            <p:nvPr/>
          </p:nvSpPr>
          <p:spPr>
            <a:xfrm>
              <a:off x="1904578" y="991165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93" name="ph4193"/>
            <p:cNvSpPr/>
            <p:nvPr/>
          </p:nvSpPr>
          <p:spPr>
            <a:xfrm>
              <a:off x="1927363" y="991165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94" name="ph4194"/>
            <p:cNvSpPr/>
            <p:nvPr/>
          </p:nvSpPr>
          <p:spPr>
            <a:xfrm>
              <a:off x="1403318" y="1020071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399"/>
                  </a:moveTo>
                  <a:lnTo>
                    <a:pt x="937184" y="914399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95" name="ph4195"/>
            <p:cNvSpPr/>
            <p:nvPr/>
          </p:nvSpPr>
          <p:spPr>
            <a:xfrm>
              <a:off x="1426103" y="1020071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399"/>
                  </a:moveTo>
                  <a:lnTo>
                    <a:pt x="937184" y="914399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96" name="ph4196"/>
            <p:cNvSpPr/>
            <p:nvPr/>
          </p:nvSpPr>
          <p:spPr>
            <a:xfrm>
              <a:off x="1448887" y="1020071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399"/>
                  </a:moveTo>
                  <a:lnTo>
                    <a:pt x="937184" y="914399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97" name="ph4197"/>
            <p:cNvSpPr/>
            <p:nvPr/>
          </p:nvSpPr>
          <p:spPr>
            <a:xfrm>
              <a:off x="1471672" y="1020071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399"/>
                  </a:moveTo>
                  <a:lnTo>
                    <a:pt x="937184" y="914399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98" name="ph4198"/>
            <p:cNvSpPr/>
            <p:nvPr/>
          </p:nvSpPr>
          <p:spPr>
            <a:xfrm>
              <a:off x="1494456" y="1020071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399" y="914399"/>
                  </a:moveTo>
                  <a:lnTo>
                    <a:pt x="937184" y="914399"/>
                  </a:lnTo>
                  <a:lnTo>
                    <a:pt x="937184" y="943305"/>
                  </a:lnTo>
                  <a:lnTo>
                    <a:pt x="914399" y="943305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199" name="ph4199"/>
            <p:cNvSpPr/>
            <p:nvPr/>
          </p:nvSpPr>
          <p:spPr>
            <a:xfrm>
              <a:off x="1517241" y="1020071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399"/>
                  </a:moveTo>
                  <a:lnTo>
                    <a:pt x="937184" y="914399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00" name="ph4200"/>
            <p:cNvSpPr/>
            <p:nvPr/>
          </p:nvSpPr>
          <p:spPr>
            <a:xfrm>
              <a:off x="1540025" y="1020071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399"/>
                  </a:moveTo>
                  <a:lnTo>
                    <a:pt x="937184" y="914399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01" name="ph4201"/>
            <p:cNvSpPr/>
            <p:nvPr/>
          </p:nvSpPr>
          <p:spPr>
            <a:xfrm>
              <a:off x="1562810" y="1020071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399"/>
                  </a:moveTo>
                  <a:lnTo>
                    <a:pt x="937184" y="914399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02" name="ph4202"/>
            <p:cNvSpPr/>
            <p:nvPr/>
          </p:nvSpPr>
          <p:spPr>
            <a:xfrm>
              <a:off x="1585595" y="1020071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399"/>
                  </a:moveTo>
                  <a:lnTo>
                    <a:pt x="937184" y="914399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03" name="ph4203"/>
            <p:cNvSpPr/>
            <p:nvPr/>
          </p:nvSpPr>
          <p:spPr>
            <a:xfrm>
              <a:off x="1608379" y="1020071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399"/>
                  </a:moveTo>
                  <a:lnTo>
                    <a:pt x="937184" y="914399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04" name="ph4204"/>
            <p:cNvSpPr/>
            <p:nvPr/>
          </p:nvSpPr>
          <p:spPr>
            <a:xfrm>
              <a:off x="1631164" y="1020071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399"/>
                  </a:moveTo>
                  <a:lnTo>
                    <a:pt x="937184" y="914399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05" name="ph4205"/>
            <p:cNvSpPr/>
            <p:nvPr/>
          </p:nvSpPr>
          <p:spPr>
            <a:xfrm>
              <a:off x="1653948" y="1020071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399"/>
                  </a:moveTo>
                  <a:lnTo>
                    <a:pt x="937184" y="914399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06" name="ph4206"/>
            <p:cNvSpPr/>
            <p:nvPr/>
          </p:nvSpPr>
          <p:spPr>
            <a:xfrm>
              <a:off x="1676733" y="1020071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399"/>
                  </a:moveTo>
                  <a:lnTo>
                    <a:pt x="937184" y="914399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07" name="ph4207"/>
            <p:cNvSpPr/>
            <p:nvPr/>
          </p:nvSpPr>
          <p:spPr>
            <a:xfrm>
              <a:off x="1699517" y="1020071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399"/>
                  </a:moveTo>
                  <a:lnTo>
                    <a:pt x="937184" y="914399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08" name="ph4208"/>
            <p:cNvSpPr/>
            <p:nvPr/>
          </p:nvSpPr>
          <p:spPr>
            <a:xfrm>
              <a:off x="1722302" y="1020071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399"/>
                  </a:moveTo>
                  <a:lnTo>
                    <a:pt x="937184" y="914399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09" name="ph4209"/>
            <p:cNvSpPr/>
            <p:nvPr/>
          </p:nvSpPr>
          <p:spPr>
            <a:xfrm>
              <a:off x="1745087" y="1020071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399"/>
                  </a:moveTo>
                  <a:lnTo>
                    <a:pt x="937184" y="914399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10" name="ph4210"/>
            <p:cNvSpPr/>
            <p:nvPr/>
          </p:nvSpPr>
          <p:spPr>
            <a:xfrm>
              <a:off x="1767871" y="1020071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399"/>
                  </a:moveTo>
                  <a:lnTo>
                    <a:pt x="937184" y="914399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11" name="ph4211"/>
            <p:cNvSpPr/>
            <p:nvPr/>
          </p:nvSpPr>
          <p:spPr>
            <a:xfrm>
              <a:off x="1790656" y="1020071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399"/>
                  </a:moveTo>
                  <a:lnTo>
                    <a:pt x="937184" y="914399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12" name="ph4212"/>
            <p:cNvSpPr/>
            <p:nvPr/>
          </p:nvSpPr>
          <p:spPr>
            <a:xfrm>
              <a:off x="1813440" y="1020071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399"/>
                  </a:moveTo>
                  <a:lnTo>
                    <a:pt x="937184" y="914399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13" name="ph4213"/>
            <p:cNvSpPr/>
            <p:nvPr/>
          </p:nvSpPr>
          <p:spPr>
            <a:xfrm>
              <a:off x="1836225" y="1020071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399"/>
                  </a:moveTo>
                  <a:lnTo>
                    <a:pt x="937184" y="914399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14" name="ph4214"/>
            <p:cNvSpPr/>
            <p:nvPr/>
          </p:nvSpPr>
          <p:spPr>
            <a:xfrm>
              <a:off x="1859009" y="1020071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399"/>
                  </a:moveTo>
                  <a:lnTo>
                    <a:pt x="937184" y="914399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15" name="ph4215"/>
            <p:cNvSpPr/>
            <p:nvPr/>
          </p:nvSpPr>
          <p:spPr>
            <a:xfrm>
              <a:off x="1881794" y="1020071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399"/>
                  </a:moveTo>
                  <a:lnTo>
                    <a:pt x="937184" y="914399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16" name="ph4216"/>
            <p:cNvSpPr/>
            <p:nvPr/>
          </p:nvSpPr>
          <p:spPr>
            <a:xfrm>
              <a:off x="1904578" y="1020071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399"/>
                  </a:moveTo>
                  <a:lnTo>
                    <a:pt x="937184" y="914399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17" name="ph4217"/>
            <p:cNvSpPr/>
            <p:nvPr/>
          </p:nvSpPr>
          <p:spPr>
            <a:xfrm>
              <a:off x="1334964" y="1048977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18" name="ph4218"/>
            <p:cNvSpPr/>
            <p:nvPr/>
          </p:nvSpPr>
          <p:spPr>
            <a:xfrm>
              <a:off x="1357749" y="1048977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19" name="ph4219"/>
            <p:cNvSpPr/>
            <p:nvPr/>
          </p:nvSpPr>
          <p:spPr>
            <a:xfrm>
              <a:off x="1403318" y="1048977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20" name="ph4220"/>
            <p:cNvSpPr/>
            <p:nvPr/>
          </p:nvSpPr>
          <p:spPr>
            <a:xfrm>
              <a:off x="1426103" y="1048977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21" name="ph4221"/>
            <p:cNvSpPr/>
            <p:nvPr/>
          </p:nvSpPr>
          <p:spPr>
            <a:xfrm>
              <a:off x="1448887" y="1048977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22" name="ph4222"/>
            <p:cNvSpPr/>
            <p:nvPr/>
          </p:nvSpPr>
          <p:spPr>
            <a:xfrm>
              <a:off x="1471672" y="1048977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23" name="ph4223"/>
            <p:cNvSpPr/>
            <p:nvPr/>
          </p:nvSpPr>
          <p:spPr>
            <a:xfrm>
              <a:off x="1494456" y="1048977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399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399" y="943305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24" name="ph4224"/>
            <p:cNvSpPr/>
            <p:nvPr/>
          </p:nvSpPr>
          <p:spPr>
            <a:xfrm>
              <a:off x="1517241" y="1048977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25" name="ph4225"/>
            <p:cNvSpPr/>
            <p:nvPr/>
          </p:nvSpPr>
          <p:spPr>
            <a:xfrm>
              <a:off x="1540025" y="1048977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26" name="ph4226"/>
            <p:cNvSpPr/>
            <p:nvPr/>
          </p:nvSpPr>
          <p:spPr>
            <a:xfrm>
              <a:off x="1562810" y="1048977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27" name="ph4227"/>
            <p:cNvSpPr/>
            <p:nvPr/>
          </p:nvSpPr>
          <p:spPr>
            <a:xfrm>
              <a:off x="1631164" y="1048977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28" name="ph4228"/>
            <p:cNvSpPr/>
            <p:nvPr/>
          </p:nvSpPr>
          <p:spPr>
            <a:xfrm>
              <a:off x="1653948" y="1048977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29" name="ph4229"/>
            <p:cNvSpPr/>
            <p:nvPr/>
          </p:nvSpPr>
          <p:spPr>
            <a:xfrm>
              <a:off x="1676733" y="1048977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30" name="ph4230"/>
            <p:cNvSpPr/>
            <p:nvPr/>
          </p:nvSpPr>
          <p:spPr>
            <a:xfrm>
              <a:off x="1699517" y="1048977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31" name="ph4231"/>
            <p:cNvSpPr/>
            <p:nvPr/>
          </p:nvSpPr>
          <p:spPr>
            <a:xfrm>
              <a:off x="1722302" y="1048977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32" name="ph4232"/>
            <p:cNvSpPr/>
            <p:nvPr/>
          </p:nvSpPr>
          <p:spPr>
            <a:xfrm>
              <a:off x="1745087" y="1048977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33" name="ph4233"/>
            <p:cNvSpPr/>
            <p:nvPr/>
          </p:nvSpPr>
          <p:spPr>
            <a:xfrm>
              <a:off x="1767871" y="1048977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34" name="ph4234"/>
            <p:cNvSpPr/>
            <p:nvPr/>
          </p:nvSpPr>
          <p:spPr>
            <a:xfrm>
              <a:off x="1790656" y="1048977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35" name="ph4235"/>
            <p:cNvSpPr/>
            <p:nvPr/>
          </p:nvSpPr>
          <p:spPr>
            <a:xfrm>
              <a:off x="1813440" y="1048977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36" name="ph4236"/>
            <p:cNvSpPr/>
            <p:nvPr/>
          </p:nvSpPr>
          <p:spPr>
            <a:xfrm>
              <a:off x="1836225" y="1048977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37" name="ph4237"/>
            <p:cNvSpPr/>
            <p:nvPr/>
          </p:nvSpPr>
          <p:spPr>
            <a:xfrm>
              <a:off x="1859009" y="1048977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38" name="ph4238"/>
            <p:cNvSpPr/>
            <p:nvPr/>
          </p:nvSpPr>
          <p:spPr>
            <a:xfrm>
              <a:off x="1881794" y="1048977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39" name="ph4239"/>
            <p:cNvSpPr/>
            <p:nvPr/>
          </p:nvSpPr>
          <p:spPr>
            <a:xfrm>
              <a:off x="1312180" y="1077883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40" name="ph4240"/>
            <p:cNvSpPr/>
            <p:nvPr/>
          </p:nvSpPr>
          <p:spPr>
            <a:xfrm>
              <a:off x="1334964" y="1077883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41" name="ph4241"/>
            <p:cNvSpPr/>
            <p:nvPr/>
          </p:nvSpPr>
          <p:spPr>
            <a:xfrm>
              <a:off x="1357749" y="1077883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42" name="ph4242"/>
            <p:cNvSpPr/>
            <p:nvPr/>
          </p:nvSpPr>
          <p:spPr>
            <a:xfrm>
              <a:off x="1380534" y="1077883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43" name="ph4243"/>
            <p:cNvSpPr/>
            <p:nvPr/>
          </p:nvSpPr>
          <p:spPr>
            <a:xfrm>
              <a:off x="1403318" y="1077883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44" name="ph4244"/>
            <p:cNvSpPr/>
            <p:nvPr/>
          </p:nvSpPr>
          <p:spPr>
            <a:xfrm>
              <a:off x="1426103" y="1077883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45" name="ph4245"/>
            <p:cNvSpPr/>
            <p:nvPr/>
          </p:nvSpPr>
          <p:spPr>
            <a:xfrm>
              <a:off x="1448887" y="1077883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46" name="ph4246"/>
            <p:cNvSpPr/>
            <p:nvPr/>
          </p:nvSpPr>
          <p:spPr>
            <a:xfrm>
              <a:off x="1471672" y="1077883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47" name="ph4247"/>
            <p:cNvSpPr/>
            <p:nvPr/>
          </p:nvSpPr>
          <p:spPr>
            <a:xfrm>
              <a:off x="1494456" y="1077883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399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399" y="943305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48" name="ph4248"/>
            <p:cNvSpPr/>
            <p:nvPr/>
          </p:nvSpPr>
          <p:spPr>
            <a:xfrm>
              <a:off x="1517241" y="1077883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49" name="ph4249"/>
            <p:cNvSpPr/>
            <p:nvPr/>
          </p:nvSpPr>
          <p:spPr>
            <a:xfrm>
              <a:off x="1540025" y="1077883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50" name="ph4250"/>
            <p:cNvSpPr/>
            <p:nvPr/>
          </p:nvSpPr>
          <p:spPr>
            <a:xfrm>
              <a:off x="1562810" y="1077883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51" name="ph4251"/>
            <p:cNvSpPr/>
            <p:nvPr/>
          </p:nvSpPr>
          <p:spPr>
            <a:xfrm>
              <a:off x="1653948" y="1077883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52" name="ph4252"/>
            <p:cNvSpPr/>
            <p:nvPr/>
          </p:nvSpPr>
          <p:spPr>
            <a:xfrm>
              <a:off x="1676733" y="1077883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53" name="ph4253"/>
            <p:cNvSpPr/>
            <p:nvPr/>
          </p:nvSpPr>
          <p:spPr>
            <a:xfrm>
              <a:off x="1699517" y="1077883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54" name="ph4254"/>
            <p:cNvSpPr/>
            <p:nvPr/>
          </p:nvSpPr>
          <p:spPr>
            <a:xfrm>
              <a:off x="1722302" y="1077883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55" name="ph4255"/>
            <p:cNvSpPr/>
            <p:nvPr/>
          </p:nvSpPr>
          <p:spPr>
            <a:xfrm>
              <a:off x="1745087" y="1077883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56" name="ph4256"/>
            <p:cNvSpPr/>
            <p:nvPr/>
          </p:nvSpPr>
          <p:spPr>
            <a:xfrm>
              <a:off x="1767871" y="1077883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57" name="ph4257"/>
            <p:cNvSpPr/>
            <p:nvPr/>
          </p:nvSpPr>
          <p:spPr>
            <a:xfrm>
              <a:off x="1790656" y="1077883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58" name="ph4258"/>
            <p:cNvSpPr/>
            <p:nvPr/>
          </p:nvSpPr>
          <p:spPr>
            <a:xfrm>
              <a:off x="1813440" y="1077883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59" name="ph4259"/>
            <p:cNvSpPr/>
            <p:nvPr/>
          </p:nvSpPr>
          <p:spPr>
            <a:xfrm>
              <a:off x="1836225" y="1077883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60" name="ph4260"/>
            <p:cNvSpPr/>
            <p:nvPr/>
          </p:nvSpPr>
          <p:spPr>
            <a:xfrm>
              <a:off x="1859009" y="1077883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61" name="ph4261"/>
            <p:cNvSpPr/>
            <p:nvPr/>
          </p:nvSpPr>
          <p:spPr>
            <a:xfrm>
              <a:off x="1289395" y="1106789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62" name="ph4262"/>
            <p:cNvSpPr/>
            <p:nvPr/>
          </p:nvSpPr>
          <p:spPr>
            <a:xfrm>
              <a:off x="1312180" y="1106789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63" name="ph4263"/>
            <p:cNvSpPr/>
            <p:nvPr/>
          </p:nvSpPr>
          <p:spPr>
            <a:xfrm>
              <a:off x="1334964" y="1106789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64" name="ph4264"/>
            <p:cNvSpPr/>
            <p:nvPr/>
          </p:nvSpPr>
          <p:spPr>
            <a:xfrm>
              <a:off x="1357749" y="1106789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65" name="ph4265"/>
            <p:cNvSpPr/>
            <p:nvPr/>
          </p:nvSpPr>
          <p:spPr>
            <a:xfrm>
              <a:off x="1380534" y="1106789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66" name="ph4266"/>
            <p:cNvSpPr/>
            <p:nvPr/>
          </p:nvSpPr>
          <p:spPr>
            <a:xfrm>
              <a:off x="1403318" y="1106789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67" name="ph4267"/>
            <p:cNvSpPr/>
            <p:nvPr/>
          </p:nvSpPr>
          <p:spPr>
            <a:xfrm>
              <a:off x="1426103" y="1106789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68" name="ph4268"/>
            <p:cNvSpPr/>
            <p:nvPr/>
          </p:nvSpPr>
          <p:spPr>
            <a:xfrm>
              <a:off x="1448887" y="1106789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69" name="ph4269"/>
            <p:cNvSpPr/>
            <p:nvPr/>
          </p:nvSpPr>
          <p:spPr>
            <a:xfrm>
              <a:off x="1471672" y="1106789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70" name="ph4270"/>
            <p:cNvSpPr/>
            <p:nvPr/>
          </p:nvSpPr>
          <p:spPr>
            <a:xfrm>
              <a:off x="1494456" y="1106789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399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399" y="943305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71" name="ph4271"/>
            <p:cNvSpPr/>
            <p:nvPr/>
          </p:nvSpPr>
          <p:spPr>
            <a:xfrm>
              <a:off x="1517241" y="1106789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72" name="ph4272"/>
            <p:cNvSpPr/>
            <p:nvPr/>
          </p:nvSpPr>
          <p:spPr>
            <a:xfrm>
              <a:off x="1540025" y="1106789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73" name="ph4273"/>
            <p:cNvSpPr/>
            <p:nvPr/>
          </p:nvSpPr>
          <p:spPr>
            <a:xfrm>
              <a:off x="1562810" y="1106789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74" name="ph4274"/>
            <p:cNvSpPr/>
            <p:nvPr/>
          </p:nvSpPr>
          <p:spPr>
            <a:xfrm>
              <a:off x="1653948" y="1106789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75" name="ph4275"/>
            <p:cNvSpPr/>
            <p:nvPr/>
          </p:nvSpPr>
          <p:spPr>
            <a:xfrm>
              <a:off x="1676733" y="1106789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76" name="ph4276"/>
            <p:cNvSpPr/>
            <p:nvPr/>
          </p:nvSpPr>
          <p:spPr>
            <a:xfrm>
              <a:off x="1699517" y="1106789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77" name="ph4277"/>
            <p:cNvSpPr/>
            <p:nvPr/>
          </p:nvSpPr>
          <p:spPr>
            <a:xfrm>
              <a:off x="1722302" y="1106789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78" name="ph4278"/>
            <p:cNvSpPr/>
            <p:nvPr/>
          </p:nvSpPr>
          <p:spPr>
            <a:xfrm>
              <a:off x="1745087" y="1106789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79" name="ph4279"/>
            <p:cNvSpPr/>
            <p:nvPr/>
          </p:nvSpPr>
          <p:spPr>
            <a:xfrm>
              <a:off x="1767871" y="1106789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80" name="ph4280"/>
            <p:cNvSpPr/>
            <p:nvPr/>
          </p:nvSpPr>
          <p:spPr>
            <a:xfrm>
              <a:off x="1790656" y="1106789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81" name="ph4281"/>
            <p:cNvSpPr/>
            <p:nvPr/>
          </p:nvSpPr>
          <p:spPr>
            <a:xfrm>
              <a:off x="1813440" y="1106789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82" name="ph4282"/>
            <p:cNvSpPr/>
            <p:nvPr/>
          </p:nvSpPr>
          <p:spPr>
            <a:xfrm>
              <a:off x="1836225" y="1106789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83" name="ph4283"/>
            <p:cNvSpPr/>
            <p:nvPr/>
          </p:nvSpPr>
          <p:spPr>
            <a:xfrm>
              <a:off x="1266611" y="1135694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84" name="ph4284"/>
            <p:cNvSpPr/>
            <p:nvPr/>
          </p:nvSpPr>
          <p:spPr>
            <a:xfrm>
              <a:off x="1289395" y="1135694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85" name="ph4285"/>
            <p:cNvSpPr/>
            <p:nvPr/>
          </p:nvSpPr>
          <p:spPr>
            <a:xfrm>
              <a:off x="1312180" y="1135694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86" name="ph4286"/>
            <p:cNvSpPr/>
            <p:nvPr/>
          </p:nvSpPr>
          <p:spPr>
            <a:xfrm>
              <a:off x="1334964" y="1135694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87" name="ph4287"/>
            <p:cNvSpPr/>
            <p:nvPr/>
          </p:nvSpPr>
          <p:spPr>
            <a:xfrm>
              <a:off x="1357749" y="1135694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88" name="ph4288"/>
            <p:cNvSpPr/>
            <p:nvPr/>
          </p:nvSpPr>
          <p:spPr>
            <a:xfrm>
              <a:off x="1380534" y="1135694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89" name="ph4289"/>
            <p:cNvSpPr/>
            <p:nvPr/>
          </p:nvSpPr>
          <p:spPr>
            <a:xfrm>
              <a:off x="1403318" y="1135694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90" name="ph4290"/>
            <p:cNvSpPr/>
            <p:nvPr/>
          </p:nvSpPr>
          <p:spPr>
            <a:xfrm>
              <a:off x="1426103" y="1135694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91" name="ph4291"/>
            <p:cNvSpPr/>
            <p:nvPr/>
          </p:nvSpPr>
          <p:spPr>
            <a:xfrm>
              <a:off x="1448887" y="1135694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92" name="ph4292"/>
            <p:cNvSpPr/>
            <p:nvPr/>
          </p:nvSpPr>
          <p:spPr>
            <a:xfrm>
              <a:off x="1471672" y="1135694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93" name="ph4293"/>
            <p:cNvSpPr/>
            <p:nvPr/>
          </p:nvSpPr>
          <p:spPr>
            <a:xfrm>
              <a:off x="1494456" y="1135694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399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399" y="943305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94" name="ph4294"/>
            <p:cNvSpPr/>
            <p:nvPr/>
          </p:nvSpPr>
          <p:spPr>
            <a:xfrm>
              <a:off x="1517241" y="1135694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95" name="ph4295"/>
            <p:cNvSpPr/>
            <p:nvPr/>
          </p:nvSpPr>
          <p:spPr>
            <a:xfrm>
              <a:off x="1540025" y="1135694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96" name="ph4296"/>
            <p:cNvSpPr/>
            <p:nvPr/>
          </p:nvSpPr>
          <p:spPr>
            <a:xfrm>
              <a:off x="1562810" y="1135694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97" name="ph4297"/>
            <p:cNvSpPr/>
            <p:nvPr/>
          </p:nvSpPr>
          <p:spPr>
            <a:xfrm>
              <a:off x="1585595" y="1135694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98" name="ph4298"/>
            <p:cNvSpPr/>
            <p:nvPr/>
          </p:nvSpPr>
          <p:spPr>
            <a:xfrm>
              <a:off x="1676733" y="1135694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299" name="ph4299"/>
            <p:cNvSpPr/>
            <p:nvPr/>
          </p:nvSpPr>
          <p:spPr>
            <a:xfrm>
              <a:off x="1699517" y="1135694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00" name="ph4300"/>
            <p:cNvSpPr/>
            <p:nvPr/>
          </p:nvSpPr>
          <p:spPr>
            <a:xfrm>
              <a:off x="1722302" y="1135694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01" name="ph4301"/>
            <p:cNvSpPr/>
            <p:nvPr/>
          </p:nvSpPr>
          <p:spPr>
            <a:xfrm>
              <a:off x="1745087" y="1135694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02" name="ph4302"/>
            <p:cNvSpPr/>
            <p:nvPr/>
          </p:nvSpPr>
          <p:spPr>
            <a:xfrm>
              <a:off x="1767871" y="1135694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03" name="ph4303"/>
            <p:cNvSpPr/>
            <p:nvPr/>
          </p:nvSpPr>
          <p:spPr>
            <a:xfrm>
              <a:off x="1790656" y="1135694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04" name="ph4304"/>
            <p:cNvSpPr/>
            <p:nvPr/>
          </p:nvSpPr>
          <p:spPr>
            <a:xfrm>
              <a:off x="1813440" y="1135694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05" name="ph4305"/>
            <p:cNvSpPr/>
            <p:nvPr/>
          </p:nvSpPr>
          <p:spPr>
            <a:xfrm>
              <a:off x="1266611" y="1164600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06" name="ph4306"/>
            <p:cNvSpPr/>
            <p:nvPr/>
          </p:nvSpPr>
          <p:spPr>
            <a:xfrm>
              <a:off x="1289395" y="1164600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07" name="ph4307"/>
            <p:cNvSpPr/>
            <p:nvPr/>
          </p:nvSpPr>
          <p:spPr>
            <a:xfrm>
              <a:off x="1312180" y="1164600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08" name="ph4308"/>
            <p:cNvSpPr/>
            <p:nvPr/>
          </p:nvSpPr>
          <p:spPr>
            <a:xfrm>
              <a:off x="1334964" y="1164600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09" name="ph4309"/>
            <p:cNvSpPr/>
            <p:nvPr/>
          </p:nvSpPr>
          <p:spPr>
            <a:xfrm>
              <a:off x="1357749" y="1164600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10" name="ph4310"/>
            <p:cNvSpPr/>
            <p:nvPr/>
          </p:nvSpPr>
          <p:spPr>
            <a:xfrm>
              <a:off x="1380534" y="1164600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11" name="ph4311"/>
            <p:cNvSpPr/>
            <p:nvPr/>
          </p:nvSpPr>
          <p:spPr>
            <a:xfrm>
              <a:off x="1403318" y="1164600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12" name="ph4312"/>
            <p:cNvSpPr/>
            <p:nvPr/>
          </p:nvSpPr>
          <p:spPr>
            <a:xfrm>
              <a:off x="1426103" y="1164600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13" name="ph4313"/>
            <p:cNvSpPr/>
            <p:nvPr/>
          </p:nvSpPr>
          <p:spPr>
            <a:xfrm>
              <a:off x="1448887" y="1164600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14" name="ph4314"/>
            <p:cNvSpPr/>
            <p:nvPr/>
          </p:nvSpPr>
          <p:spPr>
            <a:xfrm>
              <a:off x="1471672" y="1164600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15" name="ph4315"/>
            <p:cNvSpPr/>
            <p:nvPr/>
          </p:nvSpPr>
          <p:spPr>
            <a:xfrm>
              <a:off x="1494456" y="1164600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399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399" y="943305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16" name="ph4316"/>
            <p:cNvSpPr/>
            <p:nvPr/>
          </p:nvSpPr>
          <p:spPr>
            <a:xfrm>
              <a:off x="1517241" y="1164600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17" name="ph4317"/>
            <p:cNvSpPr/>
            <p:nvPr/>
          </p:nvSpPr>
          <p:spPr>
            <a:xfrm>
              <a:off x="1540025" y="1164600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18" name="ph4318"/>
            <p:cNvSpPr/>
            <p:nvPr/>
          </p:nvSpPr>
          <p:spPr>
            <a:xfrm>
              <a:off x="1562810" y="1164600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19" name="ph4319"/>
            <p:cNvSpPr/>
            <p:nvPr/>
          </p:nvSpPr>
          <p:spPr>
            <a:xfrm>
              <a:off x="1585595" y="1164600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20" name="ph4320"/>
            <p:cNvSpPr/>
            <p:nvPr/>
          </p:nvSpPr>
          <p:spPr>
            <a:xfrm>
              <a:off x="1676733" y="1164600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21" name="ph4321"/>
            <p:cNvSpPr/>
            <p:nvPr/>
          </p:nvSpPr>
          <p:spPr>
            <a:xfrm>
              <a:off x="1699517" y="1164600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22" name="ph4322"/>
            <p:cNvSpPr/>
            <p:nvPr/>
          </p:nvSpPr>
          <p:spPr>
            <a:xfrm>
              <a:off x="1722302" y="1164600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23" name="ph4323"/>
            <p:cNvSpPr/>
            <p:nvPr/>
          </p:nvSpPr>
          <p:spPr>
            <a:xfrm>
              <a:off x="1745087" y="1164600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24" name="ph4324"/>
            <p:cNvSpPr/>
            <p:nvPr/>
          </p:nvSpPr>
          <p:spPr>
            <a:xfrm>
              <a:off x="1767871" y="1164600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25" name="ph4325"/>
            <p:cNvSpPr/>
            <p:nvPr/>
          </p:nvSpPr>
          <p:spPr>
            <a:xfrm>
              <a:off x="1790656" y="1164600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26" name="ph4326"/>
            <p:cNvSpPr/>
            <p:nvPr/>
          </p:nvSpPr>
          <p:spPr>
            <a:xfrm>
              <a:off x="1243826" y="1193506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27" name="ph4327"/>
            <p:cNvSpPr/>
            <p:nvPr/>
          </p:nvSpPr>
          <p:spPr>
            <a:xfrm>
              <a:off x="1266611" y="1193506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28" name="ph4328"/>
            <p:cNvSpPr/>
            <p:nvPr/>
          </p:nvSpPr>
          <p:spPr>
            <a:xfrm>
              <a:off x="1289395" y="1193506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29" name="ph4329"/>
            <p:cNvSpPr/>
            <p:nvPr/>
          </p:nvSpPr>
          <p:spPr>
            <a:xfrm>
              <a:off x="1312180" y="1193506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30" name="ph4330"/>
            <p:cNvSpPr/>
            <p:nvPr/>
          </p:nvSpPr>
          <p:spPr>
            <a:xfrm>
              <a:off x="1334964" y="1193506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31" name="ph4331"/>
            <p:cNvSpPr/>
            <p:nvPr/>
          </p:nvSpPr>
          <p:spPr>
            <a:xfrm>
              <a:off x="1357749" y="1193506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32" name="ph4332"/>
            <p:cNvSpPr/>
            <p:nvPr/>
          </p:nvSpPr>
          <p:spPr>
            <a:xfrm>
              <a:off x="1380534" y="1193506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33" name="ph4333"/>
            <p:cNvSpPr/>
            <p:nvPr/>
          </p:nvSpPr>
          <p:spPr>
            <a:xfrm>
              <a:off x="1403318" y="1193506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34" name="ph4334"/>
            <p:cNvSpPr/>
            <p:nvPr/>
          </p:nvSpPr>
          <p:spPr>
            <a:xfrm>
              <a:off x="1426103" y="1193506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35" name="ph4335"/>
            <p:cNvSpPr/>
            <p:nvPr/>
          </p:nvSpPr>
          <p:spPr>
            <a:xfrm>
              <a:off x="1448887" y="1193506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36" name="ph4336"/>
            <p:cNvSpPr/>
            <p:nvPr/>
          </p:nvSpPr>
          <p:spPr>
            <a:xfrm>
              <a:off x="1471672" y="1193506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37" name="ph4337"/>
            <p:cNvSpPr/>
            <p:nvPr/>
          </p:nvSpPr>
          <p:spPr>
            <a:xfrm>
              <a:off x="1494456" y="1193506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399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399" y="943305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38" name="ph4338"/>
            <p:cNvSpPr/>
            <p:nvPr/>
          </p:nvSpPr>
          <p:spPr>
            <a:xfrm>
              <a:off x="1517241" y="1193506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39" name="ph4339"/>
            <p:cNvSpPr/>
            <p:nvPr/>
          </p:nvSpPr>
          <p:spPr>
            <a:xfrm>
              <a:off x="1540025" y="1193506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40" name="ph4340"/>
            <p:cNvSpPr/>
            <p:nvPr/>
          </p:nvSpPr>
          <p:spPr>
            <a:xfrm>
              <a:off x="1562810" y="1193506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41" name="ph4341"/>
            <p:cNvSpPr/>
            <p:nvPr/>
          </p:nvSpPr>
          <p:spPr>
            <a:xfrm>
              <a:off x="1585595" y="1193506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42" name="ph4342"/>
            <p:cNvSpPr/>
            <p:nvPr/>
          </p:nvSpPr>
          <p:spPr>
            <a:xfrm>
              <a:off x="1608379" y="1193506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43" name="ph4343"/>
            <p:cNvSpPr/>
            <p:nvPr/>
          </p:nvSpPr>
          <p:spPr>
            <a:xfrm>
              <a:off x="1676733" y="1193506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44" name="ph4344"/>
            <p:cNvSpPr/>
            <p:nvPr/>
          </p:nvSpPr>
          <p:spPr>
            <a:xfrm>
              <a:off x="1699517" y="1193506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45" name="ph4345"/>
            <p:cNvSpPr/>
            <p:nvPr/>
          </p:nvSpPr>
          <p:spPr>
            <a:xfrm>
              <a:off x="1722302" y="1193506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46" name="ph4346"/>
            <p:cNvSpPr/>
            <p:nvPr/>
          </p:nvSpPr>
          <p:spPr>
            <a:xfrm>
              <a:off x="1745087" y="1193506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47" name="ph4347"/>
            <p:cNvSpPr/>
            <p:nvPr/>
          </p:nvSpPr>
          <p:spPr>
            <a:xfrm>
              <a:off x="1767871" y="1193506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48" name="ph4348"/>
            <p:cNvSpPr/>
            <p:nvPr/>
          </p:nvSpPr>
          <p:spPr>
            <a:xfrm>
              <a:off x="1790656" y="1193506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49" name="ph4349"/>
            <p:cNvSpPr/>
            <p:nvPr/>
          </p:nvSpPr>
          <p:spPr>
            <a:xfrm>
              <a:off x="1243826" y="1222412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50" name="ph4350"/>
            <p:cNvSpPr/>
            <p:nvPr/>
          </p:nvSpPr>
          <p:spPr>
            <a:xfrm>
              <a:off x="1266611" y="1222412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51" name="ph4351"/>
            <p:cNvSpPr/>
            <p:nvPr/>
          </p:nvSpPr>
          <p:spPr>
            <a:xfrm>
              <a:off x="1289395" y="1222412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52" name="ph4352"/>
            <p:cNvSpPr/>
            <p:nvPr/>
          </p:nvSpPr>
          <p:spPr>
            <a:xfrm>
              <a:off x="1312180" y="1222412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53" name="ph4353"/>
            <p:cNvSpPr/>
            <p:nvPr/>
          </p:nvSpPr>
          <p:spPr>
            <a:xfrm>
              <a:off x="1334964" y="1222412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54" name="ph4354"/>
            <p:cNvSpPr/>
            <p:nvPr/>
          </p:nvSpPr>
          <p:spPr>
            <a:xfrm>
              <a:off x="1357749" y="1222412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55" name="ph4355"/>
            <p:cNvSpPr/>
            <p:nvPr/>
          </p:nvSpPr>
          <p:spPr>
            <a:xfrm>
              <a:off x="1380534" y="1222412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56" name="ph4356"/>
            <p:cNvSpPr/>
            <p:nvPr/>
          </p:nvSpPr>
          <p:spPr>
            <a:xfrm>
              <a:off x="1403318" y="1222412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57" name="ph4357"/>
            <p:cNvSpPr/>
            <p:nvPr/>
          </p:nvSpPr>
          <p:spPr>
            <a:xfrm>
              <a:off x="1426103" y="1222412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58" name="ph4358"/>
            <p:cNvSpPr/>
            <p:nvPr/>
          </p:nvSpPr>
          <p:spPr>
            <a:xfrm>
              <a:off x="1448887" y="1222412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59" name="ph4359"/>
            <p:cNvSpPr/>
            <p:nvPr/>
          </p:nvSpPr>
          <p:spPr>
            <a:xfrm>
              <a:off x="1471672" y="1222412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60" name="ph4360"/>
            <p:cNvSpPr/>
            <p:nvPr/>
          </p:nvSpPr>
          <p:spPr>
            <a:xfrm>
              <a:off x="1494456" y="1222412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399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399" y="943305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61" name="ph4361"/>
            <p:cNvSpPr/>
            <p:nvPr/>
          </p:nvSpPr>
          <p:spPr>
            <a:xfrm>
              <a:off x="1517241" y="1222412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62" name="ph4362"/>
            <p:cNvSpPr/>
            <p:nvPr/>
          </p:nvSpPr>
          <p:spPr>
            <a:xfrm>
              <a:off x="1540025" y="1222412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61CEAD">
                <a:alpha val="100000"/>
              </a:srgbClr>
            </a:solidFill>
            <a:ln w="5420" cap="flat">
              <a:solidFill>
                <a:srgbClr val="61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63" name="ph4363"/>
            <p:cNvSpPr/>
            <p:nvPr/>
          </p:nvSpPr>
          <p:spPr>
            <a:xfrm>
              <a:off x="1562810" y="1222412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64" name="ph4364"/>
            <p:cNvSpPr/>
            <p:nvPr/>
          </p:nvSpPr>
          <p:spPr>
            <a:xfrm>
              <a:off x="1585595" y="1222412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65" name="ph4365"/>
            <p:cNvSpPr/>
            <p:nvPr/>
          </p:nvSpPr>
          <p:spPr>
            <a:xfrm>
              <a:off x="1608379" y="1222412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66" name="ph4366"/>
            <p:cNvSpPr/>
            <p:nvPr/>
          </p:nvSpPr>
          <p:spPr>
            <a:xfrm>
              <a:off x="1631164" y="1222412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67" name="ph4367"/>
            <p:cNvSpPr/>
            <p:nvPr/>
          </p:nvSpPr>
          <p:spPr>
            <a:xfrm>
              <a:off x="1699517" y="1222412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68" name="ph4368"/>
            <p:cNvSpPr/>
            <p:nvPr/>
          </p:nvSpPr>
          <p:spPr>
            <a:xfrm>
              <a:off x="1722302" y="1222412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69" name="ph4369"/>
            <p:cNvSpPr/>
            <p:nvPr/>
          </p:nvSpPr>
          <p:spPr>
            <a:xfrm>
              <a:off x="1745087" y="1222412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70" name="ph4370"/>
            <p:cNvSpPr/>
            <p:nvPr/>
          </p:nvSpPr>
          <p:spPr>
            <a:xfrm>
              <a:off x="1767871" y="1222412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71" name="ph4371"/>
            <p:cNvSpPr/>
            <p:nvPr/>
          </p:nvSpPr>
          <p:spPr>
            <a:xfrm>
              <a:off x="1790656" y="1222412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72" name="ph4372"/>
            <p:cNvSpPr/>
            <p:nvPr/>
          </p:nvSpPr>
          <p:spPr>
            <a:xfrm>
              <a:off x="1243826" y="1251318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73" name="ph4373"/>
            <p:cNvSpPr/>
            <p:nvPr/>
          </p:nvSpPr>
          <p:spPr>
            <a:xfrm>
              <a:off x="1266611" y="1251318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74" name="ph4374"/>
            <p:cNvSpPr/>
            <p:nvPr/>
          </p:nvSpPr>
          <p:spPr>
            <a:xfrm>
              <a:off x="1289395" y="1251318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75" name="ph4375"/>
            <p:cNvSpPr/>
            <p:nvPr/>
          </p:nvSpPr>
          <p:spPr>
            <a:xfrm>
              <a:off x="1312180" y="1251318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76" name="ph4376"/>
            <p:cNvSpPr/>
            <p:nvPr/>
          </p:nvSpPr>
          <p:spPr>
            <a:xfrm>
              <a:off x="1334964" y="1251318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77" name="ph4377"/>
            <p:cNvSpPr/>
            <p:nvPr/>
          </p:nvSpPr>
          <p:spPr>
            <a:xfrm>
              <a:off x="1357749" y="1251318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78" name="ph4378"/>
            <p:cNvSpPr/>
            <p:nvPr/>
          </p:nvSpPr>
          <p:spPr>
            <a:xfrm>
              <a:off x="1380534" y="1251318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79" name="ph4379"/>
            <p:cNvSpPr/>
            <p:nvPr/>
          </p:nvSpPr>
          <p:spPr>
            <a:xfrm>
              <a:off x="1403318" y="1251318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80" name="ph4380"/>
            <p:cNvSpPr/>
            <p:nvPr/>
          </p:nvSpPr>
          <p:spPr>
            <a:xfrm>
              <a:off x="1426103" y="1251318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81" name="ph4381"/>
            <p:cNvSpPr/>
            <p:nvPr/>
          </p:nvSpPr>
          <p:spPr>
            <a:xfrm>
              <a:off x="1448887" y="1251318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82" name="ph4382"/>
            <p:cNvSpPr/>
            <p:nvPr/>
          </p:nvSpPr>
          <p:spPr>
            <a:xfrm>
              <a:off x="1471672" y="1251318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83" name="ph4383"/>
            <p:cNvSpPr/>
            <p:nvPr/>
          </p:nvSpPr>
          <p:spPr>
            <a:xfrm>
              <a:off x="1494456" y="1251318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399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399" y="943305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84" name="ph4384"/>
            <p:cNvSpPr/>
            <p:nvPr/>
          </p:nvSpPr>
          <p:spPr>
            <a:xfrm>
              <a:off x="1517241" y="1251318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7FD6B8">
                <a:alpha val="100000"/>
              </a:srgbClr>
            </a:solidFill>
            <a:ln w="5420" cap="flat">
              <a:solidFill>
                <a:srgbClr val="7F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85" name="ph4385"/>
            <p:cNvSpPr/>
            <p:nvPr/>
          </p:nvSpPr>
          <p:spPr>
            <a:xfrm>
              <a:off x="1540025" y="1251318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86" name="ph4386"/>
            <p:cNvSpPr/>
            <p:nvPr/>
          </p:nvSpPr>
          <p:spPr>
            <a:xfrm>
              <a:off x="1562810" y="1251318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87" name="ph4387"/>
            <p:cNvSpPr/>
            <p:nvPr/>
          </p:nvSpPr>
          <p:spPr>
            <a:xfrm>
              <a:off x="1585595" y="1251318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88" name="ph4388"/>
            <p:cNvSpPr/>
            <p:nvPr/>
          </p:nvSpPr>
          <p:spPr>
            <a:xfrm>
              <a:off x="1608379" y="1251318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89" name="ph4389"/>
            <p:cNvSpPr/>
            <p:nvPr/>
          </p:nvSpPr>
          <p:spPr>
            <a:xfrm>
              <a:off x="1631164" y="1251318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90" name="ph4390"/>
            <p:cNvSpPr/>
            <p:nvPr/>
          </p:nvSpPr>
          <p:spPr>
            <a:xfrm>
              <a:off x="1676733" y="1251318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91" name="ph4391"/>
            <p:cNvSpPr/>
            <p:nvPr/>
          </p:nvSpPr>
          <p:spPr>
            <a:xfrm>
              <a:off x="1699517" y="1251318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92" name="ph4392"/>
            <p:cNvSpPr/>
            <p:nvPr/>
          </p:nvSpPr>
          <p:spPr>
            <a:xfrm>
              <a:off x="1722302" y="1251318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93" name="ph4393"/>
            <p:cNvSpPr/>
            <p:nvPr/>
          </p:nvSpPr>
          <p:spPr>
            <a:xfrm>
              <a:off x="1745087" y="1251318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94" name="ph4394"/>
            <p:cNvSpPr/>
            <p:nvPr/>
          </p:nvSpPr>
          <p:spPr>
            <a:xfrm>
              <a:off x="1767871" y="1251318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95" name="ph4395"/>
            <p:cNvSpPr/>
            <p:nvPr/>
          </p:nvSpPr>
          <p:spPr>
            <a:xfrm>
              <a:off x="1790656" y="1251318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96" name="ph4396"/>
            <p:cNvSpPr/>
            <p:nvPr/>
          </p:nvSpPr>
          <p:spPr>
            <a:xfrm>
              <a:off x="1266611" y="1280224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97" name="ph4397"/>
            <p:cNvSpPr/>
            <p:nvPr/>
          </p:nvSpPr>
          <p:spPr>
            <a:xfrm>
              <a:off x="1289395" y="1280224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98" name="ph4398"/>
            <p:cNvSpPr/>
            <p:nvPr/>
          </p:nvSpPr>
          <p:spPr>
            <a:xfrm>
              <a:off x="1312180" y="1280224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399" name="ph4399"/>
            <p:cNvSpPr/>
            <p:nvPr/>
          </p:nvSpPr>
          <p:spPr>
            <a:xfrm>
              <a:off x="1334964" y="1280224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00" name="ph4400"/>
            <p:cNvSpPr/>
            <p:nvPr/>
          </p:nvSpPr>
          <p:spPr>
            <a:xfrm>
              <a:off x="1357749" y="1280224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01" name="ph4401"/>
            <p:cNvSpPr/>
            <p:nvPr/>
          </p:nvSpPr>
          <p:spPr>
            <a:xfrm>
              <a:off x="1380534" y="1280224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02" name="ph4402"/>
            <p:cNvSpPr/>
            <p:nvPr/>
          </p:nvSpPr>
          <p:spPr>
            <a:xfrm>
              <a:off x="1403318" y="1280224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03" name="ph4403"/>
            <p:cNvSpPr/>
            <p:nvPr/>
          </p:nvSpPr>
          <p:spPr>
            <a:xfrm>
              <a:off x="1426103" y="1280224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8FDCBF">
                <a:alpha val="100000"/>
              </a:srgbClr>
            </a:solidFill>
            <a:ln w="5420" cap="flat">
              <a:solidFill>
                <a:srgbClr val="8F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04" name="ph4404"/>
            <p:cNvSpPr/>
            <p:nvPr/>
          </p:nvSpPr>
          <p:spPr>
            <a:xfrm>
              <a:off x="1448887" y="1280224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05" name="ph4405"/>
            <p:cNvSpPr/>
            <p:nvPr/>
          </p:nvSpPr>
          <p:spPr>
            <a:xfrm>
              <a:off x="1471672" y="1280224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06" name="ph4406"/>
            <p:cNvSpPr/>
            <p:nvPr/>
          </p:nvSpPr>
          <p:spPr>
            <a:xfrm>
              <a:off x="1494456" y="1280224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399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399" y="943305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07" name="ph4407"/>
            <p:cNvSpPr/>
            <p:nvPr/>
          </p:nvSpPr>
          <p:spPr>
            <a:xfrm>
              <a:off x="1517241" y="1280224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8EDBBF">
                <a:alpha val="100000"/>
              </a:srgbClr>
            </a:solidFill>
            <a:ln w="5420" cap="flat">
              <a:solidFill>
                <a:srgbClr val="8E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08" name="ph4408"/>
            <p:cNvSpPr/>
            <p:nvPr/>
          </p:nvSpPr>
          <p:spPr>
            <a:xfrm>
              <a:off x="1540025" y="1280224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09" name="ph4409"/>
            <p:cNvSpPr/>
            <p:nvPr/>
          </p:nvSpPr>
          <p:spPr>
            <a:xfrm>
              <a:off x="1562810" y="1280224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10" name="ph4410"/>
            <p:cNvSpPr/>
            <p:nvPr/>
          </p:nvSpPr>
          <p:spPr>
            <a:xfrm>
              <a:off x="1585595" y="1280224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11" name="ph4411"/>
            <p:cNvSpPr/>
            <p:nvPr/>
          </p:nvSpPr>
          <p:spPr>
            <a:xfrm>
              <a:off x="1608379" y="1280224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12" name="ph4412"/>
            <p:cNvSpPr/>
            <p:nvPr/>
          </p:nvSpPr>
          <p:spPr>
            <a:xfrm>
              <a:off x="1631164" y="1280224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13" name="ph4413"/>
            <p:cNvSpPr/>
            <p:nvPr/>
          </p:nvSpPr>
          <p:spPr>
            <a:xfrm>
              <a:off x="1653948" y="1280224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14" name="ph4414"/>
            <p:cNvSpPr/>
            <p:nvPr/>
          </p:nvSpPr>
          <p:spPr>
            <a:xfrm>
              <a:off x="1676733" y="1280224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15" name="ph4415"/>
            <p:cNvSpPr/>
            <p:nvPr/>
          </p:nvSpPr>
          <p:spPr>
            <a:xfrm>
              <a:off x="1699517" y="1280224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16" name="ph4416"/>
            <p:cNvSpPr/>
            <p:nvPr/>
          </p:nvSpPr>
          <p:spPr>
            <a:xfrm>
              <a:off x="1722302" y="1280224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17" name="ph4417"/>
            <p:cNvSpPr/>
            <p:nvPr/>
          </p:nvSpPr>
          <p:spPr>
            <a:xfrm>
              <a:off x="1745087" y="1280224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18" name="ph4418"/>
            <p:cNvSpPr/>
            <p:nvPr/>
          </p:nvSpPr>
          <p:spPr>
            <a:xfrm>
              <a:off x="1767871" y="1280224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19" name="ph4419"/>
            <p:cNvSpPr/>
            <p:nvPr/>
          </p:nvSpPr>
          <p:spPr>
            <a:xfrm>
              <a:off x="1790656" y="1280224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20" name="ph4420"/>
            <p:cNvSpPr/>
            <p:nvPr/>
          </p:nvSpPr>
          <p:spPr>
            <a:xfrm>
              <a:off x="1289395" y="1309130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21" name="ph4421"/>
            <p:cNvSpPr/>
            <p:nvPr/>
          </p:nvSpPr>
          <p:spPr>
            <a:xfrm>
              <a:off x="1312180" y="1309130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22" name="ph4422"/>
            <p:cNvSpPr/>
            <p:nvPr/>
          </p:nvSpPr>
          <p:spPr>
            <a:xfrm>
              <a:off x="1334964" y="1309130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23" name="ph4423"/>
            <p:cNvSpPr/>
            <p:nvPr/>
          </p:nvSpPr>
          <p:spPr>
            <a:xfrm>
              <a:off x="1357749" y="1309130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24" name="ph4424"/>
            <p:cNvSpPr/>
            <p:nvPr/>
          </p:nvSpPr>
          <p:spPr>
            <a:xfrm>
              <a:off x="1380534" y="1309130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25" name="ph4425"/>
            <p:cNvSpPr/>
            <p:nvPr/>
          </p:nvSpPr>
          <p:spPr>
            <a:xfrm>
              <a:off x="1403318" y="1309130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26" name="ph4426"/>
            <p:cNvSpPr/>
            <p:nvPr/>
          </p:nvSpPr>
          <p:spPr>
            <a:xfrm>
              <a:off x="1426103" y="1309130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27" name="ph4427"/>
            <p:cNvSpPr/>
            <p:nvPr/>
          </p:nvSpPr>
          <p:spPr>
            <a:xfrm>
              <a:off x="1448887" y="1309130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BBEAD4">
                <a:alpha val="100000"/>
              </a:srgbClr>
            </a:solidFill>
            <a:ln w="5420" cap="flat">
              <a:solidFill>
                <a:srgbClr val="BB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28" name="ph4428"/>
            <p:cNvSpPr/>
            <p:nvPr/>
          </p:nvSpPr>
          <p:spPr>
            <a:xfrm>
              <a:off x="1471672" y="1309130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F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29" name="ph4429"/>
            <p:cNvSpPr/>
            <p:nvPr/>
          </p:nvSpPr>
          <p:spPr>
            <a:xfrm>
              <a:off x="1494456" y="1309130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399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399" y="943305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30" name="ph4430"/>
            <p:cNvSpPr/>
            <p:nvPr/>
          </p:nvSpPr>
          <p:spPr>
            <a:xfrm>
              <a:off x="1517241" y="1309130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31" name="ph4431"/>
            <p:cNvSpPr/>
            <p:nvPr/>
          </p:nvSpPr>
          <p:spPr>
            <a:xfrm>
              <a:off x="1540025" y="1309130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32" name="ph4432"/>
            <p:cNvSpPr/>
            <p:nvPr/>
          </p:nvSpPr>
          <p:spPr>
            <a:xfrm>
              <a:off x="1562810" y="1309130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33" name="ph4433"/>
            <p:cNvSpPr/>
            <p:nvPr/>
          </p:nvSpPr>
          <p:spPr>
            <a:xfrm>
              <a:off x="1585595" y="1309130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34" name="ph4434"/>
            <p:cNvSpPr/>
            <p:nvPr/>
          </p:nvSpPr>
          <p:spPr>
            <a:xfrm>
              <a:off x="1608379" y="1309130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35" name="ph4435"/>
            <p:cNvSpPr/>
            <p:nvPr/>
          </p:nvSpPr>
          <p:spPr>
            <a:xfrm>
              <a:off x="1631164" y="1309130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36" name="ph4436"/>
            <p:cNvSpPr/>
            <p:nvPr/>
          </p:nvSpPr>
          <p:spPr>
            <a:xfrm>
              <a:off x="1653948" y="1309130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37" name="ph4437"/>
            <p:cNvSpPr/>
            <p:nvPr/>
          </p:nvSpPr>
          <p:spPr>
            <a:xfrm>
              <a:off x="1676733" y="1309130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38" name="ph4438"/>
            <p:cNvSpPr/>
            <p:nvPr/>
          </p:nvSpPr>
          <p:spPr>
            <a:xfrm>
              <a:off x="1699517" y="1309130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39" name="ph4439"/>
            <p:cNvSpPr/>
            <p:nvPr/>
          </p:nvSpPr>
          <p:spPr>
            <a:xfrm>
              <a:off x="1722302" y="1309130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40" name="ph4440"/>
            <p:cNvSpPr/>
            <p:nvPr/>
          </p:nvSpPr>
          <p:spPr>
            <a:xfrm>
              <a:off x="1745087" y="1309130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41" name="ph4441"/>
            <p:cNvSpPr/>
            <p:nvPr/>
          </p:nvSpPr>
          <p:spPr>
            <a:xfrm>
              <a:off x="1767871" y="1309130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42" name="ph4442"/>
            <p:cNvSpPr/>
            <p:nvPr/>
          </p:nvSpPr>
          <p:spPr>
            <a:xfrm>
              <a:off x="1289395" y="1338036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43" name="ph4443"/>
            <p:cNvSpPr/>
            <p:nvPr/>
          </p:nvSpPr>
          <p:spPr>
            <a:xfrm>
              <a:off x="1312180" y="1338036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44" name="ph4444"/>
            <p:cNvSpPr/>
            <p:nvPr/>
          </p:nvSpPr>
          <p:spPr>
            <a:xfrm>
              <a:off x="1334964" y="1338036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45" name="ph4445"/>
            <p:cNvSpPr/>
            <p:nvPr/>
          </p:nvSpPr>
          <p:spPr>
            <a:xfrm>
              <a:off x="1357749" y="1338036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46" name="ph4446"/>
            <p:cNvSpPr/>
            <p:nvPr/>
          </p:nvSpPr>
          <p:spPr>
            <a:xfrm>
              <a:off x="1380534" y="1338036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47" name="ph4447"/>
            <p:cNvSpPr/>
            <p:nvPr/>
          </p:nvSpPr>
          <p:spPr>
            <a:xfrm>
              <a:off x="1403318" y="1338036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48" name="ph4448"/>
            <p:cNvSpPr/>
            <p:nvPr/>
          </p:nvSpPr>
          <p:spPr>
            <a:xfrm>
              <a:off x="1426103" y="1338036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49" name="ph4449"/>
            <p:cNvSpPr/>
            <p:nvPr/>
          </p:nvSpPr>
          <p:spPr>
            <a:xfrm>
              <a:off x="1448887" y="1338036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C8EEDA">
                <a:alpha val="100000"/>
              </a:srgbClr>
            </a:solidFill>
            <a:ln w="5420" cap="flat">
              <a:solidFill>
                <a:srgbClr val="C8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50" name="ph4450"/>
            <p:cNvSpPr/>
            <p:nvPr/>
          </p:nvSpPr>
          <p:spPr>
            <a:xfrm>
              <a:off x="1471672" y="1338036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CAEEDB">
                <a:alpha val="100000"/>
              </a:srgbClr>
            </a:solidFill>
            <a:ln w="5420" cap="flat">
              <a:solidFill>
                <a:srgbClr val="CAEE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51" name="ph4451"/>
            <p:cNvSpPr/>
            <p:nvPr/>
          </p:nvSpPr>
          <p:spPr>
            <a:xfrm>
              <a:off x="1494456" y="1338036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399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399" y="943305"/>
                  </a:lnTo>
                  <a:close/>
                </a:path>
              </a:pathLst>
            </a:custGeom>
            <a:solidFill>
              <a:srgbClr val="B8E9D2">
                <a:alpha val="100000"/>
              </a:srgbClr>
            </a:solidFill>
            <a:ln w="5420" cap="flat">
              <a:solidFill>
                <a:srgbClr val="B8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52" name="ph4452"/>
            <p:cNvSpPr/>
            <p:nvPr/>
          </p:nvSpPr>
          <p:spPr>
            <a:xfrm>
              <a:off x="1517241" y="1338036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53" name="ph4453"/>
            <p:cNvSpPr/>
            <p:nvPr/>
          </p:nvSpPr>
          <p:spPr>
            <a:xfrm>
              <a:off x="1540025" y="1338036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54" name="ph4454"/>
            <p:cNvSpPr/>
            <p:nvPr/>
          </p:nvSpPr>
          <p:spPr>
            <a:xfrm>
              <a:off x="1562810" y="1338036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55" name="ph4455"/>
            <p:cNvSpPr/>
            <p:nvPr/>
          </p:nvSpPr>
          <p:spPr>
            <a:xfrm>
              <a:off x="1585595" y="1338036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56" name="ph4456"/>
            <p:cNvSpPr/>
            <p:nvPr/>
          </p:nvSpPr>
          <p:spPr>
            <a:xfrm>
              <a:off x="1608379" y="1338036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57" name="ph4457"/>
            <p:cNvSpPr/>
            <p:nvPr/>
          </p:nvSpPr>
          <p:spPr>
            <a:xfrm>
              <a:off x="1631164" y="1338036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58" name="ph4458"/>
            <p:cNvSpPr/>
            <p:nvPr/>
          </p:nvSpPr>
          <p:spPr>
            <a:xfrm>
              <a:off x="1653948" y="1338036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59" name="ph4459"/>
            <p:cNvSpPr/>
            <p:nvPr/>
          </p:nvSpPr>
          <p:spPr>
            <a:xfrm>
              <a:off x="1676733" y="1338036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60" name="ph4460"/>
            <p:cNvSpPr/>
            <p:nvPr/>
          </p:nvSpPr>
          <p:spPr>
            <a:xfrm>
              <a:off x="1699517" y="1338036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61" name="ph4461"/>
            <p:cNvSpPr/>
            <p:nvPr/>
          </p:nvSpPr>
          <p:spPr>
            <a:xfrm>
              <a:off x="1722302" y="1338036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62" name="ph4462"/>
            <p:cNvSpPr/>
            <p:nvPr/>
          </p:nvSpPr>
          <p:spPr>
            <a:xfrm>
              <a:off x="1745087" y="1338036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63" name="ph4463"/>
            <p:cNvSpPr/>
            <p:nvPr/>
          </p:nvSpPr>
          <p:spPr>
            <a:xfrm>
              <a:off x="1334964" y="1366942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64" name="ph4464"/>
            <p:cNvSpPr/>
            <p:nvPr/>
          </p:nvSpPr>
          <p:spPr>
            <a:xfrm>
              <a:off x="1357749" y="1366942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65" name="ph4465"/>
            <p:cNvSpPr/>
            <p:nvPr/>
          </p:nvSpPr>
          <p:spPr>
            <a:xfrm>
              <a:off x="1380534" y="1366942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66" name="ph4466"/>
            <p:cNvSpPr/>
            <p:nvPr/>
          </p:nvSpPr>
          <p:spPr>
            <a:xfrm>
              <a:off x="1403318" y="1366942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9CDFC4">
                <a:alpha val="100000"/>
              </a:srgbClr>
            </a:solidFill>
            <a:ln w="5420" cap="flat">
              <a:solidFill>
                <a:srgbClr val="9C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67" name="ph4467"/>
            <p:cNvSpPr/>
            <p:nvPr/>
          </p:nvSpPr>
          <p:spPr>
            <a:xfrm>
              <a:off x="1426103" y="1366942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68" name="ph4468"/>
            <p:cNvSpPr/>
            <p:nvPr/>
          </p:nvSpPr>
          <p:spPr>
            <a:xfrm>
              <a:off x="1448887" y="1366942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C1ECD6">
                <a:alpha val="100000"/>
              </a:srgbClr>
            </a:solidFill>
            <a:ln w="5420" cap="flat">
              <a:solidFill>
                <a:srgbClr val="C1EC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69" name="ph4469"/>
            <p:cNvSpPr/>
            <p:nvPr/>
          </p:nvSpPr>
          <p:spPr>
            <a:xfrm>
              <a:off x="1471672" y="1366942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C2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70" name="ph4470"/>
            <p:cNvSpPr/>
            <p:nvPr/>
          </p:nvSpPr>
          <p:spPr>
            <a:xfrm>
              <a:off x="1494456" y="1366942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399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399" y="943305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71" name="ph4471"/>
            <p:cNvSpPr/>
            <p:nvPr/>
          </p:nvSpPr>
          <p:spPr>
            <a:xfrm>
              <a:off x="1517241" y="1366942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72" name="ph4472"/>
            <p:cNvSpPr/>
            <p:nvPr/>
          </p:nvSpPr>
          <p:spPr>
            <a:xfrm>
              <a:off x="1540025" y="1366942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73" name="ph4473"/>
            <p:cNvSpPr/>
            <p:nvPr/>
          </p:nvSpPr>
          <p:spPr>
            <a:xfrm>
              <a:off x="1562810" y="1366942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74" name="ph4474"/>
            <p:cNvSpPr/>
            <p:nvPr/>
          </p:nvSpPr>
          <p:spPr>
            <a:xfrm>
              <a:off x="1585595" y="1366942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75" name="ph4475"/>
            <p:cNvSpPr/>
            <p:nvPr/>
          </p:nvSpPr>
          <p:spPr>
            <a:xfrm>
              <a:off x="1608379" y="1366942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76" name="ph4476"/>
            <p:cNvSpPr/>
            <p:nvPr/>
          </p:nvSpPr>
          <p:spPr>
            <a:xfrm>
              <a:off x="1631164" y="1366942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77" name="ph4477"/>
            <p:cNvSpPr/>
            <p:nvPr/>
          </p:nvSpPr>
          <p:spPr>
            <a:xfrm>
              <a:off x="1653948" y="1366942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78" name="ph4478"/>
            <p:cNvSpPr/>
            <p:nvPr/>
          </p:nvSpPr>
          <p:spPr>
            <a:xfrm>
              <a:off x="1676733" y="1366942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79" name="ph4479"/>
            <p:cNvSpPr/>
            <p:nvPr/>
          </p:nvSpPr>
          <p:spPr>
            <a:xfrm>
              <a:off x="1699517" y="1366942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80" name="ph4480"/>
            <p:cNvSpPr/>
            <p:nvPr/>
          </p:nvSpPr>
          <p:spPr>
            <a:xfrm>
              <a:off x="1722302" y="1366942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81" name="ph4481"/>
            <p:cNvSpPr/>
            <p:nvPr/>
          </p:nvSpPr>
          <p:spPr>
            <a:xfrm>
              <a:off x="1357749" y="1395847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82" name="ph4482"/>
            <p:cNvSpPr/>
            <p:nvPr/>
          </p:nvSpPr>
          <p:spPr>
            <a:xfrm>
              <a:off x="1380534" y="1395847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83" name="ph4483"/>
            <p:cNvSpPr/>
            <p:nvPr/>
          </p:nvSpPr>
          <p:spPr>
            <a:xfrm>
              <a:off x="1403318" y="1395847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84" name="ph4484"/>
            <p:cNvSpPr/>
            <p:nvPr/>
          </p:nvSpPr>
          <p:spPr>
            <a:xfrm>
              <a:off x="1426103" y="1395847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85" name="ph4485"/>
            <p:cNvSpPr/>
            <p:nvPr/>
          </p:nvSpPr>
          <p:spPr>
            <a:xfrm>
              <a:off x="1448887" y="1395847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86" name="ph4486"/>
            <p:cNvSpPr/>
            <p:nvPr/>
          </p:nvSpPr>
          <p:spPr>
            <a:xfrm>
              <a:off x="1471672" y="1395847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87" name="ph4487"/>
            <p:cNvSpPr/>
            <p:nvPr/>
          </p:nvSpPr>
          <p:spPr>
            <a:xfrm>
              <a:off x="1494456" y="1395847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399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399" y="943305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88" name="ph4488"/>
            <p:cNvSpPr/>
            <p:nvPr/>
          </p:nvSpPr>
          <p:spPr>
            <a:xfrm>
              <a:off x="1517241" y="1395847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89" name="ph4489"/>
            <p:cNvSpPr/>
            <p:nvPr/>
          </p:nvSpPr>
          <p:spPr>
            <a:xfrm>
              <a:off x="1540025" y="1395847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90" name="ph4490"/>
            <p:cNvSpPr/>
            <p:nvPr/>
          </p:nvSpPr>
          <p:spPr>
            <a:xfrm>
              <a:off x="1562810" y="1395847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91" name="ph4491"/>
            <p:cNvSpPr/>
            <p:nvPr/>
          </p:nvSpPr>
          <p:spPr>
            <a:xfrm>
              <a:off x="1585595" y="1395847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92" name="ph4492"/>
            <p:cNvSpPr/>
            <p:nvPr/>
          </p:nvSpPr>
          <p:spPr>
            <a:xfrm>
              <a:off x="1608379" y="1395847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93" name="ph4493"/>
            <p:cNvSpPr/>
            <p:nvPr/>
          </p:nvSpPr>
          <p:spPr>
            <a:xfrm>
              <a:off x="1631164" y="1395847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94" name="ph4494"/>
            <p:cNvSpPr/>
            <p:nvPr/>
          </p:nvSpPr>
          <p:spPr>
            <a:xfrm>
              <a:off x="1653948" y="1395847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95" name="ph4495"/>
            <p:cNvSpPr/>
            <p:nvPr/>
          </p:nvSpPr>
          <p:spPr>
            <a:xfrm>
              <a:off x="1676733" y="1395847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96" name="ph4496"/>
            <p:cNvSpPr/>
            <p:nvPr/>
          </p:nvSpPr>
          <p:spPr>
            <a:xfrm>
              <a:off x="1699517" y="1395847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97" name="ph4497"/>
            <p:cNvSpPr/>
            <p:nvPr/>
          </p:nvSpPr>
          <p:spPr>
            <a:xfrm>
              <a:off x="1380534" y="1424753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98" name="ph4498"/>
            <p:cNvSpPr/>
            <p:nvPr/>
          </p:nvSpPr>
          <p:spPr>
            <a:xfrm>
              <a:off x="1403318" y="1424753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499" name="ph4499"/>
            <p:cNvSpPr/>
            <p:nvPr/>
          </p:nvSpPr>
          <p:spPr>
            <a:xfrm>
              <a:off x="1426103" y="1424753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00" name="ph4500"/>
            <p:cNvSpPr/>
            <p:nvPr/>
          </p:nvSpPr>
          <p:spPr>
            <a:xfrm>
              <a:off x="1448887" y="1424753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01" name="ph4501"/>
            <p:cNvSpPr/>
            <p:nvPr/>
          </p:nvSpPr>
          <p:spPr>
            <a:xfrm>
              <a:off x="1471672" y="1424753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02" name="ph4502"/>
            <p:cNvSpPr/>
            <p:nvPr/>
          </p:nvSpPr>
          <p:spPr>
            <a:xfrm>
              <a:off x="1494456" y="1424753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399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399" y="943305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03" name="ph4503"/>
            <p:cNvSpPr/>
            <p:nvPr/>
          </p:nvSpPr>
          <p:spPr>
            <a:xfrm>
              <a:off x="1517241" y="1424753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04" name="ph4504"/>
            <p:cNvSpPr/>
            <p:nvPr/>
          </p:nvSpPr>
          <p:spPr>
            <a:xfrm>
              <a:off x="1540025" y="1424753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05" name="ph4505"/>
            <p:cNvSpPr/>
            <p:nvPr/>
          </p:nvSpPr>
          <p:spPr>
            <a:xfrm>
              <a:off x="1562810" y="1424753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06" name="ph4506"/>
            <p:cNvSpPr/>
            <p:nvPr/>
          </p:nvSpPr>
          <p:spPr>
            <a:xfrm>
              <a:off x="1585595" y="1424753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07" name="ph4507"/>
            <p:cNvSpPr/>
            <p:nvPr/>
          </p:nvSpPr>
          <p:spPr>
            <a:xfrm>
              <a:off x="1608379" y="1424753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08" name="ph4508"/>
            <p:cNvSpPr/>
            <p:nvPr/>
          </p:nvSpPr>
          <p:spPr>
            <a:xfrm>
              <a:off x="1631164" y="1424753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09" name="ph4509"/>
            <p:cNvSpPr/>
            <p:nvPr/>
          </p:nvSpPr>
          <p:spPr>
            <a:xfrm>
              <a:off x="1653948" y="1424753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10" name="ph4510"/>
            <p:cNvSpPr/>
            <p:nvPr/>
          </p:nvSpPr>
          <p:spPr>
            <a:xfrm>
              <a:off x="1676733" y="1424753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11" name="ph4511"/>
            <p:cNvSpPr/>
            <p:nvPr/>
          </p:nvSpPr>
          <p:spPr>
            <a:xfrm>
              <a:off x="1699517" y="1424753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12" name="ph4512"/>
            <p:cNvSpPr/>
            <p:nvPr/>
          </p:nvSpPr>
          <p:spPr>
            <a:xfrm>
              <a:off x="1289395" y="1453659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13" name="ph4513"/>
            <p:cNvSpPr/>
            <p:nvPr/>
          </p:nvSpPr>
          <p:spPr>
            <a:xfrm>
              <a:off x="1312180" y="1453659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14" name="ph4514"/>
            <p:cNvSpPr/>
            <p:nvPr/>
          </p:nvSpPr>
          <p:spPr>
            <a:xfrm>
              <a:off x="1334964" y="1453659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15" name="ph4515"/>
            <p:cNvSpPr/>
            <p:nvPr/>
          </p:nvSpPr>
          <p:spPr>
            <a:xfrm>
              <a:off x="1357749" y="1453659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16" name="ph4516"/>
            <p:cNvSpPr/>
            <p:nvPr/>
          </p:nvSpPr>
          <p:spPr>
            <a:xfrm>
              <a:off x="1380534" y="1453659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17" name="ph4517"/>
            <p:cNvSpPr/>
            <p:nvPr/>
          </p:nvSpPr>
          <p:spPr>
            <a:xfrm>
              <a:off x="1403318" y="1453659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18" name="ph4518"/>
            <p:cNvSpPr/>
            <p:nvPr/>
          </p:nvSpPr>
          <p:spPr>
            <a:xfrm>
              <a:off x="1426103" y="1453659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19" name="ph4519"/>
            <p:cNvSpPr/>
            <p:nvPr/>
          </p:nvSpPr>
          <p:spPr>
            <a:xfrm>
              <a:off x="1448887" y="1453659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20" name="ph4520"/>
            <p:cNvSpPr/>
            <p:nvPr/>
          </p:nvSpPr>
          <p:spPr>
            <a:xfrm>
              <a:off x="1471672" y="1453659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21" name="ph4521"/>
            <p:cNvSpPr/>
            <p:nvPr/>
          </p:nvSpPr>
          <p:spPr>
            <a:xfrm>
              <a:off x="1494456" y="1453659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399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399" y="943305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22" name="ph4522"/>
            <p:cNvSpPr/>
            <p:nvPr/>
          </p:nvSpPr>
          <p:spPr>
            <a:xfrm>
              <a:off x="1517241" y="1453659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23" name="ph4523"/>
            <p:cNvSpPr/>
            <p:nvPr/>
          </p:nvSpPr>
          <p:spPr>
            <a:xfrm>
              <a:off x="1540025" y="1453659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24" name="ph4524"/>
            <p:cNvSpPr/>
            <p:nvPr/>
          </p:nvSpPr>
          <p:spPr>
            <a:xfrm>
              <a:off x="1562810" y="1453659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25" name="ph4525"/>
            <p:cNvSpPr/>
            <p:nvPr/>
          </p:nvSpPr>
          <p:spPr>
            <a:xfrm>
              <a:off x="1585595" y="1453659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26" name="ph4526"/>
            <p:cNvSpPr/>
            <p:nvPr/>
          </p:nvSpPr>
          <p:spPr>
            <a:xfrm>
              <a:off x="1608379" y="1453659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27" name="ph4527"/>
            <p:cNvSpPr/>
            <p:nvPr/>
          </p:nvSpPr>
          <p:spPr>
            <a:xfrm>
              <a:off x="1631164" y="1453659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28" name="ph4528"/>
            <p:cNvSpPr/>
            <p:nvPr/>
          </p:nvSpPr>
          <p:spPr>
            <a:xfrm>
              <a:off x="1653948" y="1453659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29" name="ph4529"/>
            <p:cNvSpPr/>
            <p:nvPr/>
          </p:nvSpPr>
          <p:spPr>
            <a:xfrm>
              <a:off x="1676733" y="1453659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30" name="ph4530"/>
            <p:cNvSpPr/>
            <p:nvPr/>
          </p:nvSpPr>
          <p:spPr>
            <a:xfrm>
              <a:off x="1266611" y="1482565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31" name="ph4531"/>
            <p:cNvSpPr/>
            <p:nvPr/>
          </p:nvSpPr>
          <p:spPr>
            <a:xfrm>
              <a:off x="1289395" y="1482565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32" name="ph4532"/>
            <p:cNvSpPr/>
            <p:nvPr/>
          </p:nvSpPr>
          <p:spPr>
            <a:xfrm>
              <a:off x="1312180" y="1482565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33" name="ph4533"/>
            <p:cNvSpPr/>
            <p:nvPr/>
          </p:nvSpPr>
          <p:spPr>
            <a:xfrm>
              <a:off x="1334964" y="1482565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34" name="ph4534"/>
            <p:cNvSpPr/>
            <p:nvPr/>
          </p:nvSpPr>
          <p:spPr>
            <a:xfrm>
              <a:off x="1357749" y="1482565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35" name="ph4535"/>
            <p:cNvSpPr/>
            <p:nvPr/>
          </p:nvSpPr>
          <p:spPr>
            <a:xfrm>
              <a:off x="1380534" y="1482565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36" name="ph4536"/>
            <p:cNvSpPr/>
            <p:nvPr/>
          </p:nvSpPr>
          <p:spPr>
            <a:xfrm>
              <a:off x="1403318" y="1482565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37" name="ph4537"/>
            <p:cNvSpPr/>
            <p:nvPr/>
          </p:nvSpPr>
          <p:spPr>
            <a:xfrm>
              <a:off x="1426103" y="1482565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38" name="ph4538"/>
            <p:cNvSpPr/>
            <p:nvPr/>
          </p:nvSpPr>
          <p:spPr>
            <a:xfrm>
              <a:off x="1448887" y="1482565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39" name="ph4539"/>
            <p:cNvSpPr/>
            <p:nvPr/>
          </p:nvSpPr>
          <p:spPr>
            <a:xfrm>
              <a:off x="1471672" y="1482565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40" name="ph4540"/>
            <p:cNvSpPr/>
            <p:nvPr/>
          </p:nvSpPr>
          <p:spPr>
            <a:xfrm>
              <a:off x="1494456" y="1482565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399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399" y="943305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41" name="ph4541"/>
            <p:cNvSpPr/>
            <p:nvPr/>
          </p:nvSpPr>
          <p:spPr>
            <a:xfrm>
              <a:off x="1517241" y="1482565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42" name="ph4542"/>
            <p:cNvSpPr/>
            <p:nvPr/>
          </p:nvSpPr>
          <p:spPr>
            <a:xfrm>
              <a:off x="1540025" y="1482565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43" name="ph4543"/>
            <p:cNvSpPr/>
            <p:nvPr/>
          </p:nvSpPr>
          <p:spPr>
            <a:xfrm>
              <a:off x="1562810" y="1482565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44" name="ph4544"/>
            <p:cNvSpPr/>
            <p:nvPr/>
          </p:nvSpPr>
          <p:spPr>
            <a:xfrm>
              <a:off x="1585595" y="1482565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45" name="ph4545"/>
            <p:cNvSpPr/>
            <p:nvPr/>
          </p:nvSpPr>
          <p:spPr>
            <a:xfrm>
              <a:off x="1608379" y="1482565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46" name="ph4546"/>
            <p:cNvSpPr/>
            <p:nvPr/>
          </p:nvSpPr>
          <p:spPr>
            <a:xfrm>
              <a:off x="1631164" y="1482565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47" name="ph4547"/>
            <p:cNvSpPr/>
            <p:nvPr/>
          </p:nvSpPr>
          <p:spPr>
            <a:xfrm>
              <a:off x="1653948" y="1482565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48" name="ph4548"/>
            <p:cNvSpPr/>
            <p:nvPr/>
          </p:nvSpPr>
          <p:spPr>
            <a:xfrm>
              <a:off x="1676733" y="1482565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49" name="ph4549"/>
            <p:cNvSpPr/>
            <p:nvPr/>
          </p:nvSpPr>
          <p:spPr>
            <a:xfrm>
              <a:off x="1266611" y="1511471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50" name="ph4550"/>
            <p:cNvSpPr/>
            <p:nvPr/>
          </p:nvSpPr>
          <p:spPr>
            <a:xfrm>
              <a:off x="1289395" y="1511471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51" name="ph4551"/>
            <p:cNvSpPr/>
            <p:nvPr/>
          </p:nvSpPr>
          <p:spPr>
            <a:xfrm>
              <a:off x="1312180" y="1511471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52" name="ph4552"/>
            <p:cNvSpPr/>
            <p:nvPr/>
          </p:nvSpPr>
          <p:spPr>
            <a:xfrm>
              <a:off x="1334964" y="1511471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53" name="ph4553"/>
            <p:cNvSpPr/>
            <p:nvPr/>
          </p:nvSpPr>
          <p:spPr>
            <a:xfrm>
              <a:off x="1357749" y="1511471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54" name="ph4554"/>
            <p:cNvSpPr/>
            <p:nvPr/>
          </p:nvSpPr>
          <p:spPr>
            <a:xfrm>
              <a:off x="1380534" y="1511471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55" name="ph4555"/>
            <p:cNvSpPr/>
            <p:nvPr/>
          </p:nvSpPr>
          <p:spPr>
            <a:xfrm>
              <a:off x="1403318" y="1511471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56" name="ph4556"/>
            <p:cNvSpPr/>
            <p:nvPr/>
          </p:nvSpPr>
          <p:spPr>
            <a:xfrm>
              <a:off x="1426103" y="1511471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57" name="ph4557"/>
            <p:cNvSpPr/>
            <p:nvPr/>
          </p:nvSpPr>
          <p:spPr>
            <a:xfrm>
              <a:off x="1448887" y="1511471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58" name="ph4558"/>
            <p:cNvSpPr/>
            <p:nvPr/>
          </p:nvSpPr>
          <p:spPr>
            <a:xfrm>
              <a:off x="1471672" y="1511471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59" name="ph4559"/>
            <p:cNvSpPr/>
            <p:nvPr/>
          </p:nvSpPr>
          <p:spPr>
            <a:xfrm>
              <a:off x="1494456" y="1511471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399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399" y="943305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60" name="ph4560"/>
            <p:cNvSpPr/>
            <p:nvPr/>
          </p:nvSpPr>
          <p:spPr>
            <a:xfrm>
              <a:off x="1517241" y="1511471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61" name="ph4561"/>
            <p:cNvSpPr/>
            <p:nvPr/>
          </p:nvSpPr>
          <p:spPr>
            <a:xfrm>
              <a:off x="1540025" y="1511471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62" name="ph4562"/>
            <p:cNvSpPr/>
            <p:nvPr/>
          </p:nvSpPr>
          <p:spPr>
            <a:xfrm>
              <a:off x="1562810" y="1511471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63" name="ph4563"/>
            <p:cNvSpPr/>
            <p:nvPr/>
          </p:nvSpPr>
          <p:spPr>
            <a:xfrm>
              <a:off x="1585595" y="1511471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64" name="ph4564"/>
            <p:cNvSpPr/>
            <p:nvPr/>
          </p:nvSpPr>
          <p:spPr>
            <a:xfrm>
              <a:off x="1608379" y="1511471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65" name="ph4565"/>
            <p:cNvSpPr/>
            <p:nvPr/>
          </p:nvSpPr>
          <p:spPr>
            <a:xfrm>
              <a:off x="1631164" y="1511471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66" name="ph4566"/>
            <p:cNvSpPr/>
            <p:nvPr/>
          </p:nvSpPr>
          <p:spPr>
            <a:xfrm>
              <a:off x="1653948" y="1511471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67" name="ph4567"/>
            <p:cNvSpPr/>
            <p:nvPr/>
          </p:nvSpPr>
          <p:spPr>
            <a:xfrm>
              <a:off x="1266611" y="1540377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68" name="ph4568"/>
            <p:cNvSpPr/>
            <p:nvPr/>
          </p:nvSpPr>
          <p:spPr>
            <a:xfrm>
              <a:off x="1289395" y="1540377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69" name="ph4569"/>
            <p:cNvSpPr/>
            <p:nvPr/>
          </p:nvSpPr>
          <p:spPr>
            <a:xfrm>
              <a:off x="1312180" y="1540377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70" name="ph4570"/>
            <p:cNvSpPr/>
            <p:nvPr/>
          </p:nvSpPr>
          <p:spPr>
            <a:xfrm>
              <a:off x="1334964" y="1540377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71" name="ph4571"/>
            <p:cNvSpPr/>
            <p:nvPr/>
          </p:nvSpPr>
          <p:spPr>
            <a:xfrm>
              <a:off x="1357749" y="1540377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72" name="ph4572"/>
            <p:cNvSpPr/>
            <p:nvPr/>
          </p:nvSpPr>
          <p:spPr>
            <a:xfrm>
              <a:off x="1380534" y="1540377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73" name="ph4573"/>
            <p:cNvSpPr/>
            <p:nvPr/>
          </p:nvSpPr>
          <p:spPr>
            <a:xfrm>
              <a:off x="1403318" y="1540377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74" name="ph4574"/>
            <p:cNvSpPr/>
            <p:nvPr/>
          </p:nvSpPr>
          <p:spPr>
            <a:xfrm>
              <a:off x="1426103" y="1540377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75" name="ph4575"/>
            <p:cNvSpPr/>
            <p:nvPr/>
          </p:nvSpPr>
          <p:spPr>
            <a:xfrm>
              <a:off x="1448887" y="1540377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76" name="ph4576"/>
            <p:cNvSpPr/>
            <p:nvPr/>
          </p:nvSpPr>
          <p:spPr>
            <a:xfrm>
              <a:off x="1471672" y="1540377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77" name="ph4577"/>
            <p:cNvSpPr/>
            <p:nvPr/>
          </p:nvSpPr>
          <p:spPr>
            <a:xfrm>
              <a:off x="1494456" y="1540377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399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399" y="943305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78" name="ph4578"/>
            <p:cNvSpPr/>
            <p:nvPr/>
          </p:nvSpPr>
          <p:spPr>
            <a:xfrm>
              <a:off x="1517241" y="1540377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79" name="ph4579"/>
            <p:cNvSpPr/>
            <p:nvPr/>
          </p:nvSpPr>
          <p:spPr>
            <a:xfrm>
              <a:off x="1540025" y="1540377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80" name="ph4580"/>
            <p:cNvSpPr/>
            <p:nvPr/>
          </p:nvSpPr>
          <p:spPr>
            <a:xfrm>
              <a:off x="1562810" y="1540377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81" name="ph4581"/>
            <p:cNvSpPr/>
            <p:nvPr/>
          </p:nvSpPr>
          <p:spPr>
            <a:xfrm>
              <a:off x="1585595" y="1540377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82" name="ph4582"/>
            <p:cNvSpPr/>
            <p:nvPr/>
          </p:nvSpPr>
          <p:spPr>
            <a:xfrm>
              <a:off x="1608379" y="1540377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83" name="ph4583"/>
            <p:cNvSpPr/>
            <p:nvPr/>
          </p:nvSpPr>
          <p:spPr>
            <a:xfrm>
              <a:off x="1631164" y="1540377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84" name="ph4584"/>
            <p:cNvSpPr/>
            <p:nvPr/>
          </p:nvSpPr>
          <p:spPr>
            <a:xfrm>
              <a:off x="1289395" y="1569283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85" name="ph4585"/>
            <p:cNvSpPr/>
            <p:nvPr/>
          </p:nvSpPr>
          <p:spPr>
            <a:xfrm>
              <a:off x="1312180" y="1569283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86" name="ph4586"/>
            <p:cNvSpPr/>
            <p:nvPr/>
          </p:nvSpPr>
          <p:spPr>
            <a:xfrm>
              <a:off x="1334964" y="1569283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87" name="ph4587"/>
            <p:cNvSpPr/>
            <p:nvPr/>
          </p:nvSpPr>
          <p:spPr>
            <a:xfrm>
              <a:off x="1357749" y="1569283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88" name="ph4588"/>
            <p:cNvSpPr/>
            <p:nvPr/>
          </p:nvSpPr>
          <p:spPr>
            <a:xfrm>
              <a:off x="1380534" y="1569283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89" name="ph4589"/>
            <p:cNvSpPr/>
            <p:nvPr/>
          </p:nvSpPr>
          <p:spPr>
            <a:xfrm>
              <a:off x="1403318" y="1569283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90" name="ph4590"/>
            <p:cNvSpPr/>
            <p:nvPr/>
          </p:nvSpPr>
          <p:spPr>
            <a:xfrm>
              <a:off x="1426103" y="1569283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91" name="ph4591"/>
            <p:cNvSpPr/>
            <p:nvPr/>
          </p:nvSpPr>
          <p:spPr>
            <a:xfrm>
              <a:off x="1448887" y="1569283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92" name="ph4592"/>
            <p:cNvSpPr/>
            <p:nvPr/>
          </p:nvSpPr>
          <p:spPr>
            <a:xfrm>
              <a:off x="1471672" y="1569283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93" name="ph4593"/>
            <p:cNvSpPr/>
            <p:nvPr/>
          </p:nvSpPr>
          <p:spPr>
            <a:xfrm>
              <a:off x="1494456" y="1569283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399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399" y="943305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94" name="ph4594"/>
            <p:cNvSpPr/>
            <p:nvPr/>
          </p:nvSpPr>
          <p:spPr>
            <a:xfrm>
              <a:off x="1517241" y="1569283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95" name="ph4595"/>
            <p:cNvSpPr/>
            <p:nvPr/>
          </p:nvSpPr>
          <p:spPr>
            <a:xfrm>
              <a:off x="1540025" y="1569283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96" name="ph4596"/>
            <p:cNvSpPr/>
            <p:nvPr/>
          </p:nvSpPr>
          <p:spPr>
            <a:xfrm>
              <a:off x="1562810" y="1569283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97" name="ph4597"/>
            <p:cNvSpPr/>
            <p:nvPr/>
          </p:nvSpPr>
          <p:spPr>
            <a:xfrm>
              <a:off x="1585595" y="1569283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98" name="ph4598"/>
            <p:cNvSpPr/>
            <p:nvPr/>
          </p:nvSpPr>
          <p:spPr>
            <a:xfrm>
              <a:off x="1608379" y="1569283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599" name="ph4599"/>
            <p:cNvSpPr/>
            <p:nvPr/>
          </p:nvSpPr>
          <p:spPr>
            <a:xfrm>
              <a:off x="1357749" y="1598189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00" name="ph4600"/>
            <p:cNvSpPr/>
            <p:nvPr/>
          </p:nvSpPr>
          <p:spPr>
            <a:xfrm>
              <a:off x="1380534" y="1598189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01" name="ph4601"/>
            <p:cNvSpPr/>
            <p:nvPr/>
          </p:nvSpPr>
          <p:spPr>
            <a:xfrm>
              <a:off x="1403318" y="1598189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02" name="ph4602"/>
            <p:cNvSpPr/>
            <p:nvPr/>
          </p:nvSpPr>
          <p:spPr>
            <a:xfrm>
              <a:off x="1426103" y="1598189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03" name="ph4603"/>
            <p:cNvSpPr/>
            <p:nvPr/>
          </p:nvSpPr>
          <p:spPr>
            <a:xfrm>
              <a:off x="1448887" y="1598189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04" name="ph4604"/>
            <p:cNvSpPr/>
            <p:nvPr/>
          </p:nvSpPr>
          <p:spPr>
            <a:xfrm>
              <a:off x="1471672" y="1598189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05" name="ph4605"/>
            <p:cNvSpPr/>
            <p:nvPr/>
          </p:nvSpPr>
          <p:spPr>
            <a:xfrm>
              <a:off x="1494456" y="1598189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399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399" y="943305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06" name="ph4606"/>
            <p:cNvSpPr/>
            <p:nvPr/>
          </p:nvSpPr>
          <p:spPr>
            <a:xfrm>
              <a:off x="1517241" y="1598189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07" name="ph4607"/>
            <p:cNvSpPr/>
            <p:nvPr/>
          </p:nvSpPr>
          <p:spPr>
            <a:xfrm>
              <a:off x="1540025" y="1598189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08" name="ph4608"/>
            <p:cNvSpPr/>
            <p:nvPr/>
          </p:nvSpPr>
          <p:spPr>
            <a:xfrm>
              <a:off x="1562810" y="1598189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09" name="ph4609"/>
            <p:cNvSpPr/>
            <p:nvPr/>
          </p:nvSpPr>
          <p:spPr>
            <a:xfrm>
              <a:off x="1585595" y="1598189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10" name="ph4610"/>
            <p:cNvSpPr/>
            <p:nvPr/>
          </p:nvSpPr>
          <p:spPr>
            <a:xfrm>
              <a:off x="1608379" y="1598189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11" name="ph4611"/>
            <p:cNvSpPr/>
            <p:nvPr/>
          </p:nvSpPr>
          <p:spPr>
            <a:xfrm>
              <a:off x="1403318" y="1627095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12" name="ph4612"/>
            <p:cNvSpPr/>
            <p:nvPr/>
          </p:nvSpPr>
          <p:spPr>
            <a:xfrm>
              <a:off x="1426103" y="1627095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13" name="ph4613"/>
            <p:cNvSpPr/>
            <p:nvPr/>
          </p:nvSpPr>
          <p:spPr>
            <a:xfrm>
              <a:off x="1448887" y="1627095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14" name="ph4614"/>
            <p:cNvSpPr/>
            <p:nvPr/>
          </p:nvSpPr>
          <p:spPr>
            <a:xfrm>
              <a:off x="1471672" y="1627095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15" name="ph4615"/>
            <p:cNvSpPr/>
            <p:nvPr/>
          </p:nvSpPr>
          <p:spPr>
            <a:xfrm>
              <a:off x="1494456" y="1627095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399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399" y="943305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16" name="ph4616"/>
            <p:cNvSpPr/>
            <p:nvPr/>
          </p:nvSpPr>
          <p:spPr>
            <a:xfrm>
              <a:off x="1517241" y="1627095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17" name="ph4617"/>
            <p:cNvSpPr/>
            <p:nvPr/>
          </p:nvSpPr>
          <p:spPr>
            <a:xfrm>
              <a:off x="1540025" y="1627095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18" name="ph4618"/>
            <p:cNvSpPr/>
            <p:nvPr/>
          </p:nvSpPr>
          <p:spPr>
            <a:xfrm>
              <a:off x="1562810" y="1627095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19" name="ph4619"/>
            <p:cNvSpPr/>
            <p:nvPr/>
          </p:nvSpPr>
          <p:spPr>
            <a:xfrm>
              <a:off x="1585595" y="1627095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20" name="ph4620"/>
            <p:cNvSpPr/>
            <p:nvPr/>
          </p:nvSpPr>
          <p:spPr>
            <a:xfrm>
              <a:off x="1608379" y="1627095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21" name="ph4621"/>
            <p:cNvSpPr/>
            <p:nvPr/>
          </p:nvSpPr>
          <p:spPr>
            <a:xfrm>
              <a:off x="1426103" y="1656000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22" name="ph4622"/>
            <p:cNvSpPr/>
            <p:nvPr/>
          </p:nvSpPr>
          <p:spPr>
            <a:xfrm>
              <a:off x="1448887" y="1656000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23" name="ph4623"/>
            <p:cNvSpPr/>
            <p:nvPr/>
          </p:nvSpPr>
          <p:spPr>
            <a:xfrm>
              <a:off x="1471672" y="1656000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24" name="ph4624"/>
            <p:cNvSpPr/>
            <p:nvPr/>
          </p:nvSpPr>
          <p:spPr>
            <a:xfrm>
              <a:off x="1494456" y="1656000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399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399" y="943305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25" name="ph4625"/>
            <p:cNvSpPr/>
            <p:nvPr/>
          </p:nvSpPr>
          <p:spPr>
            <a:xfrm>
              <a:off x="1517241" y="1656000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26" name="ph4626"/>
            <p:cNvSpPr/>
            <p:nvPr/>
          </p:nvSpPr>
          <p:spPr>
            <a:xfrm>
              <a:off x="1540025" y="1656000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27" name="ph4627"/>
            <p:cNvSpPr/>
            <p:nvPr/>
          </p:nvSpPr>
          <p:spPr>
            <a:xfrm>
              <a:off x="1562810" y="1656000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28" name="ph4628"/>
            <p:cNvSpPr/>
            <p:nvPr/>
          </p:nvSpPr>
          <p:spPr>
            <a:xfrm>
              <a:off x="1585595" y="1656000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29" name="ph4629"/>
            <p:cNvSpPr/>
            <p:nvPr/>
          </p:nvSpPr>
          <p:spPr>
            <a:xfrm>
              <a:off x="1608379" y="1656000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30" name="ph4630"/>
            <p:cNvSpPr/>
            <p:nvPr/>
          </p:nvSpPr>
          <p:spPr>
            <a:xfrm>
              <a:off x="1448887" y="1684906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31" name="ph4631"/>
            <p:cNvSpPr/>
            <p:nvPr/>
          </p:nvSpPr>
          <p:spPr>
            <a:xfrm>
              <a:off x="1471672" y="1684906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32" name="ph4632"/>
            <p:cNvSpPr/>
            <p:nvPr/>
          </p:nvSpPr>
          <p:spPr>
            <a:xfrm>
              <a:off x="1494456" y="1684906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399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399" y="943305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33" name="ph4633"/>
            <p:cNvSpPr/>
            <p:nvPr/>
          </p:nvSpPr>
          <p:spPr>
            <a:xfrm>
              <a:off x="1517241" y="1684906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34" name="ph4634"/>
            <p:cNvSpPr/>
            <p:nvPr/>
          </p:nvSpPr>
          <p:spPr>
            <a:xfrm>
              <a:off x="1540025" y="1684906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35" name="ph4635"/>
            <p:cNvSpPr/>
            <p:nvPr/>
          </p:nvSpPr>
          <p:spPr>
            <a:xfrm>
              <a:off x="1562810" y="1684906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36" name="ph4636"/>
            <p:cNvSpPr/>
            <p:nvPr/>
          </p:nvSpPr>
          <p:spPr>
            <a:xfrm>
              <a:off x="1585595" y="1684906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37" name="ph4637"/>
            <p:cNvSpPr/>
            <p:nvPr/>
          </p:nvSpPr>
          <p:spPr>
            <a:xfrm>
              <a:off x="1608379" y="1684906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38" name="ph4638"/>
            <p:cNvSpPr/>
            <p:nvPr/>
          </p:nvSpPr>
          <p:spPr>
            <a:xfrm>
              <a:off x="1631164" y="1684906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39" name="ph4639"/>
            <p:cNvSpPr/>
            <p:nvPr/>
          </p:nvSpPr>
          <p:spPr>
            <a:xfrm>
              <a:off x="1517241" y="1713812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40" name="ph4640"/>
            <p:cNvSpPr/>
            <p:nvPr/>
          </p:nvSpPr>
          <p:spPr>
            <a:xfrm>
              <a:off x="1540025" y="1713812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41" name="ph4641"/>
            <p:cNvSpPr/>
            <p:nvPr/>
          </p:nvSpPr>
          <p:spPr>
            <a:xfrm>
              <a:off x="1562810" y="1713812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42" name="ph4642"/>
            <p:cNvSpPr/>
            <p:nvPr/>
          </p:nvSpPr>
          <p:spPr>
            <a:xfrm>
              <a:off x="1585595" y="1713812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43" name="ph4643"/>
            <p:cNvSpPr/>
            <p:nvPr/>
          </p:nvSpPr>
          <p:spPr>
            <a:xfrm>
              <a:off x="1608379" y="1713812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44" name="ph4644"/>
            <p:cNvSpPr/>
            <p:nvPr/>
          </p:nvSpPr>
          <p:spPr>
            <a:xfrm>
              <a:off x="1631164" y="1713812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45" name="ph4645"/>
            <p:cNvSpPr/>
            <p:nvPr/>
          </p:nvSpPr>
          <p:spPr>
            <a:xfrm>
              <a:off x="1403318" y="1742718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46" name="ph4646"/>
            <p:cNvSpPr/>
            <p:nvPr/>
          </p:nvSpPr>
          <p:spPr>
            <a:xfrm>
              <a:off x="1494456" y="1742718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399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399" y="943305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47" name="ph4647"/>
            <p:cNvSpPr/>
            <p:nvPr/>
          </p:nvSpPr>
          <p:spPr>
            <a:xfrm>
              <a:off x="1517241" y="1742718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48" name="ph4648"/>
            <p:cNvSpPr/>
            <p:nvPr/>
          </p:nvSpPr>
          <p:spPr>
            <a:xfrm>
              <a:off x="1540025" y="1742718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49" name="ph4649"/>
            <p:cNvSpPr/>
            <p:nvPr/>
          </p:nvSpPr>
          <p:spPr>
            <a:xfrm>
              <a:off x="1562810" y="1742718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50" name="ph4650"/>
            <p:cNvSpPr/>
            <p:nvPr/>
          </p:nvSpPr>
          <p:spPr>
            <a:xfrm>
              <a:off x="1585595" y="1742718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51" name="ph4651"/>
            <p:cNvSpPr/>
            <p:nvPr/>
          </p:nvSpPr>
          <p:spPr>
            <a:xfrm>
              <a:off x="1608379" y="1742718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52" name="ph4652"/>
            <p:cNvSpPr/>
            <p:nvPr/>
          </p:nvSpPr>
          <p:spPr>
            <a:xfrm>
              <a:off x="1631164" y="1742718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53" name="ph4653"/>
            <p:cNvSpPr/>
            <p:nvPr/>
          </p:nvSpPr>
          <p:spPr>
            <a:xfrm>
              <a:off x="1380534" y="1771624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54" name="ph4654"/>
            <p:cNvSpPr/>
            <p:nvPr/>
          </p:nvSpPr>
          <p:spPr>
            <a:xfrm>
              <a:off x="1403318" y="1771624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55" name="ph4655"/>
            <p:cNvSpPr/>
            <p:nvPr/>
          </p:nvSpPr>
          <p:spPr>
            <a:xfrm>
              <a:off x="1426103" y="1771624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56" name="ph4656"/>
            <p:cNvSpPr/>
            <p:nvPr/>
          </p:nvSpPr>
          <p:spPr>
            <a:xfrm>
              <a:off x="1448887" y="1771624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57" name="ph4657"/>
            <p:cNvSpPr/>
            <p:nvPr/>
          </p:nvSpPr>
          <p:spPr>
            <a:xfrm>
              <a:off x="1471672" y="1771624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58" name="ph4658"/>
            <p:cNvSpPr/>
            <p:nvPr/>
          </p:nvSpPr>
          <p:spPr>
            <a:xfrm>
              <a:off x="1494456" y="1771624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399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399" y="943305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59" name="ph4659"/>
            <p:cNvSpPr/>
            <p:nvPr/>
          </p:nvSpPr>
          <p:spPr>
            <a:xfrm>
              <a:off x="1517241" y="1771624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60" name="ph4660"/>
            <p:cNvSpPr/>
            <p:nvPr/>
          </p:nvSpPr>
          <p:spPr>
            <a:xfrm>
              <a:off x="1540025" y="1771624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61" name="ph4661"/>
            <p:cNvSpPr/>
            <p:nvPr/>
          </p:nvSpPr>
          <p:spPr>
            <a:xfrm>
              <a:off x="1562810" y="1771624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62" name="ph4662"/>
            <p:cNvSpPr/>
            <p:nvPr/>
          </p:nvSpPr>
          <p:spPr>
            <a:xfrm>
              <a:off x="1585595" y="1771624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63" name="ph4663"/>
            <p:cNvSpPr/>
            <p:nvPr/>
          </p:nvSpPr>
          <p:spPr>
            <a:xfrm>
              <a:off x="1608379" y="1771624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64" name="ph4664"/>
            <p:cNvSpPr/>
            <p:nvPr/>
          </p:nvSpPr>
          <p:spPr>
            <a:xfrm>
              <a:off x="1631164" y="1771624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65" name="ph4665"/>
            <p:cNvSpPr/>
            <p:nvPr/>
          </p:nvSpPr>
          <p:spPr>
            <a:xfrm>
              <a:off x="1357749" y="1800530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66" name="ph4666"/>
            <p:cNvSpPr/>
            <p:nvPr/>
          </p:nvSpPr>
          <p:spPr>
            <a:xfrm>
              <a:off x="1380534" y="1800530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67" name="ph4667"/>
            <p:cNvSpPr/>
            <p:nvPr/>
          </p:nvSpPr>
          <p:spPr>
            <a:xfrm>
              <a:off x="1403318" y="1800530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68" name="ph4668"/>
            <p:cNvSpPr/>
            <p:nvPr/>
          </p:nvSpPr>
          <p:spPr>
            <a:xfrm>
              <a:off x="1426103" y="1800530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69" name="ph4669"/>
            <p:cNvSpPr/>
            <p:nvPr/>
          </p:nvSpPr>
          <p:spPr>
            <a:xfrm>
              <a:off x="1448887" y="1800530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70" name="ph4670"/>
            <p:cNvSpPr/>
            <p:nvPr/>
          </p:nvSpPr>
          <p:spPr>
            <a:xfrm>
              <a:off x="1471672" y="1800530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71" name="ph4671"/>
            <p:cNvSpPr/>
            <p:nvPr/>
          </p:nvSpPr>
          <p:spPr>
            <a:xfrm>
              <a:off x="1494456" y="1800530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399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399" y="943305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72" name="ph4672"/>
            <p:cNvSpPr/>
            <p:nvPr/>
          </p:nvSpPr>
          <p:spPr>
            <a:xfrm>
              <a:off x="1517241" y="1800530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73" name="ph4673"/>
            <p:cNvSpPr/>
            <p:nvPr/>
          </p:nvSpPr>
          <p:spPr>
            <a:xfrm>
              <a:off x="1540025" y="1800530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74" name="ph4674"/>
            <p:cNvSpPr/>
            <p:nvPr/>
          </p:nvSpPr>
          <p:spPr>
            <a:xfrm>
              <a:off x="1562810" y="1800530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75" name="ph4675"/>
            <p:cNvSpPr/>
            <p:nvPr/>
          </p:nvSpPr>
          <p:spPr>
            <a:xfrm>
              <a:off x="1585595" y="1800530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76" name="ph4676"/>
            <p:cNvSpPr/>
            <p:nvPr/>
          </p:nvSpPr>
          <p:spPr>
            <a:xfrm>
              <a:off x="1608379" y="1800530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77" name="ph4677"/>
            <p:cNvSpPr/>
            <p:nvPr/>
          </p:nvSpPr>
          <p:spPr>
            <a:xfrm>
              <a:off x="1631164" y="1800530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78" name="ph4678"/>
            <p:cNvSpPr/>
            <p:nvPr/>
          </p:nvSpPr>
          <p:spPr>
            <a:xfrm>
              <a:off x="1653948" y="1800530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79" name="ph4679"/>
            <p:cNvSpPr/>
            <p:nvPr/>
          </p:nvSpPr>
          <p:spPr>
            <a:xfrm>
              <a:off x="1357749" y="1829436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80" name="ph4680"/>
            <p:cNvSpPr/>
            <p:nvPr/>
          </p:nvSpPr>
          <p:spPr>
            <a:xfrm>
              <a:off x="1380534" y="1829436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81" name="ph4681"/>
            <p:cNvSpPr/>
            <p:nvPr/>
          </p:nvSpPr>
          <p:spPr>
            <a:xfrm>
              <a:off x="1403318" y="1829436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82" name="ph4682"/>
            <p:cNvSpPr/>
            <p:nvPr/>
          </p:nvSpPr>
          <p:spPr>
            <a:xfrm>
              <a:off x="1426103" y="1829436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83" name="ph4683"/>
            <p:cNvSpPr/>
            <p:nvPr/>
          </p:nvSpPr>
          <p:spPr>
            <a:xfrm>
              <a:off x="1448887" y="1829436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84" name="ph4684"/>
            <p:cNvSpPr/>
            <p:nvPr/>
          </p:nvSpPr>
          <p:spPr>
            <a:xfrm>
              <a:off x="1471672" y="1829436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85" name="ph4685"/>
            <p:cNvSpPr/>
            <p:nvPr/>
          </p:nvSpPr>
          <p:spPr>
            <a:xfrm>
              <a:off x="1494456" y="1829436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399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399" y="943305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86" name="ph4686"/>
            <p:cNvSpPr/>
            <p:nvPr/>
          </p:nvSpPr>
          <p:spPr>
            <a:xfrm>
              <a:off x="1517241" y="1829436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87" name="ph4687"/>
            <p:cNvSpPr/>
            <p:nvPr/>
          </p:nvSpPr>
          <p:spPr>
            <a:xfrm>
              <a:off x="1540025" y="1829436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88" name="ph4688"/>
            <p:cNvSpPr/>
            <p:nvPr/>
          </p:nvSpPr>
          <p:spPr>
            <a:xfrm>
              <a:off x="1562810" y="1829436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89" name="ph4689"/>
            <p:cNvSpPr/>
            <p:nvPr/>
          </p:nvSpPr>
          <p:spPr>
            <a:xfrm>
              <a:off x="1585595" y="1829436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90" name="ph4690"/>
            <p:cNvSpPr/>
            <p:nvPr/>
          </p:nvSpPr>
          <p:spPr>
            <a:xfrm>
              <a:off x="1608379" y="1829436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91" name="ph4691"/>
            <p:cNvSpPr/>
            <p:nvPr/>
          </p:nvSpPr>
          <p:spPr>
            <a:xfrm>
              <a:off x="1631164" y="1829436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92" name="ph4692"/>
            <p:cNvSpPr/>
            <p:nvPr/>
          </p:nvSpPr>
          <p:spPr>
            <a:xfrm>
              <a:off x="1653948" y="1829436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93" name="ph4693"/>
            <p:cNvSpPr/>
            <p:nvPr/>
          </p:nvSpPr>
          <p:spPr>
            <a:xfrm>
              <a:off x="1676733" y="1829436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94" name="ph4694"/>
            <p:cNvSpPr/>
            <p:nvPr/>
          </p:nvSpPr>
          <p:spPr>
            <a:xfrm>
              <a:off x="1357749" y="1858342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95" name="ph4695"/>
            <p:cNvSpPr/>
            <p:nvPr/>
          </p:nvSpPr>
          <p:spPr>
            <a:xfrm>
              <a:off x="1380534" y="1858342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96" name="ph4696"/>
            <p:cNvSpPr/>
            <p:nvPr/>
          </p:nvSpPr>
          <p:spPr>
            <a:xfrm>
              <a:off x="1403318" y="1858342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97" name="ph4697"/>
            <p:cNvSpPr/>
            <p:nvPr/>
          </p:nvSpPr>
          <p:spPr>
            <a:xfrm>
              <a:off x="1426103" y="1858342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98" name="ph4698"/>
            <p:cNvSpPr/>
            <p:nvPr/>
          </p:nvSpPr>
          <p:spPr>
            <a:xfrm>
              <a:off x="1448887" y="1858342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699" name="ph4699"/>
            <p:cNvSpPr/>
            <p:nvPr/>
          </p:nvSpPr>
          <p:spPr>
            <a:xfrm>
              <a:off x="1471672" y="1858342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00" name="ph4700"/>
            <p:cNvSpPr/>
            <p:nvPr/>
          </p:nvSpPr>
          <p:spPr>
            <a:xfrm>
              <a:off x="1494456" y="1858342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399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399" y="943305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01" name="ph4701"/>
            <p:cNvSpPr/>
            <p:nvPr/>
          </p:nvSpPr>
          <p:spPr>
            <a:xfrm>
              <a:off x="1517241" y="1858342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02" name="ph4702"/>
            <p:cNvSpPr/>
            <p:nvPr/>
          </p:nvSpPr>
          <p:spPr>
            <a:xfrm>
              <a:off x="1540025" y="1858342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03" name="ph4703"/>
            <p:cNvSpPr/>
            <p:nvPr/>
          </p:nvSpPr>
          <p:spPr>
            <a:xfrm>
              <a:off x="1562810" y="1858342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04" name="ph4704"/>
            <p:cNvSpPr/>
            <p:nvPr/>
          </p:nvSpPr>
          <p:spPr>
            <a:xfrm>
              <a:off x="1585595" y="1858342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05" name="ph4705"/>
            <p:cNvSpPr/>
            <p:nvPr/>
          </p:nvSpPr>
          <p:spPr>
            <a:xfrm>
              <a:off x="1608379" y="1858342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06" name="ph4706"/>
            <p:cNvSpPr/>
            <p:nvPr/>
          </p:nvSpPr>
          <p:spPr>
            <a:xfrm>
              <a:off x="1631164" y="1858342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07" name="ph4707"/>
            <p:cNvSpPr/>
            <p:nvPr/>
          </p:nvSpPr>
          <p:spPr>
            <a:xfrm>
              <a:off x="1653948" y="1858342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08" name="ph4708"/>
            <p:cNvSpPr/>
            <p:nvPr/>
          </p:nvSpPr>
          <p:spPr>
            <a:xfrm>
              <a:off x="1676733" y="1858342"/>
              <a:ext cx="937184" cy="943305"/>
            </a:xfrm>
            <a:custGeom>
              <a:avLst/>
              <a:gdLst/>
              <a:ahLst/>
              <a:cxnLst/>
              <a:rect l="0" t="0" r="0" b="0"/>
              <a:pathLst>
                <a:path w="937184" h="943305">
                  <a:moveTo>
                    <a:pt x="914400" y="914400"/>
                  </a:moveTo>
                  <a:lnTo>
                    <a:pt x="937184" y="914400"/>
                  </a:lnTo>
                  <a:lnTo>
                    <a:pt x="937184" y="943305"/>
                  </a:lnTo>
                  <a:lnTo>
                    <a:pt x="914400" y="943305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09" name="ph4709"/>
            <p:cNvSpPr/>
            <p:nvPr/>
          </p:nvSpPr>
          <p:spPr>
            <a:xfrm>
              <a:off x="1972693" y="849215"/>
              <a:ext cx="914858" cy="949866"/>
            </a:xfrm>
            <a:custGeom>
              <a:avLst/>
              <a:gdLst/>
              <a:ahLst/>
              <a:cxnLst/>
              <a:rect l="0" t="0" r="0" b="0"/>
              <a:pathLst>
                <a:path w="914858" h="949866">
                  <a:moveTo>
                    <a:pt x="914400" y="914400"/>
                  </a:moveTo>
                  <a:lnTo>
                    <a:pt x="907975" y="949866"/>
                  </a:lnTo>
                  <a:lnTo>
                    <a:pt x="907135" y="939096"/>
                  </a:lnTo>
                  <a:lnTo>
                    <a:pt x="909830" y="910163"/>
                  </a:lnTo>
                  <a:lnTo>
                    <a:pt x="914858" y="91016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000000">
                  <a:alpha val="6509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10" name="ph4710"/>
            <p:cNvSpPr/>
            <p:nvPr/>
          </p:nvSpPr>
          <p:spPr>
            <a:xfrm>
              <a:off x="1958457" y="845249"/>
              <a:ext cx="914521" cy="1176499"/>
            </a:xfrm>
            <a:custGeom>
              <a:avLst/>
              <a:gdLst/>
              <a:ahLst/>
              <a:cxnLst/>
              <a:rect l="0" t="0" r="0" b="0"/>
              <a:pathLst>
                <a:path w="914521" h="1176499">
                  <a:moveTo>
                    <a:pt x="914400" y="914400"/>
                  </a:moveTo>
                  <a:lnTo>
                    <a:pt x="902278" y="970005"/>
                  </a:lnTo>
                  <a:lnTo>
                    <a:pt x="885614" y="999644"/>
                  </a:lnTo>
                  <a:lnTo>
                    <a:pt x="870266" y="1020143"/>
                  </a:lnTo>
                  <a:lnTo>
                    <a:pt x="854431" y="1016754"/>
                  </a:lnTo>
                  <a:lnTo>
                    <a:pt x="857993" y="1033043"/>
                  </a:lnTo>
                  <a:lnTo>
                    <a:pt x="853642" y="1041528"/>
                  </a:lnTo>
                  <a:lnTo>
                    <a:pt x="849919" y="1059229"/>
                  </a:lnTo>
                  <a:lnTo>
                    <a:pt x="840479" y="1070961"/>
                  </a:lnTo>
                  <a:lnTo>
                    <a:pt x="831605" y="1069832"/>
                  </a:lnTo>
                  <a:lnTo>
                    <a:pt x="818857" y="1077918"/>
                  </a:lnTo>
                  <a:lnTo>
                    <a:pt x="813828" y="1084105"/>
                  </a:lnTo>
                  <a:lnTo>
                    <a:pt x="813454" y="1095953"/>
                  </a:lnTo>
                  <a:lnTo>
                    <a:pt x="804925" y="1106376"/>
                  </a:lnTo>
                  <a:lnTo>
                    <a:pt x="774146" y="1160518"/>
                  </a:lnTo>
                  <a:lnTo>
                    <a:pt x="747425" y="1176499"/>
                  </a:lnTo>
                  <a:lnTo>
                    <a:pt x="741031" y="1174176"/>
                  </a:lnTo>
                  <a:lnTo>
                    <a:pt x="748073" y="1148619"/>
                  </a:lnTo>
                  <a:lnTo>
                    <a:pt x="752899" y="1122780"/>
                  </a:lnTo>
                  <a:lnTo>
                    <a:pt x="736680" y="1111536"/>
                  </a:lnTo>
                  <a:lnTo>
                    <a:pt x="721159" y="1105593"/>
                  </a:lnTo>
                  <a:lnTo>
                    <a:pt x="703352" y="1106376"/>
                  </a:lnTo>
                  <a:lnTo>
                    <a:pt x="683683" y="1086287"/>
                  </a:lnTo>
                  <a:lnTo>
                    <a:pt x="658328" y="1071680"/>
                  </a:lnTo>
                  <a:lnTo>
                    <a:pt x="622936" y="1032158"/>
                  </a:lnTo>
                  <a:lnTo>
                    <a:pt x="623968" y="1021196"/>
                  </a:lnTo>
                  <a:lnTo>
                    <a:pt x="623077" y="1002802"/>
                  </a:lnTo>
                  <a:lnTo>
                    <a:pt x="633833" y="973741"/>
                  </a:lnTo>
                  <a:lnTo>
                    <a:pt x="644143" y="953421"/>
                  </a:lnTo>
                  <a:lnTo>
                    <a:pt x="658378" y="942896"/>
                  </a:lnTo>
                  <a:lnTo>
                    <a:pt x="699689" y="932177"/>
                  </a:lnTo>
                  <a:lnTo>
                    <a:pt x="710050" y="916055"/>
                  </a:lnTo>
                  <a:lnTo>
                    <a:pt x="710921" y="914129"/>
                  </a:lnTo>
                  <a:lnTo>
                    <a:pt x="914521" y="91412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000000">
                  <a:alpha val="6509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11" name="ph4711"/>
            <p:cNvSpPr/>
            <p:nvPr/>
          </p:nvSpPr>
          <p:spPr>
            <a:xfrm>
              <a:off x="1739781" y="856647"/>
              <a:ext cx="942800" cy="1933128"/>
            </a:xfrm>
            <a:custGeom>
              <a:avLst/>
              <a:gdLst/>
              <a:ahLst/>
              <a:cxnLst/>
              <a:rect l="0" t="0" r="0" b="0"/>
              <a:pathLst>
                <a:path w="942800" h="1933128">
                  <a:moveTo>
                    <a:pt x="914400" y="914400"/>
                  </a:moveTo>
                  <a:lnTo>
                    <a:pt x="883743" y="922307"/>
                  </a:lnTo>
                  <a:lnTo>
                    <a:pt x="867220" y="931009"/>
                  </a:lnTo>
                  <a:lnTo>
                    <a:pt x="854006" y="944320"/>
                  </a:lnTo>
                  <a:lnTo>
                    <a:pt x="846185" y="961033"/>
                  </a:lnTo>
                  <a:lnTo>
                    <a:pt x="828479" y="981173"/>
                  </a:lnTo>
                  <a:lnTo>
                    <a:pt x="829724" y="994664"/>
                  </a:lnTo>
                  <a:lnTo>
                    <a:pt x="832688" y="1004252"/>
                  </a:lnTo>
                  <a:lnTo>
                    <a:pt x="831322" y="1024238"/>
                  </a:lnTo>
                  <a:lnTo>
                    <a:pt x="842523" y="1043723"/>
                  </a:lnTo>
                  <a:lnTo>
                    <a:pt x="864731" y="1075646"/>
                  </a:lnTo>
                  <a:lnTo>
                    <a:pt x="868971" y="1125232"/>
                  </a:lnTo>
                  <a:lnTo>
                    <a:pt x="885918" y="1158413"/>
                  </a:lnTo>
                  <a:lnTo>
                    <a:pt x="911890" y="1197101"/>
                  </a:lnTo>
                  <a:lnTo>
                    <a:pt x="931863" y="1208102"/>
                  </a:lnTo>
                  <a:lnTo>
                    <a:pt x="932834" y="1222491"/>
                  </a:lnTo>
                  <a:lnTo>
                    <a:pt x="923617" y="1246251"/>
                  </a:lnTo>
                  <a:lnTo>
                    <a:pt x="911465" y="1257110"/>
                  </a:lnTo>
                  <a:lnTo>
                    <a:pt x="927269" y="1254941"/>
                  </a:lnTo>
                  <a:lnTo>
                    <a:pt x="935141" y="1260370"/>
                  </a:lnTo>
                  <a:lnTo>
                    <a:pt x="942800" y="1280189"/>
                  </a:lnTo>
                  <a:lnTo>
                    <a:pt x="942203" y="1300419"/>
                  </a:lnTo>
                  <a:lnTo>
                    <a:pt x="939613" y="1311817"/>
                  </a:lnTo>
                  <a:lnTo>
                    <a:pt x="934827" y="1316361"/>
                  </a:lnTo>
                  <a:lnTo>
                    <a:pt x="935030" y="1304719"/>
                  </a:lnTo>
                  <a:lnTo>
                    <a:pt x="931640" y="1300676"/>
                  </a:lnTo>
                  <a:lnTo>
                    <a:pt x="926045" y="1305720"/>
                  </a:lnTo>
                  <a:lnTo>
                    <a:pt x="922423" y="1311471"/>
                  </a:lnTo>
                  <a:lnTo>
                    <a:pt x="920915" y="1334126"/>
                  </a:lnTo>
                  <a:lnTo>
                    <a:pt x="917081" y="1345448"/>
                  </a:lnTo>
                  <a:lnTo>
                    <a:pt x="903523" y="1348811"/>
                  </a:lnTo>
                  <a:lnTo>
                    <a:pt x="889773" y="1378539"/>
                  </a:lnTo>
                  <a:lnTo>
                    <a:pt x="876984" y="1395406"/>
                  </a:lnTo>
                  <a:lnTo>
                    <a:pt x="826658" y="1509454"/>
                  </a:lnTo>
                  <a:lnTo>
                    <a:pt x="828580" y="1528516"/>
                  </a:lnTo>
                  <a:lnTo>
                    <a:pt x="819373" y="1534652"/>
                  </a:lnTo>
                  <a:lnTo>
                    <a:pt x="805431" y="1539645"/>
                  </a:lnTo>
                  <a:lnTo>
                    <a:pt x="791326" y="1551043"/>
                  </a:lnTo>
                  <a:lnTo>
                    <a:pt x="781967" y="1563610"/>
                  </a:lnTo>
                  <a:lnTo>
                    <a:pt x="773276" y="1597407"/>
                  </a:lnTo>
                  <a:lnTo>
                    <a:pt x="756622" y="1635453"/>
                  </a:lnTo>
                  <a:lnTo>
                    <a:pt x="746231" y="1619601"/>
                  </a:lnTo>
                  <a:lnTo>
                    <a:pt x="743570" y="1606033"/>
                  </a:lnTo>
                  <a:lnTo>
                    <a:pt x="748194" y="1570644"/>
                  </a:lnTo>
                  <a:lnTo>
                    <a:pt x="766204" y="1512625"/>
                  </a:lnTo>
                  <a:lnTo>
                    <a:pt x="786045" y="1476556"/>
                  </a:lnTo>
                  <a:lnTo>
                    <a:pt x="801181" y="1459458"/>
                  </a:lnTo>
                  <a:lnTo>
                    <a:pt x="813626" y="1424608"/>
                  </a:lnTo>
                  <a:lnTo>
                    <a:pt x="797903" y="1419409"/>
                  </a:lnTo>
                  <a:lnTo>
                    <a:pt x="773934" y="1419974"/>
                  </a:lnTo>
                  <a:lnTo>
                    <a:pt x="778446" y="1403891"/>
                  </a:lnTo>
                  <a:lnTo>
                    <a:pt x="785438" y="1389720"/>
                  </a:lnTo>
                  <a:lnTo>
                    <a:pt x="772942" y="1375600"/>
                  </a:lnTo>
                  <a:lnTo>
                    <a:pt x="765546" y="1373803"/>
                  </a:lnTo>
                  <a:lnTo>
                    <a:pt x="757927" y="1368014"/>
                  </a:lnTo>
                  <a:lnTo>
                    <a:pt x="766862" y="1356256"/>
                  </a:lnTo>
                  <a:lnTo>
                    <a:pt x="771222" y="1343831"/>
                  </a:lnTo>
                  <a:lnTo>
                    <a:pt x="768561" y="1328710"/>
                  </a:lnTo>
                  <a:lnTo>
                    <a:pt x="772305" y="1317324"/>
                  </a:lnTo>
                  <a:lnTo>
                    <a:pt x="766062" y="1319044"/>
                  </a:lnTo>
                  <a:lnTo>
                    <a:pt x="756025" y="1331097"/>
                  </a:lnTo>
                  <a:lnTo>
                    <a:pt x="749783" y="1335911"/>
                  </a:lnTo>
                  <a:lnTo>
                    <a:pt x="745978" y="1325244"/>
                  </a:lnTo>
                  <a:lnTo>
                    <a:pt x="741638" y="1327657"/>
                  </a:lnTo>
                  <a:lnTo>
                    <a:pt x="738815" y="1334986"/>
                  </a:lnTo>
                  <a:lnTo>
                    <a:pt x="732410" y="1339017"/>
                  </a:lnTo>
                  <a:lnTo>
                    <a:pt x="718883" y="1328992"/>
                  </a:lnTo>
                  <a:lnTo>
                    <a:pt x="699163" y="1317517"/>
                  </a:lnTo>
                  <a:lnTo>
                    <a:pt x="688185" y="1297775"/>
                  </a:lnTo>
                  <a:lnTo>
                    <a:pt x="681922" y="1282474"/>
                  </a:lnTo>
                  <a:lnTo>
                    <a:pt x="688287" y="1254787"/>
                  </a:lnTo>
                  <a:lnTo>
                    <a:pt x="701915" y="1249870"/>
                  </a:lnTo>
                  <a:lnTo>
                    <a:pt x="719621" y="1254363"/>
                  </a:lnTo>
                  <a:lnTo>
                    <a:pt x="742832" y="1254325"/>
                  </a:lnTo>
                  <a:lnTo>
                    <a:pt x="739513" y="1248176"/>
                  </a:lnTo>
                  <a:lnTo>
                    <a:pt x="731227" y="1249190"/>
                  </a:lnTo>
                  <a:lnTo>
                    <a:pt x="706762" y="1226727"/>
                  </a:lnTo>
                  <a:lnTo>
                    <a:pt x="698890" y="1213159"/>
                  </a:lnTo>
                  <a:lnTo>
                    <a:pt x="685352" y="1209437"/>
                  </a:lnTo>
                  <a:lnTo>
                    <a:pt x="679181" y="1222478"/>
                  </a:lnTo>
                  <a:lnTo>
                    <a:pt x="672331" y="1225944"/>
                  </a:lnTo>
                  <a:lnTo>
                    <a:pt x="680789" y="1197409"/>
                  </a:lnTo>
                  <a:lnTo>
                    <a:pt x="691848" y="1196241"/>
                  </a:lnTo>
                  <a:lnTo>
                    <a:pt x="708178" y="1188334"/>
                  </a:lnTo>
                  <a:lnTo>
                    <a:pt x="703433" y="1171814"/>
                  </a:lnTo>
                  <a:lnTo>
                    <a:pt x="693123" y="1164588"/>
                  </a:lnTo>
                  <a:lnTo>
                    <a:pt x="674506" y="1173650"/>
                  </a:lnTo>
                  <a:lnTo>
                    <a:pt x="674729" y="1162033"/>
                  </a:lnTo>
                  <a:lnTo>
                    <a:pt x="678219" y="1147156"/>
                  </a:lnTo>
                  <a:lnTo>
                    <a:pt x="692253" y="1147207"/>
                  </a:lnTo>
                  <a:lnTo>
                    <a:pt x="704546" y="1152060"/>
                  </a:lnTo>
                  <a:lnTo>
                    <a:pt x="715008" y="1128030"/>
                  </a:lnTo>
                  <a:lnTo>
                    <a:pt x="715473" y="1117299"/>
                  </a:lnTo>
                  <a:lnTo>
                    <a:pt x="698091" y="1132895"/>
                  </a:lnTo>
                  <a:lnTo>
                    <a:pt x="694185" y="1099252"/>
                  </a:lnTo>
                  <a:lnTo>
                    <a:pt x="711294" y="1066802"/>
                  </a:lnTo>
                  <a:lnTo>
                    <a:pt x="727615" y="1052657"/>
                  </a:lnTo>
                  <a:lnTo>
                    <a:pt x="748002" y="1053068"/>
                  </a:lnTo>
                  <a:lnTo>
                    <a:pt x="768723" y="1050783"/>
                  </a:lnTo>
                  <a:lnTo>
                    <a:pt x="755722" y="1044840"/>
                  </a:lnTo>
                  <a:lnTo>
                    <a:pt x="742376" y="1041618"/>
                  </a:lnTo>
                  <a:lnTo>
                    <a:pt x="752403" y="1028795"/>
                  </a:lnTo>
                  <a:lnTo>
                    <a:pt x="760953" y="1026497"/>
                  </a:lnTo>
                  <a:lnTo>
                    <a:pt x="769351" y="1015317"/>
                  </a:lnTo>
                  <a:lnTo>
                    <a:pt x="749155" y="1016973"/>
                  </a:lnTo>
                  <a:lnTo>
                    <a:pt x="751533" y="995819"/>
                  </a:lnTo>
                  <a:lnTo>
                    <a:pt x="741719" y="1000119"/>
                  </a:lnTo>
                  <a:lnTo>
                    <a:pt x="729972" y="1002108"/>
                  </a:lnTo>
                  <a:lnTo>
                    <a:pt x="725399" y="1011081"/>
                  </a:lnTo>
                  <a:lnTo>
                    <a:pt x="726299" y="1025984"/>
                  </a:lnTo>
                  <a:lnTo>
                    <a:pt x="722869" y="1035765"/>
                  </a:lnTo>
                  <a:lnTo>
                    <a:pt x="713733" y="1043620"/>
                  </a:lnTo>
                  <a:lnTo>
                    <a:pt x="698303" y="1049743"/>
                  </a:lnTo>
                  <a:lnTo>
                    <a:pt x="696806" y="1039128"/>
                  </a:lnTo>
                  <a:lnTo>
                    <a:pt x="691706" y="1034314"/>
                  </a:lnTo>
                  <a:lnTo>
                    <a:pt x="689804" y="1057047"/>
                  </a:lnTo>
                  <a:lnTo>
                    <a:pt x="685757" y="1064774"/>
                  </a:lnTo>
                  <a:lnTo>
                    <a:pt x="674476" y="1043441"/>
                  </a:lnTo>
                  <a:lnTo>
                    <a:pt x="671086" y="1047741"/>
                  </a:lnTo>
                  <a:lnTo>
                    <a:pt x="671521" y="1053799"/>
                  </a:lnTo>
                  <a:lnTo>
                    <a:pt x="668638" y="1064274"/>
                  </a:lnTo>
                  <a:lnTo>
                    <a:pt x="658965" y="1069729"/>
                  </a:lnTo>
                  <a:lnTo>
                    <a:pt x="659562" y="1083155"/>
                  </a:lnTo>
                  <a:lnTo>
                    <a:pt x="655808" y="1090472"/>
                  </a:lnTo>
                  <a:lnTo>
                    <a:pt x="624828" y="1078817"/>
                  </a:lnTo>
                  <a:lnTo>
                    <a:pt x="624099" y="1082770"/>
                  </a:lnTo>
                  <a:lnTo>
                    <a:pt x="641623" y="1107903"/>
                  </a:lnTo>
                  <a:lnTo>
                    <a:pt x="654422" y="1116491"/>
                  </a:lnTo>
                  <a:lnTo>
                    <a:pt x="655980" y="1130200"/>
                  </a:lnTo>
                  <a:lnTo>
                    <a:pt x="644992" y="1141572"/>
                  </a:lnTo>
                  <a:lnTo>
                    <a:pt x="629836" y="1131753"/>
                  </a:lnTo>
                  <a:lnTo>
                    <a:pt x="627286" y="1132472"/>
                  </a:lnTo>
                  <a:lnTo>
                    <a:pt x="635522" y="1149313"/>
                  </a:lnTo>
                  <a:lnTo>
                    <a:pt x="640713" y="1164023"/>
                  </a:lnTo>
                  <a:lnTo>
                    <a:pt x="635370" y="1176345"/>
                  </a:lnTo>
                  <a:lnTo>
                    <a:pt x="636200" y="1191518"/>
                  </a:lnTo>
                  <a:lnTo>
                    <a:pt x="635047" y="1205278"/>
                  </a:lnTo>
                  <a:lnTo>
                    <a:pt x="631779" y="1217280"/>
                  </a:lnTo>
                  <a:lnTo>
                    <a:pt x="639144" y="1272603"/>
                  </a:lnTo>
                  <a:lnTo>
                    <a:pt x="648018" y="1287647"/>
                  </a:lnTo>
                  <a:lnTo>
                    <a:pt x="656739" y="1302036"/>
                  </a:lnTo>
                  <a:lnTo>
                    <a:pt x="661363" y="1315501"/>
                  </a:lnTo>
                  <a:lnTo>
                    <a:pt x="652105" y="1317465"/>
                  </a:lnTo>
                  <a:lnTo>
                    <a:pt x="637364" y="1306388"/>
                  </a:lnTo>
                  <a:lnTo>
                    <a:pt x="624413" y="1297942"/>
                  </a:lnTo>
                  <a:lnTo>
                    <a:pt x="608983" y="1270934"/>
                  </a:lnTo>
                  <a:lnTo>
                    <a:pt x="606433" y="1260152"/>
                  </a:lnTo>
                  <a:lnTo>
                    <a:pt x="602670" y="1251629"/>
                  </a:lnTo>
                  <a:lnTo>
                    <a:pt x="604491" y="1271204"/>
                  </a:lnTo>
                  <a:lnTo>
                    <a:pt x="609995" y="1293064"/>
                  </a:lnTo>
                  <a:lnTo>
                    <a:pt x="658318" y="1341982"/>
                  </a:lnTo>
                  <a:lnTo>
                    <a:pt x="667242" y="1360748"/>
                  </a:lnTo>
                  <a:lnTo>
                    <a:pt x="674041" y="1375497"/>
                  </a:lnTo>
                  <a:lnTo>
                    <a:pt x="672331" y="1389630"/>
                  </a:lnTo>
                  <a:lnTo>
                    <a:pt x="659734" y="1379630"/>
                  </a:lnTo>
                  <a:lnTo>
                    <a:pt x="648868" y="1366884"/>
                  </a:lnTo>
                  <a:lnTo>
                    <a:pt x="620022" y="1352482"/>
                  </a:lnTo>
                  <a:lnTo>
                    <a:pt x="583648" y="1343381"/>
                  </a:lnTo>
                  <a:lnTo>
                    <a:pt x="563139" y="1309905"/>
                  </a:lnTo>
                  <a:lnTo>
                    <a:pt x="563210" y="1323870"/>
                  </a:lnTo>
                  <a:lnTo>
                    <a:pt x="558657" y="1335718"/>
                  </a:lnTo>
                  <a:lnTo>
                    <a:pt x="546121" y="1321278"/>
                  </a:lnTo>
                  <a:lnTo>
                    <a:pt x="538219" y="1308955"/>
                  </a:lnTo>
                  <a:lnTo>
                    <a:pt x="535568" y="1295451"/>
                  </a:lnTo>
                  <a:lnTo>
                    <a:pt x="519916" y="1296376"/>
                  </a:lnTo>
                  <a:lnTo>
                    <a:pt x="503505" y="1308108"/>
                  </a:lnTo>
                  <a:lnTo>
                    <a:pt x="487630" y="1305322"/>
                  </a:lnTo>
                  <a:lnTo>
                    <a:pt x="485748" y="1282423"/>
                  </a:lnTo>
                  <a:lnTo>
                    <a:pt x="490038" y="1270293"/>
                  </a:lnTo>
                  <a:lnTo>
                    <a:pt x="507856" y="1241604"/>
                  </a:lnTo>
                  <a:lnTo>
                    <a:pt x="524641" y="1226958"/>
                  </a:lnTo>
                  <a:lnTo>
                    <a:pt x="532047" y="1208050"/>
                  </a:lnTo>
                  <a:lnTo>
                    <a:pt x="529518" y="1178733"/>
                  </a:lnTo>
                  <a:lnTo>
                    <a:pt x="526361" y="1208564"/>
                  </a:lnTo>
                  <a:lnTo>
                    <a:pt x="516769" y="1223351"/>
                  </a:lnTo>
                  <a:lnTo>
                    <a:pt x="501694" y="1234647"/>
                  </a:lnTo>
                  <a:lnTo>
                    <a:pt x="481853" y="1254774"/>
                  </a:lnTo>
                  <a:lnTo>
                    <a:pt x="477006" y="1273386"/>
                  </a:lnTo>
                  <a:lnTo>
                    <a:pt x="470814" y="1308236"/>
                  </a:lnTo>
                  <a:lnTo>
                    <a:pt x="479192" y="1320032"/>
                  </a:lnTo>
                  <a:lnTo>
                    <a:pt x="487751" y="1323113"/>
                  </a:lnTo>
                  <a:lnTo>
                    <a:pt x="513036" y="1315206"/>
                  </a:lnTo>
                  <a:lnTo>
                    <a:pt x="526118" y="1318736"/>
                  </a:lnTo>
                  <a:lnTo>
                    <a:pt x="555217" y="1360697"/>
                  </a:lnTo>
                  <a:lnTo>
                    <a:pt x="609398" y="1377294"/>
                  </a:lnTo>
                  <a:lnTo>
                    <a:pt x="629158" y="1387666"/>
                  </a:lnTo>
                  <a:lnTo>
                    <a:pt x="645266" y="1409564"/>
                  </a:lnTo>
                  <a:lnTo>
                    <a:pt x="669478" y="1422169"/>
                  </a:lnTo>
                  <a:lnTo>
                    <a:pt x="688266" y="1440486"/>
                  </a:lnTo>
                  <a:lnTo>
                    <a:pt x="688772" y="1452437"/>
                  </a:lnTo>
                  <a:lnTo>
                    <a:pt x="682266" y="1466569"/>
                  </a:lnTo>
                  <a:lnTo>
                    <a:pt x="679697" y="1485695"/>
                  </a:lnTo>
                  <a:lnTo>
                    <a:pt x="671714" y="1497761"/>
                  </a:lnTo>
                  <a:lnTo>
                    <a:pt x="652550" y="1499147"/>
                  </a:lnTo>
                  <a:lnTo>
                    <a:pt x="640976" y="1496041"/>
                  </a:lnTo>
                  <a:lnTo>
                    <a:pt x="578751" y="1428805"/>
                  </a:lnTo>
                  <a:lnTo>
                    <a:pt x="571325" y="1422618"/>
                  </a:lnTo>
                  <a:lnTo>
                    <a:pt x="548246" y="1387409"/>
                  </a:lnTo>
                  <a:lnTo>
                    <a:pt x="521171" y="1368553"/>
                  </a:lnTo>
                  <a:lnTo>
                    <a:pt x="512793" y="1368951"/>
                  </a:lnTo>
                  <a:lnTo>
                    <a:pt x="551332" y="1403826"/>
                  </a:lnTo>
                  <a:lnTo>
                    <a:pt x="567065" y="1428215"/>
                  </a:lnTo>
                  <a:lnTo>
                    <a:pt x="594778" y="1462410"/>
                  </a:lnTo>
                  <a:lnTo>
                    <a:pt x="614588" y="1476889"/>
                  </a:lnTo>
                  <a:lnTo>
                    <a:pt x="629168" y="1499481"/>
                  </a:lnTo>
                  <a:lnTo>
                    <a:pt x="642716" y="1510071"/>
                  </a:lnTo>
                  <a:lnTo>
                    <a:pt x="679707" y="1525153"/>
                  </a:lnTo>
                  <a:lnTo>
                    <a:pt x="666847" y="1535987"/>
                  </a:lnTo>
                  <a:lnTo>
                    <a:pt x="687376" y="1545216"/>
                  </a:lnTo>
                  <a:lnTo>
                    <a:pt x="690310" y="1562185"/>
                  </a:lnTo>
                  <a:lnTo>
                    <a:pt x="688428" y="1581529"/>
                  </a:lnTo>
                  <a:lnTo>
                    <a:pt x="659936" y="1573879"/>
                  </a:lnTo>
                  <a:lnTo>
                    <a:pt x="659006" y="1588127"/>
                  </a:lnTo>
                  <a:lnTo>
                    <a:pt x="661555" y="1596534"/>
                  </a:lnTo>
                  <a:lnTo>
                    <a:pt x="648969" y="1603479"/>
                  </a:lnTo>
                  <a:lnTo>
                    <a:pt x="631465" y="1594057"/>
                  </a:lnTo>
                  <a:lnTo>
                    <a:pt x="586016" y="1542520"/>
                  </a:lnTo>
                  <a:lnTo>
                    <a:pt x="586400" y="1549413"/>
                  </a:lnTo>
                  <a:lnTo>
                    <a:pt x="590083" y="1557410"/>
                  </a:lnTo>
                  <a:lnTo>
                    <a:pt x="616440" y="1590591"/>
                  </a:lnTo>
                  <a:lnTo>
                    <a:pt x="639964" y="1610487"/>
                  </a:lnTo>
                  <a:lnTo>
                    <a:pt x="659906" y="1619472"/>
                  </a:lnTo>
                  <a:lnTo>
                    <a:pt x="675275" y="1636147"/>
                  </a:lnTo>
                  <a:lnTo>
                    <a:pt x="680698" y="1646236"/>
                  </a:lnTo>
                  <a:lnTo>
                    <a:pt x="684320" y="1661536"/>
                  </a:lnTo>
                  <a:lnTo>
                    <a:pt x="672928" y="1671934"/>
                  </a:lnTo>
                  <a:lnTo>
                    <a:pt x="659957" y="1677671"/>
                  </a:lnTo>
                  <a:lnTo>
                    <a:pt x="647289" y="1667300"/>
                  </a:lnTo>
                  <a:lnTo>
                    <a:pt x="638001" y="1656376"/>
                  </a:lnTo>
                  <a:lnTo>
                    <a:pt x="618221" y="1637828"/>
                  </a:lnTo>
                  <a:lnTo>
                    <a:pt x="612292" y="1617098"/>
                  </a:lnTo>
                  <a:lnTo>
                    <a:pt x="597246" y="1618163"/>
                  </a:lnTo>
                  <a:lnTo>
                    <a:pt x="534364" y="1591875"/>
                  </a:lnTo>
                  <a:lnTo>
                    <a:pt x="483826" y="1588846"/>
                  </a:lnTo>
                  <a:lnTo>
                    <a:pt x="488763" y="1594134"/>
                  </a:lnTo>
                  <a:lnTo>
                    <a:pt x="495158" y="1597651"/>
                  </a:lnTo>
                  <a:lnTo>
                    <a:pt x="535406" y="1604133"/>
                  </a:lnTo>
                  <a:lnTo>
                    <a:pt x="551312" y="1616238"/>
                  </a:lnTo>
                  <a:lnTo>
                    <a:pt x="584417" y="1626982"/>
                  </a:lnTo>
                  <a:lnTo>
                    <a:pt x="603803" y="1629921"/>
                  </a:lnTo>
                  <a:lnTo>
                    <a:pt x="611664" y="1662923"/>
                  </a:lnTo>
                  <a:lnTo>
                    <a:pt x="638456" y="1685630"/>
                  </a:lnTo>
                  <a:lnTo>
                    <a:pt x="641937" y="1702458"/>
                  </a:lnTo>
                  <a:lnTo>
                    <a:pt x="660230" y="1704345"/>
                  </a:lnTo>
                  <a:lnTo>
                    <a:pt x="692415" y="1687837"/>
                  </a:lnTo>
                  <a:lnTo>
                    <a:pt x="713187" y="1693627"/>
                  </a:lnTo>
                  <a:lnTo>
                    <a:pt x="743145" y="1698350"/>
                  </a:lnTo>
                  <a:lnTo>
                    <a:pt x="749995" y="1711674"/>
                  </a:lnTo>
                  <a:lnTo>
                    <a:pt x="755135" y="1737025"/>
                  </a:lnTo>
                  <a:lnTo>
                    <a:pt x="765728" y="1765547"/>
                  </a:lnTo>
                  <a:lnTo>
                    <a:pt x="793198" y="1878004"/>
                  </a:lnTo>
                  <a:lnTo>
                    <a:pt x="817931" y="1933128"/>
                  </a:lnTo>
                  <a:lnTo>
                    <a:pt x="810458" y="1933128"/>
                  </a:lnTo>
                  <a:lnTo>
                    <a:pt x="799340" y="1911006"/>
                  </a:lnTo>
                  <a:lnTo>
                    <a:pt x="782443" y="1867016"/>
                  </a:lnTo>
                  <a:lnTo>
                    <a:pt x="765081" y="1789345"/>
                  </a:lnTo>
                  <a:lnTo>
                    <a:pt x="760042" y="1771952"/>
                  </a:lnTo>
                  <a:lnTo>
                    <a:pt x="754113" y="1765008"/>
                  </a:lnTo>
                  <a:lnTo>
                    <a:pt x="750208" y="1770656"/>
                  </a:lnTo>
                  <a:lnTo>
                    <a:pt x="748528" y="1780552"/>
                  </a:lnTo>
                  <a:lnTo>
                    <a:pt x="751361" y="1788151"/>
                  </a:lnTo>
                  <a:lnTo>
                    <a:pt x="744521" y="1813721"/>
                  </a:lnTo>
                  <a:lnTo>
                    <a:pt x="747486" y="1825453"/>
                  </a:lnTo>
                  <a:lnTo>
                    <a:pt x="758595" y="1837583"/>
                  </a:lnTo>
                  <a:lnTo>
                    <a:pt x="770666" y="1867851"/>
                  </a:lnTo>
                  <a:lnTo>
                    <a:pt x="780308" y="1908605"/>
                  </a:lnTo>
                  <a:lnTo>
                    <a:pt x="767266" y="1892085"/>
                  </a:lnTo>
                  <a:lnTo>
                    <a:pt x="753344" y="1883331"/>
                  </a:lnTo>
                  <a:lnTo>
                    <a:pt x="731682" y="1876618"/>
                  </a:lnTo>
                  <a:lnTo>
                    <a:pt x="712387" y="1864847"/>
                  </a:lnTo>
                  <a:lnTo>
                    <a:pt x="713794" y="1881726"/>
                  </a:lnTo>
                  <a:lnTo>
                    <a:pt x="711942" y="1899954"/>
                  </a:lnTo>
                  <a:lnTo>
                    <a:pt x="697069" y="1894396"/>
                  </a:lnTo>
                  <a:lnTo>
                    <a:pt x="686951" y="1888350"/>
                  </a:lnTo>
                  <a:lnTo>
                    <a:pt x="695905" y="1907771"/>
                  </a:lnTo>
                  <a:lnTo>
                    <a:pt x="676469" y="1901943"/>
                  </a:lnTo>
                  <a:lnTo>
                    <a:pt x="663518" y="1903163"/>
                  </a:lnTo>
                  <a:lnTo>
                    <a:pt x="655100" y="1920402"/>
                  </a:lnTo>
                  <a:lnTo>
                    <a:pt x="643809" y="1930863"/>
                  </a:lnTo>
                  <a:lnTo>
                    <a:pt x="632607" y="1933128"/>
                  </a:lnTo>
                  <a:lnTo>
                    <a:pt x="625369" y="1933128"/>
                  </a:lnTo>
                  <a:lnTo>
                    <a:pt x="602346" y="1918476"/>
                  </a:lnTo>
                  <a:lnTo>
                    <a:pt x="594322" y="1899338"/>
                  </a:lnTo>
                  <a:lnTo>
                    <a:pt x="591004" y="1878030"/>
                  </a:lnTo>
                  <a:lnTo>
                    <a:pt x="589678" y="1903227"/>
                  </a:lnTo>
                  <a:lnTo>
                    <a:pt x="594090" y="1929464"/>
                  </a:lnTo>
                  <a:lnTo>
                    <a:pt x="593805" y="1933128"/>
                  </a:lnTo>
                  <a:lnTo>
                    <a:pt x="358338" y="1933128"/>
                  </a:lnTo>
                  <a:lnTo>
                    <a:pt x="358338" y="902731"/>
                  </a:lnTo>
                  <a:lnTo>
                    <a:pt x="924640" y="90273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000000">
                  <a:alpha val="6509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12" name="ph4712"/>
            <p:cNvSpPr/>
            <p:nvPr/>
          </p:nvSpPr>
          <p:spPr>
            <a:xfrm>
              <a:off x="1930926" y="952700"/>
              <a:ext cx="944186" cy="914400"/>
            </a:xfrm>
            <a:custGeom>
              <a:avLst/>
              <a:gdLst/>
              <a:ahLst/>
              <a:cxnLst/>
              <a:rect l="0" t="0" r="0" b="0"/>
              <a:pathLst>
                <a:path w="944186" h="914400">
                  <a:moveTo>
                    <a:pt x="914400" y="914400"/>
                  </a:moveTo>
                  <a:lnTo>
                    <a:pt x="913843" y="906749"/>
                  </a:lnTo>
                  <a:lnTo>
                    <a:pt x="944186" y="857343"/>
                  </a:lnTo>
                  <a:lnTo>
                    <a:pt x="938702" y="87460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000000">
                  <a:alpha val="6509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13" name="ph4713"/>
            <p:cNvSpPr/>
            <p:nvPr/>
          </p:nvSpPr>
          <p:spPr>
            <a:xfrm>
              <a:off x="1697185" y="1388382"/>
              <a:ext cx="972547" cy="914400"/>
            </a:xfrm>
            <a:custGeom>
              <a:avLst/>
              <a:gdLst/>
              <a:ahLst/>
              <a:cxnLst/>
              <a:rect l="0" t="0" r="0" b="0"/>
              <a:pathLst>
                <a:path w="972547" h="914400">
                  <a:moveTo>
                    <a:pt x="914400" y="914400"/>
                  </a:moveTo>
                  <a:lnTo>
                    <a:pt x="946008" y="861759"/>
                  </a:lnTo>
                  <a:lnTo>
                    <a:pt x="964361" y="817654"/>
                  </a:lnTo>
                  <a:lnTo>
                    <a:pt x="972547" y="802405"/>
                  </a:lnTo>
                  <a:lnTo>
                    <a:pt x="964604" y="833314"/>
                  </a:lnTo>
                  <a:lnTo>
                    <a:pt x="950722" y="861733"/>
                  </a:lnTo>
                  <a:lnTo>
                    <a:pt x="923819" y="91013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000000">
                  <a:alpha val="6509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14" name="pt4714"/>
            <p:cNvSpPr/>
            <p:nvPr/>
          </p:nvSpPr>
          <p:spPr>
            <a:xfrm>
              <a:off x="2520841" y="2338335"/>
              <a:ext cx="63202" cy="63202"/>
            </a:xfrm>
            <a:prstGeom prst="ellipse">
              <a:avLst/>
            </a:prstGeom>
            <a:solidFill>
              <a:srgbClr val="3A5996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15" name="pt4715"/>
            <p:cNvSpPr/>
            <p:nvPr/>
          </p:nvSpPr>
          <p:spPr>
            <a:xfrm>
              <a:off x="2676441" y="1955321"/>
              <a:ext cx="63202" cy="63202"/>
            </a:xfrm>
            <a:prstGeom prst="ellipse">
              <a:avLst/>
            </a:prstGeom>
            <a:solidFill>
              <a:srgbClr val="389B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16" name="pt4716"/>
            <p:cNvSpPr/>
            <p:nvPr/>
          </p:nvSpPr>
          <p:spPr>
            <a:xfrm>
              <a:off x="2551299" y="1860386"/>
              <a:ext cx="63202" cy="63202"/>
            </a:xfrm>
            <a:prstGeom prst="ellipse">
              <a:avLst/>
            </a:prstGeom>
            <a:solidFill>
              <a:srgbClr val="56BF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17" name="pt4717"/>
            <p:cNvSpPr/>
            <p:nvPr/>
          </p:nvSpPr>
          <p:spPr>
            <a:xfrm>
              <a:off x="2248821" y="2148969"/>
              <a:ext cx="63202" cy="63202"/>
            </a:xfrm>
            <a:prstGeom prst="ellipse">
              <a:avLst/>
            </a:prstGeom>
            <a:solidFill>
              <a:srgbClr val="57C0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18" name="pt4718"/>
            <p:cNvSpPr/>
            <p:nvPr/>
          </p:nvSpPr>
          <p:spPr>
            <a:xfrm>
              <a:off x="2328391" y="2215628"/>
              <a:ext cx="117405" cy="117405"/>
            </a:xfrm>
            <a:prstGeom prst="ellipse">
              <a:avLst/>
            </a:prstGeom>
            <a:solidFill>
              <a:srgbClr val="C5EDD8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19" name="pt4719"/>
            <p:cNvSpPr/>
            <p:nvPr/>
          </p:nvSpPr>
          <p:spPr>
            <a:xfrm>
              <a:off x="2320627" y="2408325"/>
              <a:ext cx="117405" cy="117405"/>
            </a:xfrm>
            <a:prstGeom prst="ellipse">
              <a:avLst/>
            </a:prstGeom>
            <a:solidFill>
              <a:srgbClr val="4BB0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20" name="pt4720"/>
            <p:cNvSpPr/>
            <p:nvPr/>
          </p:nvSpPr>
          <p:spPr>
            <a:xfrm>
              <a:off x="2261026" y="2417863"/>
              <a:ext cx="117405" cy="117405"/>
            </a:xfrm>
            <a:prstGeom prst="ellipse">
              <a:avLst/>
            </a:prstGeom>
            <a:solidFill>
              <a:srgbClr val="94DDC1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21" name="pg4721"/>
            <p:cNvSpPr/>
            <p:nvPr/>
          </p:nvSpPr>
          <p:spPr>
            <a:xfrm>
              <a:off x="2266592" y="2183041"/>
              <a:ext cx="158117" cy="136934"/>
            </a:xfrm>
            <a:custGeom>
              <a:avLst/>
              <a:gdLst/>
              <a:ahLst/>
              <a:cxnLst/>
              <a:rect l="0" t="0" r="0" b="0"/>
              <a:pathLst>
                <a:path w="158117" h="136934">
                  <a:moveTo>
                    <a:pt x="79058" y="0"/>
                  </a:moveTo>
                  <a:lnTo>
                    <a:pt x="158117" y="136934"/>
                  </a:lnTo>
                  <a:lnTo>
                    <a:pt x="0" y="136934"/>
                  </a:lnTo>
                  <a:close/>
                </a:path>
              </a:pathLst>
            </a:custGeom>
            <a:solidFill>
              <a:srgbClr val="FF149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30" name="rc4730"/>
            <p:cNvSpPr/>
            <p:nvPr/>
          </p:nvSpPr>
          <p:spPr>
            <a:xfrm>
              <a:off x="2045346" y="1707859"/>
              <a:ext cx="1161025" cy="1133437"/>
            </a:xfrm>
            <a:prstGeom prst="rect">
              <a:avLst/>
            </a:prstGeom>
            <a:noFill/>
            <a:ln w="127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</p:grpSp>
      <p:grpSp>
        <p:nvGrpSpPr>
          <p:cNvPr id="4744" name="Group 4743">
            <a:extLst>
              <a:ext uri="{FF2B5EF4-FFF2-40B4-BE49-F238E27FC236}">
                <a16:creationId xmlns:a16="http://schemas.microsoft.com/office/drawing/2014/main" id="{82C6CC97-9ACE-C07E-9CAE-A1D18E310788}"/>
              </a:ext>
            </a:extLst>
          </p:cNvPr>
          <p:cNvGrpSpPr/>
          <p:nvPr/>
        </p:nvGrpSpPr>
        <p:grpSpPr>
          <a:xfrm>
            <a:off x="2975050" y="2386609"/>
            <a:ext cx="1745927" cy="956615"/>
            <a:chOff x="1982016" y="1854105"/>
            <a:chExt cx="1454939" cy="797178"/>
          </a:xfrm>
        </p:grpSpPr>
        <p:sp>
          <p:nvSpPr>
            <p:cNvPr id="4745" name="pl4739">
              <a:extLst>
                <a:ext uri="{FF2B5EF4-FFF2-40B4-BE49-F238E27FC236}">
                  <a16:creationId xmlns:a16="http://schemas.microsoft.com/office/drawing/2014/main" id="{4222B694-5765-B519-C95B-BE59CF4A97A6}"/>
                </a:ext>
              </a:extLst>
            </p:cNvPr>
            <p:cNvSpPr/>
            <p:nvPr/>
          </p:nvSpPr>
          <p:spPr>
            <a:xfrm>
              <a:off x="2496271" y="1988846"/>
              <a:ext cx="195845" cy="114820"/>
            </a:xfrm>
            <a:custGeom>
              <a:avLst/>
              <a:gdLst/>
              <a:ahLst/>
              <a:cxnLst/>
              <a:rect l="0" t="0" r="0" b="0"/>
              <a:pathLst>
                <a:path w="112384" h="193555">
                  <a:moveTo>
                    <a:pt x="112384" y="0"/>
                  </a:moveTo>
                  <a:lnTo>
                    <a:pt x="0" y="193555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46" name="pl4739">
              <a:extLst>
                <a:ext uri="{FF2B5EF4-FFF2-40B4-BE49-F238E27FC236}">
                  <a16:creationId xmlns:a16="http://schemas.microsoft.com/office/drawing/2014/main" id="{BA070B9C-F062-D683-37A8-D343CC695989}"/>
                </a:ext>
              </a:extLst>
            </p:cNvPr>
            <p:cNvSpPr/>
            <p:nvPr/>
          </p:nvSpPr>
          <p:spPr>
            <a:xfrm>
              <a:off x="2486072" y="2204865"/>
              <a:ext cx="279054" cy="81288"/>
            </a:xfrm>
            <a:custGeom>
              <a:avLst/>
              <a:gdLst/>
              <a:ahLst/>
              <a:cxnLst/>
              <a:rect l="0" t="0" r="0" b="0"/>
              <a:pathLst>
                <a:path w="112384" h="193555">
                  <a:moveTo>
                    <a:pt x="112384" y="0"/>
                  </a:moveTo>
                  <a:lnTo>
                    <a:pt x="0" y="193555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47" name="pl4738">
              <a:extLst>
                <a:ext uri="{FF2B5EF4-FFF2-40B4-BE49-F238E27FC236}">
                  <a16:creationId xmlns:a16="http://schemas.microsoft.com/office/drawing/2014/main" id="{05B6EDFC-C0F0-6B61-8461-E647F5EE07F6}"/>
                </a:ext>
              </a:extLst>
            </p:cNvPr>
            <p:cNvSpPr/>
            <p:nvPr/>
          </p:nvSpPr>
          <p:spPr>
            <a:xfrm>
              <a:off x="2407999" y="2354043"/>
              <a:ext cx="438113" cy="76125"/>
            </a:xfrm>
            <a:custGeom>
              <a:avLst/>
              <a:gdLst/>
              <a:ahLst/>
              <a:cxnLst/>
              <a:rect l="0" t="0" r="0" b="0"/>
              <a:pathLst>
                <a:path w="292528" h="91649">
                  <a:moveTo>
                    <a:pt x="292528" y="91649"/>
                  </a:moveTo>
                  <a:lnTo>
                    <a:pt x="0" y="0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48" name="pl4739">
              <a:extLst>
                <a:ext uri="{FF2B5EF4-FFF2-40B4-BE49-F238E27FC236}">
                  <a16:creationId xmlns:a16="http://schemas.microsoft.com/office/drawing/2014/main" id="{8C266BDA-FA08-3A15-C1D0-134456BD068E}"/>
                </a:ext>
              </a:extLst>
            </p:cNvPr>
            <p:cNvSpPr/>
            <p:nvPr/>
          </p:nvSpPr>
          <p:spPr>
            <a:xfrm flipH="1" flipV="1">
              <a:off x="2286779" y="2117561"/>
              <a:ext cx="124982" cy="375325"/>
            </a:xfrm>
            <a:custGeom>
              <a:avLst/>
              <a:gdLst/>
              <a:ahLst/>
              <a:cxnLst/>
              <a:rect l="0" t="0" r="0" b="0"/>
              <a:pathLst>
                <a:path w="112384" h="193555">
                  <a:moveTo>
                    <a:pt x="112384" y="0"/>
                  </a:moveTo>
                  <a:lnTo>
                    <a:pt x="0" y="193555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49" name="pg4742">
              <a:extLst>
                <a:ext uri="{FF2B5EF4-FFF2-40B4-BE49-F238E27FC236}">
                  <a16:creationId xmlns:a16="http://schemas.microsoft.com/office/drawing/2014/main" id="{DA3647A6-36DA-E9D2-23CD-BF631B9D942F}"/>
                </a:ext>
              </a:extLst>
            </p:cNvPr>
            <p:cNvSpPr/>
            <p:nvPr/>
          </p:nvSpPr>
          <p:spPr>
            <a:xfrm>
              <a:off x="2699653" y="1854105"/>
              <a:ext cx="672465" cy="194858"/>
            </a:xfrm>
            <a:custGeom>
              <a:avLst/>
              <a:gdLst/>
              <a:ahLst/>
              <a:cxnLst/>
              <a:rect l="0" t="0" r="0" b="0"/>
              <a:pathLst>
                <a:path w="718078" h="194858">
                  <a:moveTo>
                    <a:pt x="27432" y="194858"/>
                  </a:moveTo>
                  <a:lnTo>
                    <a:pt x="690646" y="194858"/>
                  </a:lnTo>
                  <a:lnTo>
                    <a:pt x="689541" y="194836"/>
                  </a:lnTo>
                  <a:lnTo>
                    <a:pt x="693952" y="194658"/>
                  </a:lnTo>
                  <a:lnTo>
                    <a:pt x="698278" y="193775"/>
                  </a:lnTo>
                  <a:lnTo>
                    <a:pt x="702406" y="192210"/>
                  </a:lnTo>
                  <a:lnTo>
                    <a:pt x="706229" y="190002"/>
                  </a:lnTo>
                  <a:lnTo>
                    <a:pt x="709649" y="187210"/>
                  </a:lnTo>
                  <a:lnTo>
                    <a:pt x="712576" y="183906"/>
                  </a:lnTo>
                  <a:lnTo>
                    <a:pt x="714936" y="180174"/>
                  </a:lnTo>
                  <a:lnTo>
                    <a:pt x="716666" y="176113"/>
                  </a:lnTo>
                  <a:lnTo>
                    <a:pt x="717723" y="171827"/>
                  </a:lnTo>
                  <a:lnTo>
                    <a:pt x="718078" y="167426"/>
                  </a:lnTo>
                  <a:lnTo>
                    <a:pt x="718078" y="27431"/>
                  </a:lnTo>
                  <a:lnTo>
                    <a:pt x="717723" y="23031"/>
                  </a:lnTo>
                  <a:lnTo>
                    <a:pt x="716666" y="18745"/>
                  </a:lnTo>
                  <a:lnTo>
                    <a:pt x="714936" y="14683"/>
                  </a:lnTo>
                  <a:lnTo>
                    <a:pt x="712576" y="10952"/>
                  </a:lnTo>
                  <a:lnTo>
                    <a:pt x="709649" y="7647"/>
                  </a:lnTo>
                  <a:lnTo>
                    <a:pt x="706229" y="4855"/>
                  </a:lnTo>
                  <a:lnTo>
                    <a:pt x="702406" y="2648"/>
                  </a:lnTo>
                  <a:lnTo>
                    <a:pt x="698278" y="1083"/>
                  </a:lnTo>
                  <a:lnTo>
                    <a:pt x="693952" y="200"/>
                  </a:lnTo>
                  <a:lnTo>
                    <a:pt x="690646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7426"/>
                  </a:lnTo>
                  <a:lnTo>
                    <a:pt x="88" y="165219"/>
                  </a:lnTo>
                  <a:lnTo>
                    <a:pt x="88" y="169633"/>
                  </a:lnTo>
                  <a:lnTo>
                    <a:pt x="797" y="173991"/>
                  </a:lnTo>
                  <a:lnTo>
                    <a:pt x="2195" y="178179"/>
                  </a:lnTo>
                  <a:lnTo>
                    <a:pt x="4246" y="182088"/>
                  </a:lnTo>
                  <a:lnTo>
                    <a:pt x="6898" y="185617"/>
                  </a:lnTo>
                  <a:lnTo>
                    <a:pt x="10082" y="188675"/>
                  </a:lnTo>
                  <a:lnTo>
                    <a:pt x="13716" y="191183"/>
                  </a:lnTo>
                  <a:lnTo>
                    <a:pt x="17704" y="193076"/>
                  </a:lnTo>
                  <a:lnTo>
                    <a:pt x="21944" y="194304"/>
                  </a:lnTo>
                  <a:lnTo>
                    <a:pt x="26327" y="194836"/>
                  </a:lnTo>
                  <a:close/>
                </a:path>
              </a:pathLst>
            </a:custGeom>
            <a:solidFill>
              <a:schemeClr val="bg1"/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50" name="tx4743">
              <a:extLst>
                <a:ext uri="{FF2B5EF4-FFF2-40B4-BE49-F238E27FC236}">
                  <a16:creationId xmlns:a16="http://schemas.microsoft.com/office/drawing/2014/main" id="{4FB31DC9-2CE2-EBB6-F6CC-815A69EEEA56}"/>
                </a:ext>
              </a:extLst>
            </p:cNvPr>
            <p:cNvSpPr/>
            <p:nvPr/>
          </p:nvSpPr>
          <p:spPr>
            <a:xfrm>
              <a:off x="2713559" y="1899825"/>
              <a:ext cx="626638" cy="1034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365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S1</a:t>
              </a:r>
              <a:r>
                <a:rPr lang="en-US" sz="1365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-</a:t>
              </a:r>
              <a:r>
                <a:rPr sz="1365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LOLA</a:t>
              </a:r>
            </a:p>
          </p:txBody>
        </p:sp>
        <p:sp>
          <p:nvSpPr>
            <p:cNvPr id="4751" name="pg4744">
              <a:extLst>
                <a:ext uri="{FF2B5EF4-FFF2-40B4-BE49-F238E27FC236}">
                  <a16:creationId xmlns:a16="http://schemas.microsoft.com/office/drawing/2014/main" id="{7321CE4D-AB68-A9B0-8F40-18F36B6680D5}"/>
                </a:ext>
              </a:extLst>
            </p:cNvPr>
            <p:cNvSpPr/>
            <p:nvPr/>
          </p:nvSpPr>
          <p:spPr>
            <a:xfrm>
              <a:off x="2761961" y="2088473"/>
              <a:ext cx="674994" cy="194858"/>
            </a:xfrm>
            <a:custGeom>
              <a:avLst/>
              <a:gdLst/>
              <a:ahLst/>
              <a:cxnLst/>
              <a:rect l="0" t="0" r="0" b="0"/>
              <a:pathLst>
                <a:path w="742035" h="194858">
                  <a:moveTo>
                    <a:pt x="27431" y="194858"/>
                  </a:moveTo>
                  <a:lnTo>
                    <a:pt x="714603" y="194858"/>
                  </a:lnTo>
                  <a:lnTo>
                    <a:pt x="713499" y="194836"/>
                  </a:lnTo>
                  <a:lnTo>
                    <a:pt x="717910" y="194658"/>
                  </a:lnTo>
                  <a:lnTo>
                    <a:pt x="722235" y="193775"/>
                  </a:lnTo>
                  <a:lnTo>
                    <a:pt x="726363" y="192210"/>
                  </a:lnTo>
                  <a:lnTo>
                    <a:pt x="730186" y="190002"/>
                  </a:lnTo>
                  <a:lnTo>
                    <a:pt x="733606" y="187210"/>
                  </a:lnTo>
                  <a:lnTo>
                    <a:pt x="736533" y="183906"/>
                  </a:lnTo>
                  <a:lnTo>
                    <a:pt x="738893" y="180174"/>
                  </a:lnTo>
                  <a:lnTo>
                    <a:pt x="740623" y="176113"/>
                  </a:lnTo>
                  <a:lnTo>
                    <a:pt x="741680" y="171827"/>
                  </a:lnTo>
                  <a:lnTo>
                    <a:pt x="742035" y="167426"/>
                  </a:lnTo>
                  <a:lnTo>
                    <a:pt x="742035" y="27431"/>
                  </a:lnTo>
                  <a:lnTo>
                    <a:pt x="741680" y="23031"/>
                  </a:lnTo>
                  <a:lnTo>
                    <a:pt x="740623" y="18745"/>
                  </a:lnTo>
                  <a:lnTo>
                    <a:pt x="738893" y="14683"/>
                  </a:lnTo>
                  <a:lnTo>
                    <a:pt x="736533" y="10952"/>
                  </a:lnTo>
                  <a:lnTo>
                    <a:pt x="733606" y="7647"/>
                  </a:lnTo>
                  <a:lnTo>
                    <a:pt x="730186" y="4855"/>
                  </a:lnTo>
                  <a:lnTo>
                    <a:pt x="726363" y="2648"/>
                  </a:lnTo>
                  <a:lnTo>
                    <a:pt x="722235" y="1083"/>
                  </a:lnTo>
                  <a:lnTo>
                    <a:pt x="717910" y="200"/>
                  </a:lnTo>
                  <a:lnTo>
                    <a:pt x="714603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7426"/>
                  </a:lnTo>
                  <a:lnTo>
                    <a:pt x="88" y="165219"/>
                  </a:lnTo>
                  <a:lnTo>
                    <a:pt x="88" y="169633"/>
                  </a:lnTo>
                  <a:lnTo>
                    <a:pt x="797" y="173991"/>
                  </a:lnTo>
                  <a:lnTo>
                    <a:pt x="2195" y="178179"/>
                  </a:lnTo>
                  <a:lnTo>
                    <a:pt x="4246" y="182088"/>
                  </a:lnTo>
                  <a:lnTo>
                    <a:pt x="6898" y="185617"/>
                  </a:lnTo>
                  <a:lnTo>
                    <a:pt x="10082" y="188675"/>
                  </a:lnTo>
                  <a:lnTo>
                    <a:pt x="13715" y="191183"/>
                  </a:lnTo>
                  <a:lnTo>
                    <a:pt x="17704" y="193076"/>
                  </a:lnTo>
                  <a:lnTo>
                    <a:pt x="21944" y="194304"/>
                  </a:lnTo>
                  <a:lnTo>
                    <a:pt x="26327" y="1948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52" name="tx4745">
              <a:extLst>
                <a:ext uri="{FF2B5EF4-FFF2-40B4-BE49-F238E27FC236}">
                  <a16:creationId xmlns:a16="http://schemas.microsoft.com/office/drawing/2014/main" id="{B5717009-FB96-67FE-3600-0BE8A873C8DC}"/>
                </a:ext>
              </a:extLst>
            </p:cNvPr>
            <p:cNvSpPr/>
            <p:nvPr/>
          </p:nvSpPr>
          <p:spPr>
            <a:xfrm>
              <a:off x="2767626" y="2136833"/>
              <a:ext cx="650595" cy="1034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365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S2</a:t>
              </a:r>
              <a:r>
                <a:rPr lang="en-US" sz="1365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-</a:t>
              </a:r>
              <a:r>
                <a:rPr sz="1365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DEBY</a:t>
              </a:r>
            </a:p>
          </p:txBody>
        </p:sp>
        <p:sp>
          <p:nvSpPr>
            <p:cNvPr id="4753" name="pg4740">
              <a:extLst>
                <a:ext uri="{FF2B5EF4-FFF2-40B4-BE49-F238E27FC236}">
                  <a16:creationId xmlns:a16="http://schemas.microsoft.com/office/drawing/2014/main" id="{C74571F8-717E-4497-6FF8-3576132FC69E}"/>
                </a:ext>
              </a:extLst>
            </p:cNvPr>
            <p:cNvSpPr/>
            <p:nvPr/>
          </p:nvSpPr>
          <p:spPr>
            <a:xfrm>
              <a:off x="2821738" y="2314919"/>
              <a:ext cx="570585" cy="194858"/>
            </a:xfrm>
            <a:custGeom>
              <a:avLst/>
              <a:gdLst/>
              <a:ahLst/>
              <a:cxnLst/>
              <a:rect l="0" t="0" r="0" b="0"/>
              <a:pathLst>
                <a:path w="570585" h="194858">
                  <a:moveTo>
                    <a:pt x="27432" y="194858"/>
                  </a:moveTo>
                  <a:lnTo>
                    <a:pt x="543153" y="194858"/>
                  </a:lnTo>
                  <a:lnTo>
                    <a:pt x="542049" y="194836"/>
                  </a:lnTo>
                  <a:lnTo>
                    <a:pt x="546460" y="194658"/>
                  </a:lnTo>
                  <a:lnTo>
                    <a:pt x="550785" y="193775"/>
                  </a:lnTo>
                  <a:lnTo>
                    <a:pt x="554913" y="192210"/>
                  </a:lnTo>
                  <a:lnTo>
                    <a:pt x="558736" y="190002"/>
                  </a:lnTo>
                  <a:lnTo>
                    <a:pt x="562156" y="187210"/>
                  </a:lnTo>
                  <a:lnTo>
                    <a:pt x="565083" y="183906"/>
                  </a:lnTo>
                  <a:lnTo>
                    <a:pt x="567443" y="180174"/>
                  </a:lnTo>
                  <a:lnTo>
                    <a:pt x="569173" y="176113"/>
                  </a:lnTo>
                  <a:lnTo>
                    <a:pt x="570230" y="171827"/>
                  </a:lnTo>
                  <a:lnTo>
                    <a:pt x="570585" y="167426"/>
                  </a:lnTo>
                  <a:lnTo>
                    <a:pt x="570585" y="27431"/>
                  </a:lnTo>
                  <a:lnTo>
                    <a:pt x="570230" y="23031"/>
                  </a:lnTo>
                  <a:lnTo>
                    <a:pt x="569173" y="18745"/>
                  </a:lnTo>
                  <a:lnTo>
                    <a:pt x="567443" y="14683"/>
                  </a:lnTo>
                  <a:lnTo>
                    <a:pt x="565083" y="10952"/>
                  </a:lnTo>
                  <a:lnTo>
                    <a:pt x="562156" y="7647"/>
                  </a:lnTo>
                  <a:lnTo>
                    <a:pt x="558736" y="4855"/>
                  </a:lnTo>
                  <a:lnTo>
                    <a:pt x="554913" y="2648"/>
                  </a:lnTo>
                  <a:lnTo>
                    <a:pt x="550785" y="1083"/>
                  </a:lnTo>
                  <a:lnTo>
                    <a:pt x="546460" y="200"/>
                  </a:lnTo>
                  <a:lnTo>
                    <a:pt x="543153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7426"/>
                  </a:lnTo>
                  <a:lnTo>
                    <a:pt x="88" y="165219"/>
                  </a:lnTo>
                  <a:lnTo>
                    <a:pt x="88" y="169633"/>
                  </a:lnTo>
                  <a:lnTo>
                    <a:pt x="797" y="173991"/>
                  </a:lnTo>
                  <a:lnTo>
                    <a:pt x="2195" y="178179"/>
                  </a:lnTo>
                  <a:lnTo>
                    <a:pt x="4246" y="182088"/>
                  </a:lnTo>
                  <a:lnTo>
                    <a:pt x="6898" y="185617"/>
                  </a:lnTo>
                  <a:lnTo>
                    <a:pt x="10082" y="188675"/>
                  </a:lnTo>
                  <a:lnTo>
                    <a:pt x="13716" y="191183"/>
                  </a:lnTo>
                  <a:lnTo>
                    <a:pt x="17704" y="193076"/>
                  </a:lnTo>
                  <a:lnTo>
                    <a:pt x="21944" y="194304"/>
                  </a:lnTo>
                  <a:lnTo>
                    <a:pt x="26327" y="1948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/>
            </a:p>
          </p:txBody>
        </p:sp>
        <p:sp>
          <p:nvSpPr>
            <p:cNvPr id="4754" name="tx4741">
              <a:extLst>
                <a:ext uri="{FF2B5EF4-FFF2-40B4-BE49-F238E27FC236}">
                  <a16:creationId xmlns:a16="http://schemas.microsoft.com/office/drawing/2014/main" id="{D2C50561-DFD8-8033-9510-E6A08C77F19A}"/>
                </a:ext>
              </a:extLst>
            </p:cNvPr>
            <p:cNvSpPr/>
            <p:nvPr/>
          </p:nvSpPr>
          <p:spPr>
            <a:xfrm>
              <a:off x="2877191" y="2371510"/>
              <a:ext cx="479145" cy="1034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365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W4</a:t>
              </a:r>
              <a:r>
                <a:rPr lang="en-US" sz="1365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-</a:t>
              </a:r>
              <a:r>
                <a:rPr sz="1365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VA</a:t>
              </a:r>
            </a:p>
          </p:txBody>
        </p:sp>
        <p:sp>
          <p:nvSpPr>
            <p:cNvPr id="4755" name="pg4742">
              <a:extLst>
                <a:ext uri="{FF2B5EF4-FFF2-40B4-BE49-F238E27FC236}">
                  <a16:creationId xmlns:a16="http://schemas.microsoft.com/office/drawing/2014/main" id="{2436E9E3-2728-27F3-5777-FCB5E145BE09}"/>
                </a:ext>
              </a:extLst>
            </p:cNvPr>
            <p:cNvSpPr/>
            <p:nvPr/>
          </p:nvSpPr>
          <p:spPr>
            <a:xfrm>
              <a:off x="1982016" y="2456425"/>
              <a:ext cx="672465" cy="194858"/>
            </a:xfrm>
            <a:custGeom>
              <a:avLst/>
              <a:gdLst/>
              <a:ahLst/>
              <a:cxnLst/>
              <a:rect l="0" t="0" r="0" b="0"/>
              <a:pathLst>
                <a:path w="718078" h="194858">
                  <a:moveTo>
                    <a:pt x="27432" y="194858"/>
                  </a:moveTo>
                  <a:lnTo>
                    <a:pt x="690646" y="194858"/>
                  </a:lnTo>
                  <a:lnTo>
                    <a:pt x="689541" y="194836"/>
                  </a:lnTo>
                  <a:lnTo>
                    <a:pt x="693952" y="194658"/>
                  </a:lnTo>
                  <a:lnTo>
                    <a:pt x="698278" y="193775"/>
                  </a:lnTo>
                  <a:lnTo>
                    <a:pt x="702406" y="192210"/>
                  </a:lnTo>
                  <a:lnTo>
                    <a:pt x="706229" y="190002"/>
                  </a:lnTo>
                  <a:lnTo>
                    <a:pt x="709649" y="187210"/>
                  </a:lnTo>
                  <a:lnTo>
                    <a:pt x="712576" y="183906"/>
                  </a:lnTo>
                  <a:lnTo>
                    <a:pt x="714936" y="180174"/>
                  </a:lnTo>
                  <a:lnTo>
                    <a:pt x="716666" y="176113"/>
                  </a:lnTo>
                  <a:lnTo>
                    <a:pt x="717723" y="171827"/>
                  </a:lnTo>
                  <a:lnTo>
                    <a:pt x="718078" y="167426"/>
                  </a:lnTo>
                  <a:lnTo>
                    <a:pt x="718078" y="27431"/>
                  </a:lnTo>
                  <a:lnTo>
                    <a:pt x="717723" y="23031"/>
                  </a:lnTo>
                  <a:lnTo>
                    <a:pt x="716666" y="18745"/>
                  </a:lnTo>
                  <a:lnTo>
                    <a:pt x="714936" y="14683"/>
                  </a:lnTo>
                  <a:lnTo>
                    <a:pt x="712576" y="10952"/>
                  </a:lnTo>
                  <a:lnTo>
                    <a:pt x="709649" y="7647"/>
                  </a:lnTo>
                  <a:lnTo>
                    <a:pt x="706229" y="4855"/>
                  </a:lnTo>
                  <a:lnTo>
                    <a:pt x="702406" y="2648"/>
                  </a:lnTo>
                  <a:lnTo>
                    <a:pt x="698278" y="1083"/>
                  </a:lnTo>
                  <a:lnTo>
                    <a:pt x="693952" y="200"/>
                  </a:lnTo>
                  <a:lnTo>
                    <a:pt x="690646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7426"/>
                  </a:lnTo>
                  <a:lnTo>
                    <a:pt x="88" y="165219"/>
                  </a:lnTo>
                  <a:lnTo>
                    <a:pt x="88" y="169633"/>
                  </a:lnTo>
                  <a:lnTo>
                    <a:pt x="797" y="173991"/>
                  </a:lnTo>
                  <a:lnTo>
                    <a:pt x="2195" y="178179"/>
                  </a:lnTo>
                  <a:lnTo>
                    <a:pt x="4246" y="182088"/>
                  </a:lnTo>
                  <a:lnTo>
                    <a:pt x="6898" y="185617"/>
                  </a:lnTo>
                  <a:lnTo>
                    <a:pt x="10082" y="188675"/>
                  </a:lnTo>
                  <a:lnTo>
                    <a:pt x="13716" y="191183"/>
                  </a:lnTo>
                  <a:lnTo>
                    <a:pt x="17704" y="193076"/>
                  </a:lnTo>
                  <a:lnTo>
                    <a:pt x="21944" y="194304"/>
                  </a:lnTo>
                  <a:lnTo>
                    <a:pt x="26327" y="194836"/>
                  </a:lnTo>
                  <a:close/>
                </a:path>
              </a:pathLst>
            </a:custGeom>
            <a:solidFill>
              <a:schemeClr val="bg1"/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085" dirty="0"/>
            </a:p>
          </p:txBody>
        </p:sp>
        <p:sp>
          <p:nvSpPr>
            <p:cNvPr id="4756" name="tx4741">
              <a:extLst>
                <a:ext uri="{FF2B5EF4-FFF2-40B4-BE49-F238E27FC236}">
                  <a16:creationId xmlns:a16="http://schemas.microsoft.com/office/drawing/2014/main" id="{AABD7A79-226D-BDB2-133D-82F422D92A52}"/>
                </a:ext>
              </a:extLst>
            </p:cNvPr>
            <p:cNvSpPr/>
            <p:nvPr/>
          </p:nvSpPr>
          <p:spPr>
            <a:xfrm>
              <a:off x="2085931" y="2494975"/>
              <a:ext cx="479145" cy="1034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lang="en-US" sz="1365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Lewisetta</a:t>
              </a:r>
              <a:endParaRPr sz="1365" dirty="0">
                <a:solidFill>
                  <a:srgbClr val="000000">
                    <a:alpha val="100000"/>
                  </a:srgbClr>
                </a:solidFill>
                <a:latin typeface="Arial"/>
                <a:cs typeface="Arial"/>
              </a:endParaRP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23" name="Group 4722">
            <a:extLst>
              <a:ext uri="{FF2B5EF4-FFF2-40B4-BE49-F238E27FC236}">
                <a16:creationId xmlns:a16="http://schemas.microsoft.com/office/drawing/2014/main" id="{70DBDB9B-B3DD-47A1-BA13-EB194EA152B7}"/>
              </a:ext>
            </a:extLst>
          </p:cNvPr>
          <p:cNvGrpSpPr/>
          <p:nvPr/>
        </p:nvGrpSpPr>
        <p:grpSpPr>
          <a:xfrm>
            <a:off x="1783080" y="938412"/>
            <a:ext cx="7132320" cy="4547988"/>
            <a:chOff x="1783080" y="938412"/>
            <a:chExt cx="7132320" cy="4547988"/>
          </a:xfrm>
        </p:grpSpPr>
        <p:grpSp>
          <p:nvGrpSpPr>
            <p:cNvPr id="2" name="Group 1"/>
            <p:cNvGrpSpPr/>
            <p:nvPr/>
          </p:nvGrpSpPr>
          <p:grpSpPr>
            <a:xfrm>
              <a:off x="1783080" y="938412"/>
              <a:ext cx="7132320" cy="4547988"/>
              <a:chOff x="914400" y="782010"/>
              <a:chExt cx="5943600" cy="3789990"/>
            </a:xfrm>
          </p:grpSpPr>
          <p:sp>
            <p:nvSpPr>
              <p:cNvPr id="3" name="rc3"/>
              <p:cNvSpPr/>
              <p:nvPr/>
            </p:nvSpPr>
            <p:spPr>
              <a:xfrm>
                <a:off x="914400" y="914400"/>
                <a:ext cx="5943600" cy="3657600"/>
              </a:xfrm>
              <a:prstGeom prst="rect">
                <a:avLst/>
              </a:prstGeom>
              <a:solidFill>
                <a:srgbClr val="FFFFFF">
                  <a:alpha val="100000"/>
                </a:srgbClr>
              </a:solidFill>
              <a:ln w="9525" cap="rnd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" name="rc4"/>
              <p:cNvSpPr/>
              <p:nvPr/>
            </p:nvSpPr>
            <p:spPr>
              <a:xfrm>
                <a:off x="1279047" y="914400"/>
                <a:ext cx="5214304" cy="3657599"/>
              </a:xfrm>
              <a:prstGeom prst="rect">
                <a:avLst/>
              </a:prstGeom>
              <a:solidFill>
                <a:srgbClr val="FFFFFF">
                  <a:alpha val="100000"/>
                </a:srgbClr>
              </a:solidFill>
              <a:ln w="13550" cap="rnd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" name="rc5"/>
              <p:cNvSpPr/>
              <p:nvPr/>
            </p:nvSpPr>
            <p:spPr>
              <a:xfrm>
                <a:off x="1348636" y="983989"/>
                <a:ext cx="5075126" cy="3518421"/>
              </a:xfrm>
              <a:prstGeom prst="rect">
                <a:avLst/>
              </a:prstGeom>
              <a:solidFill>
                <a:srgbClr val="FFFFFF">
                  <a:alpha val="100000"/>
                </a:srgbClr>
              </a:solidFill>
              <a:ln w="13550" cap="rnd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" name="rc6"/>
              <p:cNvSpPr/>
              <p:nvPr/>
            </p:nvSpPr>
            <p:spPr>
              <a:xfrm>
                <a:off x="1894852" y="1581921"/>
                <a:ext cx="3248917" cy="2518749"/>
              </a:xfrm>
              <a:prstGeom prst="rect">
                <a:avLst/>
              </a:prstGeom>
              <a:solidFill>
                <a:srgbClr val="F0F8FF">
                  <a:alpha val="100000"/>
                </a:srgbClr>
              </a:solidFill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" name="pl7"/>
              <p:cNvSpPr/>
              <p:nvPr/>
            </p:nvSpPr>
            <p:spPr>
              <a:xfrm>
                <a:off x="2200904" y="1581921"/>
                <a:ext cx="0" cy="2518749"/>
              </a:xfrm>
              <a:custGeom>
                <a:avLst/>
                <a:gdLst/>
                <a:ahLst/>
                <a:cxnLst/>
                <a:rect l="0" t="0" r="0" b="0"/>
                <a:pathLst>
                  <a:path h="2518749">
                    <a:moveTo>
                      <a:pt x="0" y="2518749"/>
                    </a:moveTo>
                    <a:lnTo>
                      <a:pt x="0" y="2505643"/>
                    </a:lnTo>
                    <a:lnTo>
                      <a:pt x="0" y="2476156"/>
                    </a:lnTo>
                    <a:lnTo>
                      <a:pt x="0" y="2446668"/>
                    </a:lnTo>
                    <a:lnTo>
                      <a:pt x="0" y="2417180"/>
                    </a:lnTo>
                    <a:lnTo>
                      <a:pt x="0" y="2387693"/>
                    </a:lnTo>
                    <a:lnTo>
                      <a:pt x="0" y="2358205"/>
                    </a:lnTo>
                    <a:lnTo>
                      <a:pt x="0" y="2328717"/>
                    </a:lnTo>
                    <a:lnTo>
                      <a:pt x="0" y="2299230"/>
                    </a:lnTo>
                    <a:lnTo>
                      <a:pt x="0" y="2269742"/>
                    </a:lnTo>
                    <a:lnTo>
                      <a:pt x="0" y="2240254"/>
                    </a:lnTo>
                    <a:lnTo>
                      <a:pt x="0" y="2210767"/>
                    </a:lnTo>
                    <a:lnTo>
                      <a:pt x="0" y="2181279"/>
                    </a:lnTo>
                    <a:lnTo>
                      <a:pt x="0" y="2151791"/>
                    </a:lnTo>
                    <a:lnTo>
                      <a:pt x="0" y="2122304"/>
                    </a:lnTo>
                    <a:lnTo>
                      <a:pt x="0" y="2092816"/>
                    </a:lnTo>
                    <a:lnTo>
                      <a:pt x="0" y="2063328"/>
                    </a:lnTo>
                    <a:lnTo>
                      <a:pt x="0" y="2033841"/>
                    </a:lnTo>
                    <a:lnTo>
                      <a:pt x="0" y="2004353"/>
                    </a:lnTo>
                    <a:lnTo>
                      <a:pt x="0" y="1974865"/>
                    </a:lnTo>
                    <a:lnTo>
                      <a:pt x="0" y="1945378"/>
                    </a:lnTo>
                    <a:lnTo>
                      <a:pt x="0" y="1915890"/>
                    </a:lnTo>
                    <a:lnTo>
                      <a:pt x="0" y="1886402"/>
                    </a:lnTo>
                    <a:lnTo>
                      <a:pt x="0" y="1856915"/>
                    </a:lnTo>
                    <a:lnTo>
                      <a:pt x="0" y="1827427"/>
                    </a:lnTo>
                    <a:lnTo>
                      <a:pt x="0" y="1797939"/>
                    </a:lnTo>
                    <a:lnTo>
                      <a:pt x="0" y="1768452"/>
                    </a:lnTo>
                    <a:lnTo>
                      <a:pt x="0" y="1738964"/>
                    </a:lnTo>
                    <a:lnTo>
                      <a:pt x="0" y="1709476"/>
                    </a:lnTo>
                    <a:lnTo>
                      <a:pt x="0" y="1679989"/>
                    </a:lnTo>
                    <a:lnTo>
                      <a:pt x="0" y="1650501"/>
                    </a:lnTo>
                    <a:lnTo>
                      <a:pt x="0" y="1621013"/>
                    </a:lnTo>
                    <a:lnTo>
                      <a:pt x="0" y="1591525"/>
                    </a:lnTo>
                    <a:lnTo>
                      <a:pt x="0" y="1562038"/>
                    </a:lnTo>
                    <a:lnTo>
                      <a:pt x="0" y="1532550"/>
                    </a:lnTo>
                    <a:lnTo>
                      <a:pt x="0" y="1503062"/>
                    </a:lnTo>
                    <a:lnTo>
                      <a:pt x="0" y="1473575"/>
                    </a:lnTo>
                    <a:lnTo>
                      <a:pt x="0" y="1444087"/>
                    </a:lnTo>
                    <a:lnTo>
                      <a:pt x="0" y="1414599"/>
                    </a:lnTo>
                    <a:lnTo>
                      <a:pt x="0" y="1385112"/>
                    </a:lnTo>
                    <a:lnTo>
                      <a:pt x="0" y="1355624"/>
                    </a:lnTo>
                    <a:lnTo>
                      <a:pt x="0" y="1326136"/>
                    </a:lnTo>
                    <a:lnTo>
                      <a:pt x="0" y="1296649"/>
                    </a:lnTo>
                    <a:lnTo>
                      <a:pt x="0" y="1267161"/>
                    </a:lnTo>
                    <a:lnTo>
                      <a:pt x="0" y="1237673"/>
                    </a:lnTo>
                    <a:lnTo>
                      <a:pt x="0" y="1208186"/>
                    </a:lnTo>
                    <a:lnTo>
                      <a:pt x="0" y="1178698"/>
                    </a:lnTo>
                    <a:lnTo>
                      <a:pt x="0" y="1149210"/>
                    </a:lnTo>
                    <a:lnTo>
                      <a:pt x="0" y="1119723"/>
                    </a:lnTo>
                    <a:lnTo>
                      <a:pt x="0" y="1090235"/>
                    </a:lnTo>
                    <a:lnTo>
                      <a:pt x="0" y="1060747"/>
                    </a:lnTo>
                    <a:lnTo>
                      <a:pt x="0" y="1031260"/>
                    </a:lnTo>
                    <a:lnTo>
                      <a:pt x="0" y="1001772"/>
                    </a:lnTo>
                    <a:lnTo>
                      <a:pt x="0" y="972284"/>
                    </a:lnTo>
                    <a:lnTo>
                      <a:pt x="0" y="942797"/>
                    </a:lnTo>
                    <a:lnTo>
                      <a:pt x="0" y="913309"/>
                    </a:lnTo>
                    <a:lnTo>
                      <a:pt x="0" y="883821"/>
                    </a:lnTo>
                    <a:lnTo>
                      <a:pt x="0" y="854334"/>
                    </a:lnTo>
                    <a:lnTo>
                      <a:pt x="0" y="824846"/>
                    </a:lnTo>
                    <a:lnTo>
                      <a:pt x="0" y="795358"/>
                    </a:lnTo>
                    <a:lnTo>
                      <a:pt x="0" y="765871"/>
                    </a:lnTo>
                    <a:lnTo>
                      <a:pt x="0" y="736383"/>
                    </a:lnTo>
                    <a:lnTo>
                      <a:pt x="0" y="706895"/>
                    </a:lnTo>
                    <a:lnTo>
                      <a:pt x="0" y="677408"/>
                    </a:lnTo>
                    <a:lnTo>
                      <a:pt x="0" y="647920"/>
                    </a:lnTo>
                    <a:lnTo>
                      <a:pt x="0" y="618432"/>
                    </a:lnTo>
                    <a:lnTo>
                      <a:pt x="0" y="588945"/>
                    </a:lnTo>
                    <a:lnTo>
                      <a:pt x="0" y="559457"/>
                    </a:lnTo>
                    <a:lnTo>
                      <a:pt x="0" y="529969"/>
                    </a:lnTo>
                    <a:lnTo>
                      <a:pt x="0" y="500481"/>
                    </a:lnTo>
                    <a:lnTo>
                      <a:pt x="0" y="470994"/>
                    </a:lnTo>
                    <a:lnTo>
                      <a:pt x="0" y="441506"/>
                    </a:lnTo>
                    <a:lnTo>
                      <a:pt x="0" y="412018"/>
                    </a:lnTo>
                    <a:lnTo>
                      <a:pt x="0" y="382531"/>
                    </a:lnTo>
                    <a:lnTo>
                      <a:pt x="0" y="353043"/>
                    </a:lnTo>
                    <a:lnTo>
                      <a:pt x="0" y="323555"/>
                    </a:lnTo>
                    <a:lnTo>
                      <a:pt x="0" y="294068"/>
                    </a:lnTo>
                    <a:lnTo>
                      <a:pt x="0" y="264580"/>
                    </a:lnTo>
                    <a:lnTo>
                      <a:pt x="0" y="235092"/>
                    </a:lnTo>
                    <a:lnTo>
                      <a:pt x="0" y="205605"/>
                    </a:lnTo>
                    <a:lnTo>
                      <a:pt x="0" y="176117"/>
                    </a:lnTo>
                    <a:lnTo>
                      <a:pt x="0" y="146629"/>
                    </a:lnTo>
                    <a:lnTo>
                      <a:pt x="0" y="117142"/>
                    </a:lnTo>
                    <a:lnTo>
                      <a:pt x="0" y="87654"/>
                    </a:lnTo>
                    <a:lnTo>
                      <a:pt x="0" y="58166"/>
                    </a:lnTo>
                    <a:lnTo>
                      <a:pt x="0" y="28679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" name="pl8"/>
              <p:cNvSpPr/>
              <p:nvPr/>
            </p:nvSpPr>
            <p:spPr>
              <a:xfrm>
                <a:off x="2596838" y="1581921"/>
                <a:ext cx="0" cy="2518749"/>
              </a:xfrm>
              <a:custGeom>
                <a:avLst/>
                <a:gdLst/>
                <a:ahLst/>
                <a:cxnLst/>
                <a:rect l="0" t="0" r="0" b="0"/>
                <a:pathLst>
                  <a:path h="2518749">
                    <a:moveTo>
                      <a:pt x="0" y="2518749"/>
                    </a:moveTo>
                    <a:lnTo>
                      <a:pt x="0" y="2505643"/>
                    </a:lnTo>
                    <a:lnTo>
                      <a:pt x="0" y="2476156"/>
                    </a:lnTo>
                    <a:lnTo>
                      <a:pt x="0" y="2446668"/>
                    </a:lnTo>
                    <a:lnTo>
                      <a:pt x="0" y="2417180"/>
                    </a:lnTo>
                    <a:lnTo>
                      <a:pt x="0" y="2387693"/>
                    </a:lnTo>
                    <a:lnTo>
                      <a:pt x="0" y="2358205"/>
                    </a:lnTo>
                    <a:lnTo>
                      <a:pt x="0" y="2328717"/>
                    </a:lnTo>
                    <a:lnTo>
                      <a:pt x="0" y="2299230"/>
                    </a:lnTo>
                    <a:lnTo>
                      <a:pt x="0" y="2269742"/>
                    </a:lnTo>
                    <a:lnTo>
                      <a:pt x="0" y="2240254"/>
                    </a:lnTo>
                    <a:lnTo>
                      <a:pt x="0" y="2210767"/>
                    </a:lnTo>
                    <a:lnTo>
                      <a:pt x="0" y="2181279"/>
                    </a:lnTo>
                    <a:lnTo>
                      <a:pt x="0" y="2151791"/>
                    </a:lnTo>
                    <a:lnTo>
                      <a:pt x="0" y="2122304"/>
                    </a:lnTo>
                    <a:lnTo>
                      <a:pt x="0" y="2092816"/>
                    </a:lnTo>
                    <a:lnTo>
                      <a:pt x="0" y="2063328"/>
                    </a:lnTo>
                    <a:lnTo>
                      <a:pt x="0" y="2033841"/>
                    </a:lnTo>
                    <a:lnTo>
                      <a:pt x="0" y="2004353"/>
                    </a:lnTo>
                    <a:lnTo>
                      <a:pt x="0" y="1974865"/>
                    </a:lnTo>
                    <a:lnTo>
                      <a:pt x="0" y="1945378"/>
                    </a:lnTo>
                    <a:lnTo>
                      <a:pt x="0" y="1915890"/>
                    </a:lnTo>
                    <a:lnTo>
                      <a:pt x="0" y="1886402"/>
                    </a:lnTo>
                    <a:lnTo>
                      <a:pt x="0" y="1856915"/>
                    </a:lnTo>
                    <a:lnTo>
                      <a:pt x="0" y="1827427"/>
                    </a:lnTo>
                    <a:lnTo>
                      <a:pt x="0" y="1797939"/>
                    </a:lnTo>
                    <a:lnTo>
                      <a:pt x="0" y="1768452"/>
                    </a:lnTo>
                    <a:lnTo>
                      <a:pt x="0" y="1738964"/>
                    </a:lnTo>
                    <a:lnTo>
                      <a:pt x="0" y="1709476"/>
                    </a:lnTo>
                    <a:lnTo>
                      <a:pt x="0" y="1679989"/>
                    </a:lnTo>
                    <a:lnTo>
                      <a:pt x="0" y="1650501"/>
                    </a:lnTo>
                    <a:lnTo>
                      <a:pt x="0" y="1621013"/>
                    </a:lnTo>
                    <a:lnTo>
                      <a:pt x="0" y="1591525"/>
                    </a:lnTo>
                    <a:lnTo>
                      <a:pt x="0" y="1562038"/>
                    </a:lnTo>
                    <a:lnTo>
                      <a:pt x="0" y="1532550"/>
                    </a:lnTo>
                    <a:lnTo>
                      <a:pt x="0" y="1503062"/>
                    </a:lnTo>
                    <a:lnTo>
                      <a:pt x="0" y="1473575"/>
                    </a:lnTo>
                    <a:lnTo>
                      <a:pt x="0" y="1444087"/>
                    </a:lnTo>
                    <a:lnTo>
                      <a:pt x="0" y="1414599"/>
                    </a:lnTo>
                    <a:lnTo>
                      <a:pt x="0" y="1385112"/>
                    </a:lnTo>
                    <a:lnTo>
                      <a:pt x="0" y="1355624"/>
                    </a:lnTo>
                    <a:lnTo>
                      <a:pt x="0" y="1326136"/>
                    </a:lnTo>
                    <a:lnTo>
                      <a:pt x="0" y="1296649"/>
                    </a:lnTo>
                    <a:lnTo>
                      <a:pt x="0" y="1267161"/>
                    </a:lnTo>
                    <a:lnTo>
                      <a:pt x="0" y="1237673"/>
                    </a:lnTo>
                    <a:lnTo>
                      <a:pt x="0" y="1208186"/>
                    </a:lnTo>
                    <a:lnTo>
                      <a:pt x="0" y="1178698"/>
                    </a:lnTo>
                    <a:lnTo>
                      <a:pt x="0" y="1149210"/>
                    </a:lnTo>
                    <a:lnTo>
                      <a:pt x="0" y="1119723"/>
                    </a:lnTo>
                    <a:lnTo>
                      <a:pt x="0" y="1090235"/>
                    </a:lnTo>
                    <a:lnTo>
                      <a:pt x="0" y="1060747"/>
                    </a:lnTo>
                    <a:lnTo>
                      <a:pt x="0" y="1031260"/>
                    </a:lnTo>
                    <a:lnTo>
                      <a:pt x="0" y="1001772"/>
                    </a:lnTo>
                    <a:lnTo>
                      <a:pt x="0" y="972284"/>
                    </a:lnTo>
                    <a:lnTo>
                      <a:pt x="0" y="942797"/>
                    </a:lnTo>
                    <a:lnTo>
                      <a:pt x="0" y="913309"/>
                    </a:lnTo>
                    <a:lnTo>
                      <a:pt x="0" y="883821"/>
                    </a:lnTo>
                    <a:lnTo>
                      <a:pt x="0" y="854334"/>
                    </a:lnTo>
                    <a:lnTo>
                      <a:pt x="0" y="824846"/>
                    </a:lnTo>
                    <a:lnTo>
                      <a:pt x="0" y="795358"/>
                    </a:lnTo>
                    <a:lnTo>
                      <a:pt x="0" y="765871"/>
                    </a:lnTo>
                    <a:lnTo>
                      <a:pt x="0" y="736383"/>
                    </a:lnTo>
                    <a:lnTo>
                      <a:pt x="0" y="706895"/>
                    </a:lnTo>
                    <a:lnTo>
                      <a:pt x="0" y="677408"/>
                    </a:lnTo>
                    <a:lnTo>
                      <a:pt x="0" y="647920"/>
                    </a:lnTo>
                    <a:lnTo>
                      <a:pt x="0" y="618432"/>
                    </a:lnTo>
                    <a:lnTo>
                      <a:pt x="0" y="588945"/>
                    </a:lnTo>
                    <a:lnTo>
                      <a:pt x="0" y="559457"/>
                    </a:lnTo>
                    <a:lnTo>
                      <a:pt x="0" y="529969"/>
                    </a:lnTo>
                    <a:lnTo>
                      <a:pt x="0" y="500481"/>
                    </a:lnTo>
                    <a:lnTo>
                      <a:pt x="0" y="470994"/>
                    </a:lnTo>
                    <a:lnTo>
                      <a:pt x="0" y="441506"/>
                    </a:lnTo>
                    <a:lnTo>
                      <a:pt x="0" y="412018"/>
                    </a:lnTo>
                    <a:lnTo>
                      <a:pt x="0" y="382531"/>
                    </a:lnTo>
                    <a:lnTo>
                      <a:pt x="0" y="353043"/>
                    </a:lnTo>
                    <a:lnTo>
                      <a:pt x="0" y="323555"/>
                    </a:lnTo>
                    <a:lnTo>
                      <a:pt x="0" y="294068"/>
                    </a:lnTo>
                    <a:lnTo>
                      <a:pt x="0" y="264580"/>
                    </a:lnTo>
                    <a:lnTo>
                      <a:pt x="0" y="235092"/>
                    </a:lnTo>
                    <a:lnTo>
                      <a:pt x="0" y="205605"/>
                    </a:lnTo>
                    <a:lnTo>
                      <a:pt x="0" y="176117"/>
                    </a:lnTo>
                    <a:lnTo>
                      <a:pt x="0" y="146629"/>
                    </a:lnTo>
                    <a:lnTo>
                      <a:pt x="0" y="117142"/>
                    </a:lnTo>
                    <a:lnTo>
                      <a:pt x="0" y="87654"/>
                    </a:lnTo>
                    <a:lnTo>
                      <a:pt x="0" y="58166"/>
                    </a:lnTo>
                    <a:lnTo>
                      <a:pt x="0" y="28679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" name="pl9"/>
              <p:cNvSpPr/>
              <p:nvPr/>
            </p:nvSpPr>
            <p:spPr>
              <a:xfrm>
                <a:off x="2992773" y="1581921"/>
                <a:ext cx="0" cy="2518749"/>
              </a:xfrm>
              <a:custGeom>
                <a:avLst/>
                <a:gdLst/>
                <a:ahLst/>
                <a:cxnLst/>
                <a:rect l="0" t="0" r="0" b="0"/>
                <a:pathLst>
                  <a:path h="2518749">
                    <a:moveTo>
                      <a:pt x="0" y="2518749"/>
                    </a:moveTo>
                    <a:lnTo>
                      <a:pt x="0" y="2505643"/>
                    </a:lnTo>
                    <a:lnTo>
                      <a:pt x="0" y="2476156"/>
                    </a:lnTo>
                    <a:lnTo>
                      <a:pt x="0" y="2446668"/>
                    </a:lnTo>
                    <a:lnTo>
                      <a:pt x="0" y="2417180"/>
                    </a:lnTo>
                    <a:lnTo>
                      <a:pt x="0" y="2387693"/>
                    </a:lnTo>
                    <a:lnTo>
                      <a:pt x="0" y="2358205"/>
                    </a:lnTo>
                    <a:lnTo>
                      <a:pt x="0" y="2328717"/>
                    </a:lnTo>
                    <a:lnTo>
                      <a:pt x="0" y="2299230"/>
                    </a:lnTo>
                    <a:lnTo>
                      <a:pt x="0" y="2269742"/>
                    </a:lnTo>
                    <a:lnTo>
                      <a:pt x="0" y="2240254"/>
                    </a:lnTo>
                    <a:lnTo>
                      <a:pt x="0" y="2210767"/>
                    </a:lnTo>
                    <a:lnTo>
                      <a:pt x="0" y="2181279"/>
                    </a:lnTo>
                    <a:lnTo>
                      <a:pt x="0" y="2151791"/>
                    </a:lnTo>
                    <a:lnTo>
                      <a:pt x="0" y="2122304"/>
                    </a:lnTo>
                    <a:lnTo>
                      <a:pt x="0" y="2092816"/>
                    </a:lnTo>
                    <a:lnTo>
                      <a:pt x="0" y="2063328"/>
                    </a:lnTo>
                    <a:lnTo>
                      <a:pt x="0" y="2033841"/>
                    </a:lnTo>
                    <a:lnTo>
                      <a:pt x="0" y="2004353"/>
                    </a:lnTo>
                    <a:lnTo>
                      <a:pt x="0" y="1974865"/>
                    </a:lnTo>
                    <a:lnTo>
                      <a:pt x="0" y="1945378"/>
                    </a:lnTo>
                    <a:lnTo>
                      <a:pt x="0" y="1915890"/>
                    </a:lnTo>
                    <a:lnTo>
                      <a:pt x="0" y="1886402"/>
                    </a:lnTo>
                    <a:lnTo>
                      <a:pt x="0" y="1856915"/>
                    </a:lnTo>
                    <a:lnTo>
                      <a:pt x="0" y="1827427"/>
                    </a:lnTo>
                    <a:lnTo>
                      <a:pt x="0" y="1797939"/>
                    </a:lnTo>
                    <a:lnTo>
                      <a:pt x="0" y="1768452"/>
                    </a:lnTo>
                    <a:lnTo>
                      <a:pt x="0" y="1738964"/>
                    </a:lnTo>
                    <a:lnTo>
                      <a:pt x="0" y="1709476"/>
                    </a:lnTo>
                    <a:lnTo>
                      <a:pt x="0" y="1679989"/>
                    </a:lnTo>
                    <a:lnTo>
                      <a:pt x="0" y="1650501"/>
                    </a:lnTo>
                    <a:lnTo>
                      <a:pt x="0" y="1621013"/>
                    </a:lnTo>
                    <a:lnTo>
                      <a:pt x="0" y="1591525"/>
                    </a:lnTo>
                    <a:lnTo>
                      <a:pt x="0" y="1562038"/>
                    </a:lnTo>
                    <a:lnTo>
                      <a:pt x="0" y="1532550"/>
                    </a:lnTo>
                    <a:lnTo>
                      <a:pt x="0" y="1503062"/>
                    </a:lnTo>
                    <a:lnTo>
                      <a:pt x="0" y="1473575"/>
                    </a:lnTo>
                    <a:lnTo>
                      <a:pt x="0" y="1444087"/>
                    </a:lnTo>
                    <a:lnTo>
                      <a:pt x="0" y="1414599"/>
                    </a:lnTo>
                    <a:lnTo>
                      <a:pt x="0" y="1385112"/>
                    </a:lnTo>
                    <a:lnTo>
                      <a:pt x="0" y="1355624"/>
                    </a:lnTo>
                    <a:lnTo>
                      <a:pt x="0" y="1326136"/>
                    </a:lnTo>
                    <a:lnTo>
                      <a:pt x="0" y="1296649"/>
                    </a:lnTo>
                    <a:lnTo>
                      <a:pt x="0" y="1267161"/>
                    </a:lnTo>
                    <a:lnTo>
                      <a:pt x="0" y="1237673"/>
                    </a:lnTo>
                    <a:lnTo>
                      <a:pt x="0" y="1208186"/>
                    </a:lnTo>
                    <a:lnTo>
                      <a:pt x="0" y="1178698"/>
                    </a:lnTo>
                    <a:lnTo>
                      <a:pt x="0" y="1149210"/>
                    </a:lnTo>
                    <a:lnTo>
                      <a:pt x="0" y="1119723"/>
                    </a:lnTo>
                    <a:lnTo>
                      <a:pt x="0" y="1090235"/>
                    </a:lnTo>
                    <a:lnTo>
                      <a:pt x="0" y="1060747"/>
                    </a:lnTo>
                    <a:lnTo>
                      <a:pt x="0" y="1031260"/>
                    </a:lnTo>
                    <a:lnTo>
                      <a:pt x="0" y="1001772"/>
                    </a:lnTo>
                    <a:lnTo>
                      <a:pt x="0" y="972284"/>
                    </a:lnTo>
                    <a:lnTo>
                      <a:pt x="0" y="942797"/>
                    </a:lnTo>
                    <a:lnTo>
                      <a:pt x="0" y="913309"/>
                    </a:lnTo>
                    <a:lnTo>
                      <a:pt x="0" y="883821"/>
                    </a:lnTo>
                    <a:lnTo>
                      <a:pt x="0" y="854334"/>
                    </a:lnTo>
                    <a:lnTo>
                      <a:pt x="0" y="824846"/>
                    </a:lnTo>
                    <a:lnTo>
                      <a:pt x="0" y="795358"/>
                    </a:lnTo>
                    <a:lnTo>
                      <a:pt x="0" y="765871"/>
                    </a:lnTo>
                    <a:lnTo>
                      <a:pt x="0" y="736383"/>
                    </a:lnTo>
                    <a:lnTo>
                      <a:pt x="0" y="706895"/>
                    </a:lnTo>
                    <a:lnTo>
                      <a:pt x="0" y="677408"/>
                    </a:lnTo>
                    <a:lnTo>
                      <a:pt x="0" y="647920"/>
                    </a:lnTo>
                    <a:lnTo>
                      <a:pt x="0" y="618432"/>
                    </a:lnTo>
                    <a:lnTo>
                      <a:pt x="0" y="588945"/>
                    </a:lnTo>
                    <a:lnTo>
                      <a:pt x="0" y="559457"/>
                    </a:lnTo>
                    <a:lnTo>
                      <a:pt x="0" y="529969"/>
                    </a:lnTo>
                    <a:lnTo>
                      <a:pt x="0" y="500481"/>
                    </a:lnTo>
                    <a:lnTo>
                      <a:pt x="0" y="470994"/>
                    </a:lnTo>
                    <a:lnTo>
                      <a:pt x="0" y="441506"/>
                    </a:lnTo>
                    <a:lnTo>
                      <a:pt x="0" y="412018"/>
                    </a:lnTo>
                    <a:lnTo>
                      <a:pt x="0" y="382531"/>
                    </a:lnTo>
                    <a:lnTo>
                      <a:pt x="0" y="353043"/>
                    </a:lnTo>
                    <a:lnTo>
                      <a:pt x="0" y="323555"/>
                    </a:lnTo>
                    <a:lnTo>
                      <a:pt x="0" y="294068"/>
                    </a:lnTo>
                    <a:lnTo>
                      <a:pt x="0" y="264580"/>
                    </a:lnTo>
                    <a:lnTo>
                      <a:pt x="0" y="235092"/>
                    </a:lnTo>
                    <a:lnTo>
                      <a:pt x="0" y="205605"/>
                    </a:lnTo>
                    <a:lnTo>
                      <a:pt x="0" y="176117"/>
                    </a:lnTo>
                    <a:lnTo>
                      <a:pt x="0" y="146629"/>
                    </a:lnTo>
                    <a:lnTo>
                      <a:pt x="0" y="117142"/>
                    </a:lnTo>
                    <a:lnTo>
                      <a:pt x="0" y="87654"/>
                    </a:lnTo>
                    <a:lnTo>
                      <a:pt x="0" y="58166"/>
                    </a:lnTo>
                    <a:lnTo>
                      <a:pt x="0" y="28679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" name="pl10"/>
              <p:cNvSpPr/>
              <p:nvPr/>
            </p:nvSpPr>
            <p:spPr>
              <a:xfrm>
                <a:off x="3388708" y="1581921"/>
                <a:ext cx="0" cy="2518749"/>
              </a:xfrm>
              <a:custGeom>
                <a:avLst/>
                <a:gdLst/>
                <a:ahLst/>
                <a:cxnLst/>
                <a:rect l="0" t="0" r="0" b="0"/>
                <a:pathLst>
                  <a:path h="2518749">
                    <a:moveTo>
                      <a:pt x="0" y="2518749"/>
                    </a:moveTo>
                    <a:lnTo>
                      <a:pt x="0" y="2505643"/>
                    </a:lnTo>
                    <a:lnTo>
                      <a:pt x="0" y="2476156"/>
                    </a:lnTo>
                    <a:lnTo>
                      <a:pt x="0" y="2446668"/>
                    </a:lnTo>
                    <a:lnTo>
                      <a:pt x="0" y="2417180"/>
                    </a:lnTo>
                    <a:lnTo>
                      <a:pt x="0" y="2387693"/>
                    </a:lnTo>
                    <a:lnTo>
                      <a:pt x="0" y="2358205"/>
                    </a:lnTo>
                    <a:lnTo>
                      <a:pt x="0" y="2328717"/>
                    </a:lnTo>
                    <a:lnTo>
                      <a:pt x="0" y="2299230"/>
                    </a:lnTo>
                    <a:lnTo>
                      <a:pt x="0" y="2269742"/>
                    </a:lnTo>
                    <a:lnTo>
                      <a:pt x="0" y="2240254"/>
                    </a:lnTo>
                    <a:lnTo>
                      <a:pt x="0" y="2210767"/>
                    </a:lnTo>
                    <a:lnTo>
                      <a:pt x="0" y="2181279"/>
                    </a:lnTo>
                    <a:lnTo>
                      <a:pt x="0" y="2151791"/>
                    </a:lnTo>
                    <a:lnTo>
                      <a:pt x="0" y="2122304"/>
                    </a:lnTo>
                    <a:lnTo>
                      <a:pt x="0" y="2092816"/>
                    </a:lnTo>
                    <a:lnTo>
                      <a:pt x="0" y="2063328"/>
                    </a:lnTo>
                    <a:lnTo>
                      <a:pt x="0" y="2033841"/>
                    </a:lnTo>
                    <a:lnTo>
                      <a:pt x="0" y="2004353"/>
                    </a:lnTo>
                    <a:lnTo>
                      <a:pt x="0" y="1974865"/>
                    </a:lnTo>
                    <a:lnTo>
                      <a:pt x="0" y="1945378"/>
                    </a:lnTo>
                    <a:lnTo>
                      <a:pt x="0" y="1915890"/>
                    </a:lnTo>
                    <a:lnTo>
                      <a:pt x="0" y="1886402"/>
                    </a:lnTo>
                    <a:lnTo>
                      <a:pt x="0" y="1856915"/>
                    </a:lnTo>
                    <a:lnTo>
                      <a:pt x="0" y="1827427"/>
                    </a:lnTo>
                    <a:lnTo>
                      <a:pt x="0" y="1797939"/>
                    </a:lnTo>
                    <a:lnTo>
                      <a:pt x="0" y="1768452"/>
                    </a:lnTo>
                    <a:lnTo>
                      <a:pt x="0" y="1738964"/>
                    </a:lnTo>
                    <a:lnTo>
                      <a:pt x="0" y="1709476"/>
                    </a:lnTo>
                    <a:lnTo>
                      <a:pt x="0" y="1679989"/>
                    </a:lnTo>
                    <a:lnTo>
                      <a:pt x="0" y="1650501"/>
                    </a:lnTo>
                    <a:lnTo>
                      <a:pt x="0" y="1621013"/>
                    </a:lnTo>
                    <a:lnTo>
                      <a:pt x="0" y="1591525"/>
                    </a:lnTo>
                    <a:lnTo>
                      <a:pt x="0" y="1562038"/>
                    </a:lnTo>
                    <a:lnTo>
                      <a:pt x="0" y="1532550"/>
                    </a:lnTo>
                    <a:lnTo>
                      <a:pt x="0" y="1503062"/>
                    </a:lnTo>
                    <a:lnTo>
                      <a:pt x="0" y="1473575"/>
                    </a:lnTo>
                    <a:lnTo>
                      <a:pt x="0" y="1444087"/>
                    </a:lnTo>
                    <a:lnTo>
                      <a:pt x="0" y="1414599"/>
                    </a:lnTo>
                    <a:lnTo>
                      <a:pt x="0" y="1385112"/>
                    </a:lnTo>
                    <a:lnTo>
                      <a:pt x="0" y="1355624"/>
                    </a:lnTo>
                    <a:lnTo>
                      <a:pt x="0" y="1326136"/>
                    </a:lnTo>
                    <a:lnTo>
                      <a:pt x="0" y="1296649"/>
                    </a:lnTo>
                    <a:lnTo>
                      <a:pt x="0" y="1267161"/>
                    </a:lnTo>
                    <a:lnTo>
                      <a:pt x="0" y="1237673"/>
                    </a:lnTo>
                    <a:lnTo>
                      <a:pt x="0" y="1208186"/>
                    </a:lnTo>
                    <a:lnTo>
                      <a:pt x="0" y="1178698"/>
                    </a:lnTo>
                    <a:lnTo>
                      <a:pt x="0" y="1149210"/>
                    </a:lnTo>
                    <a:lnTo>
                      <a:pt x="0" y="1119723"/>
                    </a:lnTo>
                    <a:lnTo>
                      <a:pt x="0" y="1090235"/>
                    </a:lnTo>
                    <a:lnTo>
                      <a:pt x="0" y="1060747"/>
                    </a:lnTo>
                    <a:lnTo>
                      <a:pt x="0" y="1031260"/>
                    </a:lnTo>
                    <a:lnTo>
                      <a:pt x="0" y="1001772"/>
                    </a:lnTo>
                    <a:lnTo>
                      <a:pt x="0" y="972284"/>
                    </a:lnTo>
                    <a:lnTo>
                      <a:pt x="0" y="942797"/>
                    </a:lnTo>
                    <a:lnTo>
                      <a:pt x="0" y="913309"/>
                    </a:lnTo>
                    <a:lnTo>
                      <a:pt x="0" y="883821"/>
                    </a:lnTo>
                    <a:lnTo>
                      <a:pt x="0" y="854334"/>
                    </a:lnTo>
                    <a:lnTo>
                      <a:pt x="0" y="824846"/>
                    </a:lnTo>
                    <a:lnTo>
                      <a:pt x="0" y="795358"/>
                    </a:lnTo>
                    <a:lnTo>
                      <a:pt x="0" y="765871"/>
                    </a:lnTo>
                    <a:lnTo>
                      <a:pt x="0" y="736383"/>
                    </a:lnTo>
                    <a:lnTo>
                      <a:pt x="0" y="706895"/>
                    </a:lnTo>
                    <a:lnTo>
                      <a:pt x="0" y="677408"/>
                    </a:lnTo>
                    <a:lnTo>
                      <a:pt x="0" y="647920"/>
                    </a:lnTo>
                    <a:lnTo>
                      <a:pt x="0" y="618432"/>
                    </a:lnTo>
                    <a:lnTo>
                      <a:pt x="0" y="588945"/>
                    </a:lnTo>
                    <a:lnTo>
                      <a:pt x="0" y="559457"/>
                    </a:lnTo>
                    <a:lnTo>
                      <a:pt x="0" y="529969"/>
                    </a:lnTo>
                    <a:lnTo>
                      <a:pt x="0" y="500481"/>
                    </a:lnTo>
                    <a:lnTo>
                      <a:pt x="0" y="470994"/>
                    </a:lnTo>
                    <a:lnTo>
                      <a:pt x="0" y="441506"/>
                    </a:lnTo>
                    <a:lnTo>
                      <a:pt x="0" y="412018"/>
                    </a:lnTo>
                    <a:lnTo>
                      <a:pt x="0" y="382531"/>
                    </a:lnTo>
                    <a:lnTo>
                      <a:pt x="0" y="353043"/>
                    </a:lnTo>
                    <a:lnTo>
                      <a:pt x="0" y="323555"/>
                    </a:lnTo>
                    <a:lnTo>
                      <a:pt x="0" y="294068"/>
                    </a:lnTo>
                    <a:lnTo>
                      <a:pt x="0" y="264580"/>
                    </a:lnTo>
                    <a:lnTo>
                      <a:pt x="0" y="235092"/>
                    </a:lnTo>
                    <a:lnTo>
                      <a:pt x="0" y="205605"/>
                    </a:lnTo>
                    <a:lnTo>
                      <a:pt x="0" y="176117"/>
                    </a:lnTo>
                    <a:lnTo>
                      <a:pt x="0" y="146629"/>
                    </a:lnTo>
                    <a:lnTo>
                      <a:pt x="0" y="117142"/>
                    </a:lnTo>
                    <a:lnTo>
                      <a:pt x="0" y="87654"/>
                    </a:lnTo>
                    <a:lnTo>
                      <a:pt x="0" y="58166"/>
                    </a:lnTo>
                    <a:lnTo>
                      <a:pt x="0" y="28679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" name="pl11"/>
              <p:cNvSpPr/>
              <p:nvPr/>
            </p:nvSpPr>
            <p:spPr>
              <a:xfrm>
                <a:off x="3784642" y="1581921"/>
                <a:ext cx="0" cy="2518749"/>
              </a:xfrm>
              <a:custGeom>
                <a:avLst/>
                <a:gdLst/>
                <a:ahLst/>
                <a:cxnLst/>
                <a:rect l="0" t="0" r="0" b="0"/>
                <a:pathLst>
                  <a:path h="2518749">
                    <a:moveTo>
                      <a:pt x="0" y="2518749"/>
                    </a:moveTo>
                    <a:lnTo>
                      <a:pt x="0" y="2505643"/>
                    </a:lnTo>
                    <a:lnTo>
                      <a:pt x="0" y="2476156"/>
                    </a:lnTo>
                    <a:lnTo>
                      <a:pt x="0" y="2446668"/>
                    </a:lnTo>
                    <a:lnTo>
                      <a:pt x="0" y="2417180"/>
                    </a:lnTo>
                    <a:lnTo>
                      <a:pt x="0" y="2387693"/>
                    </a:lnTo>
                    <a:lnTo>
                      <a:pt x="0" y="2358205"/>
                    </a:lnTo>
                    <a:lnTo>
                      <a:pt x="0" y="2328717"/>
                    </a:lnTo>
                    <a:lnTo>
                      <a:pt x="0" y="2299230"/>
                    </a:lnTo>
                    <a:lnTo>
                      <a:pt x="0" y="2269742"/>
                    </a:lnTo>
                    <a:lnTo>
                      <a:pt x="0" y="2240254"/>
                    </a:lnTo>
                    <a:lnTo>
                      <a:pt x="0" y="2210767"/>
                    </a:lnTo>
                    <a:lnTo>
                      <a:pt x="0" y="2181279"/>
                    </a:lnTo>
                    <a:lnTo>
                      <a:pt x="0" y="2151791"/>
                    </a:lnTo>
                    <a:lnTo>
                      <a:pt x="0" y="2122304"/>
                    </a:lnTo>
                    <a:lnTo>
                      <a:pt x="0" y="2092816"/>
                    </a:lnTo>
                    <a:lnTo>
                      <a:pt x="0" y="2063328"/>
                    </a:lnTo>
                    <a:lnTo>
                      <a:pt x="0" y="2033841"/>
                    </a:lnTo>
                    <a:lnTo>
                      <a:pt x="0" y="2004353"/>
                    </a:lnTo>
                    <a:lnTo>
                      <a:pt x="0" y="1974865"/>
                    </a:lnTo>
                    <a:lnTo>
                      <a:pt x="0" y="1945378"/>
                    </a:lnTo>
                    <a:lnTo>
                      <a:pt x="0" y="1915890"/>
                    </a:lnTo>
                    <a:lnTo>
                      <a:pt x="0" y="1886402"/>
                    </a:lnTo>
                    <a:lnTo>
                      <a:pt x="0" y="1856915"/>
                    </a:lnTo>
                    <a:lnTo>
                      <a:pt x="0" y="1827427"/>
                    </a:lnTo>
                    <a:lnTo>
                      <a:pt x="0" y="1797939"/>
                    </a:lnTo>
                    <a:lnTo>
                      <a:pt x="0" y="1768452"/>
                    </a:lnTo>
                    <a:lnTo>
                      <a:pt x="0" y="1738964"/>
                    </a:lnTo>
                    <a:lnTo>
                      <a:pt x="0" y="1709476"/>
                    </a:lnTo>
                    <a:lnTo>
                      <a:pt x="0" y="1679989"/>
                    </a:lnTo>
                    <a:lnTo>
                      <a:pt x="0" y="1650501"/>
                    </a:lnTo>
                    <a:lnTo>
                      <a:pt x="0" y="1621013"/>
                    </a:lnTo>
                    <a:lnTo>
                      <a:pt x="0" y="1591525"/>
                    </a:lnTo>
                    <a:lnTo>
                      <a:pt x="0" y="1562038"/>
                    </a:lnTo>
                    <a:lnTo>
                      <a:pt x="0" y="1532550"/>
                    </a:lnTo>
                    <a:lnTo>
                      <a:pt x="0" y="1503062"/>
                    </a:lnTo>
                    <a:lnTo>
                      <a:pt x="0" y="1473575"/>
                    </a:lnTo>
                    <a:lnTo>
                      <a:pt x="0" y="1444087"/>
                    </a:lnTo>
                    <a:lnTo>
                      <a:pt x="0" y="1414599"/>
                    </a:lnTo>
                    <a:lnTo>
                      <a:pt x="0" y="1385112"/>
                    </a:lnTo>
                    <a:lnTo>
                      <a:pt x="0" y="1355624"/>
                    </a:lnTo>
                    <a:lnTo>
                      <a:pt x="0" y="1326136"/>
                    </a:lnTo>
                    <a:lnTo>
                      <a:pt x="0" y="1296649"/>
                    </a:lnTo>
                    <a:lnTo>
                      <a:pt x="0" y="1267161"/>
                    </a:lnTo>
                    <a:lnTo>
                      <a:pt x="0" y="1237673"/>
                    </a:lnTo>
                    <a:lnTo>
                      <a:pt x="0" y="1208186"/>
                    </a:lnTo>
                    <a:lnTo>
                      <a:pt x="0" y="1178698"/>
                    </a:lnTo>
                    <a:lnTo>
                      <a:pt x="0" y="1149210"/>
                    </a:lnTo>
                    <a:lnTo>
                      <a:pt x="0" y="1119723"/>
                    </a:lnTo>
                    <a:lnTo>
                      <a:pt x="0" y="1090235"/>
                    </a:lnTo>
                    <a:lnTo>
                      <a:pt x="0" y="1060747"/>
                    </a:lnTo>
                    <a:lnTo>
                      <a:pt x="0" y="1031260"/>
                    </a:lnTo>
                    <a:lnTo>
                      <a:pt x="0" y="1001772"/>
                    </a:lnTo>
                    <a:lnTo>
                      <a:pt x="0" y="972284"/>
                    </a:lnTo>
                    <a:lnTo>
                      <a:pt x="0" y="942797"/>
                    </a:lnTo>
                    <a:lnTo>
                      <a:pt x="0" y="913309"/>
                    </a:lnTo>
                    <a:lnTo>
                      <a:pt x="0" y="883821"/>
                    </a:lnTo>
                    <a:lnTo>
                      <a:pt x="0" y="854334"/>
                    </a:lnTo>
                    <a:lnTo>
                      <a:pt x="0" y="824846"/>
                    </a:lnTo>
                    <a:lnTo>
                      <a:pt x="0" y="795358"/>
                    </a:lnTo>
                    <a:lnTo>
                      <a:pt x="0" y="765871"/>
                    </a:lnTo>
                    <a:lnTo>
                      <a:pt x="0" y="736383"/>
                    </a:lnTo>
                    <a:lnTo>
                      <a:pt x="0" y="706895"/>
                    </a:lnTo>
                    <a:lnTo>
                      <a:pt x="0" y="677408"/>
                    </a:lnTo>
                    <a:lnTo>
                      <a:pt x="0" y="647920"/>
                    </a:lnTo>
                    <a:lnTo>
                      <a:pt x="0" y="618432"/>
                    </a:lnTo>
                    <a:lnTo>
                      <a:pt x="0" y="588945"/>
                    </a:lnTo>
                    <a:lnTo>
                      <a:pt x="0" y="559457"/>
                    </a:lnTo>
                    <a:lnTo>
                      <a:pt x="0" y="529969"/>
                    </a:lnTo>
                    <a:lnTo>
                      <a:pt x="0" y="500481"/>
                    </a:lnTo>
                    <a:lnTo>
                      <a:pt x="0" y="470994"/>
                    </a:lnTo>
                    <a:lnTo>
                      <a:pt x="0" y="441506"/>
                    </a:lnTo>
                    <a:lnTo>
                      <a:pt x="0" y="412018"/>
                    </a:lnTo>
                    <a:lnTo>
                      <a:pt x="0" y="382531"/>
                    </a:lnTo>
                    <a:lnTo>
                      <a:pt x="0" y="353043"/>
                    </a:lnTo>
                    <a:lnTo>
                      <a:pt x="0" y="323555"/>
                    </a:lnTo>
                    <a:lnTo>
                      <a:pt x="0" y="294068"/>
                    </a:lnTo>
                    <a:lnTo>
                      <a:pt x="0" y="264580"/>
                    </a:lnTo>
                    <a:lnTo>
                      <a:pt x="0" y="235092"/>
                    </a:lnTo>
                    <a:lnTo>
                      <a:pt x="0" y="205605"/>
                    </a:lnTo>
                    <a:lnTo>
                      <a:pt x="0" y="176117"/>
                    </a:lnTo>
                    <a:lnTo>
                      <a:pt x="0" y="146629"/>
                    </a:lnTo>
                    <a:lnTo>
                      <a:pt x="0" y="117142"/>
                    </a:lnTo>
                    <a:lnTo>
                      <a:pt x="0" y="87654"/>
                    </a:lnTo>
                    <a:lnTo>
                      <a:pt x="0" y="58166"/>
                    </a:lnTo>
                    <a:lnTo>
                      <a:pt x="0" y="28679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" name="pl12"/>
              <p:cNvSpPr/>
              <p:nvPr/>
            </p:nvSpPr>
            <p:spPr>
              <a:xfrm>
                <a:off x="4180577" y="1581921"/>
                <a:ext cx="0" cy="2518749"/>
              </a:xfrm>
              <a:custGeom>
                <a:avLst/>
                <a:gdLst/>
                <a:ahLst/>
                <a:cxnLst/>
                <a:rect l="0" t="0" r="0" b="0"/>
                <a:pathLst>
                  <a:path h="2518749">
                    <a:moveTo>
                      <a:pt x="0" y="2518749"/>
                    </a:moveTo>
                    <a:lnTo>
                      <a:pt x="0" y="2505643"/>
                    </a:lnTo>
                    <a:lnTo>
                      <a:pt x="0" y="2476156"/>
                    </a:lnTo>
                    <a:lnTo>
                      <a:pt x="0" y="2446668"/>
                    </a:lnTo>
                    <a:lnTo>
                      <a:pt x="0" y="2417180"/>
                    </a:lnTo>
                    <a:lnTo>
                      <a:pt x="0" y="2387693"/>
                    </a:lnTo>
                    <a:lnTo>
                      <a:pt x="0" y="2358205"/>
                    </a:lnTo>
                    <a:lnTo>
                      <a:pt x="0" y="2328717"/>
                    </a:lnTo>
                    <a:lnTo>
                      <a:pt x="0" y="2299230"/>
                    </a:lnTo>
                    <a:lnTo>
                      <a:pt x="0" y="2269742"/>
                    </a:lnTo>
                    <a:lnTo>
                      <a:pt x="0" y="2240254"/>
                    </a:lnTo>
                    <a:lnTo>
                      <a:pt x="0" y="2210767"/>
                    </a:lnTo>
                    <a:lnTo>
                      <a:pt x="0" y="2181279"/>
                    </a:lnTo>
                    <a:lnTo>
                      <a:pt x="0" y="2151791"/>
                    </a:lnTo>
                    <a:lnTo>
                      <a:pt x="0" y="2122304"/>
                    </a:lnTo>
                    <a:lnTo>
                      <a:pt x="0" y="2092816"/>
                    </a:lnTo>
                    <a:lnTo>
                      <a:pt x="0" y="2063328"/>
                    </a:lnTo>
                    <a:lnTo>
                      <a:pt x="0" y="2033841"/>
                    </a:lnTo>
                    <a:lnTo>
                      <a:pt x="0" y="2004353"/>
                    </a:lnTo>
                    <a:lnTo>
                      <a:pt x="0" y="1974865"/>
                    </a:lnTo>
                    <a:lnTo>
                      <a:pt x="0" y="1945378"/>
                    </a:lnTo>
                    <a:lnTo>
                      <a:pt x="0" y="1915890"/>
                    </a:lnTo>
                    <a:lnTo>
                      <a:pt x="0" y="1886402"/>
                    </a:lnTo>
                    <a:lnTo>
                      <a:pt x="0" y="1856915"/>
                    </a:lnTo>
                    <a:lnTo>
                      <a:pt x="0" y="1827427"/>
                    </a:lnTo>
                    <a:lnTo>
                      <a:pt x="0" y="1797939"/>
                    </a:lnTo>
                    <a:lnTo>
                      <a:pt x="0" y="1768452"/>
                    </a:lnTo>
                    <a:lnTo>
                      <a:pt x="0" y="1738964"/>
                    </a:lnTo>
                    <a:lnTo>
                      <a:pt x="0" y="1709476"/>
                    </a:lnTo>
                    <a:lnTo>
                      <a:pt x="0" y="1679989"/>
                    </a:lnTo>
                    <a:lnTo>
                      <a:pt x="0" y="1650501"/>
                    </a:lnTo>
                    <a:lnTo>
                      <a:pt x="0" y="1621013"/>
                    </a:lnTo>
                    <a:lnTo>
                      <a:pt x="0" y="1591525"/>
                    </a:lnTo>
                    <a:lnTo>
                      <a:pt x="0" y="1562038"/>
                    </a:lnTo>
                    <a:lnTo>
                      <a:pt x="0" y="1532550"/>
                    </a:lnTo>
                    <a:lnTo>
                      <a:pt x="0" y="1503062"/>
                    </a:lnTo>
                    <a:lnTo>
                      <a:pt x="0" y="1473575"/>
                    </a:lnTo>
                    <a:lnTo>
                      <a:pt x="0" y="1444087"/>
                    </a:lnTo>
                    <a:lnTo>
                      <a:pt x="0" y="1414599"/>
                    </a:lnTo>
                    <a:lnTo>
                      <a:pt x="0" y="1385112"/>
                    </a:lnTo>
                    <a:lnTo>
                      <a:pt x="0" y="1355624"/>
                    </a:lnTo>
                    <a:lnTo>
                      <a:pt x="0" y="1326136"/>
                    </a:lnTo>
                    <a:lnTo>
                      <a:pt x="0" y="1296649"/>
                    </a:lnTo>
                    <a:lnTo>
                      <a:pt x="0" y="1267161"/>
                    </a:lnTo>
                    <a:lnTo>
                      <a:pt x="0" y="1237673"/>
                    </a:lnTo>
                    <a:lnTo>
                      <a:pt x="0" y="1208186"/>
                    </a:lnTo>
                    <a:lnTo>
                      <a:pt x="0" y="1178698"/>
                    </a:lnTo>
                    <a:lnTo>
                      <a:pt x="0" y="1149210"/>
                    </a:lnTo>
                    <a:lnTo>
                      <a:pt x="0" y="1119723"/>
                    </a:lnTo>
                    <a:lnTo>
                      <a:pt x="0" y="1090235"/>
                    </a:lnTo>
                    <a:lnTo>
                      <a:pt x="0" y="1060747"/>
                    </a:lnTo>
                    <a:lnTo>
                      <a:pt x="0" y="1031260"/>
                    </a:lnTo>
                    <a:lnTo>
                      <a:pt x="0" y="1001772"/>
                    </a:lnTo>
                    <a:lnTo>
                      <a:pt x="0" y="972284"/>
                    </a:lnTo>
                    <a:lnTo>
                      <a:pt x="0" y="942797"/>
                    </a:lnTo>
                    <a:lnTo>
                      <a:pt x="0" y="913309"/>
                    </a:lnTo>
                    <a:lnTo>
                      <a:pt x="0" y="883821"/>
                    </a:lnTo>
                    <a:lnTo>
                      <a:pt x="0" y="854334"/>
                    </a:lnTo>
                    <a:lnTo>
                      <a:pt x="0" y="824846"/>
                    </a:lnTo>
                    <a:lnTo>
                      <a:pt x="0" y="795358"/>
                    </a:lnTo>
                    <a:lnTo>
                      <a:pt x="0" y="765871"/>
                    </a:lnTo>
                    <a:lnTo>
                      <a:pt x="0" y="736383"/>
                    </a:lnTo>
                    <a:lnTo>
                      <a:pt x="0" y="706895"/>
                    </a:lnTo>
                    <a:lnTo>
                      <a:pt x="0" y="677408"/>
                    </a:lnTo>
                    <a:lnTo>
                      <a:pt x="0" y="647920"/>
                    </a:lnTo>
                    <a:lnTo>
                      <a:pt x="0" y="618432"/>
                    </a:lnTo>
                    <a:lnTo>
                      <a:pt x="0" y="588945"/>
                    </a:lnTo>
                    <a:lnTo>
                      <a:pt x="0" y="559457"/>
                    </a:lnTo>
                    <a:lnTo>
                      <a:pt x="0" y="529969"/>
                    </a:lnTo>
                    <a:lnTo>
                      <a:pt x="0" y="500481"/>
                    </a:lnTo>
                    <a:lnTo>
                      <a:pt x="0" y="470994"/>
                    </a:lnTo>
                    <a:lnTo>
                      <a:pt x="0" y="441506"/>
                    </a:lnTo>
                    <a:lnTo>
                      <a:pt x="0" y="412018"/>
                    </a:lnTo>
                    <a:lnTo>
                      <a:pt x="0" y="382531"/>
                    </a:lnTo>
                    <a:lnTo>
                      <a:pt x="0" y="353043"/>
                    </a:lnTo>
                    <a:lnTo>
                      <a:pt x="0" y="323555"/>
                    </a:lnTo>
                    <a:lnTo>
                      <a:pt x="0" y="294068"/>
                    </a:lnTo>
                    <a:lnTo>
                      <a:pt x="0" y="264580"/>
                    </a:lnTo>
                    <a:lnTo>
                      <a:pt x="0" y="235092"/>
                    </a:lnTo>
                    <a:lnTo>
                      <a:pt x="0" y="205605"/>
                    </a:lnTo>
                    <a:lnTo>
                      <a:pt x="0" y="176117"/>
                    </a:lnTo>
                    <a:lnTo>
                      <a:pt x="0" y="146629"/>
                    </a:lnTo>
                    <a:lnTo>
                      <a:pt x="0" y="117142"/>
                    </a:lnTo>
                    <a:lnTo>
                      <a:pt x="0" y="87654"/>
                    </a:lnTo>
                    <a:lnTo>
                      <a:pt x="0" y="58166"/>
                    </a:lnTo>
                    <a:lnTo>
                      <a:pt x="0" y="28679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" name="pl13"/>
              <p:cNvSpPr/>
              <p:nvPr/>
            </p:nvSpPr>
            <p:spPr>
              <a:xfrm>
                <a:off x="4576512" y="1581921"/>
                <a:ext cx="0" cy="2518749"/>
              </a:xfrm>
              <a:custGeom>
                <a:avLst/>
                <a:gdLst/>
                <a:ahLst/>
                <a:cxnLst/>
                <a:rect l="0" t="0" r="0" b="0"/>
                <a:pathLst>
                  <a:path h="2518749">
                    <a:moveTo>
                      <a:pt x="0" y="2518749"/>
                    </a:moveTo>
                    <a:lnTo>
                      <a:pt x="0" y="2505643"/>
                    </a:lnTo>
                    <a:lnTo>
                      <a:pt x="0" y="2476156"/>
                    </a:lnTo>
                    <a:lnTo>
                      <a:pt x="0" y="2446668"/>
                    </a:lnTo>
                    <a:lnTo>
                      <a:pt x="0" y="2417180"/>
                    </a:lnTo>
                    <a:lnTo>
                      <a:pt x="0" y="2387693"/>
                    </a:lnTo>
                    <a:lnTo>
                      <a:pt x="0" y="2358205"/>
                    </a:lnTo>
                    <a:lnTo>
                      <a:pt x="0" y="2328717"/>
                    </a:lnTo>
                    <a:lnTo>
                      <a:pt x="0" y="2299230"/>
                    </a:lnTo>
                    <a:lnTo>
                      <a:pt x="0" y="2269742"/>
                    </a:lnTo>
                    <a:lnTo>
                      <a:pt x="0" y="2240254"/>
                    </a:lnTo>
                    <a:lnTo>
                      <a:pt x="0" y="2210767"/>
                    </a:lnTo>
                    <a:lnTo>
                      <a:pt x="0" y="2181279"/>
                    </a:lnTo>
                    <a:lnTo>
                      <a:pt x="0" y="2151791"/>
                    </a:lnTo>
                    <a:lnTo>
                      <a:pt x="0" y="2122304"/>
                    </a:lnTo>
                    <a:lnTo>
                      <a:pt x="0" y="2092816"/>
                    </a:lnTo>
                    <a:lnTo>
                      <a:pt x="0" y="2063328"/>
                    </a:lnTo>
                    <a:lnTo>
                      <a:pt x="0" y="2033841"/>
                    </a:lnTo>
                    <a:lnTo>
                      <a:pt x="0" y="2004353"/>
                    </a:lnTo>
                    <a:lnTo>
                      <a:pt x="0" y="1974865"/>
                    </a:lnTo>
                    <a:lnTo>
                      <a:pt x="0" y="1945378"/>
                    </a:lnTo>
                    <a:lnTo>
                      <a:pt x="0" y="1915890"/>
                    </a:lnTo>
                    <a:lnTo>
                      <a:pt x="0" y="1886402"/>
                    </a:lnTo>
                    <a:lnTo>
                      <a:pt x="0" y="1856915"/>
                    </a:lnTo>
                    <a:lnTo>
                      <a:pt x="0" y="1827427"/>
                    </a:lnTo>
                    <a:lnTo>
                      <a:pt x="0" y="1797939"/>
                    </a:lnTo>
                    <a:lnTo>
                      <a:pt x="0" y="1768452"/>
                    </a:lnTo>
                    <a:lnTo>
                      <a:pt x="0" y="1738964"/>
                    </a:lnTo>
                    <a:lnTo>
                      <a:pt x="0" y="1709476"/>
                    </a:lnTo>
                    <a:lnTo>
                      <a:pt x="0" y="1679989"/>
                    </a:lnTo>
                    <a:lnTo>
                      <a:pt x="0" y="1650501"/>
                    </a:lnTo>
                    <a:lnTo>
                      <a:pt x="0" y="1621013"/>
                    </a:lnTo>
                    <a:lnTo>
                      <a:pt x="0" y="1591525"/>
                    </a:lnTo>
                    <a:lnTo>
                      <a:pt x="0" y="1562038"/>
                    </a:lnTo>
                    <a:lnTo>
                      <a:pt x="0" y="1532550"/>
                    </a:lnTo>
                    <a:lnTo>
                      <a:pt x="0" y="1503062"/>
                    </a:lnTo>
                    <a:lnTo>
                      <a:pt x="0" y="1473575"/>
                    </a:lnTo>
                    <a:lnTo>
                      <a:pt x="0" y="1444087"/>
                    </a:lnTo>
                    <a:lnTo>
                      <a:pt x="0" y="1414599"/>
                    </a:lnTo>
                    <a:lnTo>
                      <a:pt x="0" y="1385112"/>
                    </a:lnTo>
                    <a:lnTo>
                      <a:pt x="0" y="1355624"/>
                    </a:lnTo>
                    <a:lnTo>
                      <a:pt x="0" y="1326136"/>
                    </a:lnTo>
                    <a:lnTo>
                      <a:pt x="0" y="1296649"/>
                    </a:lnTo>
                    <a:lnTo>
                      <a:pt x="0" y="1267161"/>
                    </a:lnTo>
                    <a:lnTo>
                      <a:pt x="0" y="1237673"/>
                    </a:lnTo>
                    <a:lnTo>
                      <a:pt x="0" y="1208186"/>
                    </a:lnTo>
                    <a:lnTo>
                      <a:pt x="0" y="1178698"/>
                    </a:lnTo>
                    <a:lnTo>
                      <a:pt x="0" y="1149210"/>
                    </a:lnTo>
                    <a:lnTo>
                      <a:pt x="0" y="1119723"/>
                    </a:lnTo>
                    <a:lnTo>
                      <a:pt x="0" y="1090235"/>
                    </a:lnTo>
                    <a:lnTo>
                      <a:pt x="0" y="1060747"/>
                    </a:lnTo>
                    <a:lnTo>
                      <a:pt x="0" y="1031260"/>
                    </a:lnTo>
                    <a:lnTo>
                      <a:pt x="0" y="1001772"/>
                    </a:lnTo>
                    <a:lnTo>
                      <a:pt x="0" y="972284"/>
                    </a:lnTo>
                    <a:lnTo>
                      <a:pt x="0" y="942797"/>
                    </a:lnTo>
                    <a:lnTo>
                      <a:pt x="0" y="913309"/>
                    </a:lnTo>
                    <a:lnTo>
                      <a:pt x="0" y="883821"/>
                    </a:lnTo>
                    <a:lnTo>
                      <a:pt x="0" y="854334"/>
                    </a:lnTo>
                    <a:lnTo>
                      <a:pt x="0" y="824846"/>
                    </a:lnTo>
                    <a:lnTo>
                      <a:pt x="0" y="795358"/>
                    </a:lnTo>
                    <a:lnTo>
                      <a:pt x="0" y="765871"/>
                    </a:lnTo>
                    <a:lnTo>
                      <a:pt x="0" y="736383"/>
                    </a:lnTo>
                    <a:lnTo>
                      <a:pt x="0" y="706895"/>
                    </a:lnTo>
                    <a:lnTo>
                      <a:pt x="0" y="677408"/>
                    </a:lnTo>
                    <a:lnTo>
                      <a:pt x="0" y="647920"/>
                    </a:lnTo>
                    <a:lnTo>
                      <a:pt x="0" y="618432"/>
                    </a:lnTo>
                    <a:lnTo>
                      <a:pt x="0" y="588945"/>
                    </a:lnTo>
                    <a:lnTo>
                      <a:pt x="0" y="559457"/>
                    </a:lnTo>
                    <a:lnTo>
                      <a:pt x="0" y="529969"/>
                    </a:lnTo>
                    <a:lnTo>
                      <a:pt x="0" y="500481"/>
                    </a:lnTo>
                    <a:lnTo>
                      <a:pt x="0" y="470994"/>
                    </a:lnTo>
                    <a:lnTo>
                      <a:pt x="0" y="441506"/>
                    </a:lnTo>
                    <a:lnTo>
                      <a:pt x="0" y="412018"/>
                    </a:lnTo>
                    <a:lnTo>
                      <a:pt x="0" y="382531"/>
                    </a:lnTo>
                    <a:lnTo>
                      <a:pt x="0" y="353043"/>
                    </a:lnTo>
                    <a:lnTo>
                      <a:pt x="0" y="323555"/>
                    </a:lnTo>
                    <a:lnTo>
                      <a:pt x="0" y="294068"/>
                    </a:lnTo>
                    <a:lnTo>
                      <a:pt x="0" y="264580"/>
                    </a:lnTo>
                    <a:lnTo>
                      <a:pt x="0" y="235092"/>
                    </a:lnTo>
                    <a:lnTo>
                      <a:pt x="0" y="205605"/>
                    </a:lnTo>
                    <a:lnTo>
                      <a:pt x="0" y="176117"/>
                    </a:lnTo>
                    <a:lnTo>
                      <a:pt x="0" y="146629"/>
                    </a:lnTo>
                    <a:lnTo>
                      <a:pt x="0" y="117142"/>
                    </a:lnTo>
                    <a:lnTo>
                      <a:pt x="0" y="87654"/>
                    </a:lnTo>
                    <a:lnTo>
                      <a:pt x="0" y="58166"/>
                    </a:lnTo>
                    <a:lnTo>
                      <a:pt x="0" y="28679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" name="pl14"/>
              <p:cNvSpPr/>
              <p:nvPr/>
            </p:nvSpPr>
            <p:spPr>
              <a:xfrm>
                <a:off x="4972446" y="1581921"/>
                <a:ext cx="0" cy="2518749"/>
              </a:xfrm>
              <a:custGeom>
                <a:avLst/>
                <a:gdLst/>
                <a:ahLst/>
                <a:cxnLst/>
                <a:rect l="0" t="0" r="0" b="0"/>
                <a:pathLst>
                  <a:path h="2518749">
                    <a:moveTo>
                      <a:pt x="0" y="2518749"/>
                    </a:moveTo>
                    <a:lnTo>
                      <a:pt x="0" y="2505643"/>
                    </a:lnTo>
                    <a:lnTo>
                      <a:pt x="0" y="2476156"/>
                    </a:lnTo>
                    <a:lnTo>
                      <a:pt x="0" y="2446668"/>
                    </a:lnTo>
                    <a:lnTo>
                      <a:pt x="0" y="2417180"/>
                    </a:lnTo>
                    <a:lnTo>
                      <a:pt x="0" y="2387693"/>
                    </a:lnTo>
                    <a:lnTo>
                      <a:pt x="0" y="2358205"/>
                    </a:lnTo>
                    <a:lnTo>
                      <a:pt x="0" y="2328717"/>
                    </a:lnTo>
                    <a:lnTo>
                      <a:pt x="0" y="2299230"/>
                    </a:lnTo>
                    <a:lnTo>
                      <a:pt x="0" y="2269742"/>
                    </a:lnTo>
                    <a:lnTo>
                      <a:pt x="0" y="2240254"/>
                    </a:lnTo>
                    <a:lnTo>
                      <a:pt x="0" y="2210767"/>
                    </a:lnTo>
                    <a:lnTo>
                      <a:pt x="0" y="2181279"/>
                    </a:lnTo>
                    <a:lnTo>
                      <a:pt x="0" y="2151791"/>
                    </a:lnTo>
                    <a:lnTo>
                      <a:pt x="0" y="2122304"/>
                    </a:lnTo>
                    <a:lnTo>
                      <a:pt x="0" y="2092816"/>
                    </a:lnTo>
                    <a:lnTo>
                      <a:pt x="0" y="2063328"/>
                    </a:lnTo>
                    <a:lnTo>
                      <a:pt x="0" y="2033841"/>
                    </a:lnTo>
                    <a:lnTo>
                      <a:pt x="0" y="2004353"/>
                    </a:lnTo>
                    <a:lnTo>
                      <a:pt x="0" y="1974865"/>
                    </a:lnTo>
                    <a:lnTo>
                      <a:pt x="0" y="1945378"/>
                    </a:lnTo>
                    <a:lnTo>
                      <a:pt x="0" y="1915890"/>
                    </a:lnTo>
                    <a:lnTo>
                      <a:pt x="0" y="1886402"/>
                    </a:lnTo>
                    <a:lnTo>
                      <a:pt x="0" y="1856915"/>
                    </a:lnTo>
                    <a:lnTo>
                      <a:pt x="0" y="1827427"/>
                    </a:lnTo>
                    <a:lnTo>
                      <a:pt x="0" y="1797939"/>
                    </a:lnTo>
                    <a:lnTo>
                      <a:pt x="0" y="1768452"/>
                    </a:lnTo>
                    <a:lnTo>
                      <a:pt x="0" y="1738964"/>
                    </a:lnTo>
                    <a:lnTo>
                      <a:pt x="0" y="1709476"/>
                    </a:lnTo>
                    <a:lnTo>
                      <a:pt x="0" y="1679989"/>
                    </a:lnTo>
                    <a:lnTo>
                      <a:pt x="0" y="1650501"/>
                    </a:lnTo>
                    <a:lnTo>
                      <a:pt x="0" y="1621013"/>
                    </a:lnTo>
                    <a:lnTo>
                      <a:pt x="0" y="1591525"/>
                    </a:lnTo>
                    <a:lnTo>
                      <a:pt x="0" y="1562038"/>
                    </a:lnTo>
                    <a:lnTo>
                      <a:pt x="0" y="1532550"/>
                    </a:lnTo>
                    <a:lnTo>
                      <a:pt x="0" y="1503062"/>
                    </a:lnTo>
                    <a:lnTo>
                      <a:pt x="0" y="1473575"/>
                    </a:lnTo>
                    <a:lnTo>
                      <a:pt x="0" y="1444087"/>
                    </a:lnTo>
                    <a:lnTo>
                      <a:pt x="0" y="1414599"/>
                    </a:lnTo>
                    <a:lnTo>
                      <a:pt x="0" y="1385112"/>
                    </a:lnTo>
                    <a:lnTo>
                      <a:pt x="0" y="1355624"/>
                    </a:lnTo>
                    <a:lnTo>
                      <a:pt x="0" y="1326136"/>
                    </a:lnTo>
                    <a:lnTo>
                      <a:pt x="0" y="1296649"/>
                    </a:lnTo>
                    <a:lnTo>
                      <a:pt x="0" y="1267161"/>
                    </a:lnTo>
                    <a:lnTo>
                      <a:pt x="0" y="1237673"/>
                    </a:lnTo>
                    <a:lnTo>
                      <a:pt x="0" y="1208186"/>
                    </a:lnTo>
                    <a:lnTo>
                      <a:pt x="0" y="1178698"/>
                    </a:lnTo>
                    <a:lnTo>
                      <a:pt x="0" y="1149210"/>
                    </a:lnTo>
                    <a:lnTo>
                      <a:pt x="0" y="1119723"/>
                    </a:lnTo>
                    <a:lnTo>
                      <a:pt x="0" y="1090235"/>
                    </a:lnTo>
                    <a:lnTo>
                      <a:pt x="0" y="1060747"/>
                    </a:lnTo>
                    <a:lnTo>
                      <a:pt x="0" y="1031260"/>
                    </a:lnTo>
                    <a:lnTo>
                      <a:pt x="0" y="1001772"/>
                    </a:lnTo>
                    <a:lnTo>
                      <a:pt x="0" y="972284"/>
                    </a:lnTo>
                    <a:lnTo>
                      <a:pt x="0" y="942797"/>
                    </a:lnTo>
                    <a:lnTo>
                      <a:pt x="0" y="913309"/>
                    </a:lnTo>
                    <a:lnTo>
                      <a:pt x="0" y="883821"/>
                    </a:lnTo>
                    <a:lnTo>
                      <a:pt x="0" y="854334"/>
                    </a:lnTo>
                    <a:lnTo>
                      <a:pt x="0" y="824846"/>
                    </a:lnTo>
                    <a:lnTo>
                      <a:pt x="0" y="795358"/>
                    </a:lnTo>
                    <a:lnTo>
                      <a:pt x="0" y="765871"/>
                    </a:lnTo>
                    <a:lnTo>
                      <a:pt x="0" y="736383"/>
                    </a:lnTo>
                    <a:lnTo>
                      <a:pt x="0" y="706895"/>
                    </a:lnTo>
                    <a:lnTo>
                      <a:pt x="0" y="677408"/>
                    </a:lnTo>
                    <a:lnTo>
                      <a:pt x="0" y="647920"/>
                    </a:lnTo>
                    <a:lnTo>
                      <a:pt x="0" y="618432"/>
                    </a:lnTo>
                    <a:lnTo>
                      <a:pt x="0" y="588945"/>
                    </a:lnTo>
                    <a:lnTo>
                      <a:pt x="0" y="559457"/>
                    </a:lnTo>
                    <a:lnTo>
                      <a:pt x="0" y="529969"/>
                    </a:lnTo>
                    <a:lnTo>
                      <a:pt x="0" y="500481"/>
                    </a:lnTo>
                    <a:lnTo>
                      <a:pt x="0" y="470994"/>
                    </a:lnTo>
                    <a:lnTo>
                      <a:pt x="0" y="441506"/>
                    </a:lnTo>
                    <a:lnTo>
                      <a:pt x="0" y="412018"/>
                    </a:lnTo>
                    <a:lnTo>
                      <a:pt x="0" y="382531"/>
                    </a:lnTo>
                    <a:lnTo>
                      <a:pt x="0" y="353043"/>
                    </a:lnTo>
                    <a:lnTo>
                      <a:pt x="0" y="323555"/>
                    </a:lnTo>
                    <a:lnTo>
                      <a:pt x="0" y="294068"/>
                    </a:lnTo>
                    <a:lnTo>
                      <a:pt x="0" y="264580"/>
                    </a:lnTo>
                    <a:lnTo>
                      <a:pt x="0" y="235092"/>
                    </a:lnTo>
                    <a:lnTo>
                      <a:pt x="0" y="205605"/>
                    </a:lnTo>
                    <a:lnTo>
                      <a:pt x="0" y="176117"/>
                    </a:lnTo>
                    <a:lnTo>
                      <a:pt x="0" y="146629"/>
                    </a:lnTo>
                    <a:lnTo>
                      <a:pt x="0" y="117142"/>
                    </a:lnTo>
                    <a:lnTo>
                      <a:pt x="0" y="87654"/>
                    </a:lnTo>
                    <a:lnTo>
                      <a:pt x="0" y="58166"/>
                    </a:lnTo>
                    <a:lnTo>
                      <a:pt x="0" y="28679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" name="pl15"/>
              <p:cNvSpPr/>
              <p:nvPr/>
            </p:nvSpPr>
            <p:spPr>
              <a:xfrm>
                <a:off x="1894852" y="3866407"/>
                <a:ext cx="3248917" cy="0"/>
              </a:xfrm>
              <a:custGeom>
                <a:avLst/>
                <a:gdLst/>
                <a:ahLst/>
                <a:cxnLst/>
                <a:rect l="0" t="0" r="0" b="0"/>
                <a:pathLst>
                  <a:path w="3248917">
                    <a:moveTo>
                      <a:pt x="0" y="0"/>
                    </a:moveTo>
                    <a:lnTo>
                      <a:pt x="18099" y="0"/>
                    </a:lnTo>
                    <a:lnTo>
                      <a:pt x="54093" y="0"/>
                    </a:lnTo>
                    <a:lnTo>
                      <a:pt x="90087" y="0"/>
                    </a:lnTo>
                    <a:lnTo>
                      <a:pt x="126081" y="0"/>
                    </a:lnTo>
                    <a:lnTo>
                      <a:pt x="162075" y="0"/>
                    </a:lnTo>
                    <a:lnTo>
                      <a:pt x="198069" y="0"/>
                    </a:lnTo>
                    <a:lnTo>
                      <a:pt x="234063" y="0"/>
                    </a:lnTo>
                    <a:lnTo>
                      <a:pt x="270057" y="0"/>
                    </a:lnTo>
                    <a:lnTo>
                      <a:pt x="306051" y="0"/>
                    </a:lnTo>
                    <a:lnTo>
                      <a:pt x="342045" y="0"/>
                    </a:lnTo>
                    <a:lnTo>
                      <a:pt x="378040" y="0"/>
                    </a:lnTo>
                    <a:lnTo>
                      <a:pt x="414034" y="0"/>
                    </a:lnTo>
                    <a:lnTo>
                      <a:pt x="450028" y="0"/>
                    </a:lnTo>
                    <a:lnTo>
                      <a:pt x="486022" y="0"/>
                    </a:lnTo>
                    <a:lnTo>
                      <a:pt x="522016" y="0"/>
                    </a:lnTo>
                    <a:lnTo>
                      <a:pt x="558010" y="0"/>
                    </a:lnTo>
                    <a:lnTo>
                      <a:pt x="594004" y="0"/>
                    </a:lnTo>
                    <a:lnTo>
                      <a:pt x="629998" y="0"/>
                    </a:lnTo>
                    <a:lnTo>
                      <a:pt x="665992" y="0"/>
                    </a:lnTo>
                    <a:lnTo>
                      <a:pt x="701986" y="0"/>
                    </a:lnTo>
                    <a:lnTo>
                      <a:pt x="737980" y="0"/>
                    </a:lnTo>
                    <a:lnTo>
                      <a:pt x="773974" y="0"/>
                    </a:lnTo>
                    <a:lnTo>
                      <a:pt x="809968" y="0"/>
                    </a:lnTo>
                    <a:lnTo>
                      <a:pt x="845962" y="0"/>
                    </a:lnTo>
                    <a:lnTo>
                      <a:pt x="881956" y="0"/>
                    </a:lnTo>
                    <a:lnTo>
                      <a:pt x="917950" y="0"/>
                    </a:lnTo>
                    <a:lnTo>
                      <a:pt x="953944" y="0"/>
                    </a:lnTo>
                    <a:lnTo>
                      <a:pt x="989939" y="0"/>
                    </a:lnTo>
                    <a:lnTo>
                      <a:pt x="1025933" y="0"/>
                    </a:lnTo>
                    <a:lnTo>
                      <a:pt x="1061927" y="0"/>
                    </a:lnTo>
                    <a:lnTo>
                      <a:pt x="1097921" y="0"/>
                    </a:lnTo>
                    <a:lnTo>
                      <a:pt x="1133915" y="0"/>
                    </a:lnTo>
                    <a:lnTo>
                      <a:pt x="1169909" y="0"/>
                    </a:lnTo>
                    <a:lnTo>
                      <a:pt x="1205903" y="0"/>
                    </a:lnTo>
                    <a:lnTo>
                      <a:pt x="1241897" y="0"/>
                    </a:lnTo>
                    <a:lnTo>
                      <a:pt x="1277891" y="0"/>
                    </a:lnTo>
                    <a:lnTo>
                      <a:pt x="1313885" y="0"/>
                    </a:lnTo>
                    <a:lnTo>
                      <a:pt x="1349879" y="0"/>
                    </a:lnTo>
                    <a:lnTo>
                      <a:pt x="1385873" y="0"/>
                    </a:lnTo>
                    <a:lnTo>
                      <a:pt x="1421867" y="0"/>
                    </a:lnTo>
                    <a:lnTo>
                      <a:pt x="1457861" y="0"/>
                    </a:lnTo>
                    <a:lnTo>
                      <a:pt x="1493855" y="0"/>
                    </a:lnTo>
                    <a:lnTo>
                      <a:pt x="1529849" y="0"/>
                    </a:lnTo>
                    <a:lnTo>
                      <a:pt x="1565843" y="0"/>
                    </a:lnTo>
                    <a:lnTo>
                      <a:pt x="1601838" y="0"/>
                    </a:lnTo>
                    <a:lnTo>
                      <a:pt x="1637832" y="0"/>
                    </a:lnTo>
                    <a:lnTo>
                      <a:pt x="1673826" y="0"/>
                    </a:lnTo>
                    <a:lnTo>
                      <a:pt x="1709820" y="0"/>
                    </a:lnTo>
                    <a:lnTo>
                      <a:pt x="1745814" y="0"/>
                    </a:lnTo>
                    <a:lnTo>
                      <a:pt x="1781808" y="0"/>
                    </a:lnTo>
                    <a:lnTo>
                      <a:pt x="1817802" y="0"/>
                    </a:lnTo>
                    <a:lnTo>
                      <a:pt x="1853796" y="0"/>
                    </a:lnTo>
                    <a:lnTo>
                      <a:pt x="1889790" y="0"/>
                    </a:lnTo>
                    <a:lnTo>
                      <a:pt x="1925784" y="0"/>
                    </a:lnTo>
                    <a:lnTo>
                      <a:pt x="1961778" y="0"/>
                    </a:lnTo>
                    <a:lnTo>
                      <a:pt x="1997772" y="0"/>
                    </a:lnTo>
                    <a:lnTo>
                      <a:pt x="2033766" y="0"/>
                    </a:lnTo>
                    <a:lnTo>
                      <a:pt x="2069760" y="0"/>
                    </a:lnTo>
                    <a:lnTo>
                      <a:pt x="2105754" y="0"/>
                    </a:lnTo>
                    <a:lnTo>
                      <a:pt x="2141748" y="0"/>
                    </a:lnTo>
                    <a:lnTo>
                      <a:pt x="2177742" y="0"/>
                    </a:lnTo>
                    <a:lnTo>
                      <a:pt x="2213737" y="0"/>
                    </a:lnTo>
                    <a:lnTo>
                      <a:pt x="2249731" y="0"/>
                    </a:lnTo>
                    <a:lnTo>
                      <a:pt x="2285725" y="0"/>
                    </a:lnTo>
                    <a:lnTo>
                      <a:pt x="2321719" y="0"/>
                    </a:lnTo>
                    <a:lnTo>
                      <a:pt x="2357713" y="0"/>
                    </a:lnTo>
                    <a:lnTo>
                      <a:pt x="2393707" y="0"/>
                    </a:lnTo>
                    <a:lnTo>
                      <a:pt x="2429701" y="0"/>
                    </a:lnTo>
                    <a:lnTo>
                      <a:pt x="2465695" y="0"/>
                    </a:lnTo>
                    <a:lnTo>
                      <a:pt x="2501689" y="0"/>
                    </a:lnTo>
                    <a:lnTo>
                      <a:pt x="2537683" y="0"/>
                    </a:lnTo>
                    <a:lnTo>
                      <a:pt x="2573677" y="0"/>
                    </a:lnTo>
                    <a:lnTo>
                      <a:pt x="2609671" y="0"/>
                    </a:lnTo>
                    <a:lnTo>
                      <a:pt x="2645665" y="0"/>
                    </a:lnTo>
                    <a:lnTo>
                      <a:pt x="2681659" y="0"/>
                    </a:lnTo>
                    <a:lnTo>
                      <a:pt x="2717653" y="0"/>
                    </a:lnTo>
                    <a:lnTo>
                      <a:pt x="2753647" y="0"/>
                    </a:lnTo>
                    <a:lnTo>
                      <a:pt x="2789641" y="0"/>
                    </a:lnTo>
                    <a:lnTo>
                      <a:pt x="2825636" y="0"/>
                    </a:lnTo>
                    <a:lnTo>
                      <a:pt x="2861630" y="0"/>
                    </a:lnTo>
                    <a:lnTo>
                      <a:pt x="2897624" y="0"/>
                    </a:lnTo>
                    <a:lnTo>
                      <a:pt x="2933618" y="0"/>
                    </a:lnTo>
                    <a:lnTo>
                      <a:pt x="2969612" y="0"/>
                    </a:lnTo>
                    <a:lnTo>
                      <a:pt x="3005606" y="0"/>
                    </a:lnTo>
                    <a:lnTo>
                      <a:pt x="3041600" y="0"/>
                    </a:lnTo>
                    <a:lnTo>
                      <a:pt x="3077594" y="0"/>
                    </a:lnTo>
                    <a:lnTo>
                      <a:pt x="3113588" y="0"/>
                    </a:lnTo>
                    <a:lnTo>
                      <a:pt x="3149582" y="0"/>
                    </a:lnTo>
                    <a:lnTo>
                      <a:pt x="3185576" y="0"/>
                    </a:lnTo>
                    <a:lnTo>
                      <a:pt x="3221570" y="0"/>
                    </a:lnTo>
                    <a:lnTo>
                      <a:pt x="3248917" y="0"/>
                    </a:lnTo>
                    <a:lnTo>
                      <a:pt x="3248917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" name="pl16"/>
              <p:cNvSpPr/>
              <p:nvPr/>
            </p:nvSpPr>
            <p:spPr>
              <a:xfrm>
                <a:off x="1894852" y="3379861"/>
                <a:ext cx="3248917" cy="0"/>
              </a:xfrm>
              <a:custGeom>
                <a:avLst/>
                <a:gdLst/>
                <a:ahLst/>
                <a:cxnLst/>
                <a:rect l="0" t="0" r="0" b="0"/>
                <a:pathLst>
                  <a:path w="3248917">
                    <a:moveTo>
                      <a:pt x="0" y="0"/>
                    </a:moveTo>
                    <a:lnTo>
                      <a:pt x="18099" y="0"/>
                    </a:lnTo>
                    <a:lnTo>
                      <a:pt x="54093" y="0"/>
                    </a:lnTo>
                    <a:lnTo>
                      <a:pt x="90087" y="0"/>
                    </a:lnTo>
                    <a:lnTo>
                      <a:pt x="126081" y="0"/>
                    </a:lnTo>
                    <a:lnTo>
                      <a:pt x="162075" y="0"/>
                    </a:lnTo>
                    <a:lnTo>
                      <a:pt x="198069" y="0"/>
                    </a:lnTo>
                    <a:lnTo>
                      <a:pt x="234063" y="0"/>
                    </a:lnTo>
                    <a:lnTo>
                      <a:pt x="270057" y="0"/>
                    </a:lnTo>
                    <a:lnTo>
                      <a:pt x="306051" y="0"/>
                    </a:lnTo>
                    <a:lnTo>
                      <a:pt x="342045" y="0"/>
                    </a:lnTo>
                    <a:lnTo>
                      <a:pt x="378040" y="0"/>
                    </a:lnTo>
                    <a:lnTo>
                      <a:pt x="414034" y="0"/>
                    </a:lnTo>
                    <a:lnTo>
                      <a:pt x="450028" y="0"/>
                    </a:lnTo>
                    <a:lnTo>
                      <a:pt x="486022" y="0"/>
                    </a:lnTo>
                    <a:lnTo>
                      <a:pt x="522016" y="0"/>
                    </a:lnTo>
                    <a:lnTo>
                      <a:pt x="558010" y="0"/>
                    </a:lnTo>
                    <a:lnTo>
                      <a:pt x="594004" y="0"/>
                    </a:lnTo>
                    <a:lnTo>
                      <a:pt x="629998" y="0"/>
                    </a:lnTo>
                    <a:lnTo>
                      <a:pt x="665992" y="0"/>
                    </a:lnTo>
                    <a:lnTo>
                      <a:pt x="701986" y="0"/>
                    </a:lnTo>
                    <a:lnTo>
                      <a:pt x="737980" y="0"/>
                    </a:lnTo>
                    <a:lnTo>
                      <a:pt x="773974" y="0"/>
                    </a:lnTo>
                    <a:lnTo>
                      <a:pt x="809968" y="0"/>
                    </a:lnTo>
                    <a:lnTo>
                      <a:pt x="845962" y="0"/>
                    </a:lnTo>
                    <a:lnTo>
                      <a:pt x="881956" y="0"/>
                    </a:lnTo>
                    <a:lnTo>
                      <a:pt x="917950" y="0"/>
                    </a:lnTo>
                    <a:lnTo>
                      <a:pt x="953944" y="0"/>
                    </a:lnTo>
                    <a:lnTo>
                      <a:pt x="989939" y="0"/>
                    </a:lnTo>
                    <a:lnTo>
                      <a:pt x="1025933" y="0"/>
                    </a:lnTo>
                    <a:lnTo>
                      <a:pt x="1061927" y="0"/>
                    </a:lnTo>
                    <a:lnTo>
                      <a:pt x="1097921" y="0"/>
                    </a:lnTo>
                    <a:lnTo>
                      <a:pt x="1133915" y="0"/>
                    </a:lnTo>
                    <a:lnTo>
                      <a:pt x="1169909" y="0"/>
                    </a:lnTo>
                    <a:lnTo>
                      <a:pt x="1205903" y="0"/>
                    </a:lnTo>
                    <a:lnTo>
                      <a:pt x="1241897" y="0"/>
                    </a:lnTo>
                    <a:lnTo>
                      <a:pt x="1277891" y="0"/>
                    </a:lnTo>
                    <a:lnTo>
                      <a:pt x="1313885" y="0"/>
                    </a:lnTo>
                    <a:lnTo>
                      <a:pt x="1349879" y="0"/>
                    </a:lnTo>
                    <a:lnTo>
                      <a:pt x="1385873" y="0"/>
                    </a:lnTo>
                    <a:lnTo>
                      <a:pt x="1421867" y="0"/>
                    </a:lnTo>
                    <a:lnTo>
                      <a:pt x="1457861" y="0"/>
                    </a:lnTo>
                    <a:lnTo>
                      <a:pt x="1493855" y="0"/>
                    </a:lnTo>
                    <a:lnTo>
                      <a:pt x="1529849" y="0"/>
                    </a:lnTo>
                    <a:lnTo>
                      <a:pt x="1565843" y="0"/>
                    </a:lnTo>
                    <a:lnTo>
                      <a:pt x="1601838" y="0"/>
                    </a:lnTo>
                    <a:lnTo>
                      <a:pt x="1637832" y="0"/>
                    </a:lnTo>
                    <a:lnTo>
                      <a:pt x="1673826" y="0"/>
                    </a:lnTo>
                    <a:lnTo>
                      <a:pt x="1709820" y="0"/>
                    </a:lnTo>
                    <a:lnTo>
                      <a:pt x="1745814" y="0"/>
                    </a:lnTo>
                    <a:lnTo>
                      <a:pt x="1781808" y="0"/>
                    </a:lnTo>
                    <a:lnTo>
                      <a:pt x="1817802" y="0"/>
                    </a:lnTo>
                    <a:lnTo>
                      <a:pt x="1853796" y="0"/>
                    </a:lnTo>
                    <a:lnTo>
                      <a:pt x="1889790" y="0"/>
                    </a:lnTo>
                    <a:lnTo>
                      <a:pt x="1925784" y="0"/>
                    </a:lnTo>
                    <a:lnTo>
                      <a:pt x="1961778" y="0"/>
                    </a:lnTo>
                    <a:lnTo>
                      <a:pt x="1997772" y="0"/>
                    </a:lnTo>
                    <a:lnTo>
                      <a:pt x="2033766" y="0"/>
                    </a:lnTo>
                    <a:lnTo>
                      <a:pt x="2069760" y="0"/>
                    </a:lnTo>
                    <a:lnTo>
                      <a:pt x="2105754" y="0"/>
                    </a:lnTo>
                    <a:lnTo>
                      <a:pt x="2141748" y="0"/>
                    </a:lnTo>
                    <a:lnTo>
                      <a:pt x="2177742" y="0"/>
                    </a:lnTo>
                    <a:lnTo>
                      <a:pt x="2213737" y="0"/>
                    </a:lnTo>
                    <a:lnTo>
                      <a:pt x="2249731" y="0"/>
                    </a:lnTo>
                    <a:lnTo>
                      <a:pt x="2285725" y="0"/>
                    </a:lnTo>
                    <a:lnTo>
                      <a:pt x="2321719" y="0"/>
                    </a:lnTo>
                    <a:lnTo>
                      <a:pt x="2357713" y="0"/>
                    </a:lnTo>
                    <a:lnTo>
                      <a:pt x="2393707" y="0"/>
                    </a:lnTo>
                    <a:lnTo>
                      <a:pt x="2429701" y="0"/>
                    </a:lnTo>
                    <a:lnTo>
                      <a:pt x="2465695" y="0"/>
                    </a:lnTo>
                    <a:lnTo>
                      <a:pt x="2501689" y="0"/>
                    </a:lnTo>
                    <a:lnTo>
                      <a:pt x="2537683" y="0"/>
                    </a:lnTo>
                    <a:lnTo>
                      <a:pt x="2573677" y="0"/>
                    </a:lnTo>
                    <a:lnTo>
                      <a:pt x="2609671" y="0"/>
                    </a:lnTo>
                    <a:lnTo>
                      <a:pt x="2645665" y="0"/>
                    </a:lnTo>
                    <a:lnTo>
                      <a:pt x="2681659" y="0"/>
                    </a:lnTo>
                    <a:lnTo>
                      <a:pt x="2717653" y="0"/>
                    </a:lnTo>
                    <a:lnTo>
                      <a:pt x="2753647" y="0"/>
                    </a:lnTo>
                    <a:lnTo>
                      <a:pt x="2789641" y="0"/>
                    </a:lnTo>
                    <a:lnTo>
                      <a:pt x="2825636" y="0"/>
                    </a:lnTo>
                    <a:lnTo>
                      <a:pt x="2861630" y="0"/>
                    </a:lnTo>
                    <a:lnTo>
                      <a:pt x="2897624" y="0"/>
                    </a:lnTo>
                    <a:lnTo>
                      <a:pt x="2933618" y="0"/>
                    </a:lnTo>
                    <a:lnTo>
                      <a:pt x="2969612" y="0"/>
                    </a:lnTo>
                    <a:lnTo>
                      <a:pt x="3005606" y="0"/>
                    </a:lnTo>
                    <a:lnTo>
                      <a:pt x="3041600" y="0"/>
                    </a:lnTo>
                    <a:lnTo>
                      <a:pt x="3077594" y="0"/>
                    </a:lnTo>
                    <a:lnTo>
                      <a:pt x="3113588" y="0"/>
                    </a:lnTo>
                    <a:lnTo>
                      <a:pt x="3149582" y="0"/>
                    </a:lnTo>
                    <a:lnTo>
                      <a:pt x="3185576" y="0"/>
                    </a:lnTo>
                    <a:lnTo>
                      <a:pt x="3221570" y="0"/>
                    </a:lnTo>
                    <a:lnTo>
                      <a:pt x="3248917" y="0"/>
                    </a:lnTo>
                    <a:lnTo>
                      <a:pt x="3248917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" name="pl17"/>
              <p:cNvSpPr/>
              <p:nvPr/>
            </p:nvSpPr>
            <p:spPr>
              <a:xfrm>
                <a:off x="1894852" y="2893314"/>
                <a:ext cx="3248917" cy="0"/>
              </a:xfrm>
              <a:custGeom>
                <a:avLst/>
                <a:gdLst/>
                <a:ahLst/>
                <a:cxnLst/>
                <a:rect l="0" t="0" r="0" b="0"/>
                <a:pathLst>
                  <a:path w="3248917">
                    <a:moveTo>
                      <a:pt x="0" y="0"/>
                    </a:moveTo>
                    <a:lnTo>
                      <a:pt x="18099" y="0"/>
                    </a:lnTo>
                    <a:lnTo>
                      <a:pt x="54093" y="0"/>
                    </a:lnTo>
                    <a:lnTo>
                      <a:pt x="90087" y="0"/>
                    </a:lnTo>
                    <a:lnTo>
                      <a:pt x="126081" y="0"/>
                    </a:lnTo>
                    <a:lnTo>
                      <a:pt x="162075" y="0"/>
                    </a:lnTo>
                    <a:lnTo>
                      <a:pt x="198069" y="0"/>
                    </a:lnTo>
                    <a:lnTo>
                      <a:pt x="234063" y="0"/>
                    </a:lnTo>
                    <a:lnTo>
                      <a:pt x="270057" y="0"/>
                    </a:lnTo>
                    <a:lnTo>
                      <a:pt x="306051" y="0"/>
                    </a:lnTo>
                    <a:lnTo>
                      <a:pt x="342045" y="0"/>
                    </a:lnTo>
                    <a:lnTo>
                      <a:pt x="378040" y="0"/>
                    </a:lnTo>
                    <a:lnTo>
                      <a:pt x="414034" y="0"/>
                    </a:lnTo>
                    <a:lnTo>
                      <a:pt x="450028" y="0"/>
                    </a:lnTo>
                    <a:lnTo>
                      <a:pt x="486022" y="0"/>
                    </a:lnTo>
                    <a:lnTo>
                      <a:pt x="522016" y="0"/>
                    </a:lnTo>
                    <a:lnTo>
                      <a:pt x="558010" y="0"/>
                    </a:lnTo>
                    <a:lnTo>
                      <a:pt x="594004" y="0"/>
                    </a:lnTo>
                    <a:lnTo>
                      <a:pt x="629998" y="0"/>
                    </a:lnTo>
                    <a:lnTo>
                      <a:pt x="665992" y="0"/>
                    </a:lnTo>
                    <a:lnTo>
                      <a:pt x="701986" y="0"/>
                    </a:lnTo>
                    <a:lnTo>
                      <a:pt x="737980" y="0"/>
                    </a:lnTo>
                    <a:lnTo>
                      <a:pt x="773974" y="0"/>
                    </a:lnTo>
                    <a:lnTo>
                      <a:pt x="809968" y="0"/>
                    </a:lnTo>
                    <a:lnTo>
                      <a:pt x="845962" y="0"/>
                    </a:lnTo>
                    <a:lnTo>
                      <a:pt x="881956" y="0"/>
                    </a:lnTo>
                    <a:lnTo>
                      <a:pt x="917950" y="0"/>
                    </a:lnTo>
                    <a:lnTo>
                      <a:pt x="953944" y="0"/>
                    </a:lnTo>
                    <a:lnTo>
                      <a:pt x="989939" y="0"/>
                    </a:lnTo>
                    <a:lnTo>
                      <a:pt x="1025933" y="0"/>
                    </a:lnTo>
                    <a:lnTo>
                      <a:pt x="1061927" y="0"/>
                    </a:lnTo>
                    <a:lnTo>
                      <a:pt x="1097921" y="0"/>
                    </a:lnTo>
                    <a:lnTo>
                      <a:pt x="1133915" y="0"/>
                    </a:lnTo>
                    <a:lnTo>
                      <a:pt x="1169909" y="0"/>
                    </a:lnTo>
                    <a:lnTo>
                      <a:pt x="1205903" y="0"/>
                    </a:lnTo>
                    <a:lnTo>
                      <a:pt x="1241897" y="0"/>
                    </a:lnTo>
                    <a:lnTo>
                      <a:pt x="1277891" y="0"/>
                    </a:lnTo>
                    <a:lnTo>
                      <a:pt x="1313885" y="0"/>
                    </a:lnTo>
                    <a:lnTo>
                      <a:pt x="1349879" y="0"/>
                    </a:lnTo>
                    <a:lnTo>
                      <a:pt x="1385873" y="0"/>
                    </a:lnTo>
                    <a:lnTo>
                      <a:pt x="1421867" y="0"/>
                    </a:lnTo>
                    <a:lnTo>
                      <a:pt x="1457861" y="0"/>
                    </a:lnTo>
                    <a:lnTo>
                      <a:pt x="1493855" y="0"/>
                    </a:lnTo>
                    <a:lnTo>
                      <a:pt x="1529849" y="0"/>
                    </a:lnTo>
                    <a:lnTo>
                      <a:pt x="1565843" y="0"/>
                    </a:lnTo>
                    <a:lnTo>
                      <a:pt x="1601838" y="0"/>
                    </a:lnTo>
                    <a:lnTo>
                      <a:pt x="1637832" y="0"/>
                    </a:lnTo>
                    <a:lnTo>
                      <a:pt x="1673826" y="0"/>
                    </a:lnTo>
                    <a:lnTo>
                      <a:pt x="1709820" y="0"/>
                    </a:lnTo>
                    <a:lnTo>
                      <a:pt x="1745814" y="0"/>
                    </a:lnTo>
                    <a:lnTo>
                      <a:pt x="1781808" y="0"/>
                    </a:lnTo>
                    <a:lnTo>
                      <a:pt x="1817802" y="0"/>
                    </a:lnTo>
                    <a:lnTo>
                      <a:pt x="1853796" y="0"/>
                    </a:lnTo>
                    <a:lnTo>
                      <a:pt x="1889790" y="0"/>
                    </a:lnTo>
                    <a:lnTo>
                      <a:pt x="1925784" y="0"/>
                    </a:lnTo>
                    <a:lnTo>
                      <a:pt x="1961778" y="0"/>
                    </a:lnTo>
                    <a:lnTo>
                      <a:pt x="1997772" y="0"/>
                    </a:lnTo>
                    <a:lnTo>
                      <a:pt x="2033766" y="0"/>
                    </a:lnTo>
                    <a:lnTo>
                      <a:pt x="2069760" y="0"/>
                    </a:lnTo>
                    <a:lnTo>
                      <a:pt x="2105754" y="0"/>
                    </a:lnTo>
                    <a:lnTo>
                      <a:pt x="2141748" y="0"/>
                    </a:lnTo>
                    <a:lnTo>
                      <a:pt x="2177742" y="0"/>
                    </a:lnTo>
                    <a:lnTo>
                      <a:pt x="2213737" y="0"/>
                    </a:lnTo>
                    <a:lnTo>
                      <a:pt x="2249731" y="0"/>
                    </a:lnTo>
                    <a:lnTo>
                      <a:pt x="2285725" y="0"/>
                    </a:lnTo>
                    <a:lnTo>
                      <a:pt x="2321719" y="0"/>
                    </a:lnTo>
                    <a:lnTo>
                      <a:pt x="2357713" y="0"/>
                    </a:lnTo>
                    <a:lnTo>
                      <a:pt x="2393707" y="0"/>
                    </a:lnTo>
                    <a:lnTo>
                      <a:pt x="2429701" y="0"/>
                    </a:lnTo>
                    <a:lnTo>
                      <a:pt x="2465695" y="0"/>
                    </a:lnTo>
                    <a:lnTo>
                      <a:pt x="2501689" y="0"/>
                    </a:lnTo>
                    <a:lnTo>
                      <a:pt x="2537683" y="0"/>
                    </a:lnTo>
                    <a:lnTo>
                      <a:pt x="2573677" y="0"/>
                    </a:lnTo>
                    <a:lnTo>
                      <a:pt x="2609671" y="0"/>
                    </a:lnTo>
                    <a:lnTo>
                      <a:pt x="2645665" y="0"/>
                    </a:lnTo>
                    <a:lnTo>
                      <a:pt x="2681659" y="0"/>
                    </a:lnTo>
                    <a:lnTo>
                      <a:pt x="2717653" y="0"/>
                    </a:lnTo>
                    <a:lnTo>
                      <a:pt x="2753647" y="0"/>
                    </a:lnTo>
                    <a:lnTo>
                      <a:pt x="2789641" y="0"/>
                    </a:lnTo>
                    <a:lnTo>
                      <a:pt x="2825636" y="0"/>
                    </a:lnTo>
                    <a:lnTo>
                      <a:pt x="2861630" y="0"/>
                    </a:lnTo>
                    <a:lnTo>
                      <a:pt x="2897624" y="0"/>
                    </a:lnTo>
                    <a:lnTo>
                      <a:pt x="2933618" y="0"/>
                    </a:lnTo>
                    <a:lnTo>
                      <a:pt x="2969612" y="0"/>
                    </a:lnTo>
                    <a:lnTo>
                      <a:pt x="3005606" y="0"/>
                    </a:lnTo>
                    <a:lnTo>
                      <a:pt x="3041600" y="0"/>
                    </a:lnTo>
                    <a:lnTo>
                      <a:pt x="3077594" y="0"/>
                    </a:lnTo>
                    <a:lnTo>
                      <a:pt x="3113588" y="0"/>
                    </a:lnTo>
                    <a:lnTo>
                      <a:pt x="3149582" y="0"/>
                    </a:lnTo>
                    <a:lnTo>
                      <a:pt x="3185576" y="0"/>
                    </a:lnTo>
                    <a:lnTo>
                      <a:pt x="3221570" y="0"/>
                    </a:lnTo>
                    <a:lnTo>
                      <a:pt x="3248917" y="0"/>
                    </a:lnTo>
                    <a:lnTo>
                      <a:pt x="3248917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" name="pl18"/>
              <p:cNvSpPr/>
              <p:nvPr/>
            </p:nvSpPr>
            <p:spPr>
              <a:xfrm>
                <a:off x="1894852" y="2406768"/>
                <a:ext cx="3248917" cy="0"/>
              </a:xfrm>
              <a:custGeom>
                <a:avLst/>
                <a:gdLst/>
                <a:ahLst/>
                <a:cxnLst/>
                <a:rect l="0" t="0" r="0" b="0"/>
                <a:pathLst>
                  <a:path w="3248917">
                    <a:moveTo>
                      <a:pt x="0" y="0"/>
                    </a:moveTo>
                    <a:lnTo>
                      <a:pt x="18099" y="0"/>
                    </a:lnTo>
                    <a:lnTo>
                      <a:pt x="54093" y="0"/>
                    </a:lnTo>
                    <a:lnTo>
                      <a:pt x="90087" y="0"/>
                    </a:lnTo>
                    <a:lnTo>
                      <a:pt x="126081" y="0"/>
                    </a:lnTo>
                    <a:lnTo>
                      <a:pt x="162075" y="0"/>
                    </a:lnTo>
                    <a:lnTo>
                      <a:pt x="198069" y="0"/>
                    </a:lnTo>
                    <a:lnTo>
                      <a:pt x="234063" y="0"/>
                    </a:lnTo>
                    <a:lnTo>
                      <a:pt x="270057" y="0"/>
                    </a:lnTo>
                    <a:lnTo>
                      <a:pt x="306051" y="0"/>
                    </a:lnTo>
                    <a:lnTo>
                      <a:pt x="342045" y="0"/>
                    </a:lnTo>
                    <a:lnTo>
                      <a:pt x="378040" y="0"/>
                    </a:lnTo>
                    <a:lnTo>
                      <a:pt x="414034" y="0"/>
                    </a:lnTo>
                    <a:lnTo>
                      <a:pt x="450028" y="0"/>
                    </a:lnTo>
                    <a:lnTo>
                      <a:pt x="486022" y="0"/>
                    </a:lnTo>
                    <a:lnTo>
                      <a:pt x="522016" y="0"/>
                    </a:lnTo>
                    <a:lnTo>
                      <a:pt x="558010" y="0"/>
                    </a:lnTo>
                    <a:lnTo>
                      <a:pt x="594004" y="0"/>
                    </a:lnTo>
                    <a:lnTo>
                      <a:pt x="629998" y="0"/>
                    </a:lnTo>
                    <a:lnTo>
                      <a:pt x="665992" y="0"/>
                    </a:lnTo>
                    <a:lnTo>
                      <a:pt x="701986" y="0"/>
                    </a:lnTo>
                    <a:lnTo>
                      <a:pt x="737980" y="0"/>
                    </a:lnTo>
                    <a:lnTo>
                      <a:pt x="773974" y="0"/>
                    </a:lnTo>
                    <a:lnTo>
                      <a:pt x="809968" y="0"/>
                    </a:lnTo>
                    <a:lnTo>
                      <a:pt x="845962" y="0"/>
                    </a:lnTo>
                    <a:lnTo>
                      <a:pt x="881956" y="0"/>
                    </a:lnTo>
                    <a:lnTo>
                      <a:pt x="917950" y="0"/>
                    </a:lnTo>
                    <a:lnTo>
                      <a:pt x="953944" y="0"/>
                    </a:lnTo>
                    <a:lnTo>
                      <a:pt x="989939" y="0"/>
                    </a:lnTo>
                    <a:lnTo>
                      <a:pt x="1025933" y="0"/>
                    </a:lnTo>
                    <a:lnTo>
                      <a:pt x="1061927" y="0"/>
                    </a:lnTo>
                    <a:lnTo>
                      <a:pt x="1097921" y="0"/>
                    </a:lnTo>
                    <a:lnTo>
                      <a:pt x="1133915" y="0"/>
                    </a:lnTo>
                    <a:lnTo>
                      <a:pt x="1169909" y="0"/>
                    </a:lnTo>
                    <a:lnTo>
                      <a:pt x="1205903" y="0"/>
                    </a:lnTo>
                    <a:lnTo>
                      <a:pt x="1241897" y="0"/>
                    </a:lnTo>
                    <a:lnTo>
                      <a:pt x="1277891" y="0"/>
                    </a:lnTo>
                    <a:lnTo>
                      <a:pt x="1313885" y="0"/>
                    </a:lnTo>
                    <a:lnTo>
                      <a:pt x="1349879" y="0"/>
                    </a:lnTo>
                    <a:lnTo>
                      <a:pt x="1385873" y="0"/>
                    </a:lnTo>
                    <a:lnTo>
                      <a:pt x="1421867" y="0"/>
                    </a:lnTo>
                    <a:lnTo>
                      <a:pt x="1457861" y="0"/>
                    </a:lnTo>
                    <a:lnTo>
                      <a:pt x="1493855" y="0"/>
                    </a:lnTo>
                    <a:lnTo>
                      <a:pt x="1529849" y="0"/>
                    </a:lnTo>
                    <a:lnTo>
                      <a:pt x="1565843" y="0"/>
                    </a:lnTo>
                    <a:lnTo>
                      <a:pt x="1601838" y="0"/>
                    </a:lnTo>
                    <a:lnTo>
                      <a:pt x="1637832" y="0"/>
                    </a:lnTo>
                    <a:lnTo>
                      <a:pt x="1673826" y="0"/>
                    </a:lnTo>
                    <a:lnTo>
                      <a:pt x="1709820" y="0"/>
                    </a:lnTo>
                    <a:lnTo>
                      <a:pt x="1745814" y="0"/>
                    </a:lnTo>
                    <a:lnTo>
                      <a:pt x="1781808" y="0"/>
                    </a:lnTo>
                    <a:lnTo>
                      <a:pt x="1817802" y="0"/>
                    </a:lnTo>
                    <a:lnTo>
                      <a:pt x="1853796" y="0"/>
                    </a:lnTo>
                    <a:lnTo>
                      <a:pt x="1889790" y="0"/>
                    </a:lnTo>
                    <a:lnTo>
                      <a:pt x="1925784" y="0"/>
                    </a:lnTo>
                    <a:lnTo>
                      <a:pt x="1961778" y="0"/>
                    </a:lnTo>
                    <a:lnTo>
                      <a:pt x="1997772" y="0"/>
                    </a:lnTo>
                    <a:lnTo>
                      <a:pt x="2033766" y="0"/>
                    </a:lnTo>
                    <a:lnTo>
                      <a:pt x="2069760" y="0"/>
                    </a:lnTo>
                    <a:lnTo>
                      <a:pt x="2105754" y="0"/>
                    </a:lnTo>
                    <a:lnTo>
                      <a:pt x="2141748" y="0"/>
                    </a:lnTo>
                    <a:lnTo>
                      <a:pt x="2177742" y="0"/>
                    </a:lnTo>
                    <a:lnTo>
                      <a:pt x="2213737" y="0"/>
                    </a:lnTo>
                    <a:lnTo>
                      <a:pt x="2249731" y="0"/>
                    </a:lnTo>
                    <a:lnTo>
                      <a:pt x="2285725" y="0"/>
                    </a:lnTo>
                    <a:lnTo>
                      <a:pt x="2321719" y="0"/>
                    </a:lnTo>
                    <a:lnTo>
                      <a:pt x="2357713" y="0"/>
                    </a:lnTo>
                    <a:lnTo>
                      <a:pt x="2393707" y="0"/>
                    </a:lnTo>
                    <a:lnTo>
                      <a:pt x="2429701" y="0"/>
                    </a:lnTo>
                    <a:lnTo>
                      <a:pt x="2465695" y="0"/>
                    </a:lnTo>
                    <a:lnTo>
                      <a:pt x="2501689" y="0"/>
                    </a:lnTo>
                    <a:lnTo>
                      <a:pt x="2537683" y="0"/>
                    </a:lnTo>
                    <a:lnTo>
                      <a:pt x="2573677" y="0"/>
                    </a:lnTo>
                    <a:lnTo>
                      <a:pt x="2609671" y="0"/>
                    </a:lnTo>
                    <a:lnTo>
                      <a:pt x="2645665" y="0"/>
                    </a:lnTo>
                    <a:lnTo>
                      <a:pt x="2681659" y="0"/>
                    </a:lnTo>
                    <a:lnTo>
                      <a:pt x="2717653" y="0"/>
                    </a:lnTo>
                    <a:lnTo>
                      <a:pt x="2753647" y="0"/>
                    </a:lnTo>
                    <a:lnTo>
                      <a:pt x="2789641" y="0"/>
                    </a:lnTo>
                    <a:lnTo>
                      <a:pt x="2825636" y="0"/>
                    </a:lnTo>
                    <a:lnTo>
                      <a:pt x="2861630" y="0"/>
                    </a:lnTo>
                    <a:lnTo>
                      <a:pt x="2897624" y="0"/>
                    </a:lnTo>
                    <a:lnTo>
                      <a:pt x="2933618" y="0"/>
                    </a:lnTo>
                    <a:lnTo>
                      <a:pt x="2969612" y="0"/>
                    </a:lnTo>
                    <a:lnTo>
                      <a:pt x="3005606" y="0"/>
                    </a:lnTo>
                    <a:lnTo>
                      <a:pt x="3041600" y="0"/>
                    </a:lnTo>
                    <a:lnTo>
                      <a:pt x="3077594" y="0"/>
                    </a:lnTo>
                    <a:lnTo>
                      <a:pt x="3113588" y="0"/>
                    </a:lnTo>
                    <a:lnTo>
                      <a:pt x="3149582" y="0"/>
                    </a:lnTo>
                    <a:lnTo>
                      <a:pt x="3185576" y="0"/>
                    </a:lnTo>
                    <a:lnTo>
                      <a:pt x="3221570" y="0"/>
                    </a:lnTo>
                    <a:lnTo>
                      <a:pt x="3248917" y="0"/>
                    </a:lnTo>
                    <a:lnTo>
                      <a:pt x="3248917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" name="pl19"/>
              <p:cNvSpPr/>
              <p:nvPr/>
            </p:nvSpPr>
            <p:spPr>
              <a:xfrm>
                <a:off x="1894852" y="1920221"/>
                <a:ext cx="3248917" cy="0"/>
              </a:xfrm>
              <a:custGeom>
                <a:avLst/>
                <a:gdLst/>
                <a:ahLst/>
                <a:cxnLst/>
                <a:rect l="0" t="0" r="0" b="0"/>
                <a:pathLst>
                  <a:path w="3248917">
                    <a:moveTo>
                      <a:pt x="0" y="0"/>
                    </a:moveTo>
                    <a:lnTo>
                      <a:pt x="18099" y="0"/>
                    </a:lnTo>
                    <a:lnTo>
                      <a:pt x="54093" y="0"/>
                    </a:lnTo>
                    <a:lnTo>
                      <a:pt x="90087" y="0"/>
                    </a:lnTo>
                    <a:lnTo>
                      <a:pt x="126081" y="0"/>
                    </a:lnTo>
                    <a:lnTo>
                      <a:pt x="162075" y="0"/>
                    </a:lnTo>
                    <a:lnTo>
                      <a:pt x="198069" y="0"/>
                    </a:lnTo>
                    <a:lnTo>
                      <a:pt x="234063" y="0"/>
                    </a:lnTo>
                    <a:lnTo>
                      <a:pt x="270057" y="0"/>
                    </a:lnTo>
                    <a:lnTo>
                      <a:pt x="306051" y="0"/>
                    </a:lnTo>
                    <a:lnTo>
                      <a:pt x="342045" y="0"/>
                    </a:lnTo>
                    <a:lnTo>
                      <a:pt x="378040" y="0"/>
                    </a:lnTo>
                    <a:lnTo>
                      <a:pt x="414034" y="0"/>
                    </a:lnTo>
                    <a:lnTo>
                      <a:pt x="450028" y="0"/>
                    </a:lnTo>
                    <a:lnTo>
                      <a:pt x="486022" y="0"/>
                    </a:lnTo>
                    <a:lnTo>
                      <a:pt x="522016" y="0"/>
                    </a:lnTo>
                    <a:lnTo>
                      <a:pt x="558010" y="0"/>
                    </a:lnTo>
                    <a:lnTo>
                      <a:pt x="594004" y="0"/>
                    </a:lnTo>
                    <a:lnTo>
                      <a:pt x="629998" y="0"/>
                    </a:lnTo>
                    <a:lnTo>
                      <a:pt x="665992" y="0"/>
                    </a:lnTo>
                    <a:lnTo>
                      <a:pt x="701986" y="0"/>
                    </a:lnTo>
                    <a:lnTo>
                      <a:pt x="737980" y="0"/>
                    </a:lnTo>
                    <a:lnTo>
                      <a:pt x="773974" y="0"/>
                    </a:lnTo>
                    <a:lnTo>
                      <a:pt x="809968" y="0"/>
                    </a:lnTo>
                    <a:lnTo>
                      <a:pt x="845962" y="0"/>
                    </a:lnTo>
                    <a:lnTo>
                      <a:pt x="881956" y="0"/>
                    </a:lnTo>
                    <a:lnTo>
                      <a:pt x="917950" y="0"/>
                    </a:lnTo>
                    <a:lnTo>
                      <a:pt x="953944" y="0"/>
                    </a:lnTo>
                    <a:lnTo>
                      <a:pt x="989939" y="0"/>
                    </a:lnTo>
                    <a:lnTo>
                      <a:pt x="1025933" y="0"/>
                    </a:lnTo>
                    <a:lnTo>
                      <a:pt x="1061927" y="0"/>
                    </a:lnTo>
                    <a:lnTo>
                      <a:pt x="1097921" y="0"/>
                    </a:lnTo>
                    <a:lnTo>
                      <a:pt x="1133915" y="0"/>
                    </a:lnTo>
                    <a:lnTo>
                      <a:pt x="1169909" y="0"/>
                    </a:lnTo>
                    <a:lnTo>
                      <a:pt x="1205903" y="0"/>
                    </a:lnTo>
                    <a:lnTo>
                      <a:pt x="1241897" y="0"/>
                    </a:lnTo>
                    <a:lnTo>
                      <a:pt x="1277891" y="0"/>
                    </a:lnTo>
                    <a:lnTo>
                      <a:pt x="1313885" y="0"/>
                    </a:lnTo>
                    <a:lnTo>
                      <a:pt x="1349879" y="0"/>
                    </a:lnTo>
                    <a:lnTo>
                      <a:pt x="1385873" y="0"/>
                    </a:lnTo>
                    <a:lnTo>
                      <a:pt x="1421867" y="0"/>
                    </a:lnTo>
                    <a:lnTo>
                      <a:pt x="1457861" y="0"/>
                    </a:lnTo>
                    <a:lnTo>
                      <a:pt x="1493855" y="0"/>
                    </a:lnTo>
                    <a:lnTo>
                      <a:pt x="1529849" y="0"/>
                    </a:lnTo>
                    <a:lnTo>
                      <a:pt x="1565843" y="0"/>
                    </a:lnTo>
                    <a:lnTo>
                      <a:pt x="1601838" y="0"/>
                    </a:lnTo>
                    <a:lnTo>
                      <a:pt x="1637832" y="0"/>
                    </a:lnTo>
                    <a:lnTo>
                      <a:pt x="1673826" y="0"/>
                    </a:lnTo>
                    <a:lnTo>
                      <a:pt x="1709820" y="0"/>
                    </a:lnTo>
                    <a:lnTo>
                      <a:pt x="1745814" y="0"/>
                    </a:lnTo>
                    <a:lnTo>
                      <a:pt x="1781808" y="0"/>
                    </a:lnTo>
                    <a:lnTo>
                      <a:pt x="1817802" y="0"/>
                    </a:lnTo>
                    <a:lnTo>
                      <a:pt x="1853796" y="0"/>
                    </a:lnTo>
                    <a:lnTo>
                      <a:pt x="1889790" y="0"/>
                    </a:lnTo>
                    <a:lnTo>
                      <a:pt x="1925784" y="0"/>
                    </a:lnTo>
                    <a:lnTo>
                      <a:pt x="1961778" y="0"/>
                    </a:lnTo>
                    <a:lnTo>
                      <a:pt x="1997772" y="0"/>
                    </a:lnTo>
                    <a:lnTo>
                      <a:pt x="2033766" y="0"/>
                    </a:lnTo>
                    <a:lnTo>
                      <a:pt x="2069760" y="0"/>
                    </a:lnTo>
                    <a:lnTo>
                      <a:pt x="2105754" y="0"/>
                    </a:lnTo>
                    <a:lnTo>
                      <a:pt x="2141748" y="0"/>
                    </a:lnTo>
                    <a:lnTo>
                      <a:pt x="2177742" y="0"/>
                    </a:lnTo>
                    <a:lnTo>
                      <a:pt x="2213737" y="0"/>
                    </a:lnTo>
                    <a:lnTo>
                      <a:pt x="2249731" y="0"/>
                    </a:lnTo>
                    <a:lnTo>
                      <a:pt x="2285725" y="0"/>
                    </a:lnTo>
                    <a:lnTo>
                      <a:pt x="2321719" y="0"/>
                    </a:lnTo>
                    <a:lnTo>
                      <a:pt x="2357713" y="0"/>
                    </a:lnTo>
                    <a:lnTo>
                      <a:pt x="2393707" y="0"/>
                    </a:lnTo>
                    <a:lnTo>
                      <a:pt x="2429701" y="0"/>
                    </a:lnTo>
                    <a:lnTo>
                      <a:pt x="2465695" y="0"/>
                    </a:lnTo>
                    <a:lnTo>
                      <a:pt x="2501689" y="0"/>
                    </a:lnTo>
                    <a:lnTo>
                      <a:pt x="2537683" y="0"/>
                    </a:lnTo>
                    <a:lnTo>
                      <a:pt x="2573677" y="0"/>
                    </a:lnTo>
                    <a:lnTo>
                      <a:pt x="2609671" y="0"/>
                    </a:lnTo>
                    <a:lnTo>
                      <a:pt x="2645665" y="0"/>
                    </a:lnTo>
                    <a:lnTo>
                      <a:pt x="2681659" y="0"/>
                    </a:lnTo>
                    <a:lnTo>
                      <a:pt x="2717653" y="0"/>
                    </a:lnTo>
                    <a:lnTo>
                      <a:pt x="2753647" y="0"/>
                    </a:lnTo>
                    <a:lnTo>
                      <a:pt x="2789641" y="0"/>
                    </a:lnTo>
                    <a:lnTo>
                      <a:pt x="2825636" y="0"/>
                    </a:lnTo>
                    <a:lnTo>
                      <a:pt x="2861630" y="0"/>
                    </a:lnTo>
                    <a:lnTo>
                      <a:pt x="2897624" y="0"/>
                    </a:lnTo>
                    <a:lnTo>
                      <a:pt x="2933618" y="0"/>
                    </a:lnTo>
                    <a:lnTo>
                      <a:pt x="2969612" y="0"/>
                    </a:lnTo>
                    <a:lnTo>
                      <a:pt x="3005606" y="0"/>
                    </a:lnTo>
                    <a:lnTo>
                      <a:pt x="3041600" y="0"/>
                    </a:lnTo>
                    <a:lnTo>
                      <a:pt x="3077594" y="0"/>
                    </a:lnTo>
                    <a:lnTo>
                      <a:pt x="3113588" y="0"/>
                    </a:lnTo>
                    <a:lnTo>
                      <a:pt x="3149582" y="0"/>
                    </a:lnTo>
                    <a:lnTo>
                      <a:pt x="3185576" y="0"/>
                    </a:lnTo>
                    <a:lnTo>
                      <a:pt x="3221570" y="0"/>
                    </a:lnTo>
                    <a:lnTo>
                      <a:pt x="3248917" y="0"/>
                    </a:lnTo>
                    <a:lnTo>
                      <a:pt x="3248917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" name="ph20"/>
              <p:cNvSpPr/>
              <p:nvPr/>
            </p:nvSpPr>
            <p:spPr>
              <a:xfrm>
                <a:off x="3576675" y="78201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" name="ph21"/>
              <p:cNvSpPr/>
              <p:nvPr/>
            </p:nvSpPr>
            <p:spPr>
              <a:xfrm>
                <a:off x="3585382" y="78201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2A4">
                  <a:alpha val="100000"/>
                </a:srgbClr>
              </a:solidFill>
              <a:ln w="5420" cap="flat">
                <a:solidFill>
                  <a:srgbClr val="3982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" name="ph22"/>
              <p:cNvSpPr/>
              <p:nvPr/>
            </p:nvSpPr>
            <p:spPr>
              <a:xfrm>
                <a:off x="3594089" y="78201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2A4">
                  <a:alpha val="100000"/>
                </a:srgbClr>
              </a:solidFill>
              <a:ln w="5420" cap="flat">
                <a:solidFill>
                  <a:srgbClr val="3982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" name="ph23"/>
              <p:cNvSpPr/>
              <p:nvPr/>
            </p:nvSpPr>
            <p:spPr>
              <a:xfrm>
                <a:off x="3611504" y="78201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" name="ph24"/>
              <p:cNvSpPr/>
              <p:nvPr/>
            </p:nvSpPr>
            <p:spPr>
              <a:xfrm>
                <a:off x="3620211" y="78201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" name="ph25"/>
              <p:cNvSpPr/>
              <p:nvPr/>
            </p:nvSpPr>
            <p:spPr>
              <a:xfrm>
                <a:off x="3628918" y="78201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" name="ph26"/>
              <p:cNvSpPr/>
              <p:nvPr/>
            </p:nvSpPr>
            <p:spPr>
              <a:xfrm>
                <a:off x="4029448" y="78201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" name="ph27"/>
              <p:cNvSpPr/>
              <p:nvPr/>
            </p:nvSpPr>
            <p:spPr>
              <a:xfrm>
                <a:off x="4038155" y="78201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" name="ph28"/>
              <p:cNvSpPr/>
              <p:nvPr/>
            </p:nvSpPr>
            <p:spPr>
              <a:xfrm>
                <a:off x="4046863" y="78201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" name="ph29"/>
              <p:cNvSpPr/>
              <p:nvPr/>
            </p:nvSpPr>
            <p:spPr>
              <a:xfrm>
                <a:off x="3559261" y="79271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" name="ph30"/>
              <p:cNvSpPr/>
              <p:nvPr/>
            </p:nvSpPr>
            <p:spPr>
              <a:xfrm>
                <a:off x="3567968" y="79271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" name="ph31"/>
              <p:cNvSpPr/>
              <p:nvPr/>
            </p:nvSpPr>
            <p:spPr>
              <a:xfrm>
                <a:off x="3576675" y="79271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" name="ph32"/>
              <p:cNvSpPr/>
              <p:nvPr/>
            </p:nvSpPr>
            <p:spPr>
              <a:xfrm>
                <a:off x="3585382" y="79271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2A4">
                  <a:alpha val="100000"/>
                </a:srgbClr>
              </a:solidFill>
              <a:ln w="5420" cap="flat">
                <a:solidFill>
                  <a:srgbClr val="3982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" name="ph33"/>
              <p:cNvSpPr/>
              <p:nvPr/>
            </p:nvSpPr>
            <p:spPr>
              <a:xfrm>
                <a:off x="3594089" y="79271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" name="ph34"/>
              <p:cNvSpPr/>
              <p:nvPr/>
            </p:nvSpPr>
            <p:spPr>
              <a:xfrm>
                <a:off x="3602796" y="79271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" name="ph35"/>
              <p:cNvSpPr/>
              <p:nvPr/>
            </p:nvSpPr>
            <p:spPr>
              <a:xfrm>
                <a:off x="3611504" y="79271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" name="ph36"/>
              <p:cNvSpPr/>
              <p:nvPr/>
            </p:nvSpPr>
            <p:spPr>
              <a:xfrm>
                <a:off x="3620211" y="79271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" name="ph37"/>
              <p:cNvSpPr/>
              <p:nvPr/>
            </p:nvSpPr>
            <p:spPr>
              <a:xfrm>
                <a:off x="3628918" y="79271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81A4">
                  <a:alpha val="100000"/>
                </a:srgbClr>
              </a:solidFill>
              <a:ln w="5420" cap="flat">
                <a:solidFill>
                  <a:srgbClr val="3A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" name="ph38"/>
              <p:cNvSpPr/>
              <p:nvPr/>
            </p:nvSpPr>
            <p:spPr>
              <a:xfrm>
                <a:off x="4020741" y="79271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" name="ph39"/>
              <p:cNvSpPr/>
              <p:nvPr/>
            </p:nvSpPr>
            <p:spPr>
              <a:xfrm>
                <a:off x="4029448" y="79271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" name="ph40"/>
              <p:cNvSpPr/>
              <p:nvPr/>
            </p:nvSpPr>
            <p:spPr>
              <a:xfrm>
                <a:off x="4038155" y="79271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" name="ph41"/>
              <p:cNvSpPr/>
              <p:nvPr/>
            </p:nvSpPr>
            <p:spPr>
              <a:xfrm>
                <a:off x="4046863" y="79271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" name="ph42"/>
              <p:cNvSpPr/>
              <p:nvPr/>
            </p:nvSpPr>
            <p:spPr>
              <a:xfrm>
                <a:off x="4055570" y="79271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" name="ph43"/>
              <p:cNvSpPr/>
              <p:nvPr/>
            </p:nvSpPr>
            <p:spPr>
              <a:xfrm>
                <a:off x="3550553" y="80340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" name="ph44"/>
              <p:cNvSpPr/>
              <p:nvPr/>
            </p:nvSpPr>
            <p:spPr>
              <a:xfrm>
                <a:off x="3559261" y="80340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" name="ph45"/>
              <p:cNvSpPr/>
              <p:nvPr/>
            </p:nvSpPr>
            <p:spPr>
              <a:xfrm>
                <a:off x="3567968" y="80340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" name="ph46"/>
              <p:cNvSpPr/>
              <p:nvPr/>
            </p:nvSpPr>
            <p:spPr>
              <a:xfrm>
                <a:off x="3576675" y="80340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" name="ph47"/>
              <p:cNvSpPr/>
              <p:nvPr/>
            </p:nvSpPr>
            <p:spPr>
              <a:xfrm>
                <a:off x="3585382" y="80340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8" name="ph48"/>
              <p:cNvSpPr/>
              <p:nvPr/>
            </p:nvSpPr>
            <p:spPr>
              <a:xfrm>
                <a:off x="3594089" y="80340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9" name="ph49"/>
              <p:cNvSpPr/>
              <p:nvPr/>
            </p:nvSpPr>
            <p:spPr>
              <a:xfrm>
                <a:off x="3602796" y="80340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0" name="ph50"/>
              <p:cNvSpPr/>
              <p:nvPr/>
            </p:nvSpPr>
            <p:spPr>
              <a:xfrm>
                <a:off x="3611504" y="80340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1" name="ph51"/>
              <p:cNvSpPr/>
              <p:nvPr/>
            </p:nvSpPr>
            <p:spPr>
              <a:xfrm>
                <a:off x="3620211" y="80340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81A4">
                  <a:alpha val="100000"/>
                </a:srgbClr>
              </a:solidFill>
              <a:ln w="5420" cap="flat">
                <a:solidFill>
                  <a:srgbClr val="3A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2" name="ph52"/>
              <p:cNvSpPr/>
              <p:nvPr/>
            </p:nvSpPr>
            <p:spPr>
              <a:xfrm>
                <a:off x="3628918" y="80340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81A4">
                  <a:alpha val="100000"/>
                </a:srgbClr>
              </a:solidFill>
              <a:ln w="5420" cap="flat">
                <a:solidFill>
                  <a:srgbClr val="3A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3" name="ph53"/>
              <p:cNvSpPr/>
              <p:nvPr/>
            </p:nvSpPr>
            <p:spPr>
              <a:xfrm>
                <a:off x="3637625" y="80340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4" name="ph54"/>
              <p:cNvSpPr/>
              <p:nvPr/>
            </p:nvSpPr>
            <p:spPr>
              <a:xfrm>
                <a:off x="4020741" y="80340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5" name="ph55"/>
              <p:cNvSpPr/>
              <p:nvPr/>
            </p:nvSpPr>
            <p:spPr>
              <a:xfrm>
                <a:off x="4029448" y="80340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6" name="ph56"/>
              <p:cNvSpPr/>
              <p:nvPr/>
            </p:nvSpPr>
            <p:spPr>
              <a:xfrm>
                <a:off x="4038155" y="80340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7" name="ph57"/>
              <p:cNvSpPr/>
              <p:nvPr/>
            </p:nvSpPr>
            <p:spPr>
              <a:xfrm>
                <a:off x="4046863" y="80340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8" name="ph58"/>
              <p:cNvSpPr/>
              <p:nvPr/>
            </p:nvSpPr>
            <p:spPr>
              <a:xfrm>
                <a:off x="4055570" y="80340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9" name="ph59"/>
              <p:cNvSpPr/>
              <p:nvPr/>
            </p:nvSpPr>
            <p:spPr>
              <a:xfrm>
                <a:off x="3507018" y="81410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0" name="ph60"/>
              <p:cNvSpPr/>
              <p:nvPr/>
            </p:nvSpPr>
            <p:spPr>
              <a:xfrm>
                <a:off x="3515725" y="81410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1" name="ph61"/>
              <p:cNvSpPr/>
              <p:nvPr/>
            </p:nvSpPr>
            <p:spPr>
              <a:xfrm>
                <a:off x="3524432" y="81410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2" name="ph62"/>
              <p:cNvSpPr/>
              <p:nvPr/>
            </p:nvSpPr>
            <p:spPr>
              <a:xfrm>
                <a:off x="3533139" y="81410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3" name="ph63"/>
              <p:cNvSpPr/>
              <p:nvPr/>
            </p:nvSpPr>
            <p:spPr>
              <a:xfrm>
                <a:off x="3541846" y="81410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4" name="ph64"/>
              <p:cNvSpPr/>
              <p:nvPr/>
            </p:nvSpPr>
            <p:spPr>
              <a:xfrm>
                <a:off x="3550553" y="81410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5" name="ph65"/>
              <p:cNvSpPr/>
              <p:nvPr/>
            </p:nvSpPr>
            <p:spPr>
              <a:xfrm>
                <a:off x="3559261" y="81410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6" name="ph66"/>
              <p:cNvSpPr/>
              <p:nvPr/>
            </p:nvSpPr>
            <p:spPr>
              <a:xfrm>
                <a:off x="3567968" y="81410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7" name="ph67"/>
              <p:cNvSpPr/>
              <p:nvPr/>
            </p:nvSpPr>
            <p:spPr>
              <a:xfrm>
                <a:off x="3576675" y="81410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2A4">
                  <a:alpha val="100000"/>
                </a:srgbClr>
              </a:solidFill>
              <a:ln w="5420" cap="flat">
                <a:solidFill>
                  <a:srgbClr val="3982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8" name="ph68"/>
              <p:cNvSpPr/>
              <p:nvPr/>
            </p:nvSpPr>
            <p:spPr>
              <a:xfrm>
                <a:off x="3585382" y="81410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9" name="ph69"/>
              <p:cNvSpPr/>
              <p:nvPr/>
            </p:nvSpPr>
            <p:spPr>
              <a:xfrm>
                <a:off x="3594089" y="81410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0" name="ph70"/>
              <p:cNvSpPr/>
              <p:nvPr/>
            </p:nvSpPr>
            <p:spPr>
              <a:xfrm>
                <a:off x="3602796" y="81410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1" name="ph71"/>
              <p:cNvSpPr/>
              <p:nvPr/>
            </p:nvSpPr>
            <p:spPr>
              <a:xfrm>
                <a:off x="3611504" y="81410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81A4">
                  <a:alpha val="100000"/>
                </a:srgbClr>
              </a:solidFill>
              <a:ln w="5420" cap="flat">
                <a:solidFill>
                  <a:srgbClr val="3A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2" name="ph72"/>
              <p:cNvSpPr/>
              <p:nvPr/>
            </p:nvSpPr>
            <p:spPr>
              <a:xfrm>
                <a:off x="3620211" y="81410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81A4">
                  <a:alpha val="100000"/>
                </a:srgbClr>
              </a:solidFill>
              <a:ln w="5420" cap="flat">
                <a:solidFill>
                  <a:srgbClr val="3A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3" name="ph73"/>
              <p:cNvSpPr/>
              <p:nvPr/>
            </p:nvSpPr>
            <p:spPr>
              <a:xfrm>
                <a:off x="3628918" y="81410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4" name="ph74"/>
              <p:cNvSpPr/>
              <p:nvPr/>
            </p:nvSpPr>
            <p:spPr>
              <a:xfrm>
                <a:off x="4029448" y="81410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5" name="ph75"/>
              <p:cNvSpPr/>
              <p:nvPr/>
            </p:nvSpPr>
            <p:spPr>
              <a:xfrm>
                <a:off x="4038155" y="81410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6" name="ph76"/>
              <p:cNvSpPr/>
              <p:nvPr/>
            </p:nvSpPr>
            <p:spPr>
              <a:xfrm>
                <a:off x="4046863" y="81410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7" name="ph77"/>
              <p:cNvSpPr/>
              <p:nvPr/>
            </p:nvSpPr>
            <p:spPr>
              <a:xfrm>
                <a:off x="3480896" y="82480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8" name="ph78"/>
              <p:cNvSpPr/>
              <p:nvPr/>
            </p:nvSpPr>
            <p:spPr>
              <a:xfrm>
                <a:off x="3489603" y="82480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9" name="ph79"/>
              <p:cNvSpPr/>
              <p:nvPr/>
            </p:nvSpPr>
            <p:spPr>
              <a:xfrm>
                <a:off x="3498310" y="82480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0" name="ph80"/>
              <p:cNvSpPr/>
              <p:nvPr/>
            </p:nvSpPr>
            <p:spPr>
              <a:xfrm>
                <a:off x="3507018" y="82480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1" name="ph81"/>
              <p:cNvSpPr/>
              <p:nvPr/>
            </p:nvSpPr>
            <p:spPr>
              <a:xfrm>
                <a:off x="3515725" y="82480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2" name="ph82"/>
              <p:cNvSpPr/>
              <p:nvPr/>
            </p:nvSpPr>
            <p:spPr>
              <a:xfrm>
                <a:off x="3524432" y="82480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3" name="ph83"/>
              <p:cNvSpPr/>
              <p:nvPr/>
            </p:nvSpPr>
            <p:spPr>
              <a:xfrm>
                <a:off x="3533139" y="82480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4" name="ph84"/>
              <p:cNvSpPr/>
              <p:nvPr/>
            </p:nvSpPr>
            <p:spPr>
              <a:xfrm>
                <a:off x="3541846" y="82480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5" name="ph85"/>
              <p:cNvSpPr/>
              <p:nvPr/>
            </p:nvSpPr>
            <p:spPr>
              <a:xfrm>
                <a:off x="3550553" y="82480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6" name="ph86"/>
              <p:cNvSpPr/>
              <p:nvPr/>
            </p:nvSpPr>
            <p:spPr>
              <a:xfrm>
                <a:off x="3559261" y="82480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7" name="ph87"/>
              <p:cNvSpPr/>
              <p:nvPr/>
            </p:nvSpPr>
            <p:spPr>
              <a:xfrm>
                <a:off x="3567968" y="82480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2A4">
                  <a:alpha val="100000"/>
                </a:srgbClr>
              </a:solidFill>
              <a:ln w="5420" cap="flat">
                <a:solidFill>
                  <a:srgbClr val="3982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8" name="ph88"/>
              <p:cNvSpPr/>
              <p:nvPr/>
            </p:nvSpPr>
            <p:spPr>
              <a:xfrm>
                <a:off x="3576675" y="82480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2A4">
                  <a:alpha val="100000"/>
                </a:srgbClr>
              </a:solidFill>
              <a:ln w="5420" cap="flat">
                <a:solidFill>
                  <a:srgbClr val="3982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9" name="ph89"/>
              <p:cNvSpPr/>
              <p:nvPr/>
            </p:nvSpPr>
            <p:spPr>
              <a:xfrm>
                <a:off x="3585382" y="82480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0" name="ph90"/>
              <p:cNvSpPr/>
              <p:nvPr/>
            </p:nvSpPr>
            <p:spPr>
              <a:xfrm>
                <a:off x="3594089" y="82480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1" name="ph91"/>
              <p:cNvSpPr/>
              <p:nvPr/>
            </p:nvSpPr>
            <p:spPr>
              <a:xfrm>
                <a:off x="3602796" y="82480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81A4">
                  <a:alpha val="100000"/>
                </a:srgbClr>
              </a:solidFill>
              <a:ln w="5420" cap="flat">
                <a:solidFill>
                  <a:srgbClr val="3A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2" name="ph92"/>
              <p:cNvSpPr/>
              <p:nvPr/>
            </p:nvSpPr>
            <p:spPr>
              <a:xfrm>
                <a:off x="3611504" y="82480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81A4">
                  <a:alpha val="100000"/>
                </a:srgbClr>
              </a:solidFill>
              <a:ln w="5420" cap="flat">
                <a:solidFill>
                  <a:srgbClr val="3A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3" name="ph93"/>
              <p:cNvSpPr/>
              <p:nvPr/>
            </p:nvSpPr>
            <p:spPr>
              <a:xfrm>
                <a:off x="3620211" y="82480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4" name="ph94"/>
              <p:cNvSpPr/>
              <p:nvPr/>
            </p:nvSpPr>
            <p:spPr>
              <a:xfrm>
                <a:off x="4038155" y="82480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5" name="ph95"/>
              <p:cNvSpPr/>
              <p:nvPr/>
            </p:nvSpPr>
            <p:spPr>
              <a:xfrm>
                <a:off x="3472189" y="83550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6" name="ph96"/>
              <p:cNvSpPr/>
              <p:nvPr/>
            </p:nvSpPr>
            <p:spPr>
              <a:xfrm>
                <a:off x="3480896" y="83550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7" name="ph97"/>
              <p:cNvSpPr/>
              <p:nvPr/>
            </p:nvSpPr>
            <p:spPr>
              <a:xfrm>
                <a:off x="3489603" y="83550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8" name="ph98"/>
              <p:cNvSpPr/>
              <p:nvPr/>
            </p:nvSpPr>
            <p:spPr>
              <a:xfrm>
                <a:off x="3498310" y="83550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9" name="ph99"/>
              <p:cNvSpPr/>
              <p:nvPr/>
            </p:nvSpPr>
            <p:spPr>
              <a:xfrm>
                <a:off x="3507018" y="83550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0" name="ph100"/>
              <p:cNvSpPr/>
              <p:nvPr/>
            </p:nvSpPr>
            <p:spPr>
              <a:xfrm>
                <a:off x="3515725" y="83550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1" name="ph101"/>
              <p:cNvSpPr/>
              <p:nvPr/>
            </p:nvSpPr>
            <p:spPr>
              <a:xfrm>
                <a:off x="3524432" y="83550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2" name="ph102"/>
              <p:cNvSpPr/>
              <p:nvPr/>
            </p:nvSpPr>
            <p:spPr>
              <a:xfrm>
                <a:off x="3533139" y="83550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3" name="ph103"/>
              <p:cNvSpPr/>
              <p:nvPr/>
            </p:nvSpPr>
            <p:spPr>
              <a:xfrm>
                <a:off x="3541846" y="83550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4" name="ph104"/>
              <p:cNvSpPr/>
              <p:nvPr/>
            </p:nvSpPr>
            <p:spPr>
              <a:xfrm>
                <a:off x="3550553" y="83550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5" name="ph105"/>
              <p:cNvSpPr/>
              <p:nvPr/>
            </p:nvSpPr>
            <p:spPr>
              <a:xfrm>
                <a:off x="3559261" y="83550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6" name="ph106"/>
              <p:cNvSpPr/>
              <p:nvPr/>
            </p:nvSpPr>
            <p:spPr>
              <a:xfrm>
                <a:off x="3567968" y="83550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2A4">
                  <a:alpha val="100000"/>
                </a:srgbClr>
              </a:solidFill>
              <a:ln w="5420" cap="flat">
                <a:solidFill>
                  <a:srgbClr val="3982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7" name="ph107"/>
              <p:cNvSpPr/>
              <p:nvPr/>
            </p:nvSpPr>
            <p:spPr>
              <a:xfrm>
                <a:off x="3576675" y="83550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8" name="ph108"/>
              <p:cNvSpPr/>
              <p:nvPr/>
            </p:nvSpPr>
            <p:spPr>
              <a:xfrm>
                <a:off x="3585382" y="83550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9" name="ph109"/>
              <p:cNvSpPr/>
              <p:nvPr/>
            </p:nvSpPr>
            <p:spPr>
              <a:xfrm>
                <a:off x="3594089" y="83550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81A4">
                  <a:alpha val="100000"/>
                </a:srgbClr>
              </a:solidFill>
              <a:ln w="5420" cap="flat">
                <a:solidFill>
                  <a:srgbClr val="3A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0" name="ph110"/>
              <p:cNvSpPr/>
              <p:nvPr/>
            </p:nvSpPr>
            <p:spPr>
              <a:xfrm>
                <a:off x="3454774" y="84620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1" name="ph111"/>
              <p:cNvSpPr/>
              <p:nvPr/>
            </p:nvSpPr>
            <p:spPr>
              <a:xfrm>
                <a:off x="3463482" y="84620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2" name="ph112"/>
              <p:cNvSpPr/>
              <p:nvPr/>
            </p:nvSpPr>
            <p:spPr>
              <a:xfrm>
                <a:off x="3472189" y="84620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3" name="ph113"/>
              <p:cNvSpPr/>
              <p:nvPr/>
            </p:nvSpPr>
            <p:spPr>
              <a:xfrm>
                <a:off x="3480896" y="84620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4" name="ph114"/>
              <p:cNvSpPr/>
              <p:nvPr/>
            </p:nvSpPr>
            <p:spPr>
              <a:xfrm>
                <a:off x="3489603" y="84620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5" name="ph115"/>
              <p:cNvSpPr/>
              <p:nvPr/>
            </p:nvSpPr>
            <p:spPr>
              <a:xfrm>
                <a:off x="3498310" y="84620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6" name="ph116"/>
              <p:cNvSpPr/>
              <p:nvPr/>
            </p:nvSpPr>
            <p:spPr>
              <a:xfrm>
                <a:off x="3507018" y="84620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7" name="ph117"/>
              <p:cNvSpPr/>
              <p:nvPr/>
            </p:nvSpPr>
            <p:spPr>
              <a:xfrm>
                <a:off x="3515725" y="84620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8" name="ph118"/>
              <p:cNvSpPr/>
              <p:nvPr/>
            </p:nvSpPr>
            <p:spPr>
              <a:xfrm>
                <a:off x="3524432" y="84620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9" name="ph119"/>
              <p:cNvSpPr/>
              <p:nvPr/>
            </p:nvSpPr>
            <p:spPr>
              <a:xfrm>
                <a:off x="3533139" y="84620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0" name="ph120"/>
              <p:cNvSpPr/>
              <p:nvPr/>
            </p:nvSpPr>
            <p:spPr>
              <a:xfrm>
                <a:off x="3541846" y="84620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1" name="ph121"/>
              <p:cNvSpPr/>
              <p:nvPr/>
            </p:nvSpPr>
            <p:spPr>
              <a:xfrm>
                <a:off x="3550553" y="84620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2" name="ph122"/>
              <p:cNvSpPr/>
              <p:nvPr/>
            </p:nvSpPr>
            <p:spPr>
              <a:xfrm>
                <a:off x="3559261" y="84620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2A4">
                  <a:alpha val="100000"/>
                </a:srgbClr>
              </a:solidFill>
              <a:ln w="5420" cap="flat">
                <a:solidFill>
                  <a:srgbClr val="3982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3" name="ph123"/>
              <p:cNvSpPr/>
              <p:nvPr/>
            </p:nvSpPr>
            <p:spPr>
              <a:xfrm>
                <a:off x="3567968" y="84620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2A4">
                  <a:alpha val="100000"/>
                </a:srgbClr>
              </a:solidFill>
              <a:ln w="5420" cap="flat">
                <a:solidFill>
                  <a:srgbClr val="3982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4" name="ph124"/>
              <p:cNvSpPr/>
              <p:nvPr/>
            </p:nvSpPr>
            <p:spPr>
              <a:xfrm>
                <a:off x="3428653" y="85690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5" name="ph125"/>
              <p:cNvSpPr/>
              <p:nvPr/>
            </p:nvSpPr>
            <p:spPr>
              <a:xfrm>
                <a:off x="3437360" y="85690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6" name="ph126"/>
              <p:cNvSpPr/>
              <p:nvPr/>
            </p:nvSpPr>
            <p:spPr>
              <a:xfrm>
                <a:off x="3446067" y="85690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7" name="ph127"/>
              <p:cNvSpPr/>
              <p:nvPr/>
            </p:nvSpPr>
            <p:spPr>
              <a:xfrm>
                <a:off x="3454774" y="85690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8" name="ph128"/>
              <p:cNvSpPr/>
              <p:nvPr/>
            </p:nvSpPr>
            <p:spPr>
              <a:xfrm>
                <a:off x="3463482" y="85690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9" name="ph129"/>
              <p:cNvSpPr/>
              <p:nvPr/>
            </p:nvSpPr>
            <p:spPr>
              <a:xfrm>
                <a:off x="3472189" y="85690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0" name="ph130"/>
              <p:cNvSpPr/>
              <p:nvPr/>
            </p:nvSpPr>
            <p:spPr>
              <a:xfrm>
                <a:off x="3480896" y="85690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1" name="ph131"/>
              <p:cNvSpPr/>
              <p:nvPr/>
            </p:nvSpPr>
            <p:spPr>
              <a:xfrm>
                <a:off x="3489603" y="85690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2" name="ph132"/>
              <p:cNvSpPr/>
              <p:nvPr/>
            </p:nvSpPr>
            <p:spPr>
              <a:xfrm>
                <a:off x="3498310" y="85690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3" name="ph133"/>
              <p:cNvSpPr/>
              <p:nvPr/>
            </p:nvSpPr>
            <p:spPr>
              <a:xfrm>
                <a:off x="3507018" y="85690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4" name="ph134"/>
              <p:cNvSpPr/>
              <p:nvPr/>
            </p:nvSpPr>
            <p:spPr>
              <a:xfrm>
                <a:off x="3515725" y="85690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5" name="ph135"/>
              <p:cNvSpPr/>
              <p:nvPr/>
            </p:nvSpPr>
            <p:spPr>
              <a:xfrm>
                <a:off x="3524432" y="85690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6" name="ph136"/>
              <p:cNvSpPr/>
              <p:nvPr/>
            </p:nvSpPr>
            <p:spPr>
              <a:xfrm>
                <a:off x="3533139" y="85690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7" name="ph137"/>
              <p:cNvSpPr/>
              <p:nvPr/>
            </p:nvSpPr>
            <p:spPr>
              <a:xfrm>
                <a:off x="3541846" y="85690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8" name="ph138"/>
              <p:cNvSpPr/>
              <p:nvPr/>
            </p:nvSpPr>
            <p:spPr>
              <a:xfrm>
                <a:off x="3411239" y="86760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9" name="ph139"/>
              <p:cNvSpPr/>
              <p:nvPr/>
            </p:nvSpPr>
            <p:spPr>
              <a:xfrm>
                <a:off x="3419946" y="86760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0" name="ph140"/>
              <p:cNvSpPr/>
              <p:nvPr/>
            </p:nvSpPr>
            <p:spPr>
              <a:xfrm>
                <a:off x="3428653" y="86760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1" name="ph141"/>
              <p:cNvSpPr/>
              <p:nvPr/>
            </p:nvSpPr>
            <p:spPr>
              <a:xfrm>
                <a:off x="3437360" y="86760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2" name="ph142"/>
              <p:cNvSpPr/>
              <p:nvPr/>
            </p:nvSpPr>
            <p:spPr>
              <a:xfrm>
                <a:off x="3446067" y="86760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3" name="ph143"/>
              <p:cNvSpPr/>
              <p:nvPr/>
            </p:nvSpPr>
            <p:spPr>
              <a:xfrm>
                <a:off x="3454774" y="86760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4" name="ph144"/>
              <p:cNvSpPr/>
              <p:nvPr/>
            </p:nvSpPr>
            <p:spPr>
              <a:xfrm>
                <a:off x="3463482" y="86760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5" name="ph145"/>
              <p:cNvSpPr/>
              <p:nvPr/>
            </p:nvSpPr>
            <p:spPr>
              <a:xfrm>
                <a:off x="3472189" y="86760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6" name="ph146"/>
              <p:cNvSpPr/>
              <p:nvPr/>
            </p:nvSpPr>
            <p:spPr>
              <a:xfrm>
                <a:off x="3480896" y="86760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7" name="ph147"/>
              <p:cNvSpPr/>
              <p:nvPr/>
            </p:nvSpPr>
            <p:spPr>
              <a:xfrm>
                <a:off x="3489603" y="86760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8" name="ph148"/>
              <p:cNvSpPr/>
              <p:nvPr/>
            </p:nvSpPr>
            <p:spPr>
              <a:xfrm>
                <a:off x="3498310" y="86760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9" name="ph149"/>
              <p:cNvSpPr/>
              <p:nvPr/>
            </p:nvSpPr>
            <p:spPr>
              <a:xfrm>
                <a:off x="3507018" y="86760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0" name="ph150"/>
              <p:cNvSpPr/>
              <p:nvPr/>
            </p:nvSpPr>
            <p:spPr>
              <a:xfrm>
                <a:off x="3402531" y="87830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1" name="ph151"/>
              <p:cNvSpPr/>
              <p:nvPr/>
            </p:nvSpPr>
            <p:spPr>
              <a:xfrm>
                <a:off x="3411239" y="87830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2" name="ph152"/>
              <p:cNvSpPr/>
              <p:nvPr/>
            </p:nvSpPr>
            <p:spPr>
              <a:xfrm>
                <a:off x="3419946" y="87830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3" name="ph153"/>
              <p:cNvSpPr/>
              <p:nvPr/>
            </p:nvSpPr>
            <p:spPr>
              <a:xfrm>
                <a:off x="3428653" y="87830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4" name="ph154"/>
              <p:cNvSpPr/>
              <p:nvPr/>
            </p:nvSpPr>
            <p:spPr>
              <a:xfrm>
                <a:off x="3437360" y="87830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5" name="ph155"/>
              <p:cNvSpPr/>
              <p:nvPr/>
            </p:nvSpPr>
            <p:spPr>
              <a:xfrm>
                <a:off x="3446067" y="87830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6" name="ph156"/>
              <p:cNvSpPr/>
              <p:nvPr/>
            </p:nvSpPr>
            <p:spPr>
              <a:xfrm>
                <a:off x="3454774" y="87830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7" name="ph157"/>
              <p:cNvSpPr/>
              <p:nvPr/>
            </p:nvSpPr>
            <p:spPr>
              <a:xfrm>
                <a:off x="3463482" y="87830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8" name="ph158"/>
              <p:cNvSpPr/>
              <p:nvPr/>
            </p:nvSpPr>
            <p:spPr>
              <a:xfrm>
                <a:off x="3472189" y="87830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9" name="ph159"/>
              <p:cNvSpPr/>
              <p:nvPr/>
            </p:nvSpPr>
            <p:spPr>
              <a:xfrm>
                <a:off x="3480896" y="87830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0" name="ph160"/>
              <p:cNvSpPr/>
              <p:nvPr/>
            </p:nvSpPr>
            <p:spPr>
              <a:xfrm>
                <a:off x="3489603" y="87830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1" name="ph161"/>
              <p:cNvSpPr/>
              <p:nvPr/>
            </p:nvSpPr>
            <p:spPr>
              <a:xfrm>
                <a:off x="3393824" y="88900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2" name="ph162"/>
              <p:cNvSpPr/>
              <p:nvPr/>
            </p:nvSpPr>
            <p:spPr>
              <a:xfrm>
                <a:off x="3402531" y="88900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3" name="ph163"/>
              <p:cNvSpPr/>
              <p:nvPr/>
            </p:nvSpPr>
            <p:spPr>
              <a:xfrm>
                <a:off x="3411239" y="88900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4" name="ph164"/>
              <p:cNvSpPr/>
              <p:nvPr/>
            </p:nvSpPr>
            <p:spPr>
              <a:xfrm>
                <a:off x="3419946" y="88900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5" name="ph165"/>
              <p:cNvSpPr/>
              <p:nvPr/>
            </p:nvSpPr>
            <p:spPr>
              <a:xfrm>
                <a:off x="3428653" y="88900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6" name="ph166"/>
              <p:cNvSpPr/>
              <p:nvPr/>
            </p:nvSpPr>
            <p:spPr>
              <a:xfrm>
                <a:off x="3437360" y="88900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7" name="ph167"/>
              <p:cNvSpPr/>
              <p:nvPr/>
            </p:nvSpPr>
            <p:spPr>
              <a:xfrm>
                <a:off x="3446067" y="88900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8" name="ph168"/>
              <p:cNvSpPr/>
              <p:nvPr/>
            </p:nvSpPr>
            <p:spPr>
              <a:xfrm>
                <a:off x="3454774" y="88900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9" name="ph169"/>
              <p:cNvSpPr/>
              <p:nvPr/>
            </p:nvSpPr>
            <p:spPr>
              <a:xfrm>
                <a:off x="3463482" y="88900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0" name="ph170"/>
              <p:cNvSpPr/>
              <p:nvPr/>
            </p:nvSpPr>
            <p:spPr>
              <a:xfrm>
                <a:off x="3472189" y="88900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1" name="ph171"/>
              <p:cNvSpPr/>
              <p:nvPr/>
            </p:nvSpPr>
            <p:spPr>
              <a:xfrm>
                <a:off x="3385117" y="89970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7A6">
                  <a:alpha val="100000"/>
                </a:srgbClr>
              </a:solidFill>
              <a:ln w="5420" cap="flat">
                <a:solidFill>
                  <a:srgbClr val="39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2" name="ph172"/>
              <p:cNvSpPr/>
              <p:nvPr/>
            </p:nvSpPr>
            <p:spPr>
              <a:xfrm>
                <a:off x="3393824" y="89970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3" name="ph173"/>
              <p:cNvSpPr/>
              <p:nvPr/>
            </p:nvSpPr>
            <p:spPr>
              <a:xfrm>
                <a:off x="3402531" y="89970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4" name="ph174"/>
              <p:cNvSpPr/>
              <p:nvPr/>
            </p:nvSpPr>
            <p:spPr>
              <a:xfrm>
                <a:off x="3411239" y="89970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5" name="ph175"/>
              <p:cNvSpPr/>
              <p:nvPr/>
            </p:nvSpPr>
            <p:spPr>
              <a:xfrm>
                <a:off x="3419946" y="89970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6" name="ph176"/>
              <p:cNvSpPr/>
              <p:nvPr/>
            </p:nvSpPr>
            <p:spPr>
              <a:xfrm>
                <a:off x="3428653" y="89970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7" name="ph177"/>
              <p:cNvSpPr/>
              <p:nvPr/>
            </p:nvSpPr>
            <p:spPr>
              <a:xfrm>
                <a:off x="3437360" y="89970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8" name="ph178"/>
              <p:cNvSpPr/>
              <p:nvPr/>
            </p:nvSpPr>
            <p:spPr>
              <a:xfrm>
                <a:off x="3446067" y="89970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9" name="ph179"/>
              <p:cNvSpPr/>
              <p:nvPr/>
            </p:nvSpPr>
            <p:spPr>
              <a:xfrm>
                <a:off x="3454774" y="89970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0" name="ph180"/>
              <p:cNvSpPr/>
              <p:nvPr/>
            </p:nvSpPr>
            <p:spPr>
              <a:xfrm>
                <a:off x="3358995" y="91040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7A6">
                  <a:alpha val="100000"/>
                </a:srgbClr>
              </a:solidFill>
              <a:ln w="5420" cap="flat">
                <a:solidFill>
                  <a:srgbClr val="38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1" name="ph181"/>
              <p:cNvSpPr/>
              <p:nvPr/>
            </p:nvSpPr>
            <p:spPr>
              <a:xfrm>
                <a:off x="3367703" y="91040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7A6">
                  <a:alpha val="100000"/>
                </a:srgbClr>
              </a:solidFill>
              <a:ln w="5420" cap="flat">
                <a:solidFill>
                  <a:srgbClr val="39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2" name="ph182"/>
              <p:cNvSpPr/>
              <p:nvPr/>
            </p:nvSpPr>
            <p:spPr>
              <a:xfrm>
                <a:off x="3376410" y="91040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7A6">
                  <a:alpha val="100000"/>
                </a:srgbClr>
              </a:solidFill>
              <a:ln w="5420" cap="flat">
                <a:solidFill>
                  <a:srgbClr val="39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3" name="ph183"/>
              <p:cNvSpPr/>
              <p:nvPr/>
            </p:nvSpPr>
            <p:spPr>
              <a:xfrm>
                <a:off x="3385117" y="91040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7A6">
                  <a:alpha val="100000"/>
                </a:srgbClr>
              </a:solidFill>
              <a:ln w="5420" cap="flat">
                <a:solidFill>
                  <a:srgbClr val="39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4" name="ph184"/>
              <p:cNvSpPr/>
              <p:nvPr/>
            </p:nvSpPr>
            <p:spPr>
              <a:xfrm>
                <a:off x="3393824" y="91040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5" name="ph185"/>
              <p:cNvSpPr/>
              <p:nvPr/>
            </p:nvSpPr>
            <p:spPr>
              <a:xfrm>
                <a:off x="3402531" y="91040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6" name="ph186"/>
              <p:cNvSpPr/>
              <p:nvPr/>
            </p:nvSpPr>
            <p:spPr>
              <a:xfrm>
                <a:off x="3411239" y="91040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7" name="ph187"/>
              <p:cNvSpPr/>
              <p:nvPr/>
            </p:nvSpPr>
            <p:spPr>
              <a:xfrm>
                <a:off x="3419946" y="91040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8" name="ph188"/>
              <p:cNvSpPr/>
              <p:nvPr/>
            </p:nvSpPr>
            <p:spPr>
              <a:xfrm>
                <a:off x="3428653" y="91040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9" name="ph189"/>
              <p:cNvSpPr/>
              <p:nvPr/>
            </p:nvSpPr>
            <p:spPr>
              <a:xfrm>
                <a:off x="3437360" y="91040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0" name="ph190"/>
              <p:cNvSpPr/>
              <p:nvPr/>
            </p:nvSpPr>
            <p:spPr>
              <a:xfrm>
                <a:off x="3350288" y="92110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7A6">
                  <a:alpha val="100000"/>
                </a:srgbClr>
              </a:solidFill>
              <a:ln w="5420" cap="flat">
                <a:solidFill>
                  <a:srgbClr val="38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1" name="ph191"/>
              <p:cNvSpPr/>
              <p:nvPr/>
            </p:nvSpPr>
            <p:spPr>
              <a:xfrm>
                <a:off x="3358995" y="92110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7A6">
                  <a:alpha val="100000"/>
                </a:srgbClr>
              </a:solidFill>
              <a:ln w="5420" cap="flat">
                <a:solidFill>
                  <a:srgbClr val="38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2" name="ph192"/>
              <p:cNvSpPr/>
              <p:nvPr/>
            </p:nvSpPr>
            <p:spPr>
              <a:xfrm>
                <a:off x="3367703" y="92110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7A6">
                  <a:alpha val="100000"/>
                </a:srgbClr>
              </a:solidFill>
              <a:ln w="5420" cap="flat">
                <a:solidFill>
                  <a:srgbClr val="38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3" name="ph193"/>
              <p:cNvSpPr/>
              <p:nvPr/>
            </p:nvSpPr>
            <p:spPr>
              <a:xfrm>
                <a:off x="3376410" y="92110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7A6">
                  <a:alpha val="100000"/>
                </a:srgbClr>
              </a:solidFill>
              <a:ln w="5420" cap="flat">
                <a:solidFill>
                  <a:srgbClr val="39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4" name="ph194"/>
              <p:cNvSpPr/>
              <p:nvPr/>
            </p:nvSpPr>
            <p:spPr>
              <a:xfrm>
                <a:off x="3385117" y="92110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7A6">
                  <a:alpha val="100000"/>
                </a:srgbClr>
              </a:solidFill>
              <a:ln w="5420" cap="flat">
                <a:solidFill>
                  <a:srgbClr val="39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5" name="ph195"/>
              <p:cNvSpPr/>
              <p:nvPr/>
            </p:nvSpPr>
            <p:spPr>
              <a:xfrm>
                <a:off x="3393824" y="92110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6A6">
                  <a:alpha val="100000"/>
                </a:srgbClr>
              </a:solidFill>
              <a:ln w="5420" cap="flat">
                <a:solidFill>
                  <a:srgbClr val="3986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6" name="ph196"/>
              <p:cNvSpPr/>
              <p:nvPr/>
            </p:nvSpPr>
            <p:spPr>
              <a:xfrm>
                <a:off x="3402531" y="92110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7" name="ph197"/>
              <p:cNvSpPr/>
              <p:nvPr/>
            </p:nvSpPr>
            <p:spPr>
              <a:xfrm>
                <a:off x="3411239" y="92110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8" name="ph198"/>
              <p:cNvSpPr/>
              <p:nvPr/>
            </p:nvSpPr>
            <p:spPr>
              <a:xfrm>
                <a:off x="3419946" y="92110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9" name="ph199"/>
              <p:cNvSpPr/>
              <p:nvPr/>
            </p:nvSpPr>
            <p:spPr>
              <a:xfrm>
                <a:off x="4055570" y="92110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4A2">
                  <a:alpha val="100000"/>
                </a:srgbClr>
              </a:solidFill>
              <a:ln w="5420" cap="flat">
                <a:solidFill>
                  <a:srgbClr val="3A74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0" name="ph200"/>
              <p:cNvSpPr/>
              <p:nvPr/>
            </p:nvSpPr>
            <p:spPr>
              <a:xfrm>
                <a:off x="3306752" y="93180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1" name="ph201"/>
              <p:cNvSpPr/>
              <p:nvPr/>
            </p:nvSpPr>
            <p:spPr>
              <a:xfrm>
                <a:off x="3315460" y="93180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2" name="ph202"/>
              <p:cNvSpPr/>
              <p:nvPr/>
            </p:nvSpPr>
            <p:spPr>
              <a:xfrm>
                <a:off x="3324167" y="93180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3" name="ph203"/>
              <p:cNvSpPr/>
              <p:nvPr/>
            </p:nvSpPr>
            <p:spPr>
              <a:xfrm>
                <a:off x="3332874" y="93180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4" name="ph204"/>
              <p:cNvSpPr/>
              <p:nvPr/>
            </p:nvSpPr>
            <p:spPr>
              <a:xfrm>
                <a:off x="3341581" y="93180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5" name="ph205"/>
              <p:cNvSpPr/>
              <p:nvPr/>
            </p:nvSpPr>
            <p:spPr>
              <a:xfrm>
                <a:off x="3350288" y="93180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7A6">
                  <a:alpha val="100000"/>
                </a:srgbClr>
              </a:solidFill>
              <a:ln w="5420" cap="flat">
                <a:solidFill>
                  <a:srgbClr val="38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6" name="ph206"/>
              <p:cNvSpPr/>
              <p:nvPr/>
            </p:nvSpPr>
            <p:spPr>
              <a:xfrm>
                <a:off x="3358995" y="93180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7A6">
                  <a:alpha val="100000"/>
                </a:srgbClr>
              </a:solidFill>
              <a:ln w="5420" cap="flat">
                <a:solidFill>
                  <a:srgbClr val="38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7" name="ph207"/>
              <p:cNvSpPr/>
              <p:nvPr/>
            </p:nvSpPr>
            <p:spPr>
              <a:xfrm>
                <a:off x="3367703" y="93180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7A6">
                  <a:alpha val="100000"/>
                </a:srgbClr>
              </a:solidFill>
              <a:ln w="5420" cap="flat">
                <a:solidFill>
                  <a:srgbClr val="38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8" name="ph208"/>
              <p:cNvSpPr/>
              <p:nvPr/>
            </p:nvSpPr>
            <p:spPr>
              <a:xfrm>
                <a:off x="3376410" y="93180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7A6">
                  <a:alpha val="100000"/>
                </a:srgbClr>
              </a:solidFill>
              <a:ln w="5420" cap="flat">
                <a:solidFill>
                  <a:srgbClr val="39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9" name="ph209"/>
              <p:cNvSpPr/>
              <p:nvPr/>
            </p:nvSpPr>
            <p:spPr>
              <a:xfrm>
                <a:off x="3385117" y="93180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7A6">
                  <a:alpha val="100000"/>
                </a:srgbClr>
              </a:solidFill>
              <a:ln w="5420" cap="flat">
                <a:solidFill>
                  <a:srgbClr val="39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0" name="ph210"/>
              <p:cNvSpPr/>
              <p:nvPr/>
            </p:nvSpPr>
            <p:spPr>
              <a:xfrm>
                <a:off x="3393824" y="93180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7A6">
                  <a:alpha val="100000"/>
                </a:srgbClr>
              </a:solidFill>
              <a:ln w="5420" cap="flat">
                <a:solidFill>
                  <a:srgbClr val="39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1" name="ph211"/>
              <p:cNvSpPr/>
              <p:nvPr/>
            </p:nvSpPr>
            <p:spPr>
              <a:xfrm>
                <a:off x="3402531" y="93180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2" name="ph212"/>
              <p:cNvSpPr/>
              <p:nvPr/>
            </p:nvSpPr>
            <p:spPr>
              <a:xfrm>
                <a:off x="3411239" y="93180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3" name="ph213"/>
              <p:cNvSpPr/>
              <p:nvPr/>
            </p:nvSpPr>
            <p:spPr>
              <a:xfrm>
                <a:off x="4029448" y="93180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4" name="ph214"/>
              <p:cNvSpPr/>
              <p:nvPr/>
            </p:nvSpPr>
            <p:spPr>
              <a:xfrm>
                <a:off x="4038155" y="93180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5" name="ph215"/>
              <p:cNvSpPr/>
              <p:nvPr/>
            </p:nvSpPr>
            <p:spPr>
              <a:xfrm>
                <a:off x="4046863" y="93180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6" name="ph216"/>
              <p:cNvSpPr/>
              <p:nvPr/>
            </p:nvSpPr>
            <p:spPr>
              <a:xfrm>
                <a:off x="4055570" y="93180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7" name="ph217"/>
              <p:cNvSpPr/>
              <p:nvPr/>
            </p:nvSpPr>
            <p:spPr>
              <a:xfrm>
                <a:off x="4064277" y="93180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8" name="ph218"/>
              <p:cNvSpPr/>
              <p:nvPr/>
            </p:nvSpPr>
            <p:spPr>
              <a:xfrm>
                <a:off x="3298045" y="94250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9" name="ph219"/>
              <p:cNvSpPr/>
              <p:nvPr/>
            </p:nvSpPr>
            <p:spPr>
              <a:xfrm>
                <a:off x="3306752" y="94250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0" name="ph220"/>
              <p:cNvSpPr/>
              <p:nvPr/>
            </p:nvSpPr>
            <p:spPr>
              <a:xfrm>
                <a:off x="3315460" y="94250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1" name="ph221"/>
              <p:cNvSpPr/>
              <p:nvPr/>
            </p:nvSpPr>
            <p:spPr>
              <a:xfrm>
                <a:off x="3324167" y="94250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2" name="ph222"/>
              <p:cNvSpPr/>
              <p:nvPr/>
            </p:nvSpPr>
            <p:spPr>
              <a:xfrm>
                <a:off x="3332874" y="94250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3" name="ph223"/>
              <p:cNvSpPr/>
              <p:nvPr/>
            </p:nvSpPr>
            <p:spPr>
              <a:xfrm>
                <a:off x="3341581" y="94250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4" name="ph224"/>
              <p:cNvSpPr/>
              <p:nvPr/>
            </p:nvSpPr>
            <p:spPr>
              <a:xfrm>
                <a:off x="3350288" y="94250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5" name="ph225"/>
              <p:cNvSpPr/>
              <p:nvPr/>
            </p:nvSpPr>
            <p:spPr>
              <a:xfrm>
                <a:off x="3358995" y="94250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7A6">
                  <a:alpha val="100000"/>
                </a:srgbClr>
              </a:solidFill>
              <a:ln w="5420" cap="flat">
                <a:solidFill>
                  <a:srgbClr val="38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6" name="ph226"/>
              <p:cNvSpPr/>
              <p:nvPr/>
            </p:nvSpPr>
            <p:spPr>
              <a:xfrm>
                <a:off x="3367703" y="94250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7A6">
                  <a:alpha val="100000"/>
                </a:srgbClr>
              </a:solidFill>
              <a:ln w="5420" cap="flat">
                <a:solidFill>
                  <a:srgbClr val="38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7" name="ph227"/>
              <p:cNvSpPr/>
              <p:nvPr/>
            </p:nvSpPr>
            <p:spPr>
              <a:xfrm>
                <a:off x="3376410" y="94250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7A6">
                  <a:alpha val="100000"/>
                </a:srgbClr>
              </a:solidFill>
              <a:ln w="5420" cap="flat">
                <a:solidFill>
                  <a:srgbClr val="38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8" name="ph228"/>
              <p:cNvSpPr/>
              <p:nvPr/>
            </p:nvSpPr>
            <p:spPr>
              <a:xfrm>
                <a:off x="3385117" y="94250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7A6">
                  <a:alpha val="100000"/>
                </a:srgbClr>
              </a:solidFill>
              <a:ln w="5420" cap="flat">
                <a:solidFill>
                  <a:srgbClr val="39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9" name="ph229"/>
              <p:cNvSpPr/>
              <p:nvPr/>
            </p:nvSpPr>
            <p:spPr>
              <a:xfrm>
                <a:off x="3393824" y="94250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7A6">
                  <a:alpha val="100000"/>
                </a:srgbClr>
              </a:solidFill>
              <a:ln w="5420" cap="flat">
                <a:solidFill>
                  <a:srgbClr val="39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0" name="ph230"/>
              <p:cNvSpPr/>
              <p:nvPr/>
            </p:nvSpPr>
            <p:spPr>
              <a:xfrm>
                <a:off x="3402531" y="94250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1" name="ph231"/>
              <p:cNvSpPr/>
              <p:nvPr/>
            </p:nvSpPr>
            <p:spPr>
              <a:xfrm>
                <a:off x="3959791" y="94250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2" name="ph232"/>
              <p:cNvSpPr/>
              <p:nvPr/>
            </p:nvSpPr>
            <p:spPr>
              <a:xfrm>
                <a:off x="3968498" y="94250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3" name="ph233"/>
              <p:cNvSpPr/>
              <p:nvPr/>
            </p:nvSpPr>
            <p:spPr>
              <a:xfrm>
                <a:off x="3977205" y="94250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4" name="ph234"/>
              <p:cNvSpPr/>
              <p:nvPr/>
            </p:nvSpPr>
            <p:spPr>
              <a:xfrm>
                <a:off x="3985912" y="94250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3A1">
                  <a:alpha val="100000"/>
                </a:srgbClr>
              </a:solidFill>
              <a:ln w="5420" cap="flat">
                <a:solidFill>
                  <a:srgbClr val="3B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5" name="ph235"/>
              <p:cNvSpPr/>
              <p:nvPr/>
            </p:nvSpPr>
            <p:spPr>
              <a:xfrm>
                <a:off x="4012034" y="94250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6" name="ph236"/>
              <p:cNvSpPr/>
              <p:nvPr/>
            </p:nvSpPr>
            <p:spPr>
              <a:xfrm>
                <a:off x="4020741" y="94250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3A1">
                  <a:alpha val="100000"/>
                </a:srgbClr>
              </a:solidFill>
              <a:ln w="5420" cap="flat">
                <a:solidFill>
                  <a:srgbClr val="3B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7" name="ph237"/>
              <p:cNvSpPr/>
              <p:nvPr/>
            </p:nvSpPr>
            <p:spPr>
              <a:xfrm>
                <a:off x="4029448" y="94250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3A1">
                  <a:alpha val="100000"/>
                </a:srgbClr>
              </a:solidFill>
              <a:ln w="5420" cap="flat">
                <a:solidFill>
                  <a:srgbClr val="3B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8" name="ph238"/>
              <p:cNvSpPr/>
              <p:nvPr/>
            </p:nvSpPr>
            <p:spPr>
              <a:xfrm>
                <a:off x="4038155" y="94250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3A1">
                  <a:alpha val="100000"/>
                </a:srgbClr>
              </a:solidFill>
              <a:ln w="5420" cap="flat">
                <a:solidFill>
                  <a:srgbClr val="3B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9" name="ph239"/>
              <p:cNvSpPr/>
              <p:nvPr/>
            </p:nvSpPr>
            <p:spPr>
              <a:xfrm>
                <a:off x="4046863" y="94250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0" name="ph240"/>
              <p:cNvSpPr/>
              <p:nvPr/>
            </p:nvSpPr>
            <p:spPr>
              <a:xfrm>
                <a:off x="4055570" y="94250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1" name="ph241"/>
              <p:cNvSpPr/>
              <p:nvPr/>
            </p:nvSpPr>
            <p:spPr>
              <a:xfrm>
                <a:off x="4064277" y="94250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2" name="ph242"/>
              <p:cNvSpPr/>
              <p:nvPr/>
            </p:nvSpPr>
            <p:spPr>
              <a:xfrm>
                <a:off x="4072984" y="94250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3" name="ph243"/>
              <p:cNvSpPr/>
              <p:nvPr/>
            </p:nvSpPr>
            <p:spPr>
              <a:xfrm>
                <a:off x="3298045" y="95320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4" name="ph244"/>
              <p:cNvSpPr/>
              <p:nvPr/>
            </p:nvSpPr>
            <p:spPr>
              <a:xfrm>
                <a:off x="3306752" y="95320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5" name="ph245"/>
              <p:cNvSpPr/>
              <p:nvPr/>
            </p:nvSpPr>
            <p:spPr>
              <a:xfrm>
                <a:off x="3315460" y="95320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6" name="ph246"/>
              <p:cNvSpPr/>
              <p:nvPr/>
            </p:nvSpPr>
            <p:spPr>
              <a:xfrm>
                <a:off x="3324167" y="95320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7" name="ph247"/>
              <p:cNvSpPr/>
              <p:nvPr/>
            </p:nvSpPr>
            <p:spPr>
              <a:xfrm>
                <a:off x="3332874" y="95320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8" name="ph248"/>
              <p:cNvSpPr/>
              <p:nvPr/>
            </p:nvSpPr>
            <p:spPr>
              <a:xfrm>
                <a:off x="3341581" y="95320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9" name="ph249"/>
              <p:cNvSpPr/>
              <p:nvPr/>
            </p:nvSpPr>
            <p:spPr>
              <a:xfrm>
                <a:off x="3350288" y="95320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0" name="ph250"/>
              <p:cNvSpPr/>
              <p:nvPr/>
            </p:nvSpPr>
            <p:spPr>
              <a:xfrm>
                <a:off x="3358995" y="95320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7A6">
                  <a:alpha val="100000"/>
                </a:srgbClr>
              </a:solidFill>
              <a:ln w="5420" cap="flat">
                <a:solidFill>
                  <a:srgbClr val="38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1" name="ph251"/>
              <p:cNvSpPr/>
              <p:nvPr/>
            </p:nvSpPr>
            <p:spPr>
              <a:xfrm>
                <a:off x="3367703" y="95320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7A6">
                  <a:alpha val="100000"/>
                </a:srgbClr>
              </a:solidFill>
              <a:ln w="5420" cap="flat">
                <a:solidFill>
                  <a:srgbClr val="38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2" name="ph252"/>
              <p:cNvSpPr/>
              <p:nvPr/>
            </p:nvSpPr>
            <p:spPr>
              <a:xfrm>
                <a:off x="3376410" y="95320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7A6">
                  <a:alpha val="100000"/>
                </a:srgbClr>
              </a:solidFill>
              <a:ln w="5420" cap="flat">
                <a:solidFill>
                  <a:srgbClr val="38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3" name="ph253"/>
              <p:cNvSpPr/>
              <p:nvPr/>
            </p:nvSpPr>
            <p:spPr>
              <a:xfrm>
                <a:off x="3385117" y="95320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7A6">
                  <a:alpha val="100000"/>
                </a:srgbClr>
              </a:solidFill>
              <a:ln w="5420" cap="flat">
                <a:solidFill>
                  <a:srgbClr val="39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4" name="ph254"/>
              <p:cNvSpPr/>
              <p:nvPr/>
            </p:nvSpPr>
            <p:spPr>
              <a:xfrm>
                <a:off x="3393824" y="95320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7A6">
                  <a:alpha val="100000"/>
                </a:srgbClr>
              </a:solidFill>
              <a:ln w="5420" cap="flat">
                <a:solidFill>
                  <a:srgbClr val="39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5" name="ph255"/>
              <p:cNvSpPr/>
              <p:nvPr/>
            </p:nvSpPr>
            <p:spPr>
              <a:xfrm>
                <a:off x="3951084" y="95320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3A1">
                  <a:alpha val="100000"/>
                </a:srgbClr>
              </a:solidFill>
              <a:ln w="5420" cap="flat">
                <a:solidFill>
                  <a:srgbClr val="3B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6" name="ph256"/>
              <p:cNvSpPr/>
              <p:nvPr/>
            </p:nvSpPr>
            <p:spPr>
              <a:xfrm>
                <a:off x="3959791" y="95320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7" name="ph257"/>
              <p:cNvSpPr/>
              <p:nvPr/>
            </p:nvSpPr>
            <p:spPr>
              <a:xfrm>
                <a:off x="3968498" y="95320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8" name="ph258"/>
              <p:cNvSpPr/>
              <p:nvPr/>
            </p:nvSpPr>
            <p:spPr>
              <a:xfrm>
                <a:off x="3977205" y="95320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9" name="ph259"/>
              <p:cNvSpPr/>
              <p:nvPr/>
            </p:nvSpPr>
            <p:spPr>
              <a:xfrm>
                <a:off x="3985912" y="95320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0" name="ph260"/>
              <p:cNvSpPr/>
              <p:nvPr/>
            </p:nvSpPr>
            <p:spPr>
              <a:xfrm>
                <a:off x="3994620" y="95320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1" name="ph261"/>
              <p:cNvSpPr/>
              <p:nvPr/>
            </p:nvSpPr>
            <p:spPr>
              <a:xfrm>
                <a:off x="4003327" y="95320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2" name="ph262"/>
              <p:cNvSpPr/>
              <p:nvPr/>
            </p:nvSpPr>
            <p:spPr>
              <a:xfrm>
                <a:off x="4012034" y="95320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3" name="ph263"/>
              <p:cNvSpPr/>
              <p:nvPr/>
            </p:nvSpPr>
            <p:spPr>
              <a:xfrm>
                <a:off x="4020741" y="95320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4" name="ph264"/>
              <p:cNvSpPr/>
              <p:nvPr/>
            </p:nvSpPr>
            <p:spPr>
              <a:xfrm>
                <a:off x="4029448" y="95320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5" name="ph265"/>
              <p:cNvSpPr/>
              <p:nvPr/>
            </p:nvSpPr>
            <p:spPr>
              <a:xfrm>
                <a:off x="4038155" y="95320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6" name="ph266"/>
              <p:cNvSpPr/>
              <p:nvPr/>
            </p:nvSpPr>
            <p:spPr>
              <a:xfrm>
                <a:off x="4046863" y="95320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7" name="ph267"/>
              <p:cNvSpPr/>
              <p:nvPr/>
            </p:nvSpPr>
            <p:spPr>
              <a:xfrm>
                <a:off x="4055570" y="95320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8" name="ph268"/>
              <p:cNvSpPr/>
              <p:nvPr/>
            </p:nvSpPr>
            <p:spPr>
              <a:xfrm>
                <a:off x="4064277" y="95320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9" name="ph269"/>
              <p:cNvSpPr/>
              <p:nvPr/>
            </p:nvSpPr>
            <p:spPr>
              <a:xfrm>
                <a:off x="3298045" y="9639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0" name="ph270"/>
              <p:cNvSpPr/>
              <p:nvPr/>
            </p:nvSpPr>
            <p:spPr>
              <a:xfrm>
                <a:off x="3306752" y="9639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1" name="ph271"/>
              <p:cNvSpPr/>
              <p:nvPr/>
            </p:nvSpPr>
            <p:spPr>
              <a:xfrm>
                <a:off x="3315460" y="9639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2" name="ph272"/>
              <p:cNvSpPr/>
              <p:nvPr/>
            </p:nvSpPr>
            <p:spPr>
              <a:xfrm>
                <a:off x="3324167" y="9639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3" name="ph273"/>
              <p:cNvSpPr/>
              <p:nvPr/>
            </p:nvSpPr>
            <p:spPr>
              <a:xfrm>
                <a:off x="3332874" y="9639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4" name="ph274"/>
              <p:cNvSpPr/>
              <p:nvPr/>
            </p:nvSpPr>
            <p:spPr>
              <a:xfrm>
                <a:off x="3341581" y="9639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5" name="ph275"/>
              <p:cNvSpPr/>
              <p:nvPr/>
            </p:nvSpPr>
            <p:spPr>
              <a:xfrm>
                <a:off x="3350288" y="9639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6" name="ph276"/>
              <p:cNvSpPr/>
              <p:nvPr/>
            </p:nvSpPr>
            <p:spPr>
              <a:xfrm>
                <a:off x="3358995" y="9639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7" name="ph277"/>
              <p:cNvSpPr/>
              <p:nvPr/>
            </p:nvSpPr>
            <p:spPr>
              <a:xfrm>
                <a:off x="3367703" y="9639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7A6">
                  <a:alpha val="100000"/>
                </a:srgbClr>
              </a:solidFill>
              <a:ln w="5420" cap="flat">
                <a:solidFill>
                  <a:srgbClr val="38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8" name="ph278"/>
              <p:cNvSpPr/>
              <p:nvPr/>
            </p:nvSpPr>
            <p:spPr>
              <a:xfrm>
                <a:off x="3376410" y="9639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7A6">
                  <a:alpha val="100000"/>
                </a:srgbClr>
              </a:solidFill>
              <a:ln w="5420" cap="flat">
                <a:solidFill>
                  <a:srgbClr val="38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9" name="ph279"/>
              <p:cNvSpPr/>
              <p:nvPr/>
            </p:nvSpPr>
            <p:spPr>
              <a:xfrm>
                <a:off x="3385117" y="9639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7A6">
                  <a:alpha val="100000"/>
                </a:srgbClr>
              </a:solidFill>
              <a:ln w="5420" cap="flat">
                <a:solidFill>
                  <a:srgbClr val="38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0" name="ph280"/>
              <p:cNvSpPr/>
              <p:nvPr/>
            </p:nvSpPr>
            <p:spPr>
              <a:xfrm>
                <a:off x="3393824" y="9639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7A6">
                  <a:alpha val="100000"/>
                </a:srgbClr>
              </a:solidFill>
              <a:ln w="5420" cap="flat">
                <a:solidFill>
                  <a:srgbClr val="39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1" name="ph281"/>
              <p:cNvSpPr/>
              <p:nvPr/>
            </p:nvSpPr>
            <p:spPr>
              <a:xfrm>
                <a:off x="3881426" y="9639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2" name="ph282"/>
              <p:cNvSpPr/>
              <p:nvPr/>
            </p:nvSpPr>
            <p:spPr>
              <a:xfrm>
                <a:off x="3890133" y="9639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3" name="ph283"/>
              <p:cNvSpPr/>
              <p:nvPr/>
            </p:nvSpPr>
            <p:spPr>
              <a:xfrm>
                <a:off x="3898841" y="9639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4" name="ph284"/>
              <p:cNvSpPr/>
              <p:nvPr/>
            </p:nvSpPr>
            <p:spPr>
              <a:xfrm>
                <a:off x="3907548" y="9639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5" name="ph285"/>
              <p:cNvSpPr/>
              <p:nvPr/>
            </p:nvSpPr>
            <p:spPr>
              <a:xfrm>
                <a:off x="3933669" y="9639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6" name="ph286"/>
              <p:cNvSpPr/>
              <p:nvPr/>
            </p:nvSpPr>
            <p:spPr>
              <a:xfrm>
                <a:off x="3942376" y="9639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7" name="ph287"/>
              <p:cNvSpPr/>
              <p:nvPr/>
            </p:nvSpPr>
            <p:spPr>
              <a:xfrm>
                <a:off x="3951084" y="9639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8" name="ph288"/>
              <p:cNvSpPr/>
              <p:nvPr/>
            </p:nvSpPr>
            <p:spPr>
              <a:xfrm>
                <a:off x="3959791" y="9639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9" name="ph289"/>
              <p:cNvSpPr/>
              <p:nvPr/>
            </p:nvSpPr>
            <p:spPr>
              <a:xfrm>
                <a:off x="3968498" y="9639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0" name="ph290"/>
              <p:cNvSpPr/>
              <p:nvPr/>
            </p:nvSpPr>
            <p:spPr>
              <a:xfrm>
                <a:off x="3977205" y="9639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1" name="ph291"/>
              <p:cNvSpPr/>
              <p:nvPr/>
            </p:nvSpPr>
            <p:spPr>
              <a:xfrm>
                <a:off x="3985912" y="9639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2" name="ph292"/>
              <p:cNvSpPr/>
              <p:nvPr/>
            </p:nvSpPr>
            <p:spPr>
              <a:xfrm>
                <a:off x="3994620" y="9639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3" name="ph293"/>
              <p:cNvSpPr/>
              <p:nvPr/>
            </p:nvSpPr>
            <p:spPr>
              <a:xfrm>
                <a:off x="4003327" y="9639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4" name="ph294"/>
              <p:cNvSpPr/>
              <p:nvPr/>
            </p:nvSpPr>
            <p:spPr>
              <a:xfrm>
                <a:off x="4012034" y="9639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5" name="ph295"/>
              <p:cNvSpPr/>
              <p:nvPr/>
            </p:nvSpPr>
            <p:spPr>
              <a:xfrm>
                <a:off x="4020741" y="9639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6" name="ph296"/>
              <p:cNvSpPr/>
              <p:nvPr/>
            </p:nvSpPr>
            <p:spPr>
              <a:xfrm>
                <a:off x="4029448" y="9639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7" name="ph297"/>
              <p:cNvSpPr/>
              <p:nvPr/>
            </p:nvSpPr>
            <p:spPr>
              <a:xfrm>
                <a:off x="4038155" y="9639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8" name="ph298"/>
              <p:cNvSpPr/>
              <p:nvPr/>
            </p:nvSpPr>
            <p:spPr>
              <a:xfrm>
                <a:off x="4046863" y="9639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9" name="ph299"/>
              <p:cNvSpPr/>
              <p:nvPr/>
            </p:nvSpPr>
            <p:spPr>
              <a:xfrm>
                <a:off x="4055570" y="9639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0" name="ph300"/>
              <p:cNvSpPr/>
              <p:nvPr/>
            </p:nvSpPr>
            <p:spPr>
              <a:xfrm>
                <a:off x="4064277" y="9639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1" name="ph301"/>
              <p:cNvSpPr/>
              <p:nvPr/>
            </p:nvSpPr>
            <p:spPr>
              <a:xfrm>
                <a:off x="3289338" y="9746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2" name="ph302"/>
              <p:cNvSpPr/>
              <p:nvPr/>
            </p:nvSpPr>
            <p:spPr>
              <a:xfrm>
                <a:off x="3298045" y="9746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3" name="ph303"/>
              <p:cNvSpPr/>
              <p:nvPr/>
            </p:nvSpPr>
            <p:spPr>
              <a:xfrm>
                <a:off x="3306752" y="9746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4" name="ph304"/>
              <p:cNvSpPr/>
              <p:nvPr/>
            </p:nvSpPr>
            <p:spPr>
              <a:xfrm>
                <a:off x="3315460" y="9746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5" name="ph305"/>
              <p:cNvSpPr/>
              <p:nvPr/>
            </p:nvSpPr>
            <p:spPr>
              <a:xfrm>
                <a:off x="3324167" y="9746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6" name="ph306"/>
              <p:cNvSpPr/>
              <p:nvPr/>
            </p:nvSpPr>
            <p:spPr>
              <a:xfrm>
                <a:off x="3332874" y="9746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7" name="ph307"/>
              <p:cNvSpPr/>
              <p:nvPr/>
            </p:nvSpPr>
            <p:spPr>
              <a:xfrm>
                <a:off x="3341581" y="9746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8" name="ph308"/>
              <p:cNvSpPr/>
              <p:nvPr/>
            </p:nvSpPr>
            <p:spPr>
              <a:xfrm>
                <a:off x="3350288" y="9746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9" name="ph309"/>
              <p:cNvSpPr/>
              <p:nvPr/>
            </p:nvSpPr>
            <p:spPr>
              <a:xfrm>
                <a:off x="3358995" y="9746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0" name="ph310"/>
              <p:cNvSpPr/>
              <p:nvPr/>
            </p:nvSpPr>
            <p:spPr>
              <a:xfrm>
                <a:off x="3367703" y="9746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1" name="ph311"/>
              <p:cNvSpPr/>
              <p:nvPr/>
            </p:nvSpPr>
            <p:spPr>
              <a:xfrm>
                <a:off x="3376410" y="9746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7A6">
                  <a:alpha val="100000"/>
                </a:srgbClr>
              </a:solidFill>
              <a:ln w="5420" cap="flat">
                <a:solidFill>
                  <a:srgbClr val="38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2" name="ph312"/>
              <p:cNvSpPr/>
              <p:nvPr/>
            </p:nvSpPr>
            <p:spPr>
              <a:xfrm>
                <a:off x="3385117" y="9746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7A6">
                  <a:alpha val="100000"/>
                </a:srgbClr>
              </a:solidFill>
              <a:ln w="5420" cap="flat">
                <a:solidFill>
                  <a:srgbClr val="38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3" name="ph313"/>
              <p:cNvSpPr/>
              <p:nvPr/>
            </p:nvSpPr>
            <p:spPr>
              <a:xfrm>
                <a:off x="3872719" y="9746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4" name="ph314"/>
              <p:cNvSpPr/>
              <p:nvPr/>
            </p:nvSpPr>
            <p:spPr>
              <a:xfrm>
                <a:off x="3881426" y="9746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5" name="ph315"/>
              <p:cNvSpPr/>
              <p:nvPr/>
            </p:nvSpPr>
            <p:spPr>
              <a:xfrm>
                <a:off x="3890133" y="9746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6" name="ph316"/>
              <p:cNvSpPr/>
              <p:nvPr/>
            </p:nvSpPr>
            <p:spPr>
              <a:xfrm>
                <a:off x="3898841" y="9746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7" name="ph317"/>
              <p:cNvSpPr/>
              <p:nvPr/>
            </p:nvSpPr>
            <p:spPr>
              <a:xfrm>
                <a:off x="3907548" y="9746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3A1">
                  <a:alpha val="100000"/>
                </a:srgbClr>
              </a:solidFill>
              <a:ln w="5420" cap="flat">
                <a:solidFill>
                  <a:srgbClr val="3B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8" name="ph318"/>
              <p:cNvSpPr/>
              <p:nvPr/>
            </p:nvSpPr>
            <p:spPr>
              <a:xfrm>
                <a:off x="3916255" y="9746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9" name="ph319"/>
              <p:cNvSpPr/>
              <p:nvPr/>
            </p:nvSpPr>
            <p:spPr>
              <a:xfrm>
                <a:off x="3924962" y="9746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0" name="ph320"/>
              <p:cNvSpPr/>
              <p:nvPr/>
            </p:nvSpPr>
            <p:spPr>
              <a:xfrm>
                <a:off x="3933669" y="9746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1" name="ph321"/>
              <p:cNvSpPr/>
              <p:nvPr/>
            </p:nvSpPr>
            <p:spPr>
              <a:xfrm>
                <a:off x="3942376" y="9746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2" name="ph322"/>
              <p:cNvSpPr/>
              <p:nvPr/>
            </p:nvSpPr>
            <p:spPr>
              <a:xfrm>
                <a:off x="3951084" y="9746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3" name="ph323"/>
              <p:cNvSpPr/>
              <p:nvPr/>
            </p:nvSpPr>
            <p:spPr>
              <a:xfrm>
                <a:off x="3959791" y="9746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0A1">
                  <a:alpha val="100000"/>
                </a:srgbClr>
              </a:solidFill>
              <a:ln w="5420" cap="flat">
                <a:solidFill>
                  <a:srgbClr val="3B70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4" name="ph324"/>
              <p:cNvSpPr/>
              <p:nvPr/>
            </p:nvSpPr>
            <p:spPr>
              <a:xfrm>
                <a:off x="3968498" y="9746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0A1">
                  <a:alpha val="100000"/>
                </a:srgbClr>
              </a:solidFill>
              <a:ln w="5420" cap="flat">
                <a:solidFill>
                  <a:srgbClr val="3B70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5" name="ph325"/>
              <p:cNvSpPr/>
              <p:nvPr/>
            </p:nvSpPr>
            <p:spPr>
              <a:xfrm>
                <a:off x="3977205" y="9746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6" name="ph326"/>
              <p:cNvSpPr/>
              <p:nvPr/>
            </p:nvSpPr>
            <p:spPr>
              <a:xfrm>
                <a:off x="3985912" y="9746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7" name="ph327"/>
              <p:cNvSpPr/>
              <p:nvPr/>
            </p:nvSpPr>
            <p:spPr>
              <a:xfrm>
                <a:off x="3994620" y="9746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8" name="ph328"/>
              <p:cNvSpPr/>
              <p:nvPr/>
            </p:nvSpPr>
            <p:spPr>
              <a:xfrm>
                <a:off x="4003327" y="9746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9" name="ph329"/>
              <p:cNvSpPr/>
              <p:nvPr/>
            </p:nvSpPr>
            <p:spPr>
              <a:xfrm>
                <a:off x="4012034" y="9746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0" name="ph330"/>
              <p:cNvSpPr/>
              <p:nvPr/>
            </p:nvSpPr>
            <p:spPr>
              <a:xfrm>
                <a:off x="4020741" y="9746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1" name="ph331"/>
              <p:cNvSpPr/>
              <p:nvPr/>
            </p:nvSpPr>
            <p:spPr>
              <a:xfrm>
                <a:off x="4029448" y="9746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2" name="ph332"/>
              <p:cNvSpPr/>
              <p:nvPr/>
            </p:nvSpPr>
            <p:spPr>
              <a:xfrm>
                <a:off x="4038155" y="9746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3" name="ph333"/>
              <p:cNvSpPr/>
              <p:nvPr/>
            </p:nvSpPr>
            <p:spPr>
              <a:xfrm>
                <a:off x="4046863" y="9746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0A1">
                  <a:alpha val="100000"/>
                </a:srgbClr>
              </a:solidFill>
              <a:ln w="5420" cap="flat">
                <a:solidFill>
                  <a:srgbClr val="3B70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4" name="ph334"/>
              <p:cNvSpPr/>
              <p:nvPr/>
            </p:nvSpPr>
            <p:spPr>
              <a:xfrm>
                <a:off x="4055570" y="9746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0A1">
                  <a:alpha val="100000"/>
                </a:srgbClr>
              </a:solidFill>
              <a:ln w="5420" cap="flat">
                <a:solidFill>
                  <a:srgbClr val="3B70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5" name="ph335"/>
              <p:cNvSpPr/>
              <p:nvPr/>
            </p:nvSpPr>
            <p:spPr>
              <a:xfrm>
                <a:off x="4064277" y="9746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0A1">
                  <a:alpha val="100000"/>
                </a:srgbClr>
              </a:solidFill>
              <a:ln w="5420" cap="flat">
                <a:solidFill>
                  <a:srgbClr val="3B70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6" name="ph336"/>
              <p:cNvSpPr/>
              <p:nvPr/>
            </p:nvSpPr>
            <p:spPr>
              <a:xfrm>
                <a:off x="3271924" y="9853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7" name="ph337"/>
              <p:cNvSpPr/>
              <p:nvPr/>
            </p:nvSpPr>
            <p:spPr>
              <a:xfrm>
                <a:off x="3280631" y="9853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8" name="ph338"/>
              <p:cNvSpPr/>
              <p:nvPr/>
            </p:nvSpPr>
            <p:spPr>
              <a:xfrm>
                <a:off x="3289338" y="9853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9" name="ph339"/>
              <p:cNvSpPr/>
              <p:nvPr/>
            </p:nvSpPr>
            <p:spPr>
              <a:xfrm>
                <a:off x="3298045" y="9853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0" name="ph340"/>
              <p:cNvSpPr/>
              <p:nvPr/>
            </p:nvSpPr>
            <p:spPr>
              <a:xfrm>
                <a:off x="3306752" y="9853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1" name="ph341"/>
              <p:cNvSpPr/>
              <p:nvPr/>
            </p:nvSpPr>
            <p:spPr>
              <a:xfrm>
                <a:off x="3315460" y="9853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2" name="ph342"/>
              <p:cNvSpPr/>
              <p:nvPr/>
            </p:nvSpPr>
            <p:spPr>
              <a:xfrm>
                <a:off x="3324167" y="9853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3" name="ph343"/>
              <p:cNvSpPr/>
              <p:nvPr/>
            </p:nvSpPr>
            <p:spPr>
              <a:xfrm>
                <a:off x="3332874" y="9853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4" name="ph344"/>
              <p:cNvSpPr/>
              <p:nvPr/>
            </p:nvSpPr>
            <p:spPr>
              <a:xfrm>
                <a:off x="3341581" y="9853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5" name="ph345"/>
              <p:cNvSpPr/>
              <p:nvPr/>
            </p:nvSpPr>
            <p:spPr>
              <a:xfrm>
                <a:off x="3350288" y="9853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6" name="ph346"/>
              <p:cNvSpPr/>
              <p:nvPr/>
            </p:nvSpPr>
            <p:spPr>
              <a:xfrm>
                <a:off x="3358995" y="9853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7" name="ph347"/>
              <p:cNvSpPr/>
              <p:nvPr/>
            </p:nvSpPr>
            <p:spPr>
              <a:xfrm>
                <a:off x="3872719" y="9853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8" name="ph348"/>
              <p:cNvSpPr/>
              <p:nvPr/>
            </p:nvSpPr>
            <p:spPr>
              <a:xfrm>
                <a:off x="3881426" y="9853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9" name="ph349"/>
              <p:cNvSpPr/>
              <p:nvPr/>
            </p:nvSpPr>
            <p:spPr>
              <a:xfrm>
                <a:off x="3890133" y="9853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3A1">
                  <a:alpha val="100000"/>
                </a:srgbClr>
              </a:solidFill>
              <a:ln w="5420" cap="flat">
                <a:solidFill>
                  <a:srgbClr val="3B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0" name="ph350"/>
              <p:cNvSpPr/>
              <p:nvPr/>
            </p:nvSpPr>
            <p:spPr>
              <a:xfrm>
                <a:off x="3898841" y="9853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1" name="ph351"/>
              <p:cNvSpPr/>
              <p:nvPr/>
            </p:nvSpPr>
            <p:spPr>
              <a:xfrm>
                <a:off x="3907548" y="9853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2" name="ph352"/>
              <p:cNvSpPr/>
              <p:nvPr/>
            </p:nvSpPr>
            <p:spPr>
              <a:xfrm>
                <a:off x="3916255" y="9853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3" name="ph353"/>
              <p:cNvSpPr/>
              <p:nvPr/>
            </p:nvSpPr>
            <p:spPr>
              <a:xfrm>
                <a:off x="3924962" y="9853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4" name="ph354"/>
              <p:cNvSpPr/>
              <p:nvPr/>
            </p:nvSpPr>
            <p:spPr>
              <a:xfrm>
                <a:off x="3933669" y="9853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0A1">
                  <a:alpha val="100000"/>
                </a:srgbClr>
              </a:solidFill>
              <a:ln w="5420" cap="flat">
                <a:solidFill>
                  <a:srgbClr val="3B70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5" name="ph355"/>
              <p:cNvSpPr/>
              <p:nvPr/>
            </p:nvSpPr>
            <p:spPr>
              <a:xfrm>
                <a:off x="3942376" y="9853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6" name="ph356"/>
              <p:cNvSpPr/>
              <p:nvPr/>
            </p:nvSpPr>
            <p:spPr>
              <a:xfrm>
                <a:off x="3951084" y="9853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7" name="ph357"/>
              <p:cNvSpPr/>
              <p:nvPr/>
            </p:nvSpPr>
            <p:spPr>
              <a:xfrm>
                <a:off x="3959791" y="9853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8" name="ph358"/>
              <p:cNvSpPr/>
              <p:nvPr/>
            </p:nvSpPr>
            <p:spPr>
              <a:xfrm>
                <a:off x="3968498" y="9853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9" name="ph359"/>
              <p:cNvSpPr/>
              <p:nvPr/>
            </p:nvSpPr>
            <p:spPr>
              <a:xfrm>
                <a:off x="3977205" y="9853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0" name="ph360"/>
              <p:cNvSpPr/>
              <p:nvPr/>
            </p:nvSpPr>
            <p:spPr>
              <a:xfrm>
                <a:off x="3985912" y="9853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1" name="ph361"/>
              <p:cNvSpPr/>
              <p:nvPr/>
            </p:nvSpPr>
            <p:spPr>
              <a:xfrm>
                <a:off x="3994620" y="9853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2" name="ph362"/>
              <p:cNvSpPr/>
              <p:nvPr/>
            </p:nvSpPr>
            <p:spPr>
              <a:xfrm>
                <a:off x="4003327" y="9853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3" name="ph363"/>
              <p:cNvSpPr/>
              <p:nvPr/>
            </p:nvSpPr>
            <p:spPr>
              <a:xfrm>
                <a:off x="4012034" y="9853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4" name="ph364"/>
              <p:cNvSpPr/>
              <p:nvPr/>
            </p:nvSpPr>
            <p:spPr>
              <a:xfrm>
                <a:off x="4020741" y="9853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5" name="ph365"/>
              <p:cNvSpPr/>
              <p:nvPr/>
            </p:nvSpPr>
            <p:spPr>
              <a:xfrm>
                <a:off x="4029448" y="9853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6" name="ph366"/>
              <p:cNvSpPr/>
              <p:nvPr/>
            </p:nvSpPr>
            <p:spPr>
              <a:xfrm>
                <a:off x="4038155" y="9853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7" name="ph367"/>
              <p:cNvSpPr/>
              <p:nvPr/>
            </p:nvSpPr>
            <p:spPr>
              <a:xfrm>
                <a:off x="4046863" y="9853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8" name="ph368"/>
              <p:cNvSpPr/>
              <p:nvPr/>
            </p:nvSpPr>
            <p:spPr>
              <a:xfrm>
                <a:off x="4055570" y="9853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6FA0">
                  <a:alpha val="100000"/>
                </a:srgbClr>
              </a:solidFill>
              <a:ln w="5420" cap="flat">
                <a:solidFill>
                  <a:srgbClr val="3B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9" name="ph369"/>
              <p:cNvSpPr/>
              <p:nvPr/>
            </p:nvSpPr>
            <p:spPr>
              <a:xfrm>
                <a:off x="4064277" y="9853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0" name="ph370"/>
              <p:cNvSpPr/>
              <p:nvPr/>
            </p:nvSpPr>
            <p:spPr>
              <a:xfrm>
                <a:off x="3271924" y="9960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1" name="ph371"/>
              <p:cNvSpPr/>
              <p:nvPr/>
            </p:nvSpPr>
            <p:spPr>
              <a:xfrm>
                <a:off x="3280631" y="9960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2" name="ph372"/>
              <p:cNvSpPr/>
              <p:nvPr/>
            </p:nvSpPr>
            <p:spPr>
              <a:xfrm>
                <a:off x="3289338" y="9960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3" name="ph373"/>
              <p:cNvSpPr/>
              <p:nvPr/>
            </p:nvSpPr>
            <p:spPr>
              <a:xfrm>
                <a:off x="3298045" y="9960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4" name="ph374"/>
              <p:cNvSpPr/>
              <p:nvPr/>
            </p:nvSpPr>
            <p:spPr>
              <a:xfrm>
                <a:off x="3306752" y="9960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5" name="ph375"/>
              <p:cNvSpPr/>
              <p:nvPr/>
            </p:nvSpPr>
            <p:spPr>
              <a:xfrm>
                <a:off x="3315460" y="9960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6" name="ph376"/>
              <p:cNvSpPr/>
              <p:nvPr/>
            </p:nvSpPr>
            <p:spPr>
              <a:xfrm>
                <a:off x="3324167" y="9960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7" name="ph377"/>
              <p:cNvSpPr/>
              <p:nvPr/>
            </p:nvSpPr>
            <p:spPr>
              <a:xfrm>
                <a:off x="3332874" y="9960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8" name="ph378"/>
              <p:cNvSpPr/>
              <p:nvPr/>
            </p:nvSpPr>
            <p:spPr>
              <a:xfrm>
                <a:off x="3341581" y="9960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9" name="ph379"/>
              <p:cNvSpPr/>
              <p:nvPr/>
            </p:nvSpPr>
            <p:spPr>
              <a:xfrm>
                <a:off x="3872719" y="9960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0" name="ph380"/>
              <p:cNvSpPr/>
              <p:nvPr/>
            </p:nvSpPr>
            <p:spPr>
              <a:xfrm>
                <a:off x="3881426" y="9960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1" name="ph381"/>
              <p:cNvSpPr/>
              <p:nvPr/>
            </p:nvSpPr>
            <p:spPr>
              <a:xfrm>
                <a:off x="3890133" y="9960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2" name="ph382"/>
              <p:cNvSpPr/>
              <p:nvPr/>
            </p:nvSpPr>
            <p:spPr>
              <a:xfrm>
                <a:off x="3898841" y="9960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3" name="ph383"/>
              <p:cNvSpPr/>
              <p:nvPr/>
            </p:nvSpPr>
            <p:spPr>
              <a:xfrm>
                <a:off x="3907548" y="9960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4" name="ph384"/>
              <p:cNvSpPr/>
              <p:nvPr/>
            </p:nvSpPr>
            <p:spPr>
              <a:xfrm>
                <a:off x="3916255" y="9960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5" name="ph385"/>
              <p:cNvSpPr/>
              <p:nvPr/>
            </p:nvSpPr>
            <p:spPr>
              <a:xfrm>
                <a:off x="3924962" y="9960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6" name="ph386"/>
              <p:cNvSpPr/>
              <p:nvPr/>
            </p:nvSpPr>
            <p:spPr>
              <a:xfrm>
                <a:off x="3933669" y="9960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7" name="ph387"/>
              <p:cNvSpPr/>
              <p:nvPr/>
            </p:nvSpPr>
            <p:spPr>
              <a:xfrm>
                <a:off x="3942376" y="9960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8" name="ph388"/>
              <p:cNvSpPr/>
              <p:nvPr/>
            </p:nvSpPr>
            <p:spPr>
              <a:xfrm>
                <a:off x="3951084" y="9960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9" name="ph389"/>
              <p:cNvSpPr/>
              <p:nvPr/>
            </p:nvSpPr>
            <p:spPr>
              <a:xfrm>
                <a:off x="3959791" y="9960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0" name="ph390"/>
              <p:cNvSpPr/>
              <p:nvPr/>
            </p:nvSpPr>
            <p:spPr>
              <a:xfrm>
                <a:off x="3968498" y="9960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1" name="ph391"/>
              <p:cNvSpPr/>
              <p:nvPr/>
            </p:nvSpPr>
            <p:spPr>
              <a:xfrm>
                <a:off x="3977205" y="9960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2" name="ph392"/>
              <p:cNvSpPr/>
              <p:nvPr/>
            </p:nvSpPr>
            <p:spPr>
              <a:xfrm>
                <a:off x="3985912" y="9960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3" name="ph393"/>
              <p:cNvSpPr/>
              <p:nvPr/>
            </p:nvSpPr>
            <p:spPr>
              <a:xfrm>
                <a:off x="3994620" y="9960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4" name="ph394"/>
              <p:cNvSpPr/>
              <p:nvPr/>
            </p:nvSpPr>
            <p:spPr>
              <a:xfrm>
                <a:off x="4003327" y="9960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5" name="ph395"/>
              <p:cNvSpPr/>
              <p:nvPr/>
            </p:nvSpPr>
            <p:spPr>
              <a:xfrm>
                <a:off x="4012034" y="9960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6" name="ph396"/>
              <p:cNvSpPr/>
              <p:nvPr/>
            </p:nvSpPr>
            <p:spPr>
              <a:xfrm>
                <a:off x="4020741" y="9960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7" name="ph397"/>
              <p:cNvSpPr/>
              <p:nvPr/>
            </p:nvSpPr>
            <p:spPr>
              <a:xfrm>
                <a:off x="4029448" y="9960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8" name="ph398"/>
              <p:cNvSpPr/>
              <p:nvPr/>
            </p:nvSpPr>
            <p:spPr>
              <a:xfrm>
                <a:off x="4038155" y="9960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9" name="ph399"/>
              <p:cNvSpPr/>
              <p:nvPr/>
            </p:nvSpPr>
            <p:spPr>
              <a:xfrm>
                <a:off x="4046863" y="9960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0" name="ph400"/>
              <p:cNvSpPr/>
              <p:nvPr/>
            </p:nvSpPr>
            <p:spPr>
              <a:xfrm>
                <a:off x="4055570" y="9960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1" name="ph401"/>
              <p:cNvSpPr/>
              <p:nvPr/>
            </p:nvSpPr>
            <p:spPr>
              <a:xfrm>
                <a:off x="4064277" y="9960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2" name="ph402"/>
              <p:cNvSpPr/>
              <p:nvPr/>
            </p:nvSpPr>
            <p:spPr>
              <a:xfrm>
                <a:off x="4072984" y="9960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3" name="ph403"/>
              <p:cNvSpPr/>
              <p:nvPr/>
            </p:nvSpPr>
            <p:spPr>
              <a:xfrm>
                <a:off x="3271924" y="10067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4" name="ph404"/>
              <p:cNvSpPr/>
              <p:nvPr/>
            </p:nvSpPr>
            <p:spPr>
              <a:xfrm>
                <a:off x="3280631" y="10067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5" name="ph405"/>
              <p:cNvSpPr/>
              <p:nvPr/>
            </p:nvSpPr>
            <p:spPr>
              <a:xfrm>
                <a:off x="3289338" y="10067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6" name="ph406"/>
              <p:cNvSpPr/>
              <p:nvPr/>
            </p:nvSpPr>
            <p:spPr>
              <a:xfrm>
                <a:off x="3298045" y="10067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7" name="ph407"/>
              <p:cNvSpPr/>
              <p:nvPr/>
            </p:nvSpPr>
            <p:spPr>
              <a:xfrm>
                <a:off x="3306752" y="10067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8" name="ph408"/>
              <p:cNvSpPr/>
              <p:nvPr/>
            </p:nvSpPr>
            <p:spPr>
              <a:xfrm>
                <a:off x="3315460" y="10067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9" name="ph409"/>
              <p:cNvSpPr/>
              <p:nvPr/>
            </p:nvSpPr>
            <p:spPr>
              <a:xfrm>
                <a:off x="3864012" y="10067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0" name="ph410"/>
              <p:cNvSpPr/>
              <p:nvPr/>
            </p:nvSpPr>
            <p:spPr>
              <a:xfrm>
                <a:off x="3872719" y="10067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1" name="ph411"/>
              <p:cNvSpPr/>
              <p:nvPr/>
            </p:nvSpPr>
            <p:spPr>
              <a:xfrm>
                <a:off x="3881426" y="10067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2" name="ph412"/>
              <p:cNvSpPr/>
              <p:nvPr/>
            </p:nvSpPr>
            <p:spPr>
              <a:xfrm>
                <a:off x="3890133" y="10067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0A1">
                  <a:alpha val="100000"/>
                </a:srgbClr>
              </a:solidFill>
              <a:ln w="5420" cap="flat">
                <a:solidFill>
                  <a:srgbClr val="3B70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3" name="ph413"/>
              <p:cNvSpPr/>
              <p:nvPr/>
            </p:nvSpPr>
            <p:spPr>
              <a:xfrm>
                <a:off x="3898841" y="10067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4" name="ph414"/>
              <p:cNvSpPr/>
              <p:nvPr/>
            </p:nvSpPr>
            <p:spPr>
              <a:xfrm>
                <a:off x="3907548" y="10067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5" name="ph415"/>
              <p:cNvSpPr/>
              <p:nvPr/>
            </p:nvSpPr>
            <p:spPr>
              <a:xfrm>
                <a:off x="3916255" y="10067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6" name="ph416"/>
              <p:cNvSpPr/>
              <p:nvPr/>
            </p:nvSpPr>
            <p:spPr>
              <a:xfrm>
                <a:off x="3924962" y="10067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7" name="ph417"/>
              <p:cNvSpPr/>
              <p:nvPr/>
            </p:nvSpPr>
            <p:spPr>
              <a:xfrm>
                <a:off x="3933669" y="10067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8" name="ph418"/>
              <p:cNvSpPr/>
              <p:nvPr/>
            </p:nvSpPr>
            <p:spPr>
              <a:xfrm>
                <a:off x="3942376" y="10067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9" name="ph419"/>
              <p:cNvSpPr/>
              <p:nvPr/>
            </p:nvSpPr>
            <p:spPr>
              <a:xfrm>
                <a:off x="3951084" y="10067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0" name="ph420"/>
              <p:cNvSpPr/>
              <p:nvPr/>
            </p:nvSpPr>
            <p:spPr>
              <a:xfrm>
                <a:off x="3994620" y="10067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1" name="ph421"/>
              <p:cNvSpPr/>
              <p:nvPr/>
            </p:nvSpPr>
            <p:spPr>
              <a:xfrm>
                <a:off x="4003327" y="10067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2" name="ph422"/>
              <p:cNvSpPr/>
              <p:nvPr/>
            </p:nvSpPr>
            <p:spPr>
              <a:xfrm>
                <a:off x="4012034" y="10067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3" name="ph423"/>
              <p:cNvSpPr/>
              <p:nvPr/>
            </p:nvSpPr>
            <p:spPr>
              <a:xfrm>
                <a:off x="4020741" y="10067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4" name="ph424"/>
              <p:cNvSpPr/>
              <p:nvPr/>
            </p:nvSpPr>
            <p:spPr>
              <a:xfrm>
                <a:off x="4029448" y="10067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5" name="ph425"/>
              <p:cNvSpPr/>
              <p:nvPr/>
            </p:nvSpPr>
            <p:spPr>
              <a:xfrm>
                <a:off x="4038155" y="10067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6" name="ph426"/>
              <p:cNvSpPr/>
              <p:nvPr/>
            </p:nvSpPr>
            <p:spPr>
              <a:xfrm>
                <a:off x="4046863" y="10067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7" name="ph427"/>
              <p:cNvSpPr/>
              <p:nvPr/>
            </p:nvSpPr>
            <p:spPr>
              <a:xfrm>
                <a:off x="4055570" y="10067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8" name="ph428"/>
              <p:cNvSpPr/>
              <p:nvPr/>
            </p:nvSpPr>
            <p:spPr>
              <a:xfrm>
                <a:off x="4064277" y="10067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9" name="ph429"/>
              <p:cNvSpPr/>
              <p:nvPr/>
            </p:nvSpPr>
            <p:spPr>
              <a:xfrm>
                <a:off x="3271924" y="10174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0" name="ph430"/>
              <p:cNvSpPr/>
              <p:nvPr/>
            </p:nvSpPr>
            <p:spPr>
              <a:xfrm>
                <a:off x="3280631" y="10174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1" name="ph431"/>
              <p:cNvSpPr/>
              <p:nvPr/>
            </p:nvSpPr>
            <p:spPr>
              <a:xfrm>
                <a:off x="3289338" y="10174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2" name="ph432"/>
              <p:cNvSpPr/>
              <p:nvPr/>
            </p:nvSpPr>
            <p:spPr>
              <a:xfrm>
                <a:off x="3298045" y="10174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3" name="ph433"/>
              <p:cNvSpPr/>
              <p:nvPr/>
            </p:nvSpPr>
            <p:spPr>
              <a:xfrm>
                <a:off x="3829183" y="10174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4" name="ph434"/>
              <p:cNvSpPr/>
              <p:nvPr/>
            </p:nvSpPr>
            <p:spPr>
              <a:xfrm>
                <a:off x="3837890" y="10174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3A1">
                  <a:alpha val="100000"/>
                </a:srgbClr>
              </a:solidFill>
              <a:ln w="5420" cap="flat">
                <a:solidFill>
                  <a:srgbClr val="3B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5" name="ph435"/>
              <p:cNvSpPr/>
              <p:nvPr/>
            </p:nvSpPr>
            <p:spPr>
              <a:xfrm>
                <a:off x="3846598" y="10174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6" name="ph436"/>
              <p:cNvSpPr/>
              <p:nvPr/>
            </p:nvSpPr>
            <p:spPr>
              <a:xfrm>
                <a:off x="3855305" y="10174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7" name="ph437"/>
              <p:cNvSpPr/>
              <p:nvPr/>
            </p:nvSpPr>
            <p:spPr>
              <a:xfrm>
                <a:off x="3864012" y="10174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8" name="ph438"/>
              <p:cNvSpPr/>
              <p:nvPr/>
            </p:nvSpPr>
            <p:spPr>
              <a:xfrm>
                <a:off x="3872719" y="10174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9" name="ph439"/>
              <p:cNvSpPr/>
              <p:nvPr/>
            </p:nvSpPr>
            <p:spPr>
              <a:xfrm>
                <a:off x="3881426" y="10174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0A1">
                  <a:alpha val="100000"/>
                </a:srgbClr>
              </a:solidFill>
              <a:ln w="5420" cap="flat">
                <a:solidFill>
                  <a:srgbClr val="3B70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0" name="ph440"/>
              <p:cNvSpPr/>
              <p:nvPr/>
            </p:nvSpPr>
            <p:spPr>
              <a:xfrm>
                <a:off x="3890133" y="10174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1" name="ph441"/>
              <p:cNvSpPr/>
              <p:nvPr/>
            </p:nvSpPr>
            <p:spPr>
              <a:xfrm>
                <a:off x="3898841" y="10174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2" name="ph442"/>
              <p:cNvSpPr/>
              <p:nvPr/>
            </p:nvSpPr>
            <p:spPr>
              <a:xfrm>
                <a:off x="3907548" y="10174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3" name="ph443"/>
              <p:cNvSpPr/>
              <p:nvPr/>
            </p:nvSpPr>
            <p:spPr>
              <a:xfrm>
                <a:off x="3977205" y="10174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4" name="ph444"/>
              <p:cNvSpPr/>
              <p:nvPr/>
            </p:nvSpPr>
            <p:spPr>
              <a:xfrm>
                <a:off x="3985912" y="10174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5" name="ph445"/>
              <p:cNvSpPr/>
              <p:nvPr/>
            </p:nvSpPr>
            <p:spPr>
              <a:xfrm>
                <a:off x="3994620" y="10174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6" name="ph446"/>
              <p:cNvSpPr/>
              <p:nvPr/>
            </p:nvSpPr>
            <p:spPr>
              <a:xfrm>
                <a:off x="4003327" y="10174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7" name="ph447"/>
              <p:cNvSpPr/>
              <p:nvPr/>
            </p:nvSpPr>
            <p:spPr>
              <a:xfrm>
                <a:off x="4012034" y="10174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8" name="ph448"/>
              <p:cNvSpPr/>
              <p:nvPr/>
            </p:nvSpPr>
            <p:spPr>
              <a:xfrm>
                <a:off x="4020741" y="10174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9" name="ph449"/>
              <p:cNvSpPr/>
              <p:nvPr/>
            </p:nvSpPr>
            <p:spPr>
              <a:xfrm>
                <a:off x="4029448" y="10174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0" name="ph450"/>
              <p:cNvSpPr/>
              <p:nvPr/>
            </p:nvSpPr>
            <p:spPr>
              <a:xfrm>
                <a:off x="4038155" y="10174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1" name="ph451"/>
              <p:cNvSpPr/>
              <p:nvPr/>
            </p:nvSpPr>
            <p:spPr>
              <a:xfrm>
                <a:off x="4046863" y="10174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2" name="ph452"/>
              <p:cNvSpPr/>
              <p:nvPr/>
            </p:nvSpPr>
            <p:spPr>
              <a:xfrm>
                <a:off x="4055570" y="10174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3" name="ph453"/>
              <p:cNvSpPr/>
              <p:nvPr/>
            </p:nvSpPr>
            <p:spPr>
              <a:xfrm>
                <a:off x="3742111" y="10281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4" name="ph454"/>
              <p:cNvSpPr/>
              <p:nvPr/>
            </p:nvSpPr>
            <p:spPr>
              <a:xfrm>
                <a:off x="3750819" y="10281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5" name="ph455"/>
              <p:cNvSpPr/>
              <p:nvPr/>
            </p:nvSpPr>
            <p:spPr>
              <a:xfrm>
                <a:off x="3759526" y="10281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6" name="ph456"/>
              <p:cNvSpPr/>
              <p:nvPr/>
            </p:nvSpPr>
            <p:spPr>
              <a:xfrm>
                <a:off x="3768233" y="10281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7" name="ph457"/>
              <p:cNvSpPr/>
              <p:nvPr/>
            </p:nvSpPr>
            <p:spPr>
              <a:xfrm>
                <a:off x="3776940" y="10281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8" name="ph458"/>
              <p:cNvSpPr/>
              <p:nvPr/>
            </p:nvSpPr>
            <p:spPr>
              <a:xfrm>
                <a:off x="3785647" y="10281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9" name="ph459"/>
              <p:cNvSpPr/>
              <p:nvPr/>
            </p:nvSpPr>
            <p:spPr>
              <a:xfrm>
                <a:off x="3794354" y="10281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0" name="ph460"/>
              <p:cNvSpPr/>
              <p:nvPr/>
            </p:nvSpPr>
            <p:spPr>
              <a:xfrm>
                <a:off x="3803062" y="10281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1" name="ph461"/>
              <p:cNvSpPr/>
              <p:nvPr/>
            </p:nvSpPr>
            <p:spPr>
              <a:xfrm>
                <a:off x="3811769" y="10281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2" name="ph462"/>
              <p:cNvSpPr/>
              <p:nvPr/>
            </p:nvSpPr>
            <p:spPr>
              <a:xfrm>
                <a:off x="3820476" y="10281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3A1">
                  <a:alpha val="100000"/>
                </a:srgbClr>
              </a:solidFill>
              <a:ln w="5420" cap="flat">
                <a:solidFill>
                  <a:srgbClr val="3B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3" name="ph463"/>
              <p:cNvSpPr/>
              <p:nvPr/>
            </p:nvSpPr>
            <p:spPr>
              <a:xfrm>
                <a:off x="3829183" y="10281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3A1">
                  <a:alpha val="100000"/>
                </a:srgbClr>
              </a:solidFill>
              <a:ln w="5420" cap="flat">
                <a:solidFill>
                  <a:srgbClr val="3B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4" name="ph464"/>
              <p:cNvSpPr/>
              <p:nvPr/>
            </p:nvSpPr>
            <p:spPr>
              <a:xfrm>
                <a:off x="3837890" y="10281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5" name="ph465"/>
              <p:cNvSpPr/>
              <p:nvPr/>
            </p:nvSpPr>
            <p:spPr>
              <a:xfrm>
                <a:off x="3846598" y="10281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6" name="ph466"/>
              <p:cNvSpPr/>
              <p:nvPr/>
            </p:nvSpPr>
            <p:spPr>
              <a:xfrm>
                <a:off x="3855305" y="10281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7" name="ph467"/>
              <p:cNvSpPr/>
              <p:nvPr/>
            </p:nvSpPr>
            <p:spPr>
              <a:xfrm>
                <a:off x="3864012" y="10281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8" name="ph468"/>
              <p:cNvSpPr/>
              <p:nvPr/>
            </p:nvSpPr>
            <p:spPr>
              <a:xfrm>
                <a:off x="3872719" y="10281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0A1">
                  <a:alpha val="100000"/>
                </a:srgbClr>
              </a:solidFill>
              <a:ln w="5420" cap="flat">
                <a:solidFill>
                  <a:srgbClr val="3B70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9" name="ph469"/>
              <p:cNvSpPr/>
              <p:nvPr/>
            </p:nvSpPr>
            <p:spPr>
              <a:xfrm>
                <a:off x="3881426" y="10281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6FA0">
                  <a:alpha val="100000"/>
                </a:srgbClr>
              </a:solidFill>
              <a:ln w="5420" cap="flat">
                <a:solidFill>
                  <a:srgbClr val="3B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0" name="ph470"/>
              <p:cNvSpPr/>
              <p:nvPr/>
            </p:nvSpPr>
            <p:spPr>
              <a:xfrm>
                <a:off x="3890133" y="10281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1" name="ph471"/>
              <p:cNvSpPr/>
              <p:nvPr/>
            </p:nvSpPr>
            <p:spPr>
              <a:xfrm>
                <a:off x="3898841" y="10281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2" name="ph472"/>
              <p:cNvSpPr/>
              <p:nvPr/>
            </p:nvSpPr>
            <p:spPr>
              <a:xfrm>
                <a:off x="3907548" y="10281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3" name="ph473"/>
              <p:cNvSpPr/>
              <p:nvPr/>
            </p:nvSpPr>
            <p:spPr>
              <a:xfrm>
                <a:off x="3959791" y="10281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4" name="ph474"/>
              <p:cNvSpPr/>
              <p:nvPr/>
            </p:nvSpPr>
            <p:spPr>
              <a:xfrm>
                <a:off x="3968498" y="10281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5" name="ph475"/>
              <p:cNvSpPr/>
              <p:nvPr/>
            </p:nvSpPr>
            <p:spPr>
              <a:xfrm>
                <a:off x="3977205" y="10281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6" name="ph476"/>
              <p:cNvSpPr/>
              <p:nvPr/>
            </p:nvSpPr>
            <p:spPr>
              <a:xfrm>
                <a:off x="3985912" y="10281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7" name="ph477"/>
              <p:cNvSpPr/>
              <p:nvPr/>
            </p:nvSpPr>
            <p:spPr>
              <a:xfrm>
                <a:off x="3994620" y="10281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8" name="ph478"/>
              <p:cNvSpPr/>
              <p:nvPr/>
            </p:nvSpPr>
            <p:spPr>
              <a:xfrm>
                <a:off x="4003327" y="10281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9" name="ph479"/>
              <p:cNvSpPr/>
              <p:nvPr/>
            </p:nvSpPr>
            <p:spPr>
              <a:xfrm>
                <a:off x="4012034" y="10281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80" name="ph480"/>
              <p:cNvSpPr/>
              <p:nvPr/>
            </p:nvSpPr>
            <p:spPr>
              <a:xfrm>
                <a:off x="4020741" y="10281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81" name="ph481"/>
              <p:cNvSpPr/>
              <p:nvPr/>
            </p:nvSpPr>
            <p:spPr>
              <a:xfrm>
                <a:off x="4029448" y="10281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82" name="ph482"/>
              <p:cNvSpPr/>
              <p:nvPr/>
            </p:nvSpPr>
            <p:spPr>
              <a:xfrm>
                <a:off x="4038155" y="10281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83" name="ph483"/>
              <p:cNvSpPr/>
              <p:nvPr/>
            </p:nvSpPr>
            <p:spPr>
              <a:xfrm>
                <a:off x="3733404" y="10388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84" name="ph484"/>
              <p:cNvSpPr/>
              <p:nvPr/>
            </p:nvSpPr>
            <p:spPr>
              <a:xfrm>
                <a:off x="3742111" y="10388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85" name="ph485"/>
              <p:cNvSpPr/>
              <p:nvPr/>
            </p:nvSpPr>
            <p:spPr>
              <a:xfrm>
                <a:off x="3750819" y="10388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86" name="ph486"/>
              <p:cNvSpPr/>
              <p:nvPr/>
            </p:nvSpPr>
            <p:spPr>
              <a:xfrm>
                <a:off x="3759526" y="10388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6FA0">
                  <a:alpha val="100000"/>
                </a:srgbClr>
              </a:solidFill>
              <a:ln w="5420" cap="flat">
                <a:solidFill>
                  <a:srgbClr val="3B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87" name="ph487"/>
              <p:cNvSpPr/>
              <p:nvPr/>
            </p:nvSpPr>
            <p:spPr>
              <a:xfrm>
                <a:off x="3768233" y="10388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0A1">
                  <a:alpha val="100000"/>
                </a:srgbClr>
              </a:solidFill>
              <a:ln w="5420" cap="flat">
                <a:solidFill>
                  <a:srgbClr val="3B70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88" name="ph488"/>
              <p:cNvSpPr/>
              <p:nvPr/>
            </p:nvSpPr>
            <p:spPr>
              <a:xfrm>
                <a:off x="3776940" y="10388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89" name="ph489"/>
              <p:cNvSpPr/>
              <p:nvPr/>
            </p:nvSpPr>
            <p:spPr>
              <a:xfrm>
                <a:off x="3785647" y="10388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90" name="ph490"/>
              <p:cNvSpPr/>
              <p:nvPr/>
            </p:nvSpPr>
            <p:spPr>
              <a:xfrm>
                <a:off x="3794354" y="10388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91" name="ph491"/>
              <p:cNvSpPr/>
              <p:nvPr/>
            </p:nvSpPr>
            <p:spPr>
              <a:xfrm>
                <a:off x="3803062" y="10388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92" name="ph492"/>
              <p:cNvSpPr/>
              <p:nvPr/>
            </p:nvSpPr>
            <p:spPr>
              <a:xfrm>
                <a:off x="3811769" y="10388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93" name="ph493"/>
              <p:cNvSpPr/>
              <p:nvPr/>
            </p:nvSpPr>
            <p:spPr>
              <a:xfrm>
                <a:off x="3820476" y="10388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94" name="ph494"/>
              <p:cNvSpPr/>
              <p:nvPr/>
            </p:nvSpPr>
            <p:spPr>
              <a:xfrm>
                <a:off x="3829183" y="10388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95" name="ph495"/>
              <p:cNvSpPr/>
              <p:nvPr/>
            </p:nvSpPr>
            <p:spPr>
              <a:xfrm>
                <a:off x="3837890" y="10388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96" name="ph496"/>
              <p:cNvSpPr/>
              <p:nvPr/>
            </p:nvSpPr>
            <p:spPr>
              <a:xfrm>
                <a:off x="3846598" y="10388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97" name="ph497"/>
              <p:cNvSpPr/>
              <p:nvPr/>
            </p:nvSpPr>
            <p:spPr>
              <a:xfrm>
                <a:off x="3855305" y="10388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98" name="ph498"/>
              <p:cNvSpPr/>
              <p:nvPr/>
            </p:nvSpPr>
            <p:spPr>
              <a:xfrm>
                <a:off x="3864012" y="10388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0A1">
                  <a:alpha val="100000"/>
                </a:srgbClr>
              </a:solidFill>
              <a:ln w="5420" cap="flat">
                <a:solidFill>
                  <a:srgbClr val="3B70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99" name="ph499"/>
              <p:cNvSpPr/>
              <p:nvPr/>
            </p:nvSpPr>
            <p:spPr>
              <a:xfrm>
                <a:off x="3872719" y="10388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00" name="ph500"/>
              <p:cNvSpPr/>
              <p:nvPr/>
            </p:nvSpPr>
            <p:spPr>
              <a:xfrm>
                <a:off x="3881426" y="10388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01" name="ph501"/>
              <p:cNvSpPr/>
              <p:nvPr/>
            </p:nvSpPr>
            <p:spPr>
              <a:xfrm>
                <a:off x="3890133" y="10388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02" name="ph502"/>
              <p:cNvSpPr/>
              <p:nvPr/>
            </p:nvSpPr>
            <p:spPr>
              <a:xfrm>
                <a:off x="3898841" y="10388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03" name="ph503"/>
              <p:cNvSpPr/>
              <p:nvPr/>
            </p:nvSpPr>
            <p:spPr>
              <a:xfrm>
                <a:off x="3951084" y="10388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04" name="ph504"/>
              <p:cNvSpPr/>
              <p:nvPr/>
            </p:nvSpPr>
            <p:spPr>
              <a:xfrm>
                <a:off x="3959791" y="10388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05" name="ph505"/>
              <p:cNvSpPr/>
              <p:nvPr/>
            </p:nvSpPr>
            <p:spPr>
              <a:xfrm>
                <a:off x="3968498" y="10388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06" name="ph506"/>
              <p:cNvSpPr/>
              <p:nvPr/>
            </p:nvSpPr>
            <p:spPr>
              <a:xfrm>
                <a:off x="3977205" y="10388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07" name="ph507"/>
              <p:cNvSpPr/>
              <p:nvPr/>
            </p:nvSpPr>
            <p:spPr>
              <a:xfrm>
                <a:off x="3985912" y="10388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08" name="ph508"/>
              <p:cNvSpPr/>
              <p:nvPr/>
            </p:nvSpPr>
            <p:spPr>
              <a:xfrm>
                <a:off x="3994620" y="10388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09" name="ph509"/>
              <p:cNvSpPr/>
              <p:nvPr/>
            </p:nvSpPr>
            <p:spPr>
              <a:xfrm>
                <a:off x="4003327" y="10388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10" name="ph510"/>
              <p:cNvSpPr/>
              <p:nvPr/>
            </p:nvSpPr>
            <p:spPr>
              <a:xfrm>
                <a:off x="4012034" y="10388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11" name="ph511"/>
              <p:cNvSpPr/>
              <p:nvPr/>
            </p:nvSpPr>
            <p:spPr>
              <a:xfrm>
                <a:off x="4020741" y="10388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12" name="ph512"/>
              <p:cNvSpPr/>
              <p:nvPr/>
            </p:nvSpPr>
            <p:spPr>
              <a:xfrm>
                <a:off x="4029448" y="103880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13" name="ph513"/>
              <p:cNvSpPr/>
              <p:nvPr/>
            </p:nvSpPr>
            <p:spPr>
              <a:xfrm>
                <a:off x="3724697" y="10495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14" name="ph514"/>
              <p:cNvSpPr/>
              <p:nvPr/>
            </p:nvSpPr>
            <p:spPr>
              <a:xfrm>
                <a:off x="3733404" y="10495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15" name="ph515"/>
              <p:cNvSpPr/>
              <p:nvPr/>
            </p:nvSpPr>
            <p:spPr>
              <a:xfrm>
                <a:off x="3742111" y="10495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16" name="ph516"/>
              <p:cNvSpPr/>
              <p:nvPr/>
            </p:nvSpPr>
            <p:spPr>
              <a:xfrm>
                <a:off x="3750819" y="10495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17" name="ph517"/>
              <p:cNvSpPr/>
              <p:nvPr/>
            </p:nvSpPr>
            <p:spPr>
              <a:xfrm>
                <a:off x="3759526" y="10495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18" name="ph518"/>
              <p:cNvSpPr/>
              <p:nvPr/>
            </p:nvSpPr>
            <p:spPr>
              <a:xfrm>
                <a:off x="3768233" y="10495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19" name="ph519"/>
              <p:cNvSpPr/>
              <p:nvPr/>
            </p:nvSpPr>
            <p:spPr>
              <a:xfrm>
                <a:off x="3776940" y="10495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20" name="ph520"/>
              <p:cNvSpPr/>
              <p:nvPr/>
            </p:nvSpPr>
            <p:spPr>
              <a:xfrm>
                <a:off x="3785647" y="10495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21" name="ph521"/>
              <p:cNvSpPr/>
              <p:nvPr/>
            </p:nvSpPr>
            <p:spPr>
              <a:xfrm>
                <a:off x="3794354" y="10495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22" name="ph522"/>
              <p:cNvSpPr/>
              <p:nvPr/>
            </p:nvSpPr>
            <p:spPr>
              <a:xfrm>
                <a:off x="3803062" y="10495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23" name="ph523"/>
              <p:cNvSpPr/>
              <p:nvPr/>
            </p:nvSpPr>
            <p:spPr>
              <a:xfrm>
                <a:off x="3811769" y="10495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24" name="ph524"/>
              <p:cNvSpPr/>
              <p:nvPr/>
            </p:nvSpPr>
            <p:spPr>
              <a:xfrm>
                <a:off x="3820476" y="10495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25" name="ph525"/>
              <p:cNvSpPr/>
              <p:nvPr/>
            </p:nvSpPr>
            <p:spPr>
              <a:xfrm>
                <a:off x="3829183" y="10495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26" name="ph526"/>
              <p:cNvSpPr/>
              <p:nvPr/>
            </p:nvSpPr>
            <p:spPr>
              <a:xfrm>
                <a:off x="3837890" y="10495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27" name="ph527"/>
              <p:cNvSpPr/>
              <p:nvPr/>
            </p:nvSpPr>
            <p:spPr>
              <a:xfrm>
                <a:off x="3846598" y="10495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28" name="ph528"/>
              <p:cNvSpPr/>
              <p:nvPr/>
            </p:nvSpPr>
            <p:spPr>
              <a:xfrm>
                <a:off x="3855305" y="10495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0A1">
                  <a:alpha val="100000"/>
                </a:srgbClr>
              </a:solidFill>
              <a:ln w="5420" cap="flat">
                <a:solidFill>
                  <a:srgbClr val="3B70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29" name="ph529"/>
              <p:cNvSpPr/>
              <p:nvPr/>
            </p:nvSpPr>
            <p:spPr>
              <a:xfrm>
                <a:off x="3864012" y="10495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30" name="ph530"/>
              <p:cNvSpPr/>
              <p:nvPr/>
            </p:nvSpPr>
            <p:spPr>
              <a:xfrm>
                <a:off x="3872719" y="10495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31" name="ph531"/>
              <p:cNvSpPr/>
              <p:nvPr/>
            </p:nvSpPr>
            <p:spPr>
              <a:xfrm>
                <a:off x="3881426" y="10495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32" name="ph532"/>
              <p:cNvSpPr/>
              <p:nvPr/>
            </p:nvSpPr>
            <p:spPr>
              <a:xfrm>
                <a:off x="3890133" y="10495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33" name="ph533"/>
              <p:cNvSpPr/>
              <p:nvPr/>
            </p:nvSpPr>
            <p:spPr>
              <a:xfrm>
                <a:off x="3951084" y="10495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34" name="ph534"/>
              <p:cNvSpPr/>
              <p:nvPr/>
            </p:nvSpPr>
            <p:spPr>
              <a:xfrm>
                <a:off x="3959791" y="10495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35" name="ph535"/>
              <p:cNvSpPr/>
              <p:nvPr/>
            </p:nvSpPr>
            <p:spPr>
              <a:xfrm>
                <a:off x="3968498" y="10495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36" name="ph536"/>
              <p:cNvSpPr/>
              <p:nvPr/>
            </p:nvSpPr>
            <p:spPr>
              <a:xfrm>
                <a:off x="3977205" y="10495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37" name="ph537"/>
              <p:cNvSpPr/>
              <p:nvPr/>
            </p:nvSpPr>
            <p:spPr>
              <a:xfrm>
                <a:off x="3985912" y="10495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38" name="ph538"/>
              <p:cNvSpPr/>
              <p:nvPr/>
            </p:nvSpPr>
            <p:spPr>
              <a:xfrm>
                <a:off x="3994620" y="10495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39" name="ph539"/>
              <p:cNvSpPr/>
              <p:nvPr/>
            </p:nvSpPr>
            <p:spPr>
              <a:xfrm>
                <a:off x="4003327" y="10495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40" name="ph540"/>
              <p:cNvSpPr/>
              <p:nvPr/>
            </p:nvSpPr>
            <p:spPr>
              <a:xfrm>
                <a:off x="4012034" y="10495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41" name="ph541"/>
              <p:cNvSpPr/>
              <p:nvPr/>
            </p:nvSpPr>
            <p:spPr>
              <a:xfrm>
                <a:off x="3724697" y="10602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42" name="ph542"/>
              <p:cNvSpPr/>
              <p:nvPr/>
            </p:nvSpPr>
            <p:spPr>
              <a:xfrm>
                <a:off x="3733404" y="10602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43" name="ph543"/>
              <p:cNvSpPr/>
              <p:nvPr/>
            </p:nvSpPr>
            <p:spPr>
              <a:xfrm>
                <a:off x="3742111" y="10602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44" name="ph544"/>
              <p:cNvSpPr/>
              <p:nvPr/>
            </p:nvSpPr>
            <p:spPr>
              <a:xfrm>
                <a:off x="3750819" y="10602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45" name="ph545"/>
              <p:cNvSpPr/>
              <p:nvPr/>
            </p:nvSpPr>
            <p:spPr>
              <a:xfrm>
                <a:off x="3759526" y="10602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46" name="ph546"/>
              <p:cNvSpPr/>
              <p:nvPr/>
            </p:nvSpPr>
            <p:spPr>
              <a:xfrm>
                <a:off x="3768233" y="10602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47" name="ph547"/>
              <p:cNvSpPr/>
              <p:nvPr/>
            </p:nvSpPr>
            <p:spPr>
              <a:xfrm>
                <a:off x="3776940" y="10602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6FA0">
                  <a:alpha val="100000"/>
                </a:srgbClr>
              </a:solidFill>
              <a:ln w="5420" cap="flat">
                <a:solidFill>
                  <a:srgbClr val="3B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48" name="ph548"/>
              <p:cNvSpPr/>
              <p:nvPr/>
            </p:nvSpPr>
            <p:spPr>
              <a:xfrm>
                <a:off x="3785647" y="10602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0A1">
                  <a:alpha val="100000"/>
                </a:srgbClr>
              </a:solidFill>
              <a:ln w="5420" cap="flat">
                <a:solidFill>
                  <a:srgbClr val="3B70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49" name="ph549"/>
              <p:cNvSpPr/>
              <p:nvPr/>
            </p:nvSpPr>
            <p:spPr>
              <a:xfrm>
                <a:off x="3794354" y="10602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50" name="ph550"/>
              <p:cNvSpPr/>
              <p:nvPr/>
            </p:nvSpPr>
            <p:spPr>
              <a:xfrm>
                <a:off x="3803062" y="10602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51" name="ph551"/>
              <p:cNvSpPr/>
              <p:nvPr/>
            </p:nvSpPr>
            <p:spPr>
              <a:xfrm>
                <a:off x="3811769" y="10602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52" name="ph552"/>
              <p:cNvSpPr/>
              <p:nvPr/>
            </p:nvSpPr>
            <p:spPr>
              <a:xfrm>
                <a:off x="3820476" y="10602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53" name="ph553"/>
              <p:cNvSpPr/>
              <p:nvPr/>
            </p:nvSpPr>
            <p:spPr>
              <a:xfrm>
                <a:off x="3829183" y="10602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54" name="ph554"/>
              <p:cNvSpPr/>
              <p:nvPr/>
            </p:nvSpPr>
            <p:spPr>
              <a:xfrm>
                <a:off x="3837890" y="10602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55" name="ph555"/>
              <p:cNvSpPr/>
              <p:nvPr/>
            </p:nvSpPr>
            <p:spPr>
              <a:xfrm>
                <a:off x="3846598" y="10602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56" name="ph556"/>
              <p:cNvSpPr/>
              <p:nvPr/>
            </p:nvSpPr>
            <p:spPr>
              <a:xfrm>
                <a:off x="3855305" y="10602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0A1">
                  <a:alpha val="100000"/>
                </a:srgbClr>
              </a:solidFill>
              <a:ln w="5420" cap="flat">
                <a:solidFill>
                  <a:srgbClr val="3B70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57" name="ph557"/>
              <p:cNvSpPr/>
              <p:nvPr/>
            </p:nvSpPr>
            <p:spPr>
              <a:xfrm>
                <a:off x="3951084" y="10602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58" name="ph558"/>
              <p:cNvSpPr/>
              <p:nvPr/>
            </p:nvSpPr>
            <p:spPr>
              <a:xfrm>
                <a:off x="3959791" y="10602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59" name="ph559"/>
              <p:cNvSpPr/>
              <p:nvPr/>
            </p:nvSpPr>
            <p:spPr>
              <a:xfrm>
                <a:off x="3968498" y="10602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60" name="ph560"/>
              <p:cNvSpPr/>
              <p:nvPr/>
            </p:nvSpPr>
            <p:spPr>
              <a:xfrm>
                <a:off x="3977205" y="10602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61" name="ph561"/>
              <p:cNvSpPr/>
              <p:nvPr/>
            </p:nvSpPr>
            <p:spPr>
              <a:xfrm>
                <a:off x="3985912" y="10602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62" name="ph562"/>
              <p:cNvSpPr/>
              <p:nvPr/>
            </p:nvSpPr>
            <p:spPr>
              <a:xfrm>
                <a:off x="3994620" y="10602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63" name="ph563"/>
              <p:cNvSpPr/>
              <p:nvPr/>
            </p:nvSpPr>
            <p:spPr>
              <a:xfrm>
                <a:off x="3715990" y="10709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64" name="ph564"/>
              <p:cNvSpPr/>
              <p:nvPr/>
            </p:nvSpPr>
            <p:spPr>
              <a:xfrm>
                <a:off x="3724697" y="10709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65" name="ph565"/>
              <p:cNvSpPr/>
              <p:nvPr/>
            </p:nvSpPr>
            <p:spPr>
              <a:xfrm>
                <a:off x="3733404" y="10709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66" name="ph566"/>
              <p:cNvSpPr/>
              <p:nvPr/>
            </p:nvSpPr>
            <p:spPr>
              <a:xfrm>
                <a:off x="3742111" y="10709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67" name="ph567"/>
              <p:cNvSpPr/>
              <p:nvPr/>
            </p:nvSpPr>
            <p:spPr>
              <a:xfrm>
                <a:off x="3750819" y="10709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68" name="ph568"/>
              <p:cNvSpPr/>
              <p:nvPr/>
            </p:nvSpPr>
            <p:spPr>
              <a:xfrm>
                <a:off x="3759526" y="10709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69" name="ph569"/>
              <p:cNvSpPr/>
              <p:nvPr/>
            </p:nvSpPr>
            <p:spPr>
              <a:xfrm>
                <a:off x="3768233" y="10709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70" name="ph570"/>
              <p:cNvSpPr/>
              <p:nvPr/>
            </p:nvSpPr>
            <p:spPr>
              <a:xfrm>
                <a:off x="3776940" y="10709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71" name="ph571"/>
              <p:cNvSpPr/>
              <p:nvPr/>
            </p:nvSpPr>
            <p:spPr>
              <a:xfrm>
                <a:off x="3785647" y="10709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72" name="ph572"/>
              <p:cNvSpPr/>
              <p:nvPr/>
            </p:nvSpPr>
            <p:spPr>
              <a:xfrm>
                <a:off x="3794354" y="10709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73" name="ph573"/>
              <p:cNvSpPr/>
              <p:nvPr/>
            </p:nvSpPr>
            <p:spPr>
              <a:xfrm>
                <a:off x="3803062" y="10709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74" name="ph574"/>
              <p:cNvSpPr/>
              <p:nvPr/>
            </p:nvSpPr>
            <p:spPr>
              <a:xfrm>
                <a:off x="3811769" y="10709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75" name="ph575"/>
              <p:cNvSpPr/>
              <p:nvPr/>
            </p:nvSpPr>
            <p:spPr>
              <a:xfrm>
                <a:off x="3820476" y="10709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76" name="ph576"/>
              <p:cNvSpPr/>
              <p:nvPr/>
            </p:nvSpPr>
            <p:spPr>
              <a:xfrm>
                <a:off x="3829183" y="10709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77" name="ph577"/>
              <p:cNvSpPr/>
              <p:nvPr/>
            </p:nvSpPr>
            <p:spPr>
              <a:xfrm>
                <a:off x="3942376" y="10709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78" name="ph578"/>
              <p:cNvSpPr/>
              <p:nvPr/>
            </p:nvSpPr>
            <p:spPr>
              <a:xfrm>
                <a:off x="3951084" y="10709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79" name="ph579"/>
              <p:cNvSpPr/>
              <p:nvPr/>
            </p:nvSpPr>
            <p:spPr>
              <a:xfrm>
                <a:off x="3959791" y="10709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80" name="ph580"/>
              <p:cNvSpPr/>
              <p:nvPr/>
            </p:nvSpPr>
            <p:spPr>
              <a:xfrm>
                <a:off x="3968498" y="10709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81" name="ph581"/>
              <p:cNvSpPr/>
              <p:nvPr/>
            </p:nvSpPr>
            <p:spPr>
              <a:xfrm>
                <a:off x="3977205" y="10709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619D">
                  <a:alpha val="100000"/>
                </a:srgbClr>
              </a:solidFill>
              <a:ln w="5420" cap="flat">
                <a:solidFill>
                  <a:srgbClr val="39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82" name="ph582"/>
              <p:cNvSpPr/>
              <p:nvPr/>
            </p:nvSpPr>
            <p:spPr>
              <a:xfrm>
                <a:off x="3985912" y="10709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619D">
                  <a:alpha val="100000"/>
                </a:srgbClr>
              </a:solidFill>
              <a:ln w="5420" cap="flat">
                <a:solidFill>
                  <a:srgbClr val="39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83" name="ph583"/>
              <p:cNvSpPr/>
              <p:nvPr/>
            </p:nvSpPr>
            <p:spPr>
              <a:xfrm>
                <a:off x="3672454" y="10816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84" name="ph584"/>
              <p:cNvSpPr/>
              <p:nvPr/>
            </p:nvSpPr>
            <p:spPr>
              <a:xfrm>
                <a:off x="3681161" y="10816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85" name="ph585"/>
              <p:cNvSpPr/>
              <p:nvPr/>
            </p:nvSpPr>
            <p:spPr>
              <a:xfrm>
                <a:off x="3689868" y="10816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5C9B">
                  <a:alpha val="100000"/>
                </a:srgbClr>
              </a:solidFill>
              <a:ln w="5420" cap="flat">
                <a:solidFill>
                  <a:srgbClr val="395C9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86" name="ph586"/>
              <p:cNvSpPr/>
              <p:nvPr/>
            </p:nvSpPr>
            <p:spPr>
              <a:xfrm>
                <a:off x="3698575" y="10816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5B9A">
                  <a:alpha val="100000"/>
                </a:srgbClr>
              </a:solidFill>
              <a:ln w="5420" cap="flat">
                <a:solidFill>
                  <a:srgbClr val="395B9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87" name="ph587"/>
              <p:cNvSpPr/>
              <p:nvPr/>
            </p:nvSpPr>
            <p:spPr>
              <a:xfrm>
                <a:off x="3707283" y="10816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5D9C">
                  <a:alpha val="100000"/>
                </a:srgbClr>
              </a:solidFill>
              <a:ln w="5420" cap="flat">
                <a:solidFill>
                  <a:srgbClr val="395D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88" name="ph588"/>
              <p:cNvSpPr/>
              <p:nvPr/>
            </p:nvSpPr>
            <p:spPr>
              <a:xfrm>
                <a:off x="3715990" y="10816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5F9D">
                  <a:alpha val="100000"/>
                </a:srgbClr>
              </a:solidFill>
              <a:ln w="5420" cap="flat">
                <a:solidFill>
                  <a:srgbClr val="395F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89" name="ph589"/>
              <p:cNvSpPr/>
              <p:nvPr/>
            </p:nvSpPr>
            <p:spPr>
              <a:xfrm>
                <a:off x="3724697" y="10816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90" name="ph590"/>
              <p:cNvSpPr/>
              <p:nvPr/>
            </p:nvSpPr>
            <p:spPr>
              <a:xfrm>
                <a:off x="3733404" y="10816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91" name="ph591"/>
              <p:cNvSpPr/>
              <p:nvPr/>
            </p:nvSpPr>
            <p:spPr>
              <a:xfrm>
                <a:off x="3742111" y="10816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92" name="ph592"/>
              <p:cNvSpPr/>
              <p:nvPr/>
            </p:nvSpPr>
            <p:spPr>
              <a:xfrm>
                <a:off x="3750819" y="10816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93" name="ph593"/>
              <p:cNvSpPr/>
              <p:nvPr/>
            </p:nvSpPr>
            <p:spPr>
              <a:xfrm>
                <a:off x="3759526" y="10816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94" name="ph594"/>
              <p:cNvSpPr/>
              <p:nvPr/>
            </p:nvSpPr>
            <p:spPr>
              <a:xfrm>
                <a:off x="3768233" y="10816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95" name="ph595"/>
              <p:cNvSpPr/>
              <p:nvPr/>
            </p:nvSpPr>
            <p:spPr>
              <a:xfrm>
                <a:off x="3776940" y="10816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96" name="ph596"/>
              <p:cNvSpPr/>
              <p:nvPr/>
            </p:nvSpPr>
            <p:spPr>
              <a:xfrm>
                <a:off x="3785647" y="10816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97" name="ph597"/>
              <p:cNvSpPr/>
              <p:nvPr/>
            </p:nvSpPr>
            <p:spPr>
              <a:xfrm>
                <a:off x="3803062" y="10816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98" name="ph598"/>
              <p:cNvSpPr/>
              <p:nvPr/>
            </p:nvSpPr>
            <p:spPr>
              <a:xfrm>
                <a:off x="3811769" y="10816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599" name="ph599"/>
              <p:cNvSpPr/>
              <p:nvPr/>
            </p:nvSpPr>
            <p:spPr>
              <a:xfrm>
                <a:off x="3820476" y="10816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00" name="ph600"/>
              <p:cNvSpPr/>
              <p:nvPr/>
            </p:nvSpPr>
            <p:spPr>
              <a:xfrm>
                <a:off x="3942376" y="10816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01" name="ph601"/>
              <p:cNvSpPr/>
              <p:nvPr/>
            </p:nvSpPr>
            <p:spPr>
              <a:xfrm>
                <a:off x="3951084" y="10816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619D">
                  <a:alpha val="100000"/>
                </a:srgbClr>
              </a:solidFill>
              <a:ln w="5420" cap="flat">
                <a:solidFill>
                  <a:srgbClr val="39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02" name="ph602"/>
              <p:cNvSpPr/>
              <p:nvPr/>
            </p:nvSpPr>
            <p:spPr>
              <a:xfrm>
                <a:off x="3959791" y="10816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03" name="ph603"/>
              <p:cNvSpPr/>
              <p:nvPr/>
            </p:nvSpPr>
            <p:spPr>
              <a:xfrm>
                <a:off x="3968498" y="10816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5F9D">
                  <a:alpha val="100000"/>
                </a:srgbClr>
              </a:solidFill>
              <a:ln w="5420" cap="flat">
                <a:solidFill>
                  <a:srgbClr val="395F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04" name="ph604"/>
              <p:cNvSpPr/>
              <p:nvPr/>
            </p:nvSpPr>
            <p:spPr>
              <a:xfrm>
                <a:off x="3977205" y="10816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5F9D">
                  <a:alpha val="100000"/>
                </a:srgbClr>
              </a:solidFill>
              <a:ln w="5420" cap="flat">
                <a:solidFill>
                  <a:srgbClr val="395F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05" name="ph605"/>
              <p:cNvSpPr/>
              <p:nvPr/>
            </p:nvSpPr>
            <p:spPr>
              <a:xfrm>
                <a:off x="3646332" y="10923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06" name="ph606"/>
              <p:cNvSpPr/>
              <p:nvPr/>
            </p:nvSpPr>
            <p:spPr>
              <a:xfrm>
                <a:off x="3655040" y="10923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07" name="ph607"/>
              <p:cNvSpPr/>
              <p:nvPr/>
            </p:nvSpPr>
            <p:spPr>
              <a:xfrm>
                <a:off x="3663747" y="10923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08" name="ph608"/>
              <p:cNvSpPr/>
              <p:nvPr/>
            </p:nvSpPr>
            <p:spPr>
              <a:xfrm>
                <a:off x="3672454" y="10923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09" name="ph609"/>
              <p:cNvSpPr/>
              <p:nvPr/>
            </p:nvSpPr>
            <p:spPr>
              <a:xfrm>
                <a:off x="3681161" y="10923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5C9B">
                  <a:alpha val="100000"/>
                </a:srgbClr>
              </a:solidFill>
              <a:ln w="5420" cap="flat">
                <a:solidFill>
                  <a:srgbClr val="395C9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10" name="ph610"/>
              <p:cNvSpPr/>
              <p:nvPr/>
            </p:nvSpPr>
            <p:spPr>
              <a:xfrm>
                <a:off x="3689868" y="10923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5794">
                  <a:alpha val="100000"/>
                </a:srgbClr>
              </a:solidFill>
              <a:ln w="5420" cap="flat">
                <a:solidFill>
                  <a:srgbClr val="3A579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11" name="ph611"/>
              <p:cNvSpPr/>
              <p:nvPr/>
            </p:nvSpPr>
            <p:spPr>
              <a:xfrm>
                <a:off x="3698575" y="10923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5793">
                  <a:alpha val="100000"/>
                </a:srgbClr>
              </a:solidFill>
              <a:ln w="5420" cap="flat">
                <a:solidFill>
                  <a:srgbClr val="3A579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12" name="ph612"/>
              <p:cNvSpPr/>
              <p:nvPr/>
            </p:nvSpPr>
            <p:spPr>
              <a:xfrm>
                <a:off x="3707283" y="10923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5997">
                  <a:alpha val="100000"/>
                </a:srgbClr>
              </a:solidFill>
              <a:ln w="5420" cap="flat">
                <a:solidFill>
                  <a:srgbClr val="3A599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13" name="ph613"/>
              <p:cNvSpPr/>
              <p:nvPr/>
            </p:nvSpPr>
            <p:spPr>
              <a:xfrm>
                <a:off x="3715990" y="10923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5D9B">
                  <a:alpha val="100000"/>
                </a:srgbClr>
              </a:solidFill>
              <a:ln w="5420" cap="flat">
                <a:solidFill>
                  <a:srgbClr val="395D9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14" name="ph614"/>
              <p:cNvSpPr/>
              <p:nvPr/>
            </p:nvSpPr>
            <p:spPr>
              <a:xfrm>
                <a:off x="3724697" y="10923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15" name="ph615"/>
              <p:cNvSpPr/>
              <p:nvPr/>
            </p:nvSpPr>
            <p:spPr>
              <a:xfrm>
                <a:off x="3733404" y="10923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39E">
                  <a:alpha val="100000"/>
                </a:srgbClr>
              </a:solidFill>
              <a:ln w="5420" cap="flat">
                <a:solidFill>
                  <a:srgbClr val="3A63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16" name="ph616"/>
              <p:cNvSpPr/>
              <p:nvPr/>
            </p:nvSpPr>
            <p:spPr>
              <a:xfrm>
                <a:off x="3742111" y="10923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17" name="ph617"/>
              <p:cNvSpPr/>
              <p:nvPr/>
            </p:nvSpPr>
            <p:spPr>
              <a:xfrm>
                <a:off x="3750819" y="10923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18" name="ph618"/>
              <p:cNvSpPr/>
              <p:nvPr/>
            </p:nvSpPr>
            <p:spPr>
              <a:xfrm>
                <a:off x="3768233" y="10923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19" name="ph619"/>
              <p:cNvSpPr/>
              <p:nvPr/>
            </p:nvSpPr>
            <p:spPr>
              <a:xfrm>
                <a:off x="3776940" y="10923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20" name="ph620"/>
              <p:cNvSpPr/>
              <p:nvPr/>
            </p:nvSpPr>
            <p:spPr>
              <a:xfrm>
                <a:off x="3942376" y="10923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21" name="ph621"/>
              <p:cNvSpPr/>
              <p:nvPr/>
            </p:nvSpPr>
            <p:spPr>
              <a:xfrm>
                <a:off x="3951084" y="10923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5F9D">
                  <a:alpha val="100000"/>
                </a:srgbClr>
              </a:solidFill>
              <a:ln w="5420" cap="flat">
                <a:solidFill>
                  <a:srgbClr val="395F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22" name="ph622"/>
              <p:cNvSpPr/>
              <p:nvPr/>
            </p:nvSpPr>
            <p:spPr>
              <a:xfrm>
                <a:off x="3959791" y="10923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23" name="ph623"/>
              <p:cNvSpPr/>
              <p:nvPr/>
            </p:nvSpPr>
            <p:spPr>
              <a:xfrm>
                <a:off x="3968498" y="10923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24" name="ph624"/>
              <p:cNvSpPr/>
              <p:nvPr/>
            </p:nvSpPr>
            <p:spPr>
              <a:xfrm>
                <a:off x="3977205" y="10923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25" name="ph625"/>
              <p:cNvSpPr/>
              <p:nvPr/>
            </p:nvSpPr>
            <p:spPr>
              <a:xfrm>
                <a:off x="3637625" y="11030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26" name="ph626"/>
              <p:cNvSpPr/>
              <p:nvPr/>
            </p:nvSpPr>
            <p:spPr>
              <a:xfrm>
                <a:off x="3646332" y="11030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27" name="ph627"/>
              <p:cNvSpPr/>
              <p:nvPr/>
            </p:nvSpPr>
            <p:spPr>
              <a:xfrm>
                <a:off x="3655040" y="11030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28" name="ph628"/>
              <p:cNvSpPr/>
              <p:nvPr/>
            </p:nvSpPr>
            <p:spPr>
              <a:xfrm>
                <a:off x="3663747" y="11030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29" name="ph629"/>
              <p:cNvSpPr/>
              <p:nvPr/>
            </p:nvSpPr>
            <p:spPr>
              <a:xfrm>
                <a:off x="3672454" y="11030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30" name="ph630"/>
              <p:cNvSpPr/>
              <p:nvPr/>
            </p:nvSpPr>
            <p:spPr>
              <a:xfrm>
                <a:off x="3681161" y="11030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31" name="ph631"/>
              <p:cNvSpPr/>
              <p:nvPr/>
            </p:nvSpPr>
            <p:spPr>
              <a:xfrm>
                <a:off x="3689868" y="11030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32" name="ph632"/>
              <p:cNvSpPr/>
              <p:nvPr/>
            </p:nvSpPr>
            <p:spPr>
              <a:xfrm>
                <a:off x="3698575" y="11030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5D9C">
                  <a:alpha val="100000"/>
                </a:srgbClr>
              </a:solidFill>
              <a:ln w="5420" cap="flat">
                <a:solidFill>
                  <a:srgbClr val="395D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33" name="ph633"/>
              <p:cNvSpPr/>
              <p:nvPr/>
            </p:nvSpPr>
            <p:spPr>
              <a:xfrm>
                <a:off x="3707283" y="11030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34" name="ph634"/>
              <p:cNvSpPr/>
              <p:nvPr/>
            </p:nvSpPr>
            <p:spPr>
              <a:xfrm>
                <a:off x="3715990" y="11030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619D">
                  <a:alpha val="100000"/>
                </a:srgbClr>
              </a:solidFill>
              <a:ln w="5420" cap="flat">
                <a:solidFill>
                  <a:srgbClr val="39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35" name="ph635"/>
              <p:cNvSpPr/>
              <p:nvPr/>
            </p:nvSpPr>
            <p:spPr>
              <a:xfrm>
                <a:off x="3724697" y="11030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39E">
                  <a:alpha val="100000"/>
                </a:srgbClr>
              </a:solidFill>
              <a:ln w="5420" cap="flat">
                <a:solidFill>
                  <a:srgbClr val="3A63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36" name="ph636"/>
              <p:cNvSpPr/>
              <p:nvPr/>
            </p:nvSpPr>
            <p:spPr>
              <a:xfrm>
                <a:off x="3733404" y="11030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37" name="ph637"/>
              <p:cNvSpPr/>
              <p:nvPr/>
            </p:nvSpPr>
            <p:spPr>
              <a:xfrm>
                <a:off x="3742111" y="11030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38" name="ph638"/>
              <p:cNvSpPr/>
              <p:nvPr/>
            </p:nvSpPr>
            <p:spPr>
              <a:xfrm>
                <a:off x="3942376" y="11030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39" name="ph639"/>
              <p:cNvSpPr/>
              <p:nvPr/>
            </p:nvSpPr>
            <p:spPr>
              <a:xfrm>
                <a:off x="3951084" y="11030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40" name="ph640"/>
              <p:cNvSpPr/>
              <p:nvPr/>
            </p:nvSpPr>
            <p:spPr>
              <a:xfrm>
                <a:off x="3959791" y="11030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5D9C">
                  <a:alpha val="100000"/>
                </a:srgbClr>
              </a:solidFill>
              <a:ln w="5420" cap="flat">
                <a:solidFill>
                  <a:srgbClr val="395D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41" name="ph641"/>
              <p:cNvSpPr/>
              <p:nvPr/>
            </p:nvSpPr>
            <p:spPr>
              <a:xfrm>
                <a:off x="3968498" y="11030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5C9B">
                  <a:alpha val="100000"/>
                </a:srgbClr>
              </a:solidFill>
              <a:ln w="5420" cap="flat">
                <a:solidFill>
                  <a:srgbClr val="395C9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42" name="ph642"/>
              <p:cNvSpPr/>
              <p:nvPr/>
            </p:nvSpPr>
            <p:spPr>
              <a:xfrm>
                <a:off x="3977205" y="11030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5C9B">
                  <a:alpha val="100000"/>
                </a:srgbClr>
              </a:solidFill>
              <a:ln w="5420" cap="flat">
                <a:solidFill>
                  <a:srgbClr val="395C9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43" name="ph643"/>
              <p:cNvSpPr/>
              <p:nvPr/>
            </p:nvSpPr>
            <p:spPr>
              <a:xfrm>
                <a:off x="3985912" y="11030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5C9B">
                  <a:alpha val="100000"/>
                </a:srgbClr>
              </a:solidFill>
              <a:ln w="5420" cap="flat">
                <a:solidFill>
                  <a:srgbClr val="395C9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44" name="ph644"/>
              <p:cNvSpPr/>
              <p:nvPr/>
            </p:nvSpPr>
            <p:spPr>
              <a:xfrm>
                <a:off x="3994620" y="11030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5C9B">
                  <a:alpha val="100000"/>
                </a:srgbClr>
              </a:solidFill>
              <a:ln w="5420" cap="flat">
                <a:solidFill>
                  <a:srgbClr val="395C9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45" name="ph645"/>
              <p:cNvSpPr/>
              <p:nvPr/>
            </p:nvSpPr>
            <p:spPr>
              <a:xfrm>
                <a:off x="4029448" y="11030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46" name="ph646"/>
              <p:cNvSpPr/>
              <p:nvPr/>
            </p:nvSpPr>
            <p:spPr>
              <a:xfrm>
                <a:off x="4038155" y="11030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47" name="ph647"/>
              <p:cNvSpPr/>
              <p:nvPr/>
            </p:nvSpPr>
            <p:spPr>
              <a:xfrm>
                <a:off x="4046863" y="11030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48" name="ph648"/>
              <p:cNvSpPr/>
              <p:nvPr/>
            </p:nvSpPr>
            <p:spPr>
              <a:xfrm>
                <a:off x="4055570" y="11030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49" name="ph649"/>
              <p:cNvSpPr/>
              <p:nvPr/>
            </p:nvSpPr>
            <p:spPr>
              <a:xfrm>
                <a:off x="4064277" y="11030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50" name="ph650"/>
              <p:cNvSpPr/>
              <p:nvPr/>
            </p:nvSpPr>
            <p:spPr>
              <a:xfrm>
                <a:off x="3628918" y="11137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51" name="ph651"/>
              <p:cNvSpPr/>
              <p:nvPr/>
            </p:nvSpPr>
            <p:spPr>
              <a:xfrm>
                <a:off x="3637625" y="11137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52" name="ph652"/>
              <p:cNvSpPr/>
              <p:nvPr/>
            </p:nvSpPr>
            <p:spPr>
              <a:xfrm>
                <a:off x="3646332" y="11137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53" name="ph653"/>
              <p:cNvSpPr/>
              <p:nvPr/>
            </p:nvSpPr>
            <p:spPr>
              <a:xfrm>
                <a:off x="3655040" y="11137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54" name="ph654"/>
              <p:cNvSpPr/>
              <p:nvPr/>
            </p:nvSpPr>
            <p:spPr>
              <a:xfrm>
                <a:off x="3663747" y="11137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55" name="ph655"/>
              <p:cNvSpPr/>
              <p:nvPr/>
            </p:nvSpPr>
            <p:spPr>
              <a:xfrm>
                <a:off x="3672454" y="11137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56" name="ph656"/>
              <p:cNvSpPr/>
              <p:nvPr/>
            </p:nvSpPr>
            <p:spPr>
              <a:xfrm>
                <a:off x="3681161" y="11137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57" name="ph657"/>
              <p:cNvSpPr/>
              <p:nvPr/>
            </p:nvSpPr>
            <p:spPr>
              <a:xfrm>
                <a:off x="3689868" y="11137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58" name="ph658"/>
              <p:cNvSpPr/>
              <p:nvPr/>
            </p:nvSpPr>
            <p:spPr>
              <a:xfrm>
                <a:off x="3698575" y="11137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59" name="ph659"/>
              <p:cNvSpPr/>
              <p:nvPr/>
            </p:nvSpPr>
            <p:spPr>
              <a:xfrm>
                <a:off x="3707283" y="11137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60" name="ph660"/>
              <p:cNvSpPr/>
              <p:nvPr/>
            </p:nvSpPr>
            <p:spPr>
              <a:xfrm>
                <a:off x="3715990" y="11137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61" name="ph661"/>
              <p:cNvSpPr/>
              <p:nvPr/>
            </p:nvSpPr>
            <p:spPr>
              <a:xfrm>
                <a:off x="3724697" y="11137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62" name="ph662"/>
              <p:cNvSpPr/>
              <p:nvPr/>
            </p:nvSpPr>
            <p:spPr>
              <a:xfrm>
                <a:off x="3733404" y="11137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63" name="ph663"/>
              <p:cNvSpPr/>
              <p:nvPr/>
            </p:nvSpPr>
            <p:spPr>
              <a:xfrm>
                <a:off x="3951084" y="11137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64" name="ph664"/>
              <p:cNvSpPr/>
              <p:nvPr/>
            </p:nvSpPr>
            <p:spPr>
              <a:xfrm>
                <a:off x="3959791" y="11137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5D9C">
                  <a:alpha val="100000"/>
                </a:srgbClr>
              </a:solidFill>
              <a:ln w="5420" cap="flat">
                <a:solidFill>
                  <a:srgbClr val="395D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65" name="ph665"/>
              <p:cNvSpPr/>
              <p:nvPr/>
            </p:nvSpPr>
            <p:spPr>
              <a:xfrm>
                <a:off x="3968498" y="11137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5C9B">
                  <a:alpha val="100000"/>
                </a:srgbClr>
              </a:solidFill>
              <a:ln w="5420" cap="flat">
                <a:solidFill>
                  <a:srgbClr val="395C9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66" name="ph666"/>
              <p:cNvSpPr/>
              <p:nvPr/>
            </p:nvSpPr>
            <p:spPr>
              <a:xfrm>
                <a:off x="3977205" y="11137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5C9B">
                  <a:alpha val="100000"/>
                </a:srgbClr>
              </a:solidFill>
              <a:ln w="5420" cap="flat">
                <a:solidFill>
                  <a:srgbClr val="395C9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67" name="ph667"/>
              <p:cNvSpPr/>
              <p:nvPr/>
            </p:nvSpPr>
            <p:spPr>
              <a:xfrm>
                <a:off x="3985912" y="11137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5C9B">
                  <a:alpha val="100000"/>
                </a:srgbClr>
              </a:solidFill>
              <a:ln w="5420" cap="flat">
                <a:solidFill>
                  <a:srgbClr val="395C9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68" name="ph668"/>
              <p:cNvSpPr/>
              <p:nvPr/>
            </p:nvSpPr>
            <p:spPr>
              <a:xfrm>
                <a:off x="3994620" y="11137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5C9B">
                  <a:alpha val="100000"/>
                </a:srgbClr>
              </a:solidFill>
              <a:ln w="5420" cap="flat">
                <a:solidFill>
                  <a:srgbClr val="395C9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69" name="ph669"/>
              <p:cNvSpPr/>
              <p:nvPr/>
            </p:nvSpPr>
            <p:spPr>
              <a:xfrm>
                <a:off x="4003327" y="11137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5D9B">
                  <a:alpha val="100000"/>
                </a:srgbClr>
              </a:solidFill>
              <a:ln w="5420" cap="flat">
                <a:solidFill>
                  <a:srgbClr val="395D9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70" name="ph670"/>
              <p:cNvSpPr/>
              <p:nvPr/>
            </p:nvSpPr>
            <p:spPr>
              <a:xfrm>
                <a:off x="4020741" y="11137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71" name="ph671"/>
              <p:cNvSpPr/>
              <p:nvPr/>
            </p:nvSpPr>
            <p:spPr>
              <a:xfrm>
                <a:off x="4029448" y="11137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72" name="ph672"/>
              <p:cNvSpPr/>
              <p:nvPr/>
            </p:nvSpPr>
            <p:spPr>
              <a:xfrm>
                <a:off x="4038155" y="11137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73" name="ph673"/>
              <p:cNvSpPr/>
              <p:nvPr/>
            </p:nvSpPr>
            <p:spPr>
              <a:xfrm>
                <a:off x="4046863" y="11137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74" name="ph674"/>
              <p:cNvSpPr/>
              <p:nvPr/>
            </p:nvSpPr>
            <p:spPr>
              <a:xfrm>
                <a:off x="4055570" y="11137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75" name="ph675"/>
              <p:cNvSpPr/>
              <p:nvPr/>
            </p:nvSpPr>
            <p:spPr>
              <a:xfrm>
                <a:off x="4064277" y="11137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76" name="ph676"/>
              <p:cNvSpPr/>
              <p:nvPr/>
            </p:nvSpPr>
            <p:spPr>
              <a:xfrm>
                <a:off x="4072984" y="11137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77" name="ph677"/>
              <p:cNvSpPr/>
              <p:nvPr/>
            </p:nvSpPr>
            <p:spPr>
              <a:xfrm>
                <a:off x="3620211" y="11244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7A6">
                  <a:alpha val="100000"/>
                </a:srgbClr>
              </a:solidFill>
              <a:ln w="5420" cap="flat">
                <a:solidFill>
                  <a:srgbClr val="38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78" name="ph678"/>
              <p:cNvSpPr/>
              <p:nvPr/>
            </p:nvSpPr>
            <p:spPr>
              <a:xfrm>
                <a:off x="3628918" y="11244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79" name="ph679"/>
              <p:cNvSpPr/>
              <p:nvPr/>
            </p:nvSpPr>
            <p:spPr>
              <a:xfrm>
                <a:off x="3637625" y="11244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80" name="ph680"/>
              <p:cNvSpPr/>
              <p:nvPr/>
            </p:nvSpPr>
            <p:spPr>
              <a:xfrm>
                <a:off x="3646332" y="11244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81" name="ph681"/>
              <p:cNvSpPr/>
              <p:nvPr/>
            </p:nvSpPr>
            <p:spPr>
              <a:xfrm>
                <a:off x="3655040" y="11244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7A6">
                  <a:alpha val="100000"/>
                </a:srgbClr>
              </a:solidFill>
              <a:ln w="5420" cap="flat">
                <a:solidFill>
                  <a:srgbClr val="39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82" name="ph682"/>
              <p:cNvSpPr/>
              <p:nvPr/>
            </p:nvSpPr>
            <p:spPr>
              <a:xfrm>
                <a:off x="3663747" y="11244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7A6">
                  <a:alpha val="100000"/>
                </a:srgbClr>
              </a:solidFill>
              <a:ln w="5420" cap="flat">
                <a:solidFill>
                  <a:srgbClr val="38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83" name="ph683"/>
              <p:cNvSpPr/>
              <p:nvPr/>
            </p:nvSpPr>
            <p:spPr>
              <a:xfrm>
                <a:off x="3672454" y="11244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84" name="ph684"/>
              <p:cNvSpPr/>
              <p:nvPr/>
            </p:nvSpPr>
            <p:spPr>
              <a:xfrm>
                <a:off x="3681161" y="11244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85" name="ph685"/>
              <p:cNvSpPr/>
              <p:nvPr/>
            </p:nvSpPr>
            <p:spPr>
              <a:xfrm>
                <a:off x="3689868" y="11244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86" name="ph686"/>
              <p:cNvSpPr/>
              <p:nvPr/>
            </p:nvSpPr>
            <p:spPr>
              <a:xfrm>
                <a:off x="3698575" y="11244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0A1">
                  <a:alpha val="100000"/>
                </a:srgbClr>
              </a:solidFill>
              <a:ln w="5420" cap="flat">
                <a:solidFill>
                  <a:srgbClr val="3B70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87" name="ph687"/>
              <p:cNvSpPr/>
              <p:nvPr/>
            </p:nvSpPr>
            <p:spPr>
              <a:xfrm>
                <a:off x="3707283" y="11244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88" name="ph688"/>
              <p:cNvSpPr/>
              <p:nvPr/>
            </p:nvSpPr>
            <p:spPr>
              <a:xfrm>
                <a:off x="3951084" y="11244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89" name="ph689"/>
              <p:cNvSpPr/>
              <p:nvPr/>
            </p:nvSpPr>
            <p:spPr>
              <a:xfrm>
                <a:off x="3959791" y="11244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5D9C">
                  <a:alpha val="100000"/>
                </a:srgbClr>
              </a:solidFill>
              <a:ln w="5420" cap="flat">
                <a:solidFill>
                  <a:srgbClr val="395D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90" name="ph690"/>
              <p:cNvSpPr/>
              <p:nvPr/>
            </p:nvSpPr>
            <p:spPr>
              <a:xfrm>
                <a:off x="3968498" y="11244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5D9B">
                  <a:alpha val="100000"/>
                </a:srgbClr>
              </a:solidFill>
              <a:ln w="5420" cap="flat">
                <a:solidFill>
                  <a:srgbClr val="395D9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91" name="ph691"/>
              <p:cNvSpPr/>
              <p:nvPr/>
            </p:nvSpPr>
            <p:spPr>
              <a:xfrm>
                <a:off x="3977205" y="11244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5C9B">
                  <a:alpha val="100000"/>
                </a:srgbClr>
              </a:solidFill>
              <a:ln w="5420" cap="flat">
                <a:solidFill>
                  <a:srgbClr val="395C9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92" name="ph692"/>
              <p:cNvSpPr/>
              <p:nvPr/>
            </p:nvSpPr>
            <p:spPr>
              <a:xfrm>
                <a:off x="3985912" y="11244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5C9B">
                  <a:alpha val="100000"/>
                </a:srgbClr>
              </a:solidFill>
              <a:ln w="5420" cap="flat">
                <a:solidFill>
                  <a:srgbClr val="395C9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93" name="ph693"/>
              <p:cNvSpPr/>
              <p:nvPr/>
            </p:nvSpPr>
            <p:spPr>
              <a:xfrm>
                <a:off x="3994620" y="11244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5C9B">
                  <a:alpha val="100000"/>
                </a:srgbClr>
              </a:solidFill>
              <a:ln w="5420" cap="flat">
                <a:solidFill>
                  <a:srgbClr val="395C9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94" name="ph694"/>
              <p:cNvSpPr/>
              <p:nvPr/>
            </p:nvSpPr>
            <p:spPr>
              <a:xfrm>
                <a:off x="4003327" y="11244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5D9C">
                  <a:alpha val="100000"/>
                </a:srgbClr>
              </a:solidFill>
              <a:ln w="5420" cap="flat">
                <a:solidFill>
                  <a:srgbClr val="395D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95" name="ph695"/>
              <p:cNvSpPr/>
              <p:nvPr/>
            </p:nvSpPr>
            <p:spPr>
              <a:xfrm>
                <a:off x="4012034" y="11244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5D9C">
                  <a:alpha val="100000"/>
                </a:srgbClr>
              </a:solidFill>
              <a:ln w="5420" cap="flat">
                <a:solidFill>
                  <a:srgbClr val="395D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96" name="ph696"/>
              <p:cNvSpPr/>
              <p:nvPr/>
            </p:nvSpPr>
            <p:spPr>
              <a:xfrm>
                <a:off x="4020741" y="11244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97" name="ph697"/>
              <p:cNvSpPr/>
              <p:nvPr/>
            </p:nvSpPr>
            <p:spPr>
              <a:xfrm>
                <a:off x="4029448" y="11244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98" name="ph698"/>
              <p:cNvSpPr/>
              <p:nvPr/>
            </p:nvSpPr>
            <p:spPr>
              <a:xfrm>
                <a:off x="4038155" y="11244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699" name="ph699"/>
              <p:cNvSpPr/>
              <p:nvPr/>
            </p:nvSpPr>
            <p:spPr>
              <a:xfrm>
                <a:off x="4046863" y="11244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00" name="ph700"/>
              <p:cNvSpPr/>
              <p:nvPr/>
            </p:nvSpPr>
            <p:spPr>
              <a:xfrm>
                <a:off x="4055570" y="11244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01" name="ph701"/>
              <p:cNvSpPr/>
              <p:nvPr/>
            </p:nvSpPr>
            <p:spPr>
              <a:xfrm>
                <a:off x="4064277" y="11244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02" name="ph702"/>
              <p:cNvSpPr/>
              <p:nvPr/>
            </p:nvSpPr>
            <p:spPr>
              <a:xfrm>
                <a:off x="4072984" y="112440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03" name="ph703"/>
              <p:cNvSpPr/>
              <p:nvPr/>
            </p:nvSpPr>
            <p:spPr>
              <a:xfrm>
                <a:off x="3611504" y="113510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04" name="ph704"/>
              <p:cNvSpPr/>
              <p:nvPr/>
            </p:nvSpPr>
            <p:spPr>
              <a:xfrm>
                <a:off x="3620211" y="113510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05" name="ph705"/>
              <p:cNvSpPr/>
              <p:nvPr/>
            </p:nvSpPr>
            <p:spPr>
              <a:xfrm>
                <a:off x="3628918" y="113510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06" name="ph706"/>
              <p:cNvSpPr/>
              <p:nvPr/>
            </p:nvSpPr>
            <p:spPr>
              <a:xfrm>
                <a:off x="3637625" y="113510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7A6">
                  <a:alpha val="100000"/>
                </a:srgbClr>
              </a:solidFill>
              <a:ln w="5420" cap="flat">
                <a:solidFill>
                  <a:srgbClr val="39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07" name="ph707"/>
              <p:cNvSpPr/>
              <p:nvPr/>
            </p:nvSpPr>
            <p:spPr>
              <a:xfrm>
                <a:off x="3646332" y="113510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08" name="ph708"/>
              <p:cNvSpPr/>
              <p:nvPr/>
            </p:nvSpPr>
            <p:spPr>
              <a:xfrm>
                <a:off x="3655040" y="113510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09" name="ph709"/>
              <p:cNvSpPr/>
              <p:nvPr/>
            </p:nvSpPr>
            <p:spPr>
              <a:xfrm>
                <a:off x="3663747" y="113510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10" name="ph710"/>
              <p:cNvSpPr/>
              <p:nvPr/>
            </p:nvSpPr>
            <p:spPr>
              <a:xfrm>
                <a:off x="3672454" y="113510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11" name="ph711"/>
              <p:cNvSpPr/>
              <p:nvPr/>
            </p:nvSpPr>
            <p:spPr>
              <a:xfrm>
                <a:off x="3681161" y="113510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12" name="ph712"/>
              <p:cNvSpPr/>
              <p:nvPr/>
            </p:nvSpPr>
            <p:spPr>
              <a:xfrm>
                <a:off x="3959791" y="113510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13" name="ph713"/>
              <p:cNvSpPr/>
              <p:nvPr/>
            </p:nvSpPr>
            <p:spPr>
              <a:xfrm>
                <a:off x="3968498" y="113510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5D9C">
                  <a:alpha val="100000"/>
                </a:srgbClr>
              </a:solidFill>
              <a:ln w="5420" cap="flat">
                <a:solidFill>
                  <a:srgbClr val="395D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14" name="ph714"/>
              <p:cNvSpPr/>
              <p:nvPr/>
            </p:nvSpPr>
            <p:spPr>
              <a:xfrm>
                <a:off x="3977205" y="113510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5D9C">
                  <a:alpha val="100000"/>
                </a:srgbClr>
              </a:solidFill>
              <a:ln w="5420" cap="flat">
                <a:solidFill>
                  <a:srgbClr val="395D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15" name="ph715"/>
              <p:cNvSpPr/>
              <p:nvPr/>
            </p:nvSpPr>
            <p:spPr>
              <a:xfrm>
                <a:off x="3985912" y="113510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5D9C">
                  <a:alpha val="100000"/>
                </a:srgbClr>
              </a:solidFill>
              <a:ln w="5420" cap="flat">
                <a:solidFill>
                  <a:srgbClr val="395D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16" name="ph716"/>
              <p:cNvSpPr/>
              <p:nvPr/>
            </p:nvSpPr>
            <p:spPr>
              <a:xfrm>
                <a:off x="3994620" y="113510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5D9C">
                  <a:alpha val="100000"/>
                </a:srgbClr>
              </a:solidFill>
              <a:ln w="5420" cap="flat">
                <a:solidFill>
                  <a:srgbClr val="395D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17" name="ph717"/>
              <p:cNvSpPr/>
              <p:nvPr/>
            </p:nvSpPr>
            <p:spPr>
              <a:xfrm>
                <a:off x="4003327" y="113510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18" name="ph718"/>
              <p:cNvSpPr/>
              <p:nvPr/>
            </p:nvSpPr>
            <p:spPr>
              <a:xfrm>
                <a:off x="4012034" y="113510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19" name="ph719"/>
              <p:cNvSpPr/>
              <p:nvPr/>
            </p:nvSpPr>
            <p:spPr>
              <a:xfrm>
                <a:off x="4020741" y="113510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20" name="ph720"/>
              <p:cNvSpPr/>
              <p:nvPr/>
            </p:nvSpPr>
            <p:spPr>
              <a:xfrm>
                <a:off x="4029448" y="113510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619D">
                  <a:alpha val="100000"/>
                </a:srgbClr>
              </a:solidFill>
              <a:ln w="5420" cap="flat">
                <a:solidFill>
                  <a:srgbClr val="39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21" name="ph721"/>
              <p:cNvSpPr/>
              <p:nvPr/>
            </p:nvSpPr>
            <p:spPr>
              <a:xfrm>
                <a:off x="4038155" y="113510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22" name="ph722"/>
              <p:cNvSpPr/>
              <p:nvPr/>
            </p:nvSpPr>
            <p:spPr>
              <a:xfrm>
                <a:off x="4046863" y="113510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23" name="ph723"/>
              <p:cNvSpPr/>
              <p:nvPr/>
            </p:nvSpPr>
            <p:spPr>
              <a:xfrm>
                <a:off x="4055570" y="113510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24" name="ph724"/>
              <p:cNvSpPr/>
              <p:nvPr/>
            </p:nvSpPr>
            <p:spPr>
              <a:xfrm>
                <a:off x="4064277" y="113510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25" name="ph725"/>
              <p:cNvSpPr/>
              <p:nvPr/>
            </p:nvSpPr>
            <p:spPr>
              <a:xfrm>
                <a:off x="3602796" y="114580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26" name="ph726"/>
              <p:cNvSpPr/>
              <p:nvPr/>
            </p:nvSpPr>
            <p:spPr>
              <a:xfrm>
                <a:off x="3611504" y="114580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27" name="ph727"/>
              <p:cNvSpPr/>
              <p:nvPr/>
            </p:nvSpPr>
            <p:spPr>
              <a:xfrm>
                <a:off x="3620211" y="114580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28" name="ph728"/>
              <p:cNvSpPr/>
              <p:nvPr/>
            </p:nvSpPr>
            <p:spPr>
              <a:xfrm>
                <a:off x="3628918" y="114580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29" name="ph729"/>
              <p:cNvSpPr/>
              <p:nvPr/>
            </p:nvSpPr>
            <p:spPr>
              <a:xfrm>
                <a:off x="3637625" y="114580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30" name="ph730"/>
              <p:cNvSpPr/>
              <p:nvPr/>
            </p:nvSpPr>
            <p:spPr>
              <a:xfrm>
                <a:off x="3646332" y="114580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7A6">
                  <a:alpha val="100000"/>
                </a:srgbClr>
              </a:solidFill>
              <a:ln w="5420" cap="flat">
                <a:solidFill>
                  <a:srgbClr val="39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31" name="ph731"/>
              <p:cNvSpPr/>
              <p:nvPr/>
            </p:nvSpPr>
            <p:spPr>
              <a:xfrm>
                <a:off x="3655040" y="114580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32" name="ph732"/>
              <p:cNvSpPr/>
              <p:nvPr/>
            </p:nvSpPr>
            <p:spPr>
              <a:xfrm>
                <a:off x="3968498" y="114580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33" name="ph733"/>
              <p:cNvSpPr/>
              <p:nvPr/>
            </p:nvSpPr>
            <p:spPr>
              <a:xfrm>
                <a:off x="3977205" y="114580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34" name="ph734"/>
              <p:cNvSpPr/>
              <p:nvPr/>
            </p:nvSpPr>
            <p:spPr>
              <a:xfrm>
                <a:off x="3985912" y="114580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35" name="ph735"/>
              <p:cNvSpPr/>
              <p:nvPr/>
            </p:nvSpPr>
            <p:spPr>
              <a:xfrm>
                <a:off x="3994620" y="114580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36" name="ph736"/>
              <p:cNvSpPr/>
              <p:nvPr/>
            </p:nvSpPr>
            <p:spPr>
              <a:xfrm>
                <a:off x="4003327" y="114580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37" name="ph737"/>
              <p:cNvSpPr/>
              <p:nvPr/>
            </p:nvSpPr>
            <p:spPr>
              <a:xfrm>
                <a:off x="4012034" y="114580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5F9D">
                  <a:alpha val="100000"/>
                </a:srgbClr>
              </a:solidFill>
              <a:ln w="5420" cap="flat">
                <a:solidFill>
                  <a:srgbClr val="395F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38" name="ph738"/>
              <p:cNvSpPr/>
              <p:nvPr/>
            </p:nvSpPr>
            <p:spPr>
              <a:xfrm>
                <a:off x="4020741" y="114580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619D">
                  <a:alpha val="100000"/>
                </a:srgbClr>
              </a:solidFill>
              <a:ln w="5420" cap="flat">
                <a:solidFill>
                  <a:srgbClr val="39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39" name="ph739"/>
              <p:cNvSpPr/>
              <p:nvPr/>
            </p:nvSpPr>
            <p:spPr>
              <a:xfrm>
                <a:off x="4029448" y="114580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40" name="ph740"/>
              <p:cNvSpPr/>
              <p:nvPr/>
            </p:nvSpPr>
            <p:spPr>
              <a:xfrm>
                <a:off x="4038155" y="114580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41" name="ph741"/>
              <p:cNvSpPr/>
              <p:nvPr/>
            </p:nvSpPr>
            <p:spPr>
              <a:xfrm>
                <a:off x="4046863" y="114580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42" name="ph742"/>
              <p:cNvSpPr/>
              <p:nvPr/>
            </p:nvSpPr>
            <p:spPr>
              <a:xfrm>
                <a:off x="4055570" y="114580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43" name="ph743"/>
              <p:cNvSpPr/>
              <p:nvPr/>
            </p:nvSpPr>
            <p:spPr>
              <a:xfrm>
                <a:off x="3602796" y="115650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44" name="ph744"/>
              <p:cNvSpPr/>
              <p:nvPr/>
            </p:nvSpPr>
            <p:spPr>
              <a:xfrm>
                <a:off x="3611504" y="115650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45" name="ph745"/>
              <p:cNvSpPr/>
              <p:nvPr/>
            </p:nvSpPr>
            <p:spPr>
              <a:xfrm>
                <a:off x="3620211" y="115650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46" name="ph746"/>
              <p:cNvSpPr/>
              <p:nvPr/>
            </p:nvSpPr>
            <p:spPr>
              <a:xfrm>
                <a:off x="3628918" y="115650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47" name="ph747"/>
              <p:cNvSpPr/>
              <p:nvPr/>
            </p:nvSpPr>
            <p:spPr>
              <a:xfrm>
                <a:off x="3637625" y="115650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48" name="ph748"/>
              <p:cNvSpPr/>
              <p:nvPr/>
            </p:nvSpPr>
            <p:spPr>
              <a:xfrm>
                <a:off x="3646332" y="115650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49" name="ph749"/>
              <p:cNvSpPr/>
              <p:nvPr/>
            </p:nvSpPr>
            <p:spPr>
              <a:xfrm>
                <a:off x="3985912" y="115650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50" name="ph750"/>
              <p:cNvSpPr/>
              <p:nvPr/>
            </p:nvSpPr>
            <p:spPr>
              <a:xfrm>
                <a:off x="3994620" y="115650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51" name="ph751"/>
              <p:cNvSpPr/>
              <p:nvPr/>
            </p:nvSpPr>
            <p:spPr>
              <a:xfrm>
                <a:off x="4003327" y="115650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52" name="ph752"/>
              <p:cNvSpPr/>
              <p:nvPr/>
            </p:nvSpPr>
            <p:spPr>
              <a:xfrm>
                <a:off x="4012034" y="115650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53" name="ph753"/>
              <p:cNvSpPr/>
              <p:nvPr/>
            </p:nvSpPr>
            <p:spPr>
              <a:xfrm>
                <a:off x="4020741" y="115650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54" name="ph754"/>
              <p:cNvSpPr/>
              <p:nvPr/>
            </p:nvSpPr>
            <p:spPr>
              <a:xfrm>
                <a:off x="4029448" y="115650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55" name="ph755"/>
              <p:cNvSpPr/>
              <p:nvPr/>
            </p:nvSpPr>
            <p:spPr>
              <a:xfrm>
                <a:off x="4038155" y="115650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56" name="ph756"/>
              <p:cNvSpPr/>
              <p:nvPr/>
            </p:nvSpPr>
            <p:spPr>
              <a:xfrm>
                <a:off x="3594089" y="116720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57" name="ph757"/>
              <p:cNvSpPr/>
              <p:nvPr/>
            </p:nvSpPr>
            <p:spPr>
              <a:xfrm>
                <a:off x="3602796" y="116720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58" name="ph758"/>
              <p:cNvSpPr/>
              <p:nvPr/>
            </p:nvSpPr>
            <p:spPr>
              <a:xfrm>
                <a:off x="3611504" y="116720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59" name="ph759"/>
              <p:cNvSpPr/>
              <p:nvPr/>
            </p:nvSpPr>
            <p:spPr>
              <a:xfrm>
                <a:off x="3620211" y="116720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60" name="ph760"/>
              <p:cNvSpPr/>
              <p:nvPr/>
            </p:nvSpPr>
            <p:spPr>
              <a:xfrm>
                <a:off x="3628918" y="116720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693A8">
                  <a:alpha val="100000"/>
                </a:srgbClr>
              </a:solidFill>
              <a:ln w="5420" cap="flat">
                <a:solidFill>
                  <a:srgbClr val="36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61" name="ph761"/>
              <p:cNvSpPr/>
              <p:nvPr/>
            </p:nvSpPr>
            <p:spPr>
              <a:xfrm>
                <a:off x="3637625" y="116720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62" name="ph762"/>
              <p:cNvSpPr/>
              <p:nvPr/>
            </p:nvSpPr>
            <p:spPr>
              <a:xfrm>
                <a:off x="4003327" y="116720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63" name="ph763"/>
              <p:cNvSpPr/>
              <p:nvPr/>
            </p:nvSpPr>
            <p:spPr>
              <a:xfrm>
                <a:off x="4012034" y="116720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64" name="ph764"/>
              <p:cNvSpPr/>
              <p:nvPr/>
            </p:nvSpPr>
            <p:spPr>
              <a:xfrm>
                <a:off x="4020741" y="116720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65" name="ph765"/>
              <p:cNvSpPr/>
              <p:nvPr/>
            </p:nvSpPr>
            <p:spPr>
              <a:xfrm>
                <a:off x="3585382" y="117790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66" name="ph766"/>
              <p:cNvSpPr/>
              <p:nvPr/>
            </p:nvSpPr>
            <p:spPr>
              <a:xfrm>
                <a:off x="3594089" y="117790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67" name="ph767"/>
              <p:cNvSpPr/>
              <p:nvPr/>
            </p:nvSpPr>
            <p:spPr>
              <a:xfrm>
                <a:off x="3602796" y="117790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68" name="ph768"/>
              <p:cNvSpPr/>
              <p:nvPr/>
            </p:nvSpPr>
            <p:spPr>
              <a:xfrm>
                <a:off x="3611504" y="117790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69" name="ph769"/>
              <p:cNvSpPr/>
              <p:nvPr/>
            </p:nvSpPr>
            <p:spPr>
              <a:xfrm>
                <a:off x="3620211" y="117790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70" name="ph770"/>
              <p:cNvSpPr/>
              <p:nvPr/>
            </p:nvSpPr>
            <p:spPr>
              <a:xfrm>
                <a:off x="3628918" y="117790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596A9">
                  <a:alpha val="100000"/>
                </a:srgbClr>
              </a:solidFill>
              <a:ln w="5420" cap="flat">
                <a:solidFill>
                  <a:srgbClr val="35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71" name="ph771"/>
              <p:cNvSpPr/>
              <p:nvPr/>
            </p:nvSpPr>
            <p:spPr>
              <a:xfrm>
                <a:off x="3585382" y="118860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7AAAA">
                  <a:alpha val="100000"/>
                </a:srgbClr>
              </a:solidFill>
              <a:ln w="5420" cap="flat">
                <a:solidFill>
                  <a:srgbClr val="47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72" name="ph772"/>
              <p:cNvSpPr/>
              <p:nvPr/>
            </p:nvSpPr>
            <p:spPr>
              <a:xfrm>
                <a:off x="3594089" y="118860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73" name="ph773"/>
              <p:cNvSpPr/>
              <p:nvPr/>
            </p:nvSpPr>
            <p:spPr>
              <a:xfrm>
                <a:off x="3602796" y="118860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74" name="ph774"/>
              <p:cNvSpPr/>
              <p:nvPr/>
            </p:nvSpPr>
            <p:spPr>
              <a:xfrm>
                <a:off x="3611504" y="118860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75" name="ph775"/>
              <p:cNvSpPr/>
              <p:nvPr/>
            </p:nvSpPr>
            <p:spPr>
              <a:xfrm>
                <a:off x="3620211" y="118860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76" name="ph776"/>
              <p:cNvSpPr/>
              <p:nvPr/>
            </p:nvSpPr>
            <p:spPr>
              <a:xfrm>
                <a:off x="3576675" y="119930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77" name="ph777"/>
              <p:cNvSpPr/>
              <p:nvPr/>
            </p:nvSpPr>
            <p:spPr>
              <a:xfrm>
                <a:off x="3585382" y="119930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78" name="ph778"/>
              <p:cNvSpPr/>
              <p:nvPr/>
            </p:nvSpPr>
            <p:spPr>
              <a:xfrm>
                <a:off x="3594089" y="119930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79" name="ph779"/>
              <p:cNvSpPr/>
              <p:nvPr/>
            </p:nvSpPr>
            <p:spPr>
              <a:xfrm>
                <a:off x="3602796" y="119930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80" name="ph780"/>
              <p:cNvSpPr/>
              <p:nvPr/>
            </p:nvSpPr>
            <p:spPr>
              <a:xfrm>
                <a:off x="3611504" y="119930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81" name="ph781"/>
              <p:cNvSpPr/>
              <p:nvPr/>
            </p:nvSpPr>
            <p:spPr>
              <a:xfrm>
                <a:off x="3620211" y="119930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799A9">
                  <a:alpha val="100000"/>
                </a:srgbClr>
              </a:solidFill>
              <a:ln w="5420" cap="flat">
                <a:solidFill>
                  <a:srgbClr val="37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82" name="ph782"/>
              <p:cNvSpPr/>
              <p:nvPr/>
            </p:nvSpPr>
            <p:spPr>
              <a:xfrm>
                <a:off x="3576675" y="121000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83" name="ph783"/>
              <p:cNvSpPr/>
              <p:nvPr/>
            </p:nvSpPr>
            <p:spPr>
              <a:xfrm>
                <a:off x="3585382" y="121000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84" name="ph784"/>
              <p:cNvSpPr/>
              <p:nvPr/>
            </p:nvSpPr>
            <p:spPr>
              <a:xfrm>
                <a:off x="3594089" y="121000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85" name="ph785"/>
              <p:cNvSpPr/>
              <p:nvPr/>
            </p:nvSpPr>
            <p:spPr>
              <a:xfrm>
                <a:off x="3602796" y="121000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86" name="ph786"/>
              <p:cNvSpPr/>
              <p:nvPr/>
            </p:nvSpPr>
            <p:spPr>
              <a:xfrm>
                <a:off x="3611504" y="121000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87" name="ph787"/>
              <p:cNvSpPr/>
              <p:nvPr/>
            </p:nvSpPr>
            <p:spPr>
              <a:xfrm>
                <a:off x="3620211" y="121000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88" name="ph788"/>
              <p:cNvSpPr/>
              <p:nvPr/>
            </p:nvSpPr>
            <p:spPr>
              <a:xfrm>
                <a:off x="3576675" y="122070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89" name="ph789"/>
              <p:cNvSpPr/>
              <p:nvPr/>
            </p:nvSpPr>
            <p:spPr>
              <a:xfrm>
                <a:off x="3585382" y="122070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90" name="ph790"/>
              <p:cNvSpPr/>
              <p:nvPr/>
            </p:nvSpPr>
            <p:spPr>
              <a:xfrm>
                <a:off x="3594089" y="122070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91" name="ph791"/>
              <p:cNvSpPr/>
              <p:nvPr/>
            </p:nvSpPr>
            <p:spPr>
              <a:xfrm>
                <a:off x="3602796" y="122070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690A7">
                  <a:alpha val="100000"/>
                </a:srgbClr>
              </a:solidFill>
              <a:ln w="5420" cap="flat">
                <a:solidFill>
                  <a:srgbClr val="3690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92" name="ph792"/>
              <p:cNvSpPr/>
              <p:nvPr/>
            </p:nvSpPr>
            <p:spPr>
              <a:xfrm>
                <a:off x="3611504" y="122070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93" name="ph793"/>
              <p:cNvSpPr/>
              <p:nvPr/>
            </p:nvSpPr>
            <p:spPr>
              <a:xfrm>
                <a:off x="3620211" y="122070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94" name="ph794"/>
              <p:cNvSpPr/>
              <p:nvPr/>
            </p:nvSpPr>
            <p:spPr>
              <a:xfrm>
                <a:off x="3576675" y="123140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95" name="ph795"/>
              <p:cNvSpPr/>
              <p:nvPr/>
            </p:nvSpPr>
            <p:spPr>
              <a:xfrm>
                <a:off x="3585382" y="123140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96" name="ph796"/>
              <p:cNvSpPr/>
              <p:nvPr/>
            </p:nvSpPr>
            <p:spPr>
              <a:xfrm>
                <a:off x="3594089" y="123140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97" name="ph797"/>
              <p:cNvSpPr/>
              <p:nvPr/>
            </p:nvSpPr>
            <p:spPr>
              <a:xfrm>
                <a:off x="3602796" y="123140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690A7">
                  <a:alpha val="100000"/>
                </a:srgbClr>
              </a:solidFill>
              <a:ln w="5420" cap="flat">
                <a:solidFill>
                  <a:srgbClr val="3690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98" name="ph798"/>
              <p:cNvSpPr/>
              <p:nvPr/>
            </p:nvSpPr>
            <p:spPr>
              <a:xfrm>
                <a:off x="3611504" y="123140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799" name="ph799"/>
              <p:cNvSpPr/>
              <p:nvPr/>
            </p:nvSpPr>
            <p:spPr>
              <a:xfrm>
                <a:off x="3620211" y="123140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00" name="ph800"/>
              <p:cNvSpPr/>
              <p:nvPr/>
            </p:nvSpPr>
            <p:spPr>
              <a:xfrm>
                <a:off x="3628918" y="123140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01" name="ph801"/>
              <p:cNvSpPr/>
              <p:nvPr/>
            </p:nvSpPr>
            <p:spPr>
              <a:xfrm>
                <a:off x="3567968" y="124210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02" name="ph802"/>
              <p:cNvSpPr/>
              <p:nvPr/>
            </p:nvSpPr>
            <p:spPr>
              <a:xfrm>
                <a:off x="3576675" y="124210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03" name="ph803"/>
              <p:cNvSpPr/>
              <p:nvPr/>
            </p:nvSpPr>
            <p:spPr>
              <a:xfrm>
                <a:off x="3585382" y="124210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04" name="ph804"/>
              <p:cNvSpPr/>
              <p:nvPr/>
            </p:nvSpPr>
            <p:spPr>
              <a:xfrm>
                <a:off x="3594089" y="124210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05" name="ph805"/>
              <p:cNvSpPr/>
              <p:nvPr/>
            </p:nvSpPr>
            <p:spPr>
              <a:xfrm>
                <a:off x="3602796" y="124210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06" name="ph806"/>
              <p:cNvSpPr/>
              <p:nvPr/>
            </p:nvSpPr>
            <p:spPr>
              <a:xfrm>
                <a:off x="3611504" y="124210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07" name="ph807"/>
              <p:cNvSpPr/>
              <p:nvPr/>
            </p:nvSpPr>
            <p:spPr>
              <a:xfrm>
                <a:off x="3620211" y="124210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08" name="ph808"/>
              <p:cNvSpPr/>
              <p:nvPr/>
            </p:nvSpPr>
            <p:spPr>
              <a:xfrm>
                <a:off x="3559261" y="125280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BA6">
                  <a:alpha val="100000"/>
                </a:srgbClr>
              </a:solidFill>
              <a:ln w="5420" cap="flat">
                <a:solidFill>
                  <a:srgbClr val="388B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09" name="ph809"/>
              <p:cNvSpPr/>
              <p:nvPr/>
            </p:nvSpPr>
            <p:spPr>
              <a:xfrm>
                <a:off x="3567968" y="125280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10" name="ph810"/>
              <p:cNvSpPr/>
              <p:nvPr/>
            </p:nvSpPr>
            <p:spPr>
              <a:xfrm>
                <a:off x="3576675" y="125280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11" name="ph811"/>
              <p:cNvSpPr/>
              <p:nvPr/>
            </p:nvSpPr>
            <p:spPr>
              <a:xfrm>
                <a:off x="3585382" y="125280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12" name="ph812"/>
              <p:cNvSpPr/>
              <p:nvPr/>
            </p:nvSpPr>
            <p:spPr>
              <a:xfrm>
                <a:off x="3594089" y="125280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13" name="ph813"/>
              <p:cNvSpPr/>
              <p:nvPr/>
            </p:nvSpPr>
            <p:spPr>
              <a:xfrm>
                <a:off x="3602796" y="125280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14" name="ph814"/>
              <p:cNvSpPr/>
              <p:nvPr/>
            </p:nvSpPr>
            <p:spPr>
              <a:xfrm>
                <a:off x="3611504" y="125280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15" name="ph815"/>
              <p:cNvSpPr/>
              <p:nvPr/>
            </p:nvSpPr>
            <p:spPr>
              <a:xfrm>
                <a:off x="3559261" y="126350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6A6">
                  <a:alpha val="100000"/>
                </a:srgbClr>
              </a:solidFill>
              <a:ln w="5420" cap="flat">
                <a:solidFill>
                  <a:srgbClr val="3986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16" name="ph816"/>
              <p:cNvSpPr/>
              <p:nvPr/>
            </p:nvSpPr>
            <p:spPr>
              <a:xfrm>
                <a:off x="3567968" y="126350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7A6">
                  <a:alpha val="100000"/>
                </a:srgbClr>
              </a:solidFill>
              <a:ln w="5420" cap="flat">
                <a:solidFill>
                  <a:srgbClr val="38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17" name="ph817"/>
              <p:cNvSpPr/>
              <p:nvPr/>
            </p:nvSpPr>
            <p:spPr>
              <a:xfrm>
                <a:off x="3576675" y="126350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18" name="ph818"/>
              <p:cNvSpPr/>
              <p:nvPr/>
            </p:nvSpPr>
            <p:spPr>
              <a:xfrm>
                <a:off x="3585382" y="126350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19" name="ph819"/>
              <p:cNvSpPr/>
              <p:nvPr/>
            </p:nvSpPr>
            <p:spPr>
              <a:xfrm>
                <a:off x="3594089" y="126350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20" name="ph820"/>
              <p:cNvSpPr/>
              <p:nvPr/>
            </p:nvSpPr>
            <p:spPr>
              <a:xfrm>
                <a:off x="3602796" y="126350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BA6">
                  <a:alpha val="100000"/>
                </a:srgbClr>
              </a:solidFill>
              <a:ln w="5420" cap="flat">
                <a:solidFill>
                  <a:srgbClr val="388B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21" name="ph821"/>
              <p:cNvSpPr/>
              <p:nvPr/>
            </p:nvSpPr>
            <p:spPr>
              <a:xfrm>
                <a:off x="3611504" y="126350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BA6">
                  <a:alpha val="100000"/>
                </a:srgbClr>
              </a:solidFill>
              <a:ln w="5420" cap="flat">
                <a:solidFill>
                  <a:srgbClr val="388B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22" name="ph822"/>
              <p:cNvSpPr/>
              <p:nvPr/>
            </p:nvSpPr>
            <p:spPr>
              <a:xfrm>
                <a:off x="3628918" y="126350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23" name="ph823"/>
              <p:cNvSpPr/>
              <p:nvPr/>
            </p:nvSpPr>
            <p:spPr>
              <a:xfrm>
                <a:off x="3637625" y="126350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24" name="ph824"/>
              <p:cNvSpPr/>
              <p:nvPr/>
            </p:nvSpPr>
            <p:spPr>
              <a:xfrm>
                <a:off x="3646332" y="126350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25" name="ph825"/>
              <p:cNvSpPr/>
              <p:nvPr/>
            </p:nvSpPr>
            <p:spPr>
              <a:xfrm>
                <a:off x="3655040" y="126350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26" name="ph826"/>
              <p:cNvSpPr/>
              <p:nvPr/>
            </p:nvSpPr>
            <p:spPr>
              <a:xfrm>
                <a:off x="3559261" y="127420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2A4">
                  <a:alpha val="100000"/>
                </a:srgbClr>
              </a:solidFill>
              <a:ln w="5420" cap="flat">
                <a:solidFill>
                  <a:srgbClr val="3982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27" name="ph827"/>
              <p:cNvSpPr/>
              <p:nvPr/>
            </p:nvSpPr>
            <p:spPr>
              <a:xfrm>
                <a:off x="3567968" y="127420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2A4">
                  <a:alpha val="100000"/>
                </a:srgbClr>
              </a:solidFill>
              <a:ln w="5420" cap="flat">
                <a:solidFill>
                  <a:srgbClr val="3982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28" name="ph828"/>
              <p:cNvSpPr/>
              <p:nvPr/>
            </p:nvSpPr>
            <p:spPr>
              <a:xfrm>
                <a:off x="3576675" y="127420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29" name="ph829"/>
              <p:cNvSpPr/>
              <p:nvPr/>
            </p:nvSpPr>
            <p:spPr>
              <a:xfrm>
                <a:off x="3585382" y="127420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30" name="ph830"/>
              <p:cNvSpPr/>
              <p:nvPr/>
            </p:nvSpPr>
            <p:spPr>
              <a:xfrm>
                <a:off x="3594089" y="127420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31" name="ph831"/>
              <p:cNvSpPr/>
              <p:nvPr/>
            </p:nvSpPr>
            <p:spPr>
              <a:xfrm>
                <a:off x="3602796" y="127420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7A6">
                  <a:alpha val="100000"/>
                </a:srgbClr>
              </a:solidFill>
              <a:ln w="5420" cap="flat">
                <a:solidFill>
                  <a:srgbClr val="38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32" name="ph832"/>
              <p:cNvSpPr/>
              <p:nvPr/>
            </p:nvSpPr>
            <p:spPr>
              <a:xfrm>
                <a:off x="3611504" y="127420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33" name="ph833"/>
              <p:cNvSpPr/>
              <p:nvPr/>
            </p:nvSpPr>
            <p:spPr>
              <a:xfrm>
                <a:off x="3620211" y="127420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34" name="ph834"/>
              <p:cNvSpPr/>
              <p:nvPr/>
            </p:nvSpPr>
            <p:spPr>
              <a:xfrm>
                <a:off x="3628918" y="127420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35" name="ph835"/>
              <p:cNvSpPr/>
              <p:nvPr/>
            </p:nvSpPr>
            <p:spPr>
              <a:xfrm>
                <a:off x="3637625" y="127420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36" name="ph836"/>
              <p:cNvSpPr/>
              <p:nvPr/>
            </p:nvSpPr>
            <p:spPr>
              <a:xfrm>
                <a:off x="3646332" y="127420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37" name="ph837"/>
              <p:cNvSpPr/>
              <p:nvPr/>
            </p:nvSpPr>
            <p:spPr>
              <a:xfrm>
                <a:off x="3655040" y="127420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38" name="ph838"/>
              <p:cNvSpPr/>
              <p:nvPr/>
            </p:nvSpPr>
            <p:spPr>
              <a:xfrm>
                <a:off x="3663747" y="127420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7A6">
                  <a:alpha val="100000"/>
                </a:srgbClr>
              </a:solidFill>
              <a:ln w="5420" cap="flat">
                <a:solidFill>
                  <a:srgbClr val="38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39" name="ph839"/>
              <p:cNvSpPr/>
              <p:nvPr/>
            </p:nvSpPr>
            <p:spPr>
              <a:xfrm>
                <a:off x="3576675" y="128490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DA4">
                  <a:alpha val="100000"/>
                </a:srgbClr>
              </a:solidFill>
              <a:ln w="5420" cap="flat">
                <a:solidFill>
                  <a:srgbClr val="3A7D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40" name="ph840"/>
              <p:cNvSpPr/>
              <p:nvPr/>
            </p:nvSpPr>
            <p:spPr>
              <a:xfrm>
                <a:off x="3585382" y="128490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41" name="ph841"/>
              <p:cNvSpPr/>
              <p:nvPr/>
            </p:nvSpPr>
            <p:spPr>
              <a:xfrm>
                <a:off x="3594089" y="128490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2A4">
                  <a:alpha val="100000"/>
                </a:srgbClr>
              </a:solidFill>
              <a:ln w="5420" cap="flat">
                <a:solidFill>
                  <a:srgbClr val="3982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42" name="ph842"/>
              <p:cNvSpPr/>
              <p:nvPr/>
            </p:nvSpPr>
            <p:spPr>
              <a:xfrm>
                <a:off x="3602796" y="128490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43" name="ph843"/>
              <p:cNvSpPr/>
              <p:nvPr/>
            </p:nvSpPr>
            <p:spPr>
              <a:xfrm>
                <a:off x="3611504" y="128490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44" name="ph844"/>
              <p:cNvSpPr/>
              <p:nvPr/>
            </p:nvSpPr>
            <p:spPr>
              <a:xfrm>
                <a:off x="3620211" y="128490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45" name="ph845"/>
              <p:cNvSpPr/>
              <p:nvPr/>
            </p:nvSpPr>
            <p:spPr>
              <a:xfrm>
                <a:off x="3628918" y="128490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46" name="ph846"/>
              <p:cNvSpPr/>
              <p:nvPr/>
            </p:nvSpPr>
            <p:spPr>
              <a:xfrm>
                <a:off x="3637625" y="128490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47" name="ph847"/>
              <p:cNvSpPr/>
              <p:nvPr/>
            </p:nvSpPr>
            <p:spPr>
              <a:xfrm>
                <a:off x="3646332" y="128490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48" name="ph848"/>
              <p:cNvSpPr/>
              <p:nvPr/>
            </p:nvSpPr>
            <p:spPr>
              <a:xfrm>
                <a:off x="3655040" y="128490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49" name="ph849"/>
              <p:cNvSpPr/>
              <p:nvPr/>
            </p:nvSpPr>
            <p:spPr>
              <a:xfrm>
                <a:off x="3663747" y="128490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50" name="ph850"/>
              <p:cNvSpPr/>
              <p:nvPr/>
            </p:nvSpPr>
            <p:spPr>
              <a:xfrm>
                <a:off x="3672454" y="128490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51" name="ph851"/>
              <p:cNvSpPr/>
              <p:nvPr/>
            </p:nvSpPr>
            <p:spPr>
              <a:xfrm>
                <a:off x="3541846" y="12956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6FA0">
                  <a:alpha val="100000"/>
                </a:srgbClr>
              </a:solidFill>
              <a:ln w="5420" cap="flat">
                <a:solidFill>
                  <a:srgbClr val="3B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52" name="ph852"/>
              <p:cNvSpPr/>
              <p:nvPr/>
            </p:nvSpPr>
            <p:spPr>
              <a:xfrm>
                <a:off x="3550553" y="12956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0A1">
                  <a:alpha val="100000"/>
                </a:srgbClr>
              </a:solidFill>
              <a:ln w="5420" cap="flat">
                <a:solidFill>
                  <a:srgbClr val="3B70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53" name="ph853"/>
              <p:cNvSpPr/>
              <p:nvPr/>
            </p:nvSpPr>
            <p:spPr>
              <a:xfrm>
                <a:off x="3559261" y="12956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54" name="ph854"/>
              <p:cNvSpPr/>
              <p:nvPr/>
            </p:nvSpPr>
            <p:spPr>
              <a:xfrm>
                <a:off x="3567968" y="12956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55" name="ph855"/>
              <p:cNvSpPr/>
              <p:nvPr/>
            </p:nvSpPr>
            <p:spPr>
              <a:xfrm>
                <a:off x="3594089" y="12956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56" name="ph856"/>
              <p:cNvSpPr/>
              <p:nvPr/>
            </p:nvSpPr>
            <p:spPr>
              <a:xfrm>
                <a:off x="3602796" y="12956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57" name="ph857"/>
              <p:cNvSpPr/>
              <p:nvPr/>
            </p:nvSpPr>
            <p:spPr>
              <a:xfrm>
                <a:off x="3611504" y="12956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58" name="ph858"/>
              <p:cNvSpPr/>
              <p:nvPr/>
            </p:nvSpPr>
            <p:spPr>
              <a:xfrm>
                <a:off x="3620211" y="12956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59" name="ph859"/>
              <p:cNvSpPr/>
              <p:nvPr/>
            </p:nvSpPr>
            <p:spPr>
              <a:xfrm>
                <a:off x="3628918" y="12956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60" name="ph860"/>
              <p:cNvSpPr/>
              <p:nvPr/>
            </p:nvSpPr>
            <p:spPr>
              <a:xfrm>
                <a:off x="3637625" y="12956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61" name="ph861"/>
              <p:cNvSpPr/>
              <p:nvPr/>
            </p:nvSpPr>
            <p:spPr>
              <a:xfrm>
                <a:off x="3646332" y="12956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62" name="ph862"/>
              <p:cNvSpPr/>
              <p:nvPr/>
            </p:nvSpPr>
            <p:spPr>
              <a:xfrm>
                <a:off x="3655040" y="12956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63" name="ph863"/>
              <p:cNvSpPr/>
              <p:nvPr/>
            </p:nvSpPr>
            <p:spPr>
              <a:xfrm>
                <a:off x="3663747" y="12956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64" name="ph864"/>
              <p:cNvSpPr/>
              <p:nvPr/>
            </p:nvSpPr>
            <p:spPr>
              <a:xfrm>
                <a:off x="3672454" y="12956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65" name="ph865"/>
              <p:cNvSpPr/>
              <p:nvPr/>
            </p:nvSpPr>
            <p:spPr>
              <a:xfrm>
                <a:off x="3533139" y="13063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66" name="ph866"/>
              <p:cNvSpPr/>
              <p:nvPr/>
            </p:nvSpPr>
            <p:spPr>
              <a:xfrm>
                <a:off x="3541846" y="13063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67" name="ph867"/>
              <p:cNvSpPr/>
              <p:nvPr/>
            </p:nvSpPr>
            <p:spPr>
              <a:xfrm>
                <a:off x="3550553" y="13063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68" name="ph868"/>
              <p:cNvSpPr/>
              <p:nvPr/>
            </p:nvSpPr>
            <p:spPr>
              <a:xfrm>
                <a:off x="3559261" y="13063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69" name="ph869"/>
              <p:cNvSpPr/>
              <p:nvPr/>
            </p:nvSpPr>
            <p:spPr>
              <a:xfrm>
                <a:off x="3567968" y="13063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70" name="ph870"/>
              <p:cNvSpPr/>
              <p:nvPr/>
            </p:nvSpPr>
            <p:spPr>
              <a:xfrm>
                <a:off x="3576675" y="13063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71" name="ph871"/>
              <p:cNvSpPr/>
              <p:nvPr/>
            </p:nvSpPr>
            <p:spPr>
              <a:xfrm>
                <a:off x="3585382" y="13063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72" name="ph872"/>
              <p:cNvSpPr/>
              <p:nvPr/>
            </p:nvSpPr>
            <p:spPr>
              <a:xfrm>
                <a:off x="3594089" y="13063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73" name="ph873"/>
              <p:cNvSpPr/>
              <p:nvPr/>
            </p:nvSpPr>
            <p:spPr>
              <a:xfrm>
                <a:off x="3602796" y="13063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74" name="ph874"/>
              <p:cNvSpPr/>
              <p:nvPr/>
            </p:nvSpPr>
            <p:spPr>
              <a:xfrm>
                <a:off x="3611504" y="13063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75" name="ph875"/>
              <p:cNvSpPr/>
              <p:nvPr/>
            </p:nvSpPr>
            <p:spPr>
              <a:xfrm>
                <a:off x="3620211" y="13063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76" name="ph876"/>
              <p:cNvSpPr/>
              <p:nvPr/>
            </p:nvSpPr>
            <p:spPr>
              <a:xfrm>
                <a:off x="3628918" y="13063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77" name="ph877"/>
              <p:cNvSpPr/>
              <p:nvPr/>
            </p:nvSpPr>
            <p:spPr>
              <a:xfrm>
                <a:off x="3637625" y="13063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81A4">
                  <a:alpha val="100000"/>
                </a:srgbClr>
              </a:solidFill>
              <a:ln w="5420" cap="flat">
                <a:solidFill>
                  <a:srgbClr val="3A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78" name="ph878"/>
              <p:cNvSpPr/>
              <p:nvPr/>
            </p:nvSpPr>
            <p:spPr>
              <a:xfrm>
                <a:off x="3646332" y="13063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79" name="ph879"/>
              <p:cNvSpPr/>
              <p:nvPr/>
            </p:nvSpPr>
            <p:spPr>
              <a:xfrm>
                <a:off x="3655040" y="13063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80" name="ph880"/>
              <p:cNvSpPr/>
              <p:nvPr/>
            </p:nvSpPr>
            <p:spPr>
              <a:xfrm>
                <a:off x="3663747" y="13063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81" name="ph881"/>
              <p:cNvSpPr/>
              <p:nvPr/>
            </p:nvSpPr>
            <p:spPr>
              <a:xfrm>
                <a:off x="3672454" y="13063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82" name="ph882"/>
              <p:cNvSpPr/>
              <p:nvPr/>
            </p:nvSpPr>
            <p:spPr>
              <a:xfrm>
                <a:off x="3681161" y="13063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83" name="ph883"/>
              <p:cNvSpPr/>
              <p:nvPr/>
            </p:nvSpPr>
            <p:spPr>
              <a:xfrm>
                <a:off x="3533139" y="13170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84" name="ph884"/>
              <p:cNvSpPr/>
              <p:nvPr/>
            </p:nvSpPr>
            <p:spPr>
              <a:xfrm>
                <a:off x="3541846" y="13170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85" name="ph885"/>
              <p:cNvSpPr/>
              <p:nvPr/>
            </p:nvSpPr>
            <p:spPr>
              <a:xfrm>
                <a:off x="3550553" y="13170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86" name="ph886"/>
              <p:cNvSpPr/>
              <p:nvPr/>
            </p:nvSpPr>
            <p:spPr>
              <a:xfrm>
                <a:off x="3559261" y="13170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5F9D">
                  <a:alpha val="100000"/>
                </a:srgbClr>
              </a:solidFill>
              <a:ln w="5420" cap="flat">
                <a:solidFill>
                  <a:srgbClr val="395F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87" name="ph887"/>
              <p:cNvSpPr/>
              <p:nvPr/>
            </p:nvSpPr>
            <p:spPr>
              <a:xfrm>
                <a:off x="3567968" y="13170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88" name="ph888"/>
              <p:cNvSpPr/>
              <p:nvPr/>
            </p:nvSpPr>
            <p:spPr>
              <a:xfrm>
                <a:off x="3576675" y="13170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89" name="ph889"/>
              <p:cNvSpPr/>
              <p:nvPr/>
            </p:nvSpPr>
            <p:spPr>
              <a:xfrm>
                <a:off x="3585382" y="13170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90" name="ph890"/>
              <p:cNvSpPr/>
              <p:nvPr/>
            </p:nvSpPr>
            <p:spPr>
              <a:xfrm>
                <a:off x="3594089" y="13170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0A1">
                  <a:alpha val="100000"/>
                </a:srgbClr>
              </a:solidFill>
              <a:ln w="5420" cap="flat">
                <a:solidFill>
                  <a:srgbClr val="3B70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91" name="ph891"/>
              <p:cNvSpPr/>
              <p:nvPr/>
            </p:nvSpPr>
            <p:spPr>
              <a:xfrm>
                <a:off x="3602796" y="13170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92" name="ph892"/>
              <p:cNvSpPr/>
              <p:nvPr/>
            </p:nvSpPr>
            <p:spPr>
              <a:xfrm>
                <a:off x="3611504" y="13170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93" name="ph893"/>
              <p:cNvSpPr/>
              <p:nvPr/>
            </p:nvSpPr>
            <p:spPr>
              <a:xfrm>
                <a:off x="3620211" y="13170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9A2">
                  <a:alpha val="100000"/>
                </a:srgbClr>
              </a:solidFill>
              <a:ln w="5420" cap="flat">
                <a:solidFill>
                  <a:srgbClr val="3A79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94" name="ph894"/>
              <p:cNvSpPr/>
              <p:nvPr/>
            </p:nvSpPr>
            <p:spPr>
              <a:xfrm>
                <a:off x="3628918" y="13170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95" name="ph895"/>
              <p:cNvSpPr/>
              <p:nvPr/>
            </p:nvSpPr>
            <p:spPr>
              <a:xfrm>
                <a:off x="3637625" y="13170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96" name="ph896"/>
              <p:cNvSpPr/>
              <p:nvPr/>
            </p:nvSpPr>
            <p:spPr>
              <a:xfrm>
                <a:off x="3646332" y="13170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97" name="ph897"/>
              <p:cNvSpPr/>
              <p:nvPr/>
            </p:nvSpPr>
            <p:spPr>
              <a:xfrm>
                <a:off x="3655040" y="13170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98" name="ph898"/>
              <p:cNvSpPr/>
              <p:nvPr/>
            </p:nvSpPr>
            <p:spPr>
              <a:xfrm>
                <a:off x="3663747" y="13170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899" name="ph899"/>
              <p:cNvSpPr/>
              <p:nvPr/>
            </p:nvSpPr>
            <p:spPr>
              <a:xfrm>
                <a:off x="3672454" y="13170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00" name="ph900"/>
              <p:cNvSpPr/>
              <p:nvPr/>
            </p:nvSpPr>
            <p:spPr>
              <a:xfrm>
                <a:off x="3681161" y="13170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01" name="ph901"/>
              <p:cNvSpPr/>
              <p:nvPr/>
            </p:nvSpPr>
            <p:spPr>
              <a:xfrm>
                <a:off x="3533139" y="13277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5C9B">
                  <a:alpha val="100000"/>
                </a:srgbClr>
              </a:solidFill>
              <a:ln w="5420" cap="flat">
                <a:solidFill>
                  <a:srgbClr val="395C9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02" name="ph902"/>
              <p:cNvSpPr/>
              <p:nvPr/>
            </p:nvSpPr>
            <p:spPr>
              <a:xfrm>
                <a:off x="3541846" y="13277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5B9A">
                  <a:alpha val="100000"/>
                </a:srgbClr>
              </a:solidFill>
              <a:ln w="5420" cap="flat">
                <a:solidFill>
                  <a:srgbClr val="395B9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03" name="ph903"/>
              <p:cNvSpPr/>
              <p:nvPr/>
            </p:nvSpPr>
            <p:spPr>
              <a:xfrm>
                <a:off x="3550553" y="13277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5C9A">
                  <a:alpha val="100000"/>
                </a:srgbClr>
              </a:solidFill>
              <a:ln w="5420" cap="flat">
                <a:solidFill>
                  <a:srgbClr val="395C9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04" name="ph904"/>
              <p:cNvSpPr/>
              <p:nvPr/>
            </p:nvSpPr>
            <p:spPr>
              <a:xfrm>
                <a:off x="3559261" y="13277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5D9C">
                  <a:alpha val="100000"/>
                </a:srgbClr>
              </a:solidFill>
              <a:ln w="5420" cap="flat">
                <a:solidFill>
                  <a:srgbClr val="395D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05" name="ph905"/>
              <p:cNvSpPr/>
              <p:nvPr/>
            </p:nvSpPr>
            <p:spPr>
              <a:xfrm>
                <a:off x="3567968" y="13277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06" name="ph906"/>
              <p:cNvSpPr/>
              <p:nvPr/>
            </p:nvSpPr>
            <p:spPr>
              <a:xfrm>
                <a:off x="3576675" y="13277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07" name="ph907"/>
              <p:cNvSpPr/>
              <p:nvPr/>
            </p:nvSpPr>
            <p:spPr>
              <a:xfrm>
                <a:off x="3585382" y="13277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08" name="ph908"/>
              <p:cNvSpPr/>
              <p:nvPr/>
            </p:nvSpPr>
            <p:spPr>
              <a:xfrm>
                <a:off x="3594089" y="13277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09" name="ph909"/>
              <p:cNvSpPr/>
              <p:nvPr/>
            </p:nvSpPr>
            <p:spPr>
              <a:xfrm>
                <a:off x="3602796" y="13277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10" name="ph910"/>
              <p:cNvSpPr/>
              <p:nvPr/>
            </p:nvSpPr>
            <p:spPr>
              <a:xfrm>
                <a:off x="3611504" y="13277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11" name="ph911"/>
              <p:cNvSpPr/>
              <p:nvPr/>
            </p:nvSpPr>
            <p:spPr>
              <a:xfrm>
                <a:off x="3620211" y="13277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12" name="ph912"/>
              <p:cNvSpPr/>
              <p:nvPr/>
            </p:nvSpPr>
            <p:spPr>
              <a:xfrm>
                <a:off x="3628918" y="13277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13" name="ph913"/>
              <p:cNvSpPr/>
              <p:nvPr/>
            </p:nvSpPr>
            <p:spPr>
              <a:xfrm>
                <a:off x="3637625" y="13277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14" name="ph914"/>
              <p:cNvSpPr/>
              <p:nvPr/>
            </p:nvSpPr>
            <p:spPr>
              <a:xfrm>
                <a:off x="3646332" y="13277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15" name="ph915"/>
              <p:cNvSpPr/>
              <p:nvPr/>
            </p:nvSpPr>
            <p:spPr>
              <a:xfrm>
                <a:off x="3655040" y="13277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16" name="ph916"/>
              <p:cNvSpPr/>
              <p:nvPr/>
            </p:nvSpPr>
            <p:spPr>
              <a:xfrm>
                <a:off x="3663747" y="13277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17" name="ph917"/>
              <p:cNvSpPr/>
              <p:nvPr/>
            </p:nvSpPr>
            <p:spPr>
              <a:xfrm>
                <a:off x="3672454" y="13277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18" name="ph918"/>
              <p:cNvSpPr/>
              <p:nvPr/>
            </p:nvSpPr>
            <p:spPr>
              <a:xfrm>
                <a:off x="3681161" y="13277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81A4">
                  <a:alpha val="100000"/>
                </a:srgbClr>
              </a:solidFill>
              <a:ln w="5420" cap="flat">
                <a:solidFill>
                  <a:srgbClr val="3A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19" name="ph919"/>
              <p:cNvSpPr/>
              <p:nvPr/>
            </p:nvSpPr>
            <p:spPr>
              <a:xfrm>
                <a:off x="3428653" y="13384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20" name="ph920"/>
              <p:cNvSpPr/>
              <p:nvPr/>
            </p:nvSpPr>
            <p:spPr>
              <a:xfrm>
                <a:off x="3463482" y="13384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21" name="ph921"/>
              <p:cNvSpPr/>
              <p:nvPr/>
            </p:nvSpPr>
            <p:spPr>
              <a:xfrm>
                <a:off x="3472189" y="13384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22" name="ph922"/>
              <p:cNvSpPr/>
              <p:nvPr/>
            </p:nvSpPr>
            <p:spPr>
              <a:xfrm>
                <a:off x="3480896" y="13384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23" name="ph923"/>
              <p:cNvSpPr/>
              <p:nvPr/>
            </p:nvSpPr>
            <p:spPr>
              <a:xfrm>
                <a:off x="3489603" y="13384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24" name="ph924"/>
              <p:cNvSpPr/>
              <p:nvPr/>
            </p:nvSpPr>
            <p:spPr>
              <a:xfrm>
                <a:off x="3498310" y="13384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25" name="ph925"/>
              <p:cNvSpPr/>
              <p:nvPr/>
            </p:nvSpPr>
            <p:spPr>
              <a:xfrm>
                <a:off x="3507018" y="13384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26" name="ph926"/>
              <p:cNvSpPr/>
              <p:nvPr/>
            </p:nvSpPr>
            <p:spPr>
              <a:xfrm>
                <a:off x="3515725" y="13384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27" name="ph927"/>
              <p:cNvSpPr/>
              <p:nvPr/>
            </p:nvSpPr>
            <p:spPr>
              <a:xfrm>
                <a:off x="3524432" y="13384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28" name="ph928"/>
              <p:cNvSpPr/>
              <p:nvPr/>
            </p:nvSpPr>
            <p:spPr>
              <a:xfrm>
                <a:off x="3533139" y="13384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5D9B">
                  <a:alpha val="100000"/>
                </a:srgbClr>
              </a:solidFill>
              <a:ln w="5420" cap="flat">
                <a:solidFill>
                  <a:srgbClr val="395D9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29" name="ph929"/>
              <p:cNvSpPr/>
              <p:nvPr/>
            </p:nvSpPr>
            <p:spPr>
              <a:xfrm>
                <a:off x="3541846" y="13384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5C9A">
                  <a:alpha val="100000"/>
                </a:srgbClr>
              </a:solidFill>
              <a:ln w="5420" cap="flat">
                <a:solidFill>
                  <a:srgbClr val="395C9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30" name="ph930"/>
              <p:cNvSpPr/>
              <p:nvPr/>
            </p:nvSpPr>
            <p:spPr>
              <a:xfrm>
                <a:off x="3550553" y="13384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5C9A">
                  <a:alpha val="100000"/>
                </a:srgbClr>
              </a:solidFill>
              <a:ln w="5420" cap="flat">
                <a:solidFill>
                  <a:srgbClr val="395C9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31" name="ph931"/>
              <p:cNvSpPr/>
              <p:nvPr/>
            </p:nvSpPr>
            <p:spPr>
              <a:xfrm>
                <a:off x="3559261" y="13384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5D9C">
                  <a:alpha val="100000"/>
                </a:srgbClr>
              </a:solidFill>
              <a:ln w="5420" cap="flat">
                <a:solidFill>
                  <a:srgbClr val="395D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32" name="ph932"/>
              <p:cNvSpPr/>
              <p:nvPr/>
            </p:nvSpPr>
            <p:spPr>
              <a:xfrm>
                <a:off x="3567968" y="13384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33" name="ph933"/>
              <p:cNvSpPr/>
              <p:nvPr/>
            </p:nvSpPr>
            <p:spPr>
              <a:xfrm>
                <a:off x="3576675" y="13384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34" name="ph934"/>
              <p:cNvSpPr/>
              <p:nvPr/>
            </p:nvSpPr>
            <p:spPr>
              <a:xfrm>
                <a:off x="3585382" y="13384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35" name="ph935"/>
              <p:cNvSpPr/>
              <p:nvPr/>
            </p:nvSpPr>
            <p:spPr>
              <a:xfrm>
                <a:off x="3594089" y="13384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36" name="ph936"/>
              <p:cNvSpPr/>
              <p:nvPr/>
            </p:nvSpPr>
            <p:spPr>
              <a:xfrm>
                <a:off x="3602796" y="13384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0A1">
                  <a:alpha val="100000"/>
                </a:srgbClr>
              </a:solidFill>
              <a:ln w="5420" cap="flat">
                <a:solidFill>
                  <a:srgbClr val="3B70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37" name="ph937"/>
              <p:cNvSpPr/>
              <p:nvPr/>
            </p:nvSpPr>
            <p:spPr>
              <a:xfrm>
                <a:off x="3611504" y="13384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38" name="ph938"/>
              <p:cNvSpPr/>
              <p:nvPr/>
            </p:nvSpPr>
            <p:spPr>
              <a:xfrm>
                <a:off x="3620211" y="13384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39" name="ph939"/>
              <p:cNvSpPr/>
              <p:nvPr/>
            </p:nvSpPr>
            <p:spPr>
              <a:xfrm>
                <a:off x="3628918" y="13384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40" name="ph940"/>
              <p:cNvSpPr/>
              <p:nvPr/>
            </p:nvSpPr>
            <p:spPr>
              <a:xfrm>
                <a:off x="3637625" y="13384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41" name="ph941"/>
              <p:cNvSpPr/>
              <p:nvPr/>
            </p:nvSpPr>
            <p:spPr>
              <a:xfrm>
                <a:off x="3646332" y="13384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42" name="ph942"/>
              <p:cNvSpPr/>
              <p:nvPr/>
            </p:nvSpPr>
            <p:spPr>
              <a:xfrm>
                <a:off x="3655040" y="13384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43" name="ph943"/>
              <p:cNvSpPr/>
              <p:nvPr/>
            </p:nvSpPr>
            <p:spPr>
              <a:xfrm>
                <a:off x="3663747" y="13384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44" name="ph944"/>
              <p:cNvSpPr/>
              <p:nvPr/>
            </p:nvSpPr>
            <p:spPr>
              <a:xfrm>
                <a:off x="3672454" y="13384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45" name="ph945"/>
              <p:cNvSpPr/>
              <p:nvPr/>
            </p:nvSpPr>
            <p:spPr>
              <a:xfrm>
                <a:off x="3332874" y="13491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46" name="ph946"/>
              <p:cNvSpPr/>
              <p:nvPr/>
            </p:nvSpPr>
            <p:spPr>
              <a:xfrm>
                <a:off x="3341581" y="13491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47" name="ph947"/>
              <p:cNvSpPr/>
              <p:nvPr/>
            </p:nvSpPr>
            <p:spPr>
              <a:xfrm>
                <a:off x="3350288" y="13491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48" name="ph948"/>
              <p:cNvSpPr/>
              <p:nvPr/>
            </p:nvSpPr>
            <p:spPr>
              <a:xfrm>
                <a:off x="3402531" y="13491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49" name="ph949"/>
              <p:cNvSpPr/>
              <p:nvPr/>
            </p:nvSpPr>
            <p:spPr>
              <a:xfrm>
                <a:off x="3411239" y="13491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50" name="ph950"/>
              <p:cNvSpPr/>
              <p:nvPr/>
            </p:nvSpPr>
            <p:spPr>
              <a:xfrm>
                <a:off x="3419946" y="13491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51" name="ph951"/>
              <p:cNvSpPr/>
              <p:nvPr/>
            </p:nvSpPr>
            <p:spPr>
              <a:xfrm>
                <a:off x="3428653" y="13491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52" name="ph952"/>
              <p:cNvSpPr/>
              <p:nvPr/>
            </p:nvSpPr>
            <p:spPr>
              <a:xfrm>
                <a:off x="3437360" y="13491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53" name="ph953"/>
              <p:cNvSpPr/>
              <p:nvPr/>
            </p:nvSpPr>
            <p:spPr>
              <a:xfrm>
                <a:off x="3446067" y="13491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54" name="ph954"/>
              <p:cNvSpPr/>
              <p:nvPr/>
            </p:nvSpPr>
            <p:spPr>
              <a:xfrm>
                <a:off x="3454774" y="13491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55" name="ph955"/>
              <p:cNvSpPr/>
              <p:nvPr/>
            </p:nvSpPr>
            <p:spPr>
              <a:xfrm>
                <a:off x="3463482" y="13491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56" name="ph956"/>
              <p:cNvSpPr/>
              <p:nvPr/>
            </p:nvSpPr>
            <p:spPr>
              <a:xfrm>
                <a:off x="3472189" y="13491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57" name="ph957"/>
              <p:cNvSpPr/>
              <p:nvPr/>
            </p:nvSpPr>
            <p:spPr>
              <a:xfrm>
                <a:off x="3480896" y="13491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58" name="ph958"/>
              <p:cNvSpPr/>
              <p:nvPr/>
            </p:nvSpPr>
            <p:spPr>
              <a:xfrm>
                <a:off x="3489603" y="13491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59" name="ph959"/>
              <p:cNvSpPr/>
              <p:nvPr/>
            </p:nvSpPr>
            <p:spPr>
              <a:xfrm>
                <a:off x="3498310" y="13491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60" name="ph960"/>
              <p:cNvSpPr/>
              <p:nvPr/>
            </p:nvSpPr>
            <p:spPr>
              <a:xfrm>
                <a:off x="3507018" y="13491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61" name="ph961"/>
              <p:cNvSpPr/>
              <p:nvPr/>
            </p:nvSpPr>
            <p:spPr>
              <a:xfrm>
                <a:off x="3515725" y="13491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62" name="ph962"/>
              <p:cNvSpPr/>
              <p:nvPr/>
            </p:nvSpPr>
            <p:spPr>
              <a:xfrm>
                <a:off x="3524432" y="13491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619D">
                  <a:alpha val="100000"/>
                </a:srgbClr>
              </a:solidFill>
              <a:ln w="5420" cap="flat">
                <a:solidFill>
                  <a:srgbClr val="39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63" name="ph963"/>
              <p:cNvSpPr/>
              <p:nvPr/>
            </p:nvSpPr>
            <p:spPr>
              <a:xfrm>
                <a:off x="3533139" y="13491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64" name="ph964"/>
              <p:cNvSpPr/>
              <p:nvPr/>
            </p:nvSpPr>
            <p:spPr>
              <a:xfrm>
                <a:off x="3541846" y="13491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65" name="ph965"/>
              <p:cNvSpPr/>
              <p:nvPr/>
            </p:nvSpPr>
            <p:spPr>
              <a:xfrm>
                <a:off x="3550553" y="13491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66" name="ph966"/>
              <p:cNvSpPr/>
              <p:nvPr/>
            </p:nvSpPr>
            <p:spPr>
              <a:xfrm>
                <a:off x="3559261" y="13491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5F9D">
                  <a:alpha val="100000"/>
                </a:srgbClr>
              </a:solidFill>
              <a:ln w="5420" cap="flat">
                <a:solidFill>
                  <a:srgbClr val="395F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67" name="ph967"/>
              <p:cNvSpPr/>
              <p:nvPr/>
            </p:nvSpPr>
            <p:spPr>
              <a:xfrm>
                <a:off x="3567968" y="13491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68" name="ph968"/>
              <p:cNvSpPr/>
              <p:nvPr/>
            </p:nvSpPr>
            <p:spPr>
              <a:xfrm>
                <a:off x="3576675" y="13491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69" name="ph969"/>
              <p:cNvSpPr/>
              <p:nvPr/>
            </p:nvSpPr>
            <p:spPr>
              <a:xfrm>
                <a:off x="3585382" y="13491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70" name="ph970"/>
              <p:cNvSpPr/>
              <p:nvPr/>
            </p:nvSpPr>
            <p:spPr>
              <a:xfrm>
                <a:off x="3594089" y="13491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71" name="ph971"/>
              <p:cNvSpPr/>
              <p:nvPr/>
            </p:nvSpPr>
            <p:spPr>
              <a:xfrm>
                <a:off x="3602796" y="13491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0A1">
                  <a:alpha val="100000"/>
                </a:srgbClr>
              </a:solidFill>
              <a:ln w="5420" cap="flat">
                <a:solidFill>
                  <a:srgbClr val="3B70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72" name="ph972"/>
              <p:cNvSpPr/>
              <p:nvPr/>
            </p:nvSpPr>
            <p:spPr>
              <a:xfrm>
                <a:off x="3611504" y="13491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73" name="ph973"/>
              <p:cNvSpPr/>
              <p:nvPr/>
            </p:nvSpPr>
            <p:spPr>
              <a:xfrm>
                <a:off x="3620211" y="13491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74" name="ph974"/>
              <p:cNvSpPr/>
              <p:nvPr/>
            </p:nvSpPr>
            <p:spPr>
              <a:xfrm>
                <a:off x="3628918" y="13491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75" name="ph975"/>
              <p:cNvSpPr/>
              <p:nvPr/>
            </p:nvSpPr>
            <p:spPr>
              <a:xfrm>
                <a:off x="3637625" y="13491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76" name="ph976"/>
              <p:cNvSpPr/>
              <p:nvPr/>
            </p:nvSpPr>
            <p:spPr>
              <a:xfrm>
                <a:off x="3646332" y="13491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77" name="ph977"/>
              <p:cNvSpPr/>
              <p:nvPr/>
            </p:nvSpPr>
            <p:spPr>
              <a:xfrm>
                <a:off x="3324167" y="13598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78" name="ph978"/>
              <p:cNvSpPr/>
              <p:nvPr/>
            </p:nvSpPr>
            <p:spPr>
              <a:xfrm>
                <a:off x="3332874" y="13598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79" name="ph979"/>
              <p:cNvSpPr/>
              <p:nvPr/>
            </p:nvSpPr>
            <p:spPr>
              <a:xfrm>
                <a:off x="3341581" y="13598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81A4">
                  <a:alpha val="100000"/>
                </a:srgbClr>
              </a:solidFill>
              <a:ln w="5420" cap="flat">
                <a:solidFill>
                  <a:srgbClr val="3A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80" name="ph980"/>
              <p:cNvSpPr/>
              <p:nvPr/>
            </p:nvSpPr>
            <p:spPr>
              <a:xfrm>
                <a:off x="3350288" y="13598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81" name="ph981"/>
              <p:cNvSpPr/>
              <p:nvPr/>
            </p:nvSpPr>
            <p:spPr>
              <a:xfrm>
                <a:off x="3358995" y="13598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82" name="ph982"/>
              <p:cNvSpPr/>
              <p:nvPr/>
            </p:nvSpPr>
            <p:spPr>
              <a:xfrm>
                <a:off x="3385117" y="13598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83" name="ph983"/>
              <p:cNvSpPr/>
              <p:nvPr/>
            </p:nvSpPr>
            <p:spPr>
              <a:xfrm>
                <a:off x="3393824" y="13598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84" name="ph984"/>
              <p:cNvSpPr/>
              <p:nvPr/>
            </p:nvSpPr>
            <p:spPr>
              <a:xfrm>
                <a:off x="3402531" y="13598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85" name="ph985"/>
              <p:cNvSpPr/>
              <p:nvPr/>
            </p:nvSpPr>
            <p:spPr>
              <a:xfrm>
                <a:off x="3411239" y="13598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86" name="ph986"/>
              <p:cNvSpPr/>
              <p:nvPr/>
            </p:nvSpPr>
            <p:spPr>
              <a:xfrm>
                <a:off x="3419946" y="13598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87" name="ph987"/>
              <p:cNvSpPr/>
              <p:nvPr/>
            </p:nvSpPr>
            <p:spPr>
              <a:xfrm>
                <a:off x="3428653" y="13598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88" name="ph988"/>
              <p:cNvSpPr/>
              <p:nvPr/>
            </p:nvSpPr>
            <p:spPr>
              <a:xfrm>
                <a:off x="3437360" y="13598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89" name="ph989"/>
              <p:cNvSpPr/>
              <p:nvPr/>
            </p:nvSpPr>
            <p:spPr>
              <a:xfrm>
                <a:off x="3446067" y="13598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90" name="ph990"/>
              <p:cNvSpPr/>
              <p:nvPr/>
            </p:nvSpPr>
            <p:spPr>
              <a:xfrm>
                <a:off x="3454774" y="13598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91" name="ph991"/>
              <p:cNvSpPr/>
              <p:nvPr/>
            </p:nvSpPr>
            <p:spPr>
              <a:xfrm>
                <a:off x="3463482" y="13598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92" name="ph992"/>
              <p:cNvSpPr/>
              <p:nvPr/>
            </p:nvSpPr>
            <p:spPr>
              <a:xfrm>
                <a:off x="3472189" y="13598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93" name="ph993"/>
              <p:cNvSpPr/>
              <p:nvPr/>
            </p:nvSpPr>
            <p:spPr>
              <a:xfrm>
                <a:off x="3480896" y="13598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94" name="ph994"/>
              <p:cNvSpPr/>
              <p:nvPr/>
            </p:nvSpPr>
            <p:spPr>
              <a:xfrm>
                <a:off x="3489603" y="13598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95" name="ph995"/>
              <p:cNvSpPr/>
              <p:nvPr/>
            </p:nvSpPr>
            <p:spPr>
              <a:xfrm>
                <a:off x="3498310" y="13598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96" name="ph996"/>
              <p:cNvSpPr/>
              <p:nvPr/>
            </p:nvSpPr>
            <p:spPr>
              <a:xfrm>
                <a:off x="3507018" y="13598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97" name="ph997"/>
              <p:cNvSpPr/>
              <p:nvPr/>
            </p:nvSpPr>
            <p:spPr>
              <a:xfrm>
                <a:off x="3515725" y="13598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98" name="ph998"/>
              <p:cNvSpPr/>
              <p:nvPr/>
            </p:nvSpPr>
            <p:spPr>
              <a:xfrm>
                <a:off x="3524432" y="13598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999" name="ph999"/>
              <p:cNvSpPr/>
              <p:nvPr/>
            </p:nvSpPr>
            <p:spPr>
              <a:xfrm>
                <a:off x="3533139" y="13598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00" name="ph1000"/>
              <p:cNvSpPr/>
              <p:nvPr/>
            </p:nvSpPr>
            <p:spPr>
              <a:xfrm>
                <a:off x="3541846" y="13598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01" name="ph1001"/>
              <p:cNvSpPr/>
              <p:nvPr/>
            </p:nvSpPr>
            <p:spPr>
              <a:xfrm>
                <a:off x="3550553" y="13598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02" name="ph1002"/>
              <p:cNvSpPr/>
              <p:nvPr/>
            </p:nvSpPr>
            <p:spPr>
              <a:xfrm>
                <a:off x="3559261" y="13598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03" name="ph1003"/>
              <p:cNvSpPr/>
              <p:nvPr/>
            </p:nvSpPr>
            <p:spPr>
              <a:xfrm>
                <a:off x="3567968" y="13598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04" name="ph1004"/>
              <p:cNvSpPr/>
              <p:nvPr/>
            </p:nvSpPr>
            <p:spPr>
              <a:xfrm>
                <a:off x="3576675" y="13598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05" name="ph1005"/>
              <p:cNvSpPr/>
              <p:nvPr/>
            </p:nvSpPr>
            <p:spPr>
              <a:xfrm>
                <a:off x="3585382" y="13598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06" name="ph1006"/>
              <p:cNvSpPr/>
              <p:nvPr/>
            </p:nvSpPr>
            <p:spPr>
              <a:xfrm>
                <a:off x="3602796" y="13598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07" name="ph1007"/>
              <p:cNvSpPr/>
              <p:nvPr/>
            </p:nvSpPr>
            <p:spPr>
              <a:xfrm>
                <a:off x="3611504" y="13598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08" name="ph1008"/>
              <p:cNvSpPr/>
              <p:nvPr/>
            </p:nvSpPr>
            <p:spPr>
              <a:xfrm>
                <a:off x="3324167" y="13705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09" name="ph1009"/>
              <p:cNvSpPr/>
              <p:nvPr/>
            </p:nvSpPr>
            <p:spPr>
              <a:xfrm>
                <a:off x="3332874" y="13705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10" name="ph1010"/>
              <p:cNvSpPr/>
              <p:nvPr/>
            </p:nvSpPr>
            <p:spPr>
              <a:xfrm>
                <a:off x="3341581" y="13705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11" name="ph1011"/>
              <p:cNvSpPr/>
              <p:nvPr/>
            </p:nvSpPr>
            <p:spPr>
              <a:xfrm>
                <a:off x="3350288" y="13705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12" name="ph1012"/>
              <p:cNvSpPr/>
              <p:nvPr/>
            </p:nvSpPr>
            <p:spPr>
              <a:xfrm>
                <a:off x="3358995" y="13705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13" name="ph1013"/>
              <p:cNvSpPr/>
              <p:nvPr/>
            </p:nvSpPr>
            <p:spPr>
              <a:xfrm>
                <a:off x="3367703" y="13705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14" name="ph1014"/>
              <p:cNvSpPr/>
              <p:nvPr/>
            </p:nvSpPr>
            <p:spPr>
              <a:xfrm>
                <a:off x="3376410" y="13705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15" name="ph1015"/>
              <p:cNvSpPr/>
              <p:nvPr/>
            </p:nvSpPr>
            <p:spPr>
              <a:xfrm>
                <a:off x="3385117" y="13705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16" name="ph1016"/>
              <p:cNvSpPr/>
              <p:nvPr/>
            </p:nvSpPr>
            <p:spPr>
              <a:xfrm>
                <a:off x="3393824" y="13705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17" name="ph1017"/>
              <p:cNvSpPr/>
              <p:nvPr/>
            </p:nvSpPr>
            <p:spPr>
              <a:xfrm>
                <a:off x="3402531" y="13705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9A2">
                  <a:alpha val="100000"/>
                </a:srgbClr>
              </a:solidFill>
              <a:ln w="5420" cap="flat">
                <a:solidFill>
                  <a:srgbClr val="3A79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18" name="ph1018"/>
              <p:cNvSpPr/>
              <p:nvPr/>
            </p:nvSpPr>
            <p:spPr>
              <a:xfrm>
                <a:off x="3411239" y="13705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19" name="ph1019"/>
              <p:cNvSpPr/>
              <p:nvPr/>
            </p:nvSpPr>
            <p:spPr>
              <a:xfrm>
                <a:off x="3419946" y="13705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20" name="ph1020"/>
              <p:cNvSpPr/>
              <p:nvPr/>
            </p:nvSpPr>
            <p:spPr>
              <a:xfrm>
                <a:off x="3428653" y="13705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21" name="ph1021"/>
              <p:cNvSpPr/>
              <p:nvPr/>
            </p:nvSpPr>
            <p:spPr>
              <a:xfrm>
                <a:off x="3437360" y="13705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22" name="ph1022"/>
              <p:cNvSpPr/>
              <p:nvPr/>
            </p:nvSpPr>
            <p:spPr>
              <a:xfrm>
                <a:off x="3446067" y="13705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23" name="ph1023"/>
              <p:cNvSpPr/>
              <p:nvPr/>
            </p:nvSpPr>
            <p:spPr>
              <a:xfrm>
                <a:off x="3454774" y="13705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24" name="ph1024"/>
              <p:cNvSpPr/>
              <p:nvPr/>
            </p:nvSpPr>
            <p:spPr>
              <a:xfrm>
                <a:off x="3463482" y="13705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9A2">
                  <a:alpha val="100000"/>
                </a:srgbClr>
              </a:solidFill>
              <a:ln w="5420" cap="flat">
                <a:solidFill>
                  <a:srgbClr val="3A79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25" name="ph1025"/>
              <p:cNvSpPr/>
              <p:nvPr/>
            </p:nvSpPr>
            <p:spPr>
              <a:xfrm>
                <a:off x="3472189" y="13705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26" name="ph1026"/>
              <p:cNvSpPr/>
              <p:nvPr/>
            </p:nvSpPr>
            <p:spPr>
              <a:xfrm>
                <a:off x="3480896" y="13705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27" name="ph1027"/>
              <p:cNvSpPr/>
              <p:nvPr/>
            </p:nvSpPr>
            <p:spPr>
              <a:xfrm>
                <a:off x="3489603" y="13705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28" name="ph1028"/>
              <p:cNvSpPr/>
              <p:nvPr/>
            </p:nvSpPr>
            <p:spPr>
              <a:xfrm>
                <a:off x="3498310" y="13705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29" name="ph1029"/>
              <p:cNvSpPr/>
              <p:nvPr/>
            </p:nvSpPr>
            <p:spPr>
              <a:xfrm>
                <a:off x="3507018" y="13705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30" name="ph1030"/>
              <p:cNvSpPr/>
              <p:nvPr/>
            </p:nvSpPr>
            <p:spPr>
              <a:xfrm>
                <a:off x="3515725" y="13705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31" name="ph1031"/>
              <p:cNvSpPr/>
              <p:nvPr/>
            </p:nvSpPr>
            <p:spPr>
              <a:xfrm>
                <a:off x="3524432" y="13705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32" name="ph1032"/>
              <p:cNvSpPr/>
              <p:nvPr/>
            </p:nvSpPr>
            <p:spPr>
              <a:xfrm>
                <a:off x="3533139" y="13705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33" name="ph1033"/>
              <p:cNvSpPr/>
              <p:nvPr/>
            </p:nvSpPr>
            <p:spPr>
              <a:xfrm>
                <a:off x="3541846" y="13705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34" name="ph1034"/>
              <p:cNvSpPr/>
              <p:nvPr/>
            </p:nvSpPr>
            <p:spPr>
              <a:xfrm>
                <a:off x="3550553" y="137050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35" name="ph1035"/>
              <p:cNvSpPr/>
              <p:nvPr/>
            </p:nvSpPr>
            <p:spPr>
              <a:xfrm>
                <a:off x="3332874" y="138120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36" name="ph1036"/>
              <p:cNvSpPr/>
              <p:nvPr/>
            </p:nvSpPr>
            <p:spPr>
              <a:xfrm>
                <a:off x="3341581" y="138120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37" name="ph1037"/>
              <p:cNvSpPr/>
              <p:nvPr/>
            </p:nvSpPr>
            <p:spPr>
              <a:xfrm>
                <a:off x="3350288" y="138120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38" name="ph1038"/>
              <p:cNvSpPr/>
              <p:nvPr/>
            </p:nvSpPr>
            <p:spPr>
              <a:xfrm>
                <a:off x="3358995" y="138120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39" name="ph1039"/>
              <p:cNvSpPr/>
              <p:nvPr/>
            </p:nvSpPr>
            <p:spPr>
              <a:xfrm>
                <a:off x="3367703" y="138120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40" name="ph1040"/>
              <p:cNvSpPr/>
              <p:nvPr/>
            </p:nvSpPr>
            <p:spPr>
              <a:xfrm>
                <a:off x="3376410" y="138120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41" name="ph1041"/>
              <p:cNvSpPr/>
              <p:nvPr/>
            </p:nvSpPr>
            <p:spPr>
              <a:xfrm>
                <a:off x="3385117" y="138120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42" name="ph1042"/>
              <p:cNvSpPr/>
              <p:nvPr/>
            </p:nvSpPr>
            <p:spPr>
              <a:xfrm>
                <a:off x="3393824" y="138120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43" name="ph1043"/>
              <p:cNvSpPr/>
              <p:nvPr/>
            </p:nvSpPr>
            <p:spPr>
              <a:xfrm>
                <a:off x="3402531" y="138120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9A2">
                  <a:alpha val="100000"/>
                </a:srgbClr>
              </a:solidFill>
              <a:ln w="5420" cap="flat">
                <a:solidFill>
                  <a:srgbClr val="3A79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44" name="ph1044"/>
              <p:cNvSpPr/>
              <p:nvPr/>
            </p:nvSpPr>
            <p:spPr>
              <a:xfrm>
                <a:off x="3411239" y="138120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45" name="ph1045"/>
              <p:cNvSpPr/>
              <p:nvPr/>
            </p:nvSpPr>
            <p:spPr>
              <a:xfrm>
                <a:off x="3419946" y="138120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46" name="ph1046"/>
              <p:cNvSpPr/>
              <p:nvPr/>
            </p:nvSpPr>
            <p:spPr>
              <a:xfrm>
                <a:off x="3428653" y="138120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47" name="ph1047"/>
              <p:cNvSpPr/>
              <p:nvPr/>
            </p:nvSpPr>
            <p:spPr>
              <a:xfrm>
                <a:off x="3437360" y="138120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48" name="ph1048"/>
              <p:cNvSpPr/>
              <p:nvPr/>
            </p:nvSpPr>
            <p:spPr>
              <a:xfrm>
                <a:off x="3446067" y="138120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49" name="ph1049"/>
              <p:cNvSpPr/>
              <p:nvPr/>
            </p:nvSpPr>
            <p:spPr>
              <a:xfrm>
                <a:off x="3454774" y="138120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50" name="ph1050"/>
              <p:cNvSpPr/>
              <p:nvPr/>
            </p:nvSpPr>
            <p:spPr>
              <a:xfrm>
                <a:off x="3463482" y="138120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51" name="ph1051"/>
              <p:cNvSpPr/>
              <p:nvPr/>
            </p:nvSpPr>
            <p:spPr>
              <a:xfrm>
                <a:off x="3472189" y="138120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52" name="ph1052"/>
              <p:cNvSpPr/>
              <p:nvPr/>
            </p:nvSpPr>
            <p:spPr>
              <a:xfrm>
                <a:off x="3480896" y="138120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53" name="ph1053"/>
              <p:cNvSpPr/>
              <p:nvPr/>
            </p:nvSpPr>
            <p:spPr>
              <a:xfrm>
                <a:off x="3489603" y="138120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54" name="ph1054"/>
              <p:cNvSpPr/>
              <p:nvPr/>
            </p:nvSpPr>
            <p:spPr>
              <a:xfrm>
                <a:off x="3498310" y="138120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0A1">
                  <a:alpha val="100000"/>
                </a:srgbClr>
              </a:solidFill>
              <a:ln w="5420" cap="flat">
                <a:solidFill>
                  <a:srgbClr val="3B70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55" name="ph1055"/>
              <p:cNvSpPr/>
              <p:nvPr/>
            </p:nvSpPr>
            <p:spPr>
              <a:xfrm>
                <a:off x="3515725" y="138120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56" name="ph1056"/>
              <p:cNvSpPr/>
              <p:nvPr/>
            </p:nvSpPr>
            <p:spPr>
              <a:xfrm>
                <a:off x="3332874" y="139190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57" name="ph1057"/>
              <p:cNvSpPr/>
              <p:nvPr/>
            </p:nvSpPr>
            <p:spPr>
              <a:xfrm>
                <a:off x="3341581" y="139190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58" name="ph1058"/>
              <p:cNvSpPr/>
              <p:nvPr/>
            </p:nvSpPr>
            <p:spPr>
              <a:xfrm>
                <a:off x="3350288" y="139190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59" name="ph1059"/>
              <p:cNvSpPr/>
              <p:nvPr/>
            </p:nvSpPr>
            <p:spPr>
              <a:xfrm>
                <a:off x="3358995" y="139190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60" name="ph1060"/>
              <p:cNvSpPr/>
              <p:nvPr/>
            </p:nvSpPr>
            <p:spPr>
              <a:xfrm>
                <a:off x="3367703" y="139190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61" name="ph1061"/>
              <p:cNvSpPr/>
              <p:nvPr/>
            </p:nvSpPr>
            <p:spPr>
              <a:xfrm>
                <a:off x="3376410" y="139190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62" name="ph1062"/>
              <p:cNvSpPr/>
              <p:nvPr/>
            </p:nvSpPr>
            <p:spPr>
              <a:xfrm>
                <a:off x="3385117" y="139190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63" name="ph1063"/>
              <p:cNvSpPr/>
              <p:nvPr/>
            </p:nvSpPr>
            <p:spPr>
              <a:xfrm>
                <a:off x="3393824" y="139190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64" name="ph1064"/>
              <p:cNvSpPr/>
              <p:nvPr/>
            </p:nvSpPr>
            <p:spPr>
              <a:xfrm>
                <a:off x="3402531" y="139190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65" name="ph1065"/>
              <p:cNvSpPr/>
              <p:nvPr/>
            </p:nvSpPr>
            <p:spPr>
              <a:xfrm>
                <a:off x="3411239" y="139190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66" name="ph1066"/>
              <p:cNvSpPr/>
              <p:nvPr/>
            </p:nvSpPr>
            <p:spPr>
              <a:xfrm>
                <a:off x="3419946" y="139190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67" name="ph1067"/>
              <p:cNvSpPr/>
              <p:nvPr/>
            </p:nvSpPr>
            <p:spPr>
              <a:xfrm>
                <a:off x="3324167" y="140260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7A6">
                  <a:alpha val="100000"/>
                </a:srgbClr>
              </a:solidFill>
              <a:ln w="5420" cap="flat">
                <a:solidFill>
                  <a:srgbClr val="39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68" name="ph1068"/>
              <p:cNvSpPr/>
              <p:nvPr/>
            </p:nvSpPr>
            <p:spPr>
              <a:xfrm>
                <a:off x="3332874" y="140260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69" name="ph1069"/>
              <p:cNvSpPr/>
              <p:nvPr/>
            </p:nvSpPr>
            <p:spPr>
              <a:xfrm>
                <a:off x="3341581" y="140260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70" name="ph1070"/>
              <p:cNvSpPr/>
              <p:nvPr/>
            </p:nvSpPr>
            <p:spPr>
              <a:xfrm>
                <a:off x="3350288" y="140260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2A4">
                  <a:alpha val="100000"/>
                </a:srgbClr>
              </a:solidFill>
              <a:ln w="5420" cap="flat">
                <a:solidFill>
                  <a:srgbClr val="3982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71" name="ph1071"/>
              <p:cNvSpPr/>
              <p:nvPr/>
            </p:nvSpPr>
            <p:spPr>
              <a:xfrm>
                <a:off x="3358995" y="140260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72" name="ph1072"/>
              <p:cNvSpPr/>
              <p:nvPr/>
            </p:nvSpPr>
            <p:spPr>
              <a:xfrm>
                <a:off x="3367703" y="140260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73" name="ph1073"/>
              <p:cNvSpPr/>
              <p:nvPr/>
            </p:nvSpPr>
            <p:spPr>
              <a:xfrm>
                <a:off x="3376410" y="140260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74" name="ph1074"/>
              <p:cNvSpPr/>
              <p:nvPr/>
            </p:nvSpPr>
            <p:spPr>
              <a:xfrm>
                <a:off x="3385117" y="140260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75" name="ph1075"/>
              <p:cNvSpPr/>
              <p:nvPr/>
            </p:nvSpPr>
            <p:spPr>
              <a:xfrm>
                <a:off x="3393824" y="140260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76" name="ph1076"/>
              <p:cNvSpPr/>
              <p:nvPr/>
            </p:nvSpPr>
            <p:spPr>
              <a:xfrm>
                <a:off x="3315460" y="141330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77" name="ph1077"/>
              <p:cNvSpPr/>
              <p:nvPr/>
            </p:nvSpPr>
            <p:spPr>
              <a:xfrm>
                <a:off x="3324167" y="141330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78" name="ph1078"/>
              <p:cNvSpPr/>
              <p:nvPr/>
            </p:nvSpPr>
            <p:spPr>
              <a:xfrm>
                <a:off x="3332874" y="141330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7A6">
                  <a:alpha val="100000"/>
                </a:srgbClr>
              </a:solidFill>
              <a:ln w="5420" cap="flat">
                <a:solidFill>
                  <a:srgbClr val="39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79" name="ph1079"/>
              <p:cNvSpPr/>
              <p:nvPr/>
            </p:nvSpPr>
            <p:spPr>
              <a:xfrm>
                <a:off x="3341581" y="141330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80" name="ph1080"/>
              <p:cNvSpPr/>
              <p:nvPr/>
            </p:nvSpPr>
            <p:spPr>
              <a:xfrm>
                <a:off x="3350288" y="141330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81" name="ph1081"/>
              <p:cNvSpPr/>
              <p:nvPr/>
            </p:nvSpPr>
            <p:spPr>
              <a:xfrm>
                <a:off x="3358995" y="141330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2A4">
                  <a:alpha val="100000"/>
                </a:srgbClr>
              </a:solidFill>
              <a:ln w="5420" cap="flat">
                <a:solidFill>
                  <a:srgbClr val="3982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82" name="ph1082"/>
              <p:cNvSpPr/>
              <p:nvPr/>
            </p:nvSpPr>
            <p:spPr>
              <a:xfrm>
                <a:off x="3367703" y="141330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83" name="ph1083"/>
              <p:cNvSpPr/>
              <p:nvPr/>
            </p:nvSpPr>
            <p:spPr>
              <a:xfrm>
                <a:off x="3376410" y="141330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84" name="ph1084"/>
              <p:cNvSpPr/>
              <p:nvPr/>
            </p:nvSpPr>
            <p:spPr>
              <a:xfrm>
                <a:off x="3306752" y="142400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85" name="ph1085"/>
              <p:cNvSpPr/>
              <p:nvPr/>
            </p:nvSpPr>
            <p:spPr>
              <a:xfrm>
                <a:off x="3315460" y="142400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86" name="ph1086"/>
              <p:cNvSpPr/>
              <p:nvPr/>
            </p:nvSpPr>
            <p:spPr>
              <a:xfrm>
                <a:off x="3324167" y="142400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87" name="ph1087"/>
              <p:cNvSpPr/>
              <p:nvPr/>
            </p:nvSpPr>
            <p:spPr>
              <a:xfrm>
                <a:off x="3332874" y="142400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BA6">
                  <a:alpha val="100000"/>
                </a:srgbClr>
              </a:solidFill>
              <a:ln w="5420" cap="flat">
                <a:solidFill>
                  <a:srgbClr val="388B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88" name="ph1088"/>
              <p:cNvSpPr/>
              <p:nvPr/>
            </p:nvSpPr>
            <p:spPr>
              <a:xfrm>
                <a:off x="3341581" y="142400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89" name="ph1089"/>
              <p:cNvSpPr/>
              <p:nvPr/>
            </p:nvSpPr>
            <p:spPr>
              <a:xfrm>
                <a:off x="3350288" y="142400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90" name="ph1090"/>
              <p:cNvSpPr/>
              <p:nvPr/>
            </p:nvSpPr>
            <p:spPr>
              <a:xfrm>
                <a:off x="3358995" y="142400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91" name="ph1091"/>
              <p:cNvSpPr/>
              <p:nvPr/>
            </p:nvSpPr>
            <p:spPr>
              <a:xfrm>
                <a:off x="3306752" y="143470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92" name="ph1092"/>
              <p:cNvSpPr/>
              <p:nvPr/>
            </p:nvSpPr>
            <p:spPr>
              <a:xfrm>
                <a:off x="3315460" y="143470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93" name="ph1093"/>
              <p:cNvSpPr/>
              <p:nvPr/>
            </p:nvSpPr>
            <p:spPr>
              <a:xfrm>
                <a:off x="3324167" y="143470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94" name="ph1094"/>
              <p:cNvSpPr/>
              <p:nvPr/>
            </p:nvSpPr>
            <p:spPr>
              <a:xfrm>
                <a:off x="3332874" y="143470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95" name="ph1095"/>
              <p:cNvSpPr/>
              <p:nvPr/>
            </p:nvSpPr>
            <p:spPr>
              <a:xfrm>
                <a:off x="3341581" y="143470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CA7">
                  <a:alpha val="100000"/>
                </a:srgbClr>
              </a:solidFill>
              <a:ln w="5420" cap="flat">
                <a:solidFill>
                  <a:srgbClr val="38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96" name="ph1096"/>
              <p:cNvSpPr/>
              <p:nvPr/>
            </p:nvSpPr>
            <p:spPr>
              <a:xfrm>
                <a:off x="3350288" y="143470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97" name="ph1097"/>
              <p:cNvSpPr/>
              <p:nvPr/>
            </p:nvSpPr>
            <p:spPr>
              <a:xfrm>
                <a:off x="3358995" y="143470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98" name="ph1098"/>
              <p:cNvSpPr/>
              <p:nvPr/>
            </p:nvSpPr>
            <p:spPr>
              <a:xfrm>
                <a:off x="3306752" y="144540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099" name="ph1099"/>
              <p:cNvSpPr/>
              <p:nvPr/>
            </p:nvSpPr>
            <p:spPr>
              <a:xfrm>
                <a:off x="3315460" y="144540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693A8">
                  <a:alpha val="100000"/>
                </a:srgbClr>
              </a:solidFill>
              <a:ln w="5420" cap="flat">
                <a:solidFill>
                  <a:srgbClr val="36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00" name="ph1100"/>
              <p:cNvSpPr/>
              <p:nvPr/>
            </p:nvSpPr>
            <p:spPr>
              <a:xfrm>
                <a:off x="3324167" y="144540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01" name="ph1101"/>
              <p:cNvSpPr/>
              <p:nvPr/>
            </p:nvSpPr>
            <p:spPr>
              <a:xfrm>
                <a:off x="3332874" y="144540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02" name="ph1102"/>
              <p:cNvSpPr/>
              <p:nvPr/>
            </p:nvSpPr>
            <p:spPr>
              <a:xfrm>
                <a:off x="3341581" y="144540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03" name="ph1103"/>
              <p:cNvSpPr/>
              <p:nvPr/>
            </p:nvSpPr>
            <p:spPr>
              <a:xfrm>
                <a:off x="3350288" y="144540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04" name="ph1104"/>
              <p:cNvSpPr/>
              <p:nvPr/>
            </p:nvSpPr>
            <p:spPr>
              <a:xfrm>
                <a:off x="3358995" y="144540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05" name="ph1105"/>
              <p:cNvSpPr/>
              <p:nvPr/>
            </p:nvSpPr>
            <p:spPr>
              <a:xfrm>
                <a:off x="3306752" y="145610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595A8">
                  <a:alpha val="100000"/>
                </a:srgbClr>
              </a:solidFill>
              <a:ln w="5420" cap="flat">
                <a:solidFill>
                  <a:srgbClr val="3595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06" name="ph1106"/>
              <p:cNvSpPr/>
              <p:nvPr/>
            </p:nvSpPr>
            <p:spPr>
              <a:xfrm>
                <a:off x="3315460" y="145610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07" name="ph1107"/>
              <p:cNvSpPr/>
              <p:nvPr/>
            </p:nvSpPr>
            <p:spPr>
              <a:xfrm>
                <a:off x="3324167" y="145610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693A8">
                  <a:alpha val="100000"/>
                </a:srgbClr>
              </a:solidFill>
              <a:ln w="5420" cap="flat">
                <a:solidFill>
                  <a:srgbClr val="36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08" name="ph1108"/>
              <p:cNvSpPr/>
              <p:nvPr/>
            </p:nvSpPr>
            <p:spPr>
              <a:xfrm>
                <a:off x="3332874" y="145610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09" name="ph1109"/>
              <p:cNvSpPr/>
              <p:nvPr/>
            </p:nvSpPr>
            <p:spPr>
              <a:xfrm>
                <a:off x="3341581" y="145610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10" name="ph1110"/>
              <p:cNvSpPr/>
              <p:nvPr/>
            </p:nvSpPr>
            <p:spPr>
              <a:xfrm>
                <a:off x="3350288" y="145610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11" name="ph1111"/>
              <p:cNvSpPr/>
              <p:nvPr/>
            </p:nvSpPr>
            <p:spPr>
              <a:xfrm>
                <a:off x="3358995" y="145610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12" name="ph1112"/>
              <p:cNvSpPr/>
              <p:nvPr/>
            </p:nvSpPr>
            <p:spPr>
              <a:xfrm>
                <a:off x="3254509" y="146680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13" name="ph1113"/>
              <p:cNvSpPr/>
              <p:nvPr/>
            </p:nvSpPr>
            <p:spPr>
              <a:xfrm>
                <a:off x="3263217" y="146680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597A9">
                  <a:alpha val="100000"/>
                </a:srgbClr>
              </a:solidFill>
              <a:ln w="5420" cap="flat">
                <a:solidFill>
                  <a:srgbClr val="35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14" name="ph1114"/>
              <p:cNvSpPr/>
              <p:nvPr/>
            </p:nvSpPr>
            <p:spPr>
              <a:xfrm>
                <a:off x="3324167" y="146680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15" name="ph1115"/>
              <p:cNvSpPr/>
              <p:nvPr/>
            </p:nvSpPr>
            <p:spPr>
              <a:xfrm>
                <a:off x="3332874" y="146680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16" name="ph1116"/>
              <p:cNvSpPr/>
              <p:nvPr/>
            </p:nvSpPr>
            <p:spPr>
              <a:xfrm>
                <a:off x="3341581" y="146680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17" name="ph1117"/>
              <p:cNvSpPr/>
              <p:nvPr/>
            </p:nvSpPr>
            <p:spPr>
              <a:xfrm>
                <a:off x="3350288" y="146680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18" name="ph1118"/>
              <p:cNvSpPr/>
              <p:nvPr/>
            </p:nvSpPr>
            <p:spPr>
              <a:xfrm>
                <a:off x="3358995" y="146680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19" name="ph1119"/>
              <p:cNvSpPr/>
              <p:nvPr/>
            </p:nvSpPr>
            <p:spPr>
              <a:xfrm>
                <a:off x="3237095" y="147750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20" name="ph1120"/>
              <p:cNvSpPr/>
              <p:nvPr/>
            </p:nvSpPr>
            <p:spPr>
              <a:xfrm>
                <a:off x="3245802" y="147750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21" name="ph1121"/>
              <p:cNvSpPr/>
              <p:nvPr/>
            </p:nvSpPr>
            <p:spPr>
              <a:xfrm>
                <a:off x="3254509" y="147750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22" name="ph1122"/>
              <p:cNvSpPr/>
              <p:nvPr/>
            </p:nvSpPr>
            <p:spPr>
              <a:xfrm>
                <a:off x="3263217" y="147750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23" name="ph1123"/>
              <p:cNvSpPr/>
              <p:nvPr/>
            </p:nvSpPr>
            <p:spPr>
              <a:xfrm>
                <a:off x="3271924" y="147750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24" name="ph1124"/>
              <p:cNvSpPr/>
              <p:nvPr/>
            </p:nvSpPr>
            <p:spPr>
              <a:xfrm>
                <a:off x="3324167" y="147750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25" name="ph1125"/>
              <p:cNvSpPr/>
              <p:nvPr/>
            </p:nvSpPr>
            <p:spPr>
              <a:xfrm>
                <a:off x="3332874" y="147750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26" name="ph1126"/>
              <p:cNvSpPr/>
              <p:nvPr/>
            </p:nvSpPr>
            <p:spPr>
              <a:xfrm>
                <a:off x="3341581" y="147750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27" name="ph1127"/>
              <p:cNvSpPr/>
              <p:nvPr/>
            </p:nvSpPr>
            <p:spPr>
              <a:xfrm>
                <a:off x="3350288" y="147750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28" name="ph1128"/>
              <p:cNvSpPr/>
              <p:nvPr/>
            </p:nvSpPr>
            <p:spPr>
              <a:xfrm>
                <a:off x="3358995" y="147750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29" name="ph1129"/>
              <p:cNvSpPr/>
              <p:nvPr/>
            </p:nvSpPr>
            <p:spPr>
              <a:xfrm>
                <a:off x="3219681" y="148820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30" name="ph1130"/>
              <p:cNvSpPr/>
              <p:nvPr/>
            </p:nvSpPr>
            <p:spPr>
              <a:xfrm>
                <a:off x="3228388" y="148820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31" name="ph1131"/>
              <p:cNvSpPr/>
              <p:nvPr/>
            </p:nvSpPr>
            <p:spPr>
              <a:xfrm>
                <a:off x="3237095" y="148820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32" name="ph1132"/>
              <p:cNvSpPr/>
              <p:nvPr/>
            </p:nvSpPr>
            <p:spPr>
              <a:xfrm>
                <a:off x="3245802" y="148820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33" name="ph1133"/>
              <p:cNvSpPr/>
              <p:nvPr/>
            </p:nvSpPr>
            <p:spPr>
              <a:xfrm>
                <a:off x="3254509" y="148820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34" name="ph1134"/>
              <p:cNvSpPr/>
              <p:nvPr/>
            </p:nvSpPr>
            <p:spPr>
              <a:xfrm>
                <a:off x="3263217" y="148820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35" name="ph1135"/>
              <p:cNvSpPr/>
              <p:nvPr/>
            </p:nvSpPr>
            <p:spPr>
              <a:xfrm>
                <a:off x="3271924" y="148820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36" name="ph1136"/>
              <p:cNvSpPr/>
              <p:nvPr/>
            </p:nvSpPr>
            <p:spPr>
              <a:xfrm>
                <a:off x="3315460" y="148820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37" name="ph1137"/>
              <p:cNvSpPr/>
              <p:nvPr/>
            </p:nvSpPr>
            <p:spPr>
              <a:xfrm>
                <a:off x="3324167" y="148820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799A9">
                  <a:alpha val="100000"/>
                </a:srgbClr>
              </a:solidFill>
              <a:ln w="5420" cap="flat">
                <a:solidFill>
                  <a:srgbClr val="37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38" name="ph1138"/>
              <p:cNvSpPr/>
              <p:nvPr/>
            </p:nvSpPr>
            <p:spPr>
              <a:xfrm>
                <a:off x="3332874" y="148820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39" name="ph1139"/>
              <p:cNvSpPr/>
              <p:nvPr/>
            </p:nvSpPr>
            <p:spPr>
              <a:xfrm>
                <a:off x="3341581" y="148820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40" name="ph1140"/>
              <p:cNvSpPr/>
              <p:nvPr/>
            </p:nvSpPr>
            <p:spPr>
              <a:xfrm>
                <a:off x="3350288" y="148820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41" name="ph1141"/>
              <p:cNvSpPr/>
              <p:nvPr/>
            </p:nvSpPr>
            <p:spPr>
              <a:xfrm>
                <a:off x="3210973" y="149890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42" name="ph1142"/>
              <p:cNvSpPr/>
              <p:nvPr/>
            </p:nvSpPr>
            <p:spPr>
              <a:xfrm>
                <a:off x="3219681" y="149890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43" name="ph1143"/>
              <p:cNvSpPr/>
              <p:nvPr/>
            </p:nvSpPr>
            <p:spPr>
              <a:xfrm>
                <a:off x="3228388" y="149890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44" name="ph1144"/>
              <p:cNvSpPr/>
              <p:nvPr/>
            </p:nvSpPr>
            <p:spPr>
              <a:xfrm>
                <a:off x="3237095" y="149890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45" name="ph1145"/>
              <p:cNvSpPr/>
              <p:nvPr/>
            </p:nvSpPr>
            <p:spPr>
              <a:xfrm>
                <a:off x="3245802" y="149890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46" name="ph1146"/>
              <p:cNvSpPr/>
              <p:nvPr/>
            </p:nvSpPr>
            <p:spPr>
              <a:xfrm>
                <a:off x="3254509" y="149890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47" name="ph1147"/>
              <p:cNvSpPr/>
              <p:nvPr/>
            </p:nvSpPr>
            <p:spPr>
              <a:xfrm>
                <a:off x="3263217" y="149890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48" name="ph1148"/>
              <p:cNvSpPr/>
              <p:nvPr/>
            </p:nvSpPr>
            <p:spPr>
              <a:xfrm>
                <a:off x="3271924" y="149890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49" name="ph1149"/>
              <p:cNvSpPr/>
              <p:nvPr/>
            </p:nvSpPr>
            <p:spPr>
              <a:xfrm>
                <a:off x="3315460" y="149890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50" name="ph1150"/>
              <p:cNvSpPr/>
              <p:nvPr/>
            </p:nvSpPr>
            <p:spPr>
              <a:xfrm>
                <a:off x="3324167" y="149890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51" name="ph1151"/>
              <p:cNvSpPr/>
              <p:nvPr/>
            </p:nvSpPr>
            <p:spPr>
              <a:xfrm>
                <a:off x="3332874" y="149890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52" name="ph1152"/>
              <p:cNvSpPr/>
              <p:nvPr/>
            </p:nvSpPr>
            <p:spPr>
              <a:xfrm>
                <a:off x="3341581" y="149890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53" name="ph1153"/>
              <p:cNvSpPr/>
              <p:nvPr/>
            </p:nvSpPr>
            <p:spPr>
              <a:xfrm>
                <a:off x="3350288" y="149890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54" name="ph1154"/>
              <p:cNvSpPr/>
              <p:nvPr/>
            </p:nvSpPr>
            <p:spPr>
              <a:xfrm>
                <a:off x="3167438" y="150960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55" name="ph1155"/>
              <p:cNvSpPr/>
              <p:nvPr/>
            </p:nvSpPr>
            <p:spPr>
              <a:xfrm>
                <a:off x="3176145" y="150960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693A8">
                  <a:alpha val="100000"/>
                </a:srgbClr>
              </a:solidFill>
              <a:ln w="5420" cap="flat">
                <a:solidFill>
                  <a:srgbClr val="36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56" name="ph1156"/>
              <p:cNvSpPr/>
              <p:nvPr/>
            </p:nvSpPr>
            <p:spPr>
              <a:xfrm>
                <a:off x="3184852" y="150960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57" name="ph1157"/>
              <p:cNvSpPr/>
              <p:nvPr/>
            </p:nvSpPr>
            <p:spPr>
              <a:xfrm>
                <a:off x="3193559" y="150960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58" name="ph1158"/>
              <p:cNvSpPr/>
              <p:nvPr/>
            </p:nvSpPr>
            <p:spPr>
              <a:xfrm>
                <a:off x="3202266" y="150960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59" name="ph1159"/>
              <p:cNvSpPr/>
              <p:nvPr/>
            </p:nvSpPr>
            <p:spPr>
              <a:xfrm>
                <a:off x="3210973" y="150960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60" name="ph1160"/>
              <p:cNvSpPr/>
              <p:nvPr/>
            </p:nvSpPr>
            <p:spPr>
              <a:xfrm>
                <a:off x="3219681" y="150960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61" name="ph1161"/>
              <p:cNvSpPr/>
              <p:nvPr/>
            </p:nvSpPr>
            <p:spPr>
              <a:xfrm>
                <a:off x="3228388" y="150960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62" name="ph1162"/>
              <p:cNvSpPr/>
              <p:nvPr/>
            </p:nvSpPr>
            <p:spPr>
              <a:xfrm>
                <a:off x="3237095" y="150960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63" name="ph1163"/>
              <p:cNvSpPr/>
              <p:nvPr/>
            </p:nvSpPr>
            <p:spPr>
              <a:xfrm>
                <a:off x="3245802" y="150960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64" name="ph1164"/>
              <p:cNvSpPr/>
              <p:nvPr/>
            </p:nvSpPr>
            <p:spPr>
              <a:xfrm>
                <a:off x="3254509" y="150960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65" name="ph1165"/>
              <p:cNvSpPr/>
              <p:nvPr/>
            </p:nvSpPr>
            <p:spPr>
              <a:xfrm>
                <a:off x="3263217" y="150960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66" name="ph1166"/>
              <p:cNvSpPr/>
              <p:nvPr/>
            </p:nvSpPr>
            <p:spPr>
              <a:xfrm>
                <a:off x="3306752" y="150960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67" name="ph1167"/>
              <p:cNvSpPr/>
              <p:nvPr/>
            </p:nvSpPr>
            <p:spPr>
              <a:xfrm>
                <a:off x="3315460" y="150960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68" name="ph1168"/>
              <p:cNvSpPr/>
              <p:nvPr/>
            </p:nvSpPr>
            <p:spPr>
              <a:xfrm>
                <a:off x="3324167" y="150960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69" name="ph1169"/>
              <p:cNvSpPr/>
              <p:nvPr/>
            </p:nvSpPr>
            <p:spPr>
              <a:xfrm>
                <a:off x="3332874" y="150960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70" name="ph1170"/>
              <p:cNvSpPr/>
              <p:nvPr/>
            </p:nvSpPr>
            <p:spPr>
              <a:xfrm>
                <a:off x="3341581" y="150960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71" name="ph1171"/>
              <p:cNvSpPr/>
              <p:nvPr/>
            </p:nvSpPr>
            <p:spPr>
              <a:xfrm>
                <a:off x="3350288" y="150960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72" name="ph1172"/>
              <p:cNvSpPr/>
              <p:nvPr/>
            </p:nvSpPr>
            <p:spPr>
              <a:xfrm>
                <a:off x="3158730" y="152030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73" name="ph1173"/>
              <p:cNvSpPr/>
              <p:nvPr/>
            </p:nvSpPr>
            <p:spPr>
              <a:xfrm>
                <a:off x="3167438" y="152030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74" name="ph1174"/>
              <p:cNvSpPr/>
              <p:nvPr/>
            </p:nvSpPr>
            <p:spPr>
              <a:xfrm>
                <a:off x="3176145" y="152030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75" name="ph1175"/>
              <p:cNvSpPr/>
              <p:nvPr/>
            </p:nvSpPr>
            <p:spPr>
              <a:xfrm>
                <a:off x="3184852" y="152030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76" name="ph1176"/>
              <p:cNvSpPr/>
              <p:nvPr/>
            </p:nvSpPr>
            <p:spPr>
              <a:xfrm>
                <a:off x="3193559" y="152030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77" name="ph1177"/>
              <p:cNvSpPr/>
              <p:nvPr/>
            </p:nvSpPr>
            <p:spPr>
              <a:xfrm>
                <a:off x="3202266" y="152030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78" name="ph1178"/>
              <p:cNvSpPr/>
              <p:nvPr/>
            </p:nvSpPr>
            <p:spPr>
              <a:xfrm>
                <a:off x="3210973" y="152030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BA6">
                  <a:alpha val="100000"/>
                </a:srgbClr>
              </a:solidFill>
              <a:ln w="5420" cap="flat">
                <a:solidFill>
                  <a:srgbClr val="388B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79" name="ph1179"/>
              <p:cNvSpPr/>
              <p:nvPr/>
            </p:nvSpPr>
            <p:spPr>
              <a:xfrm>
                <a:off x="3219681" y="152030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80" name="ph1180"/>
              <p:cNvSpPr/>
              <p:nvPr/>
            </p:nvSpPr>
            <p:spPr>
              <a:xfrm>
                <a:off x="3228388" y="152030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BA6">
                  <a:alpha val="100000"/>
                </a:srgbClr>
              </a:solidFill>
              <a:ln w="5420" cap="flat">
                <a:solidFill>
                  <a:srgbClr val="388B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81" name="ph1181"/>
              <p:cNvSpPr/>
              <p:nvPr/>
            </p:nvSpPr>
            <p:spPr>
              <a:xfrm>
                <a:off x="3237095" y="152030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82" name="ph1182"/>
              <p:cNvSpPr/>
              <p:nvPr/>
            </p:nvSpPr>
            <p:spPr>
              <a:xfrm>
                <a:off x="3245802" y="152030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83" name="ph1183"/>
              <p:cNvSpPr/>
              <p:nvPr/>
            </p:nvSpPr>
            <p:spPr>
              <a:xfrm>
                <a:off x="3254509" y="152030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84" name="ph1184"/>
              <p:cNvSpPr/>
              <p:nvPr/>
            </p:nvSpPr>
            <p:spPr>
              <a:xfrm>
                <a:off x="3298045" y="152030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85" name="ph1185"/>
              <p:cNvSpPr/>
              <p:nvPr/>
            </p:nvSpPr>
            <p:spPr>
              <a:xfrm>
                <a:off x="3306752" y="152030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86" name="ph1186"/>
              <p:cNvSpPr/>
              <p:nvPr/>
            </p:nvSpPr>
            <p:spPr>
              <a:xfrm>
                <a:off x="3315460" y="152030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87" name="ph1187"/>
              <p:cNvSpPr/>
              <p:nvPr/>
            </p:nvSpPr>
            <p:spPr>
              <a:xfrm>
                <a:off x="3324167" y="152030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88" name="ph1188"/>
              <p:cNvSpPr/>
              <p:nvPr/>
            </p:nvSpPr>
            <p:spPr>
              <a:xfrm>
                <a:off x="3332874" y="152030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89" name="ph1189"/>
              <p:cNvSpPr/>
              <p:nvPr/>
            </p:nvSpPr>
            <p:spPr>
              <a:xfrm>
                <a:off x="3341581" y="152030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90" name="ph1190"/>
              <p:cNvSpPr/>
              <p:nvPr/>
            </p:nvSpPr>
            <p:spPr>
              <a:xfrm>
                <a:off x="3350288" y="152030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91" name="ph1191"/>
              <p:cNvSpPr/>
              <p:nvPr/>
            </p:nvSpPr>
            <p:spPr>
              <a:xfrm>
                <a:off x="3141316" y="153100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92" name="ph1192"/>
              <p:cNvSpPr/>
              <p:nvPr/>
            </p:nvSpPr>
            <p:spPr>
              <a:xfrm>
                <a:off x="3150023" y="153100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93" name="ph1193"/>
              <p:cNvSpPr/>
              <p:nvPr/>
            </p:nvSpPr>
            <p:spPr>
              <a:xfrm>
                <a:off x="3158730" y="153100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94" name="ph1194"/>
              <p:cNvSpPr/>
              <p:nvPr/>
            </p:nvSpPr>
            <p:spPr>
              <a:xfrm>
                <a:off x="3167438" y="153100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95" name="ph1195"/>
              <p:cNvSpPr/>
              <p:nvPr/>
            </p:nvSpPr>
            <p:spPr>
              <a:xfrm>
                <a:off x="3176145" y="153100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96" name="ph1196"/>
              <p:cNvSpPr/>
              <p:nvPr/>
            </p:nvSpPr>
            <p:spPr>
              <a:xfrm>
                <a:off x="3184852" y="153100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97" name="ph1197"/>
              <p:cNvSpPr/>
              <p:nvPr/>
            </p:nvSpPr>
            <p:spPr>
              <a:xfrm>
                <a:off x="3193559" y="153100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BA6">
                  <a:alpha val="100000"/>
                </a:srgbClr>
              </a:solidFill>
              <a:ln w="5420" cap="flat">
                <a:solidFill>
                  <a:srgbClr val="388B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98" name="ph1198"/>
              <p:cNvSpPr/>
              <p:nvPr/>
            </p:nvSpPr>
            <p:spPr>
              <a:xfrm>
                <a:off x="3202266" y="153100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7A6">
                  <a:alpha val="100000"/>
                </a:srgbClr>
              </a:solidFill>
              <a:ln w="5420" cap="flat">
                <a:solidFill>
                  <a:srgbClr val="38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199" name="ph1199"/>
              <p:cNvSpPr/>
              <p:nvPr/>
            </p:nvSpPr>
            <p:spPr>
              <a:xfrm>
                <a:off x="3210973" y="153100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00" name="ph1200"/>
              <p:cNvSpPr/>
              <p:nvPr/>
            </p:nvSpPr>
            <p:spPr>
              <a:xfrm>
                <a:off x="3219681" y="153100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01" name="ph1201"/>
              <p:cNvSpPr/>
              <p:nvPr/>
            </p:nvSpPr>
            <p:spPr>
              <a:xfrm>
                <a:off x="3228388" y="153100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02" name="ph1202"/>
              <p:cNvSpPr/>
              <p:nvPr/>
            </p:nvSpPr>
            <p:spPr>
              <a:xfrm>
                <a:off x="3237095" y="153100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03" name="ph1203"/>
              <p:cNvSpPr/>
              <p:nvPr/>
            </p:nvSpPr>
            <p:spPr>
              <a:xfrm>
                <a:off x="3289338" y="153100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04" name="ph1204"/>
              <p:cNvSpPr/>
              <p:nvPr/>
            </p:nvSpPr>
            <p:spPr>
              <a:xfrm>
                <a:off x="3298045" y="153100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05" name="ph1205"/>
              <p:cNvSpPr/>
              <p:nvPr/>
            </p:nvSpPr>
            <p:spPr>
              <a:xfrm>
                <a:off x="3306752" y="153100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06" name="ph1206"/>
              <p:cNvSpPr/>
              <p:nvPr/>
            </p:nvSpPr>
            <p:spPr>
              <a:xfrm>
                <a:off x="3315460" y="153100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07" name="ph1207"/>
              <p:cNvSpPr/>
              <p:nvPr/>
            </p:nvSpPr>
            <p:spPr>
              <a:xfrm>
                <a:off x="3324167" y="153100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08" name="ph1208"/>
              <p:cNvSpPr/>
              <p:nvPr/>
            </p:nvSpPr>
            <p:spPr>
              <a:xfrm>
                <a:off x="3332874" y="153100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09" name="ph1209"/>
              <p:cNvSpPr/>
              <p:nvPr/>
            </p:nvSpPr>
            <p:spPr>
              <a:xfrm>
                <a:off x="3123902" y="15417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10" name="ph1210"/>
              <p:cNvSpPr/>
              <p:nvPr/>
            </p:nvSpPr>
            <p:spPr>
              <a:xfrm>
                <a:off x="3132609" y="15417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11" name="ph1211"/>
              <p:cNvSpPr/>
              <p:nvPr/>
            </p:nvSpPr>
            <p:spPr>
              <a:xfrm>
                <a:off x="3141316" y="15417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12" name="ph1212"/>
              <p:cNvSpPr/>
              <p:nvPr/>
            </p:nvSpPr>
            <p:spPr>
              <a:xfrm>
                <a:off x="3150023" y="15417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13" name="ph1213"/>
              <p:cNvSpPr/>
              <p:nvPr/>
            </p:nvSpPr>
            <p:spPr>
              <a:xfrm>
                <a:off x="3158730" y="15417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14" name="ph1214"/>
              <p:cNvSpPr/>
              <p:nvPr/>
            </p:nvSpPr>
            <p:spPr>
              <a:xfrm>
                <a:off x="3167438" y="15417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15" name="ph1215"/>
              <p:cNvSpPr/>
              <p:nvPr/>
            </p:nvSpPr>
            <p:spPr>
              <a:xfrm>
                <a:off x="3176145" y="15417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16" name="ph1216"/>
              <p:cNvSpPr/>
              <p:nvPr/>
            </p:nvSpPr>
            <p:spPr>
              <a:xfrm>
                <a:off x="3184852" y="15417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17" name="ph1217"/>
              <p:cNvSpPr/>
              <p:nvPr/>
            </p:nvSpPr>
            <p:spPr>
              <a:xfrm>
                <a:off x="3193559" y="15417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CA7">
                  <a:alpha val="100000"/>
                </a:srgbClr>
              </a:solidFill>
              <a:ln w="5420" cap="flat">
                <a:solidFill>
                  <a:srgbClr val="38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18" name="ph1218"/>
              <p:cNvSpPr/>
              <p:nvPr/>
            </p:nvSpPr>
            <p:spPr>
              <a:xfrm>
                <a:off x="3202266" y="15417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19" name="ph1219"/>
              <p:cNvSpPr/>
              <p:nvPr/>
            </p:nvSpPr>
            <p:spPr>
              <a:xfrm>
                <a:off x="3210973" y="15417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20" name="ph1220"/>
              <p:cNvSpPr/>
              <p:nvPr/>
            </p:nvSpPr>
            <p:spPr>
              <a:xfrm>
                <a:off x="3219681" y="15417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2A4">
                  <a:alpha val="100000"/>
                </a:srgbClr>
              </a:solidFill>
              <a:ln w="5420" cap="flat">
                <a:solidFill>
                  <a:srgbClr val="3982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21" name="ph1221"/>
              <p:cNvSpPr/>
              <p:nvPr/>
            </p:nvSpPr>
            <p:spPr>
              <a:xfrm>
                <a:off x="3228388" y="15417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22" name="ph1222"/>
              <p:cNvSpPr/>
              <p:nvPr/>
            </p:nvSpPr>
            <p:spPr>
              <a:xfrm>
                <a:off x="3237095" y="15417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23" name="ph1223"/>
              <p:cNvSpPr/>
              <p:nvPr/>
            </p:nvSpPr>
            <p:spPr>
              <a:xfrm>
                <a:off x="3245802" y="15417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799A9">
                  <a:alpha val="100000"/>
                </a:srgbClr>
              </a:solidFill>
              <a:ln w="5420" cap="flat">
                <a:solidFill>
                  <a:srgbClr val="37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24" name="ph1224"/>
              <p:cNvSpPr/>
              <p:nvPr/>
            </p:nvSpPr>
            <p:spPr>
              <a:xfrm>
                <a:off x="3254509" y="15417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25" name="ph1225"/>
              <p:cNvSpPr/>
              <p:nvPr/>
            </p:nvSpPr>
            <p:spPr>
              <a:xfrm>
                <a:off x="3263217" y="15417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26" name="ph1226"/>
              <p:cNvSpPr/>
              <p:nvPr/>
            </p:nvSpPr>
            <p:spPr>
              <a:xfrm>
                <a:off x="3280631" y="15417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27" name="ph1227"/>
              <p:cNvSpPr/>
              <p:nvPr/>
            </p:nvSpPr>
            <p:spPr>
              <a:xfrm>
                <a:off x="3289338" y="15417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28" name="ph1228"/>
              <p:cNvSpPr/>
              <p:nvPr/>
            </p:nvSpPr>
            <p:spPr>
              <a:xfrm>
                <a:off x="3298045" y="15417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29" name="ph1229"/>
              <p:cNvSpPr/>
              <p:nvPr/>
            </p:nvSpPr>
            <p:spPr>
              <a:xfrm>
                <a:off x="3306752" y="15417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30" name="ph1230"/>
              <p:cNvSpPr/>
              <p:nvPr/>
            </p:nvSpPr>
            <p:spPr>
              <a:xfrm>
                <a:off x="3315460" y="15417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31" name="ph1231"/>
              <p:cNvSpPr/>
              <p:nvPr/>
            </p:nvSpPr>
            <p:spPr>
              <a:xfrm>
                <a:off x="3324167" y="15417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32" name="ph1232"/>
              <p:cNvSpPr/>
              <p:nvPr/>
            </p:nvSpPr>
            <p:spPr>
              <a:xfrm>
                <a:off x="3332874" y="15417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33" name="ph1233"/>
              <p:cNvSpPr/>
              <p:nvPr/>
            </p:nvSpPr>
            <p:spPr>
              <a:xfrm>
                <a:off x="3123902" y="15524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34" name="ph1234"/>
              <p:cNvSpPr/>
              <p:nvPr/>
            </p:nvSpPr>
            <p:spPr>
              <a:xfrm>
                <a:off x="3132609" y="15524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35" name="ph1235"/>
              <p:cNvSpPr/>
              <p:nvPr/>
            </p:nvSpPr>
            <p:spPr>
              <a:xfrm>
                <a:off x="3141316" y="15524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36" name="ph1236"/>
              <p:cNvSpPr/>
              <p:nvPr/>
            </p:nvSpPr>
            <p:spPr>
              <a:xfrm>
                <a:off x="3150023" y="15524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37" name="ph1237"/>
              <p:cNvSpPr/>
              <p:nvPr/>
            </p:nvSpPr>
            <p:spPr>
              <a:xfrm>
                <a:off x="3158730" y="15524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38" name="ph1238"/>
              <p:cNvSpPr/>
              <p:nvPr/>
            </p:nvSpPr>
            <p:spPr>
              <a:xfrm>
                <a:off x="3167438" y="15524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596A9">
                  <a:alpha val="100000"/>
                </a:srgbClr>
              </a:solidFill>
              <a:ln w="5420" cap="flat">
                <a:solidFill>
                  <a:srgbClr val="35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39" name="ph1239"/>
              <p:cNvSpPr/>
              <p:nvPr/>
            </p:nvSpPr>
            <p:spPr>
              <a:xfrm>
                <a:off x="3176145" y="15524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40" name="ph1240"/>
              <p:cNvSpPr/>
              <p:nvPr/>
            </p:nvSpPr>
            <p:spPr>
              <a:xfrm>
                <a:off x="3184852" y="15524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41" name="ph1241"/>
              <p:cNvSpPr/>
              <p:nvPr/>
            </p:nvSpPr>
            <p:spPr>
              <a:xfrm>
                <a:off x="3193559" y="15524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42" name="ph1242"/>
              <p:cNvSpPr/>
              <p:nvPr/>
            </p:nvSpPr>
            <p:spPr>
              <a:xfrm>
                <a:off x="3202266" y="15524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BA6">
                  <a:alpha val="100000"/>
                </a:srgbClr>
              </a:solidFill>
              <a:ln w="5420" cap="flat">
                <a:solidFill>
                  <a:srgbClr val="388B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43" name="ph1243"/>
              <p:cNvSpPr/>
              <p:nvPr/>
            </p:nvSpPr>
            <p:spPr>
              <a:xfrm>
                <a:off x="3210973" y="15524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44" name="ph1244"/>
              <p:cNvSpPr/>
              <p:nvPr/>
            </p:nvSpPr>
            <p:spPr>
              <a:xfrm>
                <a:off x="3219681" y="15524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7A6">
                  <a:alpha val="100000"/>
                </a:srgbClr>
              </a:solidFill>
              <a:ln w="5420" cap="flat">
                <a:solidFill>
                  <a:srgbClr val="39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45" name="ph1245"/>
              <p:cNvSpPr/>
              <p:nvPr/>
            </p:nvSpPr>
            <p:spPr>
              <a:xfrm>
                <a:off x="3228388" y="15524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46" name="ph1246"/>
              <p:cNvSpPr/>
              <p:nvPr/>
            </p:nvSpPr>
            <p:spPr>
              <a:xfrm>
                <a:off x="3237095" y="15524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47" name="ph1247"/>
              <p:cNvSpPr/>
              <p:nvPr/>
            </p:nvSpPr>
            <p:spPr>
              <a:xfrm>
                <a:off x="3245802" y="15524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48" name="ph1248"/>
              <p:cNvSpPr/>
              <p:nvPr/>
            </p:nvSpPr>
            <p:spPr>
              <a:xfrm>
                <a:off x="3254509" y="15524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49" name="ph1249"/>
              <p:cNvSpPr/>
              <p:nvPr/>
            </p:nvSpPr>
            <p:spPr>
              <a:xfrm>
                <a:off x="3263217" y="15524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50" name="ph1250"/>
              <p:cNvSpPr/>
              <p:nvPr/>
            </p:nvSpPr>
            <p:spPr>
              <a:xfrm>
                <a:off x="3271924" y="15524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51" name="ph1251"/>
              <p:cNvSpPr/>
              <p:nvPr/>
            </p:nvSpPr>
            <p:spPr>
              <a:xfrm>
                <a:off x="3280631" y="15524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52" name="ph1252"/>
              <p:cNvSpPr/>
              <p:nvPr/>
            </p:nvSpPr>
            <p:spPr>
              <a:xfrm>
                <a:off x="3289338" y="15524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53" name="ph1253"/>
              <p:cNvSpPr/>
              <p:nvPr/>
            </p:nvSpPr>
            <p:spPr>
              <a:xfrm>
                <a:off x="3298045" y="15524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54" name="ph1254"/>
              <p:cNvSpPr/>
              <p:nvPr/>
            </p:nvSpPr>
            <p:spPr>
              <a:xfrm>
                <a:off x="3306752" y="15524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55" name="ph1255"/>
              <p:cNvSpPr/>
              <p:nvPr/>
            </p:nvSpPr>
            <p:spPr>
              <a:xfrm>
                <a:off x="3315460" y="15524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56" name="ph1256"/>
              <p:cNvSpPr/>
              <p:nvPr/>
            </p:nvSpPr>
            <p:spPr>
              <a:xfrm>
                <a:off x="3324167" y="15524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57" name="ph1257"/>
              <p:cNvSpPr/>
              <p:nvPr/>
            </p:nvSpPr>
            <p:spPr>
              <a:xfrm>
                <a:off x="3123902" y="15631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58" name="ph1258"/>
              <p:cNvSpPr/>
              <p:nvPr/>
            </p:nvSpPr>
            <p:spPr>
              <a:xfrm>
                <a:off x="3132609" y="15631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59" name="ph1259"/>
              <p:cNvSpPr/>
              <p:nvPr/>
            </p:nvSpPr>
            <p:spPr>
              <a:xfrm>
                <a:off x="3141316" y="15631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60" name="ph1260"/>
              <p:cNvSpPr/>
              <p:nvPr/>
            </p:nvSpPr>
            <p:spPr>
              <a:xfrm>
                <a:off x="3150023" y="15631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61" name="ph1261"/>
              <p:cNvSpPr/>
              <p:nvPr/>
            </p:nvSpPr>
            <p:spPr>
              <a:xfrm>
                <a:off x="3158730" y="15631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698A9">
                  <a:alpha val="100000"/>
                </a:srgbClr>
              </a:solidFill>
              <a:ln w="5420" cap="flat">
                <a:solidFill>
                  <a:srgbClr val="36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62" name="ph1262"/>
              <p:cNvSpPr/>
              <p:nvPr/>
            </p:nvSpPr>
            <p:spPr>
              <a:xfrm>
                <a:off x="3167438" y="15631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63" name="ph1263"/>
              <p:cNvSpPr/>
              <p:nvPr/>
            </p:nvSpPr>
            <p:spPr>
              <a:xfrm>
                <a:off x="3176145" y="15631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64" name="ph1264"/>
              <p:cNvSpPr/>
              <p:nvPr/>
            </p:nvSpPr>
            <p:spPr>
              <a:xfrm>
                <a:off x="3184852" y="15631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65" name="ph1265"/>
              <p:cNvSpPr/>
              <p:nvPr/>
            </p:nvSpPr>
            <p:spPr>
              <a:xfrm>
                <a:off x="3193559" y="15631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66" name="ph1266"/>
              <p:cNvSpPr/>
              <p:nvPr/>
            </p:nvSpPr>
            <p:spPr>
              <a:xfrm>
                <a:off x="3202266" y="15631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67" name="ph1267"/>
              <p:cNvSpPr/>
              <p:nvPr/>
            </p:nvSpPr>
            <p:spPr>
              <a:xfrm>
                <a:off x="3210973" y="15631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68" name="ph1268"/>
              <p:cNvSpPr/>
              <p:nvPr/>
            </p:nvSpPr>
            <p:spPr>
              <a:xfrm>
                <a:off x="3219681" y="15631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69" name="ph1269"/>
              <p:cNvSpPr/>
              <p:nvPr/>
            </p:nvSpPr>
            <p:spPr>
              <a:xfrm>
                <a:off x="3228388" y="15631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70" name="ph1270"/>
              <p:cNvSpPr/>
              <p:nvPr/>
            </p:nvSpPr>
            <p:spPr>
              <a:xfrm>
                <a:off x="3237095" y="15631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71" name="ph1271"/>
              <p:cNvSpPr/>
              <p:nvPr/>
            </p:nvSpPr>
            <p:spPr>
              <a:xfrm>
                <a:off x="3245802" y="15631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72" name="ph1272"/>
              <p:cNvSpPr/>
              <p:nvPr/>
            </p:nvSpPr>
            <p:spPr>
              <a:xfrm>
                <a:off x="3254509" y="15631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73" name="ph1273"/>
              <p:cNvSpPr/>
              <p:nvPr/>
            </p:nvSpPr>
            <p:spPr>
              <a:xfrm>
                <a:off x="3263217" y="15631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74" name="ph1274"/>
              <p:cNvSpPr/>
              <p:nvPr/>
            </p:nvSpPr>
            <p:spPr>
              <a:xfrm>
                <a:off x="3271924" y="15631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75" name="ph1275"/>
              <p:cNvSpPr/>
              <p:nvPr/>
            </p:nvSpPr>
            <p:spPr>
              <a:xfrm>
                <a:off x="3280631" y="15631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76" name="ph1276"/>
              <p:cNvSpPr/>
              <p:nvPr/>
            </p:nvSpPr>
            <p:spPr>
              <a:xfrm>
                <a:off x="3289338" y="15631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77" name="ph1277"/>
              <p:cNvSpPr/>
              <p:nvPr/>
            </p:nvSpPr>
            <p:spPr>
              <a:xfrm>
                <a:off x="3298045" y="15631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78" name="ph1278"/>
              <p:cNvSpPr/>
              <p:nvPr/>
            </p:nvSpPr>
            <p:spPr>
              <a:xfrm>
                <a:off x="3306752" y="15631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FB4AB">
                  <a:alpha val="100000"/>
                </a:srgbClr>
              </a:solidFill>
              <a:ln w="5420" cap="flat">
                <a:solidFill>
                  <a:srgbClr val="4F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79" name="ph1279"/>
              <p:cNvSpPr/>
              <p:nvPr/>
            </p:nvSpPr>
            <p:spPr>
              <a:xfrm>
                <a:off x="3315460" y="15631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80" name="ph1280"/>
              <p:cNvSpPr/>
              <p:nvPr/>
            </p:nvSpPr>
            <p:spPr>
              <a:xfrm>
                <a:off x="3097780" y="15738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81" name="ph1281"/>
              <p:cNvSpPr/>
              <p:nvPr/>
            </p:nvSpPr>
            <p:spPr>
              <a:xfrm>
                <a:off x="3106487" y="15738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82" name="ph1282"/>
              <p:cNvSpPr/>
              <p:nvPr/>
            </p:nvSpPr>
            <p:spPr>
              <a:xfrm>
                <a:off x="3123902" y="15738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83" name="ph1283"/>
              <p:cNvSpPr/>
              <p:nvPr/>
            </p:nvSpPr>
            <p:spPr>
              <a:xfrm>
                <a:off x="3132609" y="15738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84" name="ph1284"/>
              <p:cNvSpPr/>
              <p:nvPr/>
            </p:nvSpPr>
            <p:spPr>
              <a:xfrm>
                <a:off x="3141316" y="15738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85" name="ph1285"/>
              <p:cNvSpPr/>
              <p:nvPr/>
            </p:nvSpPr>
            <p:spPr>
              <a:xfrm>
                <a:off x="3150023" y="15738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86" name="ph1286"/>
              <p:cNvSpPr/>
              <p:nvPr/>
            </p:nvSpPr>
            <p:spPr>
              <a:xfrm>
                <a:off x="3158730" y="15738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87" name="ph1287"/>
              <p:cNvSpPr/>
              <p:nvPr/>
            </p:nvSpPr>
            <p:spPr>
              <a:xfrm>
                <a:off x="3167438" y="15738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88" name="ph1288"/>
              <p:cNvSpPr/>
              <p:nvPr/>
            </p:nvSpPr>
            <p:spPr>
              <a:xfrm>
                <a:off x="3176145" y="15738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89" name="ph1289"/>
              <p:cNvSpPr/>
              <p:nvPr/>
            </p:nvSpPr>
            <p:spPr>
              <a:xfrm>
                <a:off x="3184852" y="15738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597A9">
                  <a:alpha val="100000"/>
                </a:srgbClr>
              </a:solidFill>
              <a:ln w="5420" cap="flat">
                <a:solidFill>
                  <a:srgbClr val="35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90" name="ph1290"/>
              <p:cNvSpPr/>
              <p:nvPr/>
            </p:nvSpPr>
            <p:spPr>
              <a:xfrm>
                <a:off x="3210973" y="15738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91" name="ph1291"/>
              <p:cNvSpPr/>
              <p:nvPr/>
            </p:nvSpPr>
            <p:spPr>
              <a:xfrm>
                <a:off x="3219681" y="15738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92" name="ph1292"/>
              <p:cNvSpPr/>
              <p:nvPr/>
            </p:nvSpPr>
            <p:spPr>
              <a:xfrm>
                <a:off x="3228388" y="15738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93" name="ph1293"/>
              <p:cNvSpPr/>
              <p:nvPr/>
            </p:nvSpPr>
            <p:spPr>
              <a:xfrm>
                <a:off x="3237095" y="15738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94" name="ph1294"/>
              <p:cNvSpPr/>
              <p:nvPr/>
            </p:nvSpPr>
            <p:spPr>
              <a:xfrm>
                <a:off x="3245802" y="15738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95" name="ph1295"/>
              <p:cNvSpPr/>
              <p:nvPr/>
            </p:nvSpPr>
            <p:spPr>
              <a:xfrm>
                <a:off x="3254509" y="15738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96" name="ph1296"/>
              <p:cNvSpPr/>
              <p:nvPr/>
            </p:nvSpPr>
            <p:spPr>
              <a:xfrm>
                <a:off x="3263217" y="15738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97" name="ph1297"/>
              <p:cNvSpPr/>
              <p:nvPr/>
            </p:nvSpPr>
            <p:spPr>
              <a:xfrm>
                <a:off x="3271924" y="15738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98" name="ph1298"/>
              <p:cNvSpPr/>
              <p:nvPr/>
            </p:nvSpPr>
            <p:spPr>
              <a:xfrm>
                <a:off x="3280631" y="15738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299" name="ph1299"/>
              <p:cNvSpPr/>
              <p:nvPr/>
            </p:nvSpPr>
            <p:spPr>
              <a:xfrm>
                <a:off x="3289338" y="15738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00" name="ph1300"/>
              <p:cNvSpPr/>
              <p:nvPr/>
            </p:nvSpPr>
            <p:spPr>
              <a:xfrm>
                <a:off x="3298045" y="15738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01" name="ph1301"/>
              <p:cNvSpPr/>
              <p:nvPr/>
            </p:nvSpPr>
            <p:spPr>
              <a:xfrm>
                <a:off x="3306752" y="15738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02" name="ph1302"/>
              <p:cNvSpPr/>
              <p:nvPr/>
            </p:nvSpPr>
            <p:spPr>
              <a:xfrm>
                <a:off x="3089073" y="15845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03" name="ph1303"/>
              <p:cNvSpPr/>
              <p:nvPr/>
            </p:nvSpPr>
            <p:spPr>
              <a:xfrm>
                <a:off x="3097780" y="15845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04" name="ph1304"/>
              <p:cNvSpPr/>
              <p:nvPr/>
            </p:nvSpPr>
            <p:spPr>
              <a:xfrm>
                <a:off x="3106487" y="15845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05" name="ph1305"/>
              <p:cNvSpPr/>
              <p:nvPr/>
            </p:nvSpPr>
            <p:spPr>
              <a:xfrm>
                <a:off x="3115194" y="15845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06" name="ph1306"/>
              <p:cNvSpPr/>
              <p:nvPr/>
            </p:nvSpPr>
            <p:spPr>
              <a:xfrm>
                <a:off x="3123902" y="15845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07" name="ph1307"/>
              <p:cNvSpPr/>
              <p:nvPr/>
            </p:nvSpPr>
            <p:spPr>
              <a:xfrm>
                <a:off x="3132609" y="15845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08" name="ph1308"/>
              <p:cNvSpPr/>
              <p:nvPr/>
            </p:nvSpPr>
            <p:spPr>
              <a:xfrm>
                <a:off x="3141316" y="15845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09" name="ph1309"/>
              <p:cNvSpPr/>
              <p:nvPr/>
            </p:nvSpPr>
            <p:spPr>
              <a:xfrm>
                <a:off x="3150023" y="15845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10" name="ph1310"/>
              <p:cNvSpPr/>
              <p:nvPr/>
            </p:nvSpPr>
            <p:spPr>
              <a:xfrm>
                <a:off x="3158730" y="15845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11" name="ph1311"/>
              <p:cNvSpPr/>
              <p:nvPr/>
            </p:nvSpPr>
            <p:spPr>
              <a:xfrm>
                <a:off x="3167438" y="15845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12" name="ph1312"/>
              <p:cNvSpPr/>
              <p:nvPr/>
            </p:nvSpPr>
            <p:spPr>
              <a:xfrm>
                <a:off x="3176145" y="15845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13" name="ph1313"/>
              <p:cNvSpPr/>
              <p:nvPr/>
            </p:nvSpPr>
            <p:spPr>
              <a:xfrm>
                <a:off x="3184852" y="15845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14" name="ph1314"/>
              <p:cNvSpPr/>
              <p:nvPr/>
            </p:nvSpPr>
            <p:spPr>
              <a:xfrm>
                <a:off x="3219681" y="15845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15" name="ph1315"/>
              <p:cNvSpPr/>
              <p:nvPr/>
            </p:nvSpPr>
            <p:spPr>
              <a:xfrm>
                <a:off x="3228388" y="15845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16" name="ph1316"/>
              <p:cNvSpPr/>
              <p:nvPr/>
            </p:nvSpPr>
            <p:spPr>
              <a:xfrm>
                <a:off x="3237095" y="15845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17" name="ph1317"/>
              <p:cNvSpPr/>
              <p:nvPr/>
            </p:nvSpPr>
            <p:spPr>
              <a:xfrm>
                <a:off x="3245802" y="15845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18" name="ph1318"/>
              <p:cNvSpPr/>
              <p:nvPr/>
            </p:nvSpPr>
            <p:spPr>
              <a:xfrm>
                <a:off x="3254509" y="15845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57BFAB">
                  <a:alpha val="100000"/>
                </a:srgbClr>
              </a:solidFill>
              <a:ln w="5420" cap="flat">
                <a:solidFill>
                  <a:srgbClr val="57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19" name="ph1319"/>
              <p:cNvSpPr/>
              <p:nvPr/>
            </p:nvSpPr>
            <p:spPr>
              <a:xfrm>
                <a:off x="3263217" y="15845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20" name="ph1320"/>
              <p:cNvSpPr/>
              <p:nvPr/>
            </p:nvSpPr>
            <p:spPr>
              <a:xfrm>
                <a:off x="3271924" y="15845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21" name="ph1321"/>
              <p:cNvSpPr/>
              <p:nvPr/>
            </p:nvSpPr>
            <p:spPr>
              <a:xfrm>
                <a:off x="3280631" y="15845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22" name="ph1322"/>
              <p:cNvSpPr/>
              <p:nvPr/>
            </p:nvSpPr>
            <p:spPr>
              <a:xfrm>
                <a:off x="3289338" y="15845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23" name="ph1323"/>
              <p:cNvSpPr/>
              <p:nvPr/>
            </p:nvSpPr>
            <p:spPr>
              <a:xfrm>
                <a:off x="3298045" y="15845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24" name="ph1324"/>
              <p:cNvSpPr/>
              <p:nvPr/>
            </p:nvSpPr>
            <p:spPr>
              <a:xfrm>
                <a:off x="3080366" y="15952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25" name="ph1325"/>
              <p:cNvSpPr/>
              <p:nvPr/>
            </p:nvSpPr>
            <p:spPr>
              <a:xfrm>
                <a:off x="3089073" y="15952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26" name="ph1326"/>
              <p:cNvSpPr/>
              <p:nvPr/>
            </p:nvSpPr>
            <p:spPr>
              <a:xfrm>
                <a:off x="3097780" y="15952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27" name="ph1327"/>
              <p:cNvSpPr/>
              <p:nvPr/>
            </p:nvSpPr>
            <p:spPr>
              <a:xfrm>
                <a:off x="3106487" y="15952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28" name="ph1328"/>
              <p:cNvSpPr/>
              <p:nvPr/>
            </p:nvSpPr>
            <p:spPr>
              <a:xfrm>
                <a:off x="3115194" y="15952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29" name="ph1329"/>
              <p:cNvSpPr/>
              <p:nvPr/>
            </p:nvSpPr>
            <p:spPr>
              <a:xfrm>
                <a:off x="3123902" y="15952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30" name="ph1330"/>
              <p:cNvSpPr/>
              <p:nvPr/>
            </p:nvSpPr>
            <p:spPr>
              <a:xfrm>
                <a:off x="3132609" y="15952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31" name="ph1331"/>
              <p:cNvSpPr/>
              <p:nvPr/>
            </p:nvSpPr>
            <p:spPr>
              <a:xfrm>
                <a:off x="3141316" y="15952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32" name="ph1332"/>
              <p:cNvSpPr/>
              <p:nvPr/>
            </p:nvSpPr>
            <p:spPr>
              <a:xfrm>
                <a:off x="3150023" y="15952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33" name="ph1333"/>
              <p:cNvSpPr/>
              <p:nvPr/>
            </p:nvSpPr>
            <p:spPr>
              <a:xfrm>
                <a:off x="3158730" y="15952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34" name="ph1334"/>
              <p:cNvSpPr/>
              <p:nvPr/>
            </p:nvSpPr>
            <p:spPr>
              <a:xfrm>
                <a:off x="3167438" y="15952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35" name="ph1335"/>
              <p:cNvSpPr/>
              <p:nvPr/>
            </p:nvSpPr>
            <p:spPr>
              <a:xfrm>
                <a:off x="3176145" y="15952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36" name="ph1336"/>
              <p:cNvSpPr/>
              <p:nvPr/>
            </p:nvSpPr>
            <p:spPr>
              <a:xfrm>
                <a:off x="3184852" y="15952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37" name="ph1337"/>
              <p:cNvSpPr/>
              <p:nvPr/>
            </p:nvSpPr>
            <p:spPr>
              <a:xfrm>
                <a:off x="3219681" y="15952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38" name="ph1338"/>
              <p:cNvSpPr/>
              <p:nvPr/>
            </p:nvSpPr>
            <p:spPr>
              <a:xfrm>
                <a:off x="3228388" y="15952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39" name="ph1339"/>
              <p:cNvSpPr/>
              <p:nvPr/>
            </p:nvSpPr>
            <p:spPr>
              <a:xfrm>
                <a:off x="3237095" y="15952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40" name="ph1340"/>
              <p:cNvSpPr/>
              <p:nvPr/>
            </p:nvSpPr>
            <p:spPr>
              <a:xfrm>
                <a:off x="3245802" y="15952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41" name="ph1341"/>
              <p:cNvSpPr/>
              <p:nvPr/>
            </p:nvSpPr>
            <p:spPr>
              <a:xfrm>
                <a:off x="3254509" y="15952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42" name="ph1342"/>
              <p:cNvSpPr/>
              <p:nvPr/>
            </p:nvSpPr>
            <p:spPr>
              <a:xfrm>
                <a:off x="3263217" y="15952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43" name="ph1343"/>
              <p:cNvSpPr/>
              <p:nvPr/>
            </p:nvSpPr>
            <p:spPr>
              <a:xfrm>
                <a:off x="3271924" y="15952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44" name="ph1344"/>
              <p:cNvSpPr/>
              <p:nvPr/>
            </p:nvSpPr>
            <p:spPr>
              <a:xfrm>
                <a:off x="3280631" y="15952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45" name="ph1345"/>
              <p:cNvSpPr/>
              <p:nvPr/>
            </p:nvSpPr>
            <p:spPr>
              <a:xfrm>
                <a:off x="3289338" y="15952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46" name="ph1346"/>
              <p:cNvSpPr/>
              <p:nvPr/>
            </p:nvSpPr>
            <p:spPr>
              <a:xfrm>
                <a:off x="3071659" y="16059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47" name="ph1347"/>
              <p:cNvSpPr/>
              <p:nvPr/>
            </p:nvSpPr>
            <p:spPr>
              <a:xfrm>
                <a:off x="3080366" y="16059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48" name="ph1348"/>
              <p:cNvSpPr/>
              <p:nvPr/>
            </p:nvSpPr>
            <p:spPr>
              <a:xfrm>
                <a:off x="3089073" y="16059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49" name="ph1349"/>
              <p:cNvSpPr/>
              <p:nvPr/>
            </p:nvSpPr>
            <p:spPr>
              <a:xfrm>
                <a:off x="3097780" y="16059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50" name="ph1350"/>
              <p:cNvSpPr/>
              <p:nvPr/>
            </p:nvSpPr>
            <p:spPr>
              <a:xfrm>
                <a:off x="3106487" y="16059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51" name="ph1351"/>
              <p:cNvSpPr/>
              <p:nvPr/>
            </p:nvSpPr>
            <p:spPr>
              <a:xfrm>
                <a:off x="3115194" y="16059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52" name="ph1352"/>
              <p:cNvSpPr/>
              <p:nvPr/>
            </p:nvSpPr>
            <p:spPr>
              <a:xfrm>
                <a:off x="3123902" y="16059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53" name="ph1353"/>
              <p:cNvSpPr/>
              <p:nvPr/>
            </p:nvSpPr>
            <p:spPr>
              <a:xfrm>
                <a:off x="3132609" y="16059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54" name="ph1354"/>
              <p:cNvSpPr/>
              <p:nvPr/>
            </p:nvSpPr>
            <p:spPr>
              <a:xfrm>
                <a:off x="3141316" y="16059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55" name="ph1355"/>
              <p:cNvSpPr/>
              <p:nvPr/>
            </p:nvSpPr>
            <p:spPr>
              <a:xfrm>
                <a:off x="3150023" y="16059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56" name="ph1356"/>
              <p:cNvSpPr/>
              <p:nvPr/>
            </p:nvSpPr>
            <p:spPr>
              <a:xfrm>
                <a:off x="3158730" y="16059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57" name="ph1357"/>
              <p:cNvSpPr/>
              <p:nvPr/>
            </p:nvSpPr>
            <p:spPr>
              <a:xfrm>
                <a:off x="3167438" y="16059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58" name="ph1358"/>
              <p:cNvSpPr/>
              <p:nvPr/>
            </p:nvSpPr>
            <p:spPr>
              <a:xfrm>
                <a:off x="3176145" y="16059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59" name="ph1359"/>
              <p:cNvSpPr/>
              <p:nvPr/>
            </p:nvSpPr>
            <p:spPr>
              <a:xfrm>
                <a:off x="3184852" y="16059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60" name="ph1360"/>
              <p:cNvSpPr/>
              <p:nvPr/>
            </p:nvSpPr>
            <p:spPr>
              <a:xfrm>
                <a:off x="3193559" y="16059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61" name="ph1361"/>
              <p:cNvSpPr/>
              <p:nvPr/>
            </p:nvSpPr>
            <p:spPr>
              <a:xfrm>
                <a:off x="3228388" y="16059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62" name="ph1362"/>
              <p:cNvSpPr/>
              <p:nvPr/>
            </p:nvSpPr>
            <p:spPr>
              <a:xfrm>
                <a:off x="3237095" y="16059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63" name="ph1363"/>
              <p:cNvSpPr/>
              <p:nvPr/>
            </p:nvSpPr>
            <p:spPr>
              <a:xfrm>
                <a:off x="3245802" y="16059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64" name="ph1364"/>
              <p:cNvSpPr/>
              <p:nvPr/>
            </p:nvSpPr>
            <p:spPr>
              <a:xfrm>
                <a:off x="3254509" y="16059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FB6AB">
                  <a:alpha val="100000"/>
                </a:srgbClr>
              </a:solidFill>
              <a:ln w="5420" cap="flat">
                <a:solidFill>
                  <a:srgbClr val="4F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65" name="ph1365"/>
              <p:cNvSpPr/>
              <p:nvPr/>
            </p:nvSpPr>
            <p:spPr>
              <a:xfrm>
                <a:off x="3263217" y="16059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66" name="ph1366"/>
              <p:cNvSpPr/>
              <p:nvPr/>
            </p:nvSpPr>
            <p:spPr>
              <a:xfrm>
                <a:off x="3271924" y="16059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67" name="ph1367"/>
              <p:cNvSpPr/>
              <p:nvPr/>
            </p:nvSpPr>
            <p:spPr>
              <a:xfrm>
                <a:off x="3280631" y="160590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68" name="ph1368"/>
              <p:cNvSpPr/>
              <p:nvPr/>
            </p:nvSpPr>
            <p:spPr>
              <a:xfrm>
                <a:off x="3071659" y="16165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69" name="ph1369"/>
              <p:cNvSpPr/>
              <p:nvPr/>
            </p:nvSpPr>
            <p:spPr>
              <a:xfrm>
                <a:off x="3080366" y="16165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70" name="ph1370"/>
              <p:cNvSpPr/>
              <p:nvPr/>
            </p:nvSpPr>
            <p:spPr>
              <a:xfrm>
                <a:off x="3089073" y="16165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71" name="ph1371"/>
              <p:cNvSpPr/>
              <p:nvPr/>
            </p:nvSpPr>
            <p:spPr>
              <a:xfrm>
                <a:off x="3097780" y="16165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72" name="ph1372"/>
              <p:cNvSpPr/>
              <p:nvPr/>
            </p:nvSpPr>
            <p:spPr>
              <a:xfrm>
                <a:off x="3106487" y="16165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73" name="ph1373"/>
              <p:cNvSpPr/>
              <p:nvPr/>
            </p:nvSpPr>
            <p:spPr>
              <a:xfrm>
                <a:off x="3115194" y="16165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74" name="ph1374"/>
              <p:cNvSpPr/>
              <p:nvPr/>
            </p:nvSpPr>
            <p:spPr>
              <a:xfrm>
                <a:off x="3123902" y="16165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698A9">
                  <a:alpha val="100000"/>
                </a:srgbClr>
              </a:solidFill>
              <a:ln w="5420" cap="flat">
                <a:solidFill>
                  <a:srgbClr val="36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75" name="ph1375"/>
              <p:cNvSpPr/>
              <p:nvPr/>
            </p:nvSpPr>
            <p:spPr>
              <a:xfrm>
                <a:off x="3132609" y="16165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76" name="ph1376"/>
              <p:cNvSpPr/>
              <p:nvPr/>
            </p:nvSpPr>
            <p:spPr>
              <a:xfrm>
                <a:off x="3141316" y="16165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77" name="ph1377"/>
              <p:cNvSpPr/>
              <p:nvPr/>
            </p:nvSpPr>
            <p:spPr>
              <a:xfrm>
                <a:off x="3150023" y="16165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78" name="ph1378"/>
              <p:cNvSpPr/>
              <p:nvPr/>
            </p:nvSpPr>
            <p:spPr>
              <a:xfrm>
                <a:off x="3158730" y="16165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79" name="ph1379"/>
              <p:cNvSpPr/>
              <p:nvPr/>
            </p:nvSpPr>
            <p:spPr>
              <a:xfrm>
                <a:off x="3167438" y="16165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80" name="ph1380"/>
              <p:cNvSpPr/>
              <p:nvPr/>
            </p:nvSpPr>
            <p:spPr>
              <a:xfrm>
                <a:off x="3176145" y="16165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81" name="ph1381"/>
              <p:cNvSpPr/>
              <p:nvPr/>
            </p:nvSpPr>
            <p:spPr>
              <a:xfrm>
                <a:off x="3184852" y="16165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82" name="ph1382"/>
              <p:cNvSpPr/>
              <p:nvPr/>
            </p:nvSpPr>
            <p:spPr>
              <a:xfrm>
                <a:off x="3193559" y="16165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83" name="ph1383"/>
              <p:cNvSpPr/>
              <p:nvPr/>
            </p:nvSpPr>
            <p:spPr>
              <a:xfrm>
                <a:off x="3228388" y="16165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84" name="ph1384"/>
              <p:cNvSpPr/>
              <p:nvPr/>
            </p:nvSpPr>
            <p:spPr>
              <a:xfrm>
                <a:off x="3237095" y="16165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85" name="ph1385"/>
              <p:cNvSpPr/>
              <p:nvPr/>
            </p:nvSpPr>
            <p:spPr>
              <a:xfrm>
                <a:off x="3245802" y="16165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86" name="ph1386"/>
              <p:cNvSpPr/>
              <p:nvPr/>
            </p:nvSpPr>
            <p:spPr>
              <a:xfrm>
                <a:off x="3254509" y="16165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87" name="ph1387"/>
              <p:cNvSpPr/>
              <p:nvPr/>
            </p:nvSpPr>
            <p:spPr>
              <a:xfrm>
                <a:off x="3263217" y="16165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88" name="ph1388"/>
              <p:cNvSpPr/>
              <p:nvPr/>
            </p:nvSpPr>
            <p:spPr>
              <a:xfrm>
                <a:off x="3271924" y="16165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89" name="ph1389"/>
              <p:cNvSpPr/>
              <p:nvPr/>
            </p:nvSpPr>
            <p:spPr>
              <a:xfrm>
                <a:off x="3062951" y="16272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90" name="ph1390"/>
              <p:cNvSpPr/>
              <p:nvPr/>
            </p:nvSpPr>
            <p:spPr>
              <a:xfrm>
                <a:off x="3071659" y="16272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91" name="ph1391"/>
              <p:cNvSpPr/>
              <p:nvPr/>
            </p:nvSpPr>
            <p:spPr>
              <a:xfrm>
                <a:off x="3080366" y="16272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92" name="ph1392"/>
              <p:cNvSpPr/>
              <p:nvPr/>
            </p:nvSpPr>
            <p:spPr>
              <a:xfrm>
                <a:off x="3089073" y="16272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93" name="ph1393"/>
              <p:cNvSpPr/>
              <p:nvPr/>
            </p:nvSpPr>
            <p:spPr>
              <a:xfrm>
                <a:off x="3097780" y="16272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94" name="ph1394"/>
              <p:cNvSpPr/>
              <p:nvPr/>
            </p:nvSpPr>
            <p:spPr>
              <a:xfrm>
                <a:off x="3106487" y="16272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596A9">
                  <a:alpha val="100000"/>
                </a:srgbClr>
              </a:solidFill>
              <a:ln w="5420" cap="flat">
                <a:solidFill>
                  <a:srgbClr val="35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95" name="ph1395"/>
              <p:cNvSpPr/>
              <p:nvPr/>
            </p:nvSpPr>
            <p:spPr>
              <a:xfrm>
                <a:off x="3115194" y="16272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96" name="ph1396"/>
              <p:cNvSpPr/>
              <p:nvPr/>
            </p:nvSpPr>
            <p:spPr>
              <a:xfrm>
                <a:off x="3123902" y="16272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97" name="ph1397"/>
              <p:cNvSpPr/>
              <p:nvPr/>
            </p:nvSpPr>
            <p:spPr>
              <a:xfrm>
                <a:off x="3132609" y="16272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98" name="ph1398"/>
              <p:cNvSpPr/>
              <p:nvPr/>
            </p:nvSpPr>
            <p:spPr>
              <a:xfrm>
                <a:off x="3141316" y="16272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399" name="ph1399"/>
              <p:cNvSpPr/>
              <p:nvPr/>
            </p:nvSpPr>
            <p:spPr>
              <a:xfrm>
                <a:off x="3150023" y="16272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00" name="ph1400"/>
              <p:cNvSpPr/>
              <p:nvPr/>
            </p:nvSpPr>
            <p:spPr>
              <a:xfrm>
                <a:off x="3158730" y="16272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01" name="ph1401"/>
              <p:cNvSpPr/>
              <p:nvPr/>
            </p:nvSpPr>
            <p:spPr>
              <a:xfrm>
                <a:off x="3167438" y="16272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02" name="ph1402"/>
              <p:cNvSpPr/>
              <p:nvPr/>
            </p:nvSpPr>
            <p:spPr>
              <a:xfrm>
                <a:off x="3176145" y="16272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03" name="ph1403"/>
              <p:cNvSpPr/>
              <p:nvPr/>
            </p:nvSpPr>
            <p:spPr>
              <a:xfrm>
                <a:off x="3184852" y="16272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04" name="ph1404"/>
              <p:cNvSpPr/>
              <p:nvPr/>
            </p:nvSpPr>
            <p:spPr>
              <a:xfrm>
                <a:off x="3193559" y="16272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05" name="ph1405"/>
              <p:cNvSpPr/>
              <p:nvPr/>
            </p:nvSpPr>
            <p:spPr>
              <a:xfrm>
                <a:off x="3202266" y="16272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06" name="ph1406"/>
              <p:cNvSpPr/>
              <p:nvPr/>
            </p:nvSpPr>
            <p:spPr>
              <a:xfrm>
                <a:off x="3228388" y="16272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07" name="ph1407"/>
              <p:cNvSpPr/>
              <p:nvPr/>
            </p:nvSpPr>
            <p:spPr>
              <a:xfrm>
                <a:off x="3237095" y="16272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08" name="ph1408"/>
              <p:cNvSpPr/>
              <p:nvPr/>
            </p:nvSpPr>
            <p:spPr>
              <a:xfrm>
                <a:off x="3245802" y="16272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7AAAA">
                  <a:alpha val="100000"/>
                </a:srgbClr>
              </a:solidFill>
              <a:ln w="5420" cap="flat">
                <a:solidFill>
                  <a:srgbClr val="47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09" name="ph1409"/>
              <p:cNvSpPr/>
              <p:nvPr/>
            </p:nvSpPr>
            <p:spPr>
              <a:xfrm>
                <a:off x="3254509" y="16272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10" name="ph1410"/>
              <p:cNvSpPr/>
              <p:nvPr/>
            </p:nvSpPr>
            <p:spPr>
              <a:xfrm>
                <a:off x="3263217" y="16272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11" name="ph1411"/>
              <p:cNvSpPr/>
              <p:nvPr/>
            </p:nvSpPr>
            <p:spPr>
              <a:xfrm>
                <a:off x="3271924" y="16272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12" name="ph1412"/>
              <p:cNvSpPr/>
              <p:nvPr/>
            </p:nvSpPr>
            <p:spPr>
              <a:xfrm>
                <a:off x="3062951" y="16379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13" name="ph1413"/>
              <p:cNvSpPr/>
              <p:nvPr/>
            </p:nvSpPr>
            <p:spPr>
              <a:xfrm>
                <a:off x="3071659" y="16379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14" name="ph1414"/>
              <p:cNvSpPr/>
              <p:nvPr/>
            </p:nvSpPr>
            <p:spPr>
              <a:xfrm>
                <a:off x="3080366" y="16379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596A9">
                  <a:alpha val="100000"/>
                </a:srgbClr>
              </a:solidFill>
              <a:ln w="5420" cap="flat">
                <a:solidFill>
                  <a:srgbClr val="35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15" name="ph1415"/>
              <p:cNvSpPr/>
              <p:nvPr/>
            </p:nvSpPr>
            <p:spPr>
              <a:xfrm>
                <a:off x="3089073" y="16379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16" name="ph1416"/>
              <p:cNvSpPr/>
              <p:nvPr/>
            </p:nvSpPr>
            <p:spPr>
              <a:xfrm>
                <a:off x="3097780" y="16379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17" name="ph1417"/>
              <p:cNvSpPr/>
              <p:nvPr/>
            </p:nvSpPr>
            <p:spPr>
              <a:xfrm>
                <a:off x="3106487" y="16379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18" name="ph1418"/>
              <p:cNvSpPr/>
              <p:nvPr/>
            </p:nvSpPr>
            <p:spPr>
              <a:xfrm>
                <a:off x="3115194" y="16379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19" name="ph1419"/>
              <p:cNvSpPr/>
              <p:nvPr/>
            </p:nvSpPr>
            <p:spPr>
              <a:xfrm>
                <a:off x="3123902" y="16379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20" name="ph1420"/>
              <p:cNvSpPr/>
              <p:nvPr/>
            </p:nvSpPr>
            <p:spPr>
              <a:xfrm>
                <a:off x="3132609" y="16379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21" name="ph1421"/>
              <p:cNvSpPr/>
              <p:nvPr/>
            </p:nvSpPr>
            <p:spPr>
              <a:xfrm>
                <a:off x="3141316" y="16379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22" name="ph1422"/>
              <p:cNvSpPr/>
              <p:nvPr/>
            </p:nvSpPr>
            <p:spPr>
              <a:xfrm>
                <a:off x="3150023" y="16379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23" name="ph1423"/>
              <p:cNvSpPr/>
              <p:nvPr/>
            </p:nvSpPr>
            <p:spPr>
              <a:xfrm>
                <a:off x="3158730" y="16379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24" name="ph1424"/>
              <p:cNvSpPr/>
              <p:nvPr/>
            </p:nvSpPr>
            <p:spPr>
              <a:xfrm>
                <a:off x="3167438" y="16379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25" name="ph1425"/>
              <p:cNvSpPr/>
              <p:nvPr/>
            </p:nvSpPr>
            <p:spPr>
              <a:xfrm>
                <a:off x="3176145" y="16379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26" name="ph1426"/>
              <p:cNvSpPr/>
              <p:nvPr/>
            </p:nvSpPr>
            <p:spPr>
              <a:xfrm>
                <a:off x="3184852" y="16379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27" name="ph1427"/>
              <p:cNvSpPr/>
              <p:nvPr/>
            </p:nvSpPr>
            <p:spPr>
              <a:xfrm>
                <a:off x="3193559" y="16379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28" name="ph1428"/>
              <p:cNvSpPr/>
              <p:nvPr/>
            </p:nvSpPr>
            <p:spPr>
              <a:xfrm>
                <a:off x="3202266" y="16379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29" name="ph1429"/>
              <p:cNvSpPr/>
              <p:nvPr/>
            </p:nvSpPr>
            <p:spPr>
              <a:xfrm>
                <a:off x="3210973" y="16379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30" name="ph1430"/>
              <p:cNvSpPr/>
              <p:nvPr/>
            </p:nvSpPr>
            <p:spPr>
              <a:xfrm>
                <a:off x="3237095" y="16379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31" name="ph1431"/>
              <p:cNvSpPr/>
              <p:nvPr/>
            </p:nvSpPr>
            <p:spPr>
              <a:xfrm>
                <a:off x="3245802" y="16379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2A6AA">
                  <a:alpha val="100000"/>
                </a:srgbClr>
              </a:solidFill>
              <a:ln w="5420" cap="flat">
                <a:solidFill>
                  <a:srgbClr val="42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32" name="ph1432"/>
              <p:cNvSpPr/>
              <p:nvPr/>
            </p:nvSpPr>
            <p:spPr>
              <a:xfrm>
                <a:off x="3254509" y="16379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3A7AA">
                  <a:alpha val="100000"/>
                </a:srgbClr>
              </a:solidFill>
              <a:ln w="5420" cap="flat">
                <a:solidFill>
                  <a:srgbClr val="43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33" name="ph1433"/>
              <p:cNvSpPr/>
              <p:nvPr/>
            </p:nvSpPr>
            <p:spPr>
              <a:xfrm>
                <a:off x="3263217" y="16379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34" name="ph1434"/>
              <p:cNvSpPr/>
              <p:nvPr/>
            </p:nvSpPr>
            <p:spPr>
              <a:xfrm>
                <a:off x="3271924" y="16379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35" name="ph1435"/>
              <p:cNvSpPr/>
              <p:nvPr/>
            </p:nvSpPr>
            <p:spPr>
              <a:xfrm>
                <a:off x="3062951" y="16486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36" name="ph1436"/>
              <p:cNvSpPr/>
              <p:nvPr/>
            </p:nvSpPr>
            <p:spPr>
              <a:xfrm>
                <a:off x="3071659" y="16486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37" name="ph1437"/>
              <p:cNvSpPr/>
              <p:nvPr/>
            </p:nvSpPr>
            <p:spPr>
              <a:xfrm>
                <a:off x="3080366" y="16486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38" name="ph1438"/>
              <p:cNvSpPr/>
              <p:nvPr/>
            </p:nvSpPr>
            <p:spPr>
              <a:xfrm>
                <a:off x="3089073" y="16486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39" name="ph1439"/>
              <p:cNvSpPr/>
              <p:nvPr/>
            </p:nvSpPr>
            <p:spPr>
              <a:xfrm>
                <a:off x="3097780" y="16486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40" name="ph1440"/>
              <p:cNvSpPr/>
              <p:nvPr/>
            </p:nvSpPr>
            <p:spPr>
              <a:xfrm>
                <a:off x="3106487" y="16486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41" name="ph1441"/>
              <p:cNvSpPr/>
              <p:nvPr/>
            </p:nvSpPr>
            <p:spPr>
              <a:xfrm>
                <a:off x="3115194" y="16486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42" name="ph1442"/>
              <p:cNvSpPr/>
              <p:nvPr/>
            </p:nvSpPr>
            <p:spPr>
              <a:xfrm>
                <a:off x="3123902" y="16486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43" name="ph1443"/>
              <p:cNvSpPr/>
              <p:nvPr/>
            </p:nvSpPr>
            <p:spPr>
              <a:xfrm>
                <a:off x="3132609" y="16486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44" name="ph1444"/>
              <p:cNvSpPr/>
              <p:nvPr/>
            </p:nvSpPr>
            <p:spPr>
              <a:xfrm>
                <a:off x="3141316" y="16486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45" name="ph1445"/>
              <p:cNvSpPr/>
              <p:nvPr/>
            </p:nvSpPr>
            <p:spPr>
              <a:xfrm>
                <a:off x="3150023" y="16486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46" name="ph1446"/>
              <p:cNvSpPr/>
              <p:nvPr/>
            </p:nvSpPr>
            <p:spPr>
              <a:xfrm>
                <a:off x="3158730" y="16486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47" name="ph1447"/>
              <p:cNvSpPr/>
              <p:nvPr/>
            </p:nvSpPr>
            <p:spPr>
              <a:xfrm>
                <a:off x="3167438" y="16486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48" name="ph1448"/>
              <p:cNvSpPr/>
              <p:nvPr/>
            </p:nvSpPr>
            <p:spPr>
              <a:xfrm>
                <a:off x="3176145" y="16486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49" name="ph1449"/>
              <p:cNvSpPr/>
              <p:nvPr/>
            </p:nvSpPr>
            <p:spPr>
              <a:xfrm>
                <a:off x="3184852" y="16486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50" name="ph1450"/>
              <p:cNvSpPr/>
              <p:nvPr/>
            </p:nvSpPr>
            <p:spPr>
              <a:xfrm>
                <a:off x="3193559" y="16486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9DAA">
                  <a:alpha val="100000"/>
                </a:srgbClr>
              </a:solidFill>
              <a:ln w="5420" cap="flat">
                <a:solidFill>
                  <a:srgbClr val="3B9D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51" name="ph1451"/>
              <p:cNvSpPr/>
              <p:nvPr/>
            </p:nvSpPr>
            <p:spPr>
              <a:xfrm>
                <a:off x="3202266" y="16486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52" name="ph1452"/>
              <p:cNvSpPr/>
              <p:nvPr/>
            </p:nvSpPr>
            <p:spPr>
              <a:xfrm>
                <a:off x="3210973" y="16486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53" name="ph1453"/>
              <p:cNvSpPr/>
              <p:nvPr/>
            </p:nvSpPr>
            <p:spPr>
              <a:xfrm>
                <a:off x="3228388" y="16486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54" name="ph1454"/>
              <p:cNvSpPr/>
              <p:nvPr/>
            </p:nvSpPr>
            <p:spPr>
              <a:xfrm>
                <a:off x="3237095" y="16486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55" name="ph1455"/>
              <p:cNvSpPr/>
              <p:nvPr/>
            </p:nvSpPr>
            <p:spPr>
              <a:xfrm>
                <a:off x="3245802" y="16486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56" name="ph1456"/>
              <p:cNvSpPr/>
              <p:nvPr/>
            </p:nvSpPr>
            <p:spPr>
              <a:xfrm>
                <a:off x="3254509" y="16486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57" name="ph1457"/>
              <p:cNvSpPr/>
              <p:nvPr/>
            </p:nvSpPr>
            <p:spPr>
              <a:xfrm>
                <a:off x="3263217" y="16486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58" name="ph1458"/>
              <p:cNvSpPr/>
              <p:nvPr/>
            </p:nvSpPr>
            <p:spPr>
              <a:xfrm>
                <a:off x="3271924" y="16486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59" name="ph1459"/>
              <p:cNvSpPr/>
              <p:nvPr/>
            </p:nvSpPr>
            <p:spPr>
              <a:xfrm>
                <a:off x="3071659" y="16593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60" name="ph1460"/>
              <p:cNvSpPr/>
              <p:nvPr/>
            </p:nvSpPr>
            <p:spPr>
              <a:xfrm>
                <a:off x="3080366" y="16593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61" name="ph1461"/>
              <p:cNvSpPr/>
              <p:nvPr/>
            </p:nvSpPr>
            <p:spPr>
              <a:xfrm>
                <a:off x="3089073" y="16593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62" name="ph1462"/>
              <p:cNvSpPr/>
              <p:nvPr/>
            </p:nvSpPr>
            <p:spPr>
              <a:xfrm>
                <a:off x="3097780" y="16593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63" name="ph1463"/>
              <p:cNvSpPr/>
              <p:nvPr/>
            </p:nvSpPr>
            <p:spPr>
              <a:xfrm>
                <a:off x="3106487" y="16593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64" name="ph1464"/>
              <p:cNvSpPr/>
              <p:nvPr/>
            </p:nvSpPr>
            <p:spPr>
              <a:xfrm>
                <a:off x="3115194" y="16593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65" name="ph1465"/>
              <p:cNvSpPr/>
              <p:nvPr/>
            </p:nvSpPr>
            <p:spPr>
              <a:xfrm>
                <a:off x="3123902" y="16593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66" name="ph1466"/>
              <p:cNvSpPr/>
              <p:nvPr/>
            </p:nvSpPr>
            <p:spPr>
              <a:xfrm>
                <a:off x="3132609" y="16593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67" name="ph1467"/>
              <p:cNvSpPr/>
              <p:nvPr/>
            </p:nvSpPr>
            <p:spPr>
              <a:xfrm>
                <a:off x="3141316" y="16593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68" name="ph1468"/>
              <p:cNvSpPr/>
              <p:nvPr/>
            </p:nvSpPr>
            <p:spPr>
              <a:xfrm>
                <a:off x="3150023" y="16593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69" name="ph1469"/>
              <p:cNvSpPr/>
              <p:nvPr/>
            </p:nvSpPr>
            <p:spPr>
              <a:xfrm>
                <a:off x="3158730" y="16593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70" name="ph1470"/>
              <p:cNvSpPr/>
              <p:nvPr/>
            </p:nvSpPr>
            <p:spPr>
              <a:xfrm>
                <a:off x="3167438" y="16593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71" name="ph1471"/>
              <p:cNvSpPr/>
              <p:nvPr/>
            </p:nvSpPr>
            <p:spPr>
              <a:xfrm>
                <a:off x="3176145" y="16593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72" name="ph1472"/>
              <p:cNvSpPr/>
              <p:nvPr/>
            </p:nvSpPr>
            <p:spPr>
              <a:xfrm>
                <a:off x="3184852" y="16593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73" name="ph1473"/>
              <p:cNvSpPr/>
              <p:nvPr/>
            </p:nvSpPr>
            <p:spPr>
              <a:xfrm>
                <a:off x="3193559" y="16593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9DA9">
                  <a:alpha val="100000"/>
                </a:srgbClr>
              </a:solidFill>
              <a:ln w="5420" cap="flat">
                <a:solidFill>
                  <a:srgbClr val="3B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74" name="ph1474"/>
              <p:cNvSpPr/>
              <p:nvPr/>
            </p:nvSpPr>
            <p:spPr>
              <a:xfrm>
                <a:off x="3202266" y="16593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75" name="ph1475"/>
              <p:cNvSpPr/>
              <p:nvPr/>
            </p:nvSpPr>
            <p:spPr>
              <a:xfrm>
                <a:off x="3210973" y="16593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76" name="ph1476"/>
              <p:cNvSpPr/>
              <p:nvPr/>
            </p:nvSpPr>
            <p:spPr>
              <a:xfrm>
                <a:off x="3219681" y="16593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77" name="ph1477"/>
              <p:cNvSpPr/>
              <p:nvPr/>
            </p:nvSpPr>
            <p:spPr>
              <a:xfrm>
                <a:off x="3228388" y="16593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78" name="ph1478"/>
              <p:cNvSpPr/>
              <p:nvPr/>
            </p:nvSpPr>
            <p:spPr>
              <a:xfrm>
                <a:off x="3237095" y="16593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79" name="ph1479"/>
              <p:cNvSpPr/>
              <p:nvPr/>
            </p:nvSpPr>
            <p:spPr>
              <a:xfrm>
                <a:off x="3245802" y="16593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80" name="ph1480"/>
              <p:cNvSpPr/>
              <p:nvPr/>
            </p:nvSpPr>
            <p:spPr>
              <a:xfrm>
                <a:off x="3254509" y="16593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1A3AA">
                  <a:alpha val="100000"/>
                </a:srgbClr>
              </a:solidFill>
              <a:ln w="5420" cap="flat">
                <a:solidFill>
                  <a:srgbClr val="41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81" name="ph1481"/>
              <p:cNvSpPr/>
              <p:nvPr/>
            </p:nvSpPr>
            <p:spPr>
              <a:xfrm>
                <a:off x="3263217" y="16593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82" name="ph1482"/>
              <p:cNvSpPr/>
              <p:nvPr/>
            </p:nvSpPr>
            <p:spPr>
              <a:xfrm>
                <a:off x="3271924" y="16593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83" name="ph1483"/>
              <p:cNvSpPr/>
              <p:nvPr/>
            </p:nvSpPr>
            <p:spPr>
              <a:xfrm>
                <a:off x="3080366" y="16700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84" name="ph1484"/>
              <p:cNvSpPr/>
              <p:nvPr/>
            </p:nvSpPr>
            <p:spPr>
              <a:xfrm>
                <a:off x="3089073" y="16700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85" name="ph1485"/>
              <p:cNvSpPr/>
              <p:nvPr/>
            </p:nvSpPr>
            <p:spPr>
              <a:xfrm>
                <a:off x="3097780" y="16700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86" name="ph1486"/>
              <p:cNvSpPr/>
              <p:nvPr/>
            </p:nvSpPr>
            <p:spPr>
              <a:xfrm>
                <a:off x="3106487" y="16700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87" name="ph1487"/>
              <p:cNvSpPr/>
              <p:nvPr/>
            </p:nvSpPr>
            <p:spPr>
              <a:xfrm>
                <a:off x="3115194" y="16700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88" name="ph1488"/>
              <p:cNvSpPr/>
              <p:nvPr/>
            </p:nvSpPr>
            <p:spPr>
              <a:xfrm>
                <a:off x="3123902" y="16700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89" name="ph1489"/>
              <p:cNvSpPr/>
              <p:nvPr/>
            </p:nvSpPr>
            <p:spPr>
              <a:xfrm>
                <a:off x="3132609" y="16700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90" name="ph1490"/>
              <p:cNvSpPr/>
              <p:nvPr/>
            </p:nvSpPr>
            <p:spPr>
              <a:xfrm>
                <a:off x="3141316" y="16700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91" name="ph1491"/>
              <p:cNvSpPr/>
              <p:nvPr/>
            </p:nvSpPr>
            <p:spPr>
              <a:xfrm>
                <a:off x="3150023" y="16700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92" name="ph1492"/>
              <p:cNvSpPr/>
              <p:nvPr/>
            </p:nvSpPr>
            <p:spPr>
              <a:xfrm>
                <a:off x="3158730" y="16700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93" name="ph1493"/>
              <p:cNvSpPr/>
              <p:nvPr/>
            </p:nvSpPr>
            <p:spPr>
              <a:xfrm>
                <a:off x="3167438" y="16700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94" name="ph1494"/>
              <p:cNvSpPr/>
              <p:nvPr/>
            </p:nvSpPr>
            <p:spPr>
              <a:xfrm>
                <a:off x="3176145" y="16700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95" name="ph1495"/>
              <p:cNvSpPr/>
              <p:nvPr/>
            </p:nvSpPr>
            <p:spPr>
              <a:xfrm>
                <a:off x="3184852" y="16700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96" name="ph1496"/>
              <p:cNvSpPr/>
              <p:nvPr/>
            </p:nvSpPr>
            <p:spPr>
              <a:xfrm>
                <a:off x="3193559" y="16700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97" name="ph1497"/>
              <p:cNvSpPr/>
              <p:nvPr/>
            </p:nvSpPr>
            <p:spPr>
              <a:xfrm>
                <a:off x="3202266" y="16700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98" name="ph1498"/>
              <p:cNvSpPr/>
              <p:nvPr/>
            </p:nvSpPr>
            <p:spPr>
              <a:xfrm>
                <a:off x="3210973" y="16700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499" name="ph1499"/>
              <p:cNvSpPr/>
              <p:nvPr/>
            </p:nvSpPr>
            <p:spPr>
              <a:xfrm>
                <a:off x="3219681" y="16700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00" name="ph1500"/>
              <p:cNvSpPr/>
              <p:nvPr/>
            </p:nvSpPr>
            <p:spPr>
              <a:xfrm>
                <a:off x="3228388" y="16700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01" name="ph1501"/>
              <p:cNvSpPr/>
              <p:nvPr/>
            </p:nvSpPr>
            <p:spPr>
              <a:xfrm>
                <a:off x="3237095" y="16700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02" name="ph1502"/>
              <p:cNvSpPr/>
              <p:nvPr/>
            </p:nvSpPr>
            <p:spPr>
              <a:xfrm>
                <a:off x="3245802" y="16700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03" name="ph1503"/>
              <p:cNvSpPr/>
              <p:nvPr/>
            </p:nvSpPr>
            <p:spPr>
              <a:xfrm>
                <a:off x="3254509" y="16700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04" name="ph1504"/>
              <p:cNvSpPr/>
              <p:nvPr/>
            </p:nvSpPr>
            <p:spPr>
              <a:xfrm>
                <a:off x="3263217" y="16700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05" name="ph1505"/>
              <p:cNvSpPr/>
              <p:nvPr/>
            </p:nvSpPr>
            <p:spPr>
              <a:xfrm>
                <a:off x="3080366" y="16807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06" name="ph1506"/>
              <p:cNvSpPr/>
              <p:nvPr/>
            </p:nvSpPr>
            <p:spPr>
              <a:xfrm>
                <a:off x="3089073" y="16807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07" name="ph1507"/>
              <p:cNvSpPr/>
              <p:nvPr/>
            </p:nvSpPr>
            <p:spPr>
              <a:xfrm>
                <a:off x="3097780" y="16807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08" name="ph1508"/>
              <p:cNvSpPr/>
              <p:nvPr/>
            </p:nvSpPr>
            <p:spPr>
              <a:xfrm>
                <a:off x="3106487" y="16807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09" name="ph1509"/>
              <p:cNvSpPr/>
              <p:nvPr/>
            </p:nvSpPr>
            <p:spPr>
              <a:xfrm>
                <a:off x="3115194" y="16807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10" name="ph1510"/>
              <p:cNvSpPr/>
              <p:nvPr/>
            </p:nvSpPr>
            <p:spPr>
              <a:xfrm>
                <a:off x="3123902" y="16807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11" name="ph1511"/>
              <p:cNvSpPr/>
              <p:nvPr/>
            </p:nvSpPr>
            <p:spPr>
              <a:xfrm>
                <a:off x="3132609" y="16807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12" name="ph1512"/>
              <p:cNvSpPr/>
              <p:nvPr/>
            </p:nvSpPr>
            <p:spPr>
              <a:xfrm>
                <a:off x="3141316" y="16807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13" name="ph1513"/>
              <p:cNvSpPr/>
              <p:nvPr/>
            </p:nvSpPr>
            <p:spPr>
              <a:xfrm>
                <a:off x="3150023" y="16807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14" name="ph1514"/>
              <p:cNvSpPr/>
              <p:nvPr/>
            </p:nvSpPr>
            <p:spPr>
              <a:xfrm>
                <a:off x="3158730" y="16807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595A8">
                  <a:alpha val="100000"/>
                </a:srgbClr>
              </a:solidFill>
              <a:ln w="5420" cap="flat">
                <a:solidFill>
                  <a:srgbClr val="3595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15" name="ph1515"/>
              <p:cNvSpPr/>
              <p:nvPr/>
            </p:nvSpPr>
            <p:spPr>
              <a:xfrm>
                <a:off x="3167438" y="16807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16" name="ph1516"/>
              <p:cNvSpPr/>
              <p:nvPr/>
            </p:nvSpPr>
            <p:spPr>
              <a:xfrm>
                <a:off x="3176145" y="16807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17" name="ph1517"/>
              <p:cNvSpPr/>
              <p:nvPr/>
            </p:nvSpPr>
            <p:spPr>
              <a:xfrm>
                <a:off x="3184852" y="16807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18" name="ph1518"/>
              <p:cNvSpPr/>
              <p:nvPr/>
            </p:nvSpPr>
            <p:spPr>
              <a:xfrm>
                <a:off x="3193559" y="16807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19" name="ph1519"/>
              <p:cNvSpPr/>
              <p:nvPr/>
            </p:nvSpPr>
            <p:spPr>
              <a:xfrm>
                <a:off x="3202266" y="16807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20" name="ph1520"/>
              <p:cNvSpPr/>
              <p:nvPr/>
            </p:nvSpPr>
            <p:spPr>
              <a:xfrm>
                <a:off x="3210973" y="16807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21" name="ph1521"/>
              <p:cNvSpPr/>
              <p:nvPr/>
            </p:nvSpPr>
            <p:spPr>
              <a:xfrm>
                <a:off x="3219681" y="16807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22" name="ph1522"/>
              <p:cNvSpPr/>
              <p:nvPr/>
            </p:nvSpPr>
            <p:spPr>
              <a:xfrm>
                <a:off x="3228388" y="16807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9DA9">
                  <a:alpha val="100000"/>
                </a:srgbClr>
              </a:solidFill>
              <a:ln w="5420" cap="flat">
                <a:solidFill>
                  <a:srgbClr val="3B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23" name="ph1523"/>
              <p:cNvSpPr/>
              <p:nvPr/>
            </p:nvSpPr>
            <p:spPr>
              <a:xfrm>
                <a:off x="3237095" y="16807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24" name="ph1524"/>
              <p:cNvSpPr/>
              <p:nvPr/>
            </p:nvSpPr>
            <p:spPr>
              <a:xfrm>
                <a:off x="3245802" y="16807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25" name="ph1525"/>
              <p:cNvSpPr/>
              <p:nvPr/>
            </p:nvSpPr>
            <p:spPr>
              <a:xfrm>
                <a:off x="3254509" y="16807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26" name="ph1526"/>
              <p:cNvSpPr/>
              <p:nvPr/>
            </p:nvSpPr>
            <p:spPr>
              <a:xfrm>
                <a:off x="3097780" y="16914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27" name="ph1527"/>
              <p:cNvSpPr/>
              <p:nvPr/>
            </p:nvSpPr>
            <p:spPr>
              <a:xfrm>
                <a:off x="3106487" y="16914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28" name="ph1528"/>
              <p:cNvSpPr/>
              <p:nvPr/>
            </p:nvSpPr>
            <p:spPr>
              <a:xfrm>
                <a:off x="3115194" y="16914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29" name="ph1529"/>
              <p:cNvSpPr/>
              <p:nvPr/>
            </p:nvSpPr>
            <p:spPr>
              <a:xfrm>
                <a:off x="3123902" y="16914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30" name="ph1530"/>
              <p:cNvSpPr/>
              <p:nvPr/>
            </p:nvSpPr>
            <p:spPr>
              <a:xfrm>
                <a:off x="3132609" y="16914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31" name="ph1531"/>
              <p:cNvSpPr/>
              <p:nvPr/>
            </p:nvSpPr>
            <p:spPr>
              <a:xfrm>
                <a:off x="3141316" y="16914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32" name="ph1532"/>
              <p:cNvSpPr/>
              <p:nvPr/>
            </p:nvSpPr>
            <p:spPr>
              <a:xfrm>
                <a:off x="3150023" y="16914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33" name="ph1533"/>
              <p:cNvSpPr/>
              <p:nvPr/>
            </p:nvSpPr>
            <p:spPr>
              <a:xfrm>
                <a:off x="3158730" y="16914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34" name="ph1534"/>
              <p:cNvSpPr/>
              <p:nvPr/>
            </p:nvSpPr>
            <p:spPr>
              <a:xfrm>
                <a:off x="3167438" y="16914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35" name="ph1535"/>
              <p:cNvSpPr/>
              <p:nvPr/>
            </p:nvSpPr>
            <p:spPr>
              <a:xfrm>
                <a:off x="3176145" y="16914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36" name="ph1536"/>
              <p:cNvSpPr/>
              <p:nvPr/>
            </p:nvSpPr>
            <p:spPr>
              <a:xfrm>
                <a:off x="3184852" y="16914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37" name="ph1537"/>
              <p:cNvSpPr/>
              <p:nvPr/>
            </p:nvSpPr>
            <p:spPr>
              <a:xfrm>
                <a:off x="3193559" y="16914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38" name="ph1538"/>
              <p:cNvSpPr/>
              <p:nvPr/>
            </p:nvSpPr>
            <p:spPr>
              <a:xfrm>
                <a:off x="3202266" y="16914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39" name="ph1539"/>
              <p:cNvSpPr/>
              <p:nvPr/>
            </p:nvSpPr>
            <p:spPr>
              <a:xfrm>
                <a:off x="3210973" y="16914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40" name="ph1540"/>
              <p:cNvSpPr/>
              <p:nvPr/>
            </p:nvSpPr>
            <p:spPr>
              <a:xfrm>
                <a:off x="3219681" y="16914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41" name="ph1541"/>
              <p:cNvSpPr/>
              <p:nvPr/>
            </p:nvSpPr>
            <p:spPr>
              <a:xfrm>
                <a:off x="3228388" y="16914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42" name="ph1542"/>
              <p:cNvSpPr/>
              <p:nvPr/>
            </p:nvSpPr>
            <p:spPr>
              <a:xfrm>
                <a:off x="3237095" y="16914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43" name="ph1543"/>
              <p:cNvSpPr/>
              <p:nvPr/>
            </p:nvSpPr>
            <p:spPr>
              <a:xfrm>
                <a:off x="3245802" y="169149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44" name="ph1544"/>
              <p:cNvSpPr/>
              <p:nvPr/>
            </p:nvSpPr>
            <p:spPr>
              <a:xfrm>
                <a:off x="3106487" y="17021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3A7AA">
                  <a:alpha val="100000"/>
                </a:srgbClr>
              </a:solidFill>
              <a:ln w="5420" cap="flat">
                <a:solidFill>
                  <a:srgbClr val="43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45" name="ph1545"/>
              <p:cNvSpPr/>
              <p:nvPr/>
            </p:nvSpPr>
            <p:spPr>
              <a:xfrm>
                <a:off x="3115194" y="17021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46" name="ph1546"/>
              <p:cNvSpPr/>
              <p:nvPr/>
            </p:nvSpPr>
            <p:spPr>
              <a:xfrm>
                <a:off x="3123902" y="17021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47" name="ph1547"/>
              <p:cNvSpPr/>
              <p:nvPr/>
            </p:nvSpPr>
            <p:spPr>
              <a:xfrm>
                <a:off x="3132609" y="17021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48" name="ph1548"/>
              <p:cNvSpPr/>
              <p:nvPr/>
            </p:nvSpPr>
            <p:spPr>
              <a:xfrm>
                <a:off x="3141316" y="17021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49" name="ph1549"/>
              <p:cNvSpPr/>
              <p:nvPr/>
            </p:nvSpPr>
            <p:spPr>
              <a:xfrm>
                <a:off x="3150023" y="17021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50" name="ph1550"/>
              <p:cNvSpPr/>
              <p:nvPr/>
            </p:nvSpPr>
            <p:spPr>
              <a:xfrm>
                <a:off x="3158730" y="17021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51" name="ph1551"/>
              <p:cNvSpPr/>
              <p:nvPr/>
            </p:nvSpPr>
            <p:spPr>
              <a:xfrm>
                <a:off x="3167438" y="17021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52" name="ph1552"/>
              <p:cNvSpPr/>
              <p:nvPr/>
            </p:nvSpPr>
            <p:spPr>
              <a:xfrm>
                <a:off x="3176145" y="17021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53" name="ph1553"/>
              <p:cNvSpPr/>
              <p:nvPr/>
            </p:nvSpPr>
            <p:spPr>
              <a:xfrm>
                <a:off x="3184852" y="17021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54" name="ph1554"/>
              <p:cNvSpPr/>
              <p:nvPr/>
            </p:nvSpPr>
            <p:spPr>
              <a:xfrm>
                <a:off x="3193559" y="17021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55" name="ph1555"/>
              <p:cNvSpPr/>
              <p:nvPr/>
            </p:nvSpPr>
            <p:spPr>
              <a:xfrm>
                <a:off x="3202266" y="17021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56" name="ph1556"/>
              <p:cNvSpPr/>
              <p:nvPr/>
            </p:nvSpPr>
            <p:spPr>
              <a:xfrm>
                <a:off x="3210973" y="17021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57" name="ph1557"/>
              <p:cNvSpPr/>
              <p:nvPr/>
            </p:nvSpPr>
            <p:spPr>
              <a:xfrm>
                <a:off x="3219681" y="17021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58" name="ph1558"/>
              <p:cNvSpPr/>
              <p:nvPr/>
            </p:nvSpPr>
            <p:spPr>
              <a:xfrm>
                <a:off x="3228388" y="17021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59" name="ph1559"/>
              <p:cNvSpPr/>
              <p:nvPr/>
            </p:nvSpPr>
            <p:spPr>
              <a:xfrm>
                <a:off x="3237095" y="17021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60" name="ph1560"/>
              <p:cNvSpPr/>
              <p:nvPr/>
            </p:nvSpPr>
            <p:spPr>
              <a:xfrm>
                <a:off x="3115194" y="17128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61" name="ph1561"/>
              <p:cNvSpPr/>
              <p:nvPr/>
            </p:nvSpPr>
            <p:spPr>
              <a:xfrm>
                <a:off x="3123902" y="17128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62" name="ph1562"/>
              <p:cNvSpPr/>
              <p:nvPr/>
            </p:nvSpPr>
            <p:spPr>
              <a:xfrm>
                <a:off x="3132609" y="17128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63" name="ph1563"/>
              <p:cNvSpPr/>
              <p:nvPr/>
            </p:nvSpPr>
            <p:spPr>
              <a:xfrm>
                <a:off x="3141316" y="17128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64" name="ph1564"/>
              <p:cNvSpPr/>
              <p:nvPr/>
            </p:nvSpPr>
            <p:spPr>
              <a:xfrm>
                <a:off x="3150023" y="17128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65" name="ph1565"/>
              <p:cNvSpPr/>
              <p:nvPr/>
            </p:nvSpPr>
            <p:spPr>
              <a:xfrm>
                <a:off x="3158730" y="17128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66" name="ph1566"/>
              <p:cNvSpPr/>
              <p:nvPr/>
            </p:nvSpPr>
            <p:spPr>
              <a:xfrm>
                <a:off x="3167438" y="17128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67" name="ph1567"/>
              <p:cNvSpPr/>
              <p:nvPr/>
            </p:nvSpPr>
            <p:spPr>
              <a:xfrm>
                <a:off x="3176145" y="17128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68" name="ph1568"/>
              <p:cNvSpPr/>
              <p:nvPr/>
            </p:nvSpPr>
            <p:spPr>
              <a:xfrm>
                <a:off x="3184852" y="17128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69" name="ph1569"/>
              <p:cNvSpPr/>
              <p:nvPr/>
            </p:nvSpPr>
            <p:spPr>
              <a:xfrm>
                <a:off x="3193559" y="17128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70" name="ph1570"/>
              <p:cNvSpPr/>
              <p:nvPr/>
            </p:nvSpPr>
            <p:spPr>
              <a:xfrm>
                <a:off x="3202266" y="17128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71" name="ph1571"/>
              <p:cNvSpPr/>
              <p:nvPr/>
            </p:nvSpPr>
            <p:spPr>
              <a:xfrm>
                <a:off x="3210973" y="17128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72" name="ph1572"/>
              <p:cNvSpPr/>
              <p:nvPr/>
            </p:nvSpPr>
            <p:spPr>
              <a:xfrm>
                <a:off x="3219681" y="17128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73" name="ph1573"/>
              <p:cNvSpPr/>
              <p:nvPr/>
            </p:nvSpPr>
            <p:spPr>
              <a:xfrm>
                <a:off x="3228388" y="17128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74" name="ph1574"/>
              <p:cNvSpPr/>
              <p:nvPr/>
            </p:nvSpPr>
            <p:spPr>
              <a:xfrm>
                <a:off x="3237095" y="17128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75" name="ph1575"/>
              <p:cNvSpPr/>
              <p:nvPr/>
            </p:nvSpPr>
            <p:spPr>
              <a:xfrm>
                <a:off x="3080366" y="17235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4FB4AB">
                  <a:alpha val="100000"/>
                </a:srgbClr>
              </a:solidFill>
              <a:ln w="5420" cap="flat">
                <a:solidFill>
                  <a:srgbClr val="4F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76" name="ph1576"/>
              <p:cNvSpPr/>
              <p:nvPr/>
            </p:nvSpPr>
            <p:spPr>
              <a:xfrm>
                <a:off x="3089073" y="17235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77" name="ph1577"/>
              <p:cNvSpPr/>
              <p:nvPr/>
            </p:nvSpPr>
            <p:spPr>
              <a:xfrm>
                <a:off x="3097780" y="17235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78" name="ph1578"/>
              <p:cNvSpPr/>
              <p:nvPr/>
            </p:nvSpPr>
            <p:spPr>
              <a:xfrm>
                <a:off x="3106487" y="17235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79" name="ph1579"/>
              <p:cNvSpPr/>
              <p:nvPr/>
            </p:nvSpPr>
            <p:spPr>
              <a:xfrm>
                <a:off x="3115194" y="17235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80" name="ph1580"/>
              <p:cNvSpPr/>
              <p:nvPr/>
            </p:nvSpPr>
            <p:spPr>
              <a:xfrm>
                <a:off x="3123902" y="17235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81" name="ph1581"/>
              <p:cNvSpPr/>
              <p:nvPr/>
            </p:nvSpPr>
            <p:spPr>
              <a:xfrm>
                <a:off x="3132609" y="17235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82" name="ph1582"/>
              <p:cNvSpPr/>
              <p:nvPr/>
            </p:nvSpPr>
            <p:spPr>
              <a:xfrm>
                <a:off x="3141316" y="17235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83" name="ph1583"/>
              <p:cNvSpPr/>
              <p:nvPr/>
            </p:nvSpPr>
            <p:spPr>
              <a:xfrm>
                <a:off x="3150023" y="17235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84" name="ph1584"/>
              <p:cNvSpPr/>
              <p:nvPr/>
            </p:nvSpPr>
            <p:spPr>
              <a:xfrm>
                <a:off x="3158730" y="17235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85" name="ph1585"/>
              <p:cNvSpPr/>
              <p:nvPr/>
            </p:nvSpPr>
            <p:spPr>
              <a:xfrm>
                <a:off x="3167438" y="17235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86" name="ph1586"/>
              <p:cNvSpPr/>
              <p:nvPr/>
            </p:nvSpPr>
            <p:spPr>
              <a:xfrm>
                <a:off x="3176145" y="17235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87" name="ph1587"/>
              <p:cNvSpPr/>
              <p:nvPr/>
            </p:nvSpPr>
            <p:spPr>
              <a:xfrm>
                <a:off x="3184852" y="17235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88" name="ph1588"/>
              <p:cNvSpPr/>
              <p:nvPr/>
            </p:nvSpPr>
            <p:spPr>
              <a:xfrm>
                <a:off x="3193559" y="17235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89" name="ph1589"/>
              <p:cNvSpPr/>
              <p:nvPr/>
            </p:nvSpPr>
            <p:spPr>
              <a:xfrm>
                <a:off x="3202266" y="17235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90" name="ph1590"/>
              <p:cNvSpPr/>
              <p:nvPr/>
            </p:nvSpPr>
            <p:spPr>
              <a:xfrm>
                <a:off x="3210973" y="17235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91" name="ph1591"/>
              <p:cNvSpPr/>
              <p:nvPr/>
            </p:nvSpPr>
            <p:spPr>
              <a:xfrm>
                <a:off x="3219681" y="17235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92" name="ph1592"/>
              <p:cNvSpPr/>
              <p:nvPr/>
            </p:nvSpPr>
            <p:spPr>
              <a:xfrm>
                <a:off x="3228388" y="17235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93" name="ph1593"/>
              <p:cNvSpPr/>
              <p:nvPr/>
            </p:nvSpPr>
            <p:spPr>
              <a:xfrm>
                <a:off x="3071659" y="17342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4FB6AB">
                  <a:alpha val="100000"/>
                </a:srgbClr>
              </a:solidFill>
              <a:ln w="5420" cap="flat">
                <a:solidFill>
                  <a:srgbClr val="4F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94" name="ph1594"/>
              <p:cNvSpPr/>
              <p:nvPr/>
            </p:nvSpPr>
            <p:spPr>
              <a:xfrm>
                <a:off x="3080366" y="17342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95" name="ph1595"/>
              <p:cNvSpPr/>
              <p:nvPr/>
            </p:nvSpPr>
            <p:spPr>
              <a:xfrm>
                <a:off x="3089073" y="17342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52BAAB">
                  <a:alpha val="100000"/>
                </a:srgbClr>
              </a:solidFill>
              <a:ln w="5420" cap="flat">
                <a:solidFill>
                  <a:srgbClr val="52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96" name="ph1596"/>
              <p:cNvSpPr/>
              <p:nvPr/>
            </p:nvSpPr>
            <p:spPr>
              <a:xfrm>
                <a:off x="3097780" y="17342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97" name="ph1597"/>
              <p:cNvSpPr/>
              <p:nvPr/>
            </p:nvSpPr>
            <p:spPr>
              <a:xfrm>
                <a:off x="3106487" y="17342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98" name="ph1598"/>
              <p:cNvSpPr/>
              <p:nvPr/>
            </p:nvSpPr>
            <p:spPr>
              <a:xfrm>
                <a:off x="3115194" y="17342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599" name="ph1599"/>
              <p:cNvSpPr/>
              <p:nvPr/>
            </p:nvSpPr>
            <p:spPr>
              <a:xfrm>
                <a:off x="3123902" y="17342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00" name="ph1600"/>
              <p:cNvSpPr/>
              <p:nvPr/>
            </p:nvSpPr>
            <p:spPr>
              <a:xfrm>
                <a:off x="3132609" y="17342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01" name="ph1601"/>
              <p:cNvSpPr/>
              <p:nvPr/>
            </p:nvSpPr>
            <p:spPr>
              <a:xfrm>
                <a:off x="3141316" y="17342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02" name="ph1602"/>
              <p:cNvSpPr/>
              <p:nvPr/>
            </p:nvSpPr>
            <p:spPr>
              <a:xfrm>
                <a:off x="3150023" y="17342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03" name="ph1603"/>
              <p:cNvSpPr/>
              <p:nvPr/>
            </p:nvSpPr>
            <p:spPr>
              <a:xfrm>
                <a:off x="3158730" y="17342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04" name="ph1604"/>
              <p:cNvSpPr/>
              <p:nvPr/>
            </p:nvSpPr>
            <p:spPr>
              <a:xfrm>
                <a:off x="3167438" y="17342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05" name="ph1605"/>
              <p:cNvSpPr/>
              <p:nvPr/>
            </p:nvSpPr>
            <p:spPr>
              <a:xfrm>
                <a:off x="3176145" y="17342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06" name="ph1606"/>
              <p:cNvSpPr/>
              <p:nvPr/>
            </p:nvSpPr>
            <p:spPr>
              <a:xfrm>
                <a:off x="3184852" y="17342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7AAAA">
                  <a:alpha val="100000"/>
                </a:srgbClr>
              </a:solidFill>
              <a:ln w="5420" cap="flat">
                <a:solidFill>
                  <a:srgbClr val="47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07" name="ph1607"/>
              <p:cNvSpPr/>
              <p:nvPr/>
            </p:nvSpPr>
            <p:spPr>
              <a:xfrm>
                <a:off x="3193559" y="17342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08" name="ph1608"/>
              <p:cNvSpPr/>
              <p:nvPr/>
            </p:nvSpPr>
            <p:spPr>
              <a:xfrm>
                <a:off x="3202266" y="17342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09" name="ph1609"/>
              <p:cNvSpPr/>
              <p:nvPr/>
            </p:nvSpPr>
            <p:spPr>
              <a:xfrm>
                <a:off x="3210973" y="17342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693A8">
                  <a:alpha val="100000"/>
                </a:srgbClr>
              </a:solidFill>
              <a:ln w="5420" cap="flat">
                <a:solidFill>
                  <a:srgbClr val="36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10" name="ph1610"/>
              <p:cNvSpPr/>
              <p:nvPr/>
            </p:nvSpPr>
            <p:spPr>
              <a:xfrm>
                <a:off x="3219681" y="17342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11" name="ph1611"/>
              <p:cNvSpPr/>
              <p:nvPr/>
            </p:nvSpPr>
            <p:spPr>
              <a:xfrm>
                <a:off x="3228388" y="17342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12" name="ph1612"/>
              <p:cNvSpPr/>
              <p:nvPr/>
            </p:nvSpPr>
            <p:spPr>
              <a:xfrm>
                <a:off x="3071659" y="17449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13" name="ph1613"/>
              <p:cNvSpPr/>
              <p:nvPr/>
            </p:nvSpPr>
            <p:spPr>
              <a:xfrm>
                <a:off x="3080366" y="17449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14" name="ph1614"/>
              <p:cNvSpPr/>
              <p:nvPr/>
            </p:nvSpPr>
            <p:spPr>
              <a:xfrm>
                <a:off x="3089073" y="17449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15" name="ph1615"/>
              <p:cNvSpPr/>
              <p:nvPr/>
            </p:nvSpPr>
            <p:spPr>
              <a:xfrm>
                <a:off x="3097780" y="17449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16" name="ph1616"/>
              <p:cNvSpPr/>
              <p:nvPr/>
            </p:nvSpPr>
            <p:spPr>
              <a:xfrm>
                <a:off x="3106487" y="17449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17" name="ph1617"/>
              <p:cNvSpPr/>
              <p:nvPr/>
            </p:nvSpPr>
            <p:spPr>
              <a:xfrm>
                <a:off x="3115194" y="17449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18" name="ph1618"/>
              <p:cNvSpPr/>
              <p:nvPr/>
            </p:nvSpPr>
            <p:spPr>
              <a:xfrm>
                <a:off x="3123902" y="17449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19" name="ph1619"/>
              <p:cNvSpPr/>
              <p:nvPr/>
            </p:nvSpPr>
            <p:spPr>
              <a:xfrm>
                <a:off x="3132609" y="17449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20" name="ph1620"/>
              <p:cNvSpPr/>
              <p:nvPr/>
            </p:nvSpPr>
            <p:spPr>
              <a:xfrm>
                <a:off x="3141316" y="17449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9CE0C5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21" name="ph1621"/>
              <p:cNvSpPr/>
              <p:nvPr/>
            </p:nvSpPr>
            <p:spPr>
              <a:xfrm>
                <a:off x="3150023" y="17449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22" name="ph1622"/>
              <p:cNvSpPr/>
              <p:nvPr/>
            </p:nvSpPr>
            <p:spPr>
              <a:xfrm>
                <a:off x="3158730" y="17449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84D8BA">
                  <a:alpha val="100000"/>
                </a:srgbClr>
              </a:solidFill>
              <a:ln w="5420" cap="flat">
                <a:solidFill>
                  <a:srgbClr val="84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23" name="ph1623"/>
              <p:cNvSpPr/>
              <p:nvPr/>
            </p:nvSpPr>
            <p:spPr>
              <a:xfrm>
                <a:off x="3167438" y="17449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6AD1B0">
                  <a:alpha val="100000"/>
                </a:srgbClr>
              </a:solidFill>
              <a:ln w="5420" cap="flat">
                <a:solidFill>
                  <a:srgbClr val="6A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24" name="ph1624"/>
              <p:cNvSpPr/>
              <p:nvPr/>
            </p:nvSpPr>
            <p:spPr>
              <a:xfrm>
                <a:off x="3176145" y="17449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25" name="ph1625"/>
              <p:cNvSpPr/>
              <p:nvPr/>
            </p:nvSpPr>
            <p:spPr>
              <a:xfrm>
                <a:off x="3184852" y="17449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26" name="ph1626"/>
              <p:cNvSpPr/>
              <p:nvPr/>
            </p:nvSpPr>
            <p:spPr>
              <a:xfrm>
                <a:off x="3193559" y="17449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27" name="ph1627"/>
              <p:cNvSpPr/>
              <p:nvPr/>
            </p:nvSpPr>
            <p:spPr>
              <a:xfrm>
                <a:off x="3202266" y="17449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28" name="ph1628"/>
              <p:cNvSpPr/>
              <p:nvPr/>
            </p:nvSpPr>
            <p:spPr>
              <a:xfrm>
                <a:off x="3210973" y="17449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29" name="ph1629"/>
              <p:cNvSpPr/>
              <p:nvPr/>
            </p:nvSpPr>
            <p:spPr>
              <a:xfrm>
                <a:off x="3219681" y="17449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30" name="ph1630"/>
              <p:cNvSpPr/>
              <p:nvPr/>
            </p:nvSpPr>
            <p:spPr>
              <a:xfrm>
                <a:off x="3071659" y="17556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54BDAB">
                  <a:alpha val="100000"/>
                </a:srgbClr>
              </a:solidFill>
              <a:ln w="5420" cap="flat">
                <a:solidFill>
                  <a:srgbClr val="54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31" name="ph1631"/>
              <p:cNvSpPr/>
              <p:nvPr/>
            </p:nvSpPr>
            <p:spPr>
              <a:xfrm>
                <a:off x="3080366" y="17556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32" name="ph1632"/>
              <p:cNvSpPr/>
              <p:nvPr/>
            </p:nvSpPr>
            <p:spPr>
              <a:xfrm>
                <a:off x="3089073" y="17556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33" name="ph1633"/>
              <p:cNvSpPr/>
              <p:nvPr/>
            </p:nvSpPr>
            <p:spPr>
              <a:xfrm>
                <a:off x="3097780" y="17556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34" name="ph1634"/>
              <p:cNvSpPr/>
              <p:nvPr/>
            </p:nvSpPr>
            <p:spPr>
              <a:xfrm>
                <a:off x="3106487" y="17556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35" name="ph1635"/>
              <p:cNvSpPr/>
              <p:nvPr/>
            </p:nvSpPr>
            <p:spPr>
              <a:xfrm>
                <a:off x="3115194" y="17556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36" name="ph1636"/>
              <p:cNvSpPr/>
              <p:nvPr/>
            </p:nvSpPr>
            <p:spPr>
              <a:xfrm>
                <a:off x="3123902" y="17556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37" name="ph1637"/>
              <p:cNvSpPr/>
              <p:nvPr/>
            </p:nvSpPr>
            <p:spPr>
              <a:xfrm>
                <a:off x="3132609" y="17556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38" name="ph1638"/>
              <p:cNvSpPr/>
              <p:nvPr/>
            </p:nvSpPr>
            <p:spPr>
              <a:xfrm>
                <a:off x="3141316" y="17556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79D5B5">
                  <a:alpha val="100000"/>
                </a:srgbClr>
              </a:solidFill>
              <a:ln w="5420" cap="flat">
                <a:solidFill>
                  <a:srgbClr val="79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39" name="ph1639"/>
              <p:cNvSpPr/>
              <p:nvPr/>
            </p:nvSpPr>
            <p:spPr>
              <a:xfrm>
                <a:off x="3150023" y="17556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40" name="ph1640"/>
              <p:cNvSpPr/>
              <p:nvPr/>
            </p:nvSpPr>
            <p:spPr>
              <a:xfrm>
                <a:off x="3158730" y="17556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85D9BB">
                  <a:alpha val="100000"/>
                </a:srgbClr>
              </a:solidFill>
              <a:ln w="5420" cap="flat">
                <a:solidFill>
                  <a:srgbClr val="85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41" name="ph1641"/>
              <p:cNvSpPr/>
              <p:nvPr/>
            </p:nvSpPr>
            <p:spPr>
              <a:xfrm>
                <a:off x="3167438" y="17556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42" name="ph1642"/>
              <p:cNvSpPr/>
              <p:nvPr/>
            </p:nvSpPr>
            <p:spPr>
              <a:xfrm>
                <a:off x="3176145" y="17556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43" name="ph1643"/>
              <p:cNvSpPr/>
              <p:nvPr/>
            </p:nvSpPr>
            <p:spPr>
              <a:xfrm>
                <a:off x="3184852" y="17556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44" name="ph1644"/>
              <p:cNvSpPr/>
              <p:nvPr/>
            </p:nvSpPr>
            <p:spPr>
              <a:xfrm>
                <a:off x="3193559" y="17556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45" name="ph1645"/>
              <p:cNvSpPr/>
              <p:nvPr/>
            </p:nvSpPr>
            <p:spPr>
              <a:xfrm>
                <a:off x="3202266" y="17556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46" name="ph1646"/>
              <p:cNvSpPr/>
              <p:nvPr/>
            </p:nvSpPr>
            <p:spPr>
              <a:xfrm>
                <a:off x="3210973" y="17556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47" name="ph1647"/>
              <p:cNvSpPr/>
              <p:nvPr/>
            </p:nvSpPr>
            <p:spPr>
              <a:xfrm>
                <a:off x="3080366" y="17663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48" name="ph1648"/>
              <p:cNvSpPr/>
              <p:nvPr/>
            </p:nvSpPr>
            <p:spPr>
              <a:xfrm>
                <a:off x="3089073" y="17663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49" name="ph1649"/>
              <p:cNvSpPr/>
              <p:nvPr/>
            </p:nvSpPr>
            <p:spPr>
              <a:xfrm>
                <a:off x="3097780" y="17663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50" name="ph1650"/>
              <p:cNvSpPr/>
              <p:nvPr/>
            </p:nvSpPr>
            <p:spPr>
              <a:xfrm>
                <a:off x="3106487" y="17663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5BC5AC">
                  <a:alpha val="100000"/>
                </a:srgbClr>
              </a:solidFill>
              <a:ln w="5420" cap="flat">
                <a:solidFill>
                  <a:srgbClr val="5B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51" name="ph1651"/>
              <p:cNvSpPr/>
              <p:nvPr/>
            </p:nvSpPr>
            <p:spPr>
              <a:xfrm>
                <a:off x="3115194" y="17663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52" name="ph1652"/>
              <p:cNvSpPr/>
              <p:nvPr/>
            </p:nvSpPr>
            <p:spPr>
              <a:xfrm>
                <a:off x="3123902" y="17663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53" name="ph1653"/>
              <p:cNvSpPr/>
              <p:nvPr/>
            </p:nvSpPr>
            <p:spPr>
              <a:xfrm>
                <a:off x="3132609" y="17663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54" name="ph1654"/>
              <p:cNvSpPr/>
              <p:nvPr/>
            </p:nvSpPr>
            <p:spPr>
              <a:xfrm>
                <a:off x="3141316" y="17663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55" name="ph1655"/>
              <p:cNvSpPr/>
              <p:nvPr/>
            </p:nvSpPr>
            <p:spPr>
              <a:xfrm>
                <a:off x="3150023" y="17663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81D7B9">
                  <a:alpha val="100000"/>
                </a:srgbClr>
              </a:solidFill>
              <a:ln w="5420" cap="flat">
                <a:solidFill>
                  <a:srgbClr val="81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56" name="ph1656"/>
              <p:cNvSpPr/>
              <p:nvPr/>
            </p:nvSpPr>
            <p:spPr>
              <a:xfrm>
                <a:off x="3158730" y="17663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79D5B6">
                  <a:alpha val="100000"/>
                </a:srgbClr>
              </a:solidFill>
              <a:ln w="5420" cap="flat">
                <a:solidFill>
                  <a:srgbClr val="79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57" name="ph1657"/>
              <p:cNvSpPr/>
              <p:nvPr/>
            </p:nvSpPr>
            <p:spPr>
              <a:xfrm>
                <a:off x="3167438" y="17663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6BD1B0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58" name="ph1658"/>
              <p:cNvSpPr/>
              <p:nvPr/>
            </p:nvSpPr>
            <p:spPr>
              <a:xfrm>
                <a:off x="3176145" y="17663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59" name="ph1659"/>
              <p:cNvSpPr/>
              <p:nvPr/>
            </p:nvSpPr>
            <p:spPr>
              <a:xfrm>
                <a:off x="3184852" y="17663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60" name="ph1660"/>
              <p:cNvSpPr/>
              <p:nvPr/>
            </p:nvSpPr>
            <p:spPr>
              <a:xfrm>
                <a:off x="3193559" y="17663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61" name="ph1661"/>
              <p:cNvSpPr/>
              <p:nvPr/>
            </p:nvSpPr>
            <p:spPr>
              <a:xfrm>
                <a:off x="3202266" y="17663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62" name="ph1662"/>
              <p:cNvSpPr/>
              <p:nvPr/>
            </p:nvSpPr>
            <p:spPr>
              <a:xfrm>
                <a:off x="3106487" y="17770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63" name="ph1663"/>
              <p:cNvSpPr/>
              <p:nvPr/>
            </p:nvSpPr>
            <p:spPr>
              <a:xfrm>
                <a:off x="3115194" y="17770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64" name="ph1664"/>
              <p:cNvSpPr/>
              <p:nvPr/>
            </p:nvSpPr>
            <p:spPr>
              <a:xfrm>
                <a:off x="3123902" y="17770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65" name="ph1665"/>
              <p:cNvSpPr/>
              <p:nvPr/>
            </p:nvSpPr>
            <p:spPr>
              <a:xfrm>
                <a:off x="3132609" y="17770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66" name="ph1666"/>
              <p:cNvSpPr/>
              <p:nvPr/>
            </p:nvSpPr>
            <p:spPr>
              <a:xfrm>
                <a:off x="3141316" y="17770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67" name="ph1667"/>
              <p:cNvSpPr/>
              <p:nvPr/>
            </p:nvSpPr>
            <p:spPr>
              <a:xfrm>
                <a:off x="3150023" y="17770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6CD1B0">
                  <a:alpha val="100000"/>
                </a:srgbClr>
              </a:solidFill>
              <a:ln w="5420" cap="flat">
                <a:solidFill>
                  <a:srgbClr val="6C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68" name="ph1668"/>
              <p:cNvSpPr/>
              <p:nvPr/>
            </p:nvSpPr>
            <p:spPr>
              <a:xfrm>
                <a:off x="3158730" y="17770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6AD1B0">
                  <a:alpha val="100000"/>
                </a:srgbClr>
              </a:solidFill>
              <a:ln w="5420" cap="flat">
                <a:solidFill>
                  <a:srgbClr val="6A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69" name="ph1669"/>
              <p:cNvSpPr/>
              <p:nvPr/>
            </p:nvSpPr>
            <p:spPr>
              <a:xfrm>
                <a:off x="3167438" y="17770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70" name="ph1670"/>
              <p:cNvSpPr/>
              <p:nvPr/>
            </p:nvSpPr>
            <p:spPr>
              <a:xfrm>
                <a:off x="3176145" y="17770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71" name="ph1671"/>
              <p:cNvSpPr/>
              <p:nvPr/>
            </p:nvSpPr>
            <p:spPr>
              <a:xfrm>
                <a:off x="3184852" y="17770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72" name="ph1672"/>
              <p:cNvSpPr/>
              <p:nvPr/>
            </p:nvSpPr>
            <p:spPr>
              <a:xfrm>
                <a:off x="3193559" y="17770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57BFAB">
                  <a:alpha val="100000"/>
                </a:srgbClr>
              </a:solidFill>
              <a:ln w="5420" cap="flat">
                <a:solidFill>
                  <a:srgbClr val="57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73" name="ph1673"/>
              <p:cNvSpPr/>
              <p:nvPr/>
            </p:nvSpPr>
            <p:spPr>
              <a:xfrm>
                <a:off x="3202266" y="177709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74" name="ph1674"/>
              <p:cNvSpPr/>
              <p:nvPr/>
            </p:nvSpPr>
            <p:spPr>
              <a:xfrm>
                <a:off x="3123902" y="178779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75" name="ph1675"/>
              <p:cNvSpPr/>
              <p:nvPr/>
            </p:nvSpPr>
            <p:spPr>
              <a:xfrm>
                <a:off x="3132609" y="178779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76" name="ph1676"/>
              <p:cNvSpPr/>
              <p:nvPr/>
            </p:nvSpPr>
            <p:spPr>
              <a:xfrm>
                <a:off x="3141316" y="178779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77" name="ph1677"/>
              <p:cNvSpPr/>
              <p:nvPr/>
            </p:nvSpPr>
            <p:spPr>
              <a:xfrm>
                <a:off x="3150023" y="178779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78" name="ph1678"/>
              <p:cNvSpPr/>
              <p:nvPr/>
            </p:nvSpPr>
            <p:spPr>
              <a:xfrm>
                <a:off x="3158730" y="178779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79" name="ph1679"/>
              <p:cNvSpPr/>
              <p:nvPr/>
            </p:nvSpPr>
            <p:spPr>
              <a:xfrm>
                <a:off x="3167438" y="178779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80" name="ph1680"/>
              <p:cNvSpPr/>
              <p:nvPr/>
            </p:nvSpPr>
            <p:spPr>
              <a:xfrm>
                <a:off x="3176145" y="178779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81" name="ph1681"/>
              <p:cNvSpPr/>
              <p:nvPr/>
            </p:nvSpPr>
            <p:spPr>
              <a:xfrm>
                <a:off x="3184852" y="178779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82" name="ph1682"/>
              <p:cNvSpPr/>
              <p:nvPr/>
            </p:nvSpPr>
            <p:spPr>
              <a:xfrm>
                <a:off x="3193559" y="178779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57BFAB">
                  <a:alpha val="100000"/>
                </a:srgbClr>
              </a:solidFill>
              <a:ln w="5420" cap="flat">
                <a:solidFill>
                  <a:srgbClr val="57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83" name="ph1683"/>
              <p:cNvSpPr/>
              <p:nvPr/>
            </p:nvSpPr>
            <p:spPr>
              <a:xfrm>
                <a:off x="3202266" y="178779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84" name="ph1684"/>
              <p:cNvSpPr/>
              <p:nvPr/>
            </p:nvSpPr>
            <p:spPr>
              <a:xfrm>
                <a:off x="3132609" y="179849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85" name="ph1685"/>
              <p:cNvSpPr/>
              <p:nvPr/>
            </p:nvSpPr>
            <p:spPr>
              <a:xfrm>
                <a:off x="3141316" y="179849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86" name="ph1686"/>
              <p:cNvSpPr/>
              <p:nvPr/>
            </p:nvSpPr>
            <p:spPr>
              <a:xfrm>
                <a:off x="3150023" y="179849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87" name="ph1687"/>
              <p:cNvSpPr/>
              <p:nvPr/>
            </p:nvSpPr>
            <p:spPr>
              <a:xfrm>
                <a:off x="3158730" y="179849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88" name="ph1688"/>
              <p:cNvSpPr/>
              <p:nvPr/>
            </p:nvSpPr>
            <p:spPr>
              <a:xfrm>
                <a:off x="3167438" y="179849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89" name="ph1689"/>
              <p:cNvSpPr/>
              <p:nvPr/>
            </p:nvSpPr>
            <p:spPr>
              <a:xfrm>
                <a:off x="3176145" y="179849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90" name="ph1690"/>
              <p:cNvSpPr/>
              <p:nvPr/>
            </p:nvSpPr>
            <p:spPr>
              <a:xfrm>
                <a:off x="3184852" y="179849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91" name="ph1691"/>
              <p:cNvSpPr/>
              <p:nvPr/>
            </p:nvSpPr>
            <p:spPr>
              <a:xfrm>
                <a:off x="3193559" y="179849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92" name="ph1692"/>
              <p:cNvSpPr/>
              <p:nvPr/>
            </p:nvSpPr>
            <p:spPr>
              <a:xfrm>
                <a:off x="3202266" y="179849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93" name="ph1693"/>
              <p:cNvSpPr/>
              <p:nvPr/>
            </p:nvSpPr>
            <p:spPr>
              <a:xfrm>
                <a:off x="3141316" y="180919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94" name="ph1694"/>
              <p:cNvSpPr/>
              <p:nvPr/>
            </p:nvSpPr>
            <p:spPr>
              <a:xfrm>
                <a:off x="3150023" y="180919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95" name="ph1695"/>
              <p:cNvSpPr/>
              <p:nvPr/>
            </p:nvSpPr>
            <p:spPr>
              <a:xfrm>
                <a:off x="3158730" y="180919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96" name="ph1696"/>
              <p:cNvSpPr/>
              <p:nvPr/>
            </p:nvSpPr>
            <p:spPr>
              <a:xfrm>
                <a:off x="3167438" y="180919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97" name="ph1697"/>
              <p:cNvSpPr/>
              <p:nvPr/>
            </p:nvSpPr>
            <p:spPr>
              <a:xfrm>
                <a:off x="3176145" y="180919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98" name="ph1698"/>
              <p:cNvSpPr/>
              <p:nvPr/>
            </p:nvSpPr>
            <p:spPr>
              <a:xfrm>
                <a:off x="3184852" y="180919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699" name="ph1699"/>
              <p:cNvSpPr/>
              <p:nvPr/>
            </p:nvSpPr>
            <p:spPr>
              <a:xfrm>
                <a:off x="3193559" y="180919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00" name="ph1700"/>
              <p:cNvSpPr/>
              <p:nvPr/>
            </p:nvSpPr>
            <p:spPr>
              <a:xfrm>
                <a:off x="3202266" y="180919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01" name="ph1701"/>
              <p:cNvSpPr/>
              <p:nvPr/>
            </p:nvSpPr>
            <p:spPr>
              <a:xfrm>
                <a:off x="3210973" y="180919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02" name="ph1702"/>
              <p:cNvSpPr/>
              <p:nvPr/>
            </p:nvSpPr>
            <p:spPr>
              <a:xfrm>
                <a:off x="3167438" y="181989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03" name="ph1703"/>
              <p:cNvSpPr/>
              <p:nvPr/>
            </p:nvSpPr>
            <p:spPr>
              <a:xfrm>
                <a:off x="3176145" y="181989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57BFAB">
                  <a:alpha val="100000"/>
                </a:srgbClr>
              </a:solidFill>
              <a:ln w="5420" cap="flat">
                <a:solidFill>
                  <a:srgbClr val="57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04" name="ph1704"/>
              <p:cNvSpPr/>
              <p:nvPr/>
            </p:nvSpPr>
            <p:spPr>
              <a:xfrm>
                <a:off x="3184852" y="181989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05" name="ph1705"/>
              <p:cNvSpPr/>
              <p:nvPr/>
            </p:nvSpPr>
            <p:spPr>
              <a:xfrm>
                <a:off x="3193559" y="181989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06" name="ph1706"/>
              <p:cNvSpPr/>
              <p:nvPr/>
            </p:nvSpPr>
            <p:spPr>
              <a:xfrm>
                <a:off x="3202266" y="181989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52BAAB">
                  <a:alpha val="100000"/>
                </a:srgbClr>
              </a:solidFill>
              <a:ln w="5420" cap="flat">
                <a:solidFill>
                  <a:srgbClr val="52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07" name="ph1707"/>
              <p:cNvSpPr/>
              <p:nvPr/>
            </p:nvSpPr>
            <p:spPr>
              <a:xfrm>
                <a:off x="3210973" y="181989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08" name="ph1708"/>
              <p:cNvSpPr/>
              <p:nvPr/>
            </p:nvSpPr>
            <p:spPr>
              <a:xfrm>
                <a:off x="3123902" y="183059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09" name="ph1709"/>
              <p:cNvSpPr/>
              <p:nvPr/>
            </p:nvSpPr>
            <p:spPr>
              <a:xfrm>
                <a:off x="3158730" y="183059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10" name="ph1710"/>
              <p:cNvSpPr/>
              <p:nvPr/>
            </p:nvSpPr>
            <p:spPr>
              <a:xfrm>
                <a:off x="3167438" y="183059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11" name="ph1711"/>
              <p:cNvSpPr/>
              <p:nvPr/>
            </p:nvSpPr>
            <p:spPr>
              <a:xfrm>
                <a:off x="3176145" y="183059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12" name="ph1712"/>
              <p:cNvSpPr/>
              <p:nvPr/>
            </p:nvSpPr>
            <p:spPr>
              <a:xfrm>
                <a:off x="3184852" y="183059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13" name="ph1713"/>
              <p:cNvSpPr/>
              <p:nvPr/>
            </p:nvSpPr>
            <p:spPr>
              <a:xfrm>
                <a:off x="3193559" y="183059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14" name="ph1714"/>
              <p:cNvSpPr/>
              <p:nvPr/>
            </p:nvSpPr>
            <p:spPr>
              <a:xfrm>
                <a:off x="3202266" y="183059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52B8AB">
                  <a:alpha val="100000"/>
                </a:srgbClr>
              </a:solidFill>
              <a:ln w="5420" cap="flat">
                <a:solidFill>
                  <a:srgbClr val="52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15" name="ph1715"/>
              <p:cNvSpPr/>
              <p:nvPr/>
            </p:nvSpPr>
            <p:spPr>
              <a:xfrm>
                <a:off x="3210973" y="183059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16" name="ph1716"/>
              <p:cNvSpPr/>
              <p:nvPr/>
            </p:nvSpPr>
            <p:spPr>
              <a:xfrm>
                <a:off x="3115194" y="184129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17" name="ph1717"/>
              <p:cNvSpPr/>
              <p:nvPr/>
            </p:nvSpPr>
            <p:spPr>
              <a:xfrm>
                <a:off x="3123902" y="184129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18" name="ph1718"/>
              <p:cNvSpPr/>
              <p:nvPr/>
            </p:nvSpPr>
            <p:spPr>
              <a:xfrm>
                <a:off x="3132609" y="184129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19" name="ph1719"/>
              <p:cNvSpPr/>
              <p:nvPr/>
            </p:nvSpPr>
            <p:spPr>
              <a:xfrm>
                <a:off x="3141316" y="184129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20" name="ph1720"/>
              <p:cNvSpPr/>
              <p:nvPr/>
            </p:nvSpPr>
            <p:spPr>
              <a:xfrm>
                <a:off x="3150023" y="184129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21" name="ph1721"/>
              <p:cNvSpPr/>
              <p:nvPr/>
            </p:nvSpPr>
            <p:spPr>
              <a:xfrm>
                <a:off x="3158730" y="184129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54BDAB">
                  <a:alpha val="100000"/>
                </a:srgbClr>
              </a:solidFill>
              <a:ln w="5420" cap="flat">
                <a:solidFill>
                  <a:srgbClr val="54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22" name="ph1722"/>
              <p:cNvSpPr/>
              <p:nvPr/>
            </p:nvSpPr>
            <p:spPr>
              <a:xfrm>
                <a:off x="3167438" y="184129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23" name="ph1723"/>
              <p:cNvSpPr/>
              <p:nvPr/>
            </p:nvSpPr>
            <p:spPr>
              <a:xfrm>
                <a:off x="3176145" y="184129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24" name="ph1724"/>
              <p:cNvSpPr/>
              <p:nvPr/>
            </p:nvSpPr>
            <p:spPr>
              <a:xfrm>
                <a:off x="3184852" y="184129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52BAAB">
                  <a:alpha val="100000"/>
                </a:srgbClr>
              </a:solidFill>
              <a:ln w="5420" cap="flat">
                <a:solidFill>
                  <a:srgbClr val="52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25" name="ph1725"/>
              <p:cNvSpPr/>
              <p:nvPr/>
            </p:nvSpPr>
            <p:spPr>
              <a:xfrm>
                <a:off x="3193559" y="184129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26" name="ph1726"/>
              <p:cNvSpPr/>
              <p:nvPr/>
            </p:nvSpPr>
            <p:spPr>
              <a:xfrm>
                <a:off x="3202266" y="184129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27" name="ph1727"/>
              <p:cNvSpPr/>
              <p:nvPr/>
            </p:nvSpPr>
            <p:spPr>
              <a:xfrm>
                <a:off x="3210973" y="184129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FB6AB">
                  <a:alpha val="100000"/>
                </a:srgbClr>
              </a:solidFill>
              <a:ln w="5420" cap="flat">
                <a:solidFill>
                  <a:srgbClr val="4F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28" name="ph1728"/>
              <p:cNvSpPr/>
              <p:nvPr/>
            </p:nvSpPr>
            <p:spPr>
              <a:xfrm>
                <a:off x="3106487" y="185199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29" name="ph1729"/>
              <p:cNvSpPr/>
              <p:nvPr/>
            </p:nvSpPr>
            <p:spPr>
              <a:xfrm>
                <a:off x="3115194" y="185199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30" name="ph1730"/>
              <p:cNvSpPr/>
              <p:nvPr/>
            </p:nvSpPr>
            <p:spPr>
              <a:xfrm>
                <a:off x="3123902" y="185199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31" name="ph1731"/>
              <p:cNvSpPr/>
              <p:nvPr/>
            </p:nvSpPr>
            <p:spPr>
              <a:xfrm>
                <a:off x="3132609" y="185199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32" name="ph1732"/>
              <p:cNvSpPr/>
              <p:nvPr/>
            </p:nvSpPr>
            <p:spPr>
              <a:xfrm>
                <a:off x="3141316" y="185199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33" name="ph1733"/>
              <p:cNvSpPr/>
              <p:nvPr/>
            </p:nvSpPr>
            <p:spPr>
              <a:xfrm>
                <a:off x="3150023" y="185199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34" name="ph1734"/>
              <p:cNvSpPr/>
              <p:nvPr/>
            </p:nvSpPr>
            <p:spPr>
              <a:xfrm>
                <a:off x="3158730" y="185199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35" name="ph1735"/>
              <p:cNvSpPr/>
              <p:nvPr/>
            </p:nvSpPr>
            <p:spPr>
              <a:xfrm>
                <a:off x="3167438" y="185199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36" name="ph1736"/>
              <p:cNvSpPr/>
              <p:nvPr/>
            </p:nvSpPr>
            <p:spPr>
              <a:xfrm>
                <a:off x="3176145" y="185199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37" name="ph1737"/>
              <p:cNvSpPr/>
              <p:nvPr/>
            </p:nvSpPr>
            <p:spPr>
              <a:xfrm>
                <a:off x="3184852" y="185199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FB6AB">
                  <a:alpha val="100000"/>
                </a:srgbClr>
              </a:solidFill>
              <a:ln w="5420" cap="flat">
                <a:solidFill>
                  <a:srgbClr val="4F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38" name="ph1738"/>
              <p:cNvSpPr/>
              <p:nvPr/>
            </p:nvSpPr>
            <p:spPr>
              <a:xfrm>
                <a:off x="3193559" y="185199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39" name="ph1739"/>
              <p:cNvSpPr/>
              <p:nvPr/>
            </p:nvSpPr>
            <p:spPr>
              <a:xfrm>
                <a:off x="3202266" y="185199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40" name="ph1740"/>
              <p:cNvSpPr/>
              <p:nvPr/>
            </p:nvSpPr>
            <p:spPr>
              <a:xfrm>
                <a:off x="3210973" y="185199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41" name="ph1741"/>
              <p:cNvSpPr/>
              <p:nvPr/>
            </p:nvSpPr>
            <p:spPr>
              <a:xfrm>
                <a:off x="3219681" y="185199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42" name="ph1742"/>
              <p:cNvSpPr/>
              <p:nvPr/>
            </p:nvSpPr>
            <p:spPr>
              <a:xfrm>
                <a:off x="3106487" y="186269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43" name="ph1743"/>
              <p:cNvSpPr/>
              <p:nvPr/>
            </p:nvSpPr>
            <p:spPr>
              <a:xfrm>
                <a:off x="3115194" y="186269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44" name="ph1744"/>
              <p:cNvSpPr/>
              <p:nvPr/>
            </p:nvSpPr>
            <p:spPr>
              <a:xfrm>
                <a:off x="3123902" y="186269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45" name="ph1745"/>
              <p:cNvSpPr/>
              <p:nvPr/>
            </p:nvSpPr>
            <p:spPr>
              <a:xfrm>
                <a:off x="3132609" y="186269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46" name="ph1746"/>
              <p:cNvSpPr/>
              <p:nvPr/>
            </p:nvSpPr>
            <p:spPr>
              <a:xfrm>
                <a:off x="3141316" y="186269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47" name="ph1747"/>
              <p:cNvSpPr/>
              <p:nvPr/>
            </p:nvSpPr>
            <p:spPr>
              <a:xfrm>
                <a:off x="3150023" y="186269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48" name="ph1748"/>
              <p:cNvSpPr/>
              <p:nvPr/>
            </p:nvSpPr>
            <p:spPr>
              <a:xfrm>
                <a:off x="3158730" y="186269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49" name="ph1749"/>
              <p:cNvSpPr/>
              <p:nvPr/>
            </p:nvSpPr>
            <p:spPr>
              <a:xfrm>
                <a:off x="3167438" y="186269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50" name="ph1750"/>
              <p:cNvSpPr/>
              <p:nvPr/>
            </p:nvSpPr>
            <p:spPr>
              <a:xfrm>
                <a:off x="3176145" y="186269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FB4AB">
                  <a:alpha val="100000"/>
                </a:srgbClr>
              </a:solidFill>
              <a:ln w="5420" cap="flat">
                <a:solidFill>
                  <a:srgbClr val="4F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51" name="ph1751"/>
              <p:cNvSpPr/>
              <p:nvPr/>
            </p:nvSpPr>
            <p:spPr>
              <a:xfrm>
                <a:off x="3184852" y="186269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52" name="ph1752"/>
              <p:cNvSpPr/>
              <p:nvPr/>
            </p:nvSpPr>
            <p:spPr>
              <a:xfrm>
                <a:off x="3193559" y="186269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53" name="ph1753"/>
              <p:cNvSpPr/>
              <p:nvPr/>
            </p:nvSpPr>
            <p:spPr>
              <a:xfrm>
                <a:off x="3202266" y="186269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54" name="ph1754"/>
              <p:cNvSpPr/>
              <p:nvPr/>
            </p:nvSpPr>
            <p:spPr>
              <a:xfrm>
                <a:off x="3210973" y="186269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55" name="ph1755"/>
              <p:cNvSpPr/>
              <p:nvPr/>
            </p:nvSpPr>
            <p:spPr>
              <a:xfrm>
                <a:off x="3219681" y="186269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56" name="ph1756"/>
              <p:cNvSpPr/>
              <p:nvPr/>
            </p:nvSpPr>
            <p:spPr>
              <a:xfrm>
                <a:off x="3228388" y="186269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57" name="ph1757"/>
              <p:cNvSpPr/>
              <p:nvPr/>
            </p:nvSpPr>
            <p:spPr>
              <a:xfrm>
                <a:off x="3106487" y="187339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58" name="ph1758"/>
              <p:cNvSpPr/>
              <p:nvPr/>
            </p:nvSpPr>
            <p:spPr>
              <a:xfrm>
                <a:off x="3115194" y="187339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59" name="ph1759"/>
              <p:cNvSpPr/>
              <p:nvPr/>
            </p:nvSpPr>
            <p:spPr>
              <a:xfrm>
                <a:off x="3123902" y="187339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60" name="ph1760"/>
              <p:cNvSpPr/>
              <p:nvPr/>
            </p:nvSpPr>
            <p:spPr>
              <a:xfrm>
                <a:off x="3132609" y="187339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61" name="ph1761"/>
              <p:cNvSpPr/>
              <p:nvPr/>
            </p:nvSpPr>
            <p:spPr>
              <a:xfrm>
                <a:off x="3141316" y="187339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62" name="ph1762"/>
              <p:cNvSpPr/>
              <p:nvPr/>
            </p:nvSpPr>
            <p:spPr>
              <a:xfrm>
                <a:off x="3150023" y="187339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63" name="ph1763"/>
              <p:cNvSpPr/>
              <p:nvPr/>
            </p:nvSpPr>
            <p:spPr>
              <a:xfrm>
                <a:off x="3158730" y="187339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64" name="ph1764"/>
              <p:cNvSpPr/>
              <p:nvPr/>
            </p:nvSpPr>
            <p:spPr>
              <a:xfrm>
                <a:off x="3167438" y="187339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65" name="ph1765"/>
              <p:cNvSpPr/>
              <p:nvPr/>
            </p:nvSpPr>
            <p:spPr>
              <a:xfrm>
                <a:off x="3176145" y="187339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66" name="ph1766"/>
              <p:cNvSpPr/>
              <p:nvPr/>
            </p:nvSpPr>
            <p:spPr>
              <a:xfrm>
                <a:off x="3184852" y="187339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67" name="ph1767"/>
              <p:cNvSpPr/>
              <p:nvPr/>
            </p:nvSpPr>
            <p:spPr>
              <a:xfrm>
                <a:off x="3193559" y="187339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68" name="ph1768"/>
              <p:cNvSpPr/>
              <p:nvPr/>
            </p:nvSpPr>
            <p:spPr>
              <a:xfrm>
                <a:off x="3202266" y="187339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69" name="ph1769"/>
              <p:cNvSpPr/>
              <p:nvPr/>
            </p:nvSpPr>
            <p:spPr>
              <a:xfrm>
                <a:off x="3210973" y="187339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70" name="ph1770"/>
              <p:cNvSpPr/>
              <p:nvPr/>
            </p:nvSpPr>
            <p:spPr>
              <a:xfrm>
                <a:off x="3219681" y="187339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71" name="ph1771"/>
              <p:cNvSpPr/>
              <p:nvPr/>
            </p:nvSpPr>
            <p:spPr>
              <a:xfrm>
                <a:off x="3228388" y="187339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72" name="ph1772"/>
              <p:cNvSpPr/>
              <p:nvPr/>
            </p:nvSpPr>
            <p:spPr>
              <a:xfrm>
                <a:off x="3106487" y="188409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73" name="ph1773"/>
              <p:cNvSpPr/>
              <p:nvPr/>
            </p:nvSpPr>
            <p:spPr>
              <a:xfrm>
                <a:off x="3115194" y="188409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74" name="ph1774"/>
              <p:cNvSpPr/>
              <p:nvPr/>
            </p:nvSpPr>
            <p:spPr>
              <a:xfrm>
                <a:off x="3123902" y="188409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75" name="ph1775"/>
              <p:cNvSpPr/>
              <p:nvPr/>
            </p:nvSpPr>
            <p:spPr>
              <a:xfrm>
                <a:off x="3132609" y="188409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CB0AB">
                  <a:alpha val="100000"/>
                </a:srgbClr>
              </a:solidFill>
              <a:ln w="5420" cap="flat">
                <a:solidFill>
                  <a:srgbClr val="4C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76" name="ph1776"/>
              <p:cNvSpPr/>
              <p:nvPr/>
            </p:nvSpPr>
            <p:spPr>
              <a:xfrm>
                <a:off x="3141316" y="188409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77" name="ph1777"/>
              <p:cNvSpPr/>
              <p:nvPr/>
            </p:nvSpPr>
            <p:spPr>
              <a:xfrm>
                <a:off x="3150023" y="188409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78" name="ph1778"/>
              <p:cNvSpPr/>
              <p:nvPr/>
            </p:nvSpPr>
            <p:spPr>
              <a:xfrm>
                <a:off x="3158730" y="188409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79" name="ph1779"/>
              <p:cNvSpPr/>
              <p:nvPr/>
            </p:nvSpPr>
            <p:spPr>
              <a:xfrm>
                <a:off x="3167438" y="188409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80" name="ph1780"/>
              <p:cNvSpPr/>
              <p:nvPr/>
            </p:nvSpPr>
            <p:spPr>
              <a:xfrm>
                <a:off x="3176145" y="188409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81" name="ph1781"/>
              <p:cNvSpPr/>
              <p:nvPr/>
            </p:nvSpPr>
            <p:spPr>
              <a:xfrm>
                <a:off x="3184852" y="188409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82" name="ph1782"/>
              <p:cNvSpPr/>
              <p:nvPr/>
            </p:nvSpPr>
            <p:spPr>
              <a:xfrm>
                <a:off x="3193559" y="188409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83" name="ph1783"/>
              <p:cNvSpPr/>
              <p:nvPr/>
            </p:nvSpPr>
            <p:spPr>
              <a:xfrm>
                <a:off x="3202266" y="188409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84" name="ph1784"/>
              <p:cNvSpPr/>
              <p:nvPr/>
            </p:nvSpPr>
            <p:spPr>
              <a:xfrm>
                <a:off x="3210973" y="188409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85" name="ph1785"/>
              <p:cNvSpPr/>
              <p:nvPr/>
            </p:nvSpPr>
            <p:spPr>
              <a:xfrm>
                <a:off x="3219681" y="188409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86" name="ph1786"/>
              <p:cNvSpPr/>
              <p:nvPr/>
            </p:nvSpPr>
            <p:spPr>
              <a:xfrm>
                <a:off x="3228388" y="188409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87" name="ph1787"/>
              <p:cNvSpPr/>
              <p:nvPr/>
            </p:nvSpPr>
            <p:spPr>
              <a:xfrm>
                <a:off x="3237095" y="188409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88" name="ph1788"/>
              <p:cNvSpPr/>
              <p:nvPr/>
            </p:nvSpPr>
            <p:spPr>
              <a:xfrm>
                <a:off x="3115194" y="189479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89" name="ph1789"/>
              <p:cNvSpPr/>
              <p:nvPr/>
            </p:nvSpPr>
            <p:spPr>
              <a:xfrm>
                <a:off x="3123902" y="189479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90" name="ph1790"/>
              <p:cNvSpPr/>
              <p:nvPr/>
            </p:nvSpPr>
            <p:spPr>
              <a:xfrm>
                <a:off x="3132609" y="189479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91" name="ph1791"/>
              <p:cNvSpPr/>
              <p:nvPr/>
            </p:nvSpPr>
            <p:spPr>
              <a:xfrm>
                <a:off x="3141316" y="189479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92" name="ph1792"/>
              <p:cNvSpPr/>
              <p:nvPr/>
            </p:nvSpPr>
            <p:spPr>
              <a:xfrm>
                <a:off x="3150023" y="189479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93" name="ph1793"/>
              <p:cNvSpPr/>
              <p:nvPr/>
            </p:nvSpPr>
            <p:spPr>
              <a:xfrm>
                <a:off x="3158730" y="189479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94" name="ph1794"/>
              <p:cNvSpPr/>
              <p:nvPr/>
            </p:nvSpPr>
            <p:spPr>
              <a:xfrm>
                <a:off x="3167438" y="189479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95" name="ph1795"/>
              <p:cNvSpPr/>
              <p:nvPr/>
            </p:nvSpPr>
            <p:spPr>
              <a:xfrm>
                <a:off x="3176145" y="189479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96" name="ph1796"/>
              <p:cNvSpPr/>
              <p:nvPr/>
            </p:nvSpPr>
            <p:spPr>
              <a:xfrm>
                <a:off x="3184852" y="189479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97" name="ph1797"/>
              <p:cNvSpPr/>
              <p:nvPr/>
            </p:nvSpPr>
            <p:spPr>
              <a:xfrm>
                <a:off x="3193559" y="189479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98" name="ph1798"/>
              <p:cNvSpPr/>
              <p:nvPr/>
            </p:nvSpPr>
            <p:spPr>
              <a:xfrm>
                <a:off x="3202266" y="189479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799" name="ph1799"/>
              <p:cNvSpPr/>
              <p:nvPr/>
            </p:nvSpPr>
            <p:spPr>
              <a:xfrm>
                <a:off x="3210973" y="189479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00" name="ph1800"/>
              <p:cNvSpPr/>
              <p:nvPr/>
            </p:nvSpPr>
            <p:spPr>
              <a:xfrm>
                <a:off x="3219681" y="189479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8ADAB">
                  <a:alpha val="100000"/>
                </a:srgbClr>
              </a:solidFill>
              <a:ln w="5420" cap="flat">
                <a:solidFill>
                  <a:srgbClr val="48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01" name="ph1801"/>
              <p:cNvSpPr/>
              <p:nvPr/>
            </p:nvSpPr>
            <p:spPr>
              <a:xfrm>
                <a:off x="3228388" y="189479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02" name="ph1802"/>
              <p:cNvSpPr/>
              <p:nvPr/>
            </p:nvSpPr>
            <p:spPr>
              <a:xfrm>
                <a:off x="3237095" y="189479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03" name="ph1803"/>
              <p:cNvSpPr/>
              <p:nvPr/>
            </p:nvSpPr>
            <p:spPr>
              <a:xfrm>
                <a:off x="3089073" y="190549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04" name="ph1804"/>
              <p:cNvSpPr/>
              <p:nvPr/>
            </p:nvSpPr>
            <p:spPr>
              <a:xfrm>
                <a:off x="3097780" y="190549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05" name="ph1805"/>
              <p:cNvSpPr/>
              <p:nvPr/>
            </p:nvSpPr>
            <p:spPr>
              <a:xfrm>
                <a:off x="3106487" y="190549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06" name="ph1806"/>
              <p:cNvSpPr/>
              <p:nvPr/>
            </p:nvSpPr>
            <p:spPr>
              <a:xfrm>
                <a:off x="3115194" y="190549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07" name="ph1807"/>
              <p:cNvSpPr/>
              <p:nvPr/>
            </p:nvSpPr>
            <p:spPr>
              <a:xfrm>
                <a:off x="3123902" y="190549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08" name="ph1808"/>
              <p:cNvSpPr/>
              <p:nvPr/>
            </p:nvSpPr>
            <p:spPr>
              <a:xfrm>
                <a:off x="3132609" y="190549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09" name="ph1809"/>
              <p:cNvSpPr/>
              <p:nvPr/>
            </p:nvSpPr>
            <p:spPr>
              <a:xfrm>
                <a:off x="3141316" y="190549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10" name="ph1810"/>
              <p:cNvSpPr/>
              <p:nvPr/>
            </p:nvSpPr>
            <p:spPr>
              <a:xfrm>
                <a:off x="3150023" y="190549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11" name="ph1811"/>
              <p:cNvSpPr/>
              <p:nvPr/>
            </p:nvSpPr>
            <p:spPr>
              <a:xfrm>
                <a:off x="3158730" y="190549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12" name="ph1812"/>
              <p:cNvSpPr/>
              <p:nvPr/>
            </p:nvSpPr>
            <p:spPr>
              <a:xfrm>
                <a:off x="3167438" y="190549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13" name="ph1813"/>
              <p:cNvSpPr/>
              <p:nvPr/>
            </p:nvSpPr>
            <p:spPr>
              <a:xfrm>
                <a:off x="3176145" y="190549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8ADAB">
                  <a:alpha val="100000"/>
                </a:srgbClr>
              </a:solidFill>
              <a:ln w="5420" cap="flat">
                <a:solidFill>
                  <a:srgbClr val="48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14" name="ph1814"/>
              <p:cNvSpPr/>
              <p:nvPr/>
            </p:nvSpPr>
            <p:spPr>
              <a:xfrm>
                <a:off x="3184852" y="190549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8ACAB">
                  <a:alpha val="100000"/>
                </a:srgbClr>
              </a:solidFill>
              <a:ln w="5420" cap="flat">
                <a:solidFill>
                  <a:srgbClr val="48A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15" name="ph1815"/>
              <p:cNvSpPr/>
              <p:nvPr/>
            </p:nvSpPr>
            <p:spPr>
              <a:xfrm>
                <a:off x="3193559" y="190549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16" name="ph1816"/>
              <p:cNvSpPr/>
              <p:nvPr/>
            </p:nvSpPr>
            <p:spPr>
              <a:xfrm>
                <a:off x="3202266" y="190549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17" name="ph1817"/>
              <p:cNvSpPr/>
              <p:nvPr/>
            </p:nvSpPr>
            <p:spPr>
              <a:xfrm>
                <a:off x="3210973" y="190549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18" name="ph1818"/>
              <p:cNvSpPr/>
              <p:nvPr/>
            </p:nvSpPr>
            <p:spPr>
              <a:xfrm>
                <a:off x="3219681" y="190549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19" name="ph1819"/>
              <p:cNvSpPr/>
              <p:nvPr/>
            </p:nvSpPr>
            <p:spPr>
              <a:xfrm>
                <a:off x="3228388" y="190549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20" name="ph1820"/>
              <p:cNvSpPr/>
              <p:nvPr/>
            </p:nvSpPr>
            <p:spPr>
              <a:xfrm>
                <a:off x="3089073" y="191619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21" name="ph1821"/>
              <p:cNvSpPr/>
              <p:nvPr/>
            </p:nvSpPr>
            <p:spPr>
              <a:xfrm>
                <a:off x="3097780" y="191619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22" name="ph1822"/>
              <p:cNvSpPr/>
              <p:nvPr/>
            </p:nvSpPr>
            <p:spPr>
              <a:xfrm>
                <a:off x="3106487" y="191619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23" name="ph1823"/>
              <p:cNvSpPr/>
              <p:nvPr/>
            </p:nvSpPr>
            <p:spPr>
              <a:xfrm>
                <a:off x="3115194" y="191619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24" name="ph1824"/>
              <p:cNvSpPr/>
              <p:nvPr/>
            </p:nvSpPr>
            <p:spPr>
              <a:xfrm>
                <a:off x="3123902" y="191619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25" name="ph1825"/>
              <p:cNvSpPr/>
              <p:nvPr/>
            </p:nvSpPr>
            <p:spPr>
              <a:xfrm>
                <a:off x="3132609" y="191619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26" name="ph1826"/>
              <p:cNvSpPr/>
              <p:nvPr/>
            </p:nvSpPr>
            <p:spPr>
              <a:xfrm>
                <a:off x="3141316" y="191619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7AAAA">
                  <a:alpha val="100000"/>
                </a:srgbClr>
              </a:solidFill>
              <a:ln w="5420" cap="flat">
                <a:solidFill>
                  <a:srgbClr val="47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27" name="ph1827"/>
              <p:cNvSpPr/>
              <p:nvPr/>
            </p:nvSpPr>
            <p:spPr>
              <a:xfrm>
                <a:off x="3150023" y="191619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28" name="ph1828"/>
              <p:cNvSpPr/>
              <p:nvPr/>
            </p:nvSpPr>
            <p:spPr>
              <a:xfrm>
                <a:off x="3158730" y="191619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29" name="ph1829"/>
              <p:cNvSpPr/>
              <p:nvPr/>
            </p:nvSpPr>
            <p:spPr>
              <a:xfrm>
                <a:off x="3167438" y="191619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30" name="ph1830"/>
              <p:cNvSpPr/>
              <p:nvPr/>
            </p:nvSpPr>
            <p:spPr>
              <a:xfrm>
                <a:off x="3176145" y="191619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31" name="ph1831"/>
              <p:cNvSpPr/>
              <p:nvPr/>
            </p:nvSpPr>
            <p:spPr>
              <a:xfrm>
                <a:off x="3184852" y="191619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32" name="ph1832"/>
              <p:cNvSpPr/>
              <p:nvPr/>
            </p:nvSpPr>
            <p:spPr>
              <a:xfrm>
                <a:off x="3193559" y="191619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33" name="ph1833"/>
              <p:cNvSpPr/>
              <p:nvPr/>
            </p:nvSpPr>
            <p:spPr>
              <a:xfrm>
                <a:off x="3202266" y="191619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7AAAA">
                  <a:alpha val="100000"/>
                </a:srgbClr>
              </a:solidFill>
              <a:ln w="5420" cap="flat">
                <a:solidFill>
                  <a:srgbClr val="47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34" name="ph1834"/>
              <p:cNvSpPr/>
              <p:nvPr/>
            </p:nvSpPr>
            <p:spPr>
              <a:xfrm>
                <a:off x="3210973" y="191619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35" name="ph1835"/>
              <p:cNvSpPr/>
              <p:nvPr/>
            </p:nvSpPr>
            <p:spPr>
              <a:xfrm>
                <a:off x="3219681" y="191619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36" name="ph1836"/>
              <p:cNvSpPr/>
              <p:nvPr/>
            </p:nvSpPr>
            <p:spPr>
              <a:xfrm>
                <a:off x="3089073" y="192689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37" name="ph1837"/>
              <p:cNvSpPr/>
              <p:nvPr/>
            </p:nvSpPr>
            <p:spPr>
              <a:xfrm>
                <a:off x="3097780" y="192689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38" name="ph1838"/>
              <p:cNvSpPr/>
              <p:nvPr/>
            </p:nvSpPr>
            <p:spPr>
              <a:xfrm>
                <a:off x="3106487" y="192689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39" name="ph1839"/>
              <p:cNvSpPr/>
              <p:nvPr/>
            </p:nvSpPr>
            <p:spPr>
              <a:xfrm>
                <a:off x="3115194" y="192689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40" name="ph1840"/>
              <p:cNvSpPr/>
              <p:nvPr/>
            </p:nvSpPr>
            <p:spPr>
              <a:xfrm>
                <a:off x="3123902" y="192689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41" name="ph1841"/>
              <p:cNvSpPr/>
              <p:nvPr/>
            </p:nvSpPr>
            <p:spPr>
              <a:xfrm>
                <a:off x="3132609" y="192689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42" name="ph1842"/>
              <p:cNvSpPr/>
              <p:nvPr/>
            </p:nvSpPr>
            <p:spPr>
              <a:xfrm>
                <a:off x="3141316" y="192689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43" name="ph1843"/>
              <p:cNvSpPr/>
              <p:nvPr/>
            </p:nvSpPr>
            <p:spPr>
              <a:xfrm>
                <a:off x="3150023" y="192689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44" name="ph1844"/>
              <p:cNvSpPr/>
              <p:nvPr/>
            </p:nvSpPr>
            <p:spPr>
              <a:xfrm>
                <a:off x="3158730" y="192689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45" name="ph1845"/>
              <p:cNvSpPr/>
              <p:nvPr/>
            </p:nvSpPr>
            <p:spPr>
              <a:xfrm>
                <a:off x="3167438" y="192689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46" name="ph1846"/>
              <p:cNvSpPr/>
              <p:nvPr/>
            </p:nvSpPr>
            <p:spPr>
              <a:xfrm>
                <a:off x="3176145" y="192689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47" name="ph1847"/>
              <p:cNvSpPr/>
              <p:nvPr/>
            </p:nvSpPr>
            <p:spPr>
              <a:xfrm>
                <a:off x="3184852" y="192689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48" name="ph1848"/>
              <p:cNvSpPr/>
              <p:nvPr/>
            </p:nvSpPr>
            <p:spPr>
              <a:xfrm>
                <a:off x="3193559" y="192689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49" name="ph1849"/>
              <p:cNvSpPr/>
              <p:nvPr/>
            </p:nvSpPr>
            <p:spPr>
              <a:xfrm>
                <a:off x="3202266" y="192689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50" name="ph1850"/>
              <p:cNvSpPr/>
              <p:nvPr/>
            </p:nvSpPr>
            <p:spPr>
              <a:xfrm>
                <a:off x="3210973" y="192689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51" name="ph1851"/>
              <p:cNvSpPr/>
              <p:nvPr/>
            </p:nvSpPr>
            <p:spPr>
              <a:xfrm>
                <a:off x="3089073" y="193759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1A3AA">
                  <a:alpha val="100000"/>
                </a:srgbClr>
              </a:solidFill>
              <a:ln w="5420" cap="flat">
                <a:solidFill>
                  <a:srgbClr val="41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52" name="ph1852"/>
              <p:cNvSpPr/>
              <p:nvPr/>
            </p:nvSpPr>
            <p:spPr>
              <a:xfrm>
                <a:off x="3097780" y="193759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53" name="ph1853"/>
              <p:cNvSpPr/>
              <p:nvPr/>
            </p:nvSpPr>
            <p:spPr>
              <a:xfrm>
                <a:off x="3106487" y="193759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54" name="ph1854"/>
              <p:cNvSpPr/>
              <p:nvPr/>
            </p:nvSpPr>
            <p:spPr>
              <a:xfrm>
                <a:off x="3115194" y="193759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55" name="ph1855"/>
              <p:cNvSpPr/>
              <p:nvPr/>
            </p:nvSpPr>
            <p:spPr>
              <a:xfrm>
                <a:off x="3123902" y="193759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56" name="ph1856"/>
              <p:cNvSpPr/>
              <p:nvPr/>
            </p:nvSpPr>
            <p:spPr>
              <a:xfrm>
                <a:off x="3132609" y="193759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57" name="ph1857"/>
              <p:cNvSpPr/>
              <p:nvPr/>
            </p:nvSpPr>
            <p:spPr>
              <a:xfrm>
                <a:off x="3141316" y="193759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58" name="ph1858"/>
              <p:cNvSpPr/>
              <p:nvPr/>
            </p:nvSpPr>
            <p:spPr>
              <a:xfrm>
                <a:off x="3150023" y="193759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59" name="ph1859"/>
              <p:cNvSpPr/>
              <p:nvPr/>
            </p:nvSpPr>
            <p:spPr>
              <a:xfrm>
                <a:off x="3158730" y="193759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60" name="ph1860"/>
              <p:cNvSpPr/>
              <p:nvPr/>
            </p:nvSpPr>
            <p:spPr>
              <a:xfrm>
                <a:off x="3167438" y="193759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61" name="ph1861"/>
              <p:cNvSpPr/>
              <p:nvPr/>
            </p:nvSpPr>
            <p:spPr>
              <a:xfrm>
                <a:off x="3176145" y="193759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62" name="ph1862"/>
              <p:cNvSpPr/>
              <p:nvPr/>
            </p:nvSpPr>
            <p:spPr>
              <a:xfrm>
                <a:off x="3184852" y="193759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63" name="ph1863"/>
              <p:cNvSpPr/>
              <p:nvPr/>
            </p:nvSpPr>
            <p:spPr>
              <a:xfrm>
                <a:off x="3193559" y="193759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64" name="ph1864"/>
              <p:cNvSpPr/>
              <p:nvPr/>
            </p:nvSpPr>
            <p:spPr>
              <a:xfrm>
                <a:off x="3202266" y="193759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65" name="ph1865"/>
              <p:cNvSpPr/>
              <p:nvPr/>
            </p:nvSpPr>
            <p:spPr>
              <a:xfrm>
                <a:off x="3080366" y="194829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66" name="ph1866"/>
              <p:cNvSpPr/>
              <p:nvPr/>
            </p:nvSpPr>
            <p:spPr>
              <a:xfrm>
                <a:off x="3089073" y="194829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67" name="ph1867"/>
              <p:cNvSpPr/>
              <p:nvPr/>
            </p:nvSpPr>
            <p:spPr>
              <a:xfrm>
                <a:off x="3097780" y="194829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68" name="ph1868"/>
              <p:cNvSpPr/>
              <p:nvPr/>
            </p:nvSpPr>
            <p:spPr>
              <a:xfrm>
                <a:off x="3106487" y="194829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69" name="ph1869"/>
              <p:cNvSpPr/>
              <p:nvPr/>
            </p:nvSpPr>
            <p:spPr>
              <a:xfrm>
                <a:off x="3115194" y="194829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70" name="ph1870"/>
              <p:cNvSpPr/>
              <p:nvPr/>
            </p:nvSpPr>
            <p:spPr>
              <a:xfrm>
                <a:off x="3123902" y="194829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71" name="ph1871"/>
              <p:cNvSpPr/>
              <p:nvPr/>
            </p:nvSpPr>
            <p:spPr>
              <a:xfrm>
                <a:off x="3132609" y="194829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72" name="ph1872"/>
              <p:cNvSpPr/>
              <p:nvPr/>
            </p:nvSpPr>
            <p:spPr>
              <a:xfrm>
                <a:off x="3141316" y="194829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73" name="ph1873"/>
              <p:cNvSpPr/>
              <p:nvPr/>
            </p:nvSpPr>
            <p:spPr>
              <a:xfrm>
                <a:off x="3150023" y="194829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74" name="ph1874"/>
              <p:cNvSpPr/>
              <p:nvPr/>
            </p:nvSpPr>
            <p:spPr>
              <a:xfrm>
                <a:off x="3158730" y="194829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75" name="ph1875"/>
              <p:cNvSpPr/>
              <p:nvPr/>
            </p:nvSpPr>
            <p:spPr>
              <a:xfrm>
                <a:off x="3167438" y="194829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76" name="ph1876"/>
              <p:cNvSpPr/>
              <p:nvPr/>
            </p:nvSpPr>
            <p:spPr>
              <a:xfrm>
                <a:off x="3176145" y="194829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77" name="ph1877"/>
              <p:cNvSpPr/>
              <p:nvPr/>
            </p:nvSpPr>
            <p:spPr>
              <a:xfrm>
                <a:off x="3184852" y="194829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78" name="ph1878"/>
              <p:cNvSpPr/>
              <p:nvPr/>
            </p:nvSpPr>
            <p:spPr>
              <a:xfrm>
                <a:off x="3080366" y="195899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79" name="ph1879"/>
              <p:cNvSpPr/>
              <p:nvPr/>
            </p:nvSpPr>
            <p:spPr>
              <a:xfrm>
                <a:off x="3089073" y="195899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80" name="ph1880"/>
              <p:cNvSpPr/>
              <p:nvPr/>
            </p:nvSpPr>
            <p:spPr>
              <a:xfrm>
                <a:off x="3097780" y="195899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81" name="ph1881"/>
              <p:cNvSpPr/>
              <p:nvPr/>
            </p:nvSpPr>
            <p:spPr>
              <a:xfrm>
                <a:off x="3106487" y="195899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82" name="ph1882"/>
              <p:cNvSpPr/>
              <p:nvPr/>
            </p:nvSpPr>
            <p:spPr>
              <a:xfrm>
                <a:off x="3115194" y="195899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83" name="ph1883"/>
              <p:cNvSpPr/>
              <p:nvPr/>
            </p:nvSpPr>
            <p:spPr>
              <a:xfrm>
                <a:off x="3123902" y="195899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84" name="ph1884"/>
              <p:cNvSpPr/>
              <p:nvPr/>
            </p:nvSpPr>
            <p:spPr>
              <a:xfrm>
                <a:off x="3132609" y="195899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85" name="ph1885"/>
              <p:cNvSpPr/>
              <p:nvPr/>
            </p:nvSpPr>
            <p:spPr>
              <a:xfrm>
                <a:off x="3141316" y="195899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86" name="ph1886"/>
              <p:cNvSpPr/>
              <p:nvPr/>
            </p:nvSpPr>
            <p:spPr>
              <a:xfrm>
                <a:off x="3150023" y="195899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87" name="ph1887"/>
              <p:cNvSpPr/>
              <p:nvPr/>
            </p:nvSpPr>
            <p:spPr>
              <a:xfrm>
                <a:off x="3158730" y="195899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88" name="ph1888"/>
              <p:cNvSpPr/>
              <p:nvPr/>
            </p:nvSpPr>
            <p:spPr>
              <a:xfrm>
                <a:off x="3167438" y="195899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89" name="ph1889"/>
              <p:cNvSpPr/>
              <p:nvPr/>
            </p:nvSpPr>
            <p:spPr>
              <a:xfrm>
                <a:off x="3176145" y="195899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90" name="ph1890"/>
              <p:cNvSpPr/>
              <p:nvPr/>
            </p:nvSpPr>
            <p:spPr>
              <a:xfrm>
                <a:off x="3080366" y="196969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91" name="ph1891"/>
              <p:cNvSpPr/>
              <p:nvPr/>
            </p:nvSpPr>
            <p:spPr>
              <a:xfrm>
                <a:off x="3089073" y="196969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9DA9">
                  <a:alpha val="100000"/>
                </a:srgbClr>
              </a:solidFill>
              <a:ln w="5420" cap="flat">
                <a:solidFill>
                  <a:srgbClr val="3B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92" name="ph1892"/>
              <p:cNvSpPr/>
              <p:nvPr/>
            </p:nvSpPr>
            <p:spPr>
              <a:xfrm>
                <a:off x="3097780" y="196969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93" name="ph1893"/>
              <p:cNvSpPr/>
              <p:nvPr/>
            </p:nvSpPr>
            <p:spPr>
              <a:xfrm>
                <a:off x="3106487" y="196969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94" name="ph1894"/>
              <p:cNvSpPr/>
              <p:nvPr/>
            </p:nvSpPr>
            <p:spPr>
              <a:xfrm>
                <a:off x="3115194" y="196969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95" name="ph1895"/>
              <p:cNvSpPr/>
              <p:nvPr/>
            </p:nvSpPr>
            <p:spPr>
              <a:xfrm>
                <a:off x="3123902" y="196969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96" name="ph1896"/>
              <p:cNvSpPr/>
              <p:nvPr/>
            </p:nvSpPr>
            <p:spPr>
              <a:xfrm>
                <a:off x="3132609" y="196969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97" name="ph1897"/>
              <p:cNvSpPr/>
              <p:nvPr/>
            </p:nvSpPr>
            <p:spPr>
              <a:xfrm>
                <a:off x="3141316" y="196969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98" name="ph1898"/>
              <p:cNvSpPr/>
              <p:nvPr/>
            </p:nvSpPr>
            <p:spPr>
              <a:xfrm>
                <a:off x="3150023" y="196969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899" name="ph1899"/>
              <p:cNvSpPr/>
              <p:nvPr/>
            </p:nvSpPr>
            <p:spPr>
              <a:xfrm>
                <a:off x="3158730" y="196969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00" name="ph1900"/>
              <p:cNvSpPr/>
              <p:nvPr/>
            </p:nvSpPr>
            <p:spPr>
              <a:xfrm>
                <a:off x="3167438" y="196969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01" name="ph1901"/>
              <p:cNvSpPr/>
              <p:nvPr/>
            </p:nvSpPr>
            <p:spPr>
              <a:xfrm>
                <a:off x="3062951" y="198039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02" name="ph1902"/>
              <p:cNvSpPr/>
              <p:nvPr/>
            </p:nvSpPr>
            <p:spPr>
              <a:xfrm>
                <a:off x="3071659" y="198039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03" name="ph1903"/>
              <p:cNvSpPr/>
              <p:nvPr/>
            </p:nvSpPr>
            <p:spPr>
              <a:xfrm>
                <a:off x="3080366" y="198039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04" name="ph1904"/>
              <p:cNvSpPr/>
              <p:nvPr/>
            </p:nvSpPr>
            <p:spPr>
              <a:xfrm>
                <a:off x="3089073" y="198039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05" name="ph1905"/>
              <p:cNvSpPr/>
              <p:nvPr/>
            </p:nvSpPr>
            <p:spPr>
              <a:xfrm>
                <a:off x="3097780" y="198039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06" name="ph1906"/>
              <p:cNvSpPr/>
              <p:nvPr/>
            </p:nvSpPr>
            <p:spPr>
              <a:xfrm>
                <a:off x="3106487" y="198039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07" name="ph1907"/>
              <p:cNvSpPr/>
              <p:nvPr/>
            </p:nvSpPr>
            <p:spPr>
              <a:xfrm>
                <a:off x="3115194" y="198039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08" name="ph1908"/>
              <p:cNvSpPr/>
              <p:nvPr/>
            </p:nvSpPr>
            <p:spPr>
              <a:xfrm>
                <a:off x="3123902" y="198039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09" name="ph1909"/>
              <p:cNvSpPr/>
              <p:nvPr/>
            </p:nvSpPr>
            <p:spPr>
              <a:xfrm>
                <a:off x="3132609" y="198039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10" name="ph1910"/>
              <p:cNvSpPr/>
              <p:nvPr/>
            </p:nvSpPr>
            <p:spPr>
              <a:xfrm>
                <a:off x="3141316" y="198039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11" name="ph1911"/>
              <p:cNvSpPr/>
              <p:nvPr/>
            </p:nvSpPr>
            <p:spPr>
              <a:xfrm>
                <a:off x="3150023" y="198039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12" name="ph1912"/>
              <p:cNvSpPr/>
              <p:nvPr/>
            </p:nvSpPr>
            <p:spPr>
              <a:xfrm>
                <a:off x="3158730" y="198039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13" name="ph1913"/>
              <p:cNvSpPr/>
              <p:nvPr/>
            </p:nvSpPr>
            <p:spPr>
              <a:xfrm>
                <a:off x="3167438" y="198039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14" name="ph1914"/>
              <p:cNvSpPr/>
              <p:nvPr/>
            </p:nvSpPr>
            <p:spPr>
              <a:xfrm>
                <a:off x="3054244" y="199109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15" name="ph1915"/>
              <p:cNvSpPr/>
              <p:nvPr/>
            </p:nvSpPr>
            <p:spPr>
              <a:xfrm>
                <a:off x="3062951" y="199109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799A9">
                  <a:alpha val="100000"/>
                </a:srgbClr>
              </a:solidFill>
              <a:ln w="5420" cap="flat">
                <a:solidFill>
                  <a:srgbClr val="37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16" name="ph1916"/>
              <p:cNvSpPr/>
              <p:nvPr/>
            </p:nvSpPr>
            <p:spPr>
              <a:xfrm>
                <a:off x="3071659" y="199109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17" name="ph1917"/>
              <p:cNvSpPr/>
              <p:nvPr/>
            </p:nvSpPr>
            <p:spPr>
              <a:xfrm>
                <a:off x="3080366" y="199109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18" name="ph1918"/>
              <p:cNvSpPr/>
              <p:nvPr/>
            </p:nvSpPr>
            <p:spPr>
              <a:xfrm>
                <a:off x="3089073" y="199109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19" name="ph1919"/>
              <p:cNvSpPr/>
              <p:nvPr/>
            </p:nvSpPr>
            <p:spPr>
              <a:xfrm>
                <a:off x="3097780" y="199109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20" name="ph1920"/>
              <p:cNvSpPr/>
              <p:nvPr/>
            </p:nvSpPr>
            <p:spPr>
              <a:xfrm>
                <a:off x="3106487" y="199109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21" name="ph1921"/>
              <p:cNvSpPr/>
              <p:nvPr/>
            </p:nvSpPr>
            <p:spPr>
              <a:xfrm>
                <a:off x="3115194" y="199109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22" name="ph1922"/>
              <p:cNvSpPr/>
              <p:nvPr/>
            </p:nvSpPr>
            <p:spPr>
              <a:xfrm>
                <a:off x="3123902" y="199109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23" name="ph1923"/>
              <p:cNvSpPr/>
              <p:nvPr/>
            </p:nvSpPr>
            <p:spPr>
              <a:xfrm>
                <a:off x="3132609" y="199109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9DA9">
                  <a:alpha val="100000"/>
                </a:srgbClr>
              </a:solidFill>
              <a:ln w="5420" cap="flat">
                <a:solidFill>
                  <a:srgbClr val="3B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24" name="ph1924"/>
              <p:cNvSpPr/>
              <p:nvPr/>
            </p:nvSpPr>
            <p:spPr>
              <a:xfrm>
                <a:off x="3141316" y="199109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25" name="ph1925"/>
              <p:cNvSpPr/>
              <p:nvPr/>
            </p:nvSpPr>
            <p:spPr>
              <a:xfrm>
                <a:off x="3150023" y="199109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26" name="ph1926"/>
              <p:cNvSpPr/>
              <p:nvPr/>
            </p:nvSpPr>
            <p:spPr>
              <a:xfrm>
                <a:off x="3158730" y="199109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27" name="ph1927"/>
              <p:cNvSpPr/>
              <p:nvPr/>
            </p:nvSpPr>
            <p:spPr>
              <a:xfrm>
                <a:off x="3167438" y="199109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28" name="ph1928"/>
              <p:cNvSpPr/>
              <p:nvPr/>
            </p:nvSpPr>
            <p:spPr>
              <a:xfrm>
                <a:off x="3054244" y="200179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29" name="ph1929"/>
              <p:cNvSpPr/>
              <p:nvPr/>
            </p:nvSpPr>
            <p:spPr>
              <a:xfrm>
                <a:off x="3062951" y="200179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698A9">
                  <a:alpha val="100000"/>
                </a:srgbClr>
              </a:solidFill>
              <a:ln w="5420" cap="flat">
                <a:solidFill>
                  <a:srgbClr val="36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30" name="ph1930"/>
              <p:cNvSpPr/>
              <p:nvPr/>
            </p:nvSpPr>
            <p:spPr>
              <a:xfrm>
                <a:off x="3071659" y="200179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31" name="ph1931"/>
              <p:cNvSpPr/>
              <p:nvPr/>
            </p:nvSpPr>
            <p:spPr>
              <a:xfrm>
                <a:off x="3080366" y="200179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799A9">
                  <a:alpha val="100000"/>
                </a:srgbClr>
              </a:solidFill>
              <a:ln w="5420" cap="flat">
                <a:solidFill>
                  <a:srgbClr val="37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32" name="ph1932"/>
              <p:cNvSpPr/>
              <p:nvPr/>
            </p:nvSpPr>
            <p:spPr>
              <a:xfrm>
                <a:off x="3089073" y="200179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33" name="ph1933"/>
              <p:cNvSpPr/>
              <p:nvPr/>
            </p:nvSpPr>
            <p:spPr>
              <a:xfrm>
                <a:off x="3097780" y="200179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34" name="ph1934"/>
              <p:cNvSpPr/>
              <p:nvPr/>
            </p:nvSpPr>
            <p:spPr>
              <a:xfrm>
                <a:off x="3106487" y="200179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35" name="ph1935"/>
              <p:cNvSpPr/>
              <p:nvPr/>
            </p:nvSpPr>
            <p:spPr>
              <a:xfrm>
                <a:off x="3115194" y="200179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36" name="ph1936"/>
              <p:cNvSpPr/>
              <p:nvPr/>
            </p:nvSpPr>
            <p:spPr>
              <a:xfrm>
                <a:off x="3123902" y="200179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37" name="ph1937"/>
              <p:cNvSpPr/>
              <p:nvPr/>
            </p:nvSpPr>
            <p:spPr>
              <a:xfrm>
                <a:off x="3132609" y="200179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38" name="ph1938"/>
              <p:cNvSpPr/>
              <p:nvPr/>
            </p:nvSpPr>
            <p:spPr>
              <a:xfrm>
                <a:off x="3141316" y="200179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39" name="ph1939"/>
              <p:cNvSpPr/>
              <p:nvPr/>
            </p:nvSpPr>
            <p:spPr>
              <a:xfrm>
                <a:off x="3150023" y="200179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40" name="ph1940"/>
              <p:cNvSpPr/>
              <p:nvPr/>
            </p:nvSpPr>
            <p:spPr>
              <a:xfrm>
                <a:off x="3158730" y="200179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41" name="ph1941"/>
              <p:cNvSpPr/>
              <p:nvPr/>
            </p:nvSpPr>
            <p:spPr>
              <a:xfrm>
                <a:off x="3045537" y="201249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42" name="ph1942"/>
              <p:cNvSpPr/>
              <p:nvPr/>
            </p:nvSpPr>
            <p:spPr>
              <a:xfrm>
                <a:off x="3054244" y="201249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43" name="ph1943"/>
              <p:cNvSpPr/>
              <p:nvPr/>
            </p:nvSpPr>
            <p:spPr>
              <a:xfrm>
                <a:off x="3062951" y="201249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44" name="ph1944"/>
              <p:cNvSpPr/>
              <p:nvPr/>
            </p:nvSpPr>
            <p:spPr>
              <a:xfrm>
                <a:off x="3071659" y="201249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45" name="ph1945"/>
              <p:cNvSpPr/>
              <p:nvPr/>
            </p:nvSpPr>
            <p:spPr>
              <a:xfrm>
                <a:off x="3080366" y="201249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46" name="ph1946"/>
              <p:cNvSpPr/>
              <p:nvPr/>
            </p:nvSpPr>
            <p:spPr>
              <a:xfrm>
                <a:off x="3089073" y="201249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799A9">
                  <a:alpha val="100000"/>
                </a:srgbClr>
              </a:solidFill>
              <a:ln w="5420" cap="flat">
                <a:solidFill>
                  <a:srgbClr val="37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47" name="ph1947"/>
              <p:cNvSpPr/>
              <p:nvPr/>
            </p:nvSpPr>
            <p:spPr>
              <a:xfrm>
                <a:off x="3097780" y="201249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48" name="ph1948"/>
              <p:cNvSpPr/>
              <p:nvPr/>
            </p:nvSpPr>
            <p:spPr>
              <a:xfrm>
                <a:off x="3106487" y="201249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49" name="ph1949"/>
              <p:cNvSpPr/>
              <p:nvPr/>
            </p:nvSpPr>
            <p:spPr>
              <a:xfrm>
                <a:off x="3115194" y="201249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50" name="ph1950"/>
              <p:cNvSpPr/>
              <p:nvPr/>
            </p:nvSpPr>
            <p:spPr>
              <a:xfrm>
                <a:off x="3123902" y="201249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51" name="ph1951"/>
              <p:cNvSpPr/>
              <p:nvPr/>
            </p:nvSpPr>
            <p:spPr>
              <a:xfrm>
                <a:off x="3132609" y="201249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52" name="ph1952"/>
              <p:cNvSpPr/>
              <p:nvPr/>
            </p:nvSpPr>
            <p:spPr>
              <a:xfrm>
                <a:off x="3141316" y="201249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53" name="ph1953"/>
              <p:cNvSpPr/>
              <p:nvPr/>
            </p:nvSpPr>
            <p:spPr>
              <a:xfrm>
                <a:off x="3150023" y="201249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54" name="ph1954"/>
              <p:cNvSpPr/>
              <p:nvPr/>
            </p:nvSpPr>
            <p:spPr>
              <a:xfrm>
                <a:off x="3036830" y="202319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55" name="ph1955"/>
              <p:cNvSpPr/>
              <p:nvPr/>
            </p:nvSpPr>
            <p:spPr>
              <a:xfrm>
                <a:off x="3045537" y="202319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56" name="ph1956"/>
              <p:cNvSpPr/>
              <p:nvPr/>
            </p:nvSpPr>
            <p:spPr>
              <a:xfrm>
                <a:off x="3054244" y="202319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596A9">
                  <a:alpha val="100000"/>
                </a:srgbClr>
              </a:solidFill>
              <a:ln w="5420" cap="flat">
                <a:solidFill>
                  <a:srgbClr val="35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57" name="ph1957"/>
              <p:cNvSpPr/>
              <p:nvPr/>
            </p:nvSpPr>
            <p:spPr>
              <a:xfrm>
                <a:off x="3062951" y="202319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58" name="ph1958"/>
              <p:cNvSpPr/>
              <p:nvPr/>
            </p:nvSpPr>
            <p:spPr>
              <a:xfrm>
                <a:off x="3071659" y="202319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59" name="ph1959"/>
              <p:cNvSpPr/>
              <p:nvPr/>
            </p:nvSpPr>
            <p:spPr>
              <a:xfrm>
                <a:off x="3080366" y="202319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60" name="ph1960"/>
              <p:cNvSpPr/>
              <p:nvPr/>
            </p:nvSpPr>
            <p:spPr>
              <a:xfrm>
                <a:off x="3089073" y="202319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61" name="ph1961"/>
              <p:cNvSpPr/>
              <p:nvPr/>
            </p:nvSpPr>
            <p:spPr>
              <a:xfrm>
                <a:off x="3097780" y="202319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799A9">
                  <a:alpha val="100000"/>
                </a:srgbClr>
              </a:solidFill>
              <a:ln w="5420" cap="flat">
                <a:solidFill>
                  <a:srgbClr val="37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62" name="ph1962"/>
              <p:cNvSpPr/>
              <p:nvPr/>
            </p:nvSpPr>
            <p:spPr>
              <a:xfrm>
                <a:off x="3106487" y="202319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63" name="ph1963"/>
              <p:cNvSpPr/>
              <p:nvPr/>
            </p:nvSpPr>
            <p:spPr>
              <a:xfrm>
                <a:off x="3115194" y="202319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64" name="ph1964"/>
              <p:cNvSpPr/>
              <p:nvPr/>
            </p:nvSpPr>
            <p:spPr>
              <a:xfrm>
                <a:off x="3123902" y="202319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65" name="ph1965"/>
              <p:cNvSpPr/>
              <p:nvPr/>
            </p:nvSpPr>
            <p:spPr>
              <a:xfrm>
                <a:off x="3132609" y="202319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66" name="ph1966"/>
              <p:cNvSpPr/>
              <p:nvPr/>
            </p:nvSpPr>
            <p:spPr>
              <a:xfrm>
                <a:off x="3019415" y="203389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67" name="ph1967"/>
              <p:cNvSpPr/>
              <p:nvPr/>
            </p:nvSpPr>
            <p:spPr>
              <a:xfrm>
                <a:off x="3028123" y="203389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68" name="ph1968"/>
              <p:cNvSpPr/>
              <p:nvPr/>
            </p:nvSpPr>
            <p:spPr>
              <a:xfrm>
                <a:off x="3036830" y="203389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69" name="ph1969"/>
              <p:cNvSpPr/>
              <p:nvPr/>
            </p:nvSpPr>
            <p:spPr>
              <a:xfrm>
                <a:off x="3045537" y="203389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70" name="ph1970"/>
              <p:cNvSpPr/>
              <p:nvPr/>
            </p:nvSpPr>
            <p:spPr>
              <a:xfrm>
                <a:off x="3054244" y="203389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71" name="ph1971"/>
              <p:cNvSpPr/>
              <p:nvPr/>
            </p:nvSpPr>
            <p:spPr>
              <a:xfrm>
                <a:off x="3062951" y="203389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72" name="ph1972"/>
              <p:cNvSpPr/>
              <p:nvPr/>
            </p:nvSpPr>
            <p:spPr>
              <a:xfrm>
                <a:off x="3071659" y="203389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73" name="ph1973"/>
              <p:cNvSpPr/>
              <p:nvPr/>
            </p:nvSpPr>
            <p:spPr>
              <a:xfrm>
                <a:off x="3080366" y="203389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74" name="ph1974"/>
              <p:cNvSpPr/>
              <p:nvPr/>
            </p:nvSpPr>
            <p:spPr>
              <a:xfrm>
                <a:off x="3089073" y="203389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75" name="ph1975"/>
              <p:cNvSpPr/>
              <p:nvPr/>
            </p:nvSpPr>
            <p:spPr>
              <a:xfrm>
                <a:off x="3010708" y="204459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76" name="ph1976"/>
              <p:cNvSpPr/>
              <p:nvPr/>
            </p:nvSpPr>
            <p:spPr>
              <a:xfrm>
                <a:off x="3019415" y="204459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77" name="ph1977"/>
              <p:cNvSpPr/>
              <p:nvPr/>
            </p:nvSpPr>
            <p:spPr>
              <a:xfrm>
                <a:off x="3028123" y="204459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78" name="ph1978"/>
              <p:cNvSpPr/>
              <p:nvPr/>
            </p:nvSpPr>
            <p:spPr>
              <a:xfrm>
                <a:off x="3036830" y="204459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79" name="ph1979"/>
              <p:cNvSpPr/>
              <p:nvPr/>
            </p:nvSpPr>
            <p:spPr>
              <a:xfrm>
                <a:off x="3045537" y="204459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80" name="ph1980"/>
              <p:cNvSpPr/>
              <p:nvPr/>
            </p:nvSpPr>
            <p:spPr>
              <a:xfrm>
                <a:off x="3054244" y="204459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693A8">
                  <a:alpha val="100000"/>
                </a:srgbClr>
              </a:solidFill>
              <a:ln w="5420" cap="flat">
                <a:solidFill>
                  <a:srgbClr val="36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81" name="ph1981"/>
              <p:cNvSpPr/>
              <p:nvPr/>
            </p:nvSpPr>
            <p:spPr>
              <a:xfrm>
                <a:off x="3062951" y="204459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82" name="ph1982"/>
              <p:cNvSpPr/>
              <p:nvPr/>
            </p:nvSpPr>
            <p:spPr>
              <a:xfrm>
                <a:off x="3071659" y="204459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83" name="ph1983"/>
              <p:cNvSpPr/>
              <p:nvPr/>
            </p:nvSpPr>
            <p:spPr>
              <a:xfrm>
                <a:off x="2993294" y="205529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84" name="ph1984"/>
              <p:cNvSpPr/>
              <p:nvPr/>
            </p:nvSpPr>
            <p:spPr>
              <a:xfrm>
                <a:off x="3002001" y="205529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85" name="ph1985"/>
              <p:cNvSpPr/>
              <p:nvPr/>
            </p:nvSpPr>
            <p:spPr>
              <a:xfrm>
                <a:off x="3010708" y="205529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86" name="ph1986"/>
              <p:cNvSpPr/>
              <p:nvPr/>
            </p:nvSpPr>
            <p:spPr>
              <a:xfrm>
                <a:off x="3019415" y="205529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87" name="ph1987"/>
              <p:cNvSpPr/>
              <p:nvPr/>
            </p:nvSpPr>
            <p:spPr>
              <a:xfrm>
                <a:off x="3028123" y="205529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88" name="ph1988"/>
              <p:cNvSpPr/>
              <p:nvPr/>
            </p:nvSpPr>
            <p:spPr>
              <a:xfrm>
                <a:off x="3036830" y="205529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89" name="ph1989"/>
              <p:cNvSpPr/>
              <p:nvPr/>
            </p:nvSpPr>
            <p:spPr>
              <a:xfrm>
                <a:off x="3045537" y="205529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90" name="ph1990"/>
              <p:cNvSpPr/>
              <p:nvPr/>
            </p:nvSpPr>
            <p:spPr>
              <a:xfrm>
                <a:off x="3054244" y="205529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91" name="ph1991"/>
              <p:cNvSpPr/>
              <p:nvPr/>
            </p:nvSpPr>
            <p:spPr>
              <a:xfrm>
                <a:off x="3062951" y="205529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92" name="ph1992"/>
              <p:cNvSpPr/>
              <p:nvPr/>
            </p:nvSpPr>
            <p:spPr>
              <a:xfrm>
                <a:off x="2967172" y="206599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93" name="ph1993"/>
              <p:cNvSpPr/>
              <p:nvPr/>
            </p:nvSpPr>
            <p:spPr>
              <a:xfrm>
                <a:off x="2975880" y="206599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94" name="ph1994"/>
              <p:cNvSpPr/>
              <p:nvPr/>
            </p:nvSpPr>
            <p:spPr>
              <a:xfrm>
                <a:off x="2984587" y="206599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95" name="ph1995"/>
              <p:cNvSpPr/>
              <p:nvPr/>
            </p:nvSpPr>
            <p:spPr>
              <a:xfrm>
                <a:off x="2993294" y="206599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96" name="ph1996"/>
              <p:cNvSpPr/>
              <p:nvPr/>
            </p:nvSpPr>
            <p:spPr>
              <a:xfrm>
                <a:off x="3002001" y="206599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97" name="ph1997"/>
              <p:cNvSpPr/>
              <p:nvPr/>
            </p:nvSpPr>
            <p:spPr>
              <a:xfrm>
                <a:off x="3010708" y="206599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98" name="ph1998"/>
              <p:cNvSpPr/>
              <p:nvPr/>
            </p:nvSpPr>
            <p:spPr>
              <a:xfrm>
                <a:off x="3019415" y="206599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9DA9">
                  <a:alpha val="100000"/>
                </a:srgbClr>
              </a:solidFill>
              <a:ln w="5420" cap="flat">
                <a:solidFill>
                  <a:srgbClr val="3B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1999" name="ph1999"/>
              <p:cNvSpPr/>
              <p:nvPr/>
            </p:nvSpPr>
            <p:spPr>
              <a:xfrm>
                <a:off x="3028123" y="206599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00" name="ph2000"/>
              <p:cNvSpPr/>
              <p:nvPr/>
            </p:nvSpPr>
            <p:spPr>
              <a:xfrm>
                <a:off x="3036830" y="206599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01" name="ph2001"/>
              <p:cNvSpPr/>
              <p:nvPr/>
            </p:nvSpPr>
            <p:spPr>
              <a:xfrm>
                <a:off x="3045537" y="206599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02" name="ph2002"/>
              <p:cNvSpPr/>
              <p:nvPr/>
            </p:nvSpPr>
            <p:spPr>
              <a:xfrm>
                <a:off x="3054244" y="206599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03" name="ph2003"/>
              <p:cNvSpPr/>
              <p:nvPr/>
            </p:nvSpPr>
            <p:spPr>
              <a:xfrm>
                <a:off x="2949758" y="207669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04" name="ph2004"/>
              <p:cNvSpPr/>
              <p:nvPr/>
            </p:nvSpPr>
            <p:spPr>
              <a:xfrm>
                <a:off x="2958465" y="207669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05" name="ph2005"/>
              <p:cNvSpPr/>
              <p:nvPr/>
            </p:nvSpPr>
            <p:spPr>
              <a:xfrm>
                <a:off x="2967172" y="207669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06" name="ph2006"/>
              <p:cNvSpPr/>
              <p:nvPr/>
            </p:nvSpPr>
            <p:spPr>
              <a:xfrm>
                <a:off x="2975880" y="207669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68FA7">
                  <a:alpha val="100000"/>
                </a:srgbClr>
              </a:solidFill>
              <a:ln w="5420" cap="flat">
                <a:solidFill>
                  <a:srgbClr val="36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07" name="ph2007"/>
              <p:cNvSpPr/>
              <p:nvPr/>
            </p:nvSpPr>
            <p:spPr>
              <a:xfrm>
                <a:off x="2984587" y="207669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08" name="ph2008"/>
              <p:cNvSpPr/>
              <p:nvPr/>
            </p:nvSpPr>
            <p:spPr>
              <a:xfrm>
                <a:off x="2993294" y="207669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09" name="ph2009"/>
              <p:cNvSpPr/>
              <p:nvPr/>
            </p:nvSpPr>
            <p:spPr>
              <a:xfrm>
                <a:off x="3002001" y="207669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10" name="ph2010"/>
              <p:cNvSpPr/>
              <p:nvPr/>
            </p:nvSpPr>
            <p:spPr>
              <a:xfrm>
                <a:off x="3010708" y="207669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11" name="ph2011"/>
              <p:cNvSpPr/>
              <p:nvPr/>
            </p:nvSpPr>
            <p:spPr>
              <a:xfrm>
                <a:off x="3019415" y="207669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12" name="ph2012"/>
              <p:cNvSpPr/>
              <p:nvPr/>
            </p:nvSpPr>
            <p:spPr>
              <a:xfrm>
                <a:off x="3028123" y="207669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13" name="ph2013"/>
              <p:cNvSpPr/>
              <p:nvPr/>
            </p:nvSpPr>
            <p:spPr>
              <a:xfrm>
                <a:off x="3036830" y="207669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14" name="ph2014"/>
              <p:cNvSpPr/>
              <p:nvPr/>
            </p:nvSpPr>
            <p:spPr>
              <a:xfrm>
                <a:off x="3045537" y="207669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15" name="ph2015"/>
              <p:cNvSpPr/>
              <p:nvPr/>
            </p:nvSpPr>
            <p:spPr>
              <a:xfrm>
                <a:off x="2941051" y="208739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16" name="ph2016"/>
              <p:cNvSpPr/>
              <p:nvPr/>
            </p:nvSpPr>
            <p:spPr>
              <a:xfrm>
                <a:off x="2949758" y="208739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17" name="ph2017"/>
              <p:cNvSpPr/>
              <p:nvPr/>
            </p:nvSpPr>
            <p:spPr>
              <a:xfrm>
                <a:off x="2958465" y="208739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18" name="ph2018"/>
              <p:cNvSpPr/>
              <p:nvPr/>
            </p:nvSpPr>
            <p:spPr>
              <a:xfrm>
                <a:off x="2967172" y="208739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19" name="ph2019"/>
              <p:cNvSpPr/>
              <p:nvPr/>
            </p:nvSpPr>
            <p:spPr>
              <a:xfrm>
                <a:off x="2975880" y="208739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20" name="ph2020"/>
              <p:cNvSpPr/>
              <p:nvPr/>
            </p:nvSpPr>
            <p:spPr>
              <a:xfrm>
                <a:off x="2984587" y="208739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693A8">
                  <a:alpha val="100000"/>
                </a:srgbClr>
              </a:solidFill>
              <a:ln w="5420" cap="flat">
                <a:solidFill>
                  <a:srgbClr val="36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21" name="ph2021"/>
              <p:cNvSpPr/>
              <p:nvPr/>
            </p:nvSpPr>
            <p:spPr>
              <a:xfrm>
                <a:off x="2993294" y="208739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22" name="ph2022"/>
              <p:cNvSpPr/>
              <p:nvPr/>
            </p:nvSpPr>
            <p:spPr>
              <a:xfrm>
                <a:off x="3002001" y="208739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23" name="ph2023"/>
              <p:cNvSpPr/>
              <p:nvPr/>
            </p:nvSpPr>
            <p:spPr>
              <a:xfrm>
                <a:off x="3010708" y="208739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24" name="ph2024"/>
              <p:cNvSpPr/>
              <p:nvPr/>
            </p:nvSpPr>
            <p:spPr>
              <a:xfrm>
                <a:off x="3019415" y="208739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25" name="ph2025"/>
              <p:cNvSpPr/>
              <p:nvPr/>
            </p:nvSpPr>
            <p:spPr>
              <a:xfrm>
                <a:off x="3028123" y="208739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26" name="ph2026"/>
              <p:cNvSpPr/>
              <p:nvPr/>
            </p:nvSpPr>
            <p:spPr>
              <a:xfrm>
                <a:off x="3036830" y="208739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27" name="ph2027"/>
              <p:cNvSpPr/>
              <p:nvPr/>
            </p:nvSpPr>
            <p:spPr>
              <a:xfrm>
                <a:off x="3045537" y="208739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28" name="ph2028"/>
              <p:cNvSpPr/>
              <p:nvPr/>
            </p:nvSpPr>
            <p:spPr>
              <a:xfrm>
                <a:off x="2932344" y="209809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B70A1">
                  <a:alpha val="100000"/>
                </a:srgbClr>
              </a:solidFill>
              <a:ln w="5420" cap="flat">
                <a:solidFill>
                  <a:srgbClr val="3B70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29" name="ph2029"/>
              <p:cNvSpPr/>
              <p:nvPr/>
            </p:nvSpPr>
            <p:spPr>
              <a:xfrm>
                <a:off x="2941051" y="209809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0A1">
                  <a:alpha val="100000"/>
                </a:srgbClr>
              </a:solidFill>
              <a:ln w="5420" cap="flat">
                <a:solidFill>
                  <a:srgbClr val="3B70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30" name="ph2030"/>
              <p:cNvSpPr/>
              <p:nvPr/>
            </p:nvSpPr>
            <p:spPr>
              <a:xfrm>
                <a:off x="2949758" y="209809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31" name="ph2031"/>
              <p:cNvSpPr/>
              <p:nvPr/>
            </p:nvSpPr>
            <p:spPr>
              <a:xfrm>
                <a:off x="2958465" y="209809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32" name="ph2032"/>
              <p:cNvSpPr/>
              <p:nvPr/>
            </p:nvSpPr>
            <p:spPr>
              <a:xfrm>
                <a:off x="2967172" y="209809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33" name="ph2033"/>
              <p:cNvSpPr/>
              <p:nvPr/>
            </p:nvSpPr>
            <p:spPr>
              <a:xfrm>
                <a:off x="2975880" y="209809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34" name="ph2034"/>
              <p:cNvSpPr/>
              <p:nvPr/>
            </p:nvSpPr>
            <p:spPr>
              <a:xfrm>
                <a:off x="2984587" y="209809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35" name="ph2035"/>
              <p:cNvSpPr/>
              <p:nvPr/>
            </p:nvSpPr>
            <p:spPr>
              <a:xfrm>
                <a:off x="2993294" y="209809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36" name="ph2036"/>
              <p:cNvSpPr/>
              <p:nvPr/>
            </p:nvSpPr>
            <p:spPr>
              <a:xfrm>
                <a:off x="3002001" y="209809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37" name="ph2037"/>
              <p:cNvSpPr/>
              <p:nvPr/>
            </p:nvSpPr>
            <p:spPr>
              <a:xfrm>
                <a:off x="3010708" y="209809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38" name="ph2038"/>
              <p:cNvSpPr/>
              <p:nvPr/>
            </p:nvSpPr>
            <p:spPr>
              <a:xfrm>
                <a:off x="3019415" y="209809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39" name="ph2039"/>
              <p:cNvSpPr/>
              <p:nvPr/>
            </p:nvSpPr>
            <p:spPr>
              <a:xfrm>
                <a:off x="3028123" y="209809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40" name="ph2040"/>
              <p:cNvSpPr/>
              <p:nvPr/>
            </p:nvSpPr>
            <p:spPr>
              <a:xfrm>
                <a:off x="3036830" y="209809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41" name="ph2041"/>
              <p:cNvSpPr/>
              <p:nvPr/>
            </p:nvSpPr>
            <p:spPr>
              <a:xfrm>
                <a:off x="2923637" y="210879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42" name="ph2042"/>
              <p:cNvSpPr/>
              <p:nvPr/>
            </p:nvSpPr>
            <p:spPr>
              <a:xfrm>
                <a:off x="2932344" y="210879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43" name="ph2043"/>
              <p:cNvSpPr/>
              <p:nvPr/>
            </p:nvSpPr>
            <p:spPr>
              <a:xfrm>
                <a:off x="2941051" y="210879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44" name="ph2044"/>
              <p:cNvSpPr/>
              <p:nvPr/>
            </p:nvSpPr>
            <p:spPr>
              <a:xfrm>
                <a:off x="2949758" y="210879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45" name="ph2045"/>
              <p:cNvSpPr/>
              <p:nvPr/>
            </p:nvSpPr>
            <p:spPr>
              <a:xfrm>
                <a:off x="2958465" y="210879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46" name="ph2046"/>
              <p:cNvSpPr/>
              <p:nvPr/>
            </p:nvSpPr>
            <p:spPr>
              <a:xfrm>
                <a:off x="2967172" y="210879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47" name="ph2047"/>
              <p:cNvSpPr/>
              <p:nvPr/>
            </p:nvSpPr>
            <p:spPr>
              <a:xfrm>
                <a:off x="2975880" y="210879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48" name="ph2048"/>
              <p:cNvSpPr/>
              <p:nvPr/>
            </p:nvSpPr>
            <p:spPr>
              <a:xfrm>
                <a:off x="2914929" y="211949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49" name="ph2049"/>
              <p:cNvSpPr/>
              <p:nvPr/>
            </p:nvSpPr>
            <p:spPr>
              <a:xfrm>
                <a:off x="2923637" y="211949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6FA0">
                  <a:alpha val="100000"/>
                </a:srgbClr>
              </a:solidFill>
              <a:ln w="5420" cap="flat">
                <a:solidFill>
                  <a:srgbClr val="3B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50" name="ph2050"/>
              <p:cNvSpPr/>
              <p:nvPr/>
            </p:nvSpPr>
            <p:spPr>
              <a:xfrm>
                <a:off x="2932344" y="211949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51" name="ph2051"/>
              <p:cNvSpPr/>
              <p:nvPr/>
            </p:nvSpPr>
            <p:spPr>
              <a:xfrm>
                <a:off x="2941051" y="211949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52" name="ph2052"/>
              <p:cNvSpPr/>
              <p:nvPr/>
            </p:nvSpPr>
            <p:spPr>
              <a:xfrm>
                <a:off x="2949758" y="211949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53" name="ph2053"/>
              <p:cNvSpPr/>
              <p:nvPr/>
            </p:nvSpPr>
            <p:spPr>
              <a:xfrm>
                <a:off x="2958465" y="211949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54" name="ph2054"/>
              <p:cNvSpPr/>
              <p:nvPr/>
            </p:nvSpPr>
            <p:spPr>
              <a:xfrm>
                <a:off x="2967172" y="211949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55" name="ph2055"/>
              <p:cNvSpPr/>
              <p:nvPr/>
            </p:nvSpPr>
            <p:spPr>
              <a:xfrm>
                <a:off x="2906222" y="213019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56" name="ph2056"/>
              <p:cNvSpPr/>
              <p:nvPr/>
            </p:nvSpPr>
            <p:spPr>
              <a:xfrm>
                <a:off x="2914929" y="213019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57" name="ph2057"/>
              <p:cNvSpPr/>
              <p:nvPr/>
            </p:nvSpPr>
            <p:spPr>
              <a:xfrm>
                <a:off x="2923637" y="213019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58" name="ph2058"/>
              <p:cNvSpPr/>
              <p:nvPr/>
            </p:nvSpPr>
            <p:spPr>
              <a:xfrm>
                <a:off x="2932344" y="213019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59" name="ph2059"/>
              <p:cNvSpPr/>
              <p:nvPr/>
            </p:nvSpPr>
            <p:spPr>
              <a:xfrm>
                <a:off x="2941051" y="213019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60" name="ph2060"/>
              <p:cNvSpPr/>
              <p:nvPr/>
            </p:nvSpPr>
            <p:spPr>
              <a:xfrm>
                <a:off x="2949758" y="213019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61" name="ph2061"/>
              <p:cNvSpPr/>
              <p:nvPr/>
            </p:nvSpPr>
            <p:spPr>
              <a:xfrm>
                <a:off x="2958465" y="213019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62" name="ph2062"/>
              <p:cNvSpPr/>
              <p:nvPr/>
            </p:nvSpPr>
            <p:spPr>
              <a:xfrm>
                <a:off x="2906222" y="214089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63" name="ph2063"/>
              <p:cNvSpPr/>
              <p:nvPr/>
            </p:nvSpPr>
            <p:spPr>
              <a:xfrm>
                <a:off x="2914929" y="214089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64" name="ph2064"/>
              <p:cNvSpPr/>
              <p:nvPr/>
            </p:nvSpPr>
            <p:spPr>
              <a:xfrm>
                <a:off x="2923637" y="214089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65" name="ph2065"/>
              <p:cNvSpPr/>
              <p:nvPr/>
            </p:nvSpPr>
            <p:spPr>
              <a:xfrm>
                <a:off x="2932344" y="214089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66" name="ph2066"/>
              <p:cNvSpPr/>
              <p:nvPr/>
            </p:nvSpPr>
            <p:spPr>
              <a:xfrm>
                <a:off x="2941051" y="214089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67" name="ph2067"/>
              <p:cNvSpPr/>
              <p:nvPr/>
            </p:nvSpPr>
            <p:spPr>
              <a:xfrm>
                <a:off x="2949758" y="214089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68" name="ph2068"/>
              <p:cNvSpPr/>
              <p:nvPr/>
            </p:nvSpPr>
            <p:spPr>
              <a:xfrm>
                <a:off x="2888808" y="215159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69" name="ph2069"/>
              <p:cNvSpPr/>
              <p:nvPr/>
            </p:nvSpPr>
            <p:spPr>
              <a:xfrm>
                <a:off x="2897515" y="215159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70" name="ph2070"/>
              <p:cNvSpPr/>
              <p:nvPr/>
            </p:nvSpPr>
            <p:spPr>
              <a:xfrm>
                <a:off x="2906222" y="215159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71" name="ph2071"/>
              <p:cNvSpPr/>
              <p:nvPr/>
            </p:nvSpPr>
            <p:spPr>
              <a:xfrm>
                <a:off x="2914929" y="215159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72" name="ph2072"/>
              <p:cNvSpPr/>
              <p:nvPr/>
            </p:nvSpPr>
            <p:spPr>
              <a:xfrm>
                <a:off x="2923637" y="215159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73" name="ph2073"/>
              <p:cNvSpPr/>
              <p:nvPr/>
            </p:nvSpPr>
            <p:spPr>
              <a:xfrm>
                <a:off x="2932344" y="215159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74" name="ph2074"/>
              <p:cNvSpPr/>
              <p:nvPr/>
            </p:nvSpPr>
            <p:spPr>
              <a:xfrm>
                <a:off x="2941051" y="215159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75" name="ph2075"/>
              <p:cNvSpPr/>
              <p:nvPr/>
            </p:nvSpPr>
            <p:spPr>
              <a:xfrm>
                <a:off x="2880101" y="216229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76" name="ph2076"/>
              <p:cNvSpPr/>
              <p:nvPr/>
            </p:nvSpPr>
            <p:spPr>
              <a:xfrm>
                <a:off x="2888808" y="216229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77" name="ph2077"/>
              <p:cNvSpPr/>
              <p:nvPr/>
            </p:nvSpPr>
            <p:spPr>
              <a:xfrm>
                <a:off x="2897515" y="216229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78" name="ph2078"/>
              <p:cNvSpPr/>
              <p:nvPr/>
            </p:nvSpPr>
            <p:spPr>
              <a:xfrm>
                <a:off x="2906222" y="216229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79" name="ph2079"/>
              <p:cNvSpPr/>
              <p:nvPr/>
            </p:nvSpPr>
            <p:spPr>
              <a:xfrm>
                <a:off x="2914929" y="216229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80" name="ph2080"/>
              <p:cNvSpPr/>
              <p:nvPr/>
            </p:nvSpPr>
            <p:spPr>
              <a:xfrm>
                <a:off x="2923637" y="216229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81" name="ph2081"/>
              <p:cNvSpPr/>
              <p:nvPr/>
            </p:nvSpPr>
            <p:spPr>
              <a:xfrm>
                <a:off x="2932344" y="216229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82" name="ph2082"/>
              <p:cNvSpPr/>
              <p:nvPr/>
            </p:nvSpPr>
            <p:spPr>
              <a:xfrm>
                <a:off x="2941051" y="216229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83" name="ph2083"/>
              <p:cNvSpPr/>
              <p:nvPr/>
            </p:nvSpPr>
            <p:spPr>
              <a:xfrm>
                <a:off x="2862686" y="217299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84" name="ph2084"/>
              <p:cNvSpPr/>
              <p:nvPr/>
            </p:nvSpPr>
            <p:spPr>
              <a:xfrm>
                <a:off x="2871393" y="217299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85" name="ph2085"/>
              <p:cNvSpPr/>
              <p:nvPr/>
            </p:nvSpPr>
            <p:spPr>
              <a:xfrm>
                <a:off x="2880101" y="217299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86" name="ph2086"/>
              <p:cNvSpPr/>
              <p:nvPr/>
            </p:nvSpPr>
            <p:spPr>
              <a:xfrm>
                <a:off x="2888808" y="217299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87" name="ph2087"/>
              <p:cNvSpPr/>
              <p:nvPr/>
            </p:nvSpPr>
            <p:spPr>
              <a:xfrm>
                <a:off x="2897515" y="217299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88" name="ph2088"/>
              <p:cNvSpPr/>
              <p:nvPr/>
            </p:nvSpPr>
            <p:spPr>
              <a:xfrm>
                <a:off x="2906222" y="217299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89" name="ph2089"/>
              <p:cNvSpPr/>
              <p:nvPr/>
            </p:nvSpPr>
            <p:spPr>
              <a:xfrm>
                <a:off x="2914929" y="217299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90" name="ph2090"/>
              <p:cNvSpPr/>
              <p:nvPr/>
            </p:nvSpPr>
            <p:spPr>
              <a:xfrm>
                <a:off x="2923637" y="217299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91" name="ph2091"/>
              <p:cNvSpPr/>
              <p:nvPr/>
            </p:nvSpPr>
            <p:spPr>
              <a:xfrm>
                <a:off x="2932344" y="217299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92" name="ph2092"/>
              <p:cNvSpPr/>
              <p:nvPr/>
            </p:nvSpPr>
            <p:spPr>
              <a:xfrm>
                <a:off x="2853979" y="218369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93" name="ph2093"/>
              <p:cNvSpPr/>
              <p:nvPr/>
            </p:nvSpPr>
            <p:spPr>
              <a:xfrm>
                <a:off x="2862686" y="218369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94" name="ph2094"/>
              <p:cNvSpPr/>
              <p:nvPr/>
            </p:nvSpPr>
            <p:spPr>
              <a:xfrm>
                <a:off x="2871393" y="218369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95" name="ph2095"/>
              <p:cNvSpPr/>
              <p:nvPr/>
            </p:nvSpPr>
            <p:spPr>
              <a:xfrm>
                <a:off x="2880101" y="218369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96" name="ph2096"/>
              <p:cNvSpPr/>
              <p:nvPr/>
            </p:nvSpPr>
            <p:spPr>
              <a:xfrm>
                <a:off x="2888808" y="218369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97" name="ph2097"/>
              <p:cNvSpPr/>
              <p:nvPr/>
            </p:nvSpPr>
            <p:spPr>
              <a:xfrm>
                <a:off x="2897515" y="218369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98" name="ph2098"/>
              <p:cNvSpPr/>
              <p:nvPr/>
            </p:nvSpPr>
            <p:spPr>
              <a:xfrm>
                <a:off x="2906222" y="218369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099" name="ph2099"/>
              <p:cNvSpPr/>
              <p:nvPr/>
            </p:nvSpPr>
            <p:spPr>
              <a:xfrm>
                <a:off x="2914929" y="218369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00" name="ph2100"/>
              <p:cNvSpPr/>
              <p:nvPr/>
            </p:nvSpPr>
            <p:spPr>
              <a:xfrm>
                <a:off x="2810443" y="219439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01" name="ph2101"/>
              <p:cNvSpPr/>
              <p:nvPr/>
            </p:nvSpPr>
            <p:spPr>
              <a:xfrm>
                <a:off x="2819150" y="219439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2A4">
                  <a:alpha val="100000"/>
                </a:srgbClr>
              </a:solidFill>
              <a:ln w="5420" cap="flat">
                <a:solidFill>
                  <a:srgbClr val="3982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02" name="ph2102"/>
              <p:cNvSpPr/>
              <p:nvPr/>
            </p:nvSpPr>
            <p:spPr>
              <a:xfrm>
                <a:off x="2827858" y="219439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03" name="ph2103"/>
              <p:cNvSpPr/>
              <p:nvPr/>
            </p:nvSpPr>
            <p:spPr>
              <a:xfrm>
                <a:off x="2836565" y="219439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04" name="ph2104"/>
              <p:cNvSpPr/>
              <p:nvPr/>
            </p:nvSpPr>
            <p:spPr>
              <a:xfrm>
                <a:off x="2845272" y="219439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05" name="ph2105"/>
              <p:cNvSpPr/>
              <p:nvPr/>
            </p:nvSpPr>
            <p:spPr>
              <a:xfrm>
                <a:off x="2853979" y="219439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06" name="ph2106"/>
              <p:cNvSpPr/>
              <p:nvPr/>
            </p:nvSpPr>
            <p:spPr>
              <a:xfrm>
                <a:off x="2862686" y="219439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07" name="ph2107"/>
              <p:cNvSpPr/>
              <p:nvPr/>
            </p:nvSpPr>
            <p:spPr>
              <a:xfrm>
                <a:off x="2871393" y="219439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08" name="ph2108"/>
              <p:cNvSpPr/>
              <p:nvPr/>
            </p:nvSpPr>
            <p:spPr>
              <a:xfrm>
                <a:off x="2880101" y="219439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09" name="ph2109"/>
              <p:cNvSpPr/>
              <p:nvPr/>
            </p:nvSpPr>
            <p:spPr>
              <a:xfrm>
                <a:off x="2888808" y="219439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10" name="ph2110"/>
              <p:cNvSpPr/>
              <p:nvPr/>
            </p:nvSpPr>
            <p:spPr>
              <a:xfrm>
                <a:off x="2897515" y="219439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11" name="ph2111"/>
              <p:cNvSpPr/>
              <p:nvPr/>
            </p:nvSpPr>
            <p:spPr>
              <a:xfrm>
                <a:off x="2906222" y="219439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12" name="ph2112"/>
              <p:cNvSpPr/>
              <p:nvPr/>
            </p:nvSpPr>
            <p:spPr>
              <a:xfrm>
                <a:off x="2793029" y="220509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13" name="ph2113"/>
              <p:cNvSpPr/>
              <p:nvPr/>
            </p:nvSpPr>
            <p:spPr>
              <a:xfrm>
                <a:off x="2801736" y="220509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14" name="ph2114"/>
              <p:cNvSpPr/>
              <p:nvPr/>
            </p:nvSpPr>
            <p:spPr>
              <a:xfrm>
                <a:off x="2810443" y="220509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15" name="ph2115"/>
              <p:cNvSpPr/>
              <p:nvPr/>
            </p:nvSpPr>
            <p:spPr>
              <a:xfrm>
                <a:off x="2819150" y="220509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16" name="ph2116"/>
              <p:cNvSpPr/>
              <p:nvPr/>
            </p:nvSpPr>
            <p:spPr>
              <a:xfrm>
                <a:off x="2827858" y="220509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17" name="ph2117"/>
              <p:cNvSpPr/>
              <p:nvPr/>
            </p:nvSpPr>
            <p:spPr>
              <a:xfrm>
                <a:off x="2836565" y="220509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81A4">
                  <a:alpha val="100000"/>
                </a:srgbClr>
              </a:solidFill>
              <a:ln w="5420" cap="flat">
                <a:solidFill>
                  <a:srgbClr val="3A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18" name="ph2118"/>
              <p:cNvSpPr/>
              <p:nvPr/>
            </p:nvSpPr>
            <p:spPr>
              <a:xfrm>
                <a:off x="2845272" y="220509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19" name="ph2119"/>
              <p:cNvSpPr/>
              <p:nvPr/>
            </p:nvSpPr>
            <p:spPr>
              <a:xfrm>
                <a:off x="2853979" y="220509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20" name="ph2120"/>
              <p:cNvSpPr/>
              <p:nvPr/>
            </p:nvSpPr>
            <p:spPr>
              <a:xfrm>
                <a:off x="2862686" y="220509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21" name="ph2121"/>
              <p:cNvSpPr/>
              <p:nvPr/>
            </p:nvSpPr>
            <p:spPr>
              <a:xfrm>
                <a:off x="2871393" y="220509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22" name="ph2122"/>
              <p:cNvSpPr/>
              <p:nvPr/>
            </p:nvSpPr>
            <p:spPr>
              <a:xfrm>
                <a:off x="2880101" y="220509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23" name="ph2123"/>
              <p:cNvSpPr/>
              <p:nvPr/>
            </p:nvSpPr>
            <p:spPr>
              <a:xfrm>
                <a:off x="2888808" y="220509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24" name="ph2124"/>
              <p:cNvSpPr/>
              <p:nvPr/>
            </p:nvSpPr>
            <p:spPr>
              <a:xfrm>
                <a:off x="2897515" y="220509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25" name="ph2125"/>
              <p:cNvSpPr/>
              <p:nvPr/>
            </p:nvSpPr>
            <p:spPr>
              <a:xfrm>
                <a:off x="2784322" y="221579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26" name="ph2126"/>
              <p:cNvSpPr/>
              <p:nvPr/>
            </p:nvSpPr>
            <p:spPr>
              <a:xfrm>
                <a:off x="2793029" y="221579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27" name="ph2127"/>
              <p:cNvSpPr/>
              <p:nvPr/>
            </p:nvSpPr>
            <p:spPr>
              <a:xfrm>
                <a:off x="2801736" y="221579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28" name="ph2128"/>
              <p:cNvSpPr/>
              <p:nvPr/>
            </p:nvSpPr>
            <p:spPr>
              <a:xfrm>
                <a:off x="2810443" y="221579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29" name="ph2129"/>
              <p:cNvSpPr/>
              <p:nvPr/>
            </p:nvSpPr>
            <p:spPr>
              <a:xfrm>
                <a:off x="2819150" y="221579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30" name="ph2130"/>
              <p:cNvSpPr/>
              <p:nvPr/>
            </p:nvSpPr>
            <p:spPr>
              <a:xfrm>
                <a:off x="2827858" y="221579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31" name="ph2131"/>
              <p:cNvSpPr/>
              <p:nvPr/>
            </p:nvSpPr>
            <p:spPr>
              <a:xfrm>
                <a:off x="2836565" y="221579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32" name="ph2132"/>
              <p:cNvSpPr/>
              <p:nvPr/>
            </p:nvSpPr>
            <p:spPr>
              <a:xfrm>
                <a:off x="2845272" y="221579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81A4">
                  <a:alpha val="100000"/>
                </a:srgbClr>
              </a:solidFill>
              <a:ln w="5420" cap="flat">
                <a:solidFill>
                  <a:srgbClr val="3A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33" name="ph2133"/>
              <p:cNvSpPr/>
              <p:nvPr/>
            </p:nvSpPr>
            <p:spPr>
              <a:xfrm>
                <a:off x="2853979" y="221579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34" name="ph2134"/>
              <p:cNvSpPr/>
              <p:nvPr/>
            </p:nvSpPr>
            <p:spPr>
              <a:xfrm>
                <a:off x="2862686" y="221579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35" name="ph2135"/>
              <p:cNvSpPr/>
              <p:nvPr/>
            </p:nvSpPr>
            <p:spPr>
              <a:xfrm>
                <a:off x="2871393" y="221579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36" name="ph2136"/>
              <p:cNvSpPr/>
              <p:nvPr/>
            </p:nvSpPr>
            <p:spPr>
              <a:xfrm>
                <a:off x="2880101" y="221579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37" name="ph2137"/>
              <p:cNvSpPr/>
              <p:nvPr/>
            </p:nvSpPr>
            <p:spPr>
              <a:xfrm>
                <a:off x="2784322" y="222649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38" name="ph2138"/>
              <p:cNvSpPr/>
              <p:nvPr/>
            </p:nvSpPr>
            <p:spPr>
              <a:xfrm>
                <a:off x="2793029" y="222649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39" name="ph2139"/>
              <p:cNvSpPr/>
              <p:nvPr/>
            </p:nvSpPr>
            <p:spPr>
              <a:xfrm>
                <a:off x="2801736" y="222649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40" name="ph2140"/>
              <p:cNvSpPr/>
              <p:nvPr/>
            </p:nvSpPr>
            <p:spPr>
              <a:xfrm>
                <a:off x="2810443" y="222649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41" name="ph2141"/>
              <p:cNvSpPr/>
              <p:nvPr/>
            </p:nvSpPr>
            <p:spPr>
              <a:xfrm>
                <a:off x="2819150" y="222649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42" name="ph2142"/>
              <p:cNvSpPr/>
              <p:nvPr/>
            </p:nvSpPr>
            <p:spPr>
              <a:xfrm>
                <a:off x="2827858" y="222649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43" name="ph2143"/>
              <p:cNvSpPr/>
              <p:nvPr/>
            </p:nvSpPr>
            <p:spPr>
              <a:xfrm>
                <a:off x="2836565" y="222649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44" name="ph2144"/>
              <p:cNvSpPr/>
              <p:nvPr/>
            </p:nvSpPr>
            <p:spPr>
              <a:xfrm>
                <a:off x="2845272" y="222649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45" name="ph2145"/>
              <p:cNvSpPr/>
              <p:nvPr/>
            </p:nvSpPr>
            <p:spPr>
              <a:xfrm>
                <a:off x="2853979" y="222649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81A4">
                  <a:alpha val="100000"/>
                </a:srgbClr>
              </a:solidFill>
              <a:ln w="5420" cap="flat">
                <a:solidFill>
                  <a:srgbClr val="3A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46" name="ph2146"/>
              <p:cNvSpPr/>
              <p:nvPr/>
            </p:nvSpPr>
            <p:spPr>
              <a:xfrm>
                <a:off x="2862686" y="222649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47" name="ph2147"/>
              <p:cNvSpPr/>
              <p:nvPr/>
            </p:nvSpPr>
            <p:spPr>
              <a:xfrm>
                <a:off x="2871393" y="222649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48" name="ph2148"/>
              <p:cNvSpPr/>
              <p:nvPr/>
            </p:nvSpPr>
            <p:spPr>
              <a:xfrm>
                <a:off x="2784322" y="223719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49" name="ph2149"/>
              <p:cNvSpPr/>
              <p:nvPr/>
            </p:nvSpPr>
            <p:spPr>
              <a:xfrm>
                <a:off x="2793029" y="223719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50" name="ph2150"/>
              <p:cNvSpPr/>
              <p:nvPr/>
            </p:nvSpPr>
            <p:spPr>
              <a:xfrm>
                <a:off x="2801736" y="223719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51" name="ph2151"/>
              <p:cNvSpPr/>
              <p:nvPr/>
            </p:nvSpPr>
            <p:spPr>
              <a:xfrm>
                <a:off x="2810443" y="223719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52" name="ph2152"/>
              <p:cNvSpPr/>
              <p:nvPr/>
            </p:nvSpPr>
            <p:spPr>
              <a:xfrm>
                <a:off x="2819150" y="223719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53" name="ph2153"/>
              <p:cNvSpPr/>
              <p:nvPr/>
            </p:nvSpPr>
            <p:spPr>
              <a:xfrm>
                <a:off x="2827858" y="223719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54" name="ph2154"/>
              <p:cNvSpPr/>
              <p:nvPr/>
            </p:nvSpPr>
            <p:spPr>
              <a:xfrm>
                <a:off x="2836565" y="223719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55" name="ph2155"/>
              <p:cNvSpPr/>
              <p:nvPr/>
            </p:nvSpPr>
            <p:spPr>
              <a:xfrm>
                <a:off x="2845272" y="223719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56" name="ph2156"/>
              <p:cNvSpPr/>
              <p:nvPr/>
            </p:nvSpPr>
            <p:spPr>
              <a:xfrm>
                <a:off x="2784322" y="224789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57" name="ph2157"/>
              <p:cNvSpPr/>
              <p:nvPr/>
            </p:nvSpPr>
            <p:spPr>
              <a:xfrm>
                <a:off x="2793029" y="224789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58" name="ph2158"/>
              <p:cNvSpPr/>
              <p:nvPr/>
            </p:nvSpPr>
            <p:spPr>
              <a:xfrm>
                <a:off x="2801736" y="224789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59" name="ph2159"/>
              <p:cNvSpPr/>
              <p:nvPr/>
            </p:nvSpPr>
            <p:spPr>
              <a:xfrm>
                <a:off x="2810443" y="224789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60" name="ph2160"/>
              <p:cNvSpPr/>
              <p:nvPr/>
            </p:nvSpPr>
            <p:spPr>
              <a:xfrm>
                <a:off x="2819150" y="224789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61" name="ph2161"/>
              <p:cNvSpPr/>
              <p:nvPr/>
            </p:nvSpPr>
            <p:spPr>
              <a:xfrm>
                <a:off x="2827858" y="224789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62" name="ph2162"/>
              <p:cNvSpPr/>
              <p:nvPr/>
            </p:nvSpPr>
            <p:spPr>
              <a:xfrm>
                <a:off x="2836565" y="224789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63" name="ph2163"/>
              <p:cNvSpPr/>
              <p:nvPr/>
            </p:nvSpPr>
            <p:spPr>
              <a:xfrm>
                <a:off x="2766907" y="225859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64" name="ph2164"/>
              <p:cNvSpPr/>
              <p:nvPr/>
            </p:nvSpPr>
            <p:spPr>
              <a:xfrm>
                <a:off x="2775614" y="225859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65" name="ph2165"/>
              <p:cNvSpPr/>
              <p:nvPr/>
            </p:nvSpPr>
            <p:spPr>
              <a:xfrm>
                <a:off x="2784322" y="225859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66" name="ph2166"/>
              <p:cNvSpPr/>
              <p:nvPr/>
            </p:nvSpPr>
            <p:spPr>
              <a:xfrm>
                <a:off x="2793029" y="225859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67" name="ph2167"/>
              <p:cNvSpPr/>
              <p:nvPr/>
            </p:nvSpPr>
            <p:spPr>
              <a:xfrm>
                <a:off x="2801736" y="225859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68" name="ph2168"/>
              <p:cNvSpPr/>
              <p:nvPr/>
            </p:nvSpPr>
            <p:spPr>
              <a:xfrm>
                <a:off x="2810443" y="225859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69" name="ph2169"/>
              <p:cNvSpPr/>
              <p:nvPr/>
            </p:nvSpPr>
            <p:spPr>
              <a:xfrm>
                <a:off x="2819150" y="225859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70" name="ph2170"/>
              <p:cNvSpPr/>
              <p:nvPr/>
            </p:nvSpPr>
            <p:spPr>
              <a:xfrm>
                <a:off x="2827858" y="225859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71" name="ph2171"/>
              <p:cNvSpPr/>
              <p:nvPr/>
            </p:nvSpPr>
            <p:spPr>
              <a:xfrm>
                <a:off x="2766907" y="226929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72" name="ph2172"/>
              <p:cNvSpPr/>
              <p:nvPr/>
            </p:nvSpPr>
            <p:spPr>
              <a:xfrm>
                <a:off x="2775614" y="226929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73" name="ph2173"/>
              <p:cNvSpPr/>
              <p:nvPr/>
            </p:nvSpPr>
            <p:spPr>
              <a:xfrm>
                <a:off x="2784322" y="226929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81A4">
                  <a:alpha val="100000"/>
                </a:srgbClr>
              </a:solidFill>
              <a:ln w="5420" cap="flat">
                <a:solidFill>
                  <a:srgbClr val="3A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74" name="ph2174"/>
              <p:cNvSpPr/>
              <p:nvPr/>
            </p:nvSpPr>
            <p:spPr>
              <a:xfrm>
                <a:off x="2793029" y="226929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75" name="ph2175"/>
              <p:cNvSpPr/>
              <p:nvPr/>
            </p:nvSpPr>
            <p:spPr>
              <a:xfrm>
                <a:off x="2801736" y="226929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987A6">
                  <a:alpha val="100000"/>
                </a:srgbClr>
              </a:solidFill>
              <a:ln w="5420" cap="flat">
                <a:solidFill>
                  <a:srgbClr val="39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76" name="ph2176"/>
              <p:cNvSpPr/>
              <p:nvPr/>
            </p:nvSpPr>
            <p:spPr>
              <a:xfrm>
                <a:off x="2810443" y="226929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77" name="ph2177"/>
              <p:cNvSpPr/>
              <p:nvPr/>
            </p:nvSpPr>
            <p:spPr>
              <a:xfrm>
                <a:off x="2819150" y="226929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78" name="ph2178"/>
              <p:cNvSpPr/>
              <p:nvPr/>
            </p:nvSpPr>
            <p:spPr>
              <a:xfrm>
                <a:off x="2758200" y="227999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79" name="ph2179"/>
              <p:cNvSpPr/>
              <p:nvPr/>
            </p:nvSpPr>
            <p:spPr>
              <a:xfrm>
                <a:off x="2766907" y="227999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80" name="ph2180"/>
              <p:cNvSpPr/>
              <p:nvPr/>
            </p:nvSpPr>
            <p:spPr>
              <a:xfrm>
                <a:off x="2775614" y="227999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81" name="ph2181"/>
              <p:cNvSpPr/>
              <p:nvPr/>
            </p:nvSpPr>
            <p:spPr>
              <a:xfrm>
                <a:off x="2784322" y="227999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2A4">
                  <a:alpha val="100000"/>
                </a:srgbClr>
              </a:solidFill>
              <a:ln w="5420" cap="flat">
                <a:solidFill>
                  <a:srgbClr val="3982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82" name="ph2182"/>
              <p:cNvSpPr/>
              <p:nvPr/>
            </p:nvSpPr>
            <p:spPr>
              <a:xfrm>
                <a:off x="2793029" y="227999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83" name="ph2183"/>
              <p:cNvSpPr/>
              <p:nvPr/>
            </p:nvSpPr>
            <p:spPr>
              <a:xfrm>
                <a:off x="2801736" y="227999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84" name="ph2184"/>
              <p:cNvSpPr/>
              <p:nvPr/>
            </p:nvSpPr>
            <p:spPr>
              <a:xfrm>
                <a:off x="2810443" y="227999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85" name="ph2185"/>
              <p:cNvSpPr/>
              <p:nvPr/>
            </p:nvSpPr>
            <p:spPr>
              <a:xfrm>
                <a:off x="2758200" y="229069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86" name="ph2186"/>
              <p:cNvSpPr/>
              <p:nvPr/>
            </p:nvSpPr>
            <p:spPr>
              <a:xfrm>
                <a:off x="2766907" y="229069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87" name="ph2187"/>
              <p:cNvSpPr/>
              <p:nvPr/>
            </p:nvSpPr>
            <p:spPr>
              <a:xfrm>
                <a:off x="2775614" y="229069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88" name="ph2188"/>
              <p:cNvSpPr/>
              <p:nvPr/>
            </p:nvSpPr>
            <p:spPr>
              <a:xfrm>
                <a:off x="2784322" y="229069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89" name="ph2189"/>
              <p:cNvSpPr/>
              <p:nvPr/>
            </p:nvSpPr>
            <p:spPr>
              <a:xfrm>
                <a:off x="2793029" y="229069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90" name="ph2190"/>
              <p:cNvSpPr/>
              <p:nvPr/>
            </p:nvSpPr>
            <p:spPr>
              <a:xfrm>
                <a:off x="2801736" y="229069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91" name="ph2191"/>
              <p:cNvSpPr/>
              <p:nvPr/>
            </p:nvSpPr>
            <p:spPr>
              <a:xfrm>
                <a:off x="2749493" y="230139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92" name="ph2192"/>
              <p:cNvSpPr/>
              <p:nvPr/>
            </p:nvSpPr>
            <p:spPr>
              <a:xfrm>
                <a:off x="2758200" y="230139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93" name="ph2193"/>
              <p:cNvSpPr/>
              <p:nvPr/>
            </p:nvSpPr>
            <p:spPr>
              <a:xfrm>
                <a:off x="2766907" y="230139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94" name="ph2194"/>
              <p:cNvSpPr/>
              <p:nvPr/>
            </p:nvSpPr>
            <p:spPr>
              <a:xfrm>
                <a:off x="2775614" y="230139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95" name="ph2195"/>
              <p:cNvSpPr/>
              <p:nvPr/>
            </p:nvSpPr>
            <p:spPr>
              <a:xfrm>
                <a:off x="2784322" y="230139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96" name="ph2196"/>
              <p:cNvSpPr/>
              <p:nvPr/>
            </p:nvSpPr>
            <p:spPr>
              <a:xfrm>
                <a:off x="2793029" y="230139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97" name="ph2197"/>
              <p:cNvSpPr/>
              <p:nvPr/>
            </p:nvSpPr>
            <p:spPr>
              <a:xfrm>
                <a:off x="2749493" y="231209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987A6">
                  <a:alpha val="100000"/>
                </a:srgbClr>
              </a:solidFill>
              <a:ln w="5420" cap="flat">
                <a:solidFill>
                  <a:srgbClr val="39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98" name="ph2198"/>
              <p:cNvSpPr/>
              <p:nvPr/>
            </p:nvSpPr>
            <p:spPr>
              <a:xfrm>
                <a:off x="2758200" y="231209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199" name="ph2199"/>
              <p:cNvSpPr/>
              <p:nvPr/>
            </p:nvSpPr>
            <p:spPr>
              <a:xfrm>
                <a:off x="2766907" y="231209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00" name="ph2200"/>
              <p:cNvSpPr/>
              <p:nvPr/>
            </p:nvSpPr>
            <p:spPr>
              <a:xfrm>
                <a:off x="2775614" y="231209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01" name="ph2201"/>
              <p:cNvSpPr/>
              <p:nvPr/>
            </p:nvSpPr>
            <p:spPr>
              <a:xfrm>
                <a:off x="2784322" y="231209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02" name="ph2202"/>
              <p:cNvSpPr/>
              <p:nvPr/>
            </p:nvSpPr>
            <p:spPr>
              <a:xfrm>
                <a:off x="2740786" y="232279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03" name="ph2203"/>
              <p:cNvSpPr/>
              <p:nvPr/>
            </p:nvSpPr>
            <p:spPr>
              <a:xfrm>
                <a:off x="2749493" y="232279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04" name="ph2204"/>
              <p:cNvSpPr/>
              <p:nvPr/>
            </p:nvSpPr>
            <p:spPr>
              <a:xfrm>
                <a:off x="2758200" y="232279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05" name="ph2205"/>
              <p:cNvSpPr/>
              <p:nvPr/>
            </p:nvSpPr>
            <p:spPr>
              <a:xfrm>
                <a:off x="2766907" y="232279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06" name="ph2206"/>
              <p:cNvSpPr/>
              <p:nvPr/>
            </p:nvSpPr>
            <p:spPr>
              <a:xfrm>
                <a:off x="2775614" y="232279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07" name="ph2207"/>
              <p:cNvSpPr/>
              <p:nvPr/>
            </p:nvSpPr>
            <p:spPr>
              <a:xfrm>
                <a:off x="2784322" y="232279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08" name="ph2208"/>
              <p:cNvSpPr/>
              <p:nvPr/>
            </p:nvSpPr>
            <p:spPr>
              <a:xfrm>
                <a:off x="2740786" y="233349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09" name="ph2209"/>
              <p:cNvSpPr/>
              <p:nvPr/>
            </p:nvSpPr>
            <p:spPr>
              <a:xfrm>
                <a:off x="2749493" y="233349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10" name="ph2210"/>
              <p:cNvSpPr/>
              <p:nvPr/>
            </p:nvSpPr>
            <p:spPr>
              <a:xfrm>
                <a:off x="2758200" y="233349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11" name="ph2211"/>
              <p:cNvSpPr/>
              <p:nvPr/>
            </p:nvSpPr>
            <p:spPr>
              <a:xfrm>
                <a:off x="2766907" y="233349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12" name="ph2212"/>
              <p:cNvSpPr/>
              <p:nvPr/>
            </p:nvSpPr>
            <p:spPr>
              <a:xfrm>
                <a:off x="2775614" y="233349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13" name="ph2213"/>
              <p:cNvSpPr/>
              <p:nvPr/>
            </p:nvSpPr>
            <p:spPr>
              <a:xfrm>
                <a:off x="2732079" y="234419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14" name="ph2214"/>
              <p:cNvSpPr/>
              <p:nvPr/>
            </p:nvSpPr>
            <p:spPr>
              <a:xfrm>
                <a:off x="2740786" y="234419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15" name="ph2215"/>
              <p:cNvSpPr/>
              <p:nvPr/>
            </p:nvSpPr>
            <p:spPr>
              <a:xfrm>
                <a:off x="2749493" y="234419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16" name="ph2216"/>
              <p:cNvSpPr/>
              <p:nvPr/>
            </p:nvSpPr>
            <p:spPr>
              <a:xfrm>
                <a:off x="2758200" y="234419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17" name="ph2217"/>
              <p:cNvSpPr/>
              <p:nvPr/>
            </p:nvSpPr>
            <p:spPr>
              <a:xfrm>
                <a:off x="2766907" y="234419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18" name="ph2218"/>
              <p:cNvSpPr/>
              <p:nvPr/>
            </p:nvSpPr>
            <p:spPr>
              <a:xfrm>
                <a:off x="2775614" y="2344191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19" name="ph2219"/>
              <p:cNvSpPr/>
              <p:nvPr/>
            </p:nvSpPr>
            <p:spPr>
              <a:xfrm>
                <a:off x="2732079" y="23548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20" name="ph2220"/>
              <p:cNvSpPr/>
              <p:nvPr/>
            </p:nvSpPr>
            <p:spPr>
              <a:xfrm>
                <a:off x="2740786" y="23548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21" name="ph2221"/>
              <p:cNvSpPr/>
              <p:nvPr/>
            </p:nvSpPr>
            <p:spPr>
              <a:xfrm>
                <a:off x="2749493" y="23548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22" name="ph2222"/>
              <p:cNvSpPr/>
              <p:nvPr/>
            </p:nvSpPr>
            <p:spPr>
              <a:xfrm>
                <a:off x="2758200" y="23548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23" name="ph2223"/>
              <p:cNvSpPr/>
              <p:nvPr/>
            </p:nvSpPr>
            <p:spPr>
              <a:xfrm>
                <a:off x="2766907" y="23548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24" name="ph2224"/>
              <p:cNvSpPr/>
              <p:nvPr/>
            </p:nvSpPr>
            <p:spPr>
              <a:xfrm>
                <a:off x="2775614" y="23548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25" name="ph2225"/>
              <p:cNvSpPr/>
              <p:nvPr/>
            </p:nvSpPr>
            <p:spPr>
              <a:xfrm>
                <a:off x="2732079" y="23655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26" name="ph2226"/>
              <p:cNvSpPr/>
              <p:nvPr/>
            </p:nvSpPr>
            <p:spPr>
              <a:xfrm>
                <a:off x="2740786" y="23655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27" name="ph2227"/>
              <p:cNvSpPr/>
              <p:nvPr/>
            </p:nvSpPr>
            <p:spPr>
              <a:xfrm>
                <a:off x="2749493" y="23655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28" name="ph2228"/>
              <p:cNvSpPr/>
              <p:nvPr/>
            </p:nvSpPr>
            <p:spPr>
              <a:xfrm>
                <a:off x="2758200" y="23655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29" name="ph2229"/>
              <p:cNvSpPr/>
              <p:nvPr/>
            </p:nvSpPr>
            <p:spPr>
              <a:xfrm>
                <a:off x="2766907" y="23655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30" name="ph2230"/>
              <p:cNvSpPr/>
              <p:nvPr/>
            </p:nvSpPr>
            <p:spPr>
              <a:xfrm>
                <a:off x="2218355" y="23762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31" name="ph2231"/>
              <p:cNvSpPr/>
              <p:nvPr/>
            </p:nvSpPr>
            <p:spPr>
              <a:xfrm>
                <a:off x="2227062" y="23762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32" name="ph2232"/>
              <p:cNvSpPr/>
              <p:nvPr/>
            </p:nvSpPr>
            <p:spPr>
              <a:xfrm>
                <a:off x="2235769" y="23762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33" name="ph2233"/>
              <p:cNvSpPr/>
              <p:nvPr/>
            </p:nvSpPr>
            <p:spPr>
              <a:xfrm>
                <a:off x="2244477" y="23762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34" name="ph2234"/>
              <p:cNvSpPr/>
              <p:nvPr/>
            </p:nvSpPr>
            <p:spPr>
              <a:xfrm>
                <a:off x="2732079" y="23762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35" name="ph2235"/>
              <p:cNvSpPr/>
              <p:nvPr/>
            </p:nvSpPr>
            <p:spPr>
              <a:xfrm>
                <a:off x="2740786" y="23762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36" name="ph2236"/>
              <p:cNvSpPr/>
              <p:nvPr/>
            </p:nvSpPr>
            <p:spPr>
              <a:xfrm>
                <a:off x="2749493" y="23762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37" name="ph2237"/>
              <p:cNvSpPr/>
              <p:nvPr/>
            </p:nvSpPr>
            <p:spPr>
              <a:xfrm>
                <a:off x="2758200" y="23762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38" name="ph2238"/>
              <p:cNvSpPr/>
              <p:nvPr/>
            </p:nvSpPr>
            <p:spPr>
              <a:xfrm>
                <a:off x="2218355" y="23869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39" name="ph2239"/>
              <p:cNvSpPr/>
              <p:nvPr/>
            </p:nvSpPr>
            <p:spPr>
              <a:xfrm>
                <a:off x="2227062" y="23869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40" name="ph2240"/>
              <p:cNvSpPr/>
              <p:nvPr/>
            </p:nvSpPr>
            <p:spPr>
              <a:xfrm>
                <a:off x="2235769" y="23869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DA4">
                  <a:alpha val="100000"/>
                </a:srgbClr>
              </a:solidFill>
              <a:ln w="5420" cap="flat">
                <a:solidFill>
                  <a:srgbClr val="3A7D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41" name="ph2241"/>
              <p:cNvSpPr/>
              <p:nvPr/>
            </p:nvSpPr>
            <p:spPr>
              <a:xfrm>
                <a:off x="2244477" y="23869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42" name="ph2242"/>
              <p:cNvSpPr/>
              <p:nvPr/>
            </p:nvSpPr>
            <p:spPr>
              <a:xfrm>
                <a:off x="2253184" y="23869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43" name="ph2243"/>
              <p:cNvSpPr/>
              <p:nvPr/>
            </p:nvSpPr>
            <p:spPr>
              <a:xfrm>
                <a:off x="2288012" y="23869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44" name="ph2244"/>
              <p:cNvSpPr/>
              <p:nvPr/>
            </p:nvSpPr>
            <p:spPr>
              <a:xfrm>
                <a:off x="2296720" y="23869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45" name="ph2245"/>
              <p:cNvSpPr/>
              <p:nvPr/>
            </p:nvSpPr>
            <p:spPr>
              <a:xfrm>
                <a:off x="2305427" y="23869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46" name="ph2246"/>
              <p:cNvSpPr/>
              <p:nvPr/>
            </p:nvSpPr>
            <p:spPr>
              <a:xfrm>
                <a:off x="2314134" y="23869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47" name="ph2247"/>
              <p:cNvSpPr/>
              <p:nvPr/>
            </p:nvSpPr>
            <p:spPr>
              <a:xfrm>
                <a:off x="2322841" y="23869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48" name="ph2248"/>
              <p:cNvSpPr/>
              <p:nvPr/>
            </p:nvSpPr>
            <p:spPr>
              <a:xfrm>
                <a:off x="2732079" y="23869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49" name="ph2249"/>
              <p:cNvSpPr/>
              <p:nvPr/>
            </p:nvSpPr>
            <p:spPr>
              <a:xfrm>
                <a:off x="2740786" y="23869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50" name="ph2250"/>
              <p:cNvSpPr/>
              <p:nvPr/>
            </p:nvSpPr>
            <p:spPr>
              <a:xfrm>
                <a:off x="2749493" y="23869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51" name="ph2251"/>
              <p:cNvSpPr/>
              <p:nvPr/>
            </p:nvSpPr>
            <p:spPr>
              <a:xfrm>
                <a:off x="2758200" y="23869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52" name="ph2252"/>
              <p:cNvSpPr/>
              <p:nvPr/>
            </p:nvSpPr>
            <p:spPr>
              <a:xfrm>
                <a:off x="2766907" y="23869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53" name="ph2253"/>
              <p:cNvSpPr/>
              <p:nvPr/>
            </p:nvSpPr>
            <p:spPr>
              <a:xfrm>
                <a:off x="2157405" y="23976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54" name="ph2254"/>
              <p:cNvSpPr/>
              <p:nvPr/>
            </p:nvSpPr>
            <p:spPr>
              <a:xfrm>
                <a:off x="2166112" y="23976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55" name="ph2255"/>
              <p:cNvSpPr/>
              <p:nvPr/>
            </p:nvSpPr>
            <p:spPr>
              <a:xfrm>
                <a:off x="2209648" y="23976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56" name="ph2256"/>
              <p:cNvSpPr/>
              <p:nvPr/>
            </p:nvSpPr>
            <p:spPr>
              <a:xfrm>
                <a:off x="2218355" y="23976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57" name="ph2257"/>
              <p:cNvSpPr/>
              <p:nvPr/>
            </p:nvSpPr>
            <p:spPr>
              <a:xfrm>
                <a:off x="2227062" y="23976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58" name="ph2258"/>
              <p:cNvSpPr/>
              <p:nvPr/>
            </p:nvSpPr>
            <p:spPr>
              <a:xfrm>
                <a:off x="2235769" y="23976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59" name="ph2259"/>
              <p:cNvSpPr/>
              <p:nvPr/>
            </p:nvSpPr>
            <p:spPr>
              <a:xfrm>
                <a:off x="2244477" y="23976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60" name="ph2260"/>
              <p:cNvSpPr/>
              <p:nvPr/>
            </p:nvSpPr>
            <p:spPr>
              <a:xfrm>
                <a:off x="2253184" y="23976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61" name="ph2261"/>
              <p:cNvSpPr/>
              <p:nvPr/>
            </p:nvSpPr>
            <p:spPr>
              <a:xfrm>
                <a:off x="2288012" y="23976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62" name="ph2262"/>
              <p:cNvSpPr/>
              <p:nvPr/>
            </p:nvSpPr>
            <p:spPr>
              <a:xfrm>
                <a:off x="2296720" y="23976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63" name="ph2263"/>
              <p:cNvSpPr/>
              <p:nvPr/>
            </p:nvSpPr>
            <p:spPr>
              <a:xfrm>
                <a:off x="2305427" y="23976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64" name="ph2264"/>
              <p:cNvSpPr/>
              <p:nvPr/>
            </p:nvSpPr>
            <p:spPr>
              <a:xfrm>
                <a:off x="2314134" y="23976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65" name="ph2265"/>
              <p:cNvSpPr/>
              <p:nvPr/>
            </p:nvSpPr>
            <p:spPr>
              <a:xfrm>
                <a:off x="2322841" y="23976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66" name="ph2266"/>
              <p:cNvSpPr/>
              <p:nvPr/>
            </p:nvSpPr>
            <p:spPr>
              <a:xfrm>
                <a:off x="2331548" y="23976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67" name="ph2267"/>
              <p:cNvSpPr/>
              <p:nvPr/>
            </p:nvSpPr>
            <p:spPr>
              <a:xfrm>
                <a:off x="2340256" y="23976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68" name="ph2268"/>
              <p:cNvSpPr/>
              <p:nvPr/>
            </p:nvSpPr>
            <p:spPr>
              <a:xfrm>
                <a:off x="2348963" y="23976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69" name="ph2269"/>
              <p:cNvSpPr/>
              <p:nvPr/>
            </p:nvSpPr>
            <p:spPr>
              <a:xfrm>
                <a:off x="2357670" y="23976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70" name="ph2270"/>
              <p:cNvSpPr/>
              <p:nvPr/>
            </p:nvSpPr>
            <p:spPr>
              <a:xfrm>
                <a:off x="2366377" y="23976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71" name="ph2271"/>
              <p:cNvSpPr/>
              <p:nvPr/>
            </p:nvSpPr>
            <p:spPr>
              <a:xfrm>
                <a:off x="2375084" y="23976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72" name="ph2272"/>
              <p:cNvSpPr/>
              <p:nvPr/>
            </p:nvSpPr>
            <p:spPr>
              <a:xfrm>
                <a:off x="2383791" y="23976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73" name="ph2273"/>
              <p:cNvSpPr/>
              <p:nvPr/>
            </p:nvSpPr>
            <p:spPr>
              <a:xfrm>
                <a:off x="2732079" y="23976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74" name="ph2274"/>
              <p:cNvSpPr/>
              <p:nvPr/>
            </p:nvSpPr>
            <p:spPr>
              <a:xfrm>
                <a:off x="2740786" y="23976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95D9C">
                  <a:alpha val="100000"/>
                </a:srgbClr>
              </a:solidFill>
              <a:ln w="5420" cap="flat">
                <a:solidFill>
                  <a:srgbClr val="395D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75" name="ph2275"/>
              <p:cNvSpPr/>
              <p:nvPr/>
            </p:nvSpPr>
            <p:spPr>
              <a:xfrm>
                <a:off x="2749493" y="23976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95B99">
                  <a:alpha val="100000"/>
                </a:srgbClr>
              </a:solidFill>
              <a:ln w="5420" cap="flat">
                <a:solidFill>
                  <a:srgbClr val="395B9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76" name="ph2276"/>
              <p:cNvSpPr/>
              <p:nvPr/>
            </p:nvSpPr>
            <p:spPr>
              <a:xfrm>
                <a:off x="2758200" y="23976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5C9A">
                  <a:alpha val="100000"/>
                </a:srgbClr>
              </a:solidFill>
              <a:ln w="5420" cap="flat">
                <a:solidFill>
                  <a:srgbClr val="395C9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77" name="ph2277"/>
              <p:cNvSpPr/>
              <p:nvPr/>
            </p:nvSpPr>
            <p:spPr>
              <a:xfrm>
                <a:off x="2766907" y="23976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78" name="ph2278"/>
              <p:cNvSpPr/>
              <p:nvPr/>
            </p:nvSpPr>
            <p:spPr>
              <a:xfrm>
                <a:off x="2044211" y="24083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79" name="ph2279"/>
              <p:cNvSpPr/>
              <p:nvPr/>
            </p:nvSpPr>
            <p:spPr>
              <a:xfrm>
                <a:off x="2052919" y="24083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80" name="ph2280"/>
              <p:cNvSpPr/>
              <p:nvPr/>
            </p:nvSpPr>
            <p:spPr>
              <a:xfrm>
                <a:off x="2061626" y="24083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81" name="ph2281"/>
              <p:cNvSpPr/>
              <p:nvPr/>
            </p:nvSpPr>
            <p:spPr>
              <a:xfrm>
                <a:off x="2070333" y="24083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82" name="ph2282"/>
              <p:cNvSpPr/>
              <p:nvPr/>
            </p:nvSpPr>
            <p:spPr>
              <a:xfrm>
                <a:off x="2079040" y="24083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83" name="ph2283"/>
              <p:cNvSpPr/>
              <p:nvPr/>
            </p:nvSpPr>
            <p:spPr>
              <a:xfrm>
                <a:off x="2122576" y="24083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84" name="ph2284"/>
              <p:cNvSpPr/>
              <p:nvPr/>
            </p:nvSpPr>
            <p:spPr>
              <a:xfrm>
                <a:off x="2131283" y="24083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3A1">
                  <a:alpha val="100000"/>
                </a:srgbClr>
              </a:solidFill>
              <a:ln w="5420" cap="flat">
                <a:solidFill>
                  <a:srgbClr val="3B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85" name="ph2285"/>
              <p:cNvSpPr/>
              <p:nvPr/>
            </p:nvSpPr>
            <p:spPr>
              <a:xfrm>
                <a:off x="2139990" y="24083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86" name="ph2286"/>
              <p:cNvSpPr/>
              <p:nvPr/>
            </p:nvSpPr>
            <p:spPr>
              <a:xfrm>
                <a:off x="2148698" y="24083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87" name="ph2287"/>
              <p:cNvSpPr/>
              <p:nvPr/>
            </p:nvSpPr>
            <p:spPr>
              <a:xfrm>
                <a:off x="2157405" y="24083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88" name="ph2288"/>
              <p:cNvSpPr/>
              <p:nvPr/>
            </p:nvSpPr>
            <p:spPr>
              <a:xfrm>
                <a:off x="2166112" y="24083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89" name="ph2289"/>
              <p:cNvSpPr/>
              <p:nvPr/>
            </p:nvSpPr>
            <p:spPr>
              <a:xfrm>
                <a:off x="2174819" y="24083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90" name="ph2290"/>
              <p:cNvSpPr/>
              <p:nvPr/>
            </p:nvSpPr>
            <p:spPr>
              <a:xfrm>
                <a:off x="2183526" y="24083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91" name="ph2291"/>
              <p:cNvSpPr/>
              <p:nvPr/>
            </p:nvSpPr>
            <p:spPr>
              <a:xfrm>
                <a:off x="2192233" y="24083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2A4">
                  <a:alpha val="100000"/>
                </a:srgbClr>
              </a:solidFill>
              <a:ln w="5420" cap="flat">
                <a:solidFill>
                  <a:srgbClr val="3982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92" name="ph2292"/>
              <p:cNvSpPr/>
              <p:nvPr/>
            </p:nvSpPr>
            <p:spPr>
              <a:xfrm>
                <a:off x="2200941" y="24083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93" name="ph2293"/>
              <p:cNvSpPr/>
              <p:nvPr/>
            </p:nvSpPr>
            <p:spPr>
              <a:xfrm>
                <a:off x="2209648" y="24083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94" name="ph2294"/>
              <p:cNvSpPr/>
              <p:nvPr/>
            </p:nvSpPr>
            <p:spPr>
              <a:xfrm>
                <a:off x="2218355" y="24083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2A4">
                  <a:alpha val="100000"/>
                </a:srgbClr>
              </a:solidFill>
              <a:ln w="5420" cap="flat">
                <a:solidFill>
                  <a:srgbClr val="3982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95" name="ph2295"/>
              <p:cNvSpPr/>
              <p:nvPr/>
            </p:nvSpPr>
            <p:spPr>
              <a:xfrm>
                <a:off x="2227062" y="24083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96" name="ph2296"/>
              <p:cNvSpPr/>
              <p:nvPr/>
            </p:nvSpPr>
            <p:spPr>
              <a:xfrm>
                <a:off x="2235769" y="24083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97" name="ph2297"/>
              <p:cNvSpPr/>
              <p:nvPr/>
            </p:nvSpPr>
            <p:spPr>
              <a:xfrm>
                <a:off x="2244477" y="24083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98" name="ph2298"/>
              <p:cNvSpPr/>
              <p:nvPr/>
            </p:nvSpPr>
            <p:spPr>
              <a:xfrm>
                <a:off x="2253184" y="24083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299" name="ph2299"/>
              <p:cNvSpPr/>
              <p:nvPr/>
            </p:nvSpPr>
            <p:spPr>
              <a:xfrm>
                <a:off x="2261891" y="24083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00" name="ph2300"/>
              <p:cNvSpPr/>
              <p:nvPr/>
            </p:nvSpPr>
            <p:spPr>
              <a:xfrm>
                <a:off x="2270598" y="24083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01" name="ph2301"/>
              <p:cNvSpPr/>
              <p:nvPr/>
            </p:nvSpPr>
            <p:spPr>
              <a:xfrm>
                <a:off x="2279305" y="24083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02" name="ph2302"/>
              <p:cNvSpPr/>
              <p:nvPr/>
            </p:nvSpPr>
            <p:spPr>
              <a:xfrm>
                <a:off x="2288012" y="24083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03" name="ph2303"/>
              <p:cNvSpPr/>
              <p:nvPr/>
            </p:nvSpPr>
            <p:spPr>
              <a:xfrm>
                <a:off x="2296720" y="24083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04" name="ph2304"/>
              <p:cNvSpPr/>
              <p:nvPr/>
            </p:nvSpPr>
            <p:spPr>
              <a:xfrm>
                <a:off x="2305427" y="24083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05" name="ph2305"/>
              <p:cNvSpPr/>
              <p:nvPr/>
            </p:nvSpPr>
            <p:spPr>
              <a:xfrm>
                <a:off x="2314134" y="24083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06" name="ph2306"/>
              <p:cNvSpPr/>
              <p:nvPr/>
            </p:nvSpPr>
            <p:spPr>
              <a:xfrm>
                <a:off x="2322841" y="24083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07" name="ph2307"/>
              <p:cNvSpPr/>
              <p:nvPr/>
            </p:nvSpPr>
            <p:spPr>
              <a:xfrm>
                <a:off x="2331548" y="24083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08" name="ph2308"/>
              <p:cNvSpPr/>
              <p:nvPr/>
            </p:nvSpPr>
            <p:spPr>
              <a:xfrm>
                <a:off x="2340256" y="24083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09" name="ph2309"/>
              <p:cNvSpPr/>
              <p:nvPr/>
            </p:nvSpPr>
            <p:spPr>
              <a:xfrm>
                <a:off x="2348963" y="24083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10" name="ph2310"/>
              <p:cNvSpPr/>
              <p:nvPr/>
            </p:nvSpPr>
            <p:spPr>
              <a:xfrm>
                <a:off x="2357670" y="24083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11" name="ph2311"/>
              <p:cNvSpPr/>
              <p:nvPr/>
            </p:nvSpPr>
            <p:spPr>
              <a:xfrm>
                <a:off x="2366377" y="24083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12" name="ph2312"/>
              <p:cNvSpPr/>
              <p:nvPr/>
            </p:nvSpPr>
            <p:spPr>
              <a:xfrm>
                <a:off x="2375084" y="24083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13" name="ph2313"/>
              <p:cNvSpPr/>
              <p:nvPr/>
            </p:nvSpPr>
            <p:spPr>
              <a:xfrm>
                <a:off x="2383791" y="24083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0A1">
                  <a:alpha val="100000"/>
                </a:srgbClr>
              </a:solidFill>
              <a:ln w="5420" cap="flat">
                <a:solidFill>
                  <a:srgbClr val="3B70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14" name="ph2314"/>
              <p:cNvSpPr/>
              <p:nvPr/>
            </p:nvSpPr>
            <p:spPr>
              <a:xfrm>
                <a:off x="2392499" y="24083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15" name="ph2315"/>
              <p:cNvSpPr/>
              <p:nvPr/>
            </p:nvSpPr>
            <p:spPr>
              <a:xfrm>
                <a:off x="2418620" y="24083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16" name="ph2316"/>
              <p:cNvSpPr/>
              <p:nvPr/>
            </p:nvSpPr>
            <p:spPr>
              <a:xfrm>
                <a:off x="2732079" y="24083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5C9A">
                  <a:alpha val="100000"/>
                </a:srgbClr>
              </a:solidFill>
              <a:ln w="5420" cap="flat">
                <a:solidFill>
                  <a:srgbClr val="395C9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17" name="ph2317"/>
              <p:cNvSpPr/>
              <p:nvPr/>
            </p:nvSpPr>
            <p:spPr>
              <a:xfrm>
                <a:off x="2740786" y="24083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5997">
                  <a:alpha val="100000"/>
                </a:srgbClr>
              </a:solidFill>
              <a:ln w="5420" cap="flat">
                <a:solidFill>
                  <a:srgbClr val="3A599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18" name="ph2318"/>
              <p:cNvSpPr/>
              <p:nvPr/>
            </p:nvSpPr>
            <p:spPr>
              <a:xfrm>
                <a:off x="2749493" y="24083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5794">
                  <a:alpha val="100000"/>
                </a:srgbClr>
              </a:solidFill>
              <a:ln w="5420" cap="flat">
                <a:solidFill>
                  <a:srgbClr val="3A579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19" name="ph2319"/>
              <p:cNvSpPr/>
              <p:nvPr/>
            </p:nvSpPr>
            <p:spPr>
              <a:xfrm>
                <a:off x="2758200" y="24083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5895">
                  <a:alpha val="100000"/>
                </a:srgbClr>
              </a:solidFill>
              <a:ln w="5420" cap="flat">
                <a:solidFill>
                  <a:srgbClr val="3A589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20" name="ph2320"/>
              <p:cNvSpPr/>
              <p:nvPr/>
            </p:nvSpPr>
            <p:spPr>
              <a:xfrm>
                <a:off x="2766907" y="24083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5A98">
                  <a:alpha val="100000"/>
                </a:srgbClr>
              </a:solidFill>
              <a:ln w="5420" cap="flat">
                <a:solidFill>
                  <a:srgbClr val="3A5A9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21" name="ph2321"/>
              <p:cNvSpPr/>
              <p:nvPr/>
            </p:nvSpPr>
            <p:spPr>
              <a:xfrm>
                <a:off x="2035504" y="24190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22" name="ph2322"/>
              <p:cNvSpPr/>
              <p:nvPr/>
            </p:nvSpPr>
            <p:spPr>
              <a:xfrm>
                <a:off x="2044211" y="24190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23" name="ph2323"/>
              <p:cNvSpPr/>
              <p:nvPr/>
            </p:nvSpPr>
            <p:spPr>
              <a:xfrm>
                <a:off x="2052919" y="24190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24" name="ph2324"/>
              <p:cNvSpPr/>
              <p:nvPr/>
            </p:nvSpPr>
            <p:spPr>
              <a:xfrm>
                <a:off x="2061626" y="24190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25" name="ph2325"/>
              <p:cNvSpPr/>
              <p:nvPr/>
            </p:nvSpPr>
            <p:spPr>
              <a:xfrm>
                <a:off x="2070333" y="24190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26" name="ph2326"/>
              <p:cNvSpPr/>
              <p:nvPr/>
            </p:nvSpPr>
            <p:spPr>
              <a:xfrm>
                <a:off x="2079040" y="24190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27" name="ph2327"/>
              <p:cNvSpPr/>
              <p:nvPr/>
            </p:nvSpPr>
            <p:spPr>
              <a:xfrm>
                <a:off x="2087747" y="24190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28" name="ph2328"/>
              <p:cNvSpPr/>
              <p:nvPr/>
            </p:nvSpPr>
            <p:spPr>
              <a:xfrm>
                <a:off x="2096455" y="24190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29" name="ph2329"/>
              <p:cNvSpPr/>
              <p:nvPr/>
            </p:nvSpPr>
            <p:spPr>
              <a:xfrm>
                <a:off x="2105162" y="24190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30" name="ph2330"/>
              <p:cNvSpPr/>
              <p:nvPr/>
            </p:nvSpPr>
            <p:spPr>
              <a:xfrm>
                <a:off x="2113869" y="24190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31" name="ph2331"/>
              <p:cNvSpPr/>
              <p:nvPr/>
            </p:nvSpPr>
            <p:spPr>
              <a:xfrm>
                <a:off x="2122576" y="24190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32" name="ph2332"/>
              <p:cNvSpPr/>
              <p:nvPr/>
            </p:nvSpPr>
            <p:spPr>
              <a:xfrm>
                <a:off x="2131283" y="24190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33" name="ph2333"/>
              <p:cNvSpPr/>
              <p:nvPr/>
            </p:nvSpPr>
            <p:spPr>
              <a:xfrm>
                <a:off x="2139990" y="24190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34" name="ph2334"/>
              <p:cNvSpPr/>
              <p:nvPr/>
            </p:nvSpPr>
            <p:spPr>
              <a:xfrm>
                <a:off x="2148698" y="24190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35" name="ph2335"/>
              <p:cNvSpPr/>
              <p:nvPr/>
            </p:nvSpPr>
            <p:spPr>
              <a:xfrm>
                <a:off x="2157405" y="24190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36" name="ph2336"/>
              <p:cNvSpPr/>
              <p:nvPr/>
            </p:nvSpPr>
            <p:spPr>
              <a:xfrm>
                <a:off x="2166112" y="24190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37" name="ph2337"/>
              <p:cNvSpPr/>
              <p:nvPr/>
            </p:nvSpPr>
            <p:spPr>
              <a:xfrm>
                <a:off x="2174819" y="24190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38" name="ph2338"/>
              <p:cNvSpPr/>
              <p:nvPr/>
            </p:nvSpPr>
            <p:spPr>
              <a:xfrm>
                <a:off x="2183526" y="24190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81A4">
                  <a:alpha val="100000"/>
                </a:srgbClr>
              </a:solidFill>
              <a:ln w="5420" cap="flat">
                <a:solidFill>
                  <a:srgbClr val="3A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39" name="ph2339"/>
              <p:cNvSpPr/>
              <p:nvPr/>
            </p:nvSpPr>
            <p:spPr>
              <a:xfrm>
                <a:off x="2192233" y="24190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40" name="ph2340"/>
              <p:cNvSpPr/>
              <p:nvPr/>
            </p:nvSpPr>
            <p:spPr>
              <a:xfrm>
                <a:off x="2200941" y="24190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41" name="ph2341"/>
              <p:cNvSpPr/>
              <p:nvPr/>
            </p:nvSpPr>
            <p:spPr>
              <a:xfrm>
                <a:off x="2209648" y="24190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42" name="ph2342"/>
              <p:cNvSpPr/>
              <p:nvPr/>
            </p:nvSpPr>
            <p:spPr>
              <a:xfrm>
                <a:off x="2218355" y="24190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43" name="ph2343"/>
              <p:cNvSpPr/>
              <p:nvPr/>
            </p:nvSpPr>
            <p:spPr>
              <a:xfrm>
                <a:off x="2227062" y="24190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44" name="ph2344"/>
              <p:cNvSpPr/>
              <p:nvPr/>
            </p:nvSpPr>
            <p:spPr>
              <a:xfrm>
                <a:off x="2235769" y="24190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45" name="ph2345"/>
              <p:cNvSpPr/>
              <p:nvPr/>
            </p:nvSpPr>
            <p:spPr>
              <a:xfrm>
                <a:off x="2244477" y="24190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46" name="ph2346"/>
              <p:cNvSpPr/>
              <p:nvPr/>
            </p:nvSpPr>
            <p:spPr>
              <a:xfrm>
                <a:off x="2253184" y="24190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47" name="ph2347"/>
              <p:cNvSpPr/>
              <p:nvPr/>
            </p:nvSpPr>
            <p:spPr>
              <a:xfrm>
                <a:off x="2261891" y="24190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48" name="ph2348"/>
              <p:cNvSpPr/>
              <p:nvPr/>
            </p:nvSpPr>
            <p:spPr>
              <a:xfrm>
                <a:off x="2270598" y="24190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49" name="ph2349"/>
              <p:cNvSpPr/>
              <p:nvPr/>
            </p:nvSpPr>
            <p:spPr>
              <a:xfrm>
                <a:off x="2279305" y="24190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50" name="ph2350"/>
              <p:cNvSpPr/>
              <p:nvPr/>
            </p:nvSpPr>
            <p:spPr>
              <a:xfrm>
                <a:off x="2288012" y="24190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51" name="ph2351"/>
              <p:cNvSpPr/>
              <p:nvPr/>
            </p:nvSpPr>
            <p:spPr>
              <a:xfrm>
                <a:off x="2296720" y="24190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52" name="ph2352"/>
              <p:cNvSpPr/>
              <p:nvPr/>
            </p:nvSpPr>
            <p:spPr>
              <a:xfrm>
                <a:off x="2305427" y="24190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53" name="ph2353"/>
              <p:cNvSpPr/>
              <p:nvPr/>
            </p:nvSpPr>
            <p:spPr>
              <a:xfrm>
                <a:off x="2314134" y="24190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54" name="ph2354"/>
              <p:cNvSpPr/>
              <p:nvPr/>
            </p:nvSpPr>
            <p:spPr>
              <a:xfrm>
                <a:off x="2322841" y="24190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55" name="ph2355"/>
              <p:cNvSpPr/>
              <p:nvPr/>
            </p:nvSpPr>
            <p:spPr>
              <a:xfrm>
                <a:off x="2331548" y="24190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56" name="ph2356"/>
              <p:cNvSpPr/>
              <p:nvPr/>
            </p:nvSpPr>
            <p:spPr>
              <a:xfrm>
                <a:off x="2340256" y="24190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57" name="ph2357"/>
              <p:cNvSpPr/>
              <p:nvPr/>
            </p:nvSpPr>
            <p:spPr>
              <a:xfrm>
                <a:off x="2348963" y="24190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58" name="ph2358"/>
              <p:cNvSpPr/>
              <p:nvPr/>
            </p:nvSpPr>
            <p:spPr>
              <a:xfrm>
                <a:off x="2357670" y="24190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59" name="ph2359"/>
              <p:cNvSpPr/>
              <p:nvPr/>
            </p:nvSpPr>
            <p:spPr>
              <a:xfrm>
                <a:off x="2366377" y="24190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60" name="ph2360"/>
              <p:cNvSpPr/>
              <p:nvPr/>
            </p:nvSpPr>
            <p:spPr>
              <a:xfrm>
                <a:off x="2375084" y="24190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0A1">
                  <a:alpha val="100000"/>
                </a:srgbClr>
              </a:solidFill>
              <a:ln w="5420" cap="flat">
                <a:solidFill>
                  <a:srgbClr val="3B70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61" name="ph2361"/>
              <p:cNvSpPr/>
              <p:nvPr/>
            </p:nvSpPr>
            <p:spPr>
              <a:xfrm>
                <a:off x="2383791" y="24190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62" name="ph2362"/>
              <p:cNvSpPr/>
              <p:nvPr/>
            </p:nvSpPr>
            <p:spPr>
              <a:xfrm>
                <a:off x="2392499" y="24190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63" name="ph2363"/>
              <p:cNvSpPr/>
              <p:nvPr/>
            </p:nvSpPr>
            <p:spPr>
              <a:xfrm>
                <a:off x="2401206" y="24190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64" name="ph2364"/>
              <p:cNvSpPr/>
              <p:nvPr/>
            </p:nvSpPr>
            <p:spPr>
              <a:xfrm>
                <a:off x="2409913" y="24190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65" name="ph2365"/>
              <p:cNvSpPr/>
              <p:nvPr/>
            </p:nvSpPr>
            <p:spPr>
              <a:xfrm>
                <a:off x="2418620" y="24190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66" name="ph2366"/>
              <p:cNvSpPr/>
              <p:nvPr/>
            </p:nvSpPr>
            <p:spPr>
              <a:xfrm>
                <a:off x="2427327" y="24190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67" name="ph2367"/>
              <p:cNvSpPr/>
              <p:nvPr/>
            </p:nvSpPr>
            <p:spPr>
              <a:xfrm>
                <a:off x="2436034" y="24190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68" name="ph2368"/>
              <p:cNvSpPr/>
              <p:nvPr/>
            </p:nvSpPr>
            <p:spPr>
              <a:xfrm>
                <a:off x="2740786" y="24190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5996">
                  <a:alpha val="100000"/>
                </a:srgbClr>
              </a:solidFill>
              <a:ln w="5420" cap="flat">
                <a:solidFill>
                  <a:srgbClr val="3A599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69" name="ph2369"/>
              <p:cNvSpPr/>
              <p:nvPr/>
            </p:nvSpPr>
            <p:spPr>
              <a:xfrm>
                <a:off x="2749493" y="24190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5794">
                  <a:alpha val="100000"/>
                </a:srgbClr>
              </a:solidFill>
              <a:ln w="5420" cap="flat">
                <a:solidFill>
                  <a:srgbClr val="3A579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70" name="ph2370"/>
              <p:cNvSpPr/>
              <p:nvPr/>
            </p:nvSpPr>
            <p:spPr>
              <a:xfrm>
                <a:off x="2758200" y="24190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5794">
                  <a:alpha val="100000"/>
                </a:srgbClr>
              </a:solidFill>
              <a:ln w="5420" cap="flat">
                <a:solidFill>
                  <a:srgbClr val="3A579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71" name="ph2371"/>
              <p:cNvSpPr/>
              <p:nvPr/>
            </p:nvSpPr>
            <p:spPr>
              <a:xfrm>
                <a:off x="2766907" y="24190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5A97">
                  <a:alpha val="100000"/>
                </a:srgbClr>
              </a:solidFill>
              <a:ln w="5420" cap="flat">
                <a:solidFill>
                  <a:srgbClr val="3A5A9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72" name="ph2372"/>
              <p:cNvSpPr/>
              <p:nvPr/>
            </p:nvSpPr>
            <p:spPr>
              <a:xfrm>
                <a:off x="2026797" y="24297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73" name="ph2373"/>
              <p:cNvSpPr/>
              <p:nvPr/>
            </p:nvSpPr>
            <p:spPr>
              <a:xfrm>
                <a:off x="2035504" y="24297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74" name="ph2374"/>
              <p:cNvSpPr/>
              <p:nvPr/>
            </p:nvSpPr>
            <p:spPr>
              <a:xfrm>
                <a:off x="2044211" y="24297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75" name="ph2375"/>
              <p:cNvSpPr/>
              <p:nvPr/>
            </p:nvSpPr>
            <p:spPr>
              <a:xfrm>
                <a:off x="2052919" y="24297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76" name="ph2376"/>
              <p:cNvSpPr/>
              <p:nvPr/>
            </p:nvSpPr>
            <p:spPr>
              <a:xfrm>
                <a:off x="2061626" y="24297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77" name="ph2377"/>
              <p:cNvSpPr/>
              <p:nvPr/>
            </p:nvSpPr>
            <p:spPr>
              <a:xfrm>
                <a:off x="2070333" y="24297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78" name="ph2378"/>
              <p:cNvSpPr/>
              <p:nvPr/>
            </p:nvSpPr>
            <p:spPr>
              <a:xfrm>
                <a:off x="2079040" y="24297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79" name="ph2379"/>
              <p:cNvSpPr/>
              <p:nvPr/>
            </p:nvSpPr>
            <p:spPr>
              <a:xfrm>
                <a:off x="2087747" y="24297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80" name="ph2380"/>
              <p:cNvSpPr/>
              <p:nvPr/>
            </p:nvSpPr>
            <p:spPr>
              <a:xfrm>
                <a:off x="2096455" y="24297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81" name="ph2381"/>
              <p:cNvSpPr/>
              <p:nvPr/>
            </p:nvSpPr>
            <p:spPr>
              <a:xfrm>
                <a:off x="2105162" y="24297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82" name="ph2382"/>
              <p:cNvSpPr/>
              <p:nvPr/>
            </p:nvSpPr>
            <p:spPr>
              <a:xfrm>
                <a:off x="2113869" y="24297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83" name="ph2383"/>
              <p:cNvSpPr/>
              <p:nvPr/>
            </p:nvSpPr>
            <p:spPr>
              <a:xfrm>
                <a:off x="2122576" y="24297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6FA0">
                  <a:alpha val="100000"/>
                </a:srgbClr>
              </a:solidFill>
              <a:ln w="5420" cap="flat">
                <a:solidFill>
                  <a:srgbClr val="3B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84" name="ph2384"/>
              <p:cNvSpPr/>
              <p:nvPr/>
            </p:nvSpPr>
            <p:spPr>
              <a:xfrm>
                <a:off x="2131283" y="24297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85" name="ph2385"/>
              <p:cNvSpPr/>
              <p:nvPr/>
            </p:nvSpPr>
            <p:spPr>
              <a:xfrm>
                <a:off x="2139990" y="24297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86" name="ph2386"/>
              <p:cNvSpPr/>
              <p:nvPr/>
            </p:nvSpPr>
            <p:spPr>
              <a:xfrm>
                <a:off x="2148698" y="24297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87" name="ph2387"/>
              <p:cNvSpPr/>
              <p:nvPr/>
            </p:nvSpPr>
            <p:spPr>
              <a:xfrm>
                <a:off x="2157405" y="24297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88" name="ph2388"/>
              <p:cNvSpPr/>
              <p:nvPr/>
            </p:nvSpPr>
            <p:spPr>
              <a:xfrm>
                <a:off x="2166112" y="24297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89" name="ph2389"/>
              <p:cNvSpPr/>
              <p:nvPr/>
            </p:nvSpPr>
            <p:spPr>
              <a:xfrm>
                <a:off x="2174819" y="24297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90" name="ph2390"/>
              <p:cNvSpPr/>
              <p:nvPr/>
            </p:nvSpPr>
            <p:spPr>
              <a:xfrm>
                <a:off x="2183526" y="24297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91" name="ph2391"/>
              <p:cNvSpPr/>
              <p:nvPr/>
            </p:nvSpPr>
            <p:spPr>
              <a:xfrm>
                <a:off x="2192233" y="24297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2A4">
                  <a:alpha val="100000"/>
                </a:srgbClr>
              </a:solidFill>
              <a:ln w="5420" cap="flat">
                <a:solidFill>
                  <a:srgbClr val="3982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92" name="ph2392"/>
              <p:cNvSpPr/>
              <p:nvPr/>
            </p:nvSpPr>
            <p:spPr>
              <a:xfrm>
                <a:off x="2200941" y="24297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93" name="ph2393"/>
              <p:cNvSpPr/>
              <p:nvPr/>
            </p:nvSpPr>
            <p:spPr>
              <a:xfrm>
                <a:off x="2209648" y="24297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94" name="ph2394"/>
              <p:cNvSpPr/>
              <p:nvPr/>
            </p:nvSpPr>
            <p:spPr>
              <a:xfrm>
                <a:off x="2218355" y="24297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95" name="ph2395"/>
              <p:cNvSpPr/>
              <p:nvPr/>
            </p:nvSpPr>
            <p:spPr>
              <a:xfrm>
                <a:off x="2227062" y="24297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96" name="ph2396"/>
              <p:cNvSpPr/>
              <p:nvPr/>
            </p:nvSpPr>
            <p:spPr>
              <a:xfrm>
                <a:off x="2235769" y="24297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97" name="ph2397"/>
              <p:cNvSpPr/>
              <p:nvPr/>
            </p:nvSpPr>
            <p:spPr>
              <a:xfrm>
                <a:off x="2244477" y="24297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98" name="ph2398"/>
              <p:cNvSpPr/>
              <p:nvPr/>
            </p:nvSpPr>
            <p:spPr>
              <a:xfrm>
                <a:off x="2253184" y="24297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DA4">
                  <a:alpha val="100000"/>
                </a:srgbClr>
              </a:solidFill>
              <a:ln w="5420" cap="flat">
                <a:solidFill>
                  <a:srgbClr val="3A7D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399" name="ph2399"/>
              <p:cNvSpPr/>
              <p:nvPr/>
            </p:nvSpPr>
            <p:spPr>
              <a:xfrm>
                <a:off x="2261891" y="24297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00" name="ph2400"/>
              <p:cNvSpPr/>
              <p:nvPr/>
            </p:nvSpPr>
            <p:spPr>
              <a:xfrm>
                <a:off x="2270598" y="24297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01" name="ph2401"/>
              <p:cNvSpPr/>
              <p:nvPr/>
            </p:nvSpPr>
            <p:spPr>
              <a:xfrm>
                <a:off x="2279305" y="24297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02" name="ph2402"/>
              <p:cNvSpPr/>
              <p:nvPr/>
            </p:nvSpPr>
            <p:spPr>
              <a:xfrm>
                <a:off x="2288012" y="24297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03" name="ph2403"/>
              <p:cNvSpPr/>
              <p:nvPr/>
            </p:nvSpPr>
            <p:spPr>
              <a:xfrm>
                <a:off x="2296720" y="24297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04" name="ph2404"/>
              <p:cNvSpPr/>
              <p:nvPr/>
            </p:nvSpPr>
            <p:spPr>
              <a:xfrm>
                <a:off x="2305427" y="24297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05" name="ph2405"/>
              <p:cNvSpPr/>
              <p:nvPr/>
            </p:nvSpPr>
            <p:spPr>
              <a:xfrm>
                <a:off x="2314134" y="24297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06" name="ph2406"/>
              <p:cNvSpPr/>
              <p:nvPr/>
            </p:nvSpPr>
            <p:spPr>
              <a:xfrm>
                <a:off x="2322841" y="24297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07" name="ph2407"/>
              <p:cNvSpPr/>
              <p:nvPr/>
            </p:nvSpPr>
            <p:spPr>
              <a:xfrm>
                <a:off x="2331548" y="24297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08" name="ph2408"/>
              <p:cNvSpPr/>
              <p:nvPr/>
            </p:nvSpPr>
            <p:spPr>
              <a:xfrm>
                <a:off x="2340256" y="24297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09" name="ph2409"/>
              <p:cNvSpPr/>
              <p:nvPr/>
            </p:nvSpPr>
            <p:spPr>
              <a:xfrm>
                <a:off x="2348963" y="24297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B73A1">
                  <a:alpha val="100000"/>
                </a:srgbClr>
              </a:solidFill>
              <a:ln w="5420" cap="flat">
                <a:solidFill>
                  <a:srgbClr val="3B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10" name="ph2410"/>
              <p:cNvSpPr/>
              <p:nvPr/>
            </p:nvSpPr>
            <p:spPr>
              <a:xfrm>
                <a:off x="2357670" y="24297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11" name="ph2411"/>
              <p:cNvSpPr/>
              <p:nvPr/>
            </p:nvSpPr>
            <p:spPr>
              <a:xfrm>
                <a:off x="2366377" y="24297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0A1">
                  <a:alpha val="100000"/>
                </a:srgbClr>
              </a:solidFill>
              <a:ln w="5420" cap="flat">
                <a:solidFill>
                  <a:srgbClr val="3B70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12" name="ph2412"/>
              <p:cNvSpPr/>
              <p:nvPr/>
            </p:nvSpPr>
            <p:spPr>
              <a:xfrm>
                <a:off x="2375084" y="24297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13" name="ph2413"/>
              <p:cNvSpPr/>
              <p:nvPr/>
            </p:nvSpPr>
            <p:spPr>
              <a:xfrm>
                <a:off x="2383791" y="24297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14" name="ph2414"/>
              <p:cNvSpPr/>
              <p:nvPr/>
            </p:nvSpPr>
            <p:spPr>
              <a:xfrm>
                <a:off x="2392499" y="24297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15" name="ph2415"/>
              <p:cNvSpPr/>
              <p:nvPr/>
            </p:nvSpPr>
            <p:spPr>
              <a:xfrm>
                <a:off x="2401206" y="24297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16" name="ph2416"/>
              <p:cNvSpPr/>
              <p:nvPr/>
            </p:nvSpPr>
            <p:spPr>
              <a:xfrm>
                <a:off x="2409913" y="24297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17" name="ph2417"/>
              <p:cNvSpPr/>
              <p:nvPr/>
            </p:nvSpPr>
            <p:spPr>
              <a:xfrm>
                <a:off x="2418620" y="24297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18" name="ph2418"/>
              <p:cNvSpPr/>
              <p:nvPr/>
            </p:nvSpPr>
            <p:spPr>
              <a:xfrm>
                <a:off x="2427327" y="24297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19" name="ph2419"/>
              <p:cNvSpPr/>
              <p:nvPr/>
            </p:nvSpPr>
            <p:spPr>
              <a:xfrm>
                <a:off x="2436034" y="24297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20" name="ph2420"/>
              <p:cNvSpPr/>
              <p:nvPr/>
            </p:nvSpPr>
            <p:spPr>
              <a:xfrm>
                <a:off x="2523106" y="24297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21" name="ph2421"/>
              <p:cNvSpPr/>
              <p:nvPr/>
            </p:nvSpPr>
            <p:spPr>
              <a:xfrm>
                <a:off x="2531813" y="24297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22" name="ph2422"/>
              <p:cNvSpPr/>
              <p:nvPr/>
            </p:nvSpPr>
            <p:spPr>
              <a:xfrm>
                <a:off x="2540521" y="24297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23" name="ph2423"/>
              <p:cNvSpPr/>
              <p:nvPr/>
            </p:nvSpPr>
            <p:spPr>
              <a:xfrm>
                <a:off x="2549228" y="24297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24" name="ph2424"/>
              <p:cNvSpPr/>
              <p:nvPr/>
            </p:nvSpPr>
            <p:spPr>
              <a:xfrm>
                <a:off x="2740786" y="24297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5A98">
                  <a:alpha val="100000"/>
                </a:srgbClr>
              </a:solidFill>
              <a:ln w="5420" cap="flat">
                <a:solidFill>
                  <a:srgbClr val="3A5A9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25" name="ph2425"/>
              <p:cNvSpPr/>
              <p:nvPr/>
            </p:nvSpPr>
            <p:spPr>
              <a:xfrm>
                <a:off x="2749493" y="24297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5996">
                  <a:alpha val="100000"/>
                </a:srgbClr>
              </a:solidFill>
              <a:ln w="5420" cap="flat">
                <a:solidFill>
                  <a:srgbClr val="3A599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26" name="ph2426"/>
              <p:cNvSpPr/>
              <p:nvPr/>
            </p:nvSpPr>
            <p:spPr>
              <a:xfrm>
                <a:off x="2758200" y="24297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5997">
                  <a:alpha val="100000"/>
                </a:srgbClr>
              </a:solidFill>
              <a:ln w="5420" cap="flat">
                <a:solidFill>
                  <a:srgbClr val="3A599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27" name="ph2427"/>
              <p:cNvSpPr/>
              <p:nvPr/>
            </p:nvSpPr>
            <p:spPr>
              <a:xfrm>
                <a:off x="2766907" y="24297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5B99">
                  <a:alpha val="100000"/>
                </a:srgbClr>
              </a:solidFill>
              <a:ln w="5420" cap="flat">
                <a:solidFill>
                  <a:srgbClr val="395B9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28" name="ph2428"/>
              <p:cNvSpPr/>
              <p:nvPr/>
            </p:nvSpPr>
            <p:spPr>
              <a:xfrm>
                <a:off x="2775614" y="2429790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29" name="ph2429"/>
              <p:cNvSpPr/>
              <p:nvPr/>
            </p:nvSpPr>
            <p:spPr>
              <a:xfrm>
                <a:off x="1765582" y="24404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30" name="ph2430"/>
              <p:cNvSpPr/>
              <p:nvPr/>
            </p:nvSpPr>
            <p:spPr>
              <a:xfrm>
                <a:off x="1774289" y="24404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31" name="ph2431"/>
              <p:cNvSpPr/>
              <p:nvPr/>
            </p:nvSpPr>
            <p:spPr>
              <a:xfrm>
                <a:off x="2026797" y="24404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32" name="ph2432"/>
              <p:cNvSpPr/>
              <p:nvPr/>
            </p:nvSpPr>
            <p:spPr>
              <a:xfrm>
                <a:off x="2035504" y="24404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33" name="ph2433"/>
              <p:cNvSpPr/>
              <p:nvPr/>
            </p:nvSpPr>
            <p:spPr>
              <a:xfrm>
                <a:off x="2044211" y="24404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34" name="ph2434"/>
              <p:cNvSpPr/>
              <p:nvPr/>
            </p:nvSpPr>
            <p:spPr>
              <a:xfrm>
                <a:off x="2052919" y="24404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35" name="ph2435"/>
              <p:cNvSpPr/>
              <p:nvPr/>
            </p:nvSpPr>
            <p:spPr>
              <a:xfrm>
                <a:off x="2061626" y="24404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36" name="ph2436"/>
              <p:cNvSpPr/>
              <p:nvPr/>
            </p:nvSpPr>
            <p:spPr>
              <a:xfrm>
                <a:off x="2070333" y="24404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37" name="ph2437"/>
              <p:cNvSpPr/>
              <p:nvPr/>
            </p:nvSpPr>
            <p:spPr>
              <a:xfrm>
                <a:off x="2079040" y="24404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38" name="ph2438"/>
              <p:cNvSpPr/>
              <p:nvPr/>
            </p:nvSpPr>
            <p:spPr>
              <a:xfrm>
                <a:off x="2087747" y="24404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39" name="ph2439"/>
              <p:cNvSpPr/>
              <p:nvPr/>
            </p:nvSpPr>
            <p:spPr>
              <a:xfrm>
                <a:off x="2096455" y="24404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40" name="ph2440"/>
              <p:cNvSpPr/>
              <p:nvPr/>
            </p:nvSpPr>
            <p:spPr>
              <a:xfrm>
                <a:off x="2105162" y="24404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41" name="ph2441"/>
              <p:cNvSpPr/>
              <p:nvPr/>
            </p:nvSpPr>
            <p:spPr>
              <a:xfrm>
                <a:off x="2113869" y="24404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42" name="ph2442"/>
              <p:cNvSpPr/>
              <p:nvPr/>
            </p:nvSpPr>
            <p:spPr>
              <a:xfrm>
                <a:off x="2122576" y="24404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43" name="ph2443"/>
              <p:cNvSpPr/>
              <p:nvPr/>
            </p:nvSpPr>
            <p:spPr>
              <a:xfrm>
                <a:off x="2131283" y="24404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6FA0">
                  <a:alpha val="100000"/>
                </a:srgbClr>
              </a:solidFill>
              <a:ln w="5420" cap="flat">
                <a:solidFill>
                  <a:srgbClr val="3B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44" name="ph2444"/>
              <p:cNvSpPr/>
              <p:nvPr/>
            </p:nvSpPr>
            <p:spPr>
              <a:xfrm>
                <a:off x="2139990" y="24404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45" name="ph2445"/>
              <p:cNvSpPr/>
              <p:nvPr/>
            </p:nvSpPr>
            <p:spPr>
              <a:xfrm>
                <a:off x="2148698" y="24404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46" name="ph2446"/>
              <p:cNvSpPr/>
              <p:nvPr/>
            </p:nvSpPr>
            <p:spPr>
              <a:xfrm>
                <a:off x="2157405" y="24404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47" name="ph2447"/>
              <p:cNvSpPr/>
              <p:nvPr/>
            </p:nvSpPr>
            <p:spPr>
              <a:xfrm>
                <a:off x="2166112" y="24404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48" name="ph2448"/>
              <p:cNvSpPr/>
              <p:nvPr/>
            </p:nvSpPr>
            <p:spPr>
              <a:xfrm>
                <a:off x="2174819" y="24404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49" name="ph2449"/>
              <p:cNvSpPr/>
              <p:nvPr/>
            </p:nvSpPr>
            <p:spPr>
              <a:xfrm>
                <a:off x="2183526" y="24404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50" name="ph2450"/>
              <p:cNvSpPr/>
              <p:nvPr/>
            </p:nvSpPr>
            <p:spPr>
              <a:xfrm>
                <a:off x="2192233" y="24404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81A4">
                  <a:alpha val="100000"/>
                </a:srgbClr>
              </a:solidFill>
              <a:ln w="5420" cap="flat">
                <a:solidFill>
                  <a:srgbClr val="3A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51" name="ph2451"/>
              <p:cNvSpPr/>
              <p:nvPr/>
            </p:nvSpPr>
            <p:spPr>
              <a:xfrm>
                <a:off x="2200941" y="24404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52" name="ph2452"/>
              <p:cNvSpPr/>
              <p:nvPr/>
            </p:nvSpPr>
            <p:spPr>
              <a:xfrm>
                <a:off x="2209648" y="24404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2A4">
                  <a:alpha val="100000"/>
                </a:srgbClr>
              </a:solidFill>
              <a:ln w="5420" cap="flat">
                <a:solidFill>
                  <a:srgbClr val="3982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53" name="ph2453"/>
              <p:cNvSpPr/>
              <p:nvPr/>
            </p:nvSpPr>
            <p:spPr>
              <a:xfrm>
                <a:off x="2218355" y="24404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54" name="ph2454"/>
              <p:cNvSpPr/>
              <p:nvPr/>
            </p:nvSpPr>
            <p:spPr>
              <a:xfrm>
                <a:off x="2227062" y="24404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55" name="ph2455"/>
              <p:cNvSpPr/>
              <p:nvPr/>
            </p:nvSpPr>
            <p:spPr>
              <a:xfrm>
                <a:off x="2235769" y="24404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56" name="ph2456"/>
              <p:cNvSpPr/>
              <p:nvPr/>
            </p:nvSpPr>
            <p:spPr>
              <a:xfrm>
                <a:off x="2244477" y="24404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57" name="ph2457"/>
              <p:cNvSpPr/>
              <p:nvPr/>
            </p:nvSpPr>
            <p:spPr>
              <a:xfrm>
                <a:off x="2253184" y="24404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58" name="ph2458"/>
              <p:cNvSpPr/>
              <p:nvPr/>
            </p:nvSpPr>
            <p:spPr>
              <a:xfrm>
                <a:off x="2261891" y="24404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59" name="ph2459"/>
              <p:cNvSpPr/>
              <p:nvPr/>
            </p:nvSpPr>
            <p:spPr>
              <a:xfrm>
                <a:off x="2270598" y="24404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60" name="ph2460"/>
              <p:cNvSpPr/>
              <p:nvPr/>
            </p:nvSpPr>
            <p:spPr>
              <a:xfrm>
                <a:off x="2279305" y="24404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9A2">
                  <a:alpha val="100000"/>
                </a:srgbClr>
              </a:solidFill>
              <a:ln w="5420" cap="flat">
                <a:solidFill>
                  <a:srgbClr val="3A79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61" name="ph2461"/>
              <p:cNvSpPr/>
              <p:nvPr/>
            </p:nvSpPr>
            <p:spPr>
              <a:xfrm>
                <a:off x="2288012" y="24404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62" name="ph2462"/>
              <p:cNvSpPr/>
              <p:nvPr/>
            </p:nvSpPr>
            <p:spPr>
              <a:xfrm>
                <a:off x="2296720" y="24404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63" name="ph2463"/>
              <p:cNvSpPr/>
              <p:nvPr/>
            </p:nvSpPr>
            <p:spPr>
              <a:xfrm>
                <a:off x="2305427" y="24404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64" name="ph2464"/>
              <p:cNvSpPr/>
              <p:nvPr/>
            </p:nvSpPr>
            <p:spPr>
              <a:xfrm>
                <a:off x="2314134" y="24404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65" name="ph2465"/>
              <p:cNvSpPr/>
              <p:nvPr/>
            </p:nvSpPr>
            <p:spPr>
              <a:xfrm>
                <a:off x="2322841" y="24404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66" name="ph2466"/>
              <p:cNvSpPr/>
              <p:nvPr/>
            </p:nvSpPr>
            <p:spPr>
              <a:xfrm>
                <a:off x="2331548" y="24404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67" name="ph2467"/>
              <p:cNvSpPr/>
              <p:nvPr/>
            </p:nvSpPr>
            <p:spPr>
              <a:xfrm>
                <a:off x="2340256" y="24404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68" name="ph2468"/>
              <p:cNvSpPr/>
              <p:nvPr/>
            </p:nvSpPr>
            <p:spPr>
              <a:xfrm>
                <a:off x="2348963" y="24404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69" name="ph2469"/>
              <p:cNvSpPr/>
              <p:nvPr/>
            </p:nvSpPr>
            <p:spPr>
              <a:xfrm>
                <a:off x="2357670" y="24404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70" name="ph2470"/>
              <p:cNvSpPr/>
              <p:nvPr/>
            </p:nvSpPr>
            <p:spPr>
              <a:xfrm>
                <a:off x="2366377" y="24404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71" name="ph2471"/>
              <p:cNvSpPr/>
              <p:nvPr/>
            </p:nvSpPr>
            <p:spPr>
              <a:xfrm>
                <a:off x="2375084" y="24404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72" name="ph2472"/>
              <p:cNvSpPr/>
              <p:nvPr/>
            </p:nvSpPr>
            <p:spPr>
              <a:xfrm>
                <a:off x="2383791" y="24404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73" name="ph2473"/>
              <p:cNvSpPr/>
              <p:nvPr/>
            </p:nvSpPr>
            <p:spPr>
              <a:xfrm>
                <a:off x="2392499" y="24404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74" name="ph2474"/>
              <p:cNvSpPr/>
              <p:nvPr/>
            </p:nvSpPr>
            <p:spPr>
              <a:xfrm>
                <a:off x="2401206" y="24404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75" name="ph2475"/>
              <p:cNvSpPr/>
              <p:nvPr/>
            </p:nvSpPr>
            <p:spPr>
              <a:xfrm>
                <a:off x="2409913" y="24404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76" name="ph2476"/>
              <p:cNvSpPr/>
              <p:nvPr/>
            </p:nvSpPr>
            <p:spPr>
              <a:xfrm>
                <a:off x="2418620" y="24404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77" name="ph2477"/>
              <p:cNvSpPr/>
              <p:nvPr/>
            </p:nvSpPr>
            <p:spPr>
              <a:xfrm>
                <a:off x="2427327" y="24404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78" name="ph2478"/>
              <p:cNvSpPr/>
              <p:nvPr/>
            </p:nvSpPr>
            <p:spPr>
              <a:xfrm>
                <a:off x="2436034" y="24404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79" name="ph2479"/>
              <p:cNvSpPr/>
              <p:nvPr/>
            </p:nvSpPr>
            <p:spPr>
              <a:xfrm>
                <a:off x="2514399" y="24404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80" name="ph2480"/>
              <p:cNvSpPr/>
              <p:nvPr/>
            </p:nvSpPr>
            <p:spPr>
              <a:xfrm>
                <a:off x="2523106" y="24404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81" name="ph2481"/>
              <p:cNvSpPr/>
              <p:nvPr/>
            </p:nvSpPr>
            <p:spPr>
              <a:xfrm>
                <a:off x="2531813" y="24404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82" name="ph2482"/>
              <p:cNvSpPr/>
              <p:nvPr/>
            </p:nvSpPr>
            <p:spPr>
              <a:xfrm>
                <a:off x="2540521" y="24404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83" name="ph2483"/>
              <p:cNvSpPr/>
              <p:nvPr/>
            </p:nvSpPr>
            <p:spPr>
              <a:xfrm>
                <a:off x="2549228" y="24404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84" name="ph2484"/>
              <p:cNvSpPr/>
              <p:nvPr/>
            </p:nvSpPr>
            <p:spPr>
              <a:xfrm>
                <a:off x="2557935" y="24404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85" name="ph2485"/>
              <p:cNvSpPr/>
              <p:nvPr/>
            </p:nvSpPr>
            <p:spPr>
              <a:xfrm>
                <a:off x="2566642" y="24404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86" name="ph2486"/>
              <p:cNvSpPr/>
              <p:nvPr/>
            </p:nvSpPr>
            <p:spPr>
              <a:xfrm>
                <a:off x="2740786" y="24404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95D9C">
                  <a:alpha val="100000"/>
                </a:srgbClr>
              </a:solidFill>
              <a:ln w="5420" cap="flat">
                <a:solidFill>
                  <a:srgbClr val="395D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87" name="ph2487"/>
              <p:cNvSpPr/>
              <p:nvPr/>
            </p:nvSpPr>
            <p:spPr>
              <a:xfrm>
                <a:off x="2749493" y="24404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95C9B">
                  <a:alpha val="100000"/>
                </a:srgbClr>
              </a:solidFill>
              <a:ln w="5420" cap="flat">
                <a:solidFill>
                  <a:srgbClr val="395C9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88" name="ph2488"/>
              <p:cNvSpPr/>
              <p:nvPr/>
            </p:nvSpPr>
            <p:spPr>
              <a:xfrm>
                <a:off x="2758200" y="24404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5C9B">
                  <a:alpha val="100000"/>
                </a:srgbClr>
              </a:solidFill>
              <a:ln w="5420" cap="flat">
                <a:solidFill>
                  <a:srgbClr val="395C9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89" name="ph2489"/>
              <p:cNvSpPr/>
              <p:nvPr/>
            </p:nvSpPr>
            <p:spPr>
              <a:xfrm>
                <a:off x="2766907" y="24404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90" name="ph2490"/>
              <p:cNvSpPr/>
              <p:nvPr/>
            </p:nvSpPr>
            <p:spPr>
              <a:xfrm>
                <a:off x="2775614" y="24404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91" name="ph2491"/>
              <p:cNvSpPr/>
              <p:nvPr/>
            </p:nvSpPr>
            <p:spPr>
              <a:xfrm>
                <a:off x="1756875" y="24511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0A1">
                  <a:alpha val="100000"/>
                </a:srgbClr>
              </a:solidFill>
              <a:ln w="5420" cap="flat">
                <a:solidFill>
                  <a:srgbClr val="3B70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92" name="ph2492"/>
              <p:cNvSpPr/>
              <p:nvPr/>
            </p:nvSpPr>
            <p:spPr>
              <a:xfrm>
                <a:off x="1765582" y="24511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93" name="ph2493"/>
              <p:cNvSpPr/>
              <p:nvPr/>
            </p:nvSpPr>
            <p:spPr>
              <a:xfrm>
                <a:off x="1774289" y="24511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94" name="ph2494"/>
              <p:cNvSpPr/>
              <p:nvPr/>
            </p:nvSpPr>
            <p:spPr>
              <a:xfrm>
                <a:off x="1782996" y="24511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95" name="ph2495"/>
              <p:cNvSpPr/>
              <p:nvPr/>
            </p:nvSpPr>
            <p:spPr>
              <a:xfrm>
                <a:off x="1791703" y="24511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96" name="ph2496"/>
              <p:cNvSpPr/>
              <p:nvPr/>
            </p:nvSpPr>
            <p:spPr>
              <a:xfrm>
                <a:off x="2026797" y="24511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97" name="ph2497"/>
              <p:cNvSpPr/>
              <p:nvPr/>
            </p:nvSpPr>
            <p:spPr>
              <a:xfrm>
                <a:off x="2035504" y="24511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98" name="ph2498"/>
              <p:cNvSpPr/>
              <p:nvPr/>
            </p:nvSpPr>
            <p:spPr>
              <a:xfrm>
                <a:off x="2044211" y="24511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499" name="ph2499"/>
              <p:cNvSpPr/>
              <p:nvPr/>
            </p:nvSpPr>
            <p:spPr>
              <a:xfrm>
                <a:off x="2052919" y="24511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00" name="ph2500"/>
              <p:cNvSpPr/>
              <p:nvPr/>
            </p:nvSpPr>
            <p:spPr>
              <a:xfrm>
                <a:off x="2061626" y="24511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01" name="ph2501"/>
              <p:cNvSpPr/>
              <p:nvPr/>
            </p:nvSpPr>
            <p:spPr>
              <a:xfrm>
                <a:off x="2070333" y="24511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02" name="ph2502"/>
              <p:cNvSpPr/>
              <p:nvPr/>
            </p:nvSpPr>
            <p:spPr>
              <a:xfrm>
                <a:off x="2079040" y="24511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03" name="ph2503"/>
              <p:cNvSpPr/>
              <p:nvPr/>
            </p:nvSpPr>
            <p:spPr>
              <a:xfrm>
                <a:off x="2087747" y="24511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04" name="ph2504"/>
              <p:cNvSpPr/>
              <p:nvPr/>
            </p:nvSpPr>
            <p:spPr>
              <a:xfrm>
                <a:off x="2096455" y="24511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05" name="ph2505"/>
              <p:cNvSpPr/>
              <p:nvPr/>
            </p:nvSpPr>
            <p:spPr>
              <a:xfrm>
                <a:off x="2105162" y="24511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06" name="ph2506"/>
              <p:cNvSpPr/>
              <p:nvPr/>
            </p:nvSpPr>
            <p:spPr>
              <a:xfrm>
                <a:off x="2113869" y="24511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07" name="ph2507"/>
              <p:cNvSpPr/>
              <p:nvPr/>
            </p:nvSpPr>
            <p:spPr>
              <a:xfrm>
                <a:off x="2122576" y="24511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08" name="ph2508"/>
              <p:cNvSpPr/>
              <p:nvPr/>
            </p:nvSpPr>
            <p:spPr>
              <a:xfrm>
                <a:off x="2131283" y="24511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09" name="ph2509"/>
              <p:cNvSpPr/>
              <p:nvPr/>
            </p:nvSpPr>
            <p:spPr>
              <a:xfrm>
                <a:off x="2139990" y="24511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10" name="ph2510"/>
              <p:cNvSpPr/>
              <p:nvPr/>
            </p:nvSpPr>
            <p:spPr>
              <a:xfrm>
                <a:off x="2218355" y="24511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11" name="ph2511"/>
              <p:cNvSpPr/>
              <p:nvPr/>
            </p:nvSpPr>
            <p:spPr>
              <a:xfrm>
                <a:off x="2227062" y="24511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12" name="ph2512"/>
              <p:cNvSpPr/>
              <p:nvPr/>
            </p:nvSpPr>
            <p:spPr>
              <a:xfrm>
                <a:off x="2235769" y="24511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13" name="ph2513"/>
              <p:cNvSpPr/>
              <p:nvPr/>
            </p:nvSpPr>
            <p:spPr>
              <a:xfrm>
                <a:off x="2244477" y="24511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14" name="ph2514"/>
              <p:cNvSpPr/>
              <p:nvPr/>
            </p:nvSpPr>
            <p:spPr>
              <a:xfrm>
                <a:off x="2253184" y="24511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15" name="ph2515"/>
              <p:cNvSpPr/>
              <p:nvPr/>
            </p:nvSpPr>
            <p:spPr>
              <a:xfrm>
                <a:off x="2261891" y="24511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16" name="ph2516"/>
              <p:cNvSpPr/>
              <p:nvPr/>
            </p:nvSpPr>
            <p:spPr>
              <a:xfrm>
                <a:off x="2270598" y="24511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17" name="ph2517"/>
              <p:cNvSpPr/>
              <p:nvPr/>
            </p:nvSpPr>
            <p:spPr>
              <a:xfrm>
                <a:off x="2279305" y="24511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18" name="ph2518"/>
              <p:cNvSpPr/>
              <p:nvPr/>
            </p:nvSpPr>
            <p:spPr>
              <a:xfrm>
                <a:off x="2288012" y="24511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19" name="ph2519"/>
              <p:cNvSpPr/>
              <p:nvPr/>
            </p:nvSpPr>
            <p:spPr>
              <a:xfrm>
                <a:off x="2296720" y="24511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20" name="ph2520"/>
              <p:cNvSpPr/>
              <p:nvPr/>
            </p:nvSpPr>
            <p:spPr>
              <a:xfrm>
                <a:off x="2375084" y="24511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21" name="ph2521"/>
              <p:cNvSpPr/>
              <p:nvPr/>
            </p:nvSpPr>
            <p:spPr>
              <a:xfrm>
                <a:off x="2383791" y="24511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22" name="ph2522"/>
              <p:cNvSpPr/>
              <p:nvPr/>
            </p:nvSpPr>
            <p:spPr>
              <a:xfrm>
                <a:off x="2392499" y="24511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23" name="ph2523"/>
              <p:cNvSpPr/>
              <p:nvPr/>
            </p:nvSpPr>
            <p:spPr>
              <a:xfrm>
                <a:off x="2401206" y="24511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24" name="ph2524"/>
              <p:cNvSpPr/>
              <p:nvPr/>
            </p:nvSpPr>
            <p:spPr>
              <a:xfrm>
                <a:off x="2409913" y="24511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25" name="ph2525"/>
              <p:cNvSpPr/>
              <p:nvPr/>
            </p:nvSpPr>
            <p:spPr>
              <a:xfrm>
                <a:off x="2418620" y="24511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26" name="ph2526"/>
              <p:cNvSpPr/>
              <p:nvPr/>
            </p:nvSpPr>
            <p:spPr>
              <a:xfrm>
                <a:off x="2427327" y="24511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27" name="ph2527"/>
              <p:cNvSpPr/>
              <p:nvPr/>
            </p:nvSpPr>
            <p:spPr>
              <a:xfrm>
                <a:off x="2436034" y="24511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28" name="ph2528"/>
              <p:cNvSpPr/>
              <p:nvPr/>
            </p:nvSpPr>
            <p:spPr>
              <a:xfrm>
                <a:off x="2444742" y="24511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29" name="ph2529"/>
              <p:cNvSpPr/>
              <p:nvPr/>
            </p:nvSpPr>
            <p:spPr>
              <a:xfrm>
                <a:off x="2496985" y="24511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30" name="ph2530"/>
              <p:cNvSpPr/>
              <p:nvPr/>
            </p:nvSpPr>
            <p:spPr>
              <a:xfrm>
                <a:off x="2505692" y="24511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31" name="ph2531"/>
              <p:cNvSpPr/>
              <p:nvPr/>
            </p:nvSpPr>
            <p:spPr>
              <a:xfrm>
                <a:off x="2514399" y="24511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32" name="ph2532"/>
              <p:cNvSpPr/>
              <p:nvPr/>
            </p:nvSpPr>
            <p:spPr>
              <a:xfrm>
                <a:off x="2523106" y="24511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33" name="ph2533"/>
              <p:cNvSpPr/>
              <p:nvPr/>
            </p:nvSpPr>
            <p:spPr>
              <a:xfrm>
                <a:off x="2531813" y="24511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34" name="ph2534"/>
              <p:cNvSpPr/>
              <p:nvPr/>
            </p:nvSpPr>
            <p:spPr>
              <a:xfrm>
                <a:off x="2540521" y="24511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35" name="ph2535"/>
              <p:cNvSpPr/>
              <p:nvPr/>
            </p:nvSpPr>
            <p:spPr>
              <a:xfrm>
                <a:off x="2549228" y="24511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36" name="ph2536"/>
              <p:cNvSpPr/>
              <p:nvPr/>
            </p:nvSpPr>
            <p:spPr>
              <a:xfrm>
                <a:off x="2557935" y="24511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37" name="ph2537"/>
              <p:cNvSpPr/>
              <p:nvPr/>
            </p:nvSpPr>
            <p:spPr>
              <a:xfrm>
                <a:off x="2566642" y="24511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38" name="ph2538"/>
              <p:cNvSpPr/>
              <p:nvPr/>
            </p:nvSpPr>
            <p:spPr>
              <a:xfrm>
                <a:off x="2575349" y="24511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39" name="ph2539"/>
              <p:cNvSpPr/>
              <p:nvPr/>
            </p:nvSpPr>
            <p:spPr>
              <a:xfrm>
                <a:off x="2584057" y="24511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40" name="ph2540"/>
              <p:cNvSpPr/>
              <p:nvPr/>
            </p:nvSpPr>
            <p:spPr>
              <a:xfrm>
                <a:off x="2740786" y="24511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41" name="ph2541"/>
              <p:cNvSpPr/>
              <p:nvPr/>
            </p:nvSpPr>
            <p:spPr>
              <a:xfrm>
                <a:off x="2749493" y="24511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42" name="ph2542"/>
              <p:cNvSpPr/>
              <p:nvPr/>
            </p:nvSpPr>
            <p:spPr>
              <a:xfrm>
                <a:off x="2758200" y="24511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43" name="ph2543"/>
              <p:cNvSpPr/>
              <p:nvPr/>
            </p:nvSpPr>
            <p:spPr>
              <a:xfrm>
                <a:off x="2766907" y="24511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44" name="ph2544"/>
              <p:cNvSpPr/>
              <p:nvPr/>
            </p:nvSpPr>
            <p:spPr>
              <a:xfrm>
                <a:off x="2775614" y="24511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45" name="ph2545"/>
              <p:cNvSpPr/>
              <p:nvPr/>
            </p:nvSpPr>
            <p:spPr>
              <a:xfrm>
                <a:off x="1687217" y="24618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46" name="ph2546"/>
              <p:cNvSpPr/>
              <p:nvPr/>
            </p:nvSpPr>
            <p:spPr>
              <a:xfrm>
                <a:off x="1695924" y="24618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47" name="ph2547"/>
              <p:cNvSpPr/>
              <p:nvPr/>
            </p:nvSpPr>
            <p:spPr>
              <a:xfrm>
                <a:off x="1704631" y="24618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48" name="ph2548"/>
              <p:cNvSpPr/>
              <p:nvPr/>
            </p:nvSpPr>
            <p:spPr>
              <a:xfrm>
                <a:off x="1748167" y="24618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49" name="ph2549"/>
              <p:cNvSpPr/>
              <p:nvPr/>
            </p:nvSpPr>
            <p:spPr>
              <a:xfrm>
                <a:off x="1756875" y="24618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6FA0">
                  <a:alpha val="100000"/>
                </a:srgbClr>
              </a:solidFill>
              <a:ln w="5420" cap="flat">
                <a:solidFill>
                  <a:srgbClr val="3B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50" name="ph2550"/>
              <p:cNvSpPr/>
              <p:nvPr/>
            </p:nvSpPr>
            <p:spPr>
              <a:xfrm>
                <a:off x="1765582" y="24618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51" name="ph2551"/>
              <p:cNvSpPr/>
              <p:nvPr/>
            </p:nvSpPr>
            <p:spPr>
              <a:xfrm>
                <a:off x="1774289" y="24618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52" name="ph2552"/>
              <p:cNvSpPr/>
              <p:nvPr/>
            </p:nvSpPr>
            <p:spPr>
              <a:xfrm>
                <a:off x="1782996" y="24618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53" name="ph2553"/>
              <p:cNvSpPr/>
              <p:nvPr/>
            </p:nvSpPr>
            <p:spPr>
              <a:xfrm>
                <a:off x="1791703" y="24618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54" name="ph2554"/>
              <p:cNvSpPr/>
              <p:nvPr/>
            </p:nvSpPr>
            <p:spPr>
              <a:xfrm>
                <a:off x="1800410" y="24618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55" name="ph2555"/>
              <p:cNvSpPr/>
              <p:nvPr/>
            </p:nvSpPr>
            <p:spPr>
              <a:xfrm>
                <a:off x="1809118" y="24618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56" name="ph2556"/>
              <p:cNvSpPr/>
              <p:nvPr/>
            </p:nvSpPr>
            <p:spPr>
              <a:xfrm>
                <a:off x="1817825" y="24618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57" name="ph2557"/>
              <p:cNvSpPr/>
              <p:nvPr/>
            </p:nvSpPr>
            <p:spPr>
              <a:xfrm>
                <a:off x="1826532" y="24618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58" name="ph2558"/>
              <p:cNvSpPr/>
              <p:nvPr/>
            </p:nvSpPr>
            <p:spPr>
              <a:xfrm>
                <a:off x="1835239" y="24618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59" name="ph2559"/>
              <p:cNvSpPr/>
              <p:nvPr/>
            </p:nvSpPr>
            <p:spPr>
              <a:xfrm>
                <a:off x="1904897" y="24618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60" name="ph2560"/>
              <p:cNvSpPr/>
              <p:nvPr/>
            </p:nvSpPr>
            <p:spPr>
              <a:xfrm>
                <a:off x="1913604" y="24618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61" name="ph2561"/>
              <p:cNvSpPr/>
              <p:nvPr/>
            </p:nvSpPr>
            <p:spPr>
              <a:xfrm>
                <a:off x="1922311" y="24618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62" name="ph2562"/>
              <p:cNvSpPr/>
              <p:nvPr/>
            </p:nvSpPr>
            <p:spPr>
              <a:xfrm>
                <a:off x="1931018" y="24618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63" name="ph2563"/>
              <p:cNvSpPr/>
              <p:nvPr/>
            </p:nvSpPr>
            <p:spPr>
              <a:xfrm>
                <a:off x="1939725" y="24618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64" name="ph2564"/>
              <p:cNvSpPr/>
              <p:nvPr/>
            </p:nvSpPr>
            <p:spPr>
              <a:xfrm>
                <a:off x="2026797" y="24618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65" name="ph2565"/>
              <p:cNvSpPr/>
              <p:nvPr/>
            </p:nvSpPr>
            <p:spPr>
              <a:xfrm>
                <a:off x="2035504" y="24618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66" name="ph2566"/>
              <p:cNvSpPr/>
              <p:nvPr/>
            </p:nvSpPr>
            <p:spPr>
              <a:xfrm>
                <a:off x="2044211" y="24618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67" name="ph2567"/>
              <p:cNvSpPr/>
              <p:nvPr/>
            </p:nvSpPr>
            <p:spPr>
              <a:xfrm>
                <a:off x="2052919" y="24618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68" name="ph2568"/>
              <p:cNvSpPr/>
              <p:nvPr/>
            </p:nvSpPr>
            <p:spPr>
              <a:xfrm>
                <a:off x="2061626" y="24618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69" name="ph2569"/>
              <p:cNvSpPr/>
              <p:nvPr/>
            </p:nvSpPr>
            <p:spPr>
              <a:xfrm>
                <a:off x="2070333" y="24618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70" name="ph2570"/>
              <p:cNvSpPr/>
              <p:nvPr/>
            </p:nvSpPr>
            <p:spPr>
              <a:xfrm>
                <a:off x="2079040" y="24618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71" name="ph2571"/>
              <p:cNvSpPr/>
              <p:nvPr/>
            </p:nvSpPr>
            <p:spPr>
              <a:xfrm>
                <a:off x="2087747" y="24618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72" name="ph2572"/>
              <p:cNvSpPr/>
              <p:nvPr/>
            </p:nvSpPr>
            <p:spPr>
              <a:xfrm>
                <a:off x="2096455" y="24618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73" name="ph2573"/>
              <p:cNvSpPr/>
              <p:nvPr/>
            </p:nvSpPr>
            <p:spPr>
              <a:xfrm>
                <a:off x="2105162" y="24618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74" name="ph2574"/>
              <p:cNvSpPr/>
              <p:nvPr/>
            </p:nvSpPr>
            <p:spPr>
              <a:xfrm>
                <a:off x="2113869" y="24618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75" name="ph2575"/>
              <p:cNvSpPr/>
              <p:nvPr/>
            </p:nvSpPr>
            <p:spPr>
              <a:xfrm>
                <a:off x="2122576" y="24618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76" name="ph2576"/>
              <p:cNvSpPr/>
              <p:nvPr/>
            </p:nvSpPr>
            <p:spPr>
              <a:xfrm>
                <a:off x="2131283" y="24618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77" name="ph2577"/>
              <p:cNvSpPr/>
              <p:nvPr/>
            </p:nvSpPr>
            <p:spPr>
              <a:xfrm>
                <a:off x="2139990" y="24618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78" name="ph2578"/>
              <p:cNvSpPr/>
              <p:nvPr/>
            </p:nvSpPr>
            <p:spPr>
              <a:xfrm>
                <a:off x="2401206" y="24618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79" name="ph2579"/>
              <p:cNvSpPr/>
              <p:nvPr/>
            </p:nvSpPr>
            <p:spPr>
              <a:xfrm>
                <a:off x="2409913" y="24618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80" name="ph2580"/>
              <p:cNvSpPr/>
              <p:nvPr/>
            </p:nvSpPr>
            <p:spPr>
              <a:xfrm>
                <a:off x="2418620" y="24618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81" name="ph2581"/>
              <p:cNvSpPr/>
              <p:nvPr/>
            </p:nvSpPr>
            <p:spPr>
              <a:xfrm>
                <a:off x="2427327" y="24618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82" name="ph2582"/>
              <p:cNvSpPr/>
              <p:nvPr/>
            </p:nvSpPr>
            <p:spPr>
              <a:xfrm>
                <a:off x="2436034" y="24618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83" name="ph2583"/>
              <p:cNvSpPr/>
              <p:nvPr/>
            </p:nvSpPr>
            <p:spPr>
              <a:xfrm>
                <a:off x="2444742" y="24618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84" name="ph2584"/>
              <p:cNvSpPr/>
              <p:nvPr/>
            </p:nvSpPr>
            <p:spPr>
              <a:xfrm>
                <a:off x="2453449" y="24618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85" name="ph2585"/>
              <p:cNvSpPr/>
              <p:nvPr/>
            </p:nvSpPr>
            <p:spPr>
              <a:xfrm>
                <a:off x="2470863" y="24618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86" name="ph2586"/>
              <p:cNvSpPr/>
              <p:nvPr/>
            </p:nvSpPr>
            <p:spPr>
              <a:xfrm>
                <a:off x="2479570" y="24618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87" name="ph2587"/>
              <p:cNvSpPr/>
              <p:nvPr/>
            </p:nvSpPr>
            <p:spPr>
              <a:xfrm>
                <a:off x="2488278" y="24618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88" name="ph2588"/>
              <p:cNvSpPr/>
              <p:nvPr/>
            </p:nvSpPr>
            <p:spPr>
              <a:xfrm>
                <a:off x="2496985" y="24618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89" name="ph2589"/>
              <p:cNvSpPr/>
              <p:nvPr/>
            </p:nvSpPr>
            <p:spPr>
              <a:xfrm>
                <a:off x="2505692" y="24618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90" name="ph2590"/>
              <p:cNvSpPr/>
              <p:nvPr/>
            </p:nvSpPr>
            <p:spPr>
              <a:xfrm>
                <a:off x="2514399" y="24618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91" name="ph2591"/>
              <p:cNvSpPr/>
              <p:nvPr/>
            </p:nvSpPr>
            <p:spPr>
              <a:xfrm>
                <a:off x="2523106" y="24618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92" name="ph2592"/>
              <p:cNvSpPr/>
              <p:nvPr/>
            </p:nvSpPr>
            <p:spPr>
              <a:xfrm>
                <a:off x="2531813" y="24618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93" name="ph2593"/>
              <p:cNvSpPr/>
              <p:nvPr/>
            </p:nvSpPr>
            <p:spPr>
              <a:xfrm>
                <a:off x="2540521" y="24618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94" name="ph2594"/>
              <p:cNvSpPr/>
              <p:nvPr/>
            </p:nvSpPr>
            <p:spPr>
              <a:xfrm>
                <a:off x="2549228" y="24618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95" name="ph2595"/>
              <p:cNvSpPr/>
              <p:nvPr/>
            </p:nvSpPr>
            <p:spPr>
              <a:xfrm>
                <a:off x="2557935" y="24618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96" name="ph2596"/>
              <p:cNvSpPr/>
              <p:nvPr/>
            </p:nvSpPr>
            <p:spPr>
              <a:xfrm>
                <a:off x="2566642" y="24618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6FA0">
                  <a:alpha val="100000"/>
                </a:srgbClr>
              </a:solidFill>
              <a:ln w="5420" cap="flat">
                <a:solidFill>
                  <a:srgbClr val="3B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97" name="ph2597"/>
              <p:cNvSpPr/>
              <p:nvPr/>
            </p:nvSpPr>
            <p:spPr>
              <a:xfrm>
                <a:off x="2575349" y="24618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0A1">
                  <a:alpha val="100000"/>
                </a:srgbClr>
              </a:solidFill>
              <a:ln w="5420" cap="flat">
                <a:solidFill>
                  <a:srgbClr val="3B70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98" name="ph2598"/>
              <p:cNvSpPr/>
              <p:nvPr/>
            </p:nvSpPr>
            <p:spPr>
              <a:xfrm>
                <a:off x="2584057" y="24618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599" name="ph2599"/>
              <p:cNvSpPr/>
              <p:nvPr/>
            </p:nvSpPr>
            <p:spPr>
              <a:xfrm>
                <a:off x="2592764" y="24618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00" name="ph2600"/>
              <p:cNvSpPr/>
              <p:nvPr/>
            </p:nvSpPr>
            <p:spPr>
              <a:xfrm>
                <a:off x="2749493" y="24618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01" name="ph2601"/>
              <p:cNvSpPr/>
              <p:nvPr/>
            </p:nvSpPr>
            <p:spPr>
              <a:xfrm>
                <a:off x="2758200" y="24618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39E">
                  <a:alpha val="100000"/>
                </a:srgbClr>
              </a:solidFill>
              <a:ln w="5420" cap="flat">
                <a:solidFill>
                  <a:srgbClr val="3A63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02" name="ph2602"/>
              <p:cNvSpPr/>
              <p:nvPr/>
            </p:nvSpPr>
            <p:spPr>
              <a:xfrm>
                <a:off x="2766907" y="24618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03" name="ph2603"/>
              <p:cNvSpPr/>
              <p:nvPr/>
            </p:nvSpPr>
            <p:spPr>
              <a:xfrm>
                <a:off x="2775614" y="24618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04" name="ph2604"/>
              <p:cNvSpPr/>
              <p:nvPr/>
            </p:nvSpPr>
            <p:spPr>
              <a:xfrm>
                <a:off x="1669803" y="24725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4A2">
                  <a:alpha val="100000"/>
                </a:srgbClr>
              </a:solidFill>
              <a:ln w="5420" cap="flat">
                <a:solidFill>
                  <a:srgbClr val="3A74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05" name="ph2605"/>
              <p:cNvSpPr/>
              <p:nvPr/>
            </p:nvSpPr>
            <p:spPr>
              <a:xfrm>
                <a:off x="1678510" y="24725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06" name="ph2606"/>
              <p:cNvSpPr/>
              <p:nvPr/>
            </p:nvSpPr>
            <p:spPr>
              <a:xfrm>
                <a:off x="1687217" y="24725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07" name="ph2607"/>
              <p:cNvSpPr/>
              <p:nvPr/>
            </p:nvSpPr>
            <p:spPr>
              <a:xfrm>
                <a:off x="1695924" y="24725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08" name="ph2608"/>
              <p:cNvSpPr/>
              <p:nvPr/>
            </p:nvSpPr>
            <p:spPr>
              <a:xfrm>
                <a:off x="1704631" y="24725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09" name="ph2609"/>
              <p:cNvSpPr/>
              <p:nvPr/>
            </p:nvSpPr>
            <p:spPr>
              <a:xfrm>
                <a:off x="1713339" y="24725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10" name="ph2610"/>
              <p:cNvSpPr/>
              <p:nvPr/>
            </p:nvSpPr>
            <p:spPr>
              <a:xfrm>
                <a:off x="1739460" y="24725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11" name="ph2611"/>
              <p:cNvSpPr/>
              <p:nvPr/>
            </p:nvSpPr>
            <p:spPr>
              <a:xfrm>
                <a:off x="1748167" y="24725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12" name="ph2612"/>
              <p:cNvSpPr/>
              <p:nvPr/>
            </p:nvSpPr>
            <p:spPr>
              <a:xfrm>
                <a:off x="1756875" y="24725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13" name="ph2613"/>
              <p:cNvSpPr/>
              <p:nvPr/>
            </p:nvSpPr>
            <p:spPr>
              <a:xfrm>
                <a:off x="1765582" y="24725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14" name="ph2614"/>
              <p:cNvSpPr/>
              <p:nvPr/>
            </p:nvSpPr>
            <p:spPr>
              <a:xfrm>
                <a:off x="1774289" y="24725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15" name="ph2615"/>
              <p:cNvSpPr/>
              <p:nvPr/>
            </p:nvSpPr>
            <p:spPr>
              <a:xfrm>
                <a:off x="1782996" y="24725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16" name="ph2616"/>
              <p:cNvSpPr/>
              <p:nvPr/>
            </p:nvSpPr>
            <p:spPr>
              <a:xfrm>
                <a:off x="1791703" y="24725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17" name="ph2617"/>
              <p:cNvSpPr/>
              <p:nvPr/>
            </p:nvSpPr>
            <p:spPr>
              <a:xfrm>
                <a:off x="1800410" y="24725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18" name="ph2618"/>
              <p:cNvSpPr/>
              <p:nvPr/>
            </p:nvSpPr>
            <p:spPr>
              <a:xfrm>
                <a:off x="1809118" y="24725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19" name="ph2619"/>
              <p:cNvSpPr/>
              <p:nvPr/>
            </p:nvSpPr>
            <p:spPr>
              <a:xfrm>
                <a:off x="1817825" y="24725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20" name="ph2620"/>
              <p:cNvSpPr/>
              <p:nvPr/>
            </p:nvSpPr>
            <p:spPr>
              <a:xfrm>
                <a:off x="1826532" y="24725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21" name="ph2621"/>
              <p:cNvSpPr/>
              <p:nvPr/>
            </p:nvSpPr>
            <p:spPr>
              <a:xfrm>
                <a:off x="1835239" y="24725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22" name="ph2622"/>
              <p:cNvSpPr/>
              <p:nvPr/>
            </p:nvSpPr>
            <p:spPr>
              <a:xfrm>
                <a:off x="1843946" y="24725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23" name="ph2623"/>
              <p:cNvSpPr/>
              <p:nvPr/>
            </p:nvSpPr>
            <p:spPr>
              <a:xfrm>
                <a:off x="1852653" y="24725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24" name="ph2624"/>
              <p:cNvSpPr/>
              <p:nvPr/>
            </p:nvSpPr>
            <p:spPr>
              <a:xfrm>
                <a:off x="1896189" y="24725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25" name="ph2625"/>
              <p:cNvSpPr/>
              <p:nvPr/>
            </p:nvSpPr>
            <p:spPr>
              <a:xfrm>
                <a:off x="1904897" y="24725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26" name="ph2626"/>
              <p:cNvSpPr/>
              <p:nvPr/>
            </p:nvSpPr>
            <p:spPr>
              <a:xfrm>
                <a:off x="1913604" y="24725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27" name="ph2627"/>
              <p:cNvSpPr/>
              <p:nvPr/>
            </p:nvSpPr>
            <p:spPr>
              <a:xfrm>
                <a:off x="1922311" y="24725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28" name="ph2628"/>
              <p:cNvSpPr/>
              <p:nvPr/>
            </p:nvSpPr>
            <p:spPr>
              <a:xfrm>
                <a:off x="1931018" y="24725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29" name="ph2629"/>
              <p:cNvSpPr/>
              <p:nvPr/>
            </p:nvSpPr>
            <p:spPr>
              <a:xfrm>
                <a:off x="1939725" y="24725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30" name="ph2630"/>
              <p:cNvSpPr/>
              <p:nvPr/>
            </p:nvSpPr>
            <p:spPr>
              <a:xfrm>
                <a:off x="1948432" y="24725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31" name="ph2631"/>
              <p:cNvSpPr/>
              <p:nvPr/>
            </p:nvSpPr>
            <p:spPr>
              <a:xfrm>
                <a:off x="1957140" y="24725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32" name="ph2632"/>
              <p:cNvSpPr/>
              <p:nvPr/>
            </p:nvSpPr>
            <p:spPr>
              <a:xfrm>
                <a:off x="2044211" y="24725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33" name="ph2633"/>
              <p:cNvSpPr/>
              <p:nvPr/>
            </p:nvSpPr>
            <p:spPr>
              <a:xfrm>
                <a:off x="2052919" y="24725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34" name="ph2634"/>
              <p:cNvSpPr/>
              <p:nvPr/>
            </p:nvSpPr>
            <p:spPr>
              <a:xfrm>
                <a:off x="2061626" y="24725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35" name="ph2635"/>
              <p:cNvSpPr/>
              <p:nvPr/>
            </p:nvSpPr>
            <p:spPr>
              <a:xfrm>
                <a:off x="2070333" y="24725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36" name="ph2636"/>
              <p:cNvSpPr/>
              <p:nvPr/>
            </p:nvSpPr>
            <p:spPr>
              <a:xfrm>
                <a:off x="2079040" y="24725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37" name="ph2637"/>
              <p:cNvSpPr/>
              <p:nvPr/>
            </p:nvSpPr>
            <p:spPr>
              <a:xfrm>
                <a:off x="2087747" y="24725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38" name="ph2638"/>
              <p:cNvSpPr/>
              <p:nvPr/>
            </p:nvSpPr>
            <p:spPr>
              <a:xfrm>
                <a:off x="2096455" y="24725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39" name="ph2639"/>
              <p:cNvSpPr/>
              <p:nvPr/>
            </p:nvSpPr>
            <p:spPr>
              <a:xfrm>
                <a:off x="2105162" y="24725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40" name="ph2640"/>
              <p:cNvSpPr/>
              <p:nvPr/>
            </p:nvSpPr>
            <p:spPr>
              <a:xfrm>
                <a:off x="2113869" y="24725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41" name="ph2641"/>
              <p:cNvSpPr/>
              <p:nvPr/>
            </p:nvSpPr>
            <p:spPr>
              <a:xfrm>
                <a:off x="2122576" y="24725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42" name="ph2642"/>
              <p:cNvSpPr/>
              <p:nvPr/>
            </p:nvSpPr>
            <p:spPr>
              <a:xfrm>
                <a:off x="2131283" y="24725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43" name="ph2643"/>
              <p:cNvSpPr/>
              <p:nvPr/>
            </p:nvSpPr>
            <p:spPr>
              <a:xfrm>
                <a:off x="2139990" y="24725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44" name="ph2644"/>
              <p:cNvSpPr/>
              <p:nvPr/>
            </p:nvSpPr>
            <p:spPr>
              <a:xfrm>
                <a:off x="2409913" y="24725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45" name="ph2645"/>
              <p:cNvSpPr/>
              <p:nvPr/>
            </p:nvSpPr>
            <p:spPr>
              <a:xfrm>
                <a:off x="2418620" y="24725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46" name="ph2646"/>
              <p:cNvSpPr/>
              <p:nvPr/>
            </p:nvSpPr>
            <p:spPr>
              <a:xfrm>
                <a:off x="2427327" y="24725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47" name="ph2647"/>
              <p:cNvSpPr/>
              <p:nvPr/>
            </p:nvSpPr>
            <p:spPr>
              <a:xfrm>
                <a:off x="2436034" y="24725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48" name="ph2648"/>
              <p:cNvSpPr/>
              <p:nvPr/>
            </p:nvSpPr>
            <p:spPr>
              <a:xfrm>
                <a:off x="2444742" y="24725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49" name="ph2649"/>
              <p:cNvSpPr/>
              <p:nvPr/>
            </p:nvSpPr>
            <p:spPr>
              <a:xfrm>
                <a:off x="2453449" y="24725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50" name="ph2650"/>
              <p:cNvSpPr/>
              <p:nvPr/>
            </p:nvSpPr>
            <p:spPr>
              <a:xfrm>
                <a:off x="2462156" y="24725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51" name="ph2651"/>
              <p:cNvSpPr/>
              <p:nvPr/>
            </p:nvSpPr>
            <p:spPr>
              <a:xfrm>
                <a:off x="2470863" y="24725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52" name="ph2652"/>
              <p:cNvSpPr/>
              <p:nvPr/>
            </p:nvSpPr>
            <p:spPr>
              <a:xfrm>
                <a:off x="2479570" y="24725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53" name="ph2653"/>
              <p:cNvSpPr/>
              <p:nvPr/>
            </p:nvSpPr>
            <p:spPr>
              <a:xfrm>
                <a:off x="2488278" y="24725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54" name="ph2654"/>
              <p:cNvSpPr/>
              <p:nvPr/>
            </p:nvSpPr>
            <p:spPr>
              <a:xfrm>
                <a:off x="2496985" y="24725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55" name="ph2655"/>
              <p:cNvSpPr/>
              <p:nvPr/>
            </p:nvSpPr>
            <p:spPr>
              <a:xfrm>
                <a:off x="2505692" y="24725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56" name="ph2656"/>
              <p:cNvSpPr/>
              <p:nvPr/>
            </p:nvSpPr>
            <p:spPr>
              <a:xfrm>
                <a:off x="2514399" y="24725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57" name="ph2657"/>
              <p:cNvSpPr/>
              <p:nvPr/>
            </p:nvSpPr>
            <p:spPr>
              <a:xfrm>
                <a:off x="2523106" y="24725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58" name="ph2658"/>
              <p:cNvSpPr/>
              <p:nvPr/>
            </p:nvSpPr>
            <p:spPr>
              <a:xfrm>
                <a:off x="2531813" y="24725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59" name="ph2659"/>
              <p:cNvSpPr/>
              <p:nvPr/>
            </p:nvSpPr>
            <p:spPr>
              <a:xfrm>
                <a:off x="2540521" y="24725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60" name="ph2660"/>
              <p:cNvSpPr/>
              <p:nvPr/>
            </p:nvSpPr>
            <p:spPr>
              <a:xfrm>
                <a:off x="2549228" y="24725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61" name="ph2661"/>
              <p:cNvSpPr/>
              <p:nvPr/>
            </p:nvSpPr>
            <p:spPr>
              <a:xfrm>
                <a:off x="2557935" y="24725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62" name="ph2662"/>
              <p:cNvSpPr/>
              <p:nvPr/>
            </p:nvSpPr>
            <p:spPr>
              <a:xfrm>
                <a:off x="2566642" y="24725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63" name="ph2663"/>
              <p:cNvSpPr/>
              <p:nvPr/>
            </p:nvSpPr>
            <p:spPr>
              <a:xfrm>
                <a:off x="2575349" y="24725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64" name="ph2664"/>
              <p:cNvSpPr/>
              <p:nvPr/>
            </p:nvSpPr>
            <p:spPr>
              <a:xfrm>
                <a:off x="2584057" y="24725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65" name="ph2665"/>
              <p:cNvSpPr/>
              <p:nvPr/>
            </p:nvSpPr>
            <p:spPr>
              <a:xfrm>
                <a:off x="2592764" y="24725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66" name="ph2666"/>
              <p:cNvSpPr/>
              <p:nvPr/>
            </p:nvSpPr>
            <p:spPr>
              <a:xfrm>
                <a:off x="2601471" y="24725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67" name="ph2667"/>
              <p:cNvSpPr/>
              <p:nvPr/>
            </p:nvSpPr>
            <p:spPr>
              <a:xfrm>
                <a:off x="2749493" y="24725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68" name="ph2668"/>
              <p:cNvSpPr/>
              <p:nvPr/>
            </p:nvSpPr>
            <p:spPr>
              <a:xfrm>
                <a:off x="2758200" y="24725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69" name="ph2669"/>
              <p:cNvSpPr/>
              <p:nvPr/>
            </p:nvSpPr>
            <p:spPr>
              <a:xfrm>
                <a:off x="2766907" y="24725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70" name="ph2670"/>
              <p:cNvSpPr/>
              <p:nvPr/>
            </p:nvSpPr>
            <p:spPr>
              <a:xfrm>
                <a:off x="2775614" y="24725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71" name="ph2671"/>
              <p:cNvSpPr/>
              <p:nvPr/>
            </p:nvSpPr>
            <p:spPr>
              <a:xfrm>
                <a:off x="2784322" y="24725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72" name="ph2672"/>
              <p:cNvSpPr/>
              <p:nvPr/>
            </p:nvSpPr>
            <p:spPr>
              <a:xfrm>
                <a:off x="1661096" y="24832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73" name="ph2673"/>
              <p:cNvSpPr/>
              <p:nvPr/>
            </p:nvSpPr>
            <p:spPr>
              <a:xfrm>
                <a:off x="1669803" y="24832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74" name="ph2674"/>
              <p:cNvSpPr/>
              <p:nvPr/>
            </p:nvSpPr>
            <p:spPr>
              <a:xfrm>
                <a:off x="1678510" y="24832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75" name="ph2675"/>
              <p:cNvSpPr/>
              <p:nvPr/>
            </p:nvSpPr>
            <p:spPr>
              <a:xfrm>
                <a:off x="1687217" y="24832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76" name="ph2676"/>
              <p:cNvSpPr/>
              <p:nvPr/>
            </p:nvSpPr>
            <p:spPr>
              <a:xfrm>
                <a:off x="1695924" y="24832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77" name="ph2677"/>
              <p:cNvSpPr/>
              <p:nvPr/>
            </p:nvSpPr>
            <p:spPr>
              <a:xfrm>
                <a:off x="1704631" y="24832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78" name="ph2678"/>
              <p:cNvSpPr/>
              <p:nvPr/>
            </p:nvSpPr>
            <p:spPr>
              <a:xfrm>
                <a:off x="1713339" y="24832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79" name="ph2679"/>
              <p:cNvSpPr/>
              <p:nvPr/>
            </p:nvSpPr>
            <p:spPr>
              <a:xfrm>
                <a:off x="1722046" y="24832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80" name="ph2680"/>
              <p:cNvSpPr/>
              <p:nvPr/>
            </p:nvSpPr>
            <p:spPr>
              <a:xfrm>
                <a:off x="1730753" y="24832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81" name="ph2681"/>
              <p:cNvSpPr/>
              <p:nvPr/>
            </p:nvSpPr>
            <p:spPr>
              <a:xfrm>
                <a:off x="1739460" y="24832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0A1">
                  <a:alpha val="100000"/>
                </a:srgbClr>
              </a:solidFill>
              <a:ln w="5420" cap="flat">
                <a:solidFill>
                  <a:srgbClr val="3B70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82" name="ph2682"/>
              <p:cNvSpPr/>
              <p:nvPr/>
            </p:nvSpPr>
            <p:spPr>
              <a:xfrm>
                <a:off x="1748167" y="24832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83" name="ph2683"/>
              <p:cNvSpPr/>
              <p:nvPr/>
            </p:nvSpPr>
            <p:spPr>
              <a:xfrm>
                <a:off x="1756875" y="24832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84" name="ph2684"/>
              <p:cNvSpPr/>
              <p:nvPr/>
            </p:nvSpPr>
            <p:spPr>
              <a:xfrm>
                <a:off x="1765582" y="24832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85" name="ph2685"/>
              <p:cNvSpPr/>
              <p:nvPr/>
            </p:nvSpPr>
            <p:spPr>
              <a:xfrm>
                <a:off x="1774289" y="24832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86" name="ph2686"/>
              <p:cNvSpPr/>
              <p:nvPr/>
            </p:nvSpPr>
            <p:spPr>
              <a:xfrm>
                <a:off x="1782996" y="24832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87" name="ph2687"/>
              <p:cNvSpPr/>
              <p:nvPr/>
            </p:nvSpPr>
            <p:spPr>
              <a:xfrm>
                <a:off x="1791703" y="24832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88" name="ph2688"/>
              <p:cNvSpPr/>
              <p:nvPr/>
            </p:nvSpPr>
            <p:spPr>
              <a:xfrm>
                <a:off x="1800410" y="24832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89" name="ph2689"/>
              <p:cNvSpPr/>
              <p:nvPr/>
            </p:nvSpPr>
            <p:spPr>
              <a:xfrm>
                <a:off x="1809118" y="24832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90" name="ph2690"/>
              <p:cNvSpPr/>
              <p:nvPr/>
            </p:nvSpPr>
            <p:spPr>
              <a:xfrm>
                <a:off x="1817825" y="24832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91" name="ph2691"/>
              <p:cNvSpPr/>
              <p:nvPr/>
            </p:nvSpPr>
            <p:spPr>
              <a:xfrm>
                <a:off x="1826532" y="24832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92" name="ph2692"/>
              <p:cNvSpPr/>
              <p:nvPr/>
            </p:nvSpPr>
            <p:spPr>
              <a:xfrm>
                <a:off x="1835239" y="24832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93" name="ph2693"/>
              <p:cNvSpPr/>
              <p:nvPr/>
            </p:nvSpPr>
            <p:spPr>
              <a:xfrm>
                <a:off x="1843946" y="24832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94" name="ph2694"/>
              <p:cNvSpPr/>
              <p:nvPr/>
            </p:nvSpPr>
            <p:spPr>
              <a:xfrm>
                <a:off x="1852653" y="24832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95" name="ph2695"/>
              <p:cNvSpPr/>
              <p:nvPr/>
            </p:nvSpPr>
            <p:spPr>
              <a:xfrm>
                <a:off x="1861361" y="24832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96" name="ph2696"/>
              <p:cNvSpPr/>
              <p:nvPr/>
            </p:nvSpPr>
            <p:spPr>
              <a:xfrm>
                <a:off x="1870068" y="24832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97" name="ph2697"/>
              <p:cNvSpPr/>
              <p:nvPr/>
            </p:nvSpPr>
            <p:spPr>
              <a:xfrm>
                <a:off x="1878775" y="24832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98" name="ph2698"/>
              <p:cNvSpPr/>
              <p:nvPr/>
            </p:nvSpPr>
            <p:spPr>
              <a:xfrm>
                <a:off x="1887482" y="24832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699" name="ph2699"/>
              <p:cNvSpPr/>
              <p:nvPr/>
            </p:nvSpPr>
            <p:spPr>
              <a:xfrm>
                <a:off x="1896189" y="24832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00" name="ph2700"/>
              <p:cNvSpPr/>
              <p:nvPr/>
            </p:nvSpPr>
            <p:spPr>
              <a:xfrm>
                <a:off x="1904897" y="24832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01" name="ph2701"/>
              <p:cNvSpPr/>
              <p:nvPr/>
            </p:nvSpPr>
            <p:spPr>
              <a:xfrm>
                <a:off x="1913604" y="24832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619D">
                  <a:alpha val="100000"/>
                </a:srgbClr>
              </a:solidFill>
              <a:ln w="5420" cap="flat">
                <a:solidFill>
                  <a:srgbClr val="39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02" name="ph2702"/>
              <p:cNvSpPr/>
              <p:nvPr/>
            </p:nvSpPr>
            <p:spPr>
              <a:xfrm>
                <a:off x="1922311" y="24832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03" name="ph2703"/>
              <p:cNvSpPr/>
              <p:nvPr/>
            </p:nvSpPr>
            <p:spPr>
              <a:xfrm>
                <a:off x="1931018" y="24832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5D9C">
                  <a:alpha val="100000"/>
                </a:srgbClr>
              </a:solidFill>
              <a:ln w="5420" cap="flat">
                <a:solidFill>
                  <a:srgbClr val="395D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04" name="ph2704"/>
              <p:cNvSpPr/>
              <p:nvPr/>
            </p:nvSpPr>
            <p:spPr>
              <a:xfrm>
                <a:off x="1939725" y="24832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5D9C">
                  <a:alpha val="100000"/>
                </a:srgbClr>
              </a:solidFill>
              <a:ln w="5420" cap="flat">
                <a:solidFill>
                  <a:srgbClr val="395D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05" name="ph2705"/>
              <p:cNvSpPr/>
              <p:nvPr/>
            </p:nvSpPr>
            <p:spPr>
              <a:xfrm>
                <a:off x="1948432" y="24832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06" name="ph2706"/>
              <p:cNvSpPr/>
              <p:nvPr/>
            </p:nvSpPr>
            <p:spPr>
              <a:xfrm>
                <a:off x="1957140" y="24832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5F9D">
                  <a:alpha val="100000"/>
                </a:srgbClr>
              </a:solidFill>
              <a:ln w="5420" cap="flat">
                <a:solidFill>
                  <a:srgbClr val="395F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07" name="ph2707"/>
              <p:cNvSpPr/>
              <p:nvPr/>
            </p:nvSpPr>
            <p:spPr>
              <a:xfrm>
                <a:off x="1965847" y="24832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08" name="ph2708"/>
              <p:cNvSpPr/>
              <p:nvPr/>
            </p:nvSpPr>
            <p:spPr>
              <a:xfrm>
                <a:off x="1974554" y="24832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09" name="ph2709"/>
              <p:cNvSpPr/>
              <p:nvPr/>
            </p:nvSpPr>
            <p:spPr>
              <a:xfrm>
                <a:off x="1983261" y="24832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10" name="ph2710"/>
              <p:cNvSpPr/>
              <p:nvPr/>
            </p:nvSpPr>
            <p:spPr>
              <a:xfrm>
                <a:off x="2052919" y="24832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11" name="ph2711"/>
              <p:cNvSpPr/>
              <p:nvPr/>
            </p:nvSpPr>
            <p:spPr>
              <a:xfrm>
                <a:off x="2061626" y="24832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12" name="ph2712"/>
              <p:cNvSpPr/>
              <p:nvPr/>
            </p:nvSpPr>
            <p:spPr>
              <a:xfrm>
                <a:off x="2070333" y="24832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13" name="ph2713"/>
              <p:cNvSpPr/>
              <p:nvPr/>
            </p:nvSpPr>
            <p:spPr>
              <a:xfrm>
                <a:off x="2087747" y="24832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14" name="ph2714"/>
              <p:cNvSpPr/>
              <p:nvPr/>
            </p:nvSpPr>
            <p:spPr>
              <a:xfrm>
                <a:off x="2096455" y="24832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15" name="ph2715"/>
              <p:cNvSpPr/>
              <p:nvPr/>
            </p:nvSpPr>
            <p:spPr>
              <a:xfrm>
                <a:off x="2105162" y="24832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16" name="ph2716"/>
              <p:cNvSpPr/>
              <p:nvPr/>
            </p:nvSpPr>
            <p:spPr>
              <a:xfrm>
                <a:off x="2113869" y="24832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17" name="ph2717"/>
              <p:cNvSpPr/>
              <p:nvPr/>
            </p:nvSpPr>
            <p:spPr>
              <a:xfrm>
                <a:off x="2122576" y="24832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18" name="ph2718"/>
              <p:cNvSpPr/>
              <p:nvPr/>
            </p:nvSpPr>
            <p:spPr>
              <a:xfrm>
                <a:off x="2131283" y="24832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19" name="ph2719"/>
              <p:cNvSpPr/>
              <p:nvPr/>
            </p:nvSpPr>
            <p:spPr>
              <a:xfrm>
                <a:off x="2139990" y="24832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20" name="ph2720"/>
              <p:cNvSpPr/>
              <p:nvPr/>
            </p:nvSpPr>
            <p:spPr>
              <a:xfrm>
                <a:off x="2418620" y="24832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21" name="ph2721"/>
              <p:cNvSpPr/>
              <p:nvPr/>
            </p:nvSpPr>
            <p:spPr>
              <a:xfrm>
                <a:off x="2427327" y="24832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22" name="ph2722"/>
              <p:cNvSpPr/>
              <p:nvPr/>
            </p:nvSpPr>
            <p:spPr>
              <a:xfrm>
                <a:off x="2436034" y="24832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23" name="ph2723"/>
              <p:cNvSpPr/>
              <p:nvPr/>
            </p:nvSpPr>
            <p:spPr>
              <a:xfrm>
                <a:off x="2444742" y="24832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24" name="ph2724"/>
              <p:cNvSpPr/>
              <p:nvPr/>
            </p:nvSpPr>
            <p:spPr>
              <a:xfrm>
                <a:off x="2453449" y="24832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25" name="ph2725"/>
              <p:cNvSpPr/>
              <p:nvPr/>
            </p:nvSpPr>
            <p:spPr>
              <a:xfrm>
                <a:off x="2462156" y="24832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26" name="ph2726"/>
              <p:cNvSpPr/>
              <p:nvPr/>
            </p:nvSpPr>
            <p:spPr>
              <a:xfrm>
                <a:off x="2470863" y="24832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27" name="ph2727"/>
              <p:cNvSpPr/>
              <p:nvPr/>
            </p:nvSpPr>
            <p:spPr>
              <a:xfrm>
                <a:off x="2479570" y="24832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28" name="ph2728"/>
              <p:cNvSpPr/>
              <p:nvPr/>
            </p:nvSpPr>
            <p:spPr>
              <a:xfrm>
                <a:off x="2488278" y="24832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29" name="ph2729"/>
              <p:cNvSpPr/>
              <p:nvPr/>
            </p:nvSpPr>
            <p:spPr>
              <a:xfrm>
                <a:off x="2496985" y="24832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30" name="ph2730"/>
              <p:cNvSpPr/>
              <p:nvPr/>
            </p:nvSpPr>
            <p:spPr>
              <a:xfrm>
                <a:off x="2505692" y="24832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31" name="ph2731"/>
              <p:cNvSpPr/>
              <p:nvPr/>
            </p:nvSpPr>
            <p:spPr>
              <a:xfrm>
                <a:off x="2514399" y="24832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32" name="ph2732"/>
              <p:cNvSpPr/>
              <p:nvPr/>
            </p:nvSpPr>
            <p:spPr>
              <a:xfrm>
                <a:off x="2523106" y="24832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33" name="ph2733"/>
              <p:cNvSpPr/>
              <p:nvPr/>
            </p:nvSpPr>
            <p:spPr>
              <a:xfrm>
                <a:off x="2531813" y="24832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34" name="ph2734"/>
              <p:cNvSpPr/>
              <p:nvPr/>
            </p:nvSpPr>
            <p:spPr>
              <a:xfrm>
                <a:off x="2557935" y="24832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35" name="ph2735"/>
              <p:cNvSpPr/>
              <p:nvPr/>
            </p:nvSpPr>
            <p:spPr>
              <a:xfrm>
                <a:off x="2566642" y="24832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36" name="ph2736"/>
              <p:cNvSpPr/>
              <p:nvPr/>
            </p:nvSpPr>
            <p:spPr>
              <a:xfrm>
                <a:off x="2575349" y="24832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37" name="ph2737"/>
              <p:cNvSpPr/>
              <p:nvPr/>
            </p:nvSpPr>
            <p:spPr>
              <a:xfrm>
                <a:off x="2584057" y="24832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0A1">
                  <a:alpha val="100000"/>
                </a:srgbClr>
              </a:solidFill>
              <a:ln w="5420" cap="flat">
                <a:solidFill>
                  <a:srgbClr val="3B70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38" name="ph2738"/>
              <p:cNvSpPr/>
              <p:nvPr/>
            </p:nvSpPr>
            <p:spPr>
              <a:xfrm>
                <a:off x="2592764" y="24832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39" name="ph2739"/>
              <p:cNvSpPr/>
              <p:nvPr/>
            </p:nvSpPr>
            <p:spPr>
              <a:xfrm>
                <a:off x="2601471" y="24832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40" name="ph2740"/>
              <p:cNvSpPr/>
              <p:nvPr/>
            </p:nvSpPr>
            <p:spPr>
              <a:xfrm>
                <a:off x="2610178" y="24832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41" name="ph2741"/>
              <p:cNvSpPr/>
              <p:nvPr/>
            </p:nvSpPr>
            <p:spPr>
              <a:xfrm>
                <a:off x="2749493" y="24832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42" name="ph2742"/>
              <p:cNvSpPr/>
              <p:nvPr/>
            </p:nvSpPr>
            <p:spPr>
              <a:xfrm>
                <a:off x="2758200" y="24832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43" name="ph2743"/>
              <p:cNvSpPr/>
              <p:nvPr/>
            </p:nvSpPr>
            <p:spPr>
              <a:xfrm>
                <a:off x="2766907" y="24832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44" name="ph2744"/>
              <p:cNvSpPr/>
              <p:nvPr/>
            </p:nvSpPr>
            <p:spPr>
              <a:xfrm>
                <a:off x="2775614" y="24832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45" name="ph2745"/>
              <p:cNvSpPr/>
              <p:nvPr/>
            </p:nvSpPr>
            <p:spPr>
              <a:xfrm>
                <a:off x="2784322" y="24832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46" name="ph2746"/>
              <p:cNvSpPr/>
              <p:nvPr/>
            </p:nvSpPr>
            <p:spPr>
              <a:xfrm>
                <a:off x="1661096" y="24939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47" name="ph2747"/>
              <p:cNvSpPr/>
              <p:nvPr/>
            </p:nvSpPr>
            <p:spPr>
              <a:xfrm>
                <a:off x="1669803" y="24939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48" name="ph2748"/>
              <p:cNvSpPr/>
              <p:nvPr/>
            </p:nvSpPr>
            <p:spPr>
              <a:xfrm>
                <a:off x="1678510" y="24939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49" name="ph2749"/>
              <p:cNvSpPr/>
              <p:nvPr/>
            </p:nvSpPr>
            <p:spPr>
              <a:xfrm>
                <a:off x="1687217" y="24939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50" name="ph2750"/>
              <p:cNvSpPr/>
              <p:nvPr/>
            </p:nvSpPr>
            <p:spPr>
              <a:xfrm>
                <a:off x="1695924" y="24939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51" name="ph2751"/>
              <p:cNvSpPr/>
              <p:nvPr/>
            </p:nvSpPr>
            <p:spPr>
              <a:xfrm>
                <a:off x="1704631" y="24939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52" name="ph2752"/>
              <p:cNvSpPr/>
              <p:nvPr/>
            </p:nvSpPr>
            <p:spPr>
              <a:xfrm>
                <a:off x="1713339" y="24939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53" name="ph2753"/>
              <p:cNvSpPr/>
              <p:nvPr/>
            </p:nvSpPr>
            <p:spPr>
              <a:xfrm>
                <a:off x="1722046" y="24939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3A1">
                  <a:alpha val="100000"/>
                </a:srgbClr>
              </a:solidFill>
              <a:ln w="5420" cap="flat">
                <a:solidFill>
                  <a:srgbClr val="3B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54" name="ph2754"/>
              <p:cNvSpPr/>
              <p:nvPr/>
            </p:nvSpPr>
            <p:spPr>
              <a:xfrm>
                <a:off x="1730753" y="24939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55" name="ph2755"/>
              <p:cNvSpPr/>
              <p:nvPr/>
            </p:nvSpPr>
            <p:spPr>
              <a:xfrm>
                <a:off x="1739460" y="24939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0A1">
                  <a:alpha val="100000"/>
                </a:srgbClr>
              </a:solidFill>
              <a:ln w="5420" cap="flat">
                <a:solidFill>
                  <a:srgbClr val="3B70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56" name="ph2756"/>
              <p:cNvSpPr/>
              <p:nvPr/>
            </p:nvSpPr>
            <p:spPr>
              <a:xfrm>
                <a:off x="1748167" y="24939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57" name="ph2757"/>
              <p:cNvSpPr/>
              <p:nvPr/>
            </p:nvSpPr>
            <p:spPr>
              <a:xfrm>
                <a:off x="1756875" y="24939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58" name="ph2758"/>
              <p:cNvSpPr/>
              <p:nvPr/>
            </p:nvSpPr>
            <p:spPr>
              <a:xfrm>
                <a:off x="1765582" y="24939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59" name="ph2759"/>
              <p:cNvSpPr/>
              <p:nvPr/>
            </p:nvSpPr>
            <p:spPr>
              <a:xfrm>
                <a:off x="1774289" y="24939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60" name="ph2760"/>
              <p:cNvSpPr/>
              <p:nvPr/>
            </p:nvSpPr>
            <p:spPr>
              <a:xfrm>
                <a:off x="1782996" y="24939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61" name="ph2761"/>
              <p:cNvSpPr/>
              <p:nvPr/>
            </p:nvSpPr>
            <p:spPr>
              <a:xfrm>
                <a:off x="1791703" y="24939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62" name="ph2762"/>
              <p:cNvSpPr/>
              <p:nvPr/>
            </p:nvSpPr>
            <p:spPr>
              <a:xfrm>
                <a:off x="1800410" y="24939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63" name="ph2763"/>
              <p:cNvSpPr/>
              <p:nvPr/>
            </p:nvSpPr>
            <p:spPr>
              <a:xfrm>
                <a:off x="1809118" y="24939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64" name="ph2764"/>
              <p:cNvSpPr/>
              <p:nvPr/>
            </p:nvSpPr>
            <p:spPr>
              <a:xfrm>
                <a:off x="1817825" y="24939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65" name="ph2765"/>
              <p:cNvSpPr/>
              <p:nvPr/>
            </p:nvSpPr>
            <p:spPr>
              <a:xfrm>
                <a:off x="1826532" y="24939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66" name="ph2766"/>
              <p:cNvSpPr/>
              <p:nvPr/>
            </p:nvSpPr>
            <p:spPr>
              <a:xfrm>
                <a:off x="1835239" y="24939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67" name="ph2767"/>
              <p:cNvSpPr/>
              <p:nvPr/>
            </p:nvSpPr>
            <p:spPr>
              <a:xfrm>
                <a:off x="1843946" y="24939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68" name="ph2768"/>
              <p:cNvSpPr/>
              <p:nvPr/>
            </p:nvSpPr>
            <p:spPr>
              <a:xfrm>
                <a:off x="1852653" y="24939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0A1">
                  <a:alpha val="100000"/>
                </a:srgbClr>
              </a:solidFill>
              <a:ln w="5420" cap="flat">
                <a:solidFill>
                  <a:srgbClr val="3B70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69" name="ph2769"/>
              <p:cNvSpPr/>
              <p:nvPr/>
            </p:nvSpPr>
            <p:spPr>
              <a:xfrm>
                <a:off x="1861361" y="24939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70" name="ph2770"/>
              <p:cNvSpPr/>
              <p:nvPr/>
            </p:nvSpPr>
            <p:spPr>
              <a:xfrm>
                <a:off x="1870068" y="24939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71" name="ph2771"/>
              <p:cNvSpPr/>
              <p:nvPr/>
            </p:nvSpPr>
            <p:spPr>
              <a:xfrm>
                <a:off x="1878775" y="24939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72" name="ph2772"/>
              <p:cNvSpPr/>
              <p:nvPr/>
            </p:nvSpPr>
            <p:spPr>
              <a:xfrm>
                <a:off x="1887482" y="24939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73" name="ph2773"/>
              <p:cNvSpPr/>
              <p:nvPr/>
            </p:nvSpPr>
            <p:spPr>
              <a:xfrm>
                <a:off x="1896189" y="24939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74" name="ph2774"/>
              <p:cNvSpPr/>
              <p:nvPr/>
            </p:nvSpPr>
            <p:spPr>
              <a:xfrm>
                <a:off x="1904897" y="24939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75" name="ph2775"/>
              <p:cNvSpPr/>
              <p:nvPr/>
            </p:nvSpPr>
            <p:spPr>
              <a:xfrm>
                <a:off x="1913604" y="24939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76" name="ph2776"/>
              <p:cNvSpPr/>
              <p:nvPr/>
            </p:nvSpPr>
            <p:spPr>
              <a:xfrm>
                <a:off x="1922311" y="24939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5B99">
                  <a:alpha val="100000"/>
                </a:srgbClr>
              </a:solidFill>
              <a:ln w="5420" cap="flat">
                <a:solidFill>
                  <a:srgbClr val="3A5B9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77" name="ph2777"/>
              <p:cNvSpPr/>
              <p:nvPr/>
            </p:nvSpPr>
            <p:spPr>
              <a:xfrm>
                <a:off x="1931018" y="24939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5A98">
                  <a:alpha val="100000"/>
                </a:srgbClr>
              </a:solidFill>
              <a:ln w="5420" cap="flat">
                <a:solidFill>
                  <a:srgbClr val="3A5A9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78" name="ph2778"/>
              <p:cNvSpPr/>
              <p:nvPr/>
            </p:nvSpPr>
            <p:spPr>
              <a:xfrm>
                <a:off x="1939725" y="24939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5A98">
                  <a:alpha val="100000"/>
                </a:srgbClr>
              </a:solidFill>
              <a:ln w="5420" cap="flat">
                <a:solidFill>
                  <a:srgbClr val="3A5A9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79" name="ph2779"/>
              <p:cNvSpPr/>
              <p:nvPr/>
            </p:nvSpPr>
            <p:spPr>
              <a:xfrm>
                <a:off x="1948432" y="24939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5B99">
                  <a:alpha val="100000"/>
                </a:srgbClr>
              </a:solidFill>
              <a:ln w="5420" cap="flat">
                <a:solidFill>
                  <a:srgbClr val="395B9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80" name="ph2780"/>
              <p:cNvSpPr/>
              <p:nvPr/>
            </p:nvSpPr>
            <p:spPr>
              <a:xfrm>
                <a:off x="1957140" y="24939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5D9C">
                  <a:alpha val="100000"/>
                </a:srgbClr>
              </a:solidFill>
              <a:ln w="5420" cap="flat">
                <a:solidFill>
                  <a:srgbClr val="395D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81" name="ph2781"/>
              <p:cNvSpPr/>
              <p:nvPr/>
            </p:nvSpPr>
            <p:spPr>
              <a:xfrm>
                <a:off x="1965847" y="24939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82" name="ph2782"/>
              <p:cNvSpPr/>
              <p:nvPr/>
            </p:nvSpPr>
            <p:spPr>
              <a:xfrm>
                <a:off x="1974554" y="24939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83" name="ph2783"/>
              <p:cNvSpPr/>
              <p:nvPr/>
            </p:nvSpPr>
            <p:spPr>
              <a:xfrm>
                <a:off x="1983261" y="24939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84" name="ph2784"/>
              <p:cNvSpPr/>
              <p:nvPr/>
            </p:nvSpPr>
            <p:spPr>
              <a:xfrm>
                <a:off x="1991968" y="24939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85" name="ph2785"/>
              <p:cNvSpPr/>
              <p:nvPr/>
            </p:nvSpPr>
            <p:spPr>
              <a:xfrm>
                <a:off x="2044211" y="24939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86" name="ph2786"/>
              <p:cNvSpPr/>
              <p:nvPr/>
            </p:nvSpPr>
            <p:spPr>
              <a:xfrm>
                <a:off x="2052919" y="24939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87" name="ph2787"/>
              <p:cNvSpPr/>
              <p:nvPr/>
            </p:nvSpPr>
            <p:spPr>
              <a:xfrm>
                <a:off x="2061626" y="24939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88" name="ph2788"/>
              <p:cNvSpPr/>
              <p:nvPr/>
            </p:nvSpPr>
            <p:spPr>
              <a:xfrm>
                <a:off x="2070333" y="24939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89" name="ph2789"/>
              <p:cNvSpPr/>
              <p:nvPr/>
            </p:nvSpPr>
            <p:spPr>
              <a:xfrm>
                <a:off x="2079040" y="24939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90" name="ph2790"/>
              <p:cNvSpPr/>
              <p:nvPr/>
            </p:nvSpPr>
            <p:spPr>
              <a:xfrm>
                <a:off x="2087747" y="24939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91" name="ph2791"/>
              <p:cNvSpPr/>
              <p:nvPr/>
            </p:nvSpPr>
            <p:spPr>
              <a:xfrm>
                <a:off x="2096455" y="24939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92" name="ph2792"/>
              <p:cNvSpPr/>
              <p:nvPr/>
            </p:nvSpPr>
            <p:spPr>
              <a:xfrm>
                <a:off x="2105162" y="24939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93" name="ph2793"/>
              <p:cNvSpPr/>
              <p:nvPr/>
            </p:nvSpPr>
            <p:spPr>
              <a:xfrm>
                <a:off x="2113869" y="24939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94" name="ph2794"/>
              <p:cNvSpPr/>
              <p:nvPr/>
            </p:nvSpPr>
            <p:spPr>
              <a:xfrm>
                <a:off x="2122576" y="24939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95" name="ph2795"/>
              <p:cNvSpPr/>
              <p:nvPr/>
            </p:nvSpPr>
            <p:spPr>
              <a:xfrm>
                <a:off x="2131283" y="24939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96" name="ph2796"/>
              <p:cNvSpPr/>
              <p:nvPr/>
            </p:nvSpPr>
            <p:spPr>
              <a:xfrm>
                <a:off x="2427327" y="24939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97" name="ph2797"/>
              <p:cNvSpPr/>
              <p:nvPr/>
            </p:nvSpPr>
            <p:spPr>
              <a:xfrm>
                <a:off x="2436034" y="24939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98" name="ph2798"/>
              <p:cNvSpPr/>
              <p:nvPr/>
            </p:nvSpPr>
            <p:spPr>
              <a:xfrm>
                <a:off x="2444742" y="24939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799" name="ph2799"/>
              <p:cNvSpPr/>
              <p:nvPr/>
            </p:nvSpPr>
            <p:spPr>
              <a:xfrm>
                <a:off x="2453449" y="24939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00" name="ph2800"/>
              <p:cNvSpPr/>
              <p:nvPr/>
            </p:nvSpPr>
            <p:spPr>
              <a:xfrm>
                <a:off x="2462156" y="24939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01" name="ph2801"/>
              <p:cNvSpPr/>
              <p:nvPr/>
            </p:nvSpPr>
            <p:spPr>
              <a:xfrm>
                <a:off x="2470863" y="24939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02" name="ph2802"/>
              <p:cNvSpPr/>
              <p:nvPr/>
            </p:nvSpPr>
            <p:spPr>
              <a:xfrm>
                <a:off x="2479570" y="24939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03" name="ph2803"/>
              <p:cNvSpPr/>
              <p:nvPr/>
            </p:nvSpPr>
            <p:spPr>
              <a:xfrm>
                <a:off x="2488278" y="24939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04" name="ph2804"/>
              <p:cNvSpPr/>
              <p:nvPr/>
            </p:nvSpPr>
            <p:spPr>
              <a:xfrm>
                <a:off x="2496985" y="24939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05" name="ph2805"/>
              <p:cNvSpPr/>
              <p:nvPr/>
            </p:nvSpPr>
            <p:spPr>
              <a:xfrm>
                <a:off x="2505692" y="24939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06" name="ph2806"/>
              <p:cNvSpPr/>
              <p:nvPr/>
            </p:nvSpPr>
            <p:spPr>
              <a:xfrm>
                <a:off x="2566642" y="24939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07" name="ph2807"/>
              <p:cNvSpPr/>
              <p:nvPr/>
            </p:nvSpPr>
            <p:spPr>
              <a:xfrm>
                <a:off x="2575349" y="24939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6FA0">
                  <a:alpha val="100000"/>
                </a:srgbClr>
              </a:solidFill>
              <a:ln w="5420" cap="flat">
                <a:solidFill>
                  <a:srgbClr val="3B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08" name="ph2808"/>
              <p:cNvSpPr/>
              <p:nvPr/>
            </p:nvSpPr>
            <p:spPr>
              <a:xfrm>
                <a:off x="2584057" y="24939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0A1">
                  <a:alpha val="100000"/>
                </a:srgbClr>
              </a:solidFill>
              <a:ln w="5420" cap="flat">
                <a:solidFill>
                  <a:srgbClr val="3B70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09" name="ph2809"/>
              <p:cNvSpPr/>
              <p:nvPr/>
            </p:nvSpPr>
            <p:spPr>
              <a:xfrm>
                <a:off x="2592764" y="24939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10" name="ph2810"/>
              <p:cNvSpPr/>
              <p:nvPr/>
            </p:nvSpPr>
            <p:spPr>
              <a:xfrm>
                <a:off x="2601471" y="24939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11" name="ph2811"/>
              <p:cNvSpPr/>
              <p:nvPr/>
            </p:nvSpPr>
            <p:spPr>
              <a:xfrm>
                <a:off x="2610178" y="24939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12" name="ph2812"/>
              <p:cNvSpPr/>
              <p:nvPr/>
            </p:nvSpPr>
            <p:spPr>
              <a:xfrm>
                <a:off x="2758200" y="24939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13" name="ph2813"/>
              <p:cNvSpPr/>
              <p:nvPr/>
            </p:nvSpPr>
            <p:spPr>
              <a:xfrm>
                <a:off x="2766907" y="24939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14" name="ph2814"/>
              <p:cNvSpPr/>
              <p:nvPr/>
            </p:nvSpPr>
            <p:spPr>
              <a:xfrm>
                <a:off x="2775614" y="24939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15" name="ph2815"/>
              <p:cNvSpPr/>
              <p:nvPr/>
            </p:nvSpPr>
            <p:spPr>
              <a:xfrm>
                <a:off x="2784322" y="24939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16" name="ph2816"/>
              <p:cNvSpPr/>
              <p:nvPr/>
            </p:nvSpPr>
            <p:spPr>
              <a:xfrm>
                <a:off x="2793029" y="24939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17" name="ph2817"/>
              <p:cNvSpPr/>
              <p:nvPr/>
            </p:nvSpPr>
            <p:spPr>
              <a:xfrm>
                <a:off x="1661096" y="25046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18" name="ph2818"/>
              <p:cNvSpPr/>
              <p:nvPr/>
            </p:nvSpPr>
            <p:spPr>
              <a:xfrm>
                <a:off x="1669803" y="25046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19" name="ph2819"/>
              <p:cNvSpPr/>
              <p:nvPr/>
            </p:nvSpPr>
            <p:spPr>
              <a:xfrm>
                <a:off x="1678510" y="25046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20" name="ph2820"/>
              <p:cNvSpPr/>
              <p:nvPr/>
            </p:nvSpPr>
            <p:spPr>
              <a:xfrm>
                <a:off x="1687217" y="25046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21" name="ph2821"/>
              <p:cNvSpPr/>
              <p:nvPr/>
            </p:nvSpPr>
            <p:spPr>
              <a:xfrm>
                <a:off x="1695924" y="25046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22" name="ph2822"/>
              <p:cNvSpPr/>
              <p:nvPr/>
            </p:nvSpPr>
            <p:spPr>
              <a:xfrm>
                <a:off x="1704631" y="25046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23" name="ph2823"/>
              <p:cNvSpPr/>
              <p:nvPr/>
            </p:nvSpPr>
            <p:spPr>
              <a:xfrm>
                <a:off x="1713339" y="25046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24" name="ph2824"/>
              <p:cNvSpPr/>
              <p:nvPr/>
            </p:nvSpPr>
            <p:spPr>
              <a:xfrm>
                <a:off x="1722046" y="25046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25" name="ph2825"/>
              <p:cNvSpPr/>
              <p:nvPr/>
            </p:nvSpPr>
            <p:spPr>
              <a:xfrm>
                <a:off x="1730753" y="25046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26" name="ph2826"/>
              <p:cNvSpPr/>
              <p:nvPr/>
            </p:nvSpPr>
            <p:spPr>
              <a:xfrm>
                <a:off x="1739460" y="25046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27" name="ph2827"/>
              <p:cNvSpPr/>
              <p:nvPr/>
            </p:nvSpPr>
            <p:spPr>
              <a:xfrm>
                <a:off x="1748167" y="25046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28" name="ph2828"/>
              <p:cNvSpPr/>
              <p:nvPr/>
            </p:nvSpPr>
            <p:spPr>
              <a:xfrm>
                <a:off x="1756875" y="25046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29" name="ph2829"/>
              <p:cNvSpPr/>
              <p:nvPr/>
            </p:nvSpPr>
            <p:spPr>
              <a:xfrm>
                <a:off x="1765582" y="25046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30" name="ph2830"/>
              <p:cNvSpPr/>
              <p:nvPr/>
            </p:nvSpPr>
            <p:spPr>
              <a:xfrm>
                <a:off x="1774289" y="25046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0A1">
                  <a:alpha val="100000"/>
                </a:srgbClr>
              </a:solidFill>
              <a:ln w="5420" cap="flat">
                <a:solidFill>
                  <a:srgbClr val="3B70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31" name="ph2831"/>
              <p:cNvSpPr/>
              <p:nvPr/>
            </p:nvSpPr>
            <p:spPr>
              <a:xfrm>
                <a:off x="1782996" y="25046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32" name="ph2832"/>
              <p:cNvSpPr/>
              <p:nvPr/>
            </p:nvSpPr>
            <p:spPr>
              <a:xfrm>
                <a:off x="1791703" y="25046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3A1">
                  <a:alpha val="100000"/>
                </a:srgbClr>
              </a:solidFill>
              <a:ln w="5420" cap="flat">
                <a:solidFill>
                  <a:srgbClr val="3B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33" name="ph2833"/>
              <p:cNvSpPr/>
              <p:nvPr/>
            </p:nvSpPr>
            <p:spPr>
              <a:xfrm>
                <a:off x="1800410" y="25046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34" name="ph2834"/>
              <p:cNvSpPr/>
              <p:nvPr/>
            </p:nvSpPr>
            <p:spPr>
              <a:xfrm>
                <a:off x="1809118" y="25046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4A2">
                  <a:alpha val="100000"/>
                </a:srgbClr>
              </a:solidFill>
              <a:ln w="5420" cap="flat">
                <a:solidFill>
                  <a:srgbClr val="3A74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35" name="ph2835"/>
              <p:cNvSpPr/>
              <p:nvPr/>
            </p:nvSpPr>
            <p:spPr>
              <a:xfrm>
                <a:off x="1817825" y="25046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36" name="ph2836"/>
              <p:cNvSpPr/>
              <p:nvPr/>
            </p:nvSpPr>
            <p:spPr>
              <a:xfrm>
                <a:off x="1826532" y="25046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37" name="ph2837"/>
              <p:cNvSpPr/>
              <p:nvPr/>
            </p:nvSpPr>
            <p:spPr>
              <a:xfrm>
                <a:off x="1835239" y="25046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38" name="ph2838"/>
              <p:cNvSpPr/>
              <p:nvPr/>
            </p:nvSpPr>
            <p:spPr>
              <a:xfrm>
                <a:off x="1843946" y="25046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39" name="ph2839"/>
              <p:cNvSpPr/>
              <p:nvPr/>
            </p:nvSpPr>
            <p:spPr>
              <a:xfrm>
                <a:off x="1852653" y="25046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40" name="ph2840"/>
              <p:cNvSpPr/>
              <p:nvPr/>
            </p:nvSpPr>
            <p:spPr>
              <a:xfrm>
                <a:off x="1861361" y="25046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41" name="ph2841"/>
              <p:cNvSpPr/>
              <p:nvPr/>
            </p:nvSpPr>
            <p:spPr>
              <a:xfrm>
                <a:off x="1870068" y="25046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42" name="ph2842"/>
              <p:cNvSpPr/>
              <p:nvPr/>
            </p:nvSpPr>
            <p:spPr>
              <a:xfrm>
                <a:off x="1878775" y="25046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43" name="ph2843"/>
              <p:cNvSpPr/>
              <p:nvPr/>
            </p:nvSpPr>
            <p:spPr>
              <a:xfrm>
                <a:off x="1887482" y="25046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44" name="ph2844"/>
              <p:cNvSpPr/>
              <p:nvPr/>
            </p:nvSpPr>
            <p:spPr>
              <a:xfrm>
                <a:off x="1896189" y="25046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45" name="ph2845"/>
              <p:cNvSpPr/>
              <p:nvPr/>
            </p:nvSpPr>
            <p:spPr>
              <a:xfrm>
                <a:off x="1904897" y="25046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46" name="ph2846"/>
              <p:cNvSpPr/>
              <p:nvPr/>
            </p:nvSpPr>
            <p:spPr>
              <a:xfrm>
                <a:off x="1913604" y="25046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5B9A">
                  <a:alpha val="100000"/>
                </a:srgbClr>
              </a:solidFill>
              <a:ln w="5420" cap="flat">
                <a:solidFill>
                  <a:srgbClr val="395B9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47" name="ph2847"/>
              <p:cNvSpPr/>
              <p:nvPr/>
            </p:nvSpPr>
            <p:spPr>
              <a:xfrm>
                <a:off x="1922311" y="25046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5793">
                  <a:alpha val="100000"/>
                </a:srgbClr>
              </a:solidFill>
              <a:ln w="5420" cap="flat">
                <a:solidFill>
                  <a:srgbClr val="3A579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48" name="ph2848"/>
              <p:cNvSpPr/>
              <p:nvPr/>
            </p:nvSpPr>
            <p:spPr>
              <a:xfrm>
                <a:off x="1931018" y="25046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5591">
                  <a:alpha val="100000"/>
                </a:srgbClr>
              </a:solidFill>
              <a:ln w="5420" cap="flat">
                <a:solidFill>
                  <a:srgbClr val="3B559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49" name="ph2849"/>
              <p:cNvSpPr/>
              <p:nvPr/>
            </p:nvSpPr>
            <p:spPr>
              <a:xfrm>
                <a:off x="1939725" y="25046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5591">
                  <a:alpha val="100000"/>
                </a:srgbClr>
              </a:solidFill>
              <a:ln w="5420" cap="flat">
                <a:solidFill>
                  <a:srgbClr val="3B559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50" name="ph2850"/>
              <p:cNvSpPr/>
              <p:nvPr/>
            </p:nvSpPr>
            <p:spPr>
              <a:xfrm>
                <a:off x="1948432" y="25046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5793">
                  <a:alpha val="100000"/>
                </a:srgbClr>
              </a:solidFill>
              <a:ln w="5420" cap="flat">
                <a:solidFill>
                  <a:srgbClr val="3A579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51" name="ph2851"/>
              <p:cNvSpPr/>
              <p:nvPr/>
            </p:nvSpPr>
            <p:spPr>
              <a:xfrm>
                <a:off x="1957140" y="25046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5A97">
                  <a:alpha val="100000"/>
                </a:srgbClr>
              </a:solidFill>
              <a:ln w="5420" cap="flat">
                <a:solidFill>
                  <a:srgbClr val="3A5A9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52" name="ph2852"/>
              <p:cNvSpPr/>
              <p:nvPr/>
            </p:nvSpPr>
            <p:spPr>
              <a:xfrm>
                <a:off x="1965847" y="25046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53" name="ph2853"/>
              <p:cNvSpPr/>
              <p:nvPr/>
            </p:nvSpPr>
            <p:spPr>
              <a:xfrm>
                <a:off x="1974554" y="25046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54" name="ph2854"/>
              <p:cNvSpPr/>
              <p:nvPr/>
            </p:nvSpPr>
            <p:spPr>
              <a:xfrm>
                <a:off x="1983261" y="25046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55" name="ph2855"/>
              <p:cNvSpPr/>
              <p:nvPr/>
            </p:nvSpPr>
            <p:spPr>
              <a:xfrm>
                <a:off x="1991968" y="25046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56" name="ph2856"/>
              <p:cNvSpPr/>
              <p:nvPr/>
            </p:nvSpPr>
            <p:spPr>
              <a:xfrm>
                <a:off x="2035504" y="25046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57" name="ph2857"/>
              <p:cNvSpPr/>
              <p:nvPr/>
            </p:nvSpPr>
            <p:spPr>
              <a:xfrm>
                <a:off x="2044211" y="25046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58" name="ph2858"/>
              <p:cNvSpPr/>
              <p:nvPr/>
            </p:nvSpPr>
            <p:spPr>
              <a:xfrm>
                <a:off x="2052919" y="25046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59" name="ph2859"/>
              <p:cNvSpPr/>
              <p:nvPr/>
            </p:nvSpPr>
            <p:spPr>
              <a:xfrm>
                <a:off x="2061626" y="25046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60" name="ph2860"/>
              <p:cNvSpPr/>
              <p:nvPr/>
            </p:nvSpPr>
            <p:spPr>
              <a:xfrm>
                <a:off x="2070333" y="25046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61" name="ph2861"/>
              <p:cNvSpPr/>
              <p:nvPr/>
            </p:nvSpPr>
            <p:spPr>
              <a:xfrm>
                <a:off x="2079040" y="25046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62" name="ph2862"/>
              <p:cNvSpPr/>
              <p:nvPr/>
            </p:nvSpPr>
            <p:spPr>
              <a:xfrm>
                <a:off x="2087747" y="25046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63" name="ph2863"/>
              <p:cNvSpPr/>
              <p:nvPr/>
            </p:nvSpPr>
            <p:spPr>
              <a:xfrm>
                <a:off x="2096455" y="25046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64" name="ph2864"/>
              <p:cNvSpPr/>
              <p:nvPr/>
            </p:nvSpPr>
            <p:spPr>
              <a:xfrm>
                <a:off x="2105162" y="25046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65" name="ph2865"/>
              <p:cNvSpPr/>
              <p:nvPr/>
            </p:nvSpPr>
            <p:spPr>
              <a:xfrm>
                <a:off x="2113869" y="25046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66" name="ph2866"/>
              <p:cNvSpPr/>
              <p:nvPr/>
            </p:nvSpPr>
            <p:spPr>
              <a:xfrm>
                <a:off x="2122576" y="25046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67" name="ph2867"/>
              <p:cNvSpPr/>
              <p:nvPr/>
            </p:nvSpPr>
            <p:spPr>
              <a:xfrm>
                <a:off x="2131283" y="25046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68" name="ph2868"/>
              <p:cNvSpPr/>
              <p:nvPr/>
            </p:nvSpPr>
            <p:spPr>
              <a:xfrm>
                <a:off x="2139990" y="25046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69" name="ph2869"/>
              <p:cNvSpPr/>
              <p:nvPr/>
            </p:nvSpPr>
            <p:spPr>
              <a:xfrm>
                <a:off x="2148698" y="25046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70" name="ph2870"/>
              <p:cNvSpPr/>
              <p:nvPr/>
            </p:nvSpPr>
            <p:spPr>
              <a:xfrm>
                <a:off x="2427327" y="25046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71" name="ph2871"/>
              <p:cNvSpPr/>
              <p:nvPr/>
            </p:nvSpPr>
            <p:spPr>
              <a:xfrm>
                <a:off x="2436034" y="25046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72" name="ph2872"/>
              <p:cNvSpPr/>
              <p:nvPr/>
            </p:nvSpPr>
            <p:spPr>
              <a:xfrm>
                <a:off x="2444742" y="25046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73" name="ph2873"/>
              <p:cNvSpPr/>
              <p:nvPr/>
            </p:nvSpPr>
            <p:spPr>
              <a:xfrm>
                <a:off x="2453449" y="25046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74" name="ph2874"/>
              <p:cNvSpPr/>
              <p:nvPr/>
            </p:nvSpPr>
            <p:spPr>
              <a:xfrm>
                <a:off x="2462156" y="25046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75" name="ph2875"/>
              <p:cNvSpPr/>
              <p:nvPr/>
            </p:nvSpPr>
            <p:spPr>
              <a:xfrm>
                <a:off x="2470863" y="25046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76" name="ph2876"/>
              <p:cNvSpPr/>
              <p:nvPr/>
            </p:nvSpPr>
            <p:spPr>
              <a:xfrm>
                <a:off x="2479570" y="25046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77" name="ph2877"/>
              <p:cNvSpPr/>
              <p:nvPr/>
            </p:nvSpPr>
            <p:spPr>
              <a:xfrm>
                <a:off x="2488278" y="25046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78" name="ph2878"/>
              <p:cNvSpPr/>
              <p:nvPr/>
            </p:nvSpPr>
            <p:spPr>
              <a:xfrm>
                <a:off x="2575349" y="25046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6FA0">
                  <a:alpha val="100000"/>
                </a:srgbClr>
              </a:solidFill>
              <a:ln w="5420" cap="flat">
                <a:solidFill>
                  <a:srgbClr val="3B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79" name="ph2879"/>
              <p:cNvSpPr/>
              <p:nvPr/>
            </p:nvSpPr>
            <p:spPr>
              <a:xfrm>
                <a:off x="2584057" y="25046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80" name="ph2880"/>
              <p:cNvSpPr/>
              <p:nvPr/>
            </p:nvSpPr>
            <p:spPr>
              <a:xfrm>
                <a:off x="2592764" y="25046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81" name="ph2881"/>
              <p:cNvSpPr/>
              <p:nvPr/>
            </p:nvSpPr>
            <p:spPr>
              <a:xfrm>
                <a:off x="2601471" y="25046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82" name="ph2882"/>
              <p:cNvSpPr/>
              <p:nvPr/>
            </p:nvSpPr>
            <p:spPr>
              <a:xfrm>
                <a:off x="2610178" y="25046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83" name="ph2883"/>
              <p:cNvSpPr/>
              <p:nvPr/>
            </p:nvSpPr>
            <p:spPr>
              <a:xfrm>
                <a:off x="2618885" y="25046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84" name="ph2884"/>
              <p:cNvSpPr/>
              <p:nvPr/>
            </p:nvSpPr>
            <p:spPr>
              <a:xfrm>
                <a:off x="2627592" y="25046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3A1">
                  <a:alpha val="100000"/>
                </a:srgbClr>
              </a:solidFill>
              <a:ln w="5420" cap="flat">
                <a:solidFill>
                  <a:srgbClr val="3B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85" name="ph2885"/>
              <p:cNvSpPr/>
              <p:nvPr/>
            </p:nvSpPr>
            <p:spPr>
              <a:xfrm>
                <a:off x="2758200" y="25046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86" name="ph2886"/>
              <p:cNvSpPr/>
              <p:nvPr/>
            </p:nvSpPr>
            <p:spPr>
              <a:xfrm>
                <a:off x="2766907" y="25046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6FA0">
                  <a:alpha val="100000"/>
                </a:srgbClr>
              </a:solidFill>
              <a:ln w="5420" cap="flat">
                <a:solidFill>
                  <a:srgbClr val="3B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87" name="ph2887"/>
              <p:cNvSpPr/>
              <p:nvPr/>
            </p:nvSpPr>
            <p:spPr>
              <a:xfrm>
                <a:off x="2775614" y="25046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88" name="ph2888"/>
              <p:cNvSpPr/>
              <p:nvPr/>
            </p:nvSpPr>
            <p:spPr>
              <a:xfrm>
                <a:off x="2784322" y="25046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0A1">
                  <a:alpha val="100000"/>
                </a:srgbClr>
              </a:solidFill>
              <a:ln w="5420" cap="flat">
                <a:solidFill>
                  <a:srgbClr val="3B70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89" name="ph2889"/>
              <p:cNvSpPr/>
              <p:nvPr/>
            </p:nvSpPr>
            <p:spPr>
              <a:xfrm>
                <a:off x="2793029" y="2504689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90" name="ph2890"/>
              <p:cNvSpPr/>
              <p:nvPr/>
            </p:nvSpPr>
            <p:spPr>
              <a:xfrm>
                <a:off x="1661096" y="25153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91" name="ph2891"/>
              <p:cNvSpPr/>
              <p:nvPr/>
            </p:nvSpPr>
            <p:spPr>
              <a:xfrm>
                <a:off x="1669803" y="25153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92" name="ph2892"/>
              <p:cNvSpPr/>
              <p:nvPr/>
            </p:nvSpPr>
            <p:spPr>
              <a:xfrm>
                <a:off x="1678510" y="25153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93" name="ph2893"/>
              <p:cNvSpPr/>
              <p:nvPr/>
            </p:nvSpPr>
            <p:spPr>
              <a:xfrm>
                <a:off x="1687217" y="25153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94" name="ph2894"/>
              <p:cNvSpPr/>
              <p:nvPr/>
            </p:nvSpPr>
            <p:spPr>
              <a:xfrm>
                <a:off x="1695924" y="25153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95" name="ph2895"/>
              <p:cNvSpPr/>
              <p:nvPr/>
            </p:nvSpPr>
            <p:spPr>
              <a:xfrm>
                <a:off x="1704631" y="25153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96" name="ph2896"/>
              <p:cNvSpPr/>
              <p:nvPr/>
            </p:nvSpPr>
            <p:spPr>
              <a:xfrm>
                <a:off x="1713339" y="25153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97" name="ph2897"/>
              <p:cNvSpPr/>
              <p:nvPr/>
            </p:nvSpPr>
            <p:spPr>
              <a:xfrm>
                <a:off x="1722046" y="25153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98" name="ph2898"/>
              <p:cNvSpPr/>
              <p:nvPr/>
            </p:nvSpPr>
            <p:spPr>
              <a:xfrm>
                <a:off x="1730753" y="25153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899" name="ph2899"/>
              <p:cNvSpPr/>
              <p:nvPr/>
            </p:nvSpPr>
            <p:spPr>
              <a:xfrm>
                <a:off x="1739460" y="25153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00" name="ph2900"/>
              <p:cNvSpPr/>
              <p:nvPr/>
            </p:nvSpPr>
            <p:spPr>
              <a:xfrm>
                <a:off x="1748167" y="25153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01" name="ph2901"/>
              <p:cNvSpPr/>
              <p:nvPr/>
            </p:nvSpPr>
            <p:spPr>
              <a:xfrm>
                <a:off x="1756875" y="25153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0A1">
                  <a:alpha val="100000"/>
                </a:srgbClr>
              </a:solidFill>
              <a:ln w="5420" cap="flat">
                <a:solidFill>
                  <a:srgbClr val="3B70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02" name="ph2902"/>
              <p:cNvSpPr/>
              <p:nvPr/>
            </p:nvSpPr>
            <p:spPr>
              <a:xfrm>
                <a:off x="1843946" y="25153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03" name="ph2903"/>
              <p:cNvSpPr/>
              <p:nvPr/>
            </p:nvSpPr>
            <p:spPr>
              <a:xfrm>
                <a:off x="1852653" y="25153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04" name="ph2904"/>
              <p:cNvSpPr/>
              <p:nvPr/>
            </p:nvSpPr>
            <p:spPr>
              <a:xfrm>
                <a:off x="1861361" y="25153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05" name="ph2905"/>
              <p:cNvSpPr/>
              <p:nvPr/>
            </p:nvSpPr>
            <p:spPr>
              <a:xfrm>
                <a:off x="1870068" y="25153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06" name="ph2906"/>
              <p:cNvSpPr/>
              <p:nvPr/>
            </p:nvSpPr>
            <p:spPr>
              <a:xfrm>
                <a:off x="1878775" y="25153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07" name="ph2907"/>
              <p:cNvSpPr/>
              <p:nvPr/>
            </p:nvSpPr>
            <p:spPr>
              <a:xfrm>
                <a:off x="1887482" y="25153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08" name="ph2908"/>
              <p:cNvSpPr/>
              <p:nvPr/>
            </p:nvSpPr>
            <p:spPr>
              <a:xfrm>
                <a:off x="1896189" y="25153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09" name="ph2909"/>
              <p:cNvSpPr/>
              <p:nvPr/>
            </p:nvSpPr>
            <p:spPr>
              <a:xfrm>
                <a:off x="1904897" y="25153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10" name="ph2910"/>
              <p:cNvSpPr/>
              <p:nvPr/>
            </p:nvSpPr>
            <p:spPr>
              <a:xfrm>
                <a:off x="1913604" y="25153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5B99">
                  <a:alpha val="100000"/>
                </a:srgbClr>
              </a:solidFill>
              <a:ln w="5420" cap="flat">
                <a:solidFill>
                  <a:srgbClr val="395B9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11" name="ph2911"/>
              <p:cNvSpPr/>
              <p:nvPr/>
            </p:nvSpPr>
            <p:spPr>
              <a:xfrm>
                <a:off x="1922311" y="25153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5793">
                  <a:alpha val="100000"/>
                </a:srgbClr>
              </a:solidFill>
              <a:ln w="5420" cap="flat">
                <a:solidFill>
                  <a:srgbClr val="3A579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12" name="ph2912"/>
              <p:cNvSpPr/>
              <p:nvPr/>
            </p:nvSpPr>
            <p:spPr>
              <a:xfrm>
                <a:off x="1939725" y="25153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5590">
                  <a:alpha val="100000"/>
                </a:srgbClr>
              </a:solidFill>
              <a:ln w="5420" cap="flat">
                <a:solidFill>
                  <a:srgbClr val="3B559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13" name="ph2913"/>
              <p:cNvSpPr/>
              <p:nvPr/>
            </p:nvSpPr>
            <p:spPr>
              <a:xfrm>
                <a:off x="1948432" y="25153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5692">
                  <a:alpha val="100000"/>
                </a:srgbClr>
              </a:solidFill>
              <a:ln w="5420" cap="flat">
                <a:solidFill>
                  <a:srgbClr val="3A569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14" name="ph2914"/>
              <p:cNvSpPr/>
              <p:nvPr/>
            </p:nvSpPr>
            <p:spPr>
              <a:xfrm>
                <a:off x="1957140" y="25153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5A97">
                  <a:alpha val="100000"/>
                </a:srgbClr>
              </a:solidFill>
              <a:ln w="5420" cap="flat">
                <a:solidFill>
                  <a:srgbClr val="3A5A9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15" name="ph2915"/>
              <p:cNvSpPr/>
              <p:nvPr/>
            </p:nvSpPr>
            <p:spPr>
              <a:xfrm>
                <a:off x="1965847" y="25153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16" name="ph2916"/>
              <p:cNvSpPr/>
              <p:nvPr/>
            </p:nvSpPr>
            <p:spPr>
              <a:xfrm>
                <a:off x="1974554" y="25153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17" name="ph2917"/>
              <p:cNvSpPr/>
              <p:nvPr/>
            </p:nvSpPr>
            <p:spPr>
              <a:xfrm>
                <a:off x="1983261" y="25153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18" name="ph2918"/>
              <p:cNvSpPr/>
              <p:nvPr/>
            </p:nvSpPr>
            <p:spPr>
              <a:xfrm>
                <a:off x="1991968" y="25153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19" name="ph2919"/>
              <p:cNvSpPr/>
              <p:nvPr/>
            </p:nvSpPr>
            <p:spPr>
              <a:xfrm>
                <a:off x="2000676" y="25153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20" name="ph2920"/>
              <p:cNvSpPr/>
              <p:nvPr/>
            </p:nvSpPr>
            <p:spPr>
              <a:xfrm>
                <a:off x="2018090" y="25153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21" name="ph2921"/>
              <p:cNvSpPr/>
              <p:nvPr/>
            </p:nvSpPr>
            <p:spPr>
              <a:xfrm>
                <a:off x="2026797" y="25153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22" name="ph2922"/>
              <p:cNvSpPr/>
              <p:nvPr/>
            </p:nvSpPr>
            <p:spPr>
              <a:xfrm>
                <a:off x="2035504" y="25153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23" name="ph2923"/>
              <p:cNvSpPr/>
              <p:nvPr/>
            </p:nvSpPr>
            <p:spPr>
              <a:xfrm>
                <a:off x="2044211" y="25153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24" name="ph2924"/>
              <p:cNvSpPr/>
              <p:nvPr/>
            </p:nvSpPr>
            <p:spPr>
              <a:xfrm>
                <a:off x="2052919" y="25153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25" name="ph2925"/>
              <p:cNvSpPr/>
              <p:nvPr/>
            </p:nvSpPr>
            <p:spPr>
              <a:xfrm>
                <a:off x="2061626" y="25153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26" name="ph2926"/>
              <p:cNvSpPr/>
              <p:nvPr/>
            </p:nvSpPr>
            <p:spPr>
              <a:xfrm>
                <a:off x="2070333" y="25153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27" name="ph2927"/>
              <p:cNvSpPr/>
              <p:nvPr/>
            </p:nvSpPr>
            <p:spPr>
              <a:xfrm>
                <a:off x="2079040" y="25153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28" name="ph2928"/>
              <p:cNvSpPr/>
              <p:nvPr/>
            </p:nvSpPr>
            <p:spPr>
              <a:xfrm>
                <a:off x="2087747" y="25153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29" name="ph2929"/>
              <p:cNvSpPr/>
              <p:nvPr/>
            </p:nvSpPr>
            <p:spPr>
              <a:xfrm>
                <a:off x="2096455" y="25153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30" name="ph2930"/>
              <p:cNvSpPr/>
              <p:nvPr/>
            </p:nvSpPr>
            <p:spPr>
              <a:xfrm>
                <a:off x="2105162" y="25153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31" name="ph2931"/>
              <p:cNvSpPr/>
              <p:nvPr/>
            </p:nvSpPr>
            <p:spPr>
              <a:xfrm>
                <a:off x="2113869" y="25153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32" name="ph2932"/>
              <p:cNvSpPr/>
              <p:nvPr/>
            </p:nvSpPr>
            <p:spPr>
              <a:xfrm>
                <a:off x="2122576" y="25153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33" name="ph2933"/>
              <p:cNvSpPr/>
              <p:nvPr/>
            </p:nvSpPr>
            <p:spPr>
              <a:xfrm>
                <a:off x="2131283" y="25153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34" name="ph2934"/>
              <p:cNvSpPr/>
              <p:nvPr/>
            </p:nvSpPr>
            <p:spPr>
              <a:xfrm>
                <a:off x="2139990" y="25153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35" name="ph2935"/>
              <p:cNvSpPr/>
              <p:nvPr/>
            </p:nvSpPr>
            <p:spPr>
              <a:xfrm>
                <a:off x="2148698" y="25153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36" name="ph2936"/>
              <p:cNvSpPr/>
              <p:nvPr/>
            </p:nvSpPr>
            <p:spPr>
              <a:xfrm>
                <a:off x="2157405" y="25153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37" name="ph2937"/>
              <p:cNvSpPr/>
              <p:nvPr/>
            </p:nvSpPr>
            <p:spPr>
              <a:xfrm>
                <a:off x="2444742" y="25153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38" name="ph2938"/>
              <p:cNvSpPr/>
              <p:nvPr/>
            </p:nvSpPr>
            <p:spPr>
              <a:xfrm>
                <a:off x="2584057" y="25153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0A1">
                  <a:alpha val="100000"/>
                </a:srgbClr>
              </a:solidFill>
              <a:ln w="5420" cap="flat">
                <a:solidFill>
                  <a:srgbClr val="3B70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39" name="ph2939"/>
              <p:cNvSpPr/>
              <p:nvPr/>
            </p:nvSpPr>
            <p:spPr>
              <a:xfrm>
                <a:off x="2592764" y="25153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40" name="ph2940"/>
              <p:cNvSpPr/>
              <p:nvPr/>
            </p:nvSpPr>
            <p:spPr>
              <a:xfrm>
                <a:off x="2601471" y="25153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41" name="ph2941"/>
              <p:cNvSpPr/>
              <p:nvPr/>
            </p:nvSpPr>
            <p:spPr>
              <a:xfrm>
                <a:off x="2610178" y="25153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42" name="ph2942"/>
              <p:cNvSpPr/>
              <p:nvPr/>
            </p:nvSpPr>
            <p:spPr>
              <a:xfrm>
                <a:off x="2618885" y="25153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43" name="ph2943"/>
              <p:cNvSpPr/>
              <p:nvPr/>
            </p:nvSpPr>
            <p:spPr>
              <a:xfrm>
                <a:off x="2627592" y="25153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3A1">
                  <a:alpha val="100000"/>
                </a:srgbClr>
              </a:solidFill>
              <a:ln w="5420" cap="flat">
                <a:solidFill>
                  <a:srgbClr val="3B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44" name="ph2944"/>
              <p:cNvSpPr/>
              <p:nvPr/>
            </p:nvSpPr>
            <p:spPr>
              <a:xfrm>
                <a:off x="2636300" y="25153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3A1">
                  <a:alpha val="100000"/>
                </a:srgbClr>
              </a:solidFill>
              <a:ln w="5420" cap="flat">
                <a:solidFill>
                  <a:srgbClr val="3B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45" name="ph2945"/>
              <p:cNvSpPr/>
              <p:nvPr/>
            </p:nvSpPr>
            <p:spPr>
              <a:xfrm>
                <a:off x="2758200" y="25153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0A1">
                  <a:alpha val="100000"/>
                </a:srgbClr>
              </a:solidFill>
              <a:ln w="5420" cap="flat">
                <a:solidFill>
                  <a:srgbClr val="3B70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46" name="ph2946"/>
              <p:cNvSpPr/>
              <p:nvPr/>
            </p:nvSpPr>
            <p:spPr>
              <a:xfrm>
                <a:off x="2766907" y="25153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47" name="ph2947"/>
              <p:cNvSpPr/>
              <p:nvPr/>
            </p:nvSpPr>
            <p:spPr>
              <a:xfrm>
                <a:off x="2775614" y="25153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48" name="ph2948"/>
              <p:cNvSpPr/>
              <p:nvPr/>
            </p:nvSpPr>
            <p:spPr>
              <a:xfrm>
                <a:off x="2784322" y="25153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49" name="ph2949"/>
              <p:cNvSpPr/>
              <p:nvPr/>
            </p:nvSpPr>
            <p:spPr>
              <a:xfrm>
                <a:off x="2793029" y="25153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50" name="ph2950"/>
              <p:cNvSpPr/>
              <p:nvPr/>
            </p:nvSpPr>
            <p:spPr>
              <a:xfrm>
                <a:off x="1652388" y="25260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51" name="ph2951"/>
              <p:cNvSpPr/>
              <p:nvPr/>
            </p:nvSpPr>
            <p:spPr>
              <a:xfrm>
                <a:off x="1661096" y="25260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52" name="ph2952"/>
              <p:cNvSpPr/>
              <p:nvPr/>
            </p:nvSpPr>
            <p:spPr>
              <a:xfrm>
                <a:off x="1669803" y="25260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53" name="ph2953"/>
              <p:cNvSpPr/>
              <p:nvPr/>
            </p:nvSpPr>
            <p:spPr>
              <a:xfrm>
                <a:off x="1678510" y="25260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54" name="ph2954"/>
              <p:cNvSpPr/>
              <p:nvPr/>
            </p:nvSpPr>
            <p:spPr>
              <a:xfrm>
                <a:off x="1687217" y="25260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55" name="ph2955"/>
              <p:cNvSpPr/>
              <p:nvPr/>
            </p:nvSpPr>
            <p:spPr>
              <a:xfrm>
                <a:off x="1695924" y="25260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56" name="ph2956"/>
              <p:cNvSpPr/>
              <p:nvPr/>
            </p:nvSpPr>
            <p:spPr>
              <a:xfrm>
                <a:off x="1704631" y="25260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57" name="ph2957"/>
              <p:cNvSpPr/>
              <p:nvPr/>
            </p:nvSpPr>
            <p:spPr>
              <a:xfrm>
                <a:off x="1713339" y="25260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58" name="ph2958"/>
              <p:cNvSpPr/>
              <p:nvPr/>
            </p:nvSpPr>
            <p:spPr>
              <a:xfrm>
                <a:off x="1722046" y="25260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59" name="ph2959"/>
              <p:cNvSpPr/>
              <p:nvPr/>
            </p:nvSpPr>
            <p:spPr>
              <a:xfrm>
                <a:off x="1730753" y="25260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3A1">
                  <a:alpha val="100000"/>
                </a:srgbClr>
              </a:solidFill>
              <a:ln w="5420" cap="flat">
                <a:solidFill>
                  <a:srgbClr val="3B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60" name="ph2960"/>
              <p:cNvSpPr/>
              <p:nvPr/>
            </p:nvSpPr>
            <p:spPr>
              <a:xfrm>
                <a:off x="1887482" y="25260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61" name="ph2961"/>
              <p:cNvSpPr/>
              <p:nvPr/>
            </p:nvSpPr>
            <p:spPr>
              <a:xfrm>
                <a:off x="1896189" y="25260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62" name="ph2962"/>
              <p:cNvSpPr/>
              <p:nvPr/>
            </p:nvSpPr>
            <p:spPr>
              <a:xfrm>
                <a:off x="1948432" y="25260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5894">
                  <a:alpha val="100000"/>
                </a:srgbClr>
              </a:solidFill>
              <a:ln w="5420" cap="flat">
                <a:solidFill>
                  <a:srgbClr val="3A589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63" name="ph2963"/>
              <p:cNvSpPr/>
              <p:nvPr/>
            </p:nvSpPr>
            <p:spPr>
              <a:xfrm>
                <a:off x="1957140" y="25260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5B99">
                  <a:alpha val="100000"/>
                </a:srgbClr>
              </a:solidFill>
              <a:ln w="5420" cap="flat">
                <a:solidFill>
                  <a:srgbClr val="3A5B9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64" name="ph2964"/>
              <p:cNvSpPr/>
              <p:nvPr/>
            </p:nvSpPr>
            <p:spPr>
              <a:xfrm>
                <a:off x="1965847" y="25260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65" name="ph2965"/>
              <p:cNvSpPr/>
              <p:nvPr/>
            </p:nvSpPr>
            <p:spPr>
              <a:xfrm>
                <a:off x="1974554" y="25260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66" name="ph2966"/>
              <p:cNvSpPr/>
              <p:nvPr/>
            </p:nvSpPr>
            <p:spPr>
              <a:xfrm>
                <a:off x="1983261" y="25260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67" name="ph2967"/>
              <p:cNvSpPr/>
              <p:nvPr/>
            </p:nvSpPr>
            <p:spPr>
              <a:xfrm>
                <a:off x="1991968" y="25260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68" name="ph2968"/>
              <p:cNvSpPr/>
              <p:nvPr/>
            </p:nvSpPr>
            <p:spPr>
              <a:xfrm>
                <a:off x="2000676" y="25260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69" name="ph2969"/>
              <p:cNvSpPr/>
              <p:nvPr/>
            </p:nvSpPr>
            <p:spPr>
              <a:xfrm>
                <a:off x="2009383" y="25260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70" name="ph2970"/>
              <p:cNvSpPr/>
              <p:nvPr/>
            </p:nvSpPr>
            <p:spPr>
              <a:xfrm>
                <a:off x="2018090" y="25260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71" name="ph2971"/>
              <p:cNvSpPr/>
              <p:nvPr/>
            </p:nvSpPr>
            <p:spPr>
              <a:xfrm>
                <a:off x="2026797" y="25260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72" name="ph2972"/>
              <p:cNvSpPr/>
              <p:nvPr/>
            </p:nvSpPr>
            <p:spPr>
              <a:xfrm>
                <a:off x="2035504" y="25260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73" name="ph2973"/>
              <p:cNvSpPr/>
              <p:nvPr/>
            </p:nvSpPr>
            <p:spPr>
              <a:xfrm>
                <a:off x="2044211" y="25260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74" name="ph2974"/>
              <p:cNvSpPr/>
              <p:nvPr/>
            </p:nvSpPr>
            <p:spPr>
              <a:xfrm>
                <a:off x="2052919" y="25260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75" name="ph2975"/>
              <p:cNvSpPr/>
              <p:nvPr/>
            </p:nvSpPr>
            <p:spPr>
              <a:xfrm>
                <a:off x="2061626" y="25260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76" name="ph2976"/>
              <p:cNvSpPr/>
              <p:nvPr/>
            </p:nvSpPr>
            <p:spPr>
              <a:xfrm>
                <a:off x="2070333" y="25260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77" name="ph2977"/>
              <p:cNvSpPr/>
              <p:nvPr/>
            </p:nvSpPr>
            <p:spPr>
              <a:xfrm>
                <a:off x="2079040" y="25260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78" name="ph2978"/>
              <p:cNvSpPr/>
              <p:nvPr/>
            </p:nvSpPr>
            <p:spPr>
              <a:xfrm>
                <a:off x="2087747" y="25260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79" name="ph2979"/>
              <p:cNvSpPr/>
              <p:nvPr/>
            </p:nvSpPr>
            <p:spPr>
              <a:xfrm>
                <a:off x="2096455" y="25260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80" name="ph2980"/>
              <p:cNvSpPr/>
              <p:nvPr/>
            </p:nvSpPr>
            <p:spPr>
              <a:xfrm>
                <a:off x="2105162" y="25260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81" name="ph2981"/>
              <p:cNvSpPr/>
              <p:nvPr/>
            </p:nvSpPr>
            <p:spPr>
              <a:xfrm>
                <a:off x="2113869" y="25260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82" name="ph2982"/>
              <p:cNvSpPr/>
              <p:nvPr/>
            </p:nvSpPr>
            <p:spPr>
              <a:xfrm>
                <a:off x="2122576" y="25260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83" name="ph2983"/>
              <p:cNvSpPr/>
              <p:nvPr/>
            </p:nvSpPr>
            <p:spPr>
              <a:xfrm>
                <a:off x="2131283" y="25260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84" name="ph2984"/>
              <p:cNvSpPr/>
              <p:nvPr/>
            </p:nvSpPr>
            <p:spPr>
              <a:xfrm>
                <a:off x="2139990" y="25260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85" name="ph2985"/>
              <p:cNvSpPr/>
              <p:nvPr/>
            </p:nvSpPr>
            <p:spPr>
              <a:xfrm>
                <a:off x="2148698" y="25260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86" name="ph2986"/>
              <p:cNvSpPr/>
              <p:nvPr/>
            </p:nvSpPr>
            <p:spPr>
              <a:xfrm>
                <a:off x="2157405" y="25260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87" name="ph2987"/>
              <p:cNvSpPr/>
              <p:nvPr/>
            </p:nvSpPr>
            <p:spPr>
              <a:xfrm>
                <a:off x="2166112" y="25260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88" name="ph2988"/>
              <p:cNvSpPr/>
              <p:nvPr/>
            </p:nvSpPr>
            <p:spPr>
              <a:xfrm>
                <a:off x="2592764" y="25260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89" name="ph2989"/>
              <p:cNvSpPr/>
              <p:nvPr/>
            </p:nvSpPr>
            <p:spPr>
              <a:xfrm>
                <a:off x="2601471" y="25260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90" name="ph2990"/>
              <p:cNvSpPr/>
              <p:nvPr/>
            </p:nvSpPr>
            <p:spPr>
              <a:xfrm>
                <a:off x="2610178" y="25260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91" name="ph2991"/>
              <p:cNvSpPr/>
              <p:nvPr/>
            </p:nvSpPr>
            <p:spPr>
              <a:xfrm>
                <a:off x="2618885" y="25260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92" name="ph2992"/>
              <p:cNvSpPr/>
              <p:nvPr/>
            </p:nvSpPr>
            <p:spPr>
              <a:xfrm>
                <a:off x="2627592" y="25260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3A1">
                  <a:alpha val="100000"/>
                </a:srgbClr>
              </a:solidFill>
              <a:ln w="5420" cap="flat">
                <a:solidFill>
                  <a:srgbClr val="3B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93" name="ph2993"/>
              <p:cNvSpPr/>
              <p:nvPr/>
            </p:nvSpPr>
            <p:spPr>
              <a:xfrm>
                <a:off x="2636300" y="25260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94" name="ph2994"/>
              <p:cNvSpPr/>
              <p:nvPr/>
            </p:nvSpPr>
            <p:spPr>
              <a:xfrm>
                <a:off x="2645007" y="25260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95" name="ph2995"/>
              <p:cNvSpPr/>
              <p:nvPr/>
            </p:nvSpPr>
            <p:spPr>
              <a:xfrm>
                <a:off x="2766907" y="25260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96" name="ph2996"/>
              <p:cNvSpPr/>
              <p:nvPr/>
            </p:nvSpPr>
            <p:spPr>
              <a:xfrm>
                <a:off x="2775614" y="25260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97" name="ph2997"/>
              <p:cNvSpPr/>
              <p:nvPr/>
            </p:nvSpPr>
            <p:spPr>
              <a:xfrm>
                <a:off x="2784322" y="25260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3A1">
                  <a:alpha val="100000"/>
                </a:srgbClr>
              </a:solidFill>
              <a:ln w="5420" cap="flat">
                <a:solidFill>
                  <a:srgbClr val="3B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98" name="ph2998"/>
              <p:cNvSpPr/>
              <p:nvPr/>
            </p:nvSpPr>
            <p:spPr>
              <a:xfrm>
                <a:off x="2793029" y="25260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2999" name="ph2999"/>
              <p:cNvSpPr/>
              <p:nvPr/>
            </p:nvSpPr>
            <p:spPr>
              <a:xfrm>
                <a:off x="2801736" y="25260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00" name="ph3000"/>
              <p:cNvSpPr/>
              <p:nvPr/>
            </p:nvSpPr>
            <p:spPr>
              <a:xfrm>
                <a:off x="1652388" y="25367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01" name="ph3001"/>
              <p:cNvSpPr/>
              <p:nvPr/>
            </p:nvSpPr>
            <p:spPr>
              <a:xfrm>
                <a:off x="1661096" y="25367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02" name="ph3002"/>
              <p:cNvSpPr/>
              <p:nvPr/>
            </p:nvSpPr>
            <p:spPr>
              <a:xfrm>
                <a:off x="1669803" y="25367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03" name="ph3003"/>
              <p:cNvSpPr/>
              <p:nvPr/>
            </p:nvSpPr>
            <p:spPr>
              <a:xfrm>
                <a:off x="1678510" y="25367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04" name="ph3004"/>
              <p:cNvSpPr/>
              <p:nvPr/>
            </p:nvSpPr>
            <p:spPr>
              <a:xfrm>
                <a:off x="1687217" y="25367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05" name="ph3005"/>
              <p:cNvSpPr/>
              <p:nvPr/>
            </p:nvSpPr>
            <p:spPr>
              <a:xfrm>
                <a:off x="1695924" y="25367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06" name="ph3006"/>
              <p:cNvSpPr/>
              <p:nvPr/>
            </p:nvSpPr>
            <p:spPr>
              <a:xfrm>
                <a:off x="1704631" y="25367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07" name="ph3007"/>
              <p:cNvSpPr/>
              <p:nvPr/>
            </p:nvSpPr>
            <p:spPr>
              <a:xfrm>
                <a:off x="1713339" y="25367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08" name="ph3008"/>
              <p:cNvSpPr/>
              <p:nvPr/>
            </p:nvSpPr>
            <p:spPr>
              <a:xfrm>
                <a:off x="1957140" y="25367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5D9C">
                  <a:alpha val="100000"/>
                </a:srgbClr>
              </a:solidFill>
              <a:ln w="5420" cap="flat">
                <a:solidFill>
                  <a:srgbClr val="395D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09" name="ph3009"/>
              <p:cNvSpPr/>
              <p:nvPr/>
            </p:nvSpPr>
            <p:spPr>
              <a:xfrm>
                <a:off x="1965847" y="25367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10" name="ph3010"/>
              <p:cNvSpPr/>
              <p:nvPr/>
            </p:nvSpPr>
            <p:spPr>
              <a:xfrm>
                <a:off x="1974554" y="25367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11" name="ph3011"/>
              <p:cNvSpPr/>
              <p:nvPr/>
            </p:nvSpPr>
            <p:spPr>
              <a:xfrm>
                <a:off x="1983261" y="25367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12" name="ph3012"/>
              <p:cNvSpPr/>
              <p:nvPr/>
            </p:nvSpPr>
            <p:spPr>
              <a:xfrm>
                <a:off x="1991968" y="25367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13" name="ph3013"/>
              <p:cNvSpPr/>
              <p:nvPr/>
            </p:nvSpPr>
            <p:spPr>
              <a:xfrm>
                <a:off x="2000676" y="25367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14" name="ph3014"/>
              <p:cNvSpPr/>
              <p:nvPr/>
            </p:nvSpPr>
            <p:spPr>
              <a:xfrm>
                <a:off x="2009383" y="25367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15" name="ph3015"/>
              <p:cNvSpPr/>
              <p:nvPr/>
            </p:nvSpPr>
            <p:spPr>
              <a:xfrm>
                <a:off x="2018090" y="25367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16" name="ph3016"/>
              <p:cNvSpPr/>
              <p:nvPr/>
            </p:nvSpPr>
            <p:spPr>
              <a:xfrm>
                <a:off x="2026797" y="25367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17" name="ph3017"/>
              <p:cNvSpPr/>
              <p:nvPr/>
            </p:nvSpPr>
            <p:spPr>
              <a:xfrm>
                <a:off x="2035504" y="25367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18" name="ph3018"/>
              <p:cNvSpPr/>
              <p:nvPr/>
            </p:nvSpPr>
            <p:spPr>
              <a:xfrm>
                <a:off x="2044211" y="25367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19" name="ph3019"/>
              <p:cNvSpPr/>
              <p:nvPr/>
            </p:nvSpPr>
            <p:spPr>
              <a:xfrm>
                <a:off x="2052919" y="25367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20" name="ph3020"/>
              <p:cNvSpPr/>
              <p:nvPr/>
            </p:nvSpPr>
            <p:spPr>
              <a:xfrm>
                <a:off x="2061626" y="25367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21" name="ph3021"/>
              <p:cNvSpPr/>
              <p:nvPr/>
            </p:nvSpPr>
            <p:spPr>
              <a:xfrm>
                <a:off x="2070333" y="25367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22" name="ph3022"/>
              <p:cNvSpPr/>
              <p:nvPr/>
            </p:nvSpPr>
            <p:spPr>
              <a:xfrm>
                <a:off x="2079040" y="25367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23" name="ph3023"/>
              <p:cNvSpPr/>
              <p:nvPr/>
            </p:nvSpPr>
            <p:spPr>
              <a:xfrm>
                <a:off x="2087747" y="25367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24" name="ph3024"/>
              <p:cNvSpPr/>
              <p:nvPr/>
            </p:nvSpPr>
            <p:spPr>
              <a:xfrm>
                <a:off x="2096455" y="25367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25" name="ph3025"/>
              <p:cNvSpPr/>
              <p:nvPr/>
            </p:nvSpPr>
            <p:spPr>
              <a:xfrm>
                <a:off x="2105162" y="25367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26" name="ph3026"/>
              <p:cNvSpPr/>
              <p:nvPr/>
            </p:nvSpPr>
            <p:spPr>
              <a:xfrm>
                <a:off x="2113869" y="25367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27" name="ph3027"/>
              <p:cNvSpPr/>
              <p:nvPr/>
            </p:nvSpPr>
            <p:spPr>
              <a:xfrm>
                <a:off x="2122576" y="25367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28" name="ph3028"/>
              <p:cNvSpPr/>
              <p:nvPr/>
            </p:nvSpPr>
            <p:spPr>
              <a:xfrm>
                <a:off x="2131283" y="25367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29" name="ph3029"/>
              <p:cNvSpPr/>
              <p:nvPr/>
            </p:nvSpPr>
            <p:spPr>
              <a:xfrm>
                <a:off x="2139990" y="25367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30" name="ph3030"/>
              <p:cNvSpPr/>
              <p:nvPr/>
            </p:nvSpPr>
            <p:spPr>
              <a:xfrm>
                <a:off x="2148698" y="25367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31" name="ph3031"/>
              <p:cNvSpPr/>
              <p:nvPr/>
            </p:nvSpPr>
            <p:spPr>
              <a:xfrm>
                <a:off x="2157405" y="25367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32" name="ph3032"/>
              <p:cNvSpPr/>
              <p:nvPr/>
            </p:nvSpPr>
            <p:spPr>
              <a:xfrm>
                <a:off x="2166112" y="25367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33" name="ph3033"/>
              <p:cNvSpPr/>
              <p:nvPr/>
            </p:nvSpPr>
            <p:spPr>
              <a:xfrm>
                <a:off x="2601471" y="25367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34" name="ph3034"/>
              <p:cNvSpPr/>
              <p:nvPr/>
            </p:nvSpPr>
            <p:spPr>
              <a:xfrm>
                <a:off x="2610178" y="25367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35" name="ph3035"/>
              <p:cNvSpPr/>
              <p:nvPr/>
            </p:nvSpPr>
            <p:spPr>
              <a:xfrm>
                <a:off x="2618885" y="25367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36" name="ph3036"/>
              <p:cNvSpPr/>
              <p:nvPr/>
            </p:nvSpPr>
            <p:spPr>
              <a:xfrm>
                <a:off x="2627592" y="25367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37" name="ph3037"/>
              <p:cNvSpPr/>
              <p:nvPr/>
            </p:nvSpPr>
            <p:spPr>
              <a:xfrm>
                <a:off x="2636300" y="25367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38" name="ph3038"/>
              <p:cNvSpPr/>
              <p:nvPr/>
            </p:nvSpPr>
            <p:spPr>
              <a:xfrm>
                <a:off x="2645007" y="25367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39" name="ph3039"/>
              <p:cNvSpPr/>
              <p:nvPr/>
            </p:nvSpPr>
            <p:spPr>
              <a:xfrm>
                <a:off x="2653714" y="25367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40" name="ph3040"/>
              <p:cNvSpPr/>
              <p:nvPr/>
            </p:nvSpPr>
            <p:spPr>
              <a:xfrm>
                <a:off x="2766907" y="25367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3A1">
                  <a:alpha val="100000"/>
                </a:srgbClr>
              </a:solidFill>
              <a:ln w="5420" cap="flat">
                <a:solidFill>
                  <a:srgbClr val="3B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41" name="ph3041"/>
              <p:cNvSpPr/>
              <p:nvPr/>
            </p:nvSpPr>
            <p:spPr>
              <a:xfrm>
                <a:off x="2775614" y="25367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42" name="ph3042"/>
              <p:cNvSpPr/>
              <p:nvPr/>
            </p:nvSpPr>
            <p:spPr>
              <a:xfrm>
                <a:off x="2784322" y="25367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43" name="ph3043"/>
              <p:cNvSpPr/>
              <p:nvPr/>
            </p:nvSpPr>
            <p:spPr>
              <a:xfrm>
                <a:off x="2793029" y="25367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44" name="ph3044"/>
              <p:cNvSpPr/>
              <p:nvPr/>
            </p:nvSpPr>
            <p:spPr>
              <a:xfrm>
                <a:off x="2801736" y="25367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45" name="ph3045"/>
              <p:cNvSpPr/>
              <p:nvPr/>
            </p:nvSpPr>
            <p:spPr>
              <a:xfrm>
                <a:off x="1643681" y="25474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46" name="ph3046"/>
              <p:cNvSpPr/>
              <p:nvPr/>
            </p:nvSpPr>
            <p:spPr>
              <a:xfrm>
                <a:off x="1652388" y="25474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47" name="ph3047"/>
              <p:cNvSpPr/>
              <p:nvPr/>
            </p:nvSpPr>
            <p:spPr>
              <a:xfrm>
                <a:off x="1661096" y="25474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48" name="ph3048"/>
              <p:cNvSpPr/>
              <p:nvPr/>
            </p:nvSpPr>
            <p:spPr>
              <a:xfrm>
                <a:off x="1669803" y="25474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49" name="ph3049"/>
              <p:cNvSpPr/>
              <p:nvPr/>
            </p:nvSpPr>
            <p:spPr>
              <a:xfrm>
                <a:off x="1678510" y="25474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50" name="ph3050"/>
              <p:cNvSpPr/>
              <p:nvPr/>
            </p:nvSpPr>
            <p:spPr>
              <a:xfrm>
                <a:off x="1687217" y="25474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51" name="ph3051"/>
              <p:cNvSpPr/>
              <p:nvPr/>
            </p:nvSpPr>
            <p:spPr>
              <a:xfrm>
                <a:off x="1965847" y="25474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52" name="ph3052"/>
              <p:cNvSpPr/>
              <p:nvPr/>
            </p:nvSpPr>
            <p:spPr>
              <a:xfrm>
                <a:off x="1974554" y="25474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53" name="ph3053"/>
              <p:cNvSpPr/>
              <p:nvPr/>
            </p:nvSpPr>
            <p:spPr>
              <a:xfrm>
                <a:off x="1983261" y="25474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54" name="ph3054"/>
              <p:cNvSpPr/>
              <p:nvPr/>
            </p:nvSpPr>
            <p:spPr>
              <a:xfrm>
                <a:off x="1991968" y="25474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55" name="ph3055"/>
              <p:cNvSpPr/>
              <p:nvPr/>
            </p:nvSpPr>
            <p:spPr>
              <a:xfrm>
                <a:off x="2000676" y="25474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56" name="ph3056"/>
              <p:cNvSpPr/>
              <p:nvPr/>
            </p:nvSpPr>
            <p:spPr>
              <a:xfrm>
                <a:off x="2009383" y="25474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57" name="ph3057"/>
              <p:cNvSpPr/>
              <p:nvPr/>
            </p:nvSpPr>
            <p:spPr>
              <a:xfrm>
                <a:off x="2018090" y="25474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58" name="ph3058"/>
              <p:cNvSpPr/>
              <p:nvPr/>
            </p:nvSpPr>
            <p:spPr>
              <a:xfrm>
                <a:off x="2026797" y="25474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59" name="ph3059"/>
              <p:cNvSpPr/>
              <p:nvPr/>
            </p:nvSpPr>
            <p:spPr>
              <a:xfrm>
                <a:off x="2035504" y="25474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60" name="ph3060"/>
              <p:cNvSpPr/>
              <p:nvPr/>
            </p:nvSpPr>
            <p:spPr>
              <a:xfrm>
                <a:off x="2044211" y="25474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61" name="ph3061"/>
              <p:cNvSpPr/>
              <p:nvPr/>
            </p:nvSpPr>
            <p:spPr>
              <a:xfrm>
                <a:off x="2052919" y="25474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62" name="ph3062"/>
              <p:cNvSpPr/>
              <p:nvPr/>
            </p:nvSpPr>
            <p:spPr>
              <a:xfrm>
                <a:off x="2061626" y="25474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63" name="ph3063"/>
              <p:cNvSpPr/>
              <p:nvPr/>
            </p:nvSpPr>
            <p:spPr>
              <a:xfrm>
                <a:off x="2070333" y="25474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64" name="ph3064"/>
              <p:cNvSpPr/>
              <p:nvPr/>
            </p:nvSpPr>
            <p:spPr>
              <a:xfrm>
                <a:off x="2079040" y="25474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65" name="ph3065"/>
              <p:cNvSpPr/>
              <p:nvPr/>
            </p:nvSpPr>
            <p:spPr>
              <a:xfrm>
                <a:off x="2087747" y="25474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66" name="ph3066"/>
              <p:cNvSpPr/>
              <p:nvPr/>
            </p:nvSpPr>
            <p:spPr>
              <a:xfrm>
                <a:off x="2096455" y="25474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67" name="ph3067"/>
              <p:cNvSpPr/>
              <p:nvPr/>
            </p:nvSpPr>
            <p:spPr>
              <a:xfrm>
                <a:off x="2105162" y="25474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68" name="ph3068"/>
              <p:cNvSpPr/>
              <p:nvPr/>
            </p:nvSpPr>
            <p:spPr>
              <a:xfrm>
                <a:off x="2113869" y="25474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69" name="ph3069"/>
              <p:cNvSpPr/>
              <p:nvPr/>
            </p:nvSpPr>
            <p:spPr>
              <a:xfrm>
                <a:off x="2122576" y="25474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70" name="ph3070"/>
              <p:cNvSpPr/>
              <p:nvPr/>
            </p:nvSpPr>
            <p:spPr>
              <a:xfrm>
                <a:off x="2131283" y="25474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71" name="ph3071"/>
              <p:cNvSpPr/>
              <p:nvPr/>
            </p:nvSpPr>
            <p:spPr>
              <a:xfrm>
                <a:off x="2139990" y="25474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72" name="ph3072"/>
              <p:cNvSpPr/>
              <p:nvPr/>
            </p:nvSpPr>
            <p:spPr>
              <a:xfrm>
                <a:off x="2148698" y="25474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73" name="ph3073"/>
              <p:cNvSpPr/>
              <p:nvPr/>
            </p:nvSpPr>
            <p:spPr>
              <a:xfrm>
                <a:off x="2157405" y="25474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74" name="ph3074"/>
              <p:cNvSpPr/>
              <p:nvPr/>
            </p:nvSpPr>
            <p:spPr>
              <a:xfrm>
                <a:off x="2166112" y="25474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75" name="ph3075"/>
              <p:cNvSpPr/>
              <p:nvPr/>
            </p:nvSpPr>
            <p:spPr>
              <a:xfrm>
                <a:off x="2610178" y="25474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76" name="ph3076"/>
              <p:cNvSpPr/>
              <p:nvPr/>
            </p:nvSpPr>
            <p:spPr>
              <a:xfrm>
                <a:off x="2618885" y="25474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77" name="ph3077"/>
              <p:cNvSpPr/>
              <p:nvPr/>
            </p:nvSpPr>
            <p:spPr>
              <a:xfrm>
                <a:off x="2627592" y="25474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78" name="ph3078"/>
              <p:cNvSpPr/>
              <p:nvPr/>
            </p:nvSpPr>
            <p:spPr>
              <a:xfrm>
                <a:off x="2636300" y="25474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79" name="ph3079"/>
              <p:cNvSpPr/>
              <p:nvPr/>
            </p:nvSpPr>
            <p:spPr>
              <a:xfrm>
                <a:off x="2645007" y="25474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80" name="ph3080"/>
              <p:cNvSpPr/>
              <p:nvPr/>
            </p:nvSpPr>
            <p:spPr>
              <a:xfrm>
                <a:off x="2653714" y="25474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81" name="ph3081"/>
              <p:cNvSpPr/>
              <p:nvPr/>
            </p:nvSpPr>
            <p:spPr>
              <a:xfrm>
                <a:off x="2662421" y="25474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82" name="ph3082"/>
              <p:cNvSpPr/>
              <p:nvPr/>
            </p:nvSpPr>
            <p:spPr>
              <a:xfrm>
                <a:off x="2775614" y="25474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83" name="ph3083"/>
              <p:cNvSpPr/>
              <p:nvPr/>
            </p:nvSpPr>
            <p:spPr>
              <a:xfrm>
                <a:off x="2784322" y="25474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84" name="ph3084"/>
              <p:cNvSpPr/>
              <p:nvPr/>
            </p:nvSpPr>
            <p:spPr>
              <a:xfrm>
                <a:off x="2793029" y="25474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85" name="ph3085"/>
              <p:cNvSpPr/>
              <p:nvPr/>
            </p:nvSpPr>
            <p:spPr>
              <a:xfrm>
                <a:off x="2801736" y="25474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86" name="ph3086"/>
              <p:cNvSpPr/>
              <p:nvPr/>
            </p:nvSpPr>
            <p:spPr>
              <a:xfrm>
                <a:off x="2810443" y="25474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87" name="ph3087"/>
              <p:cNvSpPr/>
              <p:nvPr/>
            </p:nvSpPr>
            <p:spPr>
              <a:xfrm>
                <a:off x="1626267" y="25581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88" name="ph3088"/>
              <p:cNvSpPr/>
              <p:nvPr/>
            </p:nvSpPr>
            <p:spPr>
              <a:xfrm>
                <a:off x="1634974" y="25581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89" name="ph3089"/>
              <p:cNvSpPr/>
              <p:nvPr/>
            </p:nvSpPr>
            <p:spPr>
              <a:xfrm>
                <a:off x="1643681" y="25581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90" name="ph3090"/>
              <p:cNvSpPr/>
              <p:nvPr/>
            </p:nvSpPr>
            <p:spPr>
              <a:xfrm>
                <a:off x="1652388" y="25581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91" name="ph3091"/>
              <p:cNvSpPr/>
              <p:nvPr/>
            </p:nvSpPr>
            <p:spPr>
              <a:xfrm>
                <a:off x="1661096" y="25581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92" name="ph3092"/>
              <p:cNvSpPr/>
              <p:nvPr/>
            </p:nvSpPr>
            <p:spPr>
              <a:xfrm>
                <a:off x="1669803" y="25581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93" name="ph3093"/>
              <p:cNvSpPr/>
              <p:nvPr/>
            </p:nvSpPr>
            <p:spPr>
              <a:xfrm>
                <a:off x="1678510" y="25581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94" name="ph3094"/>
              <p:cNvSpPr/>
              <p:nvPr/>
            </p:nvSpPr>
            <p:spPr>
              <a:xfrm>
                <a:off x="1983261" y="25581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95" name="ph3095"/>
              <p:cNvSpPr/>
              <p:nvPr/>
            </p:nvSpPr>
            <p:spPr>
              <a:xfrm>
                <a:off x="1991968" y="25581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96" name="ph3096"/>
              <p:cNvSpPr/>
              <p:nvPr/>
            </p:nvSpPr>
            <p:spPr>
              <a:xfrm>
                <a:off x="2000676" y="25581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97" name="ph3097"/>
              <p:cNvSpPr/>
              <p:nvPr/>
            </p:nvSpPr>
            <p:spPr>
              <a:xfrm>
                <a:off x="2009383" y="25581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98" name="ph3098"/>
              <p:cNvSpPr/>
              <p:nvPr/>
            </p:nvSpPr>
            <p:spPr>
              <a:xfrm>
                <a:off x="2018090" y="25581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099" name="ph3099"/>
              <p:cNvSpPr/>
              <p:nvPr/>
            </p:nvSpPr>
            <p:spPr>
              <a:xfrm>
                <a:off x="2026797" y="25581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00" name="ph3100"/>
              <p:cNvSpPr/>
              <p:nvPr/>
            </p:nvSpPr>
            <p:spPr>
              <a:xfrm>
                <a:off x="2035504" y="25581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01" name="ph3101"/>
              <p:cNvSpPr/>
              <p:nvPr/>
            </p:nvSpPr>
            <p:spPr>
              <a:xfrm>
                <a:off x="2044211" y="25581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02" name="ph3102"/>
              <p:cNvSpPr/>
              <p:nvPr/>
            </p:nvSpPr>
            <p:spPr>
              <a:xfrm>
                <a:off x="2052919" y="25581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03" name="ph3103"/>
              <p:cNvSpPr/>
              <p:nvPr/>
            </p:nvSpPr>
            <p:spPr>
              <a:xfrm>
                <a:off x="2061626" y="25581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04" name="ph3104"/>
              <p:cNvSpPr/>
              <p:nvPr/>
            </p:nvSpPr>
            <p:spPr>
              <a:xfrm>
                <a:off x="2070333" y="25581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05" name="ph3105"/>
              <p:cNvSpPr/>
              <p:nvPr/>
            </p:nvSpPr>
            <p:spPr>
              <a:xfrm>
                <a:off x="2079040" y="25581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06" name="ph3106"/>
              <p:cNvSpPr/>
              <p:nvPr/>
            </p:nvSpPr>
            <p:spPr>
              <a:xfrm>
                <a:off x="2105162" y="25581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07" name="ph3107"/>
              <p:cNvSpPr/>
              <p:nvPr/>
            </p:nvSpPr>
            <p:spPr>
              <a:xfrm>
                <a:off x="2113869" y="25581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08" name="ph3108"/>
              <p:cNvSpPr/>
              <p:nvPr/>
            </p:nvSpPr>
            <p:spPr>
              <a:xfrm>
                <a:off x="2122576" y="25581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09" name="ph3109"/>
              <p:cNvSpPr/>
              <p:nvPr/>
            </p:nvSpPr>
            <p:spPr>
              <a:xfrm>
                <a:off x="2131283" y="25581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10" name="ph3110"/>
              <p:cNvSpPr/>
              <p:nvPr/>
            </p:nvSpPr>
            <p:spPr>
              <a:xfrm>
                <a:off x="2139990" y="25581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11" name="ph3111"/>
              <p:cNvSpPr/>
              <p:nvPr/>
            </p:nvSpPr>
            <p:spPr>
              <a:xfrm>
                <a:off x="2148698" y="25581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12" name="ph3112"/>
              <p:cNvSpPr/>
              <p:nvPr/>
            </p:nvSpPr>
            <p:spPr>
              <a:xfrm>
                <a:off x="2157405" y="25581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13" name="ph3113"/>
              <p:cNvSpPr/>
              <p:nvPr/>
            </p:nvSpPr>
            <p:spPr>
              <a:xfrm>
                <a:off x="2166112" y="25581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14" name="ph3114"/>
              <p:cNvSpPr/>
              <p:nvPr/>
            </p:nvSpPr>
            <p:spPr>
              <a:xfrm>
                <a:off x="2627592" y="25581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15" name="ph3115"/>
              <p:cNvSpPr/>
              <p:nvPr/>
            </p:nvSpPr>
            <p:spPr>
              <a:xfrm>
                <a:off x="2636300" y="25581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16" name="ph3116"/>
              <p:cNvSpPr/>
              <p:nvPr/>
            </p:nvSpPr>
            <p:spPr>
              <a:xfrm>
                <a:off x="2645007" y="25581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17" name="ph3117"/>
              <p:cNvSpPr/>
              <p:nvPr/>
            </p:nvSpPr>
            <p:spPr>
              <a:xfrm>
                <a:off x="2653714" y="25581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18" name="ph3118"/>
              <p:cNvSpPr/>
              <p:nvPr/>
            </p:nvSpPr>
            <p:spPr>
              <a:xfrm>
                <a:off x="2662421" y="25581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19" name="ph3119"/>
              <p:cNvSpPr/>
              <p:nvPr/>
            </p:nvSpPr>
            <p:spPr>
              <a:xfrm>
                <a:off x="2671128" y="25581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20" name="ph3120"/>
              <p:cNvSpPr/>
              <p:nvPr/>
            </p:nvSpPr>
            <p:spPr>
              <a:xfrm>
                <a:off x="2775614" y="25581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21" name="ph3121"/>
              <p:cNvSpPr/>
              <p:nvPr/>
            </p:nvSpPr>
            <p:spPr>
              <a:xfrm>
                <a:off x="2784322" y="25581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22" name="ph3122"/>
              <p:cNvSpPr/>
              <p:nvPr/>
            </p:nvSpPr>
            <p:spPr>
              <a:xfrm>
                <a:off x="2793029" y="25581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23" name="ph3123"/>
              <p:cNvSpPr/>
              <p:nvPr/>
            </p:nvSpPr>
            <p:spPr>
              <a:xfrm>
                <a:off x="2801736" y="25581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24" name="ph3124"/>
              <p:cNvSpPr/>
              <p:nvPr/>
            </p:nvSpPr>
            <p:spPr>
              <a:xfrm>
                <a:off x="2810443" y="25581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25" name="ph3125"/>
              <p:cNvSpPr/>
              <p:nvPr/>
            </p:nvSpPr>
            <p:spPr>
              <a:xfrm>
                <a:off x="2819150" y="25581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26" name="ph3126"/>
              <p:cNvSpPr/>
              <p:nvPr/>
            </p:nvSpPr>
            <p:spPr>
              <a:xfrm>
                <a:off x="1539195" y="25688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27" name="ph3127"/>
              <p:cNvSpPr/>
              <p:nvPr/>
            </p:nvSpPr>
            <p:spPr>
              <a:xfrm>
                <a:off x="1547902" y="25688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28" name="ph3128"/>
              <p:cNvSpPr/>
              <p:nvPr/>
            </p:nvSpPr>
            <p:spPr>
              <a:xfrm>
                <a:off x="1556609" y="25688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29" name="ph3129"/>
              <p:cNvSpPr/>
              <p:nvPr/>
            </p:nvSpPr>
            <p:spPr>
              <a:xfrm>
                <a:off x="1565317" y="25688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30" name="ph3130"/>
              <p:cNvSpPr/>
              <p:nvPr/>
            </p:nvSpPr>
            <p:spPr>
              <a:xfrm>
                <a:off x="1574024" y="25688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31" name="ph3131"/>
              <p:cNvSpPr/>
              <p:nvPr/>
            </p:nvSpPr>
            <p:spPr>
              <a:xfrm>
                <a:off x="1582731" y="25688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32" name="ph3132"/>
              <p:cNvSpPr/>
              <p:nvPr/>
            </p:nvSpPr>
            <p:spPr>
              <a:xfrm>
                <a:off x="1608852" y="25688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33" name="ph3133"/>
              <p:cNvSpPr/>
              <p:nvPr/>
            </p:nvSpPr>
            <p:spPr>
              <a:xfrm>
                <a:off x="1617560" y="25688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34" name="ph3134"/>
              <p:cNvSpPr/>
              <p:nvPr/>
            </p:nvSpPr>
            <p:spPr>
              <a:xfrm>
                <a:off x="1626267" y="25688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35" name="ph3135"/>
              <p:cNvSpPr/>
              <p:nvPr/>
            </p:nvSpPr>
            <p:spPr>
              <a:xfrm>
                <a:off x="1634974" y="25688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36" name="ph3136"/>
              <p:cNvSpPr/>
              <p:nvPr/>
            </p:nvSpPr>
            <p:spPr>
              <a:xfrm>
                <a:off x="1643681" y="25688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37" name="ph3137"/>
              <p:cNvSpPr/>
              <p:nvPr/>
            </p:nvSpPr>
            <p:spPr>
              <a:xfrm>
                <a:off x="1652388" y="25688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38" name="ph3138"/>
              <p:cNvSpPr/>
              <p:nvPr/>
            </p:nvSpPr>
            <p:spPr>
              <a:xfrm>
                <a:off x="1661096" y="25688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39" name="ph3139"/>
              <p:cNvSpPr/>
              <p:nvPr/>
            </p:nvSpPr>
            <p:spPr>
              <a:xfrm>
                <a:off x="1669803" y="25688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40" name="ph3140"/>
              <p:cNvSpPr/>
              <p:nvPr/>
            </p:nvSpPr>
            <p:spPr>
              <a:xfrm>
                <a:off x="2052919" y="25688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41" name="ph3141"/>
              <p:cNvSpPr/>
              <p:nvPr/>
            </p:nvSpPr>
            <p:spPr>
              <a:xfrm>
                <a:off x="2061626" y="25688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42" name="ph3142"/>
              <p:cNvSpPr/>
              <p:nvPr/>
            </p:nvSpPr>
            <p:spPr>
              <a:xfrm>
                <a:off x="2113869" y="25688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43" name="ph3143"/>
              <p:cNvSpPr/>
              <p:nvPr/>
            </p:nvSpPr>
            <p:spPr>
              <a:xfrm>
                <a:off x="2122576" y="25688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44" name="ph3144"/>
              <p:cNvSpPr/>
              <p:nvPr/>
            </p:nvSpPr>
            <p:spPr>
              <a:xfrm>
                <a:off x="2131283" y="25688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45" name="ph3145"/>
              <p:cNvSpPr/>
              <p:nvPr/>
            </p:nvSpPr>
            <p:spPr>
              <a:xfrm>
                <a:off x="2139990" y="25688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46" name="ph3146"/>
              <p:cNvSpPr/>
              <p:nvPr/>
            </p:nvSpPr>
            <p:spPr>
              <a:xfrm>
                <a:off x="2148698" y="25688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47" name="ph3147"/>
              <p:cNvSpPr/>
              <p:nvPr/>
            </p:nvSpPr>
            <p:spPr>
              <a:xfrm>
                <a:off x="2157405" y="25688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48" name="ph3148"/>
              <p:cNvSpPr/>
              <p:nvPr/>
            </p:nvSpPr>
            <p:spPr>
              <a:xfrm>
                <a:off x="2636300" y="25688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49" name="ph3149"/>
              <p:cNvSpPr/>
              <p:nvPr/>
            </p:nvSpPr>
            <p:spPr>
              <a:xfrm>
                <a:off x="2645007" y="25688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50" name="ph3150"/>
              <p:cNvSpPr/>
              <p:nvPr/>
            </p:nvSpPr>
            <p:spPr>
              <a:xfrm>
                <a:off x="2653714" y="25688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51" name="ph3151"/>
              <p:cNvSpPr/>
              <p:nvPr/>
            </p:nvSpPr>
            <p:spPr>
              <a:xfrm>
                <a:off x="2662421" y="25688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52" name="ph3152"/>
              <p:cNvSpPr/>
              <p:nvPr/>
            </p:nvSpPr>
            <p:spPr>
              <a:xfrm>
                <a:off x="2671128" y="25688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53" name="ph3153"/>
              <p:cNvSpPr/>
              <p:nvPr/>
            </p:nvSpPr>
            <p:spPr>
              <a:xfrm>
                <a:off x="2784322" y="25688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54" name="ph3154"/>
              <p:cNvSpPr/>
              <p:nvPr/>
            </p:nvSpPr>
            <p:spPr>
              <a:xfrm>
                <a:off x="2793029" y="25688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55" name="ph3155"/>
              <p:cNvSpPr/>
              <p:nvPr/>
            </p:nvSpPr>
            <p:spPr>
              <a:xfrm>
                <a:off x="2801736" y="25688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56" name="ph3156"/>
              <p:cNvSpPr/>
              <p:nvPr/>
            </p:nvSpPr>
            <p:spPr>
              <a:xfrm>
                <a:off x="2810443" y="25688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57" name="ph3157"/>
              <p:cNvSpPr/>
              <p:nvPr/>
            </p:nvSpPr>
            <p:spPr>
              <a:xfrm>
                <a:off x="2819150" y="25688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58" name="ph3158"/>
              <p:cNvSpPr/>
              <p:nvPr/>
            </p:nvSpPr>
            <p:spPr>
              <a:xfrm>
                <a:off x="1530488" y="25795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59" name="ph3159"/>
              <p:cNvSpPr/>
              <p:nvPr/>
            </p:nvSpPr>
            <p:spPr>
              <a:xfrm>
                <a:off x="1539195" y="25795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0A1">
                  <a:alpha val="100000"/>
                </a:srgbClr>
              </a:solidFill>
              <a:ln w="5420" cap="flat">
                <a:solidFill>
                  <a:srgbClr val="3B70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60" name="ph3160"/>
              <p:cNvSpPr/>
              <p:nvPr/>
            </p:nvSpPr>
            <p:spPr>
              <a:xfrm>
                <a:off x="1547902" y="25795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61" name="ph3161"/>
              <p:cNvSpPr/>
              <p:nvPr/>
            </p:nvSpPr>
            <p:spPr>
              <a:xfrm>
                <a:off x="1556609" y="25795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62" name="ph3162"/>
              <p:cNvSpPr/>
              <p:nvPr/>
            </p:nvSpPr>
            <p:spPr>
              <a:xfrm>
                <a:off x="1565317" y="25795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63" name="ph3163"/>
              <p:cNvSpPr/>
              <p:nvPr/>
            </p:nvSpPr>
            <p:spPr>
              <a:xfrm>
                <a:off x="1574024" y="25795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64" name="ph3164"/>
              <p:cNvSpPr/>
              <p:nvPr/>
            </p:nvSpPr>
            <p:spPr>
              <a:xfrm>
                <a:off x="1582731" y="25795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65" name="ph3165"/>
              <p:cNvSpPr/>
              <p:nvPr/>
            </p:nvSpPr>
            <p:spPr>
              <a:xfrm>
                <a:off x="1591438" y="25795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66" name="ph3166"/>
              <p:cNvSpPr/>
              <p:nvPr/>
            </p:nvSpPr>
            <p:spPr>
              <a:xfrm>
                <a:off x="1600145" y="25795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67" name="ph3167"/>
              <p:cNvSpPr/>
              <p:nvPr/>
            </p:nvSpPr>
            <p:spPr>
              <a:xfrm>
                <a:off x="1608852" y="25795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68" name="ph3168"/>
              <p:cNvSpPr/>
              <p:nvPr/>
            </p:nvSpPr>
            <p:spPr>
              <a:xfrm>
                <a:off x="1617560" y="25795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69" name="ph3169"/>
              <p:cNvSpPr/>
              <p:nvPr/>
            </p:nvSpPr>
            <p:spPr>
              <a:xfrm>
                <a:off x="1626267" y="25795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70" name="ph3170"/>
              <p:cNvSpPr/>
              <p:nvPr/>
            </p:nvSpPr>
            <p:spPr>
              <a:xfrm>
                <a:off x="1634974" y="25795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71" name="ph3171"/>
              <p:cNvSpPr/>
              <p:nvPr/>
            </p:nvSpPr>
            <p:spPr>
              <a:xfrm>
                <a:off x="1643681" y="25795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72" name="ph3172"/>
              <p:cNvSpPr/>
              <p:nvPr/>
            </p:nvSpPr>
            <p:spPr>
              <a:xfrm>
                <a:off x="1652388" y="25795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73" name="ph3173"/>
              <p:cNvSpPr/>
              <p:nvPr/>
            </p:nvSpPr>
            <p:spPr>
              <a:xfrm>
                <a:off x="1661096" y="25795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74" name="ph3174"/>
              <p:cNvSpPr/>
              <p:nvPr/>
            </p:nvSpPr>
            <p:spPr>
              <a:xfrm>
                <a:off x="2113869" y="25795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75" name="ph3175"/>
              <p:cNvSpPr/>
              <p:nvPr/>
            </p:nvSpPr>
            <p:spPr>
              <a:xfrm>
                <a:off x="2122576" y="25795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76" name="ph3176"/>
              <p:cNvSpPr/>
              <p:nvPr/>
            </p:nvSpPr>
            <p:spPr>
              <a:xfrm>
                <a:off x="2131283" y="25795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77" name="ph3177"/>
              <p:cNvSpPr/>
              <p:nvPr/>
            </p:nvSpPr>
            <p:spPr>
              <a:xfrm>
                <a:off x="2139990" y="25795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78" name="ph3178"/>
              <p:cNvSpPr/>
              <p:nvPr/>
            </p:nvSpPr>
            <p:spPr>
              <a:xfrm>
                <a:off x="2636300" y="25795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79" name="ph3179"/>
              <p:cNvSpPr/>
              <p:nvPr/>
            </p:nvSpPr>
            <p:spPr>
              <a:xfrm>
                <a:off x="2645007" y="25795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80" name="ph3180"/>
              <p:cNvSpPr/>
              <p:nvPr/>
            </p:nvSpPr>
            <p:spPr>
              <a:xfrm>
                <a:off x="2653714" y="25795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81" name="ph3181"/>
              <p:cNvSpPr/>
              <p:nvPr/>
            </p:nvSpPr>
            <p:spPr>
              <a:xfrm>
                <a:off x="2662421" y="25795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82" name="ph3182"/>
              <p:cNvSpPr/>
              <p:nvPr/>
            </p:nvSpPr>
            <p:spPr>
              <a:xfrm>
                <a:off x="2671128" y="25795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83" name="ph3183"/>
              <p:cNvSpPr/>
              <p:nvPr/>
            </p:nvSpPr>
            <p:spPr>
              <a:xfrm>
                <a:off x="2784322" y="25795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84" name="ph3184"/>
              <p:cNvSpPr/>
              <p:nvPr/>
            </p:nvSpPr>
            <p:spPr>
              <a:xfrm>
                <a:off x="2793029" y="25795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85" name="ph3185"/>
              <p:cNvSpPr/>
              <p:nvPr/>
            </p:nvSpPr>
            <p:spPr>
              <a:xfrm>
                <a:off x="2801736" y="25795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86" name="ph3186"/>
              <p:cNvSpPr/>
              <p:nvPr/>
            </p:nvSpPr>
            <p:spPr>
              <a:xfrm>
                <a:off x="2810443" y="25795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87" name="ph3187"/>
              <p:cNvSpPr/>
              <p:nvPr/>
            </p:nvSpPr>
            <p:spPr>
              <a:xfrm>
                <a:off x="2819150" y="25795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88" name="ph3188"/>
              <p:cNvSpPr/>
              <p:nvPr/>
            </p:nvSpPr>
            <p:spPr>
              <a:xfrm>
                <a:off x="2827858" y="25795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89" name="ph3189"/>
              <p:cNvSpPr/>
              <p:nvPr/>
            </p:nvSpPr>
            <p:spPr>
              <a:xfrm>
                <a:off x="1530488" y="25902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90" name="ph3190"/>
              <p:cNvSpPr/>
              <p:nvPr/>
            </p:nvSpPr>
            <p:spPr>
              <a:xfrm>
                <a:off x="1539195" y="25902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91" name="ph3191"/>
              <p:cNvSpPr/>
              <p:nvPr/>
            </p:nvSpPr>
            <p:spPr>
              <a:xfrm>
                <a:off x="1547902" y="25902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92" name="ph3192"/>
              <p:cNvSpPr/>
              <p:nvPr/>
            </p:nvSpPr>
            <p:spPr>
              <a:xfrm>
                <a:off x="1556609" y="25902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93" name="ph3193"/>
              <p:cNvSpPr/>
              <p:nvPr/>
            </p:nvSpPr>
            <p:spPr>
              <a:xfrm>
                <a:off x="1565317" y="25902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94" name="ph3194"/>
              <p:cNvSpPr/>
              <p:nvPr/>
            </p:nvSpPr>
            <p:spPr>
              <a:xfrm>
                <a:off x="1574024" y="25902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95" name="ph3195"/>
              <p:cNvSpPr/>
              <p:nvPr/>
            </p:nvSpPr>
            <p:spPr>
              <a:xfrm>
                <a:off x="1582731" y="25902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96" name="ph3196"/>
              <p:cNvSpPr/>
              <p:nvPr/>
            </p:nvSpPr>
            <p:spPr>
              <a:xfrm>
                <a:off x="1591438" y="25902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97" name="ph3197"/>
              <p:cNvSpPr/>
              <p:nvPr/>
            </p:nvSpPr>
            <p:spPr>
              <a:xfrm>
                <a:off x="1600145" y="25902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98" name="ph3198"/>
              <p:cNvSpPr/>
              <p:nvPr/>
            </p:nvSpPr>
            <p:spPr>
              <a:xfrm>
                <a:off x="1608852" y="25902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199" name="ph3199"/>
              <p:cNvSpPr/>
              <p:nvPr/>
            </p:nvSpPr>
            <p:spPr>
              <a:xfrm>
                <a:off x="1617560" y="25902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00" name="ph3200"/>
              <p:cNvSpPr/>
              <p:nvPr/>
            </p:nvSpPr>
            <p:spPr>
              <a:xfrm>
                <a:off x="1626267" y="25902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01" name="ph3201"/>
              <p:cNvSpPr/>
              <p:nvPr/>
            </p:nvSpPr>
            <p:spPr>
              <a:xfrm>
                <a:off x="1634974" y="25902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02" name="ph3202"/>
              <p:cNvSpPr/>
              <p:nvPr/>
            </p:nvSpPr>
            <p:spPr>
              <a:xfrm>
                <a:off x="1643681" y="25902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03" name="ph3203"/>
              <p:cNvSpPr/>
              <p:nvPr/>
            </p:nvSpPr>
            <p:spPr>
              <a:xfrm>
                <a:off x="1652388" y="25902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04" name="ph3204"/>
              <p:cNvSpPr/>
              <p:nvPr/>
            </p:nvSpPr>
            <p:spPr>
              <a:xfrm>
                <a:off x="2636300" y="25902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05" name="ph3205"/>
              <p:cNvSpPr/>
              <p:nvPr/>
            </p:nvSpPr>
            <p:spPr>
              <a:xfrm>
                <a:off x="2645007" y="25902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06" name="ph3206"/>
              <p:cNvSpPr/>
              <p:nvPr/>
            </p:nvSpPr>
            <p:spPr>
              <a:xfrm>
                <a:off x="2653714" y="25902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07" name="ph3207"/>
              <p:cNvSpPr/>
              <p:nvPr/>
            </p:nvSpPr>
            <p:spPr>
              <a:xfrm>
                <a:off x="2662421" y="25902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08" name="ph3208"/>
              <p:cNvSpPr/>
              <p:nvPr/>
            </p:nvSpPr>
            <p:spPr>
              <a:xfrm>
                <a:off x="2671128" y="25902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09" name="ph3209"/>
              <p:cNvSpPr/>
              <p:nvPr/>
            </p:nvSpPr>
            <p:spPr>
              <a:xfrm>
                <a:off x="2784322" y="25902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10" name="ph3210"/>
              <p:cNvSpPr/>
              <p:nvPr/>
            </p:nvSpPr>
            <p:spPr>
              <a:xfrm>
                <a:off x="2793029" y="25902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11" name="ph3211"/>
              <p:cNvSpPr/>
              <p:nvPr/>
            </p:nvSpPr>
            <p:spPr>
              <a:xfrm>
                <a:off x="2801736" y="25902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12" name="ph3212"/>
              <p:cNvSpPr/>
              <p:nvPr/>
            </p:nvSpPr>
            <p:spPr>
              <a:xfrm>
                <a:off x="2810443" y="25902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13" name="ph3213"/>
              <p:cNvSpPr/>
              <p:nvPr/>
            </p:nvSpPr>
            <p:spPr>
              <a:xfrm>
                <a:off x="2819150" y="25902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14" name="ph3214"/>
              <p:cNvSpPr/>
              <p:nvPr/>
            </p:nvSpPr>
            <p:spPr>
              <a:xfrm>
                <a:off x="2827858" y="25902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9A2">
                  <a:alpha val="100000"/>
                </a:srgbClr>
              </a:solidFill>
              <a:ln w="5420" cap="flat">
                <a:solidFill>
                  <a:srgbClr val="3A79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15" name="ph3215"/>
              <p:cNvSpPr/>
              <p:nvPr/>
            </p:nvSpPr>
            <p:spPr>
              <a:xfrm>
                <a:off x="2836565" y="2590288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16" name="ph3216"/>
              <p:cNvSpPr/>
              <p:nvPr/>
            </p:nvSpPr>
            <p:spPr>
              <a:xfrm>
                <a:off x="1521781" y="26009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17" name="ph3217"/>
              <p:cNvSpPr/>
              <p:nvPr/>
            </p:nvSpPr>
            <p:spPr>
              <a:xfrm>
                <a:off x="1530488" y="26009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18" name="ph3218"/>
              <p:cNvSpPr/>
              <p:nvPr/>
            </p:nvSpPr>
            <p:spPr>
              <a:xfrm>
                <a:off x="1539195" y="26009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19" name="ph3219"/>
              <p:cNvSpPr/>
              <p:nvPr/>
            </p:nvSpPr>
            <p:spPr>
              <a:xfrm>
                <a:off x="1547902" y="26009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20" name="ph3220"/>
              <p:cNvSpPr/>
              <p:nvPr/>
            </p:nvSpPr>
            <p:spPr>
              <a:xfrm>
                <a:off x="1556609" y="26009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3A1">
                  <a:alpha val="100000"/>
                </a:srgbClr>
              </a:solidFill>
              <a:ln w="5420" cap="flat">
                <a:solidFill>
                  <a:srgbClr val="3B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21" name="ph3221"/>
              <p:cNvSpPr/>
              <p:nvPr/>
            </p:nvSpPr>
            <p:spPr>
              <a:xfrm>
                <a:off x="1565317" y="26009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22" name="ph3222"/>
              <p:cNvSpPr/>
              <p:nvPr/>
            </p:nvSpPr>
            <p:spPr>
              <a:xfrm>
                <a:off x="1574024" y="26009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23" name="ph3223"/>
              <p:cNvSpPr/>
              <p:nvPr/>
            </p:nvSpPr>
            <p:spPr>
              <a:xfrm>
                <a:off x="1582731" y="26009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24" name="ph3224"/>
              <p:cNvSpPr/>
              <p:nvPr/>
            </p:nvSpPr>
            <p:spPr>
              <a:xfrm>
                <a:off x="1591438" y="26009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25" name="ph3225"/>
              <p:cNvSpPr/>
              <p:nvPr/>
            </p:nvSpPr>
            <p:spPr>
              <a:xfrm>
                <a:off x="1600145" y="26009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26" name="ph3226"/>
              <p:cNvSpPr/>
              <p:nvPr/>
            </p:nvSpPr>
            <p:spPr>
              <a:xfrm>
                <a:off x="1608852" y="26009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27" name="ph3227"/>
              <p:cNvSpPr/>
              <p:nvPr/>
            </p:nvSpPr>
            <p:spPr>
              <a:xfrm>
                <a:off x="1617560" y="26009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28" name="ph3228"/>
              <p:cNvSpPr/>
              <p:nvPr/>
            </p:nvSpPr>
            <p:spPr>
              <a:xfrm>
                <a:off x="1626267" y="26009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29" name="ph3229"/>
              <p:cNvSpPr/>
              <p:nvPr/>
            </p:nvSpPr>
            <p:spPr>
              <a:xfrm>
                <a:off x="1634974" y="26009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30" name="ph3230"/>
              <p:cNvSpPr/>
              <p:nvPr/>
            </p:nvSpPr>
            <p:spPr>
              <a:xfrm>
                <a:off x="2636300" y="26009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31" name="ph3231"/>
              <p:cNvSpPr/>
              <p:nvPr/>
            </p:nvSpPr>
            <p:spPr>
              <a:xfrm>
                <a:off x="2645007" y="26009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32" name="ph3232"/>
              <p:cNvSpPr/>
              <p:nvPr/>
            </p:nvSpPr>
            <p:spPr>
              <a:xfrm>
                <a:off x="2653714" y="26009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33" name="ph3233"/>
              <p:cNvSpPr/>
              <p:nvPr/>
            </p:nvSpPr>
            <p:spPr>
              <a:xfrm>
                <a:off x="2662421" y="26009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34" name="ph3234"/>
              <p:cNvSpPr/>
              <p:nvPr/>
            </p:nvSpPr>
            <p:spPr>
              <a:xfrm>
                <a:off x="2671128" y="26009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35" name="ph3235"/>
              <p:cNvSpPr/>
              <p:nvPr/>
            </p:nvSpPr>
            <p:spPr>
              <a:xfrm>
                <a:off x="2784322" y="26009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36" name="ph3236"/>
              <p:cNvSpPr/>
              <p:nvPr/>
            </p:nvSpPr>
            <p:spPr>
              <a:xfrm>
                <a:off x="2793029" y="26009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37" name="ph3237"/>
              <p:cNvSpPr/>
              <p:nvPr/>
            </p:nvSpPr>
            <p:spPr>
              <a:xfrm>
                <a:off x="2801736" y="26009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38" name="ph3238"/>
              <p:cNvSpPr/>
              <p:nvPr/>
            </p:nvSpPr>
            <p:spPr>
              <a:xfrm>
                <a:off x="2810443" y="26009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39" name="ph3239"/>
              <p:cNvSpPr/>
              <p:nvPr/>
            </p:nvSpPr>
            <p:spPr>
              <a:xfrm>
                <a:off x="2819150" y="26009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9A2">
                  <a:alpha val="100000"/>
                </a:srgbClr>
              </a:solidFill>
              <a:ln w="5420" cap="flat">
                <a:solidFill>
                  <a:srgbClr val="3A79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40" name="ph3240"/>
              <p:cNvSpPr/>
              <p:nvPr/>
            </p:nvSpPr>
            <p:spPr>
              <a:xfrm>
                <a:off x="2827858" y="26009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41" name="ph3241"/>
              <p:cNvSpPr/>
              <p:nvPr/>
            </p:nvSpPr>
            <p:spPr>
              <a:xfrm>
                <a:off x="2836565" y="26009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42" name="ph3242"/>
              <p:cNvSpPr/>
              <p:nvPr/>
            </p:nvSpPr>
            <p:spPr>
              <a:xfrm>
                <a:off x="1521781" y="26116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43" name="ph3243"/>
              <p:cNvSpPr/>
              <p:nvPr/>
            </p:nvSpPr>
            <p:spPr>
              <a:xfrm>
                <a:off x="1530488" y="26116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44" name="ph3244"/>
              <p:cNvSpPr/>
              <p:nvPr/>
            </p:nvSpPr>
            <p:spPr>
              <a:xfrm>
                <a:off x="1539195" y="26116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45" name="ph3245"/>
              <p:cNvSpPr/>
              <p:nvPr/>
            </p:nvSpPr>
            <p:spPr>
              <a:xfrm>
                <a:off x="1547902" y="26116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46" name="ph3246"/>
              <p:cNvSpPr/>
              <p:nvPr/>
            </p:nvSpPr>
            <p:spPr>
              <a:xfrm>
                <a:off x="1556609" y="26116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6FA0">
                  <a:alpha val="100000"/>
                </a:srgbClr>
              </a:solidFill>
              <a:ln w="5420" cap="flat">
                <a:solidFill>
                  <a:srgbClr val="3B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47" name="ph3247"/>
              <p:cNvSpPr/>
              <p:nvPr/>
            </p:nvSpPr>
            <p:spPr>
              <a:xfrm>
                <a:off x="1565317" y="26116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48" name="ph3248"/>
              <p:cNvSpPr/>
              <p:nvPr/>
            </p:nvSpPr>
            <p:spPr>
              <a:xfrm>
                <a:off x="1574024" y="26116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49" name="ph3249"/>
              <p:cNvSpPr/>
              <p:nvPr/>
            </p:nvSpPr>
            <p:spPr>
              <a:xfrm>
                <a:off x="1582731" y="26116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50" name="ph3250"/>
              <p:cNvSpPr/>
              <p:nvPr/>
            </p:nvSpPr>
            <p:spPr>
              <a:xfrm>
                <a:off x="1591438" y="26116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51" name="ph3251"/>
              <p:cNvSpPr/>
              <p:nvPr/>
            </p:nvSpPr>
            <p:spPr>
              <a:xfrm>
                <a:off x="1600145" y="26116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52" name="ph3252"/>
              <p:cNvSpPr/>
              <p:nvPr/>
            </p:nvSpPr>
            <p:spPr>
              <a:xfrm>
                <a:off x="1608852" y="26116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53" name="ph3253"/>
              <p:cNvSpPr/>
              <p:nvPr/>
            </p:nvSpPr>
            <p:spPr>
              <a:xfrm>
                <a:off x="1617560" y="26116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54" name="ph3254"/>
              <p:cNvSpPr/>
              <p:nvPr/>
            </p:nvSpPr>
            <p:spPr>
              <a:xfrm>
                <a:off x="2636300" y="26116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55" name="ph3255"/>
              <p:cNvSpPr/>
              <p:nvPr/>
            </p:nvSpPr>
            <p:spPr>
              <a:xfrm>
                <a:off x="2645007" y="26116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56" name="ph3256"/>
              <p:cNvSpPr/>
              <p:nvPr/>
            </p:nvSpPr>
            <p:spPr>
              <a:xfrm>
                <a:off x="2653714" y="26116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57" name="ph3257"/>
              <p:cNvSpPr/>
              <p:nvPr/>
            </p:nvSpPr>
            <p:spPr>
              <a:xfrm>
                <a:off x="2662421" y="26116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58" name="ph3258"/>
              <p:cNvSpPr/>
              <p:nvPr/>
            </p:nvSpPr>
            <p:spPr>
              <a:xfrm>
                <a:off x="2671128" y="26116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59" name="ph3259"/>
              <p:cNvSpPr/>
              <p:nvPr/>
            </p:nvSpPr>
            <p:spPr>
              <a:xfrm>
                <a:off x="2793029" y="26116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60" name="ph3260"/>
              <p:cNvSpPr/>
              <p:nvPr/>
            </p:nvSpPr>
            <p:spPr>
              <a:xfrm>
                <a:off x="2801736" y="26116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9A2">
                  <a:alpha val="100000"/>
                </a:srgbClr>
              </a:solidFill>
              <a:ln w="5420" cap="flat">
                <a:solidFill>
                  <a:srgbClr val="3A79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61" name="ph3261"/>
              <p:cNvSpPr/>
              <p:nvPr/>
            </p:nvSpPr>
            <p:spPr>
              <a:xfrm>
                <a:off x="2810443" y="26116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62" name="ph3262"/>
              <p:cNvSpPr/>
              <p:nvPr/>
            </p:nvSpPr>
            <p:spPr>
              <a:xfrm>
                <a:off x="2819150" y="26116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63" name="ph3263"/>
              <p:cNvSpPr/>
              <p:nvPr/>
            </p:nvSpPr>
            <p:spPr>
              <a:xfrm>
                <a:off x="2827858" y="26116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64" name="ph3264"/>
              <p:cNvSpPr/>
              <p:nvPr/>
            </p:nvSpPr>
            <p:spPr>
              <a:xfrm>
                <a:off x="2836565" y="26116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65" name="ph3265"/>
              <p:cNvSpPr/>
              <p:nvPr/>
            </p:nvSpPr>
            <p:spPr>
              <a:xfrm>
                <a:off x="1495659" y="26223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66" name="ph3266"/>
              <p:cNvSpPr/>
              <p:nvPr/>
            </p:nvSpPr>
            <p:spPr>
              <a:xfrm>
                <a:off x="1504366" y="26223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67" name="ph3267"/>
              <p:cNvSpPr/>
              <p:nvPr/>
            </p:nvSpPr>
            <p:spPr>
              <a:xfrm>
                <a:off x="1513074" y="26223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68" name="ph3268"/>
              <p:cNvSpPr/>
              <p:nvPr/>
            </p:nvSpPr>
            <p:spPr>
              <a:xfrm>
                <a:off x="1521781" y="26223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69" name="ph3269"/>
              <p:cNvSpPr/>
              <p:nvPr/>
            </p:nvSpPr>
            <p:spPr>
              <a:xfrm>
                <a:off x="1530488" y="26223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70" name="ph3270"/>
              <p:cNvSpPr/>
              <p:nvPr/>
            </p:nvSpPr>
            <p:spPr>
              <a:xfrm>
                <a:off x="1539195" y="26223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71" name="ph3271"/>
              <p:cNvSpPr/>
              <p:nvPr/>
            </p:nvSpPr>
            <p:spPr>
              <a:xfrm>
                <a:off x="1547902" y="26223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72" name="ph3272"/>
              <p:cNvSpPr/>
              <p:nvPr/>
            </p:nvSpPr>
            <p:spPr>
              <a:xfrm>
                <a:off x="1556609" y="26223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73" name="ph3273"/>
              <p:cNvSpPr/>
              <p:nvPr/>
            </p:nvSpPr>
            <p:spPr>
              <a:xfrm>
                <a:off x="1565317" y="26223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74" name="ph3274"/>
              <p:cNvSpPr/>
              <p:nvPr/>
            </p:nvSpPr>
            <p:spPr>
              <a:xfrm>
                <a:off x="1574024" y="26223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75" name="ph3275"/>
              <p:cNvSpPr/>
              <p:nvPr/>
            </p:nvSpPr>
            <p:spPr>
              <a:xfrm>
                <a:off x="1582731" y="26223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76" name="ph3276"/>
              <p:cNvSpPr/>
              <p:nvPr/>
            </p:nvSpPr>
            <p:spPr>
              <a:xfrm>
                <a:off x="1591438" y="26223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77" name="ph3277"/>
              <p:cNvSpPr/>
              <p:nvPr/>
            </p:nvSpPr>
            <p:spPr>
              <a:xfrm>
                <a:off x="1600145" y="26223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78" name="ph3278"/>
              <p:cNvSpPr/>
              <p:nvPr/>
            </p:nvSpPr>
            <p:spPr>
              <a:xfrm>
                <a:off x="2636300" y="26223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79" name="ph3279"/>
              <p:cNvSpPr/>
              <p:nvPr/>
            </p:nvSpPr>
            <p:spPr>
              <a:xfrm>
                <a:off x="2645007" y="26223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80" name="ph3280"/>
              <p:cNvSpPr/>
              <p:nvPr/>
            </p:nvSpPr>
            <p:spPr>
              <a:xfrm>
                <a:off x="2653714" y="26223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81" name="ph3281"/>
              <p:cNvSpPr/>
              <p:nvPr/>
            </p:nvSpPr>
            <p:spPr>
              <a:xfrm>
                <a:off x="2662421" y="26223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82" name="ph3282"/>
              <p:cNvSpPr/>
              <p:nvPr/>
            </p:nvSpPr>
            <p:spPr>
              <a:xfrm>
                <a:off x="2671128" y="26223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83" name="ph3283"/>
              <p:cNvSpPr/>
              <p:nvPr/>
            </p:nvSpPr>
            <p:spPr>
              <a:xfrm>
                <a:off x="2793029" y="26223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9A2">
                  <a:alpha val="100000"/>
                </a:srgbClr>
              </a:solidFill>
              <a:ln w="5420" cap="flat">
                <a:solidFill>
                  <a:srgbClr val="3A79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84" name="ph3284"/>
              <p:cNvSpPr/>
              <p:nvPr/>
            </p:nvSpPr>
            <p:spPr>
              <a:xfrm>
                <a:off x="2801736" y="26223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85" name="ph3285"/>
              <p:cNvSpPr/>
              <p:nvPr/>
            </p:nvSpPr>
            <p:spPr>
              <a:xfrm>
                <a:off x="2810443" y="26223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86" name="ph3286"/>
              <p:cNvSpPr/>
              <p:nvPr/>
            </p:nvSpPr>
            <p:spPr>
              <a:xfrm>
                <a:off x="2819150" y="26223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87" name="ph3287"/>
              <p:cNvSpPr/>
              <p:nvPr/>
            </p:nvSpPr>
            <p:spPr>
              <a:xfrm>
                <a:off x="2827858" y="26223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88" name="ph3288"/>
              <p:cNvSpPr/>
              <p:nvPr/>
            </p:nvSpPr>
            <p:spPr>
              <a:xfrm>
                <a:off x="2836565" y="26223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89" name="ph3289"/>
              <p:cNvSpPr/>
              <p:nvPr/>
            </p:nvSpPr>
            <p:spPr>
              <a:xfrm>
                <a:off x="1495659" y="26330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90" name="ph3290"/>
              <p:cNvSpPr/>
              <p:nvPr/>
            </p:nvSpPr>
            <p:spPr>
              <a:xfrm>
                <a:off x="1504366" y="26330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91" name="ph3291"/>
              <p:cNvSpPr/>
              <p:nvPr/>
            </p:nvSpPr>
            <p:spPr>
              <a:xfrm>
                <a:off x="1513074" y="26330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92" name="ph3292"/>
              <p:cNvSpPr/>
              <p:nvPr/>
            </p:nvSpPr>
            <p:spPr>
              <a:xfrm>
                <a:off x="1521781" y="26330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93" name="ph3293"/>
              <p:cNvSpPr/>
              <p:nvPr/>
            </p:nvSpPr>
            <p:spPr>
              <a:xfrm>
                <a:off x="1530488" y="26330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39E">
                  <a:alpha val="100000"/>
                </a:srgbClr>
              </a:solidFill>
              <a:ln w="5420" cap="flat">
                <a:solidFill>
                  <a:srgbClr val="3A63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94" name="ph3294"/>
              <p:cNvSpPr/>
              <p:nvPr/>
            </p:nvSpPr>
            <p:spPr>
              <a:xfrm>
                <a:off x="1539195" y="26330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95" name="ph3295"/>
              <p:cNvSpPr/>
              <p:nvPr/>
            </p:nvSpPr>
            <p:spPr>
              <a:xfrm>
                <a:off x="1547902" y="26330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96" name="ph3296"/>
              <p:cNvSpPr/>
              <p:nvPr/>
            </p:nvSpPr>
            <p:spPr>
              <a:xfrm>
                <a:off x="1556609" y="26330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97" name="ph3297"/>
              <p:cNvSpPr/>
              <p:nvPr/>
            </p:nvSpPr>
            <p:spPr>
              <a:xfrm>
                <a:off x="1565317" y="26330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98" name="ph3298"/>
              <p:cNvSpPr/>
              <p:nvPr/>
            </p:nvSpPr>
            <p:spPr>
              <a:xfrm>
                <a:off x="2627592" y="26330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299" name="ph3299"/>
              <p:cNvSpPr/>
              <p:nvPr/>
            </p:nvSpPr>
            <p:spPr>
              <a:xfrm>
                <a:off x="2636300" y="26330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00" name="ph3300"/>
              <p:cNvSpPr/>
              <p:nvPr/>
            </p:nvSpPr>
            <p:spPr>
              <a:xfrm>
                <a:off x="2645007" y="26330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01" name="ph3301"/>
              <p:cNvSpPr/>
              <p:nvPr/>
            </p:nvSpPr>
            <p:spPr>
              <a:xfrm>
                <a:off x="2653714" y="26330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02" name="ph3302"/>
              <p:cNvSpPr/>
              <p:nvPr/>
            </p:nvSpPr>
            <p:spPr>
              <a:xfrm>
                <a:off x="2662421" y="26330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03" name="ph3303"/>
              <p:cNvSpPr/>
              <p:nvPr/>
            </p:nvSpPr>
            <p:spPr>
              <a:xfrm>
                <a:off x="2793029" y="26330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9A2">
                  <a:alpha val="100000"/>
                </a:srgbClr>
              </a:solidFill>
              <a:ln w="5420" cap="flat">
                <a:solidFill>
                  <a:srgbClr val="3A79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04" name="ph3304"/>
              <p:cNvSpPr/>
              <p:nvPr/>
            </p:nvSpPr>
            <p:spPr>
              <a:xfrm>
                <a:off x="2801736" y="26330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05" name="ph3305"/>
              <p:cNvSpPr/>
              <p:nvPr/>
            </p:nvSpPr>
            <p:spPr>
              <a:xfrm>
                <a:off x="2810443" y="26330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06" name="ph3306"/>
              <p:cNvSpPr/>
              <p:nvPr/>
            </p:nvSpPr>
            <p:spPr>
              <a:xfrm>
                <a:off x="2819150" y="26330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07" name="ph3307"/>
              <p:cNvSpPr/>
              <p:nvPr/>
            </p:nvSpPr>
            <p:spPr>
              <a:xfrm>
                <a:off x="2827858" y="26330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08" name="ph3308"/>
              <p:cNvSpPr/>
              <p:nvPr/>
            </p:nvSpPr>
            <p:spPr>
              <a:xfrm>
                <a:off x="2836565" y="26330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09" name="ph3309"/>
              <p:cNvSpPr/>
              <p:nvPr/>
            </p:nvSpPr>
            <p:spPr>
              <a:xfrm>
                <a:off x="1486952" y="26437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10" name="ph3310"/>
              <p:cNvSpPr/>
              <p:nvPr/>
            </p:nvSpPr>
            <p:spPr>
              <a:xfrm>
                <a:off x="1495659" y="26437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11" name="ph3311"/>
              <p:cNvSpPr/>
              <p:nvPr/>
            </p:nvSpPr>
            <p:spPr>
              <a:xfrm>
                <a:off x="1504366" y="26437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12" name="ph3312"/>
              <p:cNvSpPr/>
              <p:nvPr/>
            </p:nvSpPr>
            <p:spPr>
              <a:xfrm>
                <a:off x="1513074" y="26437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13" name="ph3313"/>
              <p:cNvSpPr/>
              <p:nvPr/>
            </p:nvSpPr>
            <p:spPr>
              <a:xfrm>
                <a:off x="1521781" y="26437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14" name="ph3314"/>
              <p:cNvSpPr/>
              <p:nvPr/>
            </p:nvSpPr>
            <p:spPr>
              <a:xfrm>
                <a:off x="1530488" y="26437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15" name="ph3315"/>
              <p:cNvSpPr/>
              <p:nvPr/>
            </p:nvSpPr>
            <p:spPr>
              <a:xfrm>
                <a:off x="1539195" y="26437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16" name="ph3316"/>
              <p:cNvSpPr/>
              <p:nvPr/>
            </p:nvSpPr>
            <p:spPr>
              <a:xfrm>
                <a:off x="1547902" y="26437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17" name="ph3317"/>
              <p:cNvSpPr/>
              <p:nvPr/>
            </p:nvSpPr>
            <p:spPr>
              <a:xfrm>
                <a:off x="2627592" y="26437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18" name="ph3318"/>
              <p:cNvSpPr/>
              <p:nvPr/>
            </p:nvSpPr>
            <p:spPr>
              <a:xfrm>
                <a:off x="2636300" y="26437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19" name="ph3319"/>
              <p:cNvSpPr/>
              <p:nvPr/>
            </p:nvSpPr>
            <p:spPr>
              <a:xfrm>
                <a:off x="2645007" y="26437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20" name="ph3320"/>
              <p:cNvSpPr/>
              <p:nvPr/>
            </p:nvSpPr>
            <p:spPr>
              <a:xfrm>
                <a:off x="2653714" y="26437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21" name="ph3321"/>
              <p:cNvSpPr/>
              <p:nvPr/>
            </p:nvSpPr>
            <p:spPr>
              <a:xfrm>
                <a:off x="2662421" y="26437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22" name="ph3322"/>
              <p:cNvSpPr/>
              <p:nvPr/>
            </p:nvSpPr>
            <p:spPr>
              <a:xfrm>
                <a:off x="2671128" y="26437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23" name="ph3323"/>
              <p:cNvSpPr/>
              <p:nvPr/>
            </p:nvSpPr>
            <p:spPr>
              <a:xfrm>
                <a:off x="2679836" y="26437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24" name="ph3324"/>
              <p:cNvSpPr/>
              <p:nvPr/>
            </p:nvSpPr>
            <p:spPr>
              <a:xfrm>
                <a:off x="2801736" y="26437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25" name="ph3325"/>
              <p:cNvSpPr/>
              <p:nvPr/>
            </p:nvSpPr>
            <p:spPr>
              <a:xfrm>
                <a:off x="2810443" y="26437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26" name="ph3326"/>
              <p:cNvSpPr/>
              <p:nvPr/>
            </p:nvSpPr>
            <p:spPr>
              <a:xfrm>
                <a:off x="2819150" y="26437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27" name="ph3327"/>
              <p:cNvSpPr/>
              <p:nvPr/>
            </p:nvSpPr>
            <p:spPr>
              <a:xfrm>
                <a:off x="2827858" y="26437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28" name="ph3328"/>
              <p:cNvSpPr/>
              <p:nvPr/>
            </p:nvSpPr>
            <p:spPr>
              <a:xfrm>
                <a:off x="2836565" y="26437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29" name="ph3329"/>
              <p:cNvSpPr/>
              <p:nvPr/>
            </p:nvSpPr>
            <p:spPr>
              <a:xfrm>
                <a:off x="1478245" y="26544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30" name="ph3330"/>
              <p:cNvSpPr/>
              <p:nvPr/>
            </p:nvSpPr>
            <p:spPr>
              <a:xfrm>
                <a:off x="1486952" y="26544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619D">
                  <a:alpha val="100000"/>
                </a:srgbClr>
              </a:solidFill>
              <a:ln w="5420" cap="flat">
                <a:solidFill>
                  <a:srgbClr val="39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31" name="ph3331"/>
              <p:cNvSpPr/>
              <p:nvPr/>
            </p:nvSpPr>
            <p:spPr>
              <a:xfrm>
                <a:off x="1495659" y="26544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32" name="ph3332"/>
              <p:cNvSpPr/>
              <p:nvPr/>
            </p:nvSpPr>
            <p:spPr>
              <a:xfrm>
                <a:off x="1504366" y="26544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33" name="ph3333"/>
              <p:cNvSpPr/>
              <p:nvPr/>
            </p:nvSpPr>
            <p:spPr>
              <a:xfrm>
                <a:off x="1513074" y="26544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34" name="ph3334"/>
              <p:cNvSpPr/>
              <p:nvPr/>
            </p:nvSpPr>
            <p:spPr>
              <a:xfrm>
                <a:off x="1521781" y="26544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35" name="ph3335"/>
              <p:cNvSpPr/>
              <p:nvPr/>
            </p:nvSpPr>
            <p:spPr>
              <a:xfrm>
                <a:off x="1530488" y="26544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36" name="ph3336"/>
              <p:cNvSpPr/>
              <p:nvPr/>
            </p:nvSpPr>
            <p:spPr>
              <a:xfrm>
                <a:off x="1539195" y="26544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37" name="ph3337"/>
              <p:cNvSpPr/>
              <p:nvPr/>
            </p:nvSpPr>
            <p:spPr>
              <a:xfrm>
                <a:off x="2627592" y="26544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38" name="ph3338"/>
              <p:cNvSpPr/>
              <p:nvPr/>
            </p:nvSpPr>
            <p:spPr>
              <a:xfrm>
                <a:off x="2636300" y="26544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39" name="ph3339"/>
              <p:cNvSpPr/>
              <p:nvPr/>
            </p:nvSpPr>
            <p:spPr>
              <a:xfrm>
                <a:off x="2645007" y="26544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40" name="ph3340"/>
              <p:cNvSpPr/>
              <p:nvPr/>
            </p:nvSpPr>
            <p:spPr>
              <a:xfrm>
                <a:off x="2653714" y="26544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41" name="ph3341"/>
              <p:cNvSpPr/>
              <p:nvPr/>
            </p:nvSpPr>
            <p:spPr>
              <a:xfrm>
                <a:off x="2662421" y="26544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42" name="ph3342"/>
              <p:cNvSpPr/>
              <p:nvPr/>
            </p:nvSpPr>
            <p:spPr>
              <a:xfrm>
                <a:off x="2671128" y="26544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43" name="ph3343"/>
              <p:cNvSpPr/>
              <p:nvPr/>
            </p:nvSpPr>
            <p:spPr>
              <a:xfrm>
                <a:off x="2679836" y="26544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44" name="ph3344"/>
              <p:cNvSpPr/>
              <p:nvPr/>
            </p:nvSpPr>
            <p:spPr>
              <a:xfrm>
                <a:off x="2688543" y="26544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45" name="ph3345"/>
              <p:cNvSpPr/>
              <p:nvPr/>
            </p:nvSpPr>
            <p:spPr>
              <a:xfrm>
                <a:off x="2801736" y="26544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46" name="ph3346"/>
              <p:cNvSpPr/>
              <p:nvPr/>
            </p:nvSpPr>
            <p:spPr>
              <a:xfrm>
                <a:off x="2810443" y="26544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47" name="ph3347"/>
              <p:cNvSpPr/>
              <p:nvPr/>
            </p:nvSpPr>
            <p:spPr>
              <a:xfrm>
                <a:off x="2819150" y="26544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48" name="ph3348"/>
              <p:cNvSpPr/>
              <p:nvPr/>
            </p:nvSpPr>
            <p:spPr>
              <a:xfrm>
                <a:off x="2827858" y="26544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49" name="ph3349"/>
              <p:cNvSpPr/>
              <p:nvPr/>
            </p:nvSpPr>
            <p:spPr>
              <a:xfrm>
                <a:off x="2836565" y="26544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50" name="ph3350"/>
              <p:cNvSpPr/>
              <p:nvPr/>
            </p:nvSpPr>
            <p:spPr>
              <a:xfrm>
                <a:off x="2845272" y="26544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51" name="ph3351"/>
              <p:cNvSpPr/>
              <p:nvPr/>
            </p:nvSpPr>
            <p:spPr>
              <a:xfrm>
                <a:off x="1469538" y="26651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52" name="ph3352"/>
              <p:cNvSpPr/>
              <p:nvPr/>
            </p:nvSpPr>
            <p:spPr>
              <a:xfrm>
                <a:off x="1478245" y="26651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53" name="ph3353"/>
              <p:cNvSpPr/>
              <p:nvPr/>
            </p:nvSpPr>
            <p:spPr>
              <a:xfrm>
                <a:off x="1486952" y="26651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54" name="ph3354"/>
              <p:cNvSpPr/>
              <p:nvPr/>
            </p:nvSpPr>
            <p:spPr>
              <a:xfrm>
                <a:off x="1495659" y="26651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55" name="ph3355"/>
              <p:cNvSpPr/>
              <p:nvPr/>
            </p:nvSpPr>
            <p:spPr>
              <a:xfrm>
                <a:off x="1504366" y="26651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9619D">
                  <a:alpha val="100000"/>
                </a:srgbClr>
              </a:solidFill>
              <a:ln w="5420" cap="flat">
                <a:solidFill>
                  <a:srgbClr val="39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56" name="ph3356"/>
              <p:cNvSpPr/>
              <p:nvPr/>
            </p:nvSpPr>
            <p:spPr>
              <a:xfrm>
                <a:off x="1513074" y="26651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57" name="ph3357"/>
              <p:cNvSpPr/>
              <p:nvPr/>
            </p:nvSpPr>
            <p:spPr>
              <a:xfrm>
                <a:off x="1521781" y="26651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58" name="ph3358"/>
              <p:cNvSpPr/>
              <p:nvPr/>
            </p:nvSpPr>
            <p:spPr>
              <a:xfrm>
                <a:off x="1530488" y="26651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59" name="ph3359"/>
              <p:cNvSpPr/>
              <p:nvPr/>
            </p:nvSpPr>
            <p:spPr>
              <a:xfrm>
                <a:off x="2627592" y="26651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60" name="ph3360"/>
              <p:cNvSpPr/>
              <p:nvPr/>
            </p:nvSpPr>
            <p:spPr>
              <a:xfrm>
                <a:off x="2636300" y="26651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61" name="ph3361"/>
              <p:cNvSpPr/>
              <p:nvPr/>
            </p:nvSpPr>
            <p:spPr>
              <a:xfrm>
                <a:off x="2645007" y="26651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62" name="ph3362"/>
              <p:cNvSpPr/>
              <p:nvPr/>
            </p:nvSpPr>
            <p:spPr>
              <a:xfrm>
                <a:off x="2653714" y="26651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63" name="ph3363"/>
              <p:cNvSpPr/>
              <p:nvPr/>
            </p:nvSpPr>
            <p:spPr>
              <a:xfrm>
                <a:off x="2662421" y="26651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64" name="ph3364"/>
              <p:cNvSpPr/>
              <p:nvPr/>
            </p:nvSpPr>
            <p:spPr>
              <a:xfrm>
                <a:off x="2671128" y="26651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65" name="ph3365"/>
              <p:cNvSpPr/>
              <p:nvPr/>
            </p:nvSpPr>
            <p:spPr>
              <a:xfrm>
                <a:off x="2679836" y="26651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66" name="ph3366"/>
              <p:cNvSpPr/>
              <p:nvPr/>
            </p:nvSpPr>
            <p:spPr>
              <a:xfrm>
                <a:off x="2688543" y="26651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67" name="ph3367"/>
              <p:cNvSpPr/>
              <p:nvPr/>
            </p:nvSpPr>
            <p:spPr>
              <a:xfrm>
                <a:off x="2810443" y="26651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68" name="ph3368"/>
              <p:cNvSpPr/>
              <p:nvPr/>
            </p:nvSpPr>
            <p:spPr>
              <a:xfrm>
                <a:off x="2819150" y="26651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69" name="ph3369"/>
              <p:cNvSpPr/>
              <p:nvPr/>
            </p:nvSpPr>
            <p:spPr>
              <a:xfrm>
                <a:off x="2827858" y="26651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70" name="ph3370"/>
              <p:cNvSpPr/>
              <p:nvPr/>
            </p:nvSpPr>
            <p:spPr>
              <a:xfrm>
                <a:off x="2836565" y="26651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71" name="ph3371"/>
              <p:cNvSpPr/>
              <p:nvPr/>
            </p:nvSpPr>
            <p:spPr>
              <a:xfrm>
                <a:off x="2845272" y="26651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72" name="ph3372"/>
              <p:cNvSpPr/>
              <p:nvPr/>
            </p:nvSpPr>
            <p:spPr>
              <a:xfrm>
                <a:off x="1469538" y="26758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73" name="ph3373"/>
              <p:cNvSpPr/>
              <p:nvPr/>
            </p:nvSpPr>
            <p:spPr>
              <a:xfrm>
                <a:off x="1478245" y="26758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74" name="ph3374"/>
              <p:cNvSpPr/>
              <p:nvPr/>
            </p:nvSpPr>
            <p:spPr>
              <a:xfrm>
                <a:off x="1486952" y="26758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75" name="ph3375"/>
              <p:cNvSpPr/>
              <p:nvPr/>
            </p:nvSpPr>
            <p:spPr>
              <a:xfrm>
                <a:off x="1495659" y="26758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76" name="ph3376"/>
              <p:cNvSpPr/>
              <p:nvPr/>
            </p:nvSpPr>
            <p:spPr>
              <a:xfrm>
                <a:off x="1504366" y="26758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77" name="ph3377"/>
              <p:cNvSpPr/>
              <p:nvPr/>
            </p:nvSpPr>
            <p:spPr>
              <a:xfrm>
                <a:off x="1513074" y="26758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78" name="ph3378"/>
              <p:cNvSpPr/>
              <p:nvPr/>
            </p:nvSpPr>
            <p:spPr>
              <a:xfrm>
                <a:off x="1521781" y="26758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79" name="ph3379"/>
              <p:cNvSpPr/>
              <p:nvPr/>
            </p:nvSpPr>
            <p:spPr>
              <a:xfrm>
                <a:off x="2627592" y="26758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80" name="ph3380"/>
              <p:cNvSpPr/>
              <p:nvPr/>
            </p:nvSpPr>
            <p:spPr>
              <a:xfrm>
                <a:off x="2636300" y="26758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81" name="ph3381"/>
              <p:cNvSpPr/>
              <p:nvPr/>
            </p:nvSpPr>
            <p:spPr>
              <a:xfrm>
                <a:off x="2645007" y="26758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82" name="ph3382"/>
              <p:cNvSpPr/>
              <p:nvPr/>
            </p:nvSpPr>
            <p:spPr>
              <a:xfrm>
                <a:off x="2653714" y="26758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83" name="ph3383"/>
              <p:cNvSpPr/>
              <p:nvPr/>
            </p:nvSpPr>
            <p:spPr>
              <a:xfrm>
                <a:off x="2662421" y="26758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84" name="ph3384"/>
              <p:cNvSpPr/>
              <p:nvPr/>
            </p:nvSpPr>
            <p:spPr>
              <a:xfrm>
                <a:off x="2671128" y="26758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85" name="ph3385"/>
              <p:cNvSpPr/>
              <p:nvPr/>
            </p:nvSpPr>
            <p:spPr>
              <a:xfrm>
                <a:off x="2679836" y="26758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86" name="ph3386"/>
              <p:cNvSpPr/>
              <p:nvPr/>
            </p:nvSpPr>
            <p:spPr>
              <a:xfrm>
                <a:off x="2688543" y="26758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87" name="ph3387"/>
              <p:cNvSpPr/>
              <p:nvPr/>
            </p:nvSpPr>
            <p:spPr>
              <a:xfrm>
                <a:off x="2810443" y="26758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88" name="ph3388"/>
              <p:cNvSpPr/>
              <p:nvPr/>
            </p:nvSpPr>
            <p:spPr>
              <a:xfrm>
                <a:off x="2819150" y="26758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89" name="ph3389"/>
              <p:cNvSpPr/>
              <p:nvPr/>
            </p:nvSpPr>
            <p:spPr>
              <a:xfrm>
                <a:off x="2827858" y="26758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90" name="ph3390"/>
              <p:cNvSpPr/>
              <p:nvPr/>
            </p:nvSpPr>
            <p:spPr>
              <a:xfrm>
                <a:off x="2836565" y="26758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91" name="ph3391"/>
              <p:cNvSpPr/>
              <p:nvPr/>
            </p:nvSpPr>
            <p:spPr>
              <a:xfrm>
                <a:off x="2845272" y="2675887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92" name="ph3392"/>
              <p:cNvSpPr/>
              <p:nvPr/>
            </p:nvSpPr>
            <p:spPr>
              <a:xfrm>
                <a:off x="1452123" y="26865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93" name="ph3393"/>
              <p:cNvSpPr/>
              <p:nvPr/>
            </p:nvSpPr>
            <p:spPr>
              <a:xfrm>
                <a:off x="1460830" y="26865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94" name="ph3394"/>
              <p:cNvSpPr/>
              <p:nvPr/>
            </p:nvSpPr>
            <p:spPr>
              <a:xfrm>
                <a:off x="1478245" y="26865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95" name="ph3395"/>
              <p:cNvSpPr/>
              <p:nvPr/>
            </p:nvSpPr>
            <p:spPr>
              <a:xfrm>
                <a:off x="1486952" y="26865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96" name="ph3396"/>
              <p:cNvSpPr/>
              <p:nvPr/>
            </p:nvSpPr>
            <p:spPr>
              <a:xfrm>
                <a:off x="1495659" y="26865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97" name="ph3397"/>
              <p:cNvSpPr/>
              <p:nvPr/>
            </p:nvSpPr>
            <p:spPr>
              <a:xfrm>
                <a:off x="1504366" y="26865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98" name="ph3398"/>
              <p:cNvSpPr/>
              <p:nvPr/>
            </p:nvSpPr>
            <p:spPr>
              <a:xfrm>
                <a:off x="1513074" y="26865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399" name="ph3399"/>
              <p:cNvSpPr/>
              <p:nvPr/>
            </p:nvSpPr>
            <p:spPr>
              <a:xfrm>
                <a:off x="2627592" y="26865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00" name="ph3400"/>
              <p:cNvSpPr/>
              <p:nvPr/>
            </p:nvSpPr>
            <p:spPr>
              <a:xfrm>
                <a:off x="2636300" y="26865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01" name="ph3401"/>
              <p:cNvSpPr/>
              <p:nvPr/>
            </p:nvSpPr>
            <p:spPr>
              <a:xfrm>
                <a:off x="2645007" y="26865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02" name="ph3402"/>
              <p:cNvSpPr/>
              <p:nvPr/>
            </p:nvSpPr>
            <p:spPr>
              <a:xfrm>
                <a:off x="2653714" y="26865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03" name="ph3403"/>
              <p:cNvSpPr/>
              <p:nvPr/>
            </p:nvSpPr>
            <p:spPr>
              <a:xfrm>
                <a:off x="2662421" y="26865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04" name="ph3404"/>
              <p:cNvSpPr/>
              <p:nvPr/>
            </p:nvSpPr>
            <p:spPr>
              <a:xfrm>
                <a:off x="2671128" y="26865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05" name="ph3405"/>
              <p:cNvSpPr/>
              <p:nvPr/>
            </p:nvSpPr>
            <p:spPr>
              <a:xfrm>
                <a:off x="2679836" y="26865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06" name="ph3406"/>
              <p:cNvSpPr/>
              <p:nvPr/>
            </p:nvSpPr>
            <p:spPr>
              <a:xfrm>
                <a:off x="2688543" y="26865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07" name="ph3407"/>
              <p:cNvSpPr/>
              <p:nvPr/>
            </p:nvSpPr>
            <p:spPr>
              <a:xfrm>
                <a:off x="2810443" y="26865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08" name="ph3408"/>
              <p:cNvSpPr/>
              <p:nvPr/>
            </p:nvSpPr>
            <p:spPr>
              <a:xfrm>
                <a:off x="2819150" y="26865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09" name="ph3409"/>
              <p:cNvSpPr/>
              <p:nvPr/>
            </p:nvSpPr>
            <p:spPr>
              <a:xfrm>
                <a:off x="2827858" y="26865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10" name="ph3410"/>
              <p:cNvSpPr/>
              <p:nvPr/>
            </p:nvSpPr>
            <p:spPr>
              <a:xfrm>
                <a:off x="2836565" y="26865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11" name="ph3411"/>
              <p:cNvSpPr/>
              <p:nvPr/>
            </p:nvSpPr>
            <p:spPr>
              <a:xfrm>
                <a:off x="2845272" y="26865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12" name="ph3412"/>
              <p:cNvSpPr/>
              <p:nvPr/>
            </p:nvSpPr>
            <p:spPr>
              <a:xfrm>
                <a:off x="1443416" y="26972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13" name="ph3413"/>
              <p:cNvSpPr/>
              <p:nvPr/>
            </p:nvSpPr>
            <p:spPr>
              <a:xfrm>
                <a:off x="1452123" y="26972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14" name="ph3414"/>
              <p:cNvSpPr/>
              <p:nvPr/>
            </p:nvSpPr>
            <p:spPr>
              <a:xfrm>
                <a:off x="1460830" y="26972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15" name="ph3415"/>
              <p:cNvSpPr/>
              <p:nvPr/>
            </p:nvSpPr>
            <p:spPr>
              <a:xfrm>
                <a:off x="1469538" y="26972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16" name="ph3416"/>
              <p:cNvSpPr/>
              <p:nvPr/>
            </p:nvSpPr>
            <p:spPr>
              <a:xfrm>
                <a:off x="1478245" y="26972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17" name="ph3417"/>
              <p:cNvSpPr/>
              <p:nvPr/>
            </p:nvSpPr>
            <p:spPr>
              <a:xfrm>
                <a:off x="1486952" y="26972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18" name="ph3418"/>
              <p:cNvSpPr/>
              <p:nvPr/>
            </p:nvSpPr>
            <p:spPr>
              <a:xfrm>
                <a:off x="1495659" y="26972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19" name="ph3419"/>
              <p:cNvSpPr/>
              <p:nvPr/>
            </p:nvSpPr>
            <p:spPr>
              <a:xfrm>
                <a:off x="1504366" y="26972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20" name="ph3420"/>
              <p:cNvSpPr/>
              <p:nvPr/>
            </p:nvSpPr>
            <p:spPr>
              <a:xfrm>
                <a:off x="1513074" y="26972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21" name="ph3421"/>
              <p:cNvSpPr/>
              <p:nvPr/>
            </p:nvSpPr>
            <p:spPr>
              <a:xfrm>
                <a:off x="2636300" y="26972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22" name="ph3422"/>
              <p:cNvSpPr/>
              <p:nvPr/>
            </p:nvSpPr>
            <p:spPr>
              <a:xfrm>
                <a:off x="2645007" y="26972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23" name="ph3423"/>
              <p:cNvSpPr/>
              <p:nvPr/>
            </p:nvSpPr>
            <p:spPr>
              <a:xfrm>
                <a:off x="2653714" y="26972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24" name="ph3424"/>
              <p:cNvSpPr/>
              <p:nvPr/>
            </p:nvSpPr>
            <p:spPr>
              <a:xfrm>
                <a:off x="2662421" y="26972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25" name="ph3425"/>
              <p:cNvSpPr/>
              <p:nvPr/>
            </p:nvSpPr>
            <p:spPr>
              <a:xfrm>
                <a:off x="2671128" y="26972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26" name="ph3426"/>
              <p:cNvSpPr/>
              <p:nvPr/>
            </p:nvSpPr>
            <p:spPr>
              <a:xfrm>
                <a:off x="2679836" y="26972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27" name="ph3427"/>
              <p:cNvSpPr/>
              <p:nvPr/>
            </p:nvSpPr>
            <p:spPr>
              <a:xfrm>
                <a:off x="2819150" y="26972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28" name="ph3428"/>
              <p:cNvSpPr/>
              <p:nvPr/>
            </p:nvSpPr>
            <p:spPr>
              <a:xfrm>
                <a:off x="2827858" y="26972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29" name="ph3429"/>
              <p:cNvSpPr/>
              <p:nvPr/>
            </p:nvSpPr>
            <p:spPr>
              <a:xfrm>
                <a:off x="2836565" y="26972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30" name="ph3430"/>
              <p:cNvSpPr/>
              <p:nvPr/>
            </p:nvSpPr>
            <p:spPr>
              <a:xfrm>
                <a:off x="2845272" y="26972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31" name="ph3431"/>
              <p:cNvSpPr/>
              <p:nvPr/>
            </p:nvSpPr>
            <p:spPr>
              <a:xfrm>
                <a:off x="2853979" y="26972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32" name="ph3432"/>
              <p:cNvSpPr/>
              <p:nvPr/>
            </p:nvSpPr>
            <p:spPr>
              <a:xfrm>
                <a:off x="1443416" y="27079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33" name="ph3433"/>
              <p:cNvSpPr/>
              <p:nvPr/>
            </p:nvSpPr>
            <p:spPr>
              <a:xfrm>
                <a:off x="1452123" y="27079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34" name="ph3434"/>
              <p:cNvSpPr/>
              <p:nvPr/>
            </p:nvSpPr>
            <p:spPr>
              <a:xfrm>
                <a:off x="1460830" y="27079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35" name="ph3435"/>
              <p:cNvSpPr/>
              <p:nvPr/>
            </p:nvSpPr>
            <p:spPr>
              <a:xfrm>
                <a:off x="1469538" y="27079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36" name="ph3436"/>
              <p:cNvSpPr/>
              <p:nvPr/>
            </p:nvSpPr>
            <p:spPr>
              <a:xfrm>
                <a:off x="1478245" y="27079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37" name="ph3437"/>
              <p:cNvSpPr/>
              <p:nvPr/>
            </p:nvSpPr>
            <p:spPr>
              <a:xfrm>
                <a:off x="1486952" y="27079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38" name="ph3438"/>
              <p:cNvSpPr/>
              <p:nvPr/>
            </p:nvSpPr>
            <p:spPr>
              <a:xfrm>
                <a:off x="1495659" y="27079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39" name="ph3439"/>
              <p:cNvSpPr/>
              <p:nvPr/>
            </p:nvSpPr>
            <p:spPr>
              <a:xfrm>
                <a:off x="1504366" y="27079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40" name="ph3440"/>
              <p:cNvSpPr/>
              <p:nvPr/>
            </p:nvSpPr>
            <p:spPr>
              <a:xfrm>
                <a:off x="2636300" y="27079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41" name="ph3441"/>
              <p:cNvSpPr/>
              <p:nvPr/>
            </p:nvSpPr>
            <p:spPr>
              <a:xfrm>
                <a:off x="2645007" y="27079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42" name="ph3442"/>
              <p:cNvSpPr/>
              <p:nvPr/>
            </p:nvSpPr>
            <p:spPr>
              <a:xfrm>
                <a:off x="2653714" y="27079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43" name="ph3443"/>
              <p:cNvSpPr/>
              <p:nvPr/>
            </p:nvSpPr>
            <p:spPr>
              <a:xfrm>
                <a:off x="2662421" y="27079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44" name="ph3444"/>
              <p:cNvSpPr/>
              <p:nvPr/>
            </p:nvSpPr>
            <p:spPr>
              <a:xfrm>
                <a:off x="2671128" y="27079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45" name="ph3445"/>
              <p:cNvSpPr/>
              <p:nvPr/>
            </p:nvSpPr>
            <p:spPr>
              <a:xfrm>
                <a:off x="2819150" y="27079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46" name="ph3446"/>
              <p:cNvSpPr/>
              <p:nvPr/>
            </p:nvSpPr>
            <p:spPr>
              <a:xfrm>
                <a:off x="2827858" y="27079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47" name="ph3447"/>
              <p:cNvSpPr/>
              <p:nvPr/>
            </p:nvSpPr>
            <p:spPr>
              <a:xfrm>
                <a:off x="2836565" y="27079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48" name="ph3448"/>
              <p:cNvSpPr/>
              <p:nvPr/>
            </p:nvSpPr>
            <p:spPr>
              <a:xfrm>
                <a:off x="2845272" y="27079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49" name="ph3449"/>
              <p:cNvSpPr/>
              <p:nvPr/>
            </p:nvSpPr>
            <p:spPr>
              <a:xfrm>
                <a:off x="2853979" y="27079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50" name="ph3450"/>
              <p:cNvSpPr/>
              <p:nvPr/>
            </p:nvSpPr>
            <p:spPr>
              <a:xfrm>
                <a:off x="1443416" y="27186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51" name="ph3451"/>
              <p:cNvSpPr/>
              <p:nvPr/>
            </p:nvSpPr>
            <p:spPr>
              <a:xfrm>
                <a:off x="1452123" y="27186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52" name="ph3452"/>
              <p:cNvSpPr/>
              <p:nvPr/>
            </p:nvSpPr>
            <p:spPr>
              <a:xfrm>
                <a:off x="1460830" y="27186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53" name="ph3453"/>
              <p:cNvSpPr/>
              <p:nvPr/>
            </p:nvSpPr>
            <p:spPr>
              <a:xfrm>
                <a:off x="1469538" y="27186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54" name="ph3454"/>
              <p:cNvSpPr/>
              <p:nvPr/>
            </p:nvSpPr>
            <p:spPr>
              <a:xfrm>
                <a:off x="1478245" y="27186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55" name="ph3455"/>
              <p:cNvSpPr/>
              <p:nvPr/>
            </p:nvSpPr>
            <p:spPr>
              <a:xfrm>
                <a:off x="1486952" y="27186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56" name="ph3456"/>
              <p:cNvSpPr/>
              <p:nvPr/>
            </p:nvSpPr>
            <p:spPr>
              <a:xfrm>
                <a:off x="1495659" y="27186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57" name="ph3457"/>
              <p:cNvSpPr/>
              <p:nvPr/>
            </p:nvSpPr>
            <p:spPr>
              <a:xfrm>
                <a:off x="1504366" y="27186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58" name="ph3458"/>
              <p:cNvSpPr/>
              <p:nvPr/>
            </p:nvSpPr>
            <p:spPr>
              <a:xfrm>
                <a:off x="2636300" y="27186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59" name="ph3459"/>
              <p:cNvSpPr/>
              <p:nvPr/>
            </p:nvSpPr>
            <p:spPr>
              <a:xfrm>
                <a:off x="2645007" y="27186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60" name="ph3460"/>
              <p:cNvSpPr/>
              <p:nvPr/>
            </p:nvSpPr>
            <p:spPr>
              <a:xfrm>
                <a:off x="2653714" y="27186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61" name="ph3461"/>
              <p:cNvSpPr/>
              <p:nvPr/>
            </p:nvSpPr>
            <p:spPr>
              <a:xfrm>
                <a:off x="2662421" y="27186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62" name="ph3462"/>
              <p:cNvSpPr/>
              <p:nvPr/>
            </p:nvSpPr>
            <p:spPr>
              <a:xfrm>
                <a:off x="2671128" y="27186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63" name="ph3463"/>
              <p:cNvSpPr/>
              <p:nvPr/>
            </p:nvSpPr>
            <p:spPr>
              <a:xfrm>
                <a:off x="2679836" y="27186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64" name="ph3464"/>
              <p:cNvSpPr/>
              <p:nvPr/>
            </p:nvSpPr>
            <p:spPr>
              <a:xfrm>
                <a:off x="2827858" y="27186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65" name="ph3465"/>
              <p:cNvSpPr/>
              <p:nvPr/>
            </p:nvSpPr>
            <p:spPr>
              <a:xfrm>
                <a:off x="2836565" y="27186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66" name="ph3466"/>
              <p:cNvSpPr/>
              <p:nvPr/>
            </p:nvSpPr>
            <p:spPr>
              <a:xfrm>
                <a:off x="2845272" y="27186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67" name="ph3467"/>
              <p:cNvSpPr/>
              <p:nvPr/>
            </p:nvSpPr>
            <p:spPr>
              <a:xfrm>
                <a:off x="2853979" y="27186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68" name="ph3468"/>
              <p:cNvSpPr/>
              <p:nvPr/>
            </p:nvSpPr>
            <p:spPr>
              <a:xfrm>
                <a:off x="2862686" y="27186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69" name="ph3469"/>
              <p:cNvSpPr/>
              <p:nvPr/>
            </p:nvSpPr>
            <p:spPr>
              <a:xfrm>
                <a:off x="1452123" y="27293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70" name="ph3470"/>
              <p:cNvSpPr/>
              <p:nvPr/>
            </p:nvSpPr>
            <p:spPr>
              <a:xfrm>
                <a:off x="1460830" y="27293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71" name="ph3471"/>
              <p:cNvSpPr/>
              <p:nvPr/>
            </p:nvSpPr>
            <p:spPr>
              <a:xfrm>
                <a:off x="1469538" y="27293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72" name="ph3472"/>
              <p:cNvSpPr/>
              <p:nvPr/>
            </p:nvSpPr>
            <p:spPr>
              <a:xfrm>
                <a:off x="1478245" y="27293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73" name="ph3473"/>
              <p:cNvSpPr/>
              <p:nvPr/>
            </p:nvSpPr>
            <p:spPr>
              <a:xfrm>
                <a:off x="1486952" y="27293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74" name="ph3474"/>
              <p:cNvSpPr/>
              <p:nvPr/>
            </p:nvSpPr>
            <p:spPr>
              <a:xfrm>
                <a:off x="1495659" y="27293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75" name="ph3475"/>
              <p:cNvSpPr/>
              <p:nvPr/>
            </p:nvSpPr>
            <p:spPr>
              <a:xfrm>
                <a:off x="2645007" y="27293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76" name="ph3476"/>
              <p:cNvSpPr/>
              <p:nvPr/>
            </p:nvSpPr>
            <p:spPr>
              <a:xfrm>
                <a:off x="2653714" y="27293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77" name="ph3477"/>
              <p:cNvSpPr/>
              <p:nvPr/>
            </p:nvSpPr>
            <p:spPr>
              <a:xfrm>
                <a:off x="2662421" y="27293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78" name="ph3478"/>
              <p:cNvSpPr/>
              <p:nvPr/>
            </p:nvSpPr>
            <p:spPr>
              <a:xfrm>
                <a:off x="2671128" y="27293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79" name="ph3479"/>
              <p:cNvSpPr/>
              <p:nvPr/>
            </p:nvSpPr>
            <p:spPr>
              <a:xfrm>
                <a:off x="2679836" y="27293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80" name="ph3480"/>
              <p:cNvSpPr/>
              <p:nvPr/>
            </p:nvSpPr>
            <p:spPr>
              <a:xfrm>
                <a:off x="2827858" y="27293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81" name="ph3481"/>
              <p:cNvSpPr/>
              <p:nvPr/>
            </p:nvSpPr>
            <p:spPr>
              <a:xfrm>
                <a:off x="2836565" y="27293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82" name="ph3482"/>
              <p:cNvSpPr/>
              <p:nvPr/>
            </p:nvSpPr>
            <p:spPr>
              <a:xfrm>
                <a:off x="2845272" y="27293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83" name="ph3483"/>
              <p:cNvSpPr/>
              <p:nvPr/>
            </p:nvSpPr>
            <p:spPr>
              <a:xfrm>
                <a:off x="2853979" y="27293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84" name="ph3484"/>
              <p:cNvSpPr/>
              <p:nvPr/>
            </p:nvSpPr>
            <p:spPr>
              <a:xfrm>
                <a:off x="2862686" y="27293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85" name="ph3485"/>
              <p:cNvSpPr/>
              <p:nvPr/>
            </p:nvSpPr>
            <p:spPr>
              <a:xfrm>
                <a:off x="2871393" y="27293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86" name="ph3486"/>
              <p:cNvSpPr/>
              <p:nvPr/>
            </p:nvSpPr>
            <p:spPr>
              <a:xfrm>
                <a:off x="1452123" y="27400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87" name="ph3487"/>
              <p:cNvSpPr/>
              <p:nvPr/>
            </p:nvSpPr>
            <p:spPr>
              <a:xfrm>
                <a:off x="1460830" y="27400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88" name="ph3488"/>
              <p:cNvSpPr/>
              <p:nvPr/>
            </p:nvSpPr>
            <p:spPr>
              <a:xfrm>
                <a:off x="1469538" y="27400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89" name="ph3489"/>
              <p:cNvSpPr/>
              <p:nvPr/>
            </p:nvSpPr>
            <p:spPr>
              <a:xfrm>
                <a:off x="1478245" y="27400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90" name="ph3490"/>
              <p:cNvSpPr/>
              <p:nvPr/>
            </p:nvSpPr>
            <p:spPr>
              <a:xfrm>
                <a:off x="1486952" y="27400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91" name="ph3491"/>
              <p:cNvSpPr/>
              <p:nvPr/>
            </p:nvSpPr>
            <p:spPr>
              <a:xfrm>
                <a:off x="1495659" y="27400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92" name="ph3492"/>
              <p:cNvSpPr/>
              <p:nvPr/>
            </p:nvSpPr>
            <p:spPr>
              <a:xfrm>
                <a:off x="2653714" y="27400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93" name="ph3493"/>
              <p:cNvSpPr/>
              <p:nvPr/>
            </p:nvSpPr>
            <p:spPr>
              <a:xfrm>
                <a:off x="2662421" y="27400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94" name="ph3494"/>
              <p:cNvSpPr/>
              <p:nvPr/>
            </p:nvSpPr>
            <p:spPr>
              <a:xfrm>
                <a:off x="2671128" y="27400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95" name="ph3495"/>
              <p:cNvSpPr/>
              <p:nvPr/>
            </p:nvSpPr>
            <p:spPr>
              <a:xfrm>
                <a:off x="2679836" y="27400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96" name="ph3496"/>
              <p:cNvSpPr/>
              <p:nvPr/>
            </p:nvSpPr>
            <p:spPr>
              <a:xfrm>
                <a:off x="2688543" y="27400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97" name="ph3497"/>
              <p:cNvSpPr/>
              <p:nvPr/>
            </p:nvSpPr>
            <p:spPr>
              <a:xfrm>
                <a:off x="2697250" y="27400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9A2">
                  <a:alpha val="100000"/>
                </a:srgbClr>
              </a:solidFill>
              <a:ln w="5420" cap="flat">
                <a:solidFill>
                  <a:srgbClr val="3A79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98" name="ph3498"/>
              <p:cNvSpPr/>
              <p:nvPr/>
            </p:nvSpPr>
            <p:spPr>
              <a:xfrm>
                <a:off x="2705957" y="27400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9A2">
                  <a:alpha val="100000"/>
                </a:srgbClr>
              </a:solidFill>
              <a:ln w="5420" cap="flat">
                <a:solidFill>
                  <a:srgbClr val="3A79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499" name="ph3499"/>
              <p:cNvSpPr/>
              <p:nvPr/>
            </p:nvSpPr>
            <p:spPr>
              <a:xfrm>
                <a:off x="2714664" y="27400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00" name="ph3500"/>
              <p:cNvSpPr/>
              <p:nvPr/>
            </p:nvSpPr>
            <p:spPr>
              <a:xfrm>
                <a:off x="2836565" y="27400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01" name="ph3501"/>
              <p:cNvSpPr/>
              <p:nvPr/>
            </p:nvSpPr>
            <p:spPr>
              <a:xfrm>
                <a:off x="2845272" y="27400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02" name="ph3502"/>
              <p:cNvSpPr/>
              <p:nvPr/>
            </p:nvSpPr>
            <p:spPr>
              <a:xfrm>
                <a:off x="2853979" y="27400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03" name="ph3503"/>
              <p:cNvSpPr/>
              <p:nvPr/>
            </p:nvSpPr>
            <p:spPr>
              <a:xfrm>
                <a:off x="2862686" y="27400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04" name="ph3504"/>
              <p:cNvSpPr/>
              <p:nvPr/>
            </p:nvSpPr>
            <p:spPr>
              <a:xfrm>
                <a:off x="2871393" y="27400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05" name="ph3505"/>
              <p:cNvSpPr/>
              <p:nvPr/>
            </p:nvSpPr>
            <p:spPr>
              <a:xfrm>
                <a:off x="1460830" y="27507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06" name="ph3506"/>
              <p:cNvSpPr/>
              <p:nvPr/>
            </p:nvSpPr>
            <p:spPr>
              <a:xfrm>
                <a:off x="1469538" y="27507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07" name="ph3507"/>
              <p:cNvSpPr/>
              <p:nvPr/>
            </p:nvSpPr>
            <p:spPr>
              <a:xfrm>
                <a:off x="1478245" y="27507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08" name="ph3508"/>
              <p:cNvSpPr/>
              <p:nvPr/>
            </p:nvSpPr>
            <p:spPr>
              <a:xfrm>
                <a:off x="1486952" y="27507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09" name="ph3509"/>
              <p:cNvSpPr/>
              <p:nvPr/>
            </p:nvSpPr>
            <p:spPr>
              <a:xfrm>
                <a:off x="1495659" y="27507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10" name="ph3510"/>
              <p:cNvSpPr/>
              <p:nvPr/>
            </p:nvSpPr>
            <p:spPr>
              <a:xfrm>
                <a:off x="2653714" y="27507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11" name="ph3511"/>
              <p:cNvSpPr/>
              <p:nvPr/>
            </p:nvSpPr>
            <p:spPr>
              <a:xfrm>
                <a:off x="2662421" y="27507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12" name="ph3512"/>
              <p:cNvSpPr/>
              <p:nvPr/>
            </p:nvSpPr>
            <p:spPr>
              <a:xfrm>
                <a:off x="2671128" y="27507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13" name="ph3513"/>
              <p:cNvSpPr/>
              <p:nvPr/>
            </p:nvSpPr>
            <p:spPr>
              <a:xfrm>
                <a:off x="2679836" y="27507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14" name="ph3514"/>
              <p:cNvSpPr/>
              <p:nvPr/>
            </p:nvSpPr>
            <p:spPr>
              <a:xfrm>
                <a:off x="2688543" y="27507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9A2">
                  <a:alpha val="100000"/>
                </a:srgbClr>
              </a:solidFill>
              <a:ln w="5420" cap="flat">
                <a:solidFill>
                  <a:srgbClr val="3A79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15" name="ph3515"/>
              <p:cNvSpPr/>
              <p:nvPr/>
            </p:nvSpPr>
            <p:spPr>
              <a:xfrm>
                <a:off x="2697250" y="27507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9A2">
                  <a:alpha val="100000"/>
                </a:srgbClr>
              </a:solidFill>
              <a:ln w="5420" cap="flat">
                <a:solidFill>
                  <a:srgbClr val="3A79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16" name="ph3516"/>
              <p:cNvSpPr/>
              <p:nvPr/>
            </p:nvSpPr>
            <p:spPr>
              <a:xfrm>
                <a:off x="2705957" y="27507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17" name="ph3517"/>
              <p:cNvSpPr/>
              <p:nvPr/>
            </p:nvSpPr>
            <p:spPr>
              <a:xfrm>
                <a:off x="2714664" y="27507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18" name="ph3518"/>
              <p:cNvSpPr/>
              <p:nvPr/>
            </p:nvSpPr>
            <p:spPr>
              <a:xfrm>
                <a:off x="2723371" y="27507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19" name="ph3519"/>
              <p:cNvSpPr/>
              <p:nvPr/>
            </p:nvSpPr>
            <p:spPr>
              <a:xfrm>
                <a:off x="2836565" y="27507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20" name="ph3520"/>
              <p:cNvSpPr/>
              <p:nvPr/>
            </p:nvSpPr>
            <p:spPr>
              <a:xfrm>
                <a:off x="2845272" y="27507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21" name="ph3521"/>
              <p:cNvSpPr/>
              <p:nvPr/>
            </p:nvSpPr>
            <p:spPr>
              <a:xfrm>
                <a:off x="2853979" y="27507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22" name="ph3522"/>
              <p:cNvSpPr/>
              <p:nvPr/>
            </p:nvSpPr>
            <p:spPr>
              <a:xfrm>
                <a:off x="2862686" y="27507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23" name="ph3523"/>
              <p:cNvSpPr/>
              <p:nvPr/>
            </p:nvSpPr>
            <p:spPr>
              <a:xfrm>
                <a:off x="2871393" y="2750786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24" name="ph3524"/>
              <p:cNvSpPr/>
              <p:nvPr/>
            </p:nvSpPr>
            <p:spPr>
              <a:xfrm>
                <a:off x="1460830" y="27614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25" name="ph3525"/>
              <p:cNvSpPr/>
              <p:nvPr/>
            </p:nvSpPr>
            <p:spPr>
              <a:xfrm>
                <a:off x="1469538" y="27614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26" name="ph3526"/>
              <p:cNvSpPr/>
              <p:nvPr/>
            </p:nvSpPr>
            <p:spPr>
              <a:xfrm>
                <a:off x="1478245" y="27614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27" name="ph3527"/>
              <p:cNvSpPr/>
              <p:nvPr/>
            </p:nvSpPr>
            <p:spPr>
              <a:xfrm>
                <a:off x="1486952" y="27614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28" name="ph3528"/>
              <p:cNvSpPr/>
              <p:nvPr/>
            </p:nvSpPr>
            <p:spPr>
              <a:xfrm>
                <a:off x="1495659" y="27614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29" name="ph3529"/>
              <p:cNvSpPr/>
              <p:nvPr/>
            </p:nvSpPr>
            <p:spPr>
              <a:xfrm>
                <a:off x="2662421" y="27614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30" name="ph3530"/>
              <p:cNvSpPr/>
              <p:nvPr/>
            </p:nvSpPr>
            <p:spPr>
              <a:xfrm>
                <a:off x="2671128" y="27614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31" name="ph3531"/>
              <p:cNvSpPr/>
              <p:nvPr/>
            </p:nvSpPr>
            <p:spPr>
              <a:xfrm>
                <a:off x="2679836" y="27614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32" name="ph3532"/>
              <p:cNvSpPr/>
              <p:nvPr/>
            </p:nvSpPr>
            <p:spPr>
              <a:xfrm>
                <a:off x="2688543" y="27614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9A2">
                  <a:alpha val="100000"/>
                </a:srgbClr>
              </a:solidFill>
              <a:ln w="5420" cap="flat">
                <a:solidFill>
                  <a:srgbClr val="3A79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33" name="ph3533"/>
              <p:cNvSpPr/>
              <p:nvPr/>
            </p:nvSpPr>
            <p:spPr>
              <a:xfrm>
                <a:off x="2697250" y="27614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9A2">
                  <a:alpha val="100000"/>
                </a:srgbClr>
              </a:solidFill>
              <a:ln w="5420" cap="flat">
                <a:solidFill>
                  <a:srgbClr val="3A79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34" name="ph3534"/>
              <p:cNvSpPr/>
              <p:nvPr/>
            </p:nvSpPr>
            <p:spPr>
              <a:xfrm>
                <a:off x="2705957" y="27614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35" name="ph3535"/>
              <p:cNvSpPr/>
              <p:nvPr/>
            </p:nvSpPr>
            <p:spPr>
              <a:xfrm>
                <a:off x="2714664" y="27614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36" name="ph3536"/>
              <p:cNvSpPr/>
              <p:nvPr/>
            </p:nvSpPr>
            <p:spPr>
              <a:xfrm>
                <a:off x="2723371" y="27614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37" name="ph3537"/>
              <p:cNvSpPr/>
              <p:nvPr/>
            </p:nvSpPr>
            <p:spPr>
              <a:xfrm>
                <a:off x="2845272" y="27614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38" name="ph3538"/>
              <p:cNvSpPr/>
              <p:nvPr/>
            </p:nvSpPr>
            <p:spPr>
              <a:xfrm>
                <a:off x="2853979" y="27614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39" name="ph3539"/>
              <p:cNvSpPr/>
              <p:nvPr/>
            </p:nvSpPr>
            <p:spPr>
              <a:xfrm>
                <a:off x="2862686" y="27614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40" name="ph3540"/>
              <p:cNvSpPr/>
              <p:nvPr/>
            </p:nvSpPr>
            <p:spPr>
              <a:xfrm>
                <a:off x="2871393" y="27614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41" name="ph3541"/>
              <p:cNvSpPr/>
              <p:nvPr/>
            </p:nvSpPr>
            <p:spPr>
              <a:xfrm>
                <a:off x="2880101" y="27614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DA4">
                  <a:alpha val="100000"/>
                </a:srgbClr>
              </a:solidFill>
              <a:ln w="5420" cap="flat">
                <a:solidFill>
                  <a:srgbClr val="3A7D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42" name="ph3542"/>
              <p:cNvSpPr/>
              <p:nvPr/>
            </p:nvSpPr>
            <p:spPr>
              <a:xfrm>
                <a:off x="1460830" y="27721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43" name="ph3543"/>
              <p:cNvSpPr/>
              <p:nvPr/>
            </p:nvSpPr>
            <p:spPr>
              <a:xfrm>
                <a:off x="1469538" y="27721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44" name="ph3544"/>
              <p:cNvSpPr/>
              <p:nvPr/>
            </p:nvSpPr>
            <p:spPr>
              <a:xfrm>
                <a:off x="1478245" y="27721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45" name="ph3545"/>
              <p:cNvSpPr/>
              <p:nvPr/>
            </p:nvSpPr>
            <p:spPr>
              <a:xfrm>
                <a:off x="1486952" y="27721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46" name="ph3546"/>
              <p:cNvSpPr/>
              <p:nvPr/>
            </p:nvSpPr>
            <p:spPr>
              <a:xfrm>
                <a:off x="1495659" y="27721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47" name="ph3547"/>
              <p:cNvSpPr/>
              <p:nvPr/>
            </p:nvSpPr>
            <p:spPr>
              <a:xfrm>
                <a:off x="2671128" y="27721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48" name="ph3548"/>
              <p:cNvSpPr/>
              <p:nvPr/>
            </p:nvSpPr>
            <p:spPr>
              <a:xfrm>
                <a:off x="2679836" y="27721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9A2">
                  <a:alpha val="100000"/>
                </a:srgbClr>
              </a:solidFill>
              <a:ln w="5420" cap="flat">
                <a:solidFill>
                  <a:srgbClr val="3A79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49" name="ph3549"/>
              <p:cNvSpPr/>
              <p:nvPr/>
            </p:nvSpPr>
            <p:spPr>
              <a:xfrm>
                <a:off x="2688543" y="27721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9A2">
                  <a:alpha val="100000"/>
                </a:srgbClr>
              </a:solidFill>
              <a:ln w="5420" cap="flat">
                <a:solidFill>
                  <a:srgbClr val="3A79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50" name="ph3550"/>
              <p:cNvSpPr/>
              <p:nvPr/>
            </p:nvSpPr>
            <p:spPr>
              <a:xfrm>
                <a:off x="2697250" y="27721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51" name="ph3551"/>
              <p:cNvSpPr/>
              <p:nvPr/>
            </p:nvSpPr>
            <p:spPr>
              <a:xfrm>
                <a:off x="2705957" y="27721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52" name="ph3552"/>
              <p:cNvSpPr/>
              <p:nvPr/>
            </p:nvSpPr>
            <p:spPr>
              <a:xfrm>
                <a:off x="2714664" y="27721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53" name="ph3553"/>
              <p:cNvSpPr/>
              <p:nvPr/>
            </p:nvSpPr>
            <p:spPr>
              <a:xfrm>
                <a:off x="2723371" y="27721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54" name="ph3554"/>
              <p:cNvSpPr/>
              <p:nvPr/>
            </p:nvSpPr>
            <p:spPr>
              <a:xfrm>
                <a:off x="2732079" y="27721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55" name="ph3555"/>
              <p:cNvSpPr/>
              <p:nvPr/>
            </p:nvSpPr>
            <p:spPr>
              <a:xfrm>
                <a:off x="2845272" y="27721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56" name="ph3556"/>
              <p:cNvSpPr/>
              <p:nvPr/>
            </p:nvSpPr>
            <p:spPr>
              <a:xfrm>
                <a:off x="2853979" y="27721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57" name="ph3557"/>
              <p:cNvSpPr/>
              <p:nvPr/>
            </p:nvSpPr>
            <p:spPr>
              <a:xfrm>
                <a:off x="2862686" y="27721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58" name="ph3558"/>
              <p:cNvSpPr/>
              <p:nvPr/>
            </p:nvSpPr>
            <p:spPr>
              <a:xfrm>
                <a:off x="2871393" y="27721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59" name="ph3559"/>
              <p:cNvSpPr/>
              <p:nvPr/>
            </p:nvSpPr>
            <p:spPr>
              <a:xfrm>
                <a:off x="2880101" y="27721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DA4">
                  <a:alpha val="100000"/>
                </a:srgbClr>
              </a:solidFill>
              <a:ln w="5420" cap="flat">
                <a:solidFill>
                  <a:srgbClr val="3A7D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60" name="ph3560"/>
              <p:cNvSpPr/>
              <p:nvPr/>
            </p:nvSpPr>
            <p:spPr>
              <a:xfrm>
                <a:off x="1469538" y="27828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61" name="ph3561"/>
              <p:cNvSpPr/>
              <p:nvPr/>
            </p:nvSpPr>
            <p:spPr>
              <a:xfrm>
                <a:off x="1478245" y="27828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62" name="ph3562"/>
              <p:cNvSpPr/>
              <p:nvPr/>
            </p:nvSpPr>
            <p:spPr>
              <a:xfrm>
                <a:off x="1486952" y="27828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63" name="ph3563"/>
              <p:cNvSpPr/>
              <p:nvPr/>
            </p:nvSpPr>
            <p:spPr>
              <a:xfrm>
                <a:off x="1495659" y="27828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64" name="ph3564"/>
              <p:cNvSpPr/>
              <p:nvPr/>
            </p:nvSpPr>
            <p:spPr>
              <a:xfrm>
                <a:off x="2679836" y="27828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9A2">
                  <a:alpha val="100000"/>
                </a:srgbClr>
              </a:solidFill>
              <a:ln w="5420" cap="flat">
                <a:solidFill>
                  <a:srgbClr val="3A79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65" name="ph3565"/>
              <p:cNvSpPr/>
              <p:nvPr/>
            </p:nvSpPr>
            <p:spPr>
              <a:xfrm>
                <a:off x="2688543" y="27828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66" name="ph3566"/>
              <p:cNvSpPr/>
              <p:nvPr/>
            </p:nvSpPr>
            <p:spPr>
              <a:xfrm>
                <a:off x="2697250" y="27828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67" name="ph3567"/>
              <p:cNvSpPr/>
              <p:nvPr/>
            </p:nvSpPr>
            <p:spPr>
              <a:xfrm>
                <a:off x="2705957" y="27828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68" name="ph3568"/>
              <p:cNvSpPr/>
              <p:nvPr/>
            </p:nvSpPr>
            <p:spPr>
              <a:xfrm>
                <a:off x="2714664" y="27828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69" name="ph3569"/>
              <p:cNvSpPr/>
              <p:nvPr/>
            </p:nvSpPr>
            <p:spPr>
              <a:xfrm>
                <a:off x="2723371" y="27828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70" name="ph3570"/>
              <p:cNvSpPr/>
              <p:nvPr/>
            </p:nvSpPr>
            <p:spPr>
              <a:xfrm>
                <a:off x="2732079" y="27828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71" name="ph3571"/>
              <p:cNvSpPr/>
              <p:nvPr/>
            </p:nvSpPr>
            <p:spPr>
              <a:xfrm>
                <a:off x="2740786" y="27828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72" name="ph3572"/>
              <p:cNvSpPr/>
              <p:nvPr/>
            </p:nvSpPr>
            <p:spPr>
              <a:xfrm>
                <a:off x="2845272" y="27828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73" name="ph3573"/>
              <p:cNvSpPr/>
              <p:nvPr/>
            </p:nvSpPr>
            <p:spPr>
              <a:xfrm>
                <a:off x="2853979" y="27828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74" name="ph3574"/>
              <p:cNvSpPr/>
              <p:nvPr/>
            </p:nvSpPr>
            <p:spPr>
              <a:xfrm>
                <a:off x="2862686" y="27828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75" name="ph3575"/>
              <p:cNvSpPr/>
              <p:nvPr/>
            </p:nvSpPr>
            <p:spPr>
              <a:xfrm>
                <a:off x="2871393" y="27828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76" name="ph3576"/>
              <p:cNvSpPr/>
              <p:nvPr/>
            </p:nvSpPr>
            <p:spPr>
              <a:xfrm>
                <a:off x="2880101" y="27828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DA4">
                  <a:alpha val="100000"/>
                </a:srgbClr>
              </a:solidFill>
              <a:ln w="5420" cap="flat">
                <a:solidFill>
                  <a:srgbClr val="3A7D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77" name="ph3577"/>
              <p:cNvSpPr/>
              <p:nvPr/>
            </p:nvSpPr>
            <p:spPr>
              <a:xfrm>
                <a:off x="1469538" y="27935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78" name="ph3578"/>
              <p:cNvSpPr/>
              <p:nvPr/>
            </p:nvSpPr>
            <p:spPr>
              <a:xfrm>
                <a:off x="1478245" y="27935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79" name="ph3579"/>
              <p:cNvSpPr/>
              <p:nvPr/>
            </p:nvSpPr>
            <p:spPr>
              <a:xfrm>
                <a:off x="1486952" y="27935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80" name="ph3580"/>
              <p:cNvSpPr/>
              <p:nvPr/>
            </p:nvSpPr>
            <p:spPr>
              <a:xfrm>
                <a:off x="1495659" y="27935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81" name="ph3581"/>
              <p:cNvSpPr/>
              <p:nvPr/>
            </p:nvSpPr>
            <p:spPr>
              <a:xfrm>
                <a:off x="2688543" y="27935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82" name="ph3582"/>
              <p:cNvSpPr/>
              <p:nvPr/>
            </p:nvSpPr>
            <p:spPr>
              <a:xfrm>
                <a:off x="2697250" y="27935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83" name="ph3583"/>
              <p:cNvSpPr/>
              <p:nvPr/>
            </p:nvSpPr>
            <p:spPr>
              <a:xfrm>
                <a:off x="2705957" y="27935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84" name="ph3584"/>
              <p:cNvSpPr/>
              <p:nvPr/>
            </p:nvSpPr>
            <p:spPr>
              <a:xfrm>
                <a:off x="2714664" y="27935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85" name="ph3585"/>
              <p:cNvSpPr/>
              <p:nvPr/>
            </p:nvSpPr>
            <p:spPr>
              <a:xfrm>
                <a:off x="2723371" y="27935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86" name="ph3586"/>
              <p:cNvSpPr/>
              <p:nvPr/>
            </p:nvSpPr>
            <p:spPr>
              <a:xfrm>
                <a:off x="2732079" y="27935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87" name="ph3587"/>
              <p:cNvSpPr/>
              <p:nvPr/>
            </p:nvSpPr>
            <p:spPr>
              <a:xfrm>
                <a:off x="2845272" y="27935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88" name="ph3588"/>
              <p:cNvSpPr/>
              <p:nvPr/>
            </p:nvSpPr>
            <p:spPr>
              <a:xfrm>
                <a:off x="2853979" y="27935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89" name="ph3589"/>
              <p:cNvSpPr/>
              <p:nvPr/>
            </p:nvSpPr>
            <p:spPr>
              <a:xfrm>
                <a:off x="2862686" y="27935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90" name="ph3590"/>
              <p:cNvSpPr/>
              <p:nvPr/>
            </p:nvSpPr>
            <p:spPr>
              <a:xfrm>
                <a:off x="2871393" y="27935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DA4">
                  <a:alpha val="100000"/>
                </a:srgbClr>
              </a:solidFill>
              <a:ln w="5420" cap="flat">
                <a:solidFill>
                  <a:srgbClr val="3A7D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91" name="ph3591"/>
              <p:cNvSpPr/>
              <p:nvPr/>
            </p:nvSpPr>
            <p:spPr>
              <a:xfrm>
                <a:off x="2880101" y="27935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92" name="ph3592"/>
              <p:cNvSpPr/>
              <p:nvPr/>
            </p:nvSpPr>
            <p:spPr>
              <a:xfrm>
                <a:off x="1469538" y="28042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93" name="ph3593"/>
              <p:cNvSpPr/>
              <p:nvPr/>
            </p:nvSpPr>
            <p:spPr>
              <a:xfrm>
                <a:off x="1478245" y="28042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94" name="ph3594"/>
              <p:cNvSpPr/>
              <p:nvPr/>
            </p:nvSpPr>
            <p:spPr>
              <a:xfrm>
                <a:off x="1486952" y="28042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95" name="ph3595"/>
              <p:cNvSpPr/>
              <p:nvPr/>
            </p:nvSpPr>
            <p:spPr>
              <a:xfrm>
                <a:off x="1495659" y="28042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96" name="ph3596"/>
              <p:cNvSpPr/>
              <p:nvPr/>
            </p:nvSpPr>
            <p:spPr>
              <a:xfrm>
                <a:off x="1504366" y="28042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97" name="ph3597"/>
              <p:cNvSpPr/>
              <p:nvPr/>
            </p:nvSpPr>
            <p:spPr>
              <a:xfrm>
                <a:off x="2688543" y="28042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98" name="ph3598"/>
              <p:cNvSpPr/>
              <p:nvPr/>
            </p:nvSpPr>
            <p:spPr>
              <a:xfrm>
                <a:off x="2697250" y="28042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599" name="ph3599"/>
              <p:cNvSpPr/>
              <p:nvPr/>
            </p:nvSpPr>
            <p:spPr>
              <a:xfrm>
                <a:off x="2705957" y="28042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00" name="ph3600"/>
              <p:cNvSpPr/>
              <p:nvPr/>
            </p:nvSpPr>
            <p:spPr>
              <a:xfrm>
                <a:off x="2714664" y="28042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01" name="ph3601"/>
              <p:cNvSpPr/>
              <p:nvPr/>
            </p:nvSpPr>
            <p:spPr>
              <a:xfrm>
                <a:off x="2723371" y="28042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02" name="ph3602"/>
              <p:cNvSpPr/>
              <p:nvPr/>
            </p:nvSpPr>
            <p:spPr>
              <a:xfrm>
                <a:off x="2732079" y="28042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03" name="ph3603"/>
              <p:cNvSpPr/>
              <p:nvPr/>
            </p:nvSpPr>
            <p:spPr>
              <a:xfrm>
                <a:off x="2845272" y="28042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04" name="ph3604"/>
              <p:cNvSpPr/>
              <p:nvPr/>
            </p:nvSpPr>
            <p:spPr>
              <a:xfrm>
                <a:off x="2853979" y="28042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05" name="ph3605"/>
              <p:cNvSpPr/>
              <p:nvPr/>
            </p:nvSpPr>
            <p:spPr>
              <a:xfrm>
                <a:off x="2862686" y="28042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06" name="ph3606"/>
              <p:cNvSpPr/>
              <p:nvPr/>
            </p:nvSpPr>
            <p:spPr>
              <a:xfrm>
                <a:off x="2871393" y="28042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DA4">
                  <a:alpha val="100000"/>
                </a:srgbClr>
              </a:solidFill>
              <a:ln w="5420" cap="flat">
                <a:solidFill>
                  <a:srgbClr val="3A7D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07" name="ph3607"/>
              <p:cNvSpPr/>
              <p:nvPr/>
            </p:nvSpPr>
            <p:spPr>
              <a:xfrm>
                <a:off x="2880101" y="28042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08" name="ph3608"/>
              <p:cNvSpPr/>
              <p:nvPr/>
            </p:nvSpPr>
            <p:spPr>
              <a:xfrm>
                <a:off x="1469538" y="28149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09" name="ph3609"/>
              <p:cNvSpPr/>
              <p:nvPr/>
            </p:nvSpPr>
            <p:spPr>
              <a:xfrm>
                <a:off x="1478245" y="28149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10" name="ph3610"/>
              <p:cNvSpPr/>
              <p:nvPr/>
            </p:nvSpPr>
            <p:spPr>
              <a:xfrm>
                <a:off x="1486952" y="28149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11" name="ph3611"/>
              <p:cNvSpPr/>
              <p:nvPr/>
            </p:nvSpPr>
            <p:spPr>
              <a:xfrm>
                <a:off x="1495659" y="28149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12" name="ph3612"/>
              <p:cNvSpPr/>
              <p:nvPr/>
            </p:nvSpPr>
            <p:spPr>
              <a:xfrm>
                <a:off x="1504366" y="28149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13" name="ph3613"/>
              <p:cNvSpPr/>
              <p:nvPr/>
            </p:nvSpPr>
            <p:spPr>
              <a:xfrm>
                <a:off x="2697250" y="28149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14" name="ph3614"/>
              <p:cNvSpPr/>
              <p:nvPr/>
            </p:nvSpPr>
            <p:spPr>
              <a:xfrm>
                <a:off x="2705957" y="28149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15" name="ph3615"/>
              <p:cNvSpPr/>
              <p:nvPr/>
            </p:nvSpPr>
            <p:spPr>
              <a:xfrm>
                <a:off x="2714664" y="28149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16" name="ph3616"/>
              <p:cNvSpPr/>
              <p:nvPr/>
            </p:nvSpPr>
            <p:spPr>
              <a:xfrm>
                <a:off x="2723371" y="28149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17" name="ph3617"/>
              <p:cNvSpPr/>
              <p:nvPr/>
            </p:nvSpPr>
            <p:spPr>
              <a:xfrm>
                <a:off x="2732079" y="28149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18" name="ph3618"/>
              <p:cNvSpPr/>
              <p:nvPr/>
            </p:nvSpPr>
            <p:spPr>
              <a:xfrm>
                <a:off x="2845272" y="28149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19" name="ph3619"/>
              <p:cNvSpPr/>
              <p:nvPr/>
            </p:nvSpPr>
            <p:spPr>
              <a:xfrm>
                <a:off x="2853979" y="28149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20" name="ph3620"/>
              <p:cNvSpPr/>
              <p:nvPr/>
            </p:nvSpPr>
            <p:spPr>
              <a:xfrm>
                <a:off x="2862686" y="28149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21" name="ph3621"/>
              <p:cNvSpPr/>
              <p:nvPr/>
            </p:nvSpPr>
            <p:spPr>
              <a:xfrm>
                <a:off x="2871393" y="28149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DA4">
                  <a:alpha val="100000"/>
                </a:srgbClr>
              </a:solidFill>
              <a:ln w="5420" cap="flat">
                <a:solidFill>
                  <a:srgbClr val="3A7D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22" name="ph3622"/>
              <p:cNvSpPr/>
              <p:nvPr/>
            </p:nvSpPr>
            <p:spPr>
              <a:xfrm>
                <a:off x="1478245" y="28256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23" name="ph3623"/>
              <p:cNvSpPr/>
              <p:nvPr/>
            </p:nvSpPr>
            <p:spPr>
              <a:xfrm>
                <a:off x="1486952" y="28256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24" name="ph3624"/>
              <p:cNvSpPr/>
              <p:nvPr/>
            </p:nvSpPr>
            <p:spPr>
              <a:xfrm>
                <a:off x="1495659" y="28256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25" name="ph3625"/>
              <p:cNvSpPr/>
              <p:nvPr/>
            </p:nvSpPr>
            <p:spPr>
              <a:xfrm>
                <a:off x="1504366" y="28256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26" name="ph3626"/>
              <p:cNvSpPr/>
              <p:nvPr/>
            </p:nvSpPr>
            <p:spPr>
              <a:xfrm>
                <a:off x="1513074" y="28256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27" name="ph3627"/>
              <p:cNvSpPr/>
              <p:nvPr/>
            </p:nvSpPr>
            <p:spPr>
              <a:xfrm>
                <a:off x="2705957" y="28256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28" name="ph3628"/>
              <p:cNvSpPr/>
              <p:nvPr/>
            </p:nvSpPr>
            <p:spPr>
              <a:xfrm>
                <a:off x="2714664" y="28256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29" name="ph3629"/>
              <p:cNvSpPr/>
              <p:nvPr/>
            </p:nvSpPr>
            <p:spPr>
              <a:xfrm>
                <a:off x="2723371" y="28256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30" name="ph3630"/>
              <p:cNvSpPr/>
              <p:nvPr/>
            </p:nvSpPr>
            <p:spPr>
              <a:xfrm>
                <a:off x="2732079" y="28256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31" name="ph3631"/>
              <p:cNvSpPr/>
              <p:nvPr/>
            </p:nvSpPr>
            <p:spPr>
              <a:xfrm>
                <a:off x="2740786" y="28256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32" name="ph3632"/>
              <p:cNvSpPr/>
              <p:nvPr/>
            </p:nvSpPr>
            <p:spPr>
              <a:xfrm>
                <a:off x="2845272" y="28256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33" name="ph3633"/>
              <p:cNvSpPr/>
              <p:nvPr/>
            </p:nvSpPr>
            <p:spPr>
              <a:xfrm>
                <a:off x="2853979" y="28256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34" name="ph3634"/>
              <p:cNvSpPr/>
              <p:nvPr/>
            </p:nvSpPr>
            <p:spPr>
              <a:xfrm>
                <a:off x="2862686" y="28256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DA4">
                  <a:alpha val="100000"/>
                </a:srgbClr>
              </a:solidFill>
              <a:ln w="5420" cap="flat">
                <a:solidFill>
                  <a:srgbClr val="3A7D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35" name="ph3635"/>
              <p:cNvSpPr/>
              <p:nvPr/>
            </p:nvSpPr>
            <p:spPr>
              <a:xfrm>
                <a:off x="2871393" y="28256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36" name="ph3636"/>
              <p:cNvSpPr/>
              <p:nvPr/>
            </p:nvSpPr>
            <p:spPr>
              <a:xfrm>
                <a:off x="1478245" y="28363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37" name="ph3637"/>
              <p:cNvSpPr/>
              <p:nvPr/>
            </p:nvSpPr>
            <p:spPr>
              <a:xfrm>
                <a:off x="1486952" y="28363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38" name="ph3638"/>
              <p:cNvSpPr/>
              <p:nvPr/>
            </p:nvSpPr>
            <p:spPr>
              <a:xfrm>
                <a:off x="1495659" y="28363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39" name="ph3639"/>
              <p:cNvSpPr/>
              <p:nvPr/>
            </p:nvSpPr>
            <p:spPr>
              <a:xfrm>
                <a:off x="1504366" y="28363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40" name="ph3640"/>
              <p:cNvSpPr/>
              <p:nvPr/>
            </p:nvSpPr>
            <p:spPr>
              <a:xfrm>
                <a:off x="1513074" y="28363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41" name="ph3641"/>
              <p:cNvSpPr/>
              <p:nvPr/>
            </p:nvSpPr>
            <p:spPr>
              <a:xfrm>
                <a:off x="1521781" y="28363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42" name="ph3642"/>
              <p:cNvSpPr/>
              <p:nvPr/>
            </p:nvSpPr>
            <p:spPr>
              <a:xfrm>
                <a:off x="2705957" y="28363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43" name="ph3643"/>
              <p:cNvSpPr/>
              <p:nvPr/>
            </p:nvSpPr>
            <p:spPr>
              <a:xfrm>
                <a:off x="2714664" y="28363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44" name="ph3644"/>
              <p:cNvSpPr/>
              <p:nvPr/>
            </p:nvSpPr>
            <p:spPr>
              <a:xfrm>
                <a:off x="2723371" y="28363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45" name="ph3645"/>
              <p:cNvSpPr/>
              <p:nvPr/>
            </p:nvSpPr>
            <p:spPr>
              <a:xfrm>
                <a:off x="2732079" y="28363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46" name="ph3646"/>
              <p:cNvSpPr/>
              <p:nvPr/>
            </p:nvSpPr>
            <p:spPr>
              <a:xfrm>
                <a:off x="2740786" y="28363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47" name="ph3647"/>
              <p:cNvSpPr/>
              <p:nvPr/>
            </p:nvSpPr>
            <p:spPr>
              <a:xfrm>
                <a:off x="2845272" y="28363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48" name="ph3648"/>
              <p:cNvSpPr/>
              <p:nvPr/>
            </p:nvSpPr>
            <p:spPr>
              <a:xfrm>
                <a:off x="2853979" y="28363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49" name="ph3649"/>
              <p:cNvSpPr/>
              <p:nvPr/>
            </p:nvSpPr>
            <p:spPr>
              <a:xfrm>
                <a:off x="2862686" y="28363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DA4">
                  <a:alpha val="100000"/>
                </a:srgbClr>
              </a:solidFill>
              <a:ln w="5420" cap="flat">
                <a:solidFill>
                  <a:srgbClr val="3A7D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50" name="ph3650"/>
              <p:cNvSpPr/>
              <p:nvPr/>
            </p:nvSpPr>
            <p:spPr>
              <a:xfrm>
                <a:off x="2871393" y="2836385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51" name="ph3651"/>
              <p:cNvSpPr/>
              <p:nvPr/>
            </p:nvSpPr>
            <p:spPr>
              <a:xfrm>
                <a:off x="1486952" y="28470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52" name="ph3652"/>
              <p:cNvSpPr/>
              <p:nvPr/>
            </p:nvSpPr>
            <p:spPr>
              <a:xfrm>
                <a:off x="1495659" y="28470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53" name="ph3653"/>
              <p:cNvSpPr/>
              <p:nvPr/>
            </p:nvSpPr>
            <p:spPr>
              <a:xfrm>
                <a:off x="1504366" y="28470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54" name="ph3654"/>
              <p:cNvSpPr/>
              <p:nvPr/>
            </p:nvSpPr>
            <p:spPr>
              <a:xfrm>
                <a:off x="1513074" y="28470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55" name="ph3655"/>
              <p:cNvSpPr/>
              <p:nvPr/>
            </p:nvSpPr>
            <p:spPr>
              <a:xfrm>
                <a:off x="1521781" y="28470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56" name="ph3656"/>
              <p:cNvSpPr/>
              <p:nvPr/>
            </p:nvSpPr>
            <p:spPr>
              <a:xfrm>
                <a:off x="2705957" y="28470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57" name="ph3657"/>
              <p:cNvSpPr/>
              <p:nvPr/>
            </p:nvSpPr>
            <p:spPr>
              <a:xfrm>
                <a:off x="2714664" y="28470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58" name="ph3658"/>
              <p:cNvSpPr/>
              <p:nvPr/>
            </p:nvSpPr>
            <p:spPr>
              <a:xfrm>
                <a:off x="2723371" y="28470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59" name="ph3659"/>
              <p:cNvSpPr/>
              <p:nvPr/>
            </p:nvSpPr>
            <p:spPr>
              <a:xfrm>
                <a:off x="2732079" y="28470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60" name="ph3660"/>
              <p:cNvSpPr/>
              <p:nvPr/>
            </p:nvSpPr>
            <p:spPr>
              <a:xfrm>
                <a:off x="2740786" y="28470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61" name="ph3661"/>
              <p:cNvSpPr/>
              <p:nvPr/>
            </p:nvSpPr>
            <p:spPr>
              <a:xfrm>
                <a:off x="2749493" y="28470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62" name="ph3662"/>
              <p:cNvSpPr/>
              <p:nvPr/>
            </p:nvSpPr>
            <p:spPr>
              <a:xfrm>
                <a:off x="2758200" y="28470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63" name="ph3663"/>
              <p:cNvSpPr/>
              <p:nvPr/>
            </p:nvSpPr>
            <p:spPr>
              <a:xfrm>
                <a:off x="2766907" y="28470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64" name="ph3664"/>
              <p:cNvSpPr/>
              <p:nvPr/>
            </p:nvSpPr>
            <p:spPr>
              <a:xfrm>
                <a:off x="2845272" y="28470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65" name="ph3665"/>
              <p:cNvSpPr/>
              <p:nvPr/>
            </p:nvSpPr>
            <p:spPr>
              <a:xfrm>
                <a:off x="2853979" y="28470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DA4">
                  <a:alpha val="100000"/>
                </a:srgbClr>
              </a:solidFill>
              <a:ln w="5420" cap="flat">
                <a:solidFill>
                  <a:srgbClr val="3A7D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66" name="ph3666"/>
              <p:cNvSpPr/>
              <p:nvPr/>
            </p:nvSpPr>
            <p:spPr>
              <a:xfrm>
                <a:off x="2862686" y="28470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67" name="ph3667"/>
              <p:cNvSpPr/>
              <p:nvPr/>
            </p:nvSpPr>
            <p:spPr>
              <a:xfrm>
                <a:off x="2871393" y="28470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68" name="ph3668"/>
              <p:cNvSpPr/>
              <p:nvPr/>
            </p:nvSpPr>
            <p:spPr>
              <a:xfrm>
                <a:off x="1495659" y="28577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69" name="ph3669"/>
              <p:cNvSpPr/>
              <p:nvPr/>
            </p:nvSpPr>
            <p:spPr>
              <a:xfrm>
                <a:off x="1504366" y="28577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70" name="ph3670"/>
              <p:cNvSpPr/>
              <p:nvPr/>
            </p:nvSpPr>
            <p:spPr>
              <a:xfrm>
                <a:off x="1513074" y="28577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71" name="ph3671"/>
              <p:cNvSpPr/>
              <p:nvPr/>
            </p:nvSpPr>
            <p:spPr>
              <a:xfrm>
                <a:off x="1521781" y="28577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72" name="ph3672"/>
              <p:cNvSpPr/>
              <p:nvPr/>
            </p:nvSpPr>
            <p:spPr>
              <a:xfrm>
                <a:off x="2714664" y="28577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73" name="ph3673"/>
              <p:cNvSpPr/>
              <p:nvPr/>
            </p:nvSpPr>
            <p:spPr>
              <a:xfrm>
                <a:off x="2723371" y="28577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74" name="ph3674"/>
              <p:cNvSpPr/>
              <p:nvPr/>
            </p:nvSpPr>
            <p:spPr>
              <a:xfrm>
                <a:off x="2732079" y="28577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75" name="ph3675"/>
              <p:cNvSpPr/>
              <p:nvPr/>
            </p:nvSpPr>
            <p:spPr>
              <a:xfrm>
                <a:off x="2740786" y="28577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76" name="ph3676"/>
              <p:cNvSpPr/>
              <p:nvPr/>
            </p:nvSpPr>
            <p:spPr>
              <a:xfrm>
                <a:off x="2749493" y="28577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77" name="ph3677"/>
              <p:cNvSpPr/>
              <p:nvPr/>
            </p:nvSpPr>
            <p:spPr>
              <a:xfrm>
                <a:off x="2758200" y="28577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78" name="ph3678"/>
              <p:cNvSpPr/>
              <p:nvPr/>
            </p:nvSpPr>
            <p:spPr>
              <a:xfrm>
                <a:off x="2766907" y="28577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79" name="ph3679"/>
              <p:cNvSpPr/>
              <p:nvPr/>
            </p:nvSpPr>
            <p:spPr>
              <a:xfrm>
                <a:off x="2775614" y="28577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80" name="ph3680"/>
              <p:cNvSpPr/>
              <p:nvPr/>
            </p:nvSpPr>
            <p:spPr>
              <a:xfrm>
                <a:off x="2836565" y="28577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81" name="ph3681"/>
              <p:cNvSpPr/>
              <p:nvPr/>
            </p:nvSpPr>
            <p:spPr>
              <a:xfrm>
                <a:off x="2845272" y="28577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82" name="ph3682"/>
              <p:cNvSpPr/>
              <p:nvPr/>
            </p:nvSpPr>
            <p:spPr>
              <a:xfrm>
                <a:off x="2853979" y="28577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DA4">
                  <a:alpha val="100000"/>
                </a:srgbClr>
              </a:solidFill>
              <a:ln w="5420" cap="flat">
                <a:solidFill>
                  <a:srgbClr val="3A7D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83" name="ph3683"/>
              <p:cNvSpPr/>
              <p:nvPr/>
            </p:nvSpPr>
            <p:spPr>
              <a:xfrm>
                <a:off x="2862686" y="28577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84" name="ph3684"/>
              <p:cNvSpPr/>
              <p:nvPr/>
            </p:nvSpPr>
            <p:spPr>
              <a:xfrm>
                <a:off x="2871393" y="28577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85" name="ph3685"/>
              <p:cNvSpPr/>
              <p:nvPr/>
            </p:nvSpPr>
            <p:spPr>
              <a:xfrm>
                <a:off x="1495659" y="28684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86" name="ph3686"/>
              <p:cNvSpPr/>
              <p:nvPr/>
            </p:nvSpPr>
            <p:spPr>
              <a:xfrm>
                <a:off x="1504366" y="28684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87" name="ph3687"/>
              <p:cNvSpPr/>
              <p:nvPr/>
            </p:nvSpPr>
            <p:spPr>
              <a:xfrm>
                <a:off x="1513074" y="28684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88" name="ph3688"/>
              <p:cNvSpPr/>
              <p:nvPr/>
            </p:nvSpPr>
            <p:spPr>
              <a:xfrm>
                <a:off x="1521781" y="28684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89" name="ph3689"/>
              <p:cNvSpPr/>
              <p:nvPr/>
            </p:nvSpPr>
            <p:spPr>
              <a:xfrm>
                <a:off x="2723371" y="28684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90" name="ph3690"/>
              <p:cNvSpPr/>
              <p:nvPr/>
            </p:nvSpPr>
            <p:spPr>
              <a:xfrm>
                <a:off x="2732079" y="28684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91" name="ph3691"/>
              <p:cNvSpPr/>
              <p:nvPr/>
            </p:nvSpPr>
            <p:spPr>
              <a:xfrm>
                <a:off x="2740786" y="28684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92" name="ph3692"/>
              <p:cNvSpPr/>
              <p:nvPr/>
            </p:nvSpPr>
            <p:spPr>
              <a:xfrm>
                <a:off x="2749493" y="28684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93" name="ph3693"/>
              <p:cNvSpPr/>
              <p:nvPr/>
            </p:nvSpPr>
            <p:spPr>
              <a:xfrm>
                <a:off x="2758200" y="28684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94" name="ph3694"/>
              <p:cNvSpPr/>
              <p:nvPr/>
            </p:nvSpPr>
            <p:spPr>
              <a:xfrm>
                <a:off x="2766907" y="28684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95" name="ph3695"/>
              <p:cNvSpPr/>
              <p:nvPr/>
            </p:nvSpPr>
            <p:spPr>
              <a:xfrm>
                <a:off x="2775614" y="28684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96" name="ph3696"/>
              <p:cNvSpPr/>
              <p:nvPr/>
            </p:nvSpPr>
            <p:spPr>
              <a:xfrm>
                <a:off x="2836565" y="28684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97" name="ph3697"/>
              <p:cNvSpPr/>
              <p:nvPr/>
            </p:nvSpPr>
            <p:spPr>
              <a:xfrm>
                <a:off x="2845272" y="28684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98" name="ph3698"/>
              <p:cNvSpPr/>
              <p:nvPr/>
            </p:nvSpPr>
            <p:spPr>
              <a:xfrm>
                <a:off x="2853979" y="28684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DA4">
                  <a:alpha val="100000"/>
                </a:srgbClr>
              </a:solidFill>
              <a:ln w="5420" cap="flat">
                <a:solidFill>
                  <a:srgbClr val="3A7D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699" name="ph3699"/>
              <p:cNvSpPr/>
              <p:nvPr/>
            </p:nvSpPr>
            <p:spPr>
              <a:xfrm>
                <a:off x="2862686" y="28684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00" name="ph3700"/>
              <p:cNvSpPr/>
              <p:nvPr/>
            </p:nvSpPr>
            <p:spPr>
              <a:xfrm>
                <a:off x="2871393" y="28684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01" name="ph3701"/>
              <p:cNvSpPr/>
              <p:nvPr/>
            </p:nvSpPr>
            <p:spPr>
              <a:xfrm>
                <a:off x="1486952" y="28791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02" name="ph3702"/>
              <p:cNvSpPr/>
              <p:nvPr/>
            </p:nvSpPr>
            <p:spPr>
              <a:xfrm>
                <a:off x="1495659" y="28791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03" name="ph3703"/>
              <p:cNvSpPr/>
              <p:nvPr/>
            </p:nvSpPr>
            <p:spPr>
              <a:xfrm>
                <a:off x="1504366" y="28791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04" name="ph3704"/>
              <p:cNvSpPr/>
              <p:nvPr/>
            </p:nvSpPr>
            <p:spPr>
              <a:xfrm>
                <a:off x="1513074" y="28791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05" name="ph3705"/>
              <p:cNvSpPr/>
              <p:nvPr/>
            </p:nvSpPr>
            <p:spPr>
              <a:xfrm>
                <a:off x="1521781" y="28791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06" name="ph3706"/>
              <p:cNvSpPr/>
              <p:nvPr/>
            </p:nvSpPr>
            <p:spPr>
              <a:xfrm>
                <a:off x="2732079" y="28791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07" name="ph3707"/>
              <p:cNvSpPr/>
              <p:nvPr/>
            </p:nvSpPr>
            <p:spPr>
              <a:xfrm>
                <a:off x="2740786" y="28791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08" name="ph3708"/>
              <p:cNvSpPr/>
              <p:nvPr/>
            </p:nvSpPr>
            <p:spPr>
              <a:xfrm>
                <a:off x="2749493" y="28791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09" name="ph3709"/>
              <p:cNvSpPr/>
              <p:nvPr/>
            </p:nvSpPr>
            <p:spPr>
              <a:xfrm>
                <a:off x="2758200" y="28791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10" name="ph3710"/>
              <p:cNvSpPr/>
              <p:nvPr/>
            </p:nvSpPr>
            <p:spPr>
              <a:xfrm>
                <a:off x="2766907" y="28791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11" name="ph3711"/>
              <p:cNvSpPr/>
              <p:nvPr/>
            </p:nvSpPr>
            <p:spPr>
              <a:xfrm>
                <a:off x="2775614" y="28791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12" name="ph3712"/>
              <p:cNvSpPr/>
              <p:nvPr/>
            </p:nvSpPr>
            <p:spPr>
              <a:xfrm>
                <a:off x="2784322" y="28791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13" name="ph3713"/>
              <p:cNvSpPr/>
              <p:nvPr/>
            </p:nvSpPr>
            <p:spPr>
              <a:xfrm>
                <a:off x="2827858" y="28791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14" name="ph3714"/>
              <p:cNvSpPr/>
              <p:nvPr/>
            </p:nvSpPr>
            <p:spPr>
              <a:xfrm>
                <a:off x="2836565" y="28791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15" name="ph3715"/>
              <p:cNvSpPr/>
              <p:nvPr/>
            </p:nvSpPr>
            <p:spPr>
              <a:xfrm>
                <a:off x="2845272" y="28791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DA4">
                  <a:alpha val="100000"/>
                </a:srgbClr>
              </a:solidFill>
              <a:ln w="5420" cap="flat">
                <a:solidFill>
                  <a:srgbClr val="3A7D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16" name="ph3716"/>
              <p:cNvSpPr/>
              <p:nvPr/>
            </p:nvSpPr>
            <p:spPr>
              <a:xfrm>
                <a:off x="2853979" y="28791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17" name="ph3717"/>
              <p:cNvSpPr/>
              <p:nvPr/>
            </p:nvSpPr>
            <p:spPr>
              <a:xfrm>
                <a:off x="2862686" y="28791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18" name="ph3718"/>
              <p:cNvSpPr/>
              <p:nvPr/>
            </p:nvSpPr>
            <p:spPr>
              <a:xfrm>
                <a:off x="2871393" y="28791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19" name="ph3719"/>
              <p:cNvSpPr/>
              <p:nvPr/>
            </p:nvSpPr>
            <p:spPr>
              <a:xfrm>
                <a:off x="1486952" y="28898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20" name="ph3720"/>
              <p:cNvSpPr/>
              <p:nvPr/>
            </p:nvSpPr>
            <p:spPr>
              <a:xfrm>
                <a:off x="1495659" y="28898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21" name="ph3721"/>
              <p:cNvSpPr/>
              <p:nvPr/>
            </p:nvSpPr>
            <p:spPr>
              <a:xfrm>
                <a:off x="1504366" y="28898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22" name="ph3722"/>
              <p:cNvSpPr/>
              <p:nvPr/>
            </p:nvSpPr>
            <p:spPr>
              <a:xfrm>
                <a:off x="1513074" y="28898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23" name="ph3723"/>
              <p:cNvSpPr/>
              <p:nvPr/>
            </p:nvSpPr>
            <p:spPr>
              <a:xfrm>
                <a:off x="1521781" y="28898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24" name="ph3724"/>
              <p:cNvSpPr/>
              <p:nvPr/>
            </p:nvSpPr>
            <p:spPr>
              <a:xfrm>
                <a:off x="2749493" y="28898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25" name="ph3725"/>
              <p:cNvSpPr/>
              <p:nvPr/>
            </p:nvSpPr>
            <p:spPr>
              <a:xfrm>
                <a:off x="2758200" y="28898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26" name="ph3726"/>
              <p:cNvSpPr/>
              <p:nvPr/>
            </p:nvSpPr>
            <p:spPr>
              <a:xfrm>
                <a:off x="2766907" y="28898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27" name="ph3727"/>
              <p:cNvSpPr/>
              <p:nvPr/>
            </p:nvSpPr>
            <p:spPr>
              <a:xfrm>
                <a:off x="2775614" y="28898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28" name="ph3728"/>
              <p:cNvSpPr/>
              <p:nvPr/>
            </p:nvSpPr>
            <p:spPr>
              <a:xfrm>
                <a:off x="2784322" y="28898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29" name="ph3729"/>
              <p:cNvSpPr/>
              <p:nvPr/>
            </p:nvSpPr>
            <p:spPr>
              <a:xfrm>
                <a:off x="2827858" y="28898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30" name="ph3730"/>
              <p:cNvSpPr/>
              <p:nvPr/>
            </p:nvSpPr>
            <p:spPr>
              <a:xfrm>
                <a:off x="2836565" y="28898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31" name="ph3731"/>
              <p:cNvSpPr/>
              <p:nvPr/>
            </p:nvSpPr>
            <p:spPr>
              <a:xfrm>
                <a:off x="2845272" y="28898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DA4">
                  <a:alpha val="100000"/>
                </a:srgbClr>
              </a:solidFill>
              <a:ln w="5420" cap="flat">
                <a:solidFill>
                  <a:srgbClr val="3A7D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32" name="ph3732"/>
              <p:cNvSpPr/>
              <p:nvPr/>
            </p:nvSpPr>
            <p:spPr>
              <a:xfrm>
                <a:off x="2853979" y="28898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33" name="ph3733"/>
              <p:cNvSpPr/>
              <p:nvPr/>
            </p:nvSpPr>
            <p:spPr>
              <a:xfrm>
                <a:off x="2862686" y="28898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34" name="ph3734"/>
              <p:cNvSpPr/>
              <p:nvPr/>
            </p:nvSpPr>
            <p:spPr>
              <a:xfrm>
                <a:off x="1478245" y="29005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35" name="ph3735"/>
              <p:cNvSpPr/>
              <p:nvPr/>
            </p:nvSpPr>
            <p:spPr>
              <a:xfrm>
                <a:off x="1486952" y="29005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36" name="ph3736"/>
              <p:cNvSpPr/>
              <p:nvPr/>
            </p:nvSpPr>
            <p:spPr>
              <a:xfrm>
                <a:off x="1495659" y="29005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37" name="ph3737"/>
              <p:cNvSpPr/>
              <p:nvPr/>
            </p:nvSpPr>
            <p:spPr>
              <a:xfrm>
                <a:off x="1504366" y="29005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38" name="ph3738"/>
              <p:cNvSpPr/>
              <p:nvPr/>
            </p:nvSpPr>
            <p:spPr>
              <a:xfrm>
                <a:off x="1513074" y="29005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39" name="ph3739"/>
              <p:cNvSpPr/>
              <p:nvPr/>
            </p:nvSpPr>
            <p:spPr>
              <a:xfrm>
                <a:off x="2758200" y="29005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40" name="ph3740"/>
              <p:cNvSpPr/>
              <p:nvPr/>
            </p:nvSpPr>
            <p:spPr>
              <a:xfrm>
                <a:off x="2766907" y="29005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41" name="ph3741"/>
              <p:cNvSpPr/>
              <p:nvPr/>
            </p:nvSpPr>
            <p:spPr>
              <a:xfrm>
                <a:off x="2775614" y="29005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42" name="ph3742"/>
              <p:cNvSpPr/>
              <p:nvPr/>
            </p:nvSpPr>
            <p:spPr>
              <a:xfrm>
                <a:off x="2784322" y="29005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43" name="ph3743"/>
              <p:cNvSpPr/>
              <p:nvPr/>
            </p:nvSpPr>
            <p:spPr>
              <a:xfrm>
                <a:off x="2793029" y="29005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44" name="ph3744"/>
              <p:cNvSpPr/>
              <p:nvPr/>
            </p:nvSpPr>
            <p:spPr>
              <a:xfrm>
                <a:off x="2801736" y="29005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45" name="ph3745"/>
              <p:cNvSpPr/>
              <p:nvPr/>
            </p:nvSpPr>
            <p:spPr>
              <a:xfrm>
                <a:off x="2819150" y="29005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46" name="ph3746"/>
              <p:cNvSpPr/>
              <p:nvPr/>
            </p:nvSpPr>
            <p:spPr>
              <a:xfrm>
                <a:off x="2827858" y="29005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47" name="ph3747"/>
              <p:cNvSpPr/>
              <p:nvPr/>
            </p:nvSpPr>
            <p:spPr>
              <a:xfrm>
                <a:off x="2836565" y="29005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48" name="ph3748"/>
              <p:cNvSpPr/>
              <p:nvPr/>
            </p:nvSpPr>
            <p:spPr>
              <a:xfrm>
                <a:off x="2845272" y="29005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DA4">
                  <a:alpha val="100000"/>
                </a:srgbClr>
              </a:solidFill>
              <a:ln w="5420" cap="flat">
                <a:solidFill>
                  <a:srgbClr val="3A7D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49" name="ph3749"/>
              <p:cNvSpPr/>
              <p:nvPr/>
            </p:nvSpPr>
            <p:spPr>
              <a:xfrm>
                <a:off x="2853979" y="29005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50" name="ph3750"/>
              <p:cNvSpPr/>
              <p:nvPr/>
            </p:nvSpPr>
            <p:spPr>
              <a:xfrm>
                <a:off x="1469538" y="29112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6FA0">
                  <a:alpha val="100000"/>
                </a:srgbClr>
              </a:solidFill>
              <a:ln w="5420" cap="flat">
                <a:solidFill>
                  <a:srgbClr val="3B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51" name="ph3751"/>
              <p:cNvSpPr/>
              <p:nvPr/>
            </p:nvSpPr>
            <p:spPr>
              <a:xfrm>
                <a:off x="1478245" y="29112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52" name="ph3752"/>
              <p:cNvSpPr/>
              <p:nvPr/>
            </p:nvSpPr>
            <p:spPr>
              <a:xfrm>
                <a:off x="1486952" y="29112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53" name="ph3753"/>
              <p:cNvSpPr/>
              <p:nvPr/>
            </p:nvSpPr>
            <p:spPr>
              <a:xfrm>
                <a:off x="1495659" y="29112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54" name="ph3754"/>
              <p:cNvSpPr/>
              <p:nvPr/>
            </p:nvSpPr>
            <p:spPr>
              <a:xfrm>
                <a:off x="1504366" y="29112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6FA0">
                  <a:alpha val="100000"/>
                </a:srgbClr>
              </a:solidFill>
              <a:ln w="5420" cap="flat">
                <a:solidFill>
                  <a:srgbClr val="3B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55" name="ph3755"/>
              <p:cNvSpPr/>
              <p:nvPr/>
            </p:nvSpPr>
            <p:spPr>
              <a:xfrm>
                <a:off x="1513074" y="29112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6FA0">
                  <a:alpha val="100000"/>
                </a:srgbClr>
              </a:solidFill>
              <a:ln w="5420" cap="flat">
                <a:solidFill>
                  <a:srgbClr val="3B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56" name="ph3756"/>
              <p:cNvSpPr/>
              <p:nvPr/>
            </p:nvSpPr>
            <p:spPr>
              <a:xfrm>
                <a:off x="2758200" y="29112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57" name="ph3757"/>
              <p:cNvSpPr/>
              <p:nvPr/>
            </p:nvSpPr>
            <p:spPr>
              <a:xfrm>
                <a:off x="2766907" y="29112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58" name="ph3758"/>
              <p:cNvSpPr/>
              <p:nvPr/>
            </p:nvSpPr>
            <p:spPr>
              <a:xfrm>
                <a:off x="2775614" y="29112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59" name="ph3759"/>
              <p:cNvSpPr/>
              <p:nvPr/>
            </p:nvSpPr>
            <p:spPr>
              <a:xfrm>
                <a:off x="2784322" y="29112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60" name="ph3760"/>
              <p:cNvSpPr/>
              <p:nvPr/>
            </p:nvSpPr>
            <p:spPr>
              <a:xfrm>
                <a:off x="2793029" y="29112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61" name="ph3761"/>
              <p:cNvSpPr/>
              <p:nvPr/>
            </p:nvSpPr>
            <p:spPr>
              <a:xfrm>
                <a:off x="2801736" y="29112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62" name="ph3762"/>
              <p:cNvSpPr/>
              <p:nvPr/>
            </p:nvSpPr>
            <p:spPr>
              <a:xfrm>
                <a:off x="2810443" y="29112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63" name="ph3763"/>
              <p:cNvSpPr/>
              <p:nvPr/>
            </p:nvSpPr>
            <p:spPr>
              <a:xfrm>
                <a:off x="2819150" y="29112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64" name="ph3764"/>
              <p:cNvSpPr/>
              <p:nvPr/>
            </p:nvSpPr>
            <p:spPr>
              <a:xfrm>
                <a:off x="2827858" y="29112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65" name="ph3765"/>
              <p:cNvSpPr/>
              <p:nvPr/>
            </p:nvSpPr>
            <p:spPr>
              <a:xfrm>
                <a:off x="2836565" y="29112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DA4">
                  <a:alpha val="100000"/>
                </a:srgbClr>
              </a:solidFill>
              <a:ln w="5420" cap="flat">
                <a:solidFill>
                  <a:srgbClr val="3A7D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66" name="ph3766"/>
              <p:cNvSpPr/>
              <p:nvPr/>
            </p:nvSpPr>
            <p:spPr>
              <a:xfrm>
                <a:off x="2845272" y="29112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67" name="ph3767"/>
              <p:cNvSpPr/>
              <p:nvPr/>
            </p:nvSpPr>
            <p:spPr>
              <a:xfrm>
                <a:off x="2853979" y="29112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68" name="ph3768"/>
              <p:cNvSpPr/>
              <p:nvPr/>
            </p:nvSpPr>
            <p:spPr>
              <a:xfrm>
                <a:off x="1469538" y="29219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69" name="ph3769"/>
              <p:cNvSpPr/>
              <p:nvPr/>
            </p:nvSpPr>
            <p:spPr>
              <a:xfrm>
                <a:off x="1478245" y="29219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70" name="ph3770"/>
              <p:cNvSpPr/>
              <p:nvPr/>
            </p:nvSpPr>
            <p:spPr>
              <a:xfrm>
                <a:off x="1486952" y="29219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71" name="ph3771"/>
              <p:cNvSpPr/>
              <p:nvPr/>
            </p:nvSpPr>
            <p:spPr>
              <a:xfrm>
                <a:off x="1495659" y="29219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72" name="ph3772"/>
              <p:cNvSpPr/>
              <p:nvPr/>
            </p:nvSpPr>
            <p:spPr>
              <a:xfrm>
                <a:off x="1504366" y="29219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73" name="ph3773"/>
              <p:cNvSpPr/>
              <p:nvPr/>
            </p:nvSpPr>
            <p:spPr>
              <a:xfrm>
                <a:off x="2758200" y="29219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74" name="ph3774"/>
              <p:cNvSpPr/>
              <p:nvPr/>
            </p:nvSpPr>
            <p:spPr>
              <a:xfrm>
                <a:off x="2766907" y="29219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75" name="ph3775"/>
              <p:cNvSpPr/>
              <p:nvPr/>
            </p:nvSpPr>
            <p:spPr>
              <a:xfrm>
                <a:off x="2775614" y="29219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76" name="ph3776"/>
              <p:cNvSpPr/>
              <p:nvPr/>
            </p:nvSpPr>
            <p:spPr>
              <a:xfrm>
                <a:off x="2784322" y="29219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77" name="ph3777"/>
              <p:cNvSpPr/>
              <p:nvPr/>
            </p:nvSpPr>
            <p:spPr>
              <a:xfrm>
                <a:off x="2793029" y="29219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78" name="ph3778"/>
              <p:cNvSpPr/>
              <p:nvPr/>
            </p:nvSpPr>
            <p:spPr>
              <a:xfrm>
                <a:off x="2801736" y="29219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79" name="ph3779"/>
              <p:cNvSpPr/>
              <p:nvPr/>
            </p:nvSpPr>
            <p:spPr>
              <a:xfrm>
                <a:off x="2810443" y="29219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80" name="ph3780"/>
              <p:cNvSpPr/>
              <p:nvPr/>
            </p:nvSpPr>
            <p:spPr>
              <a:xfrm>
                <a:off x="2819150" y="29219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81" name="ph3781"/>
              <p:cNvSpPr/>
              <p:nvPr/>
            </p:nvSpPr>
            <p:spPr>
              <a:xfrm>
                <a:off x="2827858" y="29219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82" name="ph3782"/>
              <p:cNvSpPr/>
              <p:nvPr/>
            </p:nvSpPr>
            <p:spPr>
              <a:xfrm>
                <a:off x="2836565" y="29219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DA4">
                  <a:alpha val="100000"/>
                </a:srgbClr>
              </a:solidFill>
              <a:ln w="5420" cap="flat">
                <a:solidFill>
                  <a:srgbClr val="3A7D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83" name="ph3783"/>
              <p:cNvSpPr/>
              <p:nvPr/>
            </p:nvSpPr>
            <p:spPr>
              <a:xfrm>
                <a:off x="2845272" y="29219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84" name="ph3784"/>
              <p:cNvSpPr/>
              <p:nvPr/>
            </p:nvSpPr>
            <p:spPr>
              <a:xfrm>
                <a:off x="2853979" y="2921984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85" name="ph3785"/>
              <p:cNvSpPr/>
              <p:nvPr/>
            </p:nvSpPr>
            <p:spPr>
              <a:xfrm>
                <a:off x="1469538" y="293268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86" name="ph3786"/>
              <p:cNvSpPr/>
              <p:nvPr/>
            </p:nvSpPr>
            <p:spPr>
              <a:xfrm>
                <a:off x="1478245" y="293268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87" name="ph3787"/>
              <p:cNvSpPr/>
              <p:nvPr/>
            </p:nvSpPr>
            <p:spPr>
              <a:xfrm>
                <a:off x="1486952" y="293268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88" name="ph3788"/>
              <p:cNvSpPr/>
              <p:nvPr/>
            </p:nvSpPr>
            <p:spPr>
              <a:xfrm>
                <a:off x="1495659" y="293268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89" name="ph3789"/>
              <p:cNvSpPr/>
              <p:nvPr/>
            </p:nvSpPr>
            <p:spPr>
              <a:xfrm>
                <a:off x="1504366" y="293268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90" name="ph3790"/>
              <p:cNvSpPr/>
              <p:nvPr/>
            </p:nvSpPr>
            <p:spPr>
              <a:xfrm>
                <a:off x="2758200" y="293268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91" name="ph3791"/>
              <p:cNvSpPr/>
              <p:nvPr/>
            </p:nvSpPr>
            <p:spPr>
              <a:xfrm>
                <a:off x="2766907" y="293268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92" name="ph3792"/>
              <p:cNvSpPr/>
              <p:nvPr/>
            </p:nvSpPr>
            <p:spPr>
              <a:xfrm>
                <a:off x="2775614" y="293268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93" name="ph3793"/>
              <p:cNvSpPr/>
              <p:nvPr/>
            </p:nvSpPr>
            <p:spPr>
              <a:xfrm>
                <a:off x="2784322" y="293268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94" name="ph3794"/>
              <p:cNvSpPr/>
              <p:nvPr/>
            </p:nvSpPr>
            <p:spPr>
              <a:xfrm>
                <a:off x="2793029" y="293268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95" name="ph3795"/>
              <p:cNvSpPr/>
              <p:nvPr/>
            </p:nvSpPr>
            <p:spPr>
              <a:xfrm>
                <a:off x="2801736" y="293268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96" name="ph3796"/>
              <p:cNvSpPr/>
              <p:nvPr/>
            </p:nvSpPr>
            <p:spPr>
              <a:xfrm>
                <a:off x="2810443" y="293268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97" name="ph3797"/>
              <p:cNvSpPr/>
              <p:nvPr/>
            </p:nvSpPr>
            <p:spPr>
              <a:xfrm>
                <a:off x="2819150" y="293268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98" name="ph3798"/>
              <p:cNvSpPr/>
              <p:nvPr/>
            </p:nvSpPr>
            <p:spPr>
              <a:xfrm>
                <a:off x="2827858" y="293268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799" name="ph3799"/>
              <p:cNvSpPr/>
              <p:nvPr/>
            </p:nvSpPr>
            <p:spPr>
              <a:xfrm>
                <a:off x="2836565" y="293268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00" name="ph3800"/>
              <p:cNvSpPr/>
              <p:nvPr/>
            </p:nvSpPr>
            <p:spPr>
              <a:xfrm>
                <a:off x="2845272" y="293268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01" name="ph3801"/>
              <p:cNvSpPr/>
              <p:nvPr/>
            </p:nvSpPr>
            <p:spPr>
              <a:xfrm>
                <a:off x="1460830" y="294338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0A1">
                  <a:alpha val="100000"/>
                </a:srgbClr>
              </a:solidFill>
              <a:ln w="5420" cap="flat">
                <a:solidFill>
                  <a:srgbClr val="3B70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02" name="ph3802"/>
              <p:cNvSpPr/>
              <p:nvPr/>
            </p:nvSpPr>
            <p:spPr>
              <a:xfrm>
                <a:off x="1469538" y="294338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0A1">
                  <a:alpha val="100000"/>
                </a:srgbClr>
              </a:solidFill>
              <a:ln w="5420" cap="flat">
                <a:solidFill>
                  <a:srgbClr val="3B70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03" name="ph3803"/>
              <p:cNvSpPr/>
              <p:nvPr/>
            </p:nvSpPr>
            <p:spPr>
              <a:xfrm>
                <a:off x="1478245" y="294338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B70A1">
                  <a:alpha val="100000"/>
                </a:srgbClr>
              </a:solidFill>
              <a:ln w="5420" cap="flat">
                <a:solidFill>
                  <a:srgbClr val="3B70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04" name="ph3804"/>
              <p:cNvSpPr/>
              <p:nvPr/>
            </p:nvSpPr>
            <p:spPr>
              <a:xfrm>
                <a:off x="1486952" y="294338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0A1">
                  <a:alpha val="100000"/>
                </a:srgbClr>
              </a:solidFill>
              <a:ln w="5420" cap="flat">
                <a:solidFill>
                  <a:srgbClr val="3B70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05" name="ph3805"/>
              <p:cNvSpPr/>
              <p:nvPr/>
            </p:nvSpPr>
            <p:spPr>
              <a:xfrm>
                <a:off x="1495659" y="294338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0A1">
                  <a:alpha val="100000"/>
                </a:srgbClr>
              </a:solidFill>
              <a:ln w="5420" cap="flat">
                <a:solidFill>
                  <a:srgbClr val="3B70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06" name="ph3806"/>
              <p:cNvSpPr/>
              <p:nvPr/>
            </p:nvSpPr>
            <p:spPr>
              <a:xfrm>
                <a:off x="2766907" y="294338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07" name="ph3807"/>
              <p:cNvSpPr/>
              <p:nvPr/>
            </p:nvSpPr>
            <p:spPr>
              <a:xfrm>
                <a:off x="2775614" y="294338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08" name="ph3808"/>
              <p:cNvSpPr/>
              <p:nvPr/>
            </p:nvSpPr>
            <p:spPr>
              <a:xfrm>
                <a:off x="2784322" y="294338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09" name="ph3809"/>
              <p:cNvSpPr/>
              <p:nvPr/>
            </p:nvSpPr>
            <p:spPr>
              <a:xfrm>
                <a:off x="2793029" y="294338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10" name="ph3810"/>
              <p:cNvSpPr/>
              <p:nvPr/>
            </p:nvSpPr>
            <p:spPr>
              <a:xfrm>
                <a:off x="2801736" y="294338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11" name="ph3811"/>
              <p:cNvSpPr/>
              <p:nvPr/>
            </p:nvSpPr>
            <p:spPr>
              <a:xfrm>
                <a:off x="2810443" y="294338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12" name="ph3812"/>
              <p:cNvSpPr/>
              <p:nvPr/>
            </p:nvSpPr>
            <p:spPr>
              <a:xfrm>
                <a:off x="2819150" y="294338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13" name="ph3813"/>
              <p:cNvSpPr/>
              <p:nvPr/>
            </p:nvSpPr>
            <p:spPr>
              <a:xfrm>
                <a:off x="2827858" y="294338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DA4">
                  <a:alpha val="100000"/>
                </a:srgbClr>
              </a:solidFill>
              <a:ln w="5420" cap="flat">
                <a:solidFill>
                  <a:srgbClr val="3A7D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14" name="ph3814"/>
              <p:cNvSpPr/>
              <p:nvPr/>
            </p:nvSpPr>
            <p:spPr>
              <a:xfrm>
                <a:off x="2836565" y="294338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15" name="ph3815"/>
              <p:cNvSpPr/>
              <p:nvPr/>
            </p:nvSpPr>
            <p:spPr>
              <a:xfrm>
                <a:off x="1460830" y="295408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0A1">
                  <a:alpha val="100000"/>
                </a:srgbClr>
              </a:solidFill>
              <a:ln w="5420" cap="flat">
                <a:solidFill>
                  <a:srgbClr val="3B70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16" name="ph3816"/>
              <p:cNvSpPr/>
              <p:nvPr/>
            </p:nvSpPr>
            <p:spPr>
              <a:xfrm>
                <a:off x="1469538" y="295408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0A1">
                  <a:alpha val="100000"/>
                </a:srgbClr>
              </a:solidFill>
              <a:ln w="5420" cap="flat">
                <a:solidFill>
                  <a:srgbClr val="3B70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17" name="ph3817"/>
              <p:cNvSpPr/>
              <p:nvPr/>
            </p:nvSpPr>
            <p:spPr>
              <a:xfrm>
                <a:off x="1478245" y="295408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B70A1">
                  <a:alpha val="100000"/>
                </a:srgbClr>
              </a:solidFill>
              <a:ln w="5420" cap="flat">
                <a:solidFill>
                  <a:srgbClr val="3B70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18" name="ph3818"/>
              <p:cNvSpPr/>
              <p:nvPr/>
            </p:nvSpPr>
            <p:spPr>
              <a:xfrm>
                <a:off x="1486952" y="295408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0A1">
                  <a:alpha val="100000"/>
                </a:srgbClr>
              </a:solidFill>
              <a:ln w="5420" cap="flat">
                <a:solidFill>
                  <a:srgbClr val="3B70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19" name="ph3819"/>
              <p:cNvSpPr/>
              <p:nvPr/>
            </p:nvSpPr>
            <p:spPr>
              <a:xfrm>
                <a:off x="1495659" y="295408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0A1">
                  <a:alpha val="100000"/>
                </a:srgbClr>
              </a:solidFill>
              <a:ln w="5420" cap="flat">
                <a:solidFill>
                  <a:srgbClr val="3B70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20" name="ph3820"/>
              <p:cNvSpPr/>
              <p:nvPr/>
            </p:nvSpPr>
            <p:spPr>
              <a:xfrm>
                <a:off x="2775614" y="295408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21" name="ph3821"/>
              <p:cNvSpPr/>
              <p:nvPr/>
            </p:nvSpPr>
            <p:spPr>
              <a:xfrm>
                <a:off x="2784322" y="295408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22" name="ph3822"/>
              <p:cNvSpPr/>
              <p:nvPr/>
            </p:nvSpPr>
            <p:spPr>
              <a:xfrm>
                <a:off x="2793029" y="295408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23" name="ph3823"/>
              <p:cNvSpPr/>
              <p:nvPr/>
            </p:nvSpPr>
            <p:spPr>
              <a:xfrm>
                <a:off x="2801736" y="295408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24" name="ph3824"/>
              <p:cNvSpPr/>
              <p:nvPr/>
            </p:nvSpPr>
            <p:spPr>
              <a:xfrm>
                <a:off x="2810443" y="295408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25" name="ph3825"/>
              <p:cNvSpPr/>
              <p:nvPr/>
            </p:nvSpPr>
            <p:spPr>
              <a:xfrm>
                <a:off x="1460830" y="296478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26" name="ph3826"/>
              <p:cNvSpPr/>
              <p:nvPr/>
            </p:nvSpPr>
            <p:spPr>
              <a:xfrm>
                <a:off x="1469538" y="296478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27" name="ph3827"/>
              <p:cNvSpPr/>
              <p:nvPr/>
            </p:nvSpPr>
            <p:spPr>
              <a:xfrm>
                <a:off x="1478245" y="296478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B70A1">
                  <a:alpha val="100000"/>
                </a:srgbClr>
              </a:solidFill>
              <a:ln w="5420" cap="flat">
                <a:solidFill>
                  <a:srgbClr val="3B70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28" name="ph3828"/>
              <p:cNvSpPr/>
              <p:nvPr/>
            </p:nvSpPr>
            <p:spPr>
              <a:xfrm>
                <a:off x="1486952" y="296478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0A1">
                  <a:alpha val="100000"/>
                </a:srgbClr>
              </a:solidFill>
              <a:ln w="5420" cap="flat">
                <a:solidFill>
                  <a:srgbClr val="3B70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29" name="ph3829"/>
              <p:cNvSpPr/>
              <p:nvPr/>
            </p:nvSpPr>
            <p:spPr>
              <a:xfrm>
                <a:off x="1495659" y="296478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0A1">
                  <a:alpha val="100000"/>
                </a:srgbClr>
              </a:solidFill>
              <a:ln w="5420" cap="flat">
                <a:solidFill>
                  <a:srgbClr val="3B70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30" name="ph3830"/>
              <p:cNvSpPr/>
              <p:nvPr/>
            </p:nvSpPr>
            <p:spPr>
              <a:xfrm>
                <a:off x="1460830" y="297548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31" name="ph3831"/>
              <p:cNvSpPr/>
              <p:nvPr/>
            </p:nvSpPr>
            <p:spPr>
              <a:xfrm>
                <a:off x="1469538" y="297548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32" name="ph3832"/>
              <p:cNvSpPr/>
              <p:nvPr/>
            </p:nvSpPr>
            <p:spPr>
              <a:xfrm>
                <a:off x="1478245" y="297548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33" name="ph3833"/>
              <p:cNvSpPr/>
              <p:nvPr/>
            </p:nvSpPr>
            <p:spPr>
              <a:xfrm>
                <a:off x="1486952" y="297548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34" name="ph3834"/>
              <p:cNvSpPr/>
              <p:nvPr/>
            </p:nvSpPr>
            <p:spPr>
              <a:xfrm>
                <a:off x="1452123" y="298618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35" name="ph3835"/>
              <p:cNvSpPr/>
              <p:nvPr/>
            </p:nvSpPr>
            <p:spPr>
              <a:xfrm>
                <a:off x="1460830" y="298618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36" name="ph3836"/>
              <p:cNvSpPr/>
              <p:nvPr/>
            </p:nvSpPr>
            <p:spPr>
              <a:xfrm>
                <a:off x="1469538" y="298618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37" name="ph3837"/>
              <p:cNvSpPr/>
              <p:nvPr/>
            </p:nvSpPr>
            <p:spPr>
              <a:xfrm>
                <a:off x="1478245" y="298618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38" name="ph3838"/>
              <p:cNvSpPr/>
              <p:nvPr/>
            </p:nvSpPr>
            <p:spPr>
              <a:xfrm>
                <a:off x="1486952" y="298618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39" name="ph3839"/>
              <p:cNvSpPr/>
              <p:nvPr/>
            </p:nvSpPr>
            <p:spPr>
              <a:xfrm>
                <a:off x="1452123" y="299688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40" name="ph3840"/>
              <p:cNvSpPr/>
              <p:nvPr/>
            </p:nvSpPr>
            <p:spPr>
              <a:xfrm>
                <a:off x="1460830" y="299688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41" name="ph3841"/>
              <p:cNvSpPr/>
              <p:nvPr/>
            </p:nvSpPr>
            <p:spPr>
              <a:xfrm>
                <a:off x="1469538" y="299688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42" name="ph3842"/>
              <p:cNvSpPr/>
              <p:nvPr/>
            </p:nvSpPr>
            <p:spPr>
              <a:xfrm>
                <a:off x="1478245" y="299688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43" name="ph3843"/>
              <p:cNvSpPr/>
              <p:nvPr/>
            </p:nvSpPr>
            <p:spPr>
              <a:xfrm>
                <a:off x="1486952" y="2996883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44" name="ph3844"/>
              <p:cNvSpPr/>
              <p:nvPr/>
            </p:nvSpPr>
            <p:spPr>
              <a:xfrm>
                <a:off x="1452123" y="300758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45" name="ph3845"/>
              <p:cNvSpPr/>
              <p:nvPr/>
            </p:nvSpPr>
            <p:spPr>
              <a:xfrm>
                <a:off x="1460830" y="300758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46" name="ph3846"/>
              <p:cNvSpPr/>
              <p:nvPr/>
            </p:nvSpPr>
            <p:spPr>
              <a:xfrm>
                <a:off x="1469538" y="300758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47" name="ph3847"/>
              <p:cNvSpPr/>
              <p:nvPr/>
            </p:nvSpPr>
            <p:spPr>
              <a:xfrm>
                <a:off x="1478245" y="300758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48" name="ph3848"/>
              <p:cNvSpPr/>
              <p:nvPr/>
            </p:nvSpPr>
            <p:spPr>
              <a:xfrm>
                <a:off x="1486952" y="300758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49" name="ph3849"/>
              <p:cNvSpPr/>
              <p:nvPr/>
            </p:nvSpPr>
            <p:spPr>
              <a:xfrm>
                <a:off x="1452123" y="301828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50" name="ph3850"/>
              <p:cNvSpPr/>
              <p:nvPr/>
            </p:nvSpPr>
            <p:spPr>
              <a:xfrm>
                <a:off x="1460830" y="301828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51" name="ph3851"/>
              <p:cNvSpPr/>
              <p:nvPr/>
            </p:nvSpPr>
            <p:spPr>
              <a:xfrm>
                <a:off x="1469538" y="301828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52" name="ph3852"/>
              <p:cNvSpPr/>
              <p:nvPr/>
            </p:nvSpPr>
            <p:spPr>
              <a:xfrm>
                <a:off x="1478245" y="301828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53" name="ph3853"/>
              <p:cNvSpPr/>
              <p:nvPr/>
            </p:nvSpPr>
            <p:spPr>
              <a:xfrm>
                <a:off x="1452123" y="302898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54" name="ph3854"/>
              <p:cNvSpPr/>
              <p:nvPr/>
            </p:nvSpPr>
            <p:spPr>
              <a:xfrm>
                <a:off x="1460830" y="302898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55" name="ph3855"/>
              <p:cNvSpPr/>
              <p:nvPr/>
            </p:nvSpPr>
            <p:spPr>
              <a:xfrm>
                <a:off x="1469538" y="302898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56" name="ph3856"/>
              <p:cNvSpPr/>
              <p:nvPr/>
            </p:nvSpPr>
            <p:spPr>
              <a:xfrm>
                <a:off x="1478245" y="302898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57" name="ph3857"/>
              <p:cNvSpPr/>
              <p:nvPr/>
            </p:nvSpPr>
            <p:spPr>
              <a:xfrm>
                <a:off x="1452123" y="303968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58" name="ph3858"/>
              <p:cNvSpPr/>
              <p:nvPr/>
            </p:nvSpPr>
            <p:spPr>
              <a:xfrm>
                <a:off x="1460830" y="303968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59" name="ph3859"/>
              <p:cNvSpPr/>
              <p:nvPr/>
            </p:nvSpPr>
            <p:spPr>
              <a:xfrm>
                <a:off x="1469538" y="303968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60" name="ph3860"/>
              <p:cNvSpPr/>
              <p:nvPr/>
            </p:nvSpPr>
            <p:spPr>
              <a:xfrm>
                <a:off x="1478245" y="303968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61" name="ph3861"/>
              <p:cNvSpPr/>
              <p:nvPr/>
            </p:nvSpPr>
            <p:spPr>
              <a:xfrm>
                <a:off x="1452123" y="305038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62" name="ph3862"/>
              <p:cNvSpPr/>
              <p:nvPr/>
            </p:nvSpPr>
            <p:spPr>
              <a:xfrm>
                <a:off x="1460830" y="305038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63" name="ph3863"/>
              <p:cNvSpPr/>
              <p:nvPr/>
            </p:nvSpPr>
            <p:spPr>
              <a:xfrm>
                <a:off x="1469538" y="305038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64" name="ph3864"/>
              <p:cNvSpPr/>
              <p:nvPr/>
            </p:nvSpPr>
            <p:spPr>
              <a:xfrm>
                <a:off x="1478245" y="305038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399"/>
                    </a:moveTo>
                    <a:lnTo>
                      <a:pt x="923107" y="914399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65" name="ph3865"/>
              <p:cNvSpPr/>
              <p:nvPr/>
            </p:nvSpPr>
            <p:spPr>
              <a:xfrm>
                <a:off x="1452123" y="306108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399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399" y="925099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66" name="ph3866"/>
              <p:cNvSpPr/>
              <p:nvPr/>
            </p:nvSpPr>
            <p:spPr>
              <a:xfrm>
                <a:off x="1460830" y="306108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67" name="ph3867"/>
              <p:cNvSpPr/>
              <p:nvPr/>
            </p:nvSpPr>
            <p:spPr>
              <a:xfrm>
                <a:off x="1469538" y="3061082"/>
                <a:ext cx="923107" cy="925099"/>
              </a:xfrm>
              <a:custGeom>
                <a:avLst/>
                <a:gdLst/>
                <a:ahLst/>
                <a:cxnLst/>
                <a:rect l="0" t="0" r="0" b="0"/>
                <a:pathLst>
                  <a:path w="923107" h="925099">
                    <a:moveTo>
                      <a:pt x="914400" y="914400"/>
                    </a:moveTo>
                    <a:lnTo>
                      <a:pt x="923107" y="914400"/>
                    </a:lnTo>
                    <a:lnTo>
                      <a:pt x="923107" y="925099"/>
                    </a:lnTo>
                    <a:lnTo>
                      <a:pt x="914400" y="925099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68" name="ph3868"/>
              <p:cNvSpPr/>
              <p:nvPr/>
            </p:nvSpPr>
            <p:spPr>
              <a:xfrm>
                <a:off x="2042530" y="1005441"/>
                <a:ext cx="2772571" cy="2848000"/>
              </a:xfrm>
              <a:custGeom>
                <a:avLst/>
                <a:gdLst/>
                <a:ahLst/>
                <a:cxnLst/>
                <a:rect l="0" t="0" r="0" b="0"/>
                <a:pathLst>
                  <a:path w="2772571" h="2848000">
                    <a:moveTo>
                      <a:pt x="2164714" y="914400"/>
                    </a:moveTo>
                    <a:lnTo>
                      <a:pt x="2183154" y="914371"/>
                    </a:lnTo>
                    <a:lnTo>
                      <a:pt x="2216104" y="914323"/>
                    </a:lnTo>
                    <a:lnTo>
                      <a:pt x="2249055" y="914276"/>
                    </a:lnTo>
                    <a:lnTo>
                      <a:pt x="2282006" y="914233"/>
                    </a:lnTo>
                    <a:lnTo>
                      <a:pt x="2314957" y="914186"/>
                    </a:lnTo>
                    <a:lnTo>
                      <a:pt x="2347911" y="914138"/>
                    </a:lnTo>
                    <a:lnTo>
                      <a:pt x="2380862" y="914091"/>
                    </a:lnTo>
                    <a:lnTo>
                      <a:pt x="2413813" y="914043"/>
                    </a:lnTo>
                    <a:lnTo>
                      <a:pt x="2421612" y="895284"/>
                    </a:lnTo>
                    <a:lnTo>
                      <a:pt x="2428877" y="886551"/>
                    </a:lnTo>
                    <a:lnTo>
                      <a:pt x="2438829" y="889445"/>
                    </a:lnTo>
                    <a:lnTo>
                      <a:pt x="2444130" y="889203"/>
                    </a:lnTo>
                    <a:lnTo>
                      <a:pt x="2450023" y="884698"/>
                    </a:lnTo>
                    <a:lnTo>
                      <a:pt x="2454802" y="881961"/>
                    </a:lnTo>
                    <a:lnTo>
                      <a:pt x="2457949" y="882365"/>
                    </a:lnTo>
                    <a:lnTo>
                      <a:pt x="2460637" y="886490"/>
                    </a:lnTo>
                    <a:lnTo>
                      <a:pt x="2462872" y="889241"/>
                    </a:lnTo>
                    <a:lnTo>
                      <a:pt x="2465481" y="888438"/>
                    </a:lnTo>
                    <a:lnTo>
                      <a:pt x="2467716" y="884546"/>
                    </a:lnTo>
                    <a:lnTo>
                      <a:pt x="2467639" y="879149"/>
                    </a:lnTo>
                    <a:lnTo>
                      <a:pt x="2470697" y="875390"/>
                    </a:lnTo>
                    <a:lnTo>
                      <a:pt x="2474328" y="874815"/>
                    </a:lnTo>
                    <a:lnTo>
                      <a:pt x="2477684" y="874934"/>
                    </a:lnTo>
                    <a:lnTo>
                      <a:pt x="2479358" y="873100"/>
                    </a:lnTo>
                    <a:lnTo>
                      <a:pt x="2479173" y="870468"/>
                    </a:lnTo>
                    <a:lnTo>
                      <a:pt x="2477963" y="866229"/>
                    </a:lnTo>
                    <a:lnTo>
                      <a:pt x="2478373" y="861126"/>
                    </a:lnTo>
                    <a:lnTo>
                      <a:pt x="2486755" y="852113"/>
                    </a:lnTo>
                    <a:lnTo>
                      <a:pt x="2497032" y="845998"/>
                    </a:lnTo>
                    <a:lnTo>
                      <a:pt x="2500636" y="842943"/>
                    </a:lnTo>
                    <a:lnTo>
                      <a:pt x="2501684" y="836747"/>
                    </a:lnTo>
                    <a:lnTo>
                      <a:pt x="2507577" y="830309"/>
                    </a:lnTo>
                    <a:lnTo>
                      <a:pt x="2510523" y="826607"/>
                    </a:lnTo>
                    <a:lnTo>
                      <a:pt x="2511242" y="823391"/>
                    </a:lnTo>
                    <a:lnTo>
                      <a:pt x="2509715" y="819433"/>
                    </a:lnTo>
                    <a:lnTo>
                      <a:pt x="2509869" y="811887"/>
                    </a:lnTo>
                    <a:lnTo>
                      <a:pt x="2511895" y="802874"/>
                    </a:lnTo>
                    <a:lnTo>
                      <a:pt x="2514320" y="793057"/>
                    </a:lnTo>
                    <a:lnTo>
                      <a:pt x="2519752" y="784206"/>
                    </a:lnTo>
                    <a:lnTo>
                      <a:pt x="2528661" y="774551"/>
                    </a:lnTo>
                    <a:lnTo>
                      <a:pt x="2530954" y="761864"/>
                    </a:lnTo>
                    <a:lnTo>
                      <a:pt x="2533370" y="748484"/>
                    </a:lnTo>
                    <a:lnTo>
                      <a:pt x="2544139" y="735446"/>
                    </a:lnTo>
                    <a:lnTo>
                      <a:pt x="2556349" y="720660"/>
                    </a:lnTo>
                    <a:lnTo>
                      <a:pt x="2560779" y="715295"/>
                    </a:lnTo>
                    <a:lnTo>
                      <a:pt x="2707725" y="715295"/>
                    </a:lnTo>
                    <a:lnTo>
                      <a:pt x="2707968" y="726414"/>
                    </a:lnTo>
                    <a:lnTo>
                      <a:pt x="2708165" y="741580"/>
                    </a:lnTo>
                    <a:lnTo>
                      <a:pt x="2708374" y="757564"/>
                    </a:lnTo>
                    <a:lnTo>
                      <a:pt x="2708525" y="768972"/>
                    </a:lnTo>
                    <a:lnTo>
                      <a:pt x="2708784" y="784638"/>
                    </a:lnTo>
                    <a:lnTo>
                      <a:pt x="2708989" y="797101"/>
                    </a:lnTo>
                    <a:lnTo>
                      <a:pt x="2709263" y="813370"/>
                    </a:lnTo>
                    <a:lnTo>
                      <a:pt x="2709407" y="822065"/>
                    </a:lnTo>
                    <a:lnTo>
                      <a:pt x="2710802" y="824574"/>
                    </a:lnTo>
                    <a:lnTo>
                      <a:pt x="2709963" y="827999"/>
                    </a:lnTo>
                    <a:lnTo>
                      <a:pt x="2709596" y="829715"/>
                    </a:lnTo>
                    <a:lnTo>
                      <a:pt x="2709685" y="831078"/>
                    </a:lnTo>
                    <a:lnTo>
                      <a:pt x="2710242" y="832794"/>
                    </a:lnTo>
                    <a:lnTo>
                      <a:pt x="2710149" y="835193"/>
                    </a:lnTo>
                    <a:lnTo>
                      <a:pt x="2708850" y="837365"/>
                    </a:lnTo>
                    <a:lnTo>
                      <a:pt x="2708200" y="839873"/>
                    </a:lnTo>
                    <a:lnTo>
                      <a:pt x="2708015" y="843983"/>
                    </a:lnTo>
                    <a:lnTo>
                      <a:pt x="2709407" y="846497"/>
                    </a:lnTo>
                    <a:lnTo>
                      <a:pt x="2711730" y="847979"/>
                    </a:lnTo>
                    <a:lnTo>
                      <a:pt x="2713683" y="847979"/>
                    </a:lnTo>
                    <a:lnTo>
                      <a:pt x="2716192" y="849466"/>
                    </a:lnTo>
                    <a:lnTo>
                      <a:pt x="2719444" y="852094"/>
                    </a:lnTo>
                    <a:lnTo>
                      <a:pt x="2724366" y="854375"/>
                    </a:lnTo>
                    <a:lnTo>
                      <a:pt x="2729478" y="855173"/>
                    </a:lnTo>
                    <a:lnTo>
                      <a:pt x="2733008" y="854603"/>
                    </a:lnTo>
                    <a:lnTo>
                      <a:pt x="2737281" y="856090"/>
                    </a:lnTo>
                    <a:lnTo>
                      <a:pt x="2738769" y="859744"/>
                    </a:lnTo>
                    <a:lnTo>
                      <a:pt x="2737934" y="863165"/>
                    </a:lnTo>
                    <a:lnTo>
                      <a:pt x="2735517" y="864766"/>
                    </a:lnTo>
                    <a:lnTo>
                      <a:pt x="2732915" y="866025"/>
                    </a:lnTo>
                    <a:lnTo>
                      <a:pt x="2732451" y="868648"/>
                    </a:lnTo>
                    <a:lnTo>
                      <a:pt x="2733750" y="871390"/>
                    </a:lnTo>
                    <a:lnTo>
                      <a:pt x="2735610" y="873789"/>
                    </a:lnTo>
                    <a:lnTo>
                      <a:pt x="2737656" y="878004"/>
                    </a:lnTo>
                    <a:lnTo>
                      <a:pt x="2736817" y="881657"/>
                    </a:lnTo>
                    <a:lnTo>
                      <a:pt x="2734961" y="884741"/>
                    </a:lnTo>
                    <a:lnTo>
                      <a:pt x="2734122" y="887934"/>
                    </a:lnTo>
                    <a:lnTo>
                      <a:pt x="2735703" y="890680"/>
                    </a:lnTo>
                    <a:lnTo>
                      <a:pt x="2739883" y="894329"/>
                    </a:lnTo>
                    <a:lnTo>
                      <a:pt x="2742485" y="897869"/>
                    </a:lnTo>
                    <a:lnTo>
                      <a:pt x="2746576" y="899813"/>
                    </a:lnTo>
                    <a:lnTo>
                      <a:pt x="2748524" y="898439"/>
                    </a:lnTo>
                    <a:lnTo>
                      <a:pt x="2750106" y="896610"/>
                    </a:lnTo>
                    <a:lnTo>
                      <a:pt x="2751776" y="895242"/>
                    </a:lnTo>
                    <a:lnTo>
                      <a:pt x="2754657" y="896045"/>
                    </a:lnTo>
                    <a:lnTo>
                      <a:pt x="2758001" y="897071"/>
                    </a:lnTo>
                    <a:lnTo>
                      <a:pt x="2761655" y="898292"/>
                    </a:lnTo>
                    <a:lnTo>
                      <a:pt x="2761218" y="901252"/>
                    </a:lnTo>
                    <a:lnTo>
                      <a:pt x="2763445" y="906241"/>
                    </a:lnTo>
                    <a:lnTo>
                      <a:pt x="2765170" y="915834"/>
                    </a:lnTo>
                    <a:lnTo>
                      <a:pt x="2762521" y="920191"/>
                    </a:lnTo>
                    <a:lnTo>
                      <a:pt x="2763090" y="925964"/>
                    </a:lnTo>
                    <a:lnTo>
                      <a:pt x="2770432" y="927646"/>
                    </a:lnTo>
                    <a:lnTo>
                      <a:pt x="2772219" y="929414"/>
                    </a:lnTo>
                    <a:lnTo>
                      <a:pt x="2772571" y="931547"/>
                    </a:lnTo>
                    <a:lnTo>
                      <a:pt x="2756397" y="946348"/>
                    </a:lnTo>
                    <a:lnTo>
                      <a:pt x="2742713" y="944277"/>
                    </a:lnTo>
                    <a:lnTo>
                      <a:pt x="2735289" y="948201"/>
                    </a:lnTo>
                    <a:lnTo>
                      <a:pt x="2727514" y="949346"/>
                    </a:lnTo>
                    <a:lnTo>
                      <a:pt x="2724103" y="955960"/>
                    </a:lnTo>
                    <a:lnTo>
                      <a:pt x="2719835" y="957362"/>
                    </a:lnTo>
                    <a:lnTo>
                      <a:pt x="2713988" y="956963"/>
                    </a:lnTo>
                    <a:lnTo>
                      <a:pt x="2708946" y="955096"/>
                    </a:lnTo>
                    <a:lnTo>
                      <a:pt x="2705099" y="956013"/>
                    </a:lnTo>
                    <a:lnTo>
                      <a:pt x="2699717" y="967948"/>
                    </a:lnTo>
                    <a:lnTo>
                      <a:pt x="2695309" y="966908"/>
                    </a:lnTo>
                    <a:lnTo>
                      <a:pt x="2693554" y="971203"/>
                    </a:lnTo>
                    <a:lnTo>
                      <a:pt x="2691249" y="973080"/>
                    </a:lnTo>
                    <a:lnTo>
                      <a:pt x="2687870" y="974690"/>
                    </a:lnTo>
                    <a:lnTo>
                      <a:pt x="2684935" y="969388"/>
                    </a:lnTo>
                    <a:lnTo>
                      <a:pt x="2683068" y="964347"/>
                    </a:lnTo>
                    <a:lnTo>
                      <a:pt x="2680315" y="963239"/>
                    </a:lnTo>
                    <a:lnTo>
                      <a:pt x="2676657" y="961952"/>
                    </a:lnTo>
                    <a:lnTo>
                      <a:pt x="2672895" y="961995"/>
                    </a:lnTo>
                    <a:lnTo>
                      <a:pt x="2670385" y="962717"/>
                    </a:lnTo>
                    <a:lnTo>
                      <a:pt x="2667273" y="965976"/>
                    </a:lnTo>
                    <a:lnTo>
                      <a:pt x="2662761" y="968775"/>
                    </a:lnTo>
                    <a:lnTo>
                      <a:pt x="2659346" y="966442"/>
                    </a:lnTo>
                    <a:lnTo>
                      <a:pt x="2656675" y="962693"/>
                    </a:lnTo>
                    <a:lnTo>
                      <a:pt x="2654389" y="968723"/>
                    </a:lnTo>
                    <a:lnTo>
                      <a:pt x="2651064" y="975090"/>
                    </a:lnTo>
                    <a:lnTo>
                      <a:pt x="2651617" y="982516"/>
                    </a:lnTo>
                    <a:lnTo>
                      <a:pt x="2650186" y="986921"/>
                    </a:lnTo>
                    <a:lnTo>
                      <a:pt x="2647031" y="985733"/>
                    </a:lnTo>
                    <a:lnTo>
                      <a:pt x="2643892" y="981870"/>
                    </a:lnTo>
                    <a:lnTo>
                      <a:pt x="2635080" y="978781"/>
                    </a:lnTo>
                    <a:lnTo>
                      <a:pt x="2628062" y="979066"/>
                    </a:lnTo>
                    <a:lnTo>
                      <a:pt x="2629489" y="974942"/>
                    </a:lnTo>
                    <a:lnTo>
                      <a:pt x="2636124" y="969022"/>
                    </a:lnTo>
                    <a:lnTo>
                      <a:pt x="2634082" y="967863"/>
                    </a:lnTo>
                    <a:lnTo>
                      <a:pt x="2630827" y="968685"/>
                    </a:lnTo>
                    <a:lnTo>
                      <a:pt x="2629408" y="967863"/>
                    </a:lnTo>
                    <a:lnTo>
                      <a:pt x="2631735" y="962484"/>
                    </a:lnTo>
                    <a:lnTo>
                      <a:pt x="2631960" y="956549"/>
                    </a:lnTo>
                    <a:lnTo>
                      <a:pt x="2628990" y="958626"/>
                    </a:lnTo>
                    <a:lnTo>
                      <a:pt x="2625255" y="964888"/>
                    </a:lnTo>
                    <a:lnTo>
                      <a:pt x="2616219" y="969872"/>
                    </a:lnTo>
                    <a:lnTo>
                      <a:pt x="2616640" y="978216"/>
                    </a:lnTo>
                    <a:lnTo>
                      <a:pt x="2608134" y="995316"/>
                    </a:lnTo>
                    <a:lnTo>
                      <a:pt x="2607755" y="1002596"/>
                    </a:lnTo>
                    <a:lnTo>
                      <a:pt x="2602299" y="1008407"/>
                    </a:lnTo>
                    <a:lnTo>
                      <a:pt x="2595266" y="1013405"/>
                    </a:lnTo>
                    <a:lnTo>
                      <a:pt x="2585886" y="1011999"/>
                    </a:lnTo>
                    <a:lnTo>
                      <a:pt x="2578725" y="1016341"/>
                    </a:lnTo>
                    <a:lnTo>
                      <a:pt x="2575090" y="1021326"/>
                    </a:lnTo>
                    <a:lnTo>
                      <a:pt x="2571931" y="1022076"/>
                    </a:lnTo>
                    <a:lnTo>
                      <a:pt x="2570284" y="1015729"/>
                    </a:lnTo>
                    <a:lnTo>
                      <a:pt x="2569086" y="1013766"/>
                    </a:lnTo>
                    <a:lnTo>
                      <a:pt x="2566449" y="1023127"/>
                    </a:lnTo>
                    <a:lnTo>
                      <a:pt x="2563761" y="1023706"/>
                    </a:lnTo>
                    <a:lnTo>
                      <a:pt x="2562744" y="1017068"/>
                    </a:lnTo>
                    <a:lnTo>
                      <a:pt x="2561469" y="1012683"/>
                    </a:lnTo>
                    <a:lnTo>
                      <a:pt x="2557807" y="1016465"/>
                    </a:lnTo>
                    <a:lnTo>
                      <a:pt x="2555375" y="1026491"/>
                    </a:lnTo>
                    <a:lnTo>
                      <a:pt x="2552827" y="1025645"/>
                    </a:lnTo>
                    <a:lnTo>
                      <a:pt x="2552015" y="1021915"/>
                    </a:lnTo>
                    <a:lnTo>
                      <a:pt x="2550190" y="1020784"/>
                    </a:lnTo>
                    <a:lnTo>
                      <a:pt x="2549563" y="1025046"/>
                    </a:lnTo>
                    <a:lnTo>
                      <a:pt x="2550484" y="1031042"/>
                    </a:lnTo>
                    <a:lnTo>
                      <a:pt x="2549157" y="1034245"/>
                    </a:lnTo>
                    <a:lnTo>
                      <a:pt x="2546625" y="1032534"/>
                    </a:lnTo>
                    <a:lnTo>
                      <a:pt x="2544077" y="1029650"/>
                    </a:lnTo>
                    <a:lnTo>
                      <a:pt x="2539874" y="1031841"/>
                    </a:lnTo>
                    <a:lnTo>
                      <a:pt x="2536015" y="1032729"/>
                    </a:lnTo>
                    <a:lnTo>
                      <a:pt x="2536000" y="1029793"/>
                    </a:lnTo>
                    <a:lnTo>
                      <a:pt x="2536734" y="1026191"/>
                    </a:lnTo>
                    <a:lnTo>
                      <a:pt x="2529044" y="1028182"/>
                    </a:lnTo>
                    <a:lnTo>
                      <a:pt x="2519822" y="1034825"/>
                    </a:lnTo>
                    <a:lnTo>
                      <a:pt x="2512661" y="1044014"/>
                    </a:lnTo>
                    <a:lnTo>
                      <a:pt x="2515143" y="1045544"/>
                    </a:lnTo>
                    <a:lnTo>
                      <a:pt x="2517939" y="1048471"/>
                    </a:lnTo>
                    <a:lnTo>
                      <a:pt x="2505500" y="1062668"/>
                    </a:lnTo>
                    <a:lnTo>
                      <a:pt x="2492748" y="1075454"/>
                    </a:lnTo>
                    <a:lnTo>
                      <a:pt x="2483117" y="1096318"/>
                    </a:lnTo>
                    <a:lnTo>
                      <a:pt x="2479250" y="1098760"/>
                    </a:lnTo>
                    <a:lnTo>
                      <a:pt x="2475929" y="1102585"/>
                    </a:lnTo>
                    <a:lnTo>
                      <a:pt x="2472403" y="1115181"/>
                    </a:lnTo>
                    <a:lnTo>
                      <a:pt x="2468331" y="1126394"/>
                    </a:lnTo>
                    <a:lnTo>
                      <a:pt x="2470608" y="1131388"/>
                    </a:lnTo>
                    <a:lnTo>
                      <a:pt x="2472109" y="1136524"/>
                    </a:lnTo>
                    <a:lnTo>
                      <a:pt x="2475724" y="1141580"/>
                    </a:lnTo>
                    <a:lnTo>
                      <a:pt x="2478798" y="1142036"/>
                    </a:lnTo>
                    <a:lnTo>
                      <a:pt x="2482127" y="1141124"/>
                    </a:lnTo>
                    <a:lnTo>
                      <a:pt x="2484571" y="1141337"/>
                    </a:lnTo>
                    <a:lnTo>
                      <a:pt x="2486140" y="1143485"/>
                    </a:lnTo>
                    <a:lnTo>
                      <a:pt x="2485444" y="1146060"/>
                    </a:lnTo>
                    <a:lnTo>
                      <a:pt x="2481605" y="1146702"/>
                    </a:lnTo>
                    <a:lnTo>
                      <a:pt x="2474444" y="1151206"/>
                    </a:lnTo>
                    <a:lnTo>
                      <a:pt x="2468165" y="1152936"/>
                    </a:lnTo>
                    <a:lnTo>
                      <a:pt x="2465017" y="1158381"/>
                    </a:lnTo>
                    <a:lnTo>
                      <a:pt x="2460300" y="1164672"/>
                    </a:lnTo>
                    <a:lnTo>
                      <a:pt x="2451137" y="1174488"/>
                    </a:lnTo>
                    <a:lnTo>
                      <a:pt x="2455053" y="1177515"/>
                    </a:lnTo>
                    <a:lnTo>
                      <a:pt x="2469209" y="1180926"/>
                    </a:lnTo>
                    <a:lnTo>
                      <a:pt x="2475519" y="1184438"/>
                    </a:lnTo>
                    <a:lnTo>
                      <a:pt x="2485069" y="1202773"/>
                    </a:lnTo>
                    <a:lnTo>
                      <a:pt x="2482889" y="1204607"/>
                    </a:lnTo>
                    <a:lnTo>
                      <a:pt x="2482023" y="1207967"/>
                    </a:lnTo>
                    <a:lnTo>
                      <a:pt x="2490513" y="1212680"/>
                    </a:lnTo>
                    <a:lnTo>
                      <a:pt x="2493224" y="1225846"/>
                    </a:lnTo>
                    <a:lnTo>
                      <a:pt x="2500195" y="1230327"/>
                    </a:lnTo>
                    <a:lnTo>
                      <a:pt x="2510585" y="1233083"/>
                    </a:lnTo>
                    <a:lnTo>
                      <a:pt x="2523290" y="1229101"/>
                    </a:lnTo>
                    <a:lnTo>
                      <a:pt x="2533869" y="1223623"/>
                    </a:lnTo>
                    <a:lnTo>
                      <a:pt x="2533498" y="1219133"/>
                    </a:lnTo>
                    <a:lnTo>
                      <a:pt x="2526851" y="1208684"/>
                    </a:lnTo>
                    <a:lnTo>
                      <a:pt x="2525251" y="1203776"/>
                    </a:lnTo>
                    <a:lnTo>
                      <a:pt x="2520317" y="1200597"/>
                    </a:lnTo>
                    <a:lnTo>
                      <a:pt x="2518442" y="1203291"/>
                    </a:lnTo>
                    <a:lnTo>
                      <a:pt x="2515252" y="1199794"/>
                    </a:lnTo>
                    <a:lnTo>
                      <a:pt x="2514892" y="1197832"/>
                    </a:lnTo>
                    <a:lnTo>
                      <a:pt x="2517865" y="1196877"/>
                    </a:lnTo>
                    <a:lnTo>
                      <a:pt x="2521322" y="1197257"/>
                    </a:lnTo>
                    <a:lnTo>
                      <a:pt x="2525355" y="1199086"/>
                    </a:lnTo>
                    <a:lnTo>
                      <a:pt x="2535733" y="1210475"/>
                    </a:lnTo>
                    <a:lnTo>
                      <a:pt x="2538606" y="1225404"/>
                    </a:lnTo>
                    <a:lnTo>
                      <a:pt x="2539220" y="1234884"/>
                    </a:lnTo>
                    <a:lnTo>
                      <a:pt x="2538049" y="1238124"/>
                    </a:lnTo>
                    <a:lnTo>
                      <a:pt x="2535029" y="1237459"/>
                    </a:lnTo>
                    <a:lnTo>
                      <a:pt x="2529268" y="1238105"/>
                    </a:lnTo>
                    <a:lnTo>
                      <a:pt x="2501935" y="1243013"/>
                    </a:lnTo>
                    <a:lnTo>
                      <a:pt x="2495865" y="1247337"/>
                    </a:lnTo>
                    <a:lnTo>
                      <a:pt x="2481945" y="1252032"/>
                    </a:lnTo>
                    <a:lnTo>
                      <a:pt x="2481079" y="1249689"/>
                    </a:lnTo>
                    <a:lnTo>
                      <a:pt x="2482084" y="1244843"/>
                    </a:lnTo>
                    <a:lnTo>
                      <a:pt x="2481207" y="1234917"/>
                    </a:lnTo>
                    <a:lnTo>
                      <a:pt x="2478461" y="1234456"/>
                    </a:lnTo>
                    <a:lnTo>
                      <a:pt x="2456836" y="1250639"/>
                    </a:lnTo>
                    <a:lnTo>
                      <a:pt x="2448476" y="1251656"/>
                    </a:lnTo>
                    <a:lnTo>
                      <a:pt x="2441447" y="1256393"/>
                    </a:lnTo>
                    <a:lnTo>
                      <a:pt x="2439873" y="1253766"/>
                    </a:lnTo>
                    <a:lnTo>
                      <a:pt x="2438617" y="1241631"/>
                    </a:lnTo>
                    <a:lnTo>
                      <a:pt x="2443017" y="1231453"/>
                    </a:lnTo>
                    <a:lnTo>
                      <a:pt x="2440674" y="1231615"/>
                    </a:lnTo>
                    <a:lnTo>
                      <a:pt x="2433327" y="1237725"/>
                    </a:lnTo>
                    <a:lnTo>
                      <a:pt x="2430188" y="1233967"/>
                    </a:lnTo>
                    <a:lnTo>
                      <a:pt x="2428614" y="1229842"/>
                    </a:lnTo>
                    <a:lnTo>
                      <a:pt x="2426352" y="1227509"/>
                    </a:lnTo>
                    <a:lnTo>
                      <a:pt x="2423901" y="1226626"/>
                    </a:lnTo>
                    <a:lnTo>
                      <a:pt x="2425996" y="1235634"/>
                    </a:lnTo>
                    <a:lnTo>
                      <a:pt x="2421016" y="1242391"/>
                    </a:lnTo>
                    <a:lnTo>
                      <a:pt x="2419651" y="1259867"/>
                    </a:lnTo>
                    <a:lnTo>
                      <a:pt x="2413391" y="1267141"/>
                    </a:lnTo>
                    <a:lnTo>
                      <a:pt x="2393877" y="1271816"/>
                    </a:lnTo>
                    <a:lnTo>
                      <a:pt x="2381156" y="1270828"/>
                    </a:lnTo>
                    <a:lnTo>
                      <a:pt x="2369757" y="1272282"/>
                    </a:lnTo>
                    <a:lnTo>
                      <a:pt x="2354600" y="1275637"/>
                    </a:lnTo>
                    <a:lnTo>
                      <a:pt x="2346225" y="1273641"/>
                    </a:lnTo>
                    <a:lnTo>
                      <a:pt x="2337646" y="1277181"/>
                    </a:lnTo>
                    <a:lnTo>
                      <a:pt x="2308523" y="1278145"/>
                    </a:lnTo>
                    <a:lnTo>
                      <a:pt x="2302383" y="1276269"/>
                    </a:lnTo>
                    <a:lnTo>
                      <a:pt x="2294541" y="1282954"/>
                    </a:lnTo>
                    <a:lnTo>
                      <a:pt x="2281987" y="1286907"/>
                    </a:lnTo>
                    <a:lnTo>
                      <a:pt x="2250254" y="1301888"/>
                    </a:lnTo>
                    <a:lnTo>
                      <a:pt x="2243255" y="1307338"/>
                    </a:lnTo>
                    <a:lnTo>
                      <a:pt x="2234734" y="1315848"/>
                    </a:lnTo>
                    <a:lnTo>
                      <a:pt x="2229011" y="1320424"/>
                    </a:lnTo>
                    <a:lnTo>
                      <a:pt x="2224305" y="1321911"/>
                    </a:lnTo>
                    <a:lnTo>
                      <a:pt x="2221413" y="1325721"/>
                    </a:lnTo>
                    <a:lnTo>
                      <a:pt x="2218254" y="1328211"/>
                    </a:lnTo>
                    <a:lnTo>
                      <a:pt x="2221305" y="1319706"/>
                    </a:lnTo>
                    <a:lnTo>
                      <a:pt x="2224619" y="1312536"/>
                    </a:lnTo>
                    <a:lnTo>
                      <a:pt x="2227372" y="1298648"/>
                    </a:lnTo>
                    <a:lnTo>
                      <a:pt x="2226560" y="1287415"/>
                    </a:lnTo>
                    <a:lnTo>
                      <a:pt x="2223145" y="1282797"/>
                    </a:lnTo>
                    <a:lnTo>
                      <a:pt x="2219615" y="1279718"/>
                    </a:lnTo>
                    <a:lnTo>
                      <a:pt x="2223753" y="1290803"/>
                    </a:lnTo>
                    <a:lnTo>
                      <a:pt x="2224421" y="1304397"/>
                    </a:lnTo>
                    <a:lnTo>
                      <a:pt x="2222999" y="1312360"/>
                    </a:lnTo>
                    <a:lnTo>
                      <a:pt x="2215215" y="1327722"/>
                    </a:lnTo>
                    <a:lnTo>
                      <a:pt x="2211902" y="1331300"/>
                    </a:lnTo>
                    <a:lnTo>
                      <a:pt x="2208027" y="1334445"/>
                    </a:lnTo>
                    <a:lnTo>
                      <a:pt x="2205108" y="1335814"/>
                    </a:lnTo>
                    <a:lnTo>
                      <a:pt x="2202413" y="1338270"/>
                    </a:lnTo>
                    <a:lnTo>
                      <a:pt x="2199281" y="1342161"/>
                    </a:lnTo>
                    <a:lnTo>
                      <a:pt x="2196312" y="1349887"/>
                    </a:lnTo>
                    <a:lnTo>
                      <a:pt x="2198110" y="1356929"/>
                    </a:lnTo>
                    <a:lnTo>
                      <a:pt x="2213286" y="1359499"/>
                    </a:lnTo>
                    <a:lnTo>
                      <a:pt x="2217357" y="1357328"/>
                    </a:lnTo>
                    <a:lnTo>
                      <a:pt x="2219430" y="1362369"/>
                    </a:lnTo>
                    <a:lnTo>
                      <a:pt x="2220590" y="1369373"/>
                    </a:lnTo>
                    <a:lnTo>
                      <a:pt x="2219453" y="1376947"/>
                    </a:lnTo>
                    <a:lnTo>
                      <a:pt x="2216916" y="1384653"/>
                    </a:lnTo>
                    <a:lnTo>
                      <a:pt x="2214991" y="1394223"/>
                    </a:lnTo>
                    <a:lnTo>
                      <a:pt x="2213359" y="1408815"/>
                    </a:lnTo>
                    <a:lnTo>
                      <a:pt x="2210904" y="1421943"/>
                    </a:lnTo>
                    <a:lnTo>
                      <a:pt x="2210583" y="1417956"/>
                    </a:lnTo>
                    <a:lnTo>
                      <a:pt x="2212118" y="1401996"/>
                    </a:lnTo>
                    <a:lnTo>
                      <a:pt x="2209632" y="1403664"/>
                    </a:lnTo>
                    <a:lnTo>
                      <a:pt x="2207919" y="1407346"/>
                    </a:lnTo>
                    <a:lnTo>
                      <a:pt x="2203287" y="1427930"/>
                    </a:lnTo>
                    <a:lnTo>
                      <a:pt x="2196919" y="1438901"/>
                    </a:lnTo>
                    <a:lnTo>
                      <a:pt x="2191053" y="1446489"/>
                    </a:lnTo>
                    <a:lnTo>
                      <a:pt x="2185002" y="1445234"/>
                    </a:lnTo>
                    <a:lnTo>
                      <a:pt x="2186363" y="1451264"/>
                    </a:lnTo>
                    <a:lnTo>
                      <a:pt x="2184700" y="1454405"/>
                    </a:lnTo>
                    <a:lnTo>
                      <a:pt x="2183277" y="1460957"/>
                    </a:lnTo>
                    <a:lnTo>
                      <a:pt x="2179670" y="1465300"/>
                    </a:lnTo>
                    <a:lnTo>
                      <a:pt x="2176279" y="1464881"/>
                    </a:lnTo>
                    <a:lnTo>
                      <a:pt x="2171407" y="1467875"/>
                    </a:lnTo>
                    <a:lnTo>
                      <a:pt x="2169485" y="1470165"/>
                    </a:lnTo>
                    <a:lnTo>
                      <a:pt x="2169342" y="1474551"/>
                    </a:lnTo>
                    <a:lnTo>
                      <a:pt x="2166083" y="1478409"/>
                    </a:lnTo>
                    <a:lnTo>
                      <a:pt x="2154321" y="1498450"/>
                    </a:lnTo>
                    <a:lnTo>
                      <a:pt x="2144109" y="1504366"/>
                    </a:lnTo>
                    <a:lnTo>
                      <a:pt x="2141666" y="1503506"/>
                    </a:lnTo>
                    <a:lnTo>
                      <a:pt x="2144357" y="1494046"/>
                    </a:lnTo>
                    <a:lnTo>
                      <a:pt x="2146201" y="1484481"/>
                    </a:lnTo>
                    <a:lnTo>
                      <a:pt x="2140003" y="1480319"/>
                    </a:lnTo>
                    <a:lnTo>
                      <a:pt x="2134072" y="1478119"/>
                    </a:lnTo>
                    <a:lnTo>
                      <a:pt x="2127267" y="1478409"/>
                    </a:lnTo>
                    <a:lnTo>
                      <a:pt x="2119750" y="1470973"/>
                    </a:lnTo>
                    <a:lnTo>
                      <a:pt x="2110060" y="1465566"/>
                    </a:lnTo>
                    <a:lnTo>
                      <a:pt x="2096535" y="1450936"/>
                    </a:lnTo>
                    <a:lnTo>
                      <a:pt x="2096930" y="1446878"/>
                    </a:lnTo>
                    <a:lnTo>
                      <a:pt x="2096589" y="1440069"/>
                    </a:lnTo>
                    <a:lnTo>
                      <a:pt x="2100700" y="1429312"/>
                    </a:lnTo>
                    <a:lnTo>
                      <a:pt x="2104640" y="1421791"/>
                    </a:lnTo>
                    <a:lnTo>
                      <a:pt x="2110080" y="1417895"/>
                    </a:lnTo>
                    <a:lnTo>
                      <a:pt x="2125867" y="1413927"/>
                    </a:lnTo>
                    <a:lnTo>
                      <a:pt x="2129826" y="1407959"/>
                    </a:lnTo>
                    <a:lnTo>
                      <a:pt x="2132173" y="1402932"/>
                    </a:lnTo>
                    <a:lnTo>
                      <a:pt x="2124351" y="1411566"/>
                    </a:lnTo>
                    <a:lnTo>
                      <a:pt x="2112636" y="1414492"/>
                    </a:lnTo>
                    <a:lnTo>
                      <a:pt x="2106322" y="1417714"/>
                    </a:lnTo>
                    <a:lnTo>
                      <a:pt x="2101272" y="1422641"/>
                    </a:lnTo>
                    <a:lnTo>
                      <a:pt x="2098283" y="1428828"/>
                    </a:lnTo>
                    <a:lnTo>
                      <a:pt x="2091517" y="1436283"/>
                    </a:lnTo>
                    <a:lnTo>
                      <a:pt x="2091992" y="1441276"/>
                    </a:lnTo>
                    <a:lnTo>
                      <a:pt x="2093125" y="1444826"/>
                    </a:lnTo>
                    <a:lnTo>
                      <a:pt x="2092603" y="1452224"/>
                    </a:lnTo>
                    <a:lnTo>
                      <a:pt x="2096883" y="1459436"/>
                    </a:lnTo>
                    <a:lnTo>
                      <a:pt x="2105370" y="1471253"/>
                    </a:lnTo>
                    <a:lnTo>
                      <a:pt x="2106990" y="1489608"/>
                    </a:lnTo>
                    <a:lnTo>
                      <a:pt x="2113467" y="1501890"/>
                    </a:lnTo>
                    <a:lnTo>
                      <a:pt x="2123392" y="1516211"/>
                    </a:lnTo>
                    <a:lnTo>
                      <a:pt x="2131025" y="1520283"/>
                    </a:lnTo>
                    <a:lnTo>
                      <a:pt x="2131396" y="1525609"/>
                    </a:lnTo>
                    <a:lnTo>
                      <a:pt x="2127874" y="1534404"/>
                    </a:lnTo>
                    <a:lnTo>
                      <a:pt x="2123230" y="1538424"/>
                    </a:lnTo>
                    <a:lnTo>
                      <a:pt x="2129270" y="1537621"/>
                    </a:lnTo>
                    <a:lnTo>
                      <a:pt x="2132278" y="1539631"/>
                    </a:lnTo>
                    <a:lnTo>
                      <a:pt x="2135205" y="1546967"/>
                    </a:lnTo>
                    <a:lnTo>
                      <a:pt x="2134977" y="1554455"/>
                    </a:lnTo>
                    <a:lnTo>
                      <a:pt x="2133987" y="1558675"/>
                    </a:lnTo>
                    <a:lnTo>
                      <a:pt x="2132158" y="1560357"/>
                    </a:lnTo>
                    <a:lnTo>
                      <a:pt x="2132235" y="1556047"/>
                    </a:lnTo>
                    <a:lnTo>
                      <a:pt x="2130940" y="1554550"/>
                    </a:lnTo>
                    <a:lnTo>
                      <a:pt x="2128802" y="1556418"/>
                    </a:lnTo>
                    <a:lnTo>
                      <a:pt x="2127417" y="1558546"/>
                    </a:lnTo>
                    <a:lnTo>
                      <a:pt x="2126841" y="1566933"/>
                    </a:lnTo>
                    <a:lnTo>
                      <a:pt x="2125376" y="1571123"/>
                    </a:lnTo>
                    <a:lnTo>
                      <a:pt x="2120195" y="1572368"/>
                    </a:lnTo>
                    <a:lnTo>
                      <a:pt x="2114940" y="1583373"/>
                    </a:lnTo>
                    <a:lnTo>
                      <a:pt x="2110053" y="1589616"/>
                    </a:lnTo>
                    <a:lnTo>
                      <a:pt x="2090821" y="1631832"/>
                    </a:lnTo>
                    <a:lnTo>
                      <a:pt x="2091555" y="1638888"/>
                    </a:lnTo>
                    <a:lnTo>
                      <a:pt x="2088037" y="1641160"/>
                    </a:lnTo>
                    <a:lnTo>
                      <a:pt x="2082709" y="1643008"/>
                    </a:lnTo>
                    <a:lnTo>
                      <a:pt x="2077319" y="1647227"/>
                    </a:lnTo>
                    <a:lnTo>
                      <a:pt x="2073742" y="1651879"/>
                    </a:lnTo>
                    <a:lnTo>
                      <a:pt x="2070421" y="1664389"/>
                    </a:lnTo>
                    <a:lnTo>
                      <a:pt x="2064056" y="1678473"/>
                    </a:lnTo>
                    <a:lnTo>
                      <a:pt x="2060085" y="1672605"/>
                    </a:lnTo>
                    <a:lnTo>
                      <a:pt x="2059068" y="1667582"/>
                    </a:lnTo>
                    <a:lnTo>
                      <a:pt x="2060835" y="1654483"/>
                    </a:lnTo>
                    <a:lnTo>
                      <a:pt x="2067718" y="1633006"/>
                    </a:lnTo>
                    <a:lnTo>
                      <a:pt x="2075300" y="1619655"/>
                    </a:lnTo>
                    <a:lnTo>
                      <a:pt x="2081085" y="1613326"/>
                    </a:lnTo>
                    <a:lnTo>
                      <a:pt x="2085840" y="1600426"/>
                    </a:lnTo>
                    <a:lnTo>
                      <a:pt x="2079832" y="1598501"/>
                    </a:lnTo>
                    <a:lnTo>
                      <a:pt x="2070672" y="1598710"/>
                    </a:lnTo>
                    <a:lnTo>
                      <a:pt x="2072396" y="1592757"/>
                    </a:lnTo>
                    <a:lnTo>
                      <a:pt x="2075068" y="1587511"/>
                    </a:lnTo>
                    <a:lnTo>
                      <a:pt x="2070293" y="1582285"/>
                    </a:lnTo>
                    <a:lnTo>
                      <a:pt x="2067467" y="1581619"/>
                    </a:lnTo>
                    <a:lnTo>
                      <a:pt x="2064555" y="1579476"/>
                    </a:lnTo>
                    <a:lnTo>
                      <a:pt x="2067969" y="1575124"/>
                    </a:lnTo>
                    <a:lnTo>
                      <a:pt x="2069636" y="1570525"/>
                    </a:lnTo>
                    <a:lnTo>
                      <a:pt x="2068619" y="1564928"/>
                    </a:lnTo>
                    <a:lnTo>
                      <a:pt x="2070049" y="1560713"/>
                    </a:lnTo>
                    <a:lnTo>
                      <a:pt x="2067664" y="1561350"/>
                    </a:lnTo>
                    <a:lnTo>
                      <a:pt x="2063828" y="1565811"/>
                    </a:lnTo>
                    <a:lnTo>
                      <a:pt x="2061442" y="1567593"/>
                    </a:lnTo>
                    <a:lnTo>
                      <a:pt x="2059989" y="1563645"/>
                    </a:lnTo>
                    <a:lnTo>
                      <a:pt x="2058330" y="1564538"/>
                    </a:lnTo>
                    <a:lnTo>
                      <a:pt x="2057251" y="1567251"/>
                    </a:lnTo>
                    <a:lnTo>
                      <a:pt x="2054804" y="1568743"/>
                    </a:lnTo>
                    <a:lnTo>
                      <a:pt x="2049634" y="1565032"/>
                    </a:lnTo>
                    <a:lnTo>
                      <a:pt x="2042098" y="1560784"/>
                    </a:lnTo>
                    <a:lnTo>
                      <a:pt x="2037903" y="1553477"/>
                    </a:lnTo>
                    <a:lnTo>
                      <a:pt x="2035510" y="1547813"/>
                    </a:lnTo>
                    <a:lnTo>
                      <a:pt x="2037942" y="1537564"/>
                    </a:lnTo>
                    <a:lnTo>
                      <a:pt x="2043150" y="1535744"/>
                    </a:lnTo>
                    <a:lnTo>
                      <a:pt x="2049916" y="1537407"/>
                    </a:lnTo>
                    <a:lnTo>
                      <a:pt x="2058786" y="1537393"/>
                    </a:lnTo>
                    <a:lnTo>
                      <a:pt x="2057518" y="1535117"/>
                    </a:lnTo>
                    <a:lnTo>
                      <a:pt x="2054351" y="1535492"/>
                    </a:lnTo>
                    <a:lnTo>
                      <a:pt x="2045002" y="1527177"/>
                    </a:lnTo>
                    <a:lnTo>
                      <a:pt x="2041994" y="1522155"/>
                    </a:lnTo>
                    <a:lnTo>
                      <a:pt x="2036820" y="1520777"/>
                    </a:lnTo>
                    <a:lnTo>
                      <a:pt x="2034462" y="1525605"/>
                    </a:lnTo>
                    <a:lnTo>
                      <a:pt x="2031844" y="1526888"/>
                    </a:lnTo>
                    <a:lnTo>
                      <a:pt x="2035076" y="1516325"/>
                    </a:lnTo>
                    <a:lnTo>
                      <a:pt x="2039303" y="1515893"/>
                    </a:lnTo>
                    <a:lnTo>
                      <a:pt x="2045543" y="1512966"/>
                    </a:lnTo>
                    <a:lnTo>
                      <a:pt x="2043730" y="1506851"/>
                    </a:lnTo>
                    <a:lnTo>
                      <a:pt x="2039790" y="1504176"/>
                    </a:lnTo>
                    <a:lnTo>
                      <a:pt x="2032675" y="1507530"/>
                    </a:lnTo>
                    <a:lnTo>
                      <a:pt x="2032760" y="1503230"/>
                    </a:lnTo>
                    <a:lnTo>
                      <a:pt x="2034094" y="1497723"/>
                    </a:lnTo>
                    <a:lnTo>
                      <a:pt x="2039457" y="1497742"/>
                    </a:lnTo>
                    <a:lnTo>
                      <a:pt x="2044155" y="1499538"/>
                    </a:lnTo>
                    <a:lnTo>
                      <a:pt x="2048153" y="1490644"/>
                    </a:lnTo>
                    <a:lnTo>
                      <a:pt x="2048331" y="1486671"/>
                    </a:lnTo>
                    <a:lnTo>
                      <a:pt x="2041688" y="1492444"/>
                    </a:lnTo>
                    <a:lnTo>
                      <a:pt x="2040196" y="1479991"/>
                    </a:lnTo>
                    <a:lnTo>
                      <a:pt x="2046734" y="1467979"/>
                    </a:lnTo>
                    <a:lnTo>
                      <a:pt x="2052971" y="1462743"/>
                    </a:lnTo>
                    <a:lnTo>
                      <a:pt x="2060762" y="1462895"/>
                    </a:lnTo>
                    <a:lnTo>
                      <a:pt x="2068681" y="1462050"/>
                    </a:lnTo>
                    <a:lnTo>
                      <a:pt x="2063712" y="1459850"/>
                    </a:lnTo>
                    <a:lnTo>
                      <a:pt x="2058612" y="1458657"/>
                    </a:lnTo>
                    <a:lnTo>
                      <a:pt x="2062444" y="1453910"/>
                    </a:lnTo>
                    <a:lnTo>
                      <a:pt x="2065711" y="1453060"/>
                    </a:lnTo>
                    <a:lnTo>
                      <a:pt x="2068920" y="1448921"/>
                    </a:lnTo>
                    <a:lnTo>
                      <a:pt x="2061203" y="1449534"/>
                    </a:lnTo>
                    <a:lnTo>
                      <a:pt x="2062111" y="1441704"/>
                    </a:lnTo>
                    <a:lnTo>
                      <a:pt x="2058361" y="1443296"/>
                    </a:lnTo>
                    <a:lnTo>
                      <a:pt x="2053872" y="1444032"/>
                    </a:lnTo>
                    <a:lnTo>
                      <a:pt x="2052124" y="1447353"/>
                    </a:lnTo>
                    <a:lnTo>
                      <a:pt x="2052468" y="1452870"/>
                    </a:lnTo>
                    <a:lnTo>
                      <a:pt x="2051157" y="1456490"/>
                    </a:lnTo>
                    <a:lnTo>
                      <a:pt x="2047666" y="1459398"/>
                    </a:lnTo>
                    <a:lnTo>
                      <a:pt x="2041769" y="1461665"/>
                    </a:lnTo>
                    <a:lnTo>
                      <a:pt x="2041197" y="1457735"/>
                    </a:lnTo>
                    <a:lnTo>
                      <a:pt x="2039249" y="1455953"/>
                    </a:lnTo>
                    <a:lnTo>
                      <a:pt x="2038522" y="1464368"/>
                    </a:lnTo>
                    <a:lnTo>
                      <a:pt x="2036975" y="1467229"/>
                    </a:lnTo>
                    <a:lnTo>
                      <a:pt x="2032664" y="1459332"/>
                    </a:lnTo>
                    <a:lnTo>
                      <a:pt x="2031368" y="1460923"/>
                    </a:lnTo>
                    <a:lnTo>
                      <a:pt x="2031535" y="1463166"/>
                    </a:lnTo>
                    <a:lnTo>
                      <a:pt x="2030433" y="1467043"/>
                    </a:lnTo>
                    <a:lnTo>
                      <a:pt x="2026736" y="1469063"/>
                    </a:lnTo>
                    <a:lnTo>
                      <a:pt x="2026964" y="1474033"/>
                    </a:lnTo>
                    <a:lnTo>
                      <a:pt x="2025530" y="1476741"/>
                    </a:lnTo>
                    <a:lnTo>
                      <a:pt x="2013691" y="1472427"/>
                    </a:lnTo>
                    <a:lnTo>
                      <a:pt x="2013412" y="1473890"/>
                    </a:lnTo>
                    <a:lnTo>
                      <a:pt x="2020109" y="1483193"/>
                    </a:lnTo>
                    <a:lnTo>
                      <a:pt x="2025000" y="1486372"/>
                    </a:lnTo>
                    <a:lnTo>
                      <a:pt x="2025596" y="1491447"/>
                    </a:lnTo>
                    <a:lnTo>
                      <a:pt x="2021397" y="1495656"/>
                    </a:lnTo>
                    <a:lnTo>
                      <a:pt x="2015605" y="1492022"/>
                    </a:lnTo>
                    <a:lnTo>
                      <a:pt x="2014630" y="1492288"/>
                    </a:lnTo>
                    <a:lnTo>
                      <a:pt x="2017778" y="1498522"/>
                    </a:lnTo>
                    <a:lnTo>
                      <a:pt x="2019761" y="1503967"/>
                    </a:lnTo>
                    <a:lnTo>
                      <a:pt x="2017720" y="1508528"/>
                    </a:lnTo>
                    <a:lnTo>
                      <a:pt x="2018037" y="1514144"/>
                    </a:lnTo>
                    <a:lnTo>
                      <a:pt x="2017596" y="1519238"/>
                    </a:lnTo>
                    <a:lnTo>
                      <a:pt x="2016347" y="1523680"/>
                    </a:lnTo>
                    <a:lnTo>
                      <a:pt x="2019162" y="1544159"/>
                    </a:lnTo>
                    <a:lnTo>
                      <a:pt x="2022553" y="1549728"/>
                    </a:lnTo>
                    <a:lnTo>
                      <a:pt x="2025886" y="1555054"/>
                    </a:lnTo>
                    <a:lnTo>
                      <a:pt x="2027653" y="1560038"/>
                    </a:lnTo>
                    <a:lnTo>
                      <a:pt x="2024115" y="1560765"/>
                    </a:lnTo>
                    <a:lnTo>
                      <a:pt x="2018481" y="1556665"/>
                    </a:lnTo>
                    <a:lnTo>
                      <a:pt x="2013532" y="1553538"/>
                    </a:lnTo>
                    <a:lnTo>
                      <a:pt x="2007636" y="1543541"/>
                    </a:lnTo>
                    <a:lnTo>
                      <a:pt x="2006661" y="1539550"/>
                    </a:lnTo>
                    <a:lnTo>
                      <a:pt x="2005223" y="1536395"/>
                    </a:lnTo>
                    <a:lnTo>
                      <a:pt x="2005919" y="1543641"/>
                    </a:lnTo>
                    <a:lnTo>
                      <a:pt x="2008022" y="1551733"/>
                    </a:lnTo>
                    <a:lnTo>
                      <a:pt x="2026489" y="1569841"/>
                    </a:lnTo>
                    <a:lnTo>
                      <a:pt x="2029899" y="1576787"/>
                    </a:lnTo>
                    <a:lnTo>
                      <a:pt x="2032498" y="1582247"/>
                    </a:lnTo>
                    <a:lnTo>
                      <a:pt x="2031844" y="1587478"/>
                    </a:lnTo>
                    <a:lnTo>
                      <a:pt x="2027030" y="1583777"/>
                    </a:lnTo>
                    <a:lnTo>
                      <a:pt x="2022878" y="1579058"/>
                    </a:lnTo>
                    <a:lnTo>
                      <a:pt x="2011854" y="1573727"/>
                    </a:lnTo>
                    <a:lnTo>
                      <a:pt x="1997954" y="1570358"/>
                    </a:lnTo>
                    <a:lnTo>
                      <a:pt x="1990116" y="1557967"/>
                    </a:lnTo>
                    <a:lnTo>
                      <a:pt x="1990143" y="1563136"/>
                    </a:lnTo>
                    <a:lnTo>
                      <a:pt x="1988403" y="1567522"/>
                    </a:lnTo>
                    <a:lnTo>
                      <a:pt x="1983613" y="1562176"/>
                    </a:lnTo>
                    <a:lnTo>
                      <a:pt x="1980593" y="1557615"/>
                    </a:lnTo>
                    <a:lnTo>
                      <a:pt x="1979580" y="1552617"/>
                    </a:lnTo>
                    <a:lnTo>
                      <a:pt x="1973598" y="1552959"/>
                    </a:lnTo>
                    <a:lnTo>
                      <a:pt x="1967327" y="1557302"/>
                    </a:lnTo>
                    <a:lnTo>
                      <a:pt x="1961260" y="1556270"/>
                    </a:lnTo>
                    <a:lnTo>
                      <a:pt x="1960541" y="1547794"/>
                    </a:lnTo>
                    <a:lnTo>
                      <a:pt x="1962180" y="1543304"/>
                    </a:lnTo>
                    <a:lnTo>
                      <a:pt x="1968989" y="1532684"/>
                    </a:lnTo>
                    <a:lnTo>
                      <a:pt x="1975404" y="1527263"/>
                    </a:lnTo>
                    <a:lnTo>
                      <a:pt x="1978234" y="1520264"/>
                    </a:lnTo>
                    <a:lnTo>
                      <a:pt x="1977268" y="1509412"/>
                    </a:lnTo>
                    <a:lnTo>
                      <a:pt x="1976061" y="1520454"/>
                    </a:lnTo>
                    <a:lnTo>
                      <a:pt x="1972396" y="1525928"/>
                    </a:lnTo>
                    <a:lnTo>
                      <a:pt x="1966635" y="1530109"/>
                    </a:lnTo>
                    <a:lnTo>
                      <a:pt x="1959052" y="1537559"/>
                    </a:lnTo>
                    <a:lnTo>
                      <a:pt x="1957200" y="1544449"/>
                    </a:lnTo>
                    <a:lnTo>
                      <a:pt x="1954834" y="1557349"/>
                    </a:lnTo>
                    <a:lnTo>
                      <a:pt x="1958036" y="1561716"/>
                    </a:lnTo>
                    <a:lnTo>
                      <a:pt x="1961307" y="1562856"/>
                    </a:lnTo>
                    <a:lnTo>
                      <a:pt x="1970969" y="1559929"/>
                    </a:lnTo>
                    <a:lnTo>
                      <a:pt x="1975969" y="1561236"/>
                    </a:lnTo>
                    <a:lnTo>
                      <a:pt x="1987089" y="1576768"/>
                    </a:lnTo>
                    <a:lnTo>
                      <a:pt x="2007794" y="1582912"/>
                    </a:lnTo>
                    <a:lnTo>
                      <a:pt x="2015345" y="1586751"/>
                    </a:lnTo>
                    <a:lnTo>
                      <a:pt x="2021501" y="1594857"/>
                    </a:lnTo>
                    <a:lnTo>
                      <a:pt x="2030754" y="1599523"/>
                    </a:lnTo>
                    <a:lnTo>
                      <a:pt x="2037934" y="1606303"/>
                    </a:lnTo>
                    <a:lnTo>
                      <a:pt x="2038127" y="1610727"/>
                    </a:lnTo>
                    <a:lnTo>
                      <a:pt x="2035641" y="1615958"/>
                    </a:lnTo>
                    <a:lnTo>
                      <a:pt x="2034659" y="1623038"/>
                    </a:lnTo>
                    <a:lnTo>
                      <a:pt x="2031608" y="1627504"/>
                    </a:lnTo>
                    <a:lnTo>
                      <a:pt x="2024285" y="1628017"/>
                    </a:lnTo>
                    <a:lnTo>
                      <a:pt x="2019862" y="1626867"/>
                    </a:lnTo>
                    <a:lnTo>
                      <a:pt x="1996082" y="1601979"/>
                    </a:lnTo>
                    <a:lnTo>
                      <a:pt x="1993244" y="1599689"/>
                    </a:lnTo>
                    <a:lnTo>
                      <a:pt x="1984425" y="1586656"/>
                    </a:lnTo>
                    <a:lnTo>
                      <a:pt x="1974078" y="1579676"/>
                    </a:lnTo>
                    <a:lnTo>
                      <a:pt x="1970876" y="1579823"/>
                    </a:lnTo>
                    <a:lnTo>
                      <a:pt x="1985604" y="1592733"/>
                    </a:lnTo>
                    <a:lnTo>
                      <a:pt x="1991616" y="1601761"/>
                    </a:lnTo>
                    <a:lnTo>
                      <a:pt x="2002207" y="1614418"/>
                    </a:lnTo>
                    <a:lnTo>
                      <a:pt x="2009778" y="1619778"/>
                    </a:lnTo>
                    <a:lnTo>
                      <a:pt x="2015349" y="1628141"/>
                    </a:lnTo>
                    <a:lnTo>
                      <a:pt x="2020527" y="1632061"/>
                    </a:lnTo>
                    <a:lnTo>
                      <a:pt x="2034663" y="1637643"/>
                    </a:lnTo>
                    <a:lnTo>
                      <a:pt x="2029748" y="1641654"/>
                    </a:lnTo>
                    <a:lnTo>
                      <a:pt x="2037594" y="1645070"/>
                    </a:lnTo>
                    <a:lnTo>
                      <a:pt x="2038715" y="1651351"/>
                    </a:lnTo>
                    <a:lnTo>
                      <a:pt x="2037996" y="1658512"/>
                    </a:lnTo>
                    <a:lnTo>
                      <a:pt x="2027108" y="1655680"/>
                    </a:lnTo>
                    <a:lnTo>
                      <a:pt x="2026752" y="1660954"/>
                    </a:lnTo>
                    <a:lnTo>
                      <a:pt x="2027726" y="1664066"/>
                    </a:lnTo>
                    <a:lnTo>
                      <a:pt x="2022916" y="1666637"/>
                    </a:lnTo>
                    <a:lnTo>
                      <a:pt x="2016227" y="1663149"/>
                    </a:lnTo>
                    <a:lnTo>
                      <a:pt x="1998859" y="1644072"/>
                    </a:lnTo>
                    <a:lnTo>
                      <a:pt x="1999005" y="1646624"/>
                    </a:lnTo>
                    <a:lnTo>
                      <a:pt x="2000413" y="1649584"/>
                    </a:lnTo>
                    <a:lnTo>
                      <a:pt x="2010485" y="1661866"/>
                    </a:lnTo>
                    <a:lnTo>
                      <a:pt x="2019475" y="1669231"/>
                    </a:lnTo>
                    <a:lnTo>
                      <a:pt x="2027096" y="1672557"/>
                    </a:lnTo>
                    <a:lnTo>
                      <a:pt x="2032969" y="1678729"/>
                    </a:lnTo>
                    <a:lnTo>
                      <a:pt x="2035042" y="1682464"/>
                    </a:lnTo>
                    <a:lnTo>
                      <a:pt x="2036426" y="1688127"/>
                    </a:lnTo>
                    <a:lnTo>
                      <a:pt x="2032072" y="1691976"/>
                    </a:lnTo>
                    <a:lnTo>
                      <a:pt x="2027115" y="1694100"/>
                    </a:lnTo>
                    <a:lnTo>
                      <a:pt x="2022274" y="1690261"/>
                    </a:lnTo>
                    <a:lnTo>
                      <a:pt x="2018725" y="1686217"/>
                    </a:lnTo>
                    <a:lnTo>
                      <a:pt x="2011166" y="1679352"/>
                    </a:lnTo>
                    <a:lnTo>
                      <a:pt x="2008900" y="1671678"/>
                    </a:lnTo>
                    <a:lnTo>
                      <a:pt x="2003150" y="1672072"/>
                    </a:lnTo>
                    <a:lnTo>
                      <a:pt x="1979120" y="1662341"/>
                    </a:lnTo>
                    <a:lnTo>
                      <a:pt x="1959806" y="1661220"/>
                    </a:lnTo>
                    <a:lnTo>
                      <a:pt x="1961693" y="1663178"/>
                    </a:lnTo>
                    <a:lnTo>
                      <a:pt x="1964137" y="1664480"/>
                    </a:lnTo>
                    <a:lnTo>
                      <a:pt x="1979518" y="1666879"/>
                    </a:lnTo>
                    <a:lnTo>
                      <a:pt x="1985596" y="1671360"/>
                    </a:lnTo>
                    <a:lnTo>
                      <a:pt x="1998248" y="1675337"/>
                    </a:lnTo>
                    <a:lnTo>
                      <a:pt x="2005656" y="1676425"/>
                    </a:lnTo>
                    <a:lnTo>
                      <a:pt x="2008660" y="1688641"/>
                    </a:lnTo>
                    <a:lnTo>
                      <a:pt x="2018899" y="1697046"/>
                    </a:lnTo>
                    <a:lnTo>
                      <a:pt x="2020229" y="1703275"/>
                    </a:lnTo>
                    <a:lnTo>
                      <a:pt x="2027220" y="1703973"/>
                    </a:lnTo>
                    <a:lnTo>
                      <a:pt x="2039519" y="1697863"/>
                    </a:lnTo>
                    <a:lnTo>
                      <a:pt x="2047457" y="1700006"/>
                    </a:lnTo>
                    <a:lnTo>
                      <a:pt x="2058906" y="1701755"/>
                    </a:lnTo>
                    <a:lnTo>
                      <a:pt x="2061524" y="1706687"/>
                    </a:lnTo>
                    <a:lnTo>
                      <a:pt x="2063488" y="1716071"/>
                    </a:lnTo>
                    <a:lnTo>
                      <a:pt x="2067536" y="1726628"/>
                    </a:lnTo>
                    <a:lnTo>
                      <a:pt x="2078034" y="1768256"/>
                    </a:lnTo>
                    <a:lnTo>
                      <a:pt x="2093806" y="1802304"/>
                    </a:lnTo>
                    <a:lnTo>
                      <a:pt x="2095747" y="1808168"/>
                    </a:lnTo>
                    <a:lnTo>
                      <a:pt x="2092081" y="1803022"/>
                    </a:lnTo>
                    <a:lnTo>
                      <a:pt x="2080381" y="1780472"/>
                    </a:lnTo>
                    <a:lnTo>
                      <a:pt x="2073924" y="1764188"/>
                    </a:lnTo>
                    <a:lnTo>
                      <a:pt x="2067289" y="1735437"/>
                    </a:lnTo>
                    <a:lnTo>
                      <a:pt x="2065363" y="1728999"/>
                    </a:lnTo>
                    <a:lnTo>
                      <a:pt x="2063097" y="1726429"/>
                    </a:lnTo>
                    <a:lnTo>
                      <a:pt x="2061605" y="1728519"/>
                    </a:lnTo>
                    <a:lnTo>
                      <a:pt x="2060963" y="1732183"/>
                    </a:lnTo>
                    <a:lnTo>
                      <a:pt x="2062046" y="1734996"/>
                    </a:lnTo>
                    <a:lnTo>
                      <a:pt x="2059432" y="1744460"/>
                    </a:lnTo>
                    <a:lnTo>
                      <a:pt x="2060565" y="1748803"/>
                    </a:lnTo>
                    <a:lnTo>
                      <a:pt x="2064810" y="1753293"/>
                    </a:lnTo>
                    <a:lnTo>
                      <a:pt x="2069423" y="1764497"/>
                    </a:lnTo>
                    <a:lnTo>
                      <a:pt x="2073108" y="1779583"/>
                    </a:lnTo>
                    <a:lnTo>
                      <a:pt x="2068124" y="1773468"/>
                    </a:lnTo>
                    <a:lnTo>
                      <a:pt x="2062804" y="1770227"/>
                    </a:lnTo>
                    <a:lnTo>
                      <a:pt x="2054525" y="1767742"/>
                    </a:lnTo>
                    <a:lnTo>
                      <a:pt x="2047152" y="1763385"/>
                    </a:lnTo>
                    <a:lnTo>
                      <a:pt x="2047689" y="1769634"/>
                    </a:lnTo>
                    <a:lnTo>
                      <a:pt x="2046982" y="1776381"/>
                    </a:lnTo>
                    <a:lnTo>
                      <a:pt x="2041298" y="1774323"/>
                    </a:lnTo>
                    <a:lnTo>
                      <a:pt x="2037431" y="1772085"/>
                    </a:lnTo>
                    <a:lnTo>
                      <a:pt x="2040853" y="1779274"/>
                    </a:lnTo>
                    <a:lnTo>
                      <a:pt x="2033425" y="1777117"/>
                    </a:lnTo>
                    <a:lnTo>
                      <a:pt x="2028476" y="1777568"/>
                    </a:lnTo>
                    <a:lnTo>
                      <a:pt x="2025259" y="1783950"/>
                    </a:lnTo>
                    <a:lnTo>
                      <a:pt x="2020944" y="1787822"/>
                    </a:lnTo>
                    <a:lnTo>
                      <a:pt x="2014564" y="1789072"/>
                    </a:lnTo>
                    <a:lnTo>
                      <a:pt x="2005099" y="1783237"/>
                    </a:lnTo>
                    <a:lnTo>
                      <a:pt x="2002033" y="1776152"/>
                    </a:lnTo>
                    <a:lnTo>
                      <a:pt x="2000765" y="1768265"/>
                    </a:lnTo>
                    <a:lnTo>
                      <a:pt x="2000258" y="1777592"/>
                    </a:lnTo>
                    <a:lnTo>
                      <a:pt x="2001944" y="1787304"/>
                    </a:lnTo>
                    <a:lnTo>
                      <a:pt x="2001352" y="1794688"/>
                    </a:lnTo>
                    <a:lnTo>
                      <a:pt x="2010466" y="1796047"/>
                    </a:lnTo>
                    <a:lnTo>
                      <a:pt x="2018988" y="1794840"/>
                    </a:lnTo>
                    <a:lnTo>
                      <a:pt x="2030487" y="1795149"/>
                    </a:lnTo>
                    <a:lnTo>
                      <a:pt x="2037988" y="1793766"/>
                    </a:lnTo>
                    <a:lnTo>
                      <a:pt x="2042504" y="1791419"/>
                    </a:lnTo>
                    <a:lnTo>
                      <a:pt x="2053334" y="1793452"/>
                    </a:lnTo>
                    <a:lnTo>
                      <a:pt x="2054104" y="1802371"/>
                    </a:lnTo>
                    <a:lnTo>
                      <a:pt x="2052866" y="1811237"/>
                    </a:lnTo>
                    <a:lnTo>
                      <a:pt x="2052240" y="1820678"/>
                    </a:lnTo>
                    <a:lnTo>
                      <a:pt x="2055241" y="1820616"/>
                    </a:lnTo>
                    <a:lnTo>
                      <a:pt x="2058767" y="1817599"/>
                    </a:lnTo>
                    <a:lnTo>
                      <a:pt x="2060530" y="1800689"/>
                    </a:lnTo>
                    <a:lnTo>
                      <a:pt x="2070428" y="1794441"/>
                    </a:lnTo>
                    <a:lnTo>
                      <a:pt x="2073746" y="1794868"/>
                    </a:lnTo>
                    <a:lnTo>
                      <a:pt x="2076897" y="1800304"/>
                    </a:lnTo>
                    <a:lnTo>
                      <a:pt x="2077957" y="1805816"/>
                    </a:lnTo>
                    <a:lnTo>
                      <a:pt x="2079074" y="1813385"/>
                    </a:lnTo>
                    <a:lnTo>
                      <a:pt x="2076762" y="1824916"/>
                    </a:lnTo>
                    <a:lnTo>
                      <a:pt x="2061555" y="1838401"/>
                    </a:lnTo>
                    <a:lnTo>
                      <a:pt x="2050663" y="1850869"/>
                    </a:lnTo>
                    <a:lnTo>
                      <a:pt x="2045095" y="1853411"/>
                    </a:lnTo>
                    <a:lnTo>
                      <a:pt x="2037064" y="1851962"/>
                    </a:lnTo>
                    <a:lnTo>
                      <a:pt x="2027958" y="1848826"/>
                    </a:lnTo>
                    <a:lnTo>
                      <a:pt x="2023492" y="1848194"/>
                    </a:lnTo>
                    <a:lnTo>
                      <a:pt x="2020097" y="1849239"/>
                    </a:lnTo>
                    <a:lnTo>
                      <a:pt x="2018029" y="1845400"/>
                    </a:lnTo>
                    <a:lnTo>
                      <a:pt x="2016695" y="1838396"/>
                    </a:lnTo>
                    <a:lnTo>
                      <a:pt x="2013153" y="1836073"/>
                    </a:lnTo>
                    <a:lnTo>
                      <a:pt x="2010474" y="1836329"/>
                    </a:lnTo>
                    <a:lnTo>
                      <a:pt x="2008645" y="1843770"/>
                    </a:lnTo>
                    <a:lnTo>
                      <a:pt x="2000150" y="1845885"/>
                    </a:lnTo>
                    <a:lnTo>
                      <a:pt x="1988601" y="1842810"/>
                    </a:lnTo>
                    <a:lnTo>
                      <a:pt x="1976506" y="1836553"/>
                    </a:lnTo>
                    <a:lnTo>
                      <a:pt x="1981695" y="1843266"/>
                    </a:lnTo>
                    <a:lnTo>
                      <a:pt x="2011707" y="1855791"/>
                    </a:lnTo>
                    <a:lnTo>
                      <a:pt x="2015086" y="1858134"/>
                    </a:lnTo>
                    <a:lnTo>
                      <a:pt x="2018242" y="1861559"/>
                    </a:lnTo>
                    <a:lnTo>
                      <a:pt x="2014042" y="1866933"/>
                    </a:lnTo>
                    <a:lnTo>
                      <a:pt x="2010752" y="1872987"/>
                    </a:lnTo>
                    <a:lnTo>
                      <a:pt x="2010288" y="1877738"/>
                    </a:lnTo>
                    <a:lnTo>
                      <a:pt x="2009128" y="1880736"/>
                    </a:lnTo>
                    <a:lnTo>
                      <a:pt x="1997161" y="1888814"/>
                    </a:lnTo>
                    <a:lnTo>
                      <a:pt x="1990677" y="1887388"/>
                    </a:lnTo>
                    <a:lnTo>
                      <a:pt x="1974109" y="1872825"/>
                    </a:lnTo>
                    <a:lnTo>
                      <a:pt x="1981656" y="1885421"/>
                    </a:lnTo>
                    <a:lnTo>
                      <a:pt x="1987700" y="1890767"/>
                    </a:lnTo>
                    <a:lnTo>
                      <a:pt x="1999868" y="1893617"/>
                    </a:lnTo>
                    <a:lnTo>
                      <a:pt x="2022692" y="1888909"/>
                    </a:lnTo>
                    <a:lnTo>
                      <a:pt x="2030178" y="1894050"/>
                    </a:lnTo>
                    <a:lnTo>
                      <a:pt x="2024034" y="1903158"/>
                    </a:lnTo>
                    <a:lnTo>
                      <a:pt x="2017928" y="1909549"/>
                    </a:lnTo>
                    <a:lnTo>
                      <a:pt x="2009921" y="1910262"/>
                    </a:lnTo>
                    <a:lnTo>
                      <a:pt x="2002868" y="1911991"/>
                    </a:lnTo>
                    <a:lnTo>
                      <a:pt x="2000800" y="1916386"/>
                    </a:lnTo>
                    <a:lnTo>
                      <a:pt x="1995773" y="1916662"/>
                    </a:lnTo>
                    <a:lnTo>
                      <a:pt x="1987916" y="1916923"/>
                    </a:lnTo>
                    <a:lnTo>
                      <a:pt x="1975752" y="1917322"/>
                    </a:lnTo>
                    <a:lnTo>
                      <a:pt x="1969071" y="1916296"/>
                    </a:lnTo>
                    <a:lnTo>
                      <a:pt x="1959737" y="1925276"/>
                    </a:lnTo>
                    <a:lnTo>
                      <a:pt x="1956214" y="1926512"/>
                    </a:lnTo>
                    <a:lnTo>
                      <a:pt x="1951292" y="1924825"/>
                    </a:lnTo>
                    <a:lnTo>
                      <a:pt x="1949228" y="1917612"/>
                    </a:lnTo>
                    <a:lnTo>
                      <a:pt x="1947027" y="1914068"/>
                    </a:lnTo>
                    <a:lnTo>
                      <a:pt x="1946973" y="1927562"/>
                    </a:lnTo>
                    <a:lnTo>
                      <a:pt x="1947836" y="1931196"/>
                    </a:lnTo>
                    <a:lnTo>
                      <a:pt x="1949599" y="1933938"/>
                    </a:lnTo>
                    <a:lnTo>
                      <a:pt x="1938680" y="1941260"/>
                    </a:lnTo>
                    <a:lnTo>
                      <a:pt x="1928228" y="1950392"/>
                    </a:lnTo>
                    <a:lnTo>
                      <a:pt x="1924482" y="1952877"/>
                    </a:lnTo>
                    <a:lnTo>
                      <a:pt x="1920225" y="1957453"/>
                    </a:lnTo>
                    <a:lnTo>
                      <a:pt x="1911505" y="1970667"/>
                    </a:lnTo>
                    <a:lnTo>
                      <a:pt x="1909352" y="1980303"/>
                    </a:lnTo>
                    <a:lnTo>
                      <a:pt x="1906201" y="1991046"/>
                    </a:lnTo>
                    <a:lnTo>
                      <a:pt x="1905802" y="1986209"/>
                    </a:lnTo>
                    <a:lnTo>
                      <a:pt x="1906344" y="1978065"/>
                    </a:lnTo>
                    <a:lnTo>
                      <a:pt x="1904186" y="1968738"/>
                    </a:lnTo>
                    <a:lnTo>
                      <a:pt x="1902817" y="1985824"/>
                    </a:lnTo>
                    <a:lnTo>
                      <a:pt x="1899430" y="1993763"/>
                    </a:lnTo>
                    <a:lnTo>
                      <a:pt x="1868347" y="1993203"/>
                    </a:lnTo>
                    <a:lnTo>
                      <a:pt x="1854741" y="1997517"/>
                    </a:lnTo>
                    <a:lnTo>
                      <a:pt x="1833854" y="2012033"/>
                    </a:lnTo>
                    <a:lnTo>
                      <a:pt x="1827609" y="2018395"/>
                    </a:lnTo>
                    <a:lnTo>
                      <a:pt x="1810357" y="2042993"/>
                    </a:lnTo>
                    <a:lnTo>
                      <a:pt x="1805953" y="2058734"/>
                    </a:lnTo>
                    <a:lnTo>
                      <a:pt x="1802422" y="2052116"/>
                    </a:lnTo>
                    <a:lnTo>
                      <a:pt x="1803296" y="2047150"/>
                    </a:lnTo>
                    <a:lnTo>
                      <a:pt x="1803366" y="2043093"/>
                    </a:lnTo>
                    <a:lnTo>
                      <a:pt x="1799020" y="2051797"/>
                    </a:lnTo>
                    <a:lnTo>
                      <a:pt x="1803145" y="2064474"/>
                    </a:lnTo>
                    <a:lnTo>
                      <a:pt x="1799441" y="2069316"/>
                    </a:lnTo>
                    <a:lnTo>
                      <a:pt x="1788047" y="2078353"/>
                    </a:lnTo>
                    <a:lnTo>
                      <a:pt x="1781810" y="2079836"/>
                    </a:lnTo>
                    <a:lnTo>
                      <a:pt x="1774807" y="2082406"/>
                    </a:lnTo>
                    <a:lnTo>
                      <a:pt x="1772604" y="2091320"/>
                    </a:lnTo>
                    <a:lnTo>
                      <a:pt x="1763096" y="2099540"/>
                    </a:lnTo>
                    <a:lnTo>
                      <a:pt x="1757555" y="2103179"/>
                    </a:lnTo>
                    <a:lnTo>
                      <a:pt x="1747409" y="2100975"/>
                    </a:lnTo>
                    <a:lnTo>
                      <a:pt x="1750533" y="2108891"/>
                    </a:lnTo>
                    <a:lnTo>
                      <a:pt x="1746806" y="2114882"/>
                    </a:lnTo>
                    <a:lnTo>
                      <a:pt x="1740387" y="2119477"/>
                    </a:lnTo>
                    <a:lnTo>
                      <a:pt x="1732407" y="2122475"/>
                    </a:lnTo>
                    <a:lnTo>
                      <a:pt x="1727833" y="2122109"/>
                    </a:lnTo>
                    <a:lnTo>
                      <a:pt x="1723924" y="2123701"/>
                    </a:lnTo>
                    <a:lnTo>
                      <a:pt x="1720861" y="2127511"/>
                    </a:lnTo>
                    <a:lnTo>
                      <a:pt x="1713380" y="2131075"/>
                    </a:lnTo>
                    <a:lnTo>
                      <a:pt x="1705608" y="2129070"/>
                    </a:lnTo>
                    <a:lnTo>
                      <a:pt x="1696800" y="2127868"/>
                    </a:lnTo>
                    <a:lnTo>
                      <a:pt x="1691893" y="2130006"/>
                    </a:lnTo>
                    <a:lnTo>
                      <a:pt x="1700141" y="2133541"/>
                    </a:lnTo>
                    <a:lnTo>
                      <a:pt x="1704556" y="2138663"/>
                    </a:lnTo>
                    <a:lnTo>
                      <a:pt x="1703647" y="2145567"/>
                    </a:lnTo>
                    <a:lnTo>
                      <a:pt x="1701440" y="2148232"/>
                    </a:lnTo>
                    <a:lnTo>
                      <a:pt x="1696235" y="2151843"/>
                    </a:lnTo>
                    <a:lnTo>
                      <a:pt x="1693950" y="2151307"/>
                    </a:lnTo>
                    <a:lnTo>
                      <a:pt x="1692554" y="2148052"/>
                    </a:lnTo>
                    <a:lnTo>
                      <a:pt x="1690861" y="2141272"/>
                    </a:lnTo>
                    <a:lnTo>
                      <a:pt x="1688440" y="2142716"/>
                    </a:lnTo>
                    <a:lnTo>
                      <a:pt x="1688023" y="2145876"/>
                    </a:lnTo>
                    <a:lnTo>
                      <a:pt x="1685943" y="2147002"/>
                    </a:lnTo>
                    <a:lnTo>
                      <a:pt x="1678561" y="2136202"/>
                    </a:lnTo>
                    <a:lnTo>
                      <a:pt x="1678929" y="2144441"/>
                    </a:lnTo>
                    <a:lnTo>
                      <a:pt x="1681508" y="2150770"/>
                    </a:lnTo>
                    <a:lnTo>
                      <a:pt x="1684002" y="2153982"/>
                    </a:lnTo>
                    <a:lnTo>
                      <a:pt x="1686519" y="2155873"/>
                    </a:lnTo>
                    <a:lnTo>
                      <a:pt x="1687137" y="2158809"/>
                    </a:lnTo>
                    <a:lnTo>
                      <a:pt x="1682088" y="2165965"/>
                    </a:lnTo>
                    <a:lnTo>
                      <a:pt x="1679489" y="2167556"/>
                    </a:lnTo>
                    <a:lnTo>
                      <a:pt x="1674865" y="2168716"/>
                    </a:lnTo>
                    <a:lnTo>
                      <a:pt x="1672263" y="2173125"/>
                    </a:lnTo>
                    <a:lnTo>
                      <a:pt x="1673032" y="2176922"/>
                    </a:lnTo>
                    <a:lnTo>
                      <a:pt x="1668988" y="2185161"/>
                    </a:lnTo>
                    <a:lnTo>
                      <a:pt x="1659318" y="2190306"/>
                    </a:lnTo>
                    <a:lnTo>
                      <a:pt x="1656363" y="2190107"/>
                    </a:lnTo>
                    <a:lnTo>
                      <a:pt x="1653955" y="2191613"/>
                    </a:lnTo>
                    <a:lnTo>
                      <a:pt x="1655362" y="2195281"/>
                    </a:lnTo>
                    <a:lnTo>
                      <a:pt x="1657775" y="2197951"/>
                    </a:lnTo>
                    <a:lnTo>
                      <a:pt x="1657690" y="2200432"/>
                    </a:lnTo>
                    <a:lnTo>
                      <a:pt x="1655134" y="2203800"/>
                    </a:lnTo>
                    <a:lnTo>
                      <a:pt x="1650088" y="2204741"/>
                    </a:lnTo>
                    <a:lnTo>
                      <a:pt x="1647254" y="2208585"/>
                    </a:lnTo>
                    <a:lnTo>
                      <a:pt x="1648151" y="2212210"/>
                    </a:lnTo>
                    <a:lnTo>
                      <a:pt x="1649817" y="2214235"/>
                    </a:lnTo>
                    <a:lnTo>
                      <a:pt x="1649469" y="2217722"/>
                    </a:lnTo>
                    <a:lnTo>
                      <a:pt x="1643731" y="2221224"/>
                    </a:lnTo>
                    <a:lnTo>
                      <a:pt x="1642386" y="2224669"/>
                    </a:lnTo>
                    <a:lnTo>
                      <a:pt x="1645236" y="2225685"/>
                    </a:lnTo>
                    <a:lnTo>
                      <a:pt x="1647428" y="2224669"/>
                    </a:lnTo>
                    <a:lnTo>
                      <a:pt x="1649032" y="2225410"/>
                    </a:lnTo>
                    <a:lnTo>
                      <a:pt x="1645591" y="2231169"/>
                    </a:lnTo>
                    <a:lnTo>
                      <a:pt x="1642502" y="2234680"/>
                    </a:lnTo>
                    <a:lnTo>
                      <a:pt x="1639567" y="2240990"/>
                    </a:lnTo>
                    <a:lnTo>
                      <a:pt x="1632758" y="2242734"/>
                    </a:lnTo>
                    <a:lnTo>
                      <a:pt x="1633013" y="2244772"/>
                    </a:lnTo>
                    <a:lnTo>
                      <a:pt x="1636861" y="2246578"/>
                    </a:lnTo>
                    <a:lnTo>
                      <a:pt x="1640081" y="2251429"/>
                    </a:lnTo>
                    <a:lnTo>
                      <a:pt x="1634030" y="2260385"/>
                    </a:lnTo>
                    <a:lnTo>
                      <a:pt x="1630253" y="2259649"/>
                    </a:lnTo>
                    <a:lnTo>
                      <a:pt x="1627944" y="2257677"/>
                    </a:lnTo>
                    <a:lnTo>
                      <a:pt x="1626471" y="2264747"/>
                    </a:lnTo>
                    <a:lnTo>
                      <a:pt x="1627036" y="2268520"/>
                    </a:lnTo>
                    <a:lnTo>
                      <a:pt x="1625597" y="2276231"/>
                    </a:lnTo>
                    <a:lnTo>
                      <a:pt x="1623285" y="2285501"/>
                    </a:lnTo>
                    <a:lnTo>
                      <a:pt x="1621715" y="2289307"/>
                    </a:lnTo>
                    <a:lnTo>
                      <a:pt x="1622048" y="2296396"/>
                    </a:lnTo>
                    <a:lnTo>
                      <a:pt x="1623018" y="2303243"/>
                    </a:lnTo>
                    <a:lnTo>
                      <a:pt x="1626723" y="2312067"/>
                    </a:lnTo>
                    <a:lnTo>
                      <a:pt x="1632379" y="2348149"/>
                    </a:lnTo>
                    <a:lnTo>
                      <a:pt x="1636230" y="2360678"/>
                    </a:lnTo>
                    <a:lnTo>
                      <a:pt x="1643167" y="2394485"/>
                    </a:lnTo>
                    <a:lnTo>
                      <a:pt x="1654647" y="2427260"/>
                    </a:lnTo>
                    <a:lnTo>
                      <a:pt x="1670844" y="2466878"/>
                    </a:lnTo>
                    <a:lnTo>
                      <a:pt x="1697426" y="2514896"/>
                    </a:lnTo>
                    <a:lnTo>
                      <a:pt x="1700608" y="2521738"/>
                    </a:lnTo>
                    <a:lnTo>
                      <a:pt x="1697148" y="2527539"/>
                    </a:lnTo>
                    <a:lnTo>
                      <a:pt x="1696092" y="2533550"/>
                    </a:lnTo>
                    <a:lnTo>
                      <a:pt x="1695791" y="2542611"/>
                    </a:lnTo>
                    <a:lnTo>
                      <a:pt x="1696750" y="2551439"/>
                    </a:lnTo>
                    <a:lnTo>
                      <a:pt x="1699893" y="2562220"/>
                    </a:lnTo>
                    <a:lnTo>
                      <a:pt x="1705933" y="2578703"/>
                    </a:lnTo>
                    <a:lnTo>
                      <a:pt x="1702553" y="2575415"/>
                    </a:lnTo>
                    <a:lnTo>
                      <a:pt x="1693807" y="2551757"/>
                    </a:lnTo>
                    <a:lnTo>
                      <a:pt x="1692790" y="2537864"/>
                    </a:lnTo>
                    <a:lnTo>
                      <a:pt x="1694051" y="2518155"/>
                    </a:lnTo>
                    <a:lnTo>
                      <a:pt x="1691998" y="2518630"/>
                    </a:lnTo>
                    <a:lnTo>
                      <a:pt x="1690331" y="2525035"/>
                    </a:lnTo>
                    <a:lnTo>
                      <a:pt x="1689415" y="2532557"/>
                    </a:lnTo>
                    <a:lnTo>
                      <a:pt x="1687195" y="2535469"/>
                    </a:lnTo>
                    <a:lnTo>
                      <a:pt x="1684168" y="2523995"/>
                    </a:lnTo>
                    <a:lnTo>
                      <a:pt x="1684380" y="2518806"/>
                    </a:lnTo>
                    <a:lnTo>
                      <a:pt x="1687594" y="2512743"/>
                    </a:lnTo>
                    <a:lnTo>
                      <a:pt x="1686662" y="2510562"/>
                    </a:lnTo>
                    <a:lnTo>
                      <a:pt x="1681461" y="2507460"/>
                    </a:lnTo>
                    <a:lnTo>
                      <a:pt x="1680355" y="2502580"/>
                    </a:lnTo>
                    <a:lnTo>
                      <a:pt x="1681059" y="2497762"/>
                    </a:lnTo>
                    <a:lnTo>
                      <a:pt x="1678074" y="2495187"/>
                    </a:lnTo>
                    <a:lnTo>
                      <a:pt x="1675739" y="2495310"/>
                    </a:lnTo>
                    <a:lnTo>
                      <a:pt x="1677305" y="2507189"/>
                    </a:lnTo>
                    <a:lnTo>
                      <a:pt x="1679775" y="2514482"/>
                    </a:lnTo>
                    <a:lnTo>
                      <a:pt x="1682830" y="2531963"/>
                    </a:lnTo>
                    <a:lnTo>
                      <a:pt x="1687760" y="2542554"/>
                    </a:lnTo>
                    <a:lnTo>
                      <a:pt x="1690633" y="2551434"/>
                    </a:lnTo>
                    <a:lnTo>
                      <a:pt x="1724206" y="2646201"/>
                    </a:lnTo>
                    <a:lnTo>
                      <a:pt x="1732152" y="2658270"/>
                    </a:lnTo>
                    <a:lnTo>
                      <a:pt x="1735090" y="2666937"/>
                    </a:lnTo>
                    <a:lnTo>
                      <a:pt x="1738149" y="2685059"/>
                    </a:lnTo>
                    <a:lnTo>
                      <a:pt x="1738841" y="2708326"/>
                    </a:lnTo>
                    <a:lnTo>
                      <a:pt x="1733354" y="2750852"/>
                    </a:lnTo>
                    <a:lnTo>
                      <a:pt x="1732105" y="2779859"/>
                    </a:lnTo>
                    <a:lnTo>
                      <a:pt x="1731320" y="2778971"/>
                    </a:lnTo>
                    <a:lnTo>
                      <a:pt x="1730795" y="2775916"/>
                    </a:lnTo>
                    <a:lnTo>
                      <a:pt x="1729526" y="2775497"/>
                    </a:lnTo>
                    <a:lnTo>
                      <a:pt x="1724763" y="2788787"/>
                    </a:lnTo>
                    <a:lnTo>
                      <a:pt x="1718290" y="2800775"/>
                    </a:lnTo>
                    <a:lnTo>
                      <a:pt x="1716160" y="2819405"/>
                    </a:lnTo>
                    <a:lnTo>
                      <a:pt x="1713055" y="2828733"/>
                    </a:lnTo>
                    <a:lnTo>
                      <a:pt x="1703733" y="2838601"/>
                    </a:lnTo>
                    <a:lnTo>
                      <a:pt x="1697956" y="2838349"/>
                    </a:lnTo>
                    <a:lnTo>
                      <a:pt x="1683789" y="2845752"/>
                    </a:lnTo>
                    <a:lnTo>
                      <a:pt x="1673836" y="2843823"/>
                    </a:lnTo>
                    <a:lnTo>
                      <a:pt x="1661978" y="2848000"/>
                    </a:lnTo>
                    <a:lnTo>
                      <a:pt x="1654175" y="2847534"/>
                    </a:lnTo>
                    <a:lnTo>
                      <a:pt x="1649670" y="2838730"/>
                    </a:lnTo>
                    <a:lnTo>
                      <a:pt x="1650359" y="2834791"/>
                    </a:lnTo>
                    <a:lnTo>
                      <a:pt x="1652153" y="2830833"/>
                    </a:lnTo>
                    <a:lnTo>
                      <a:pt x="1655192" y="2829911"/>
                    </a:lnTo>
                    <a:lnTo>
                      <a:pt x="1665666" y="2839138"/>
                    </a:lnTo>
                    <a:lnTo>
                      <a:pt x="1667642" y="2835256"/>
                    </a:lnTo>
                    <a:lnTo>
                      <a:pt x="1664479" y="2830638"/>
                    </a:lnTo>
                    <a:lnTo>
                      <a:pt x="1658424" y="2828063"/>
                    </a:lnTo>
                    <a:lnTo>
                      <a:pt x="1653951" y="2825231"/>
                    </a:lnTo>
                    <a:lnTo>
                      <a:pt x="1644938" y="2804196"/>
                    </a:lnTo>
                    <a:lnTo>
                      <a:pt x="1635600" y="2789752"/>
                    </a:lnTo>
                    <a:lnTo>
                      <a:pt x="1634026" y="2780097"/>
                    </a:lnTo>
                    <a:lnTo>
                      <a:pt x="1617926" y="2774210"/>
                    </a:lnTo>
                    <a:lnTo>
                      <a:pt x="1606268" y="2765296"/>
                    </a:lnTo>
                    <a:lnTo>
                      <a:pt x="1598667" y="2749441"/>
                    </a:lnTo>
                    <a:lnTo>
                      <a:pt x="1594305" y="2721326"/>
                    </a:lnTo>
                    <a:lnTo>
                      <a:pt x="1589163" y="2718167"/>
                    </a:lnTo>
                    <a:lnTo>
                      <a:pt x="1586990" y="2715981"/>
                    </a:lnTo>
                    <a:lnTo>
                      <a:pt x="1592012" y="2705547"/>
                    </a:lnTo>
                    <a:lnTo>
                      <a:pt x="1597306" y="2696799"/>
                    </a:lnTo>
                    <a:lnTo>
                      <a:pt x="1593118" y="2698976"/>
                    </a:lnTo>
                    <a:lnTo>
                      <a:pt x="1590029" y="2702211"/>
                    </a:lnTo>
                    <a:lnTo>
                      <a:pt x="1586101" y="2709937"/>
                    </a:lnTo>
                    <a:lnTo>
                      <a:pt x="1583232" y="2711125"/>
                    </a:lnTo>
                    <a:lnTo>
                      <a:pt x="1580602" y="2709937"/>
                    </a:lnTo>
                    <a:lnTo>
                      <a:pt x="1577571" y="2695117"/>
                    </a:lnTo>
                    <a:lnTo>
                      <a:pt x="1578437" y="2676900"/>
                    </a:lnTo>
                    <a:lnTo>
                      <a:pt x="1582686" y="2670087"/>
                    </a:lnTo>
                    <a:lnTo>
                      <a:pt x="1576160" y="2669906"/>
                    </a:lnTo>
                    <a:lnTo>
                      <a:pt x="1569397" y="2672501"/>
                    </a:lnTo>
                    <a:lnTo>
                      <a:pt x="1570387" y="2678573"/>
                    </a:lnTo>
                    <a:lnTo>
                      <a:pt x="1569432" y="2681909"/>
                    </a:lnTo>
                    <a:lnTo>
                      <a:pt x="1564506" y="2681053"/>
                    </a:lnTo>
                    <a:lnTo>
                      <a:pt x="1560771" y="2678920"/>
                    </a:lnTo>
                    <a:lnTo>
                      <a:pt x="1555702" y="2672600"/>
                    </a:lnTo>
                    <a:lnTo>
                      <a:pt x="1548788" y="2660541"/>
                    </a:lnTo>
                    <a:lnTo>
                      <a:pt x="1534606" y="2627319"/>
                    </a:lnTo>
                    <a:lnTo>
                      <a:pt x="1531841" y="2622634"/>
                    </a:lnTo>
                    <a:lnTo>
                      <a:pt x="1527151" y="2617731"/>
                    </a:lnTo>
                    <a:lnTo>
                      <a:pt x="1529359" y="2616206"/>
                    </a:lnTo>
                    <a:lnTo>
                      <a:pt x="1533388" y="2615303"/>
                    </a:lnTo>
                    <a:lnTo>
                      <a:pt x="1542494" y="2600345"/>
                    </a:lnTo>
                    <a:lnTo>
                      <a:pt x="1549647" y="2591308"/>
                    </a:lnTo>
                    <a:lnTo>
                      <a:pt x="1552021" y="2585055"/>
                    </a:lnTo>
                    <a:lnTo>
                      <a:pt x="1551607" y="2582380"/>
                    </a:lnTo>
                    <a:lnTo>
                      <a:pt x="1548444" y="2578494"/>
                    </a:lnTo>
                    <a:lnTo>
                      <a:pt x="1544292" y="2581891"/>
                    </a:lnTo>
                    <a:lnTo>
                      <a:pt x="1542513" y="2580922"/>
                    </a:lnTo>
                    <a:lnTo>
                      <a:pt x="1537842" y="2573082"/>
                    </a:lnTo>
                    <a:lnTo>
                      <a:pt x="1533380" y="2570868"/>
                    </a:lnTo>
                    <a:lnTo>
                      <a:pt x="1530271" y="2572564"/>
                    </a:lnTo>
                    <a:lnTo>
                      <a:pt x="1533550" y="2578988"/>
                    </a:lnTo>
                    <a:lnTo>
                      <a:pt x="1536497" y="2581373"/>
                    </a:lnTo>
                    <a:lnTo>
                      <a:pt x="1535356" y="2590714"/>
                    </a:lnTo>
                    <a:lnTo>
                      <a:pt x="1534165" y="2593755"/>
                    </a:lnTo>
                    <a:lnTo>
                      <a:pt x="1531404" y="2596440"/>
                    </a:lnTo>
                    <a:lnTo>
                      <a:pt x="1527093" y="2595010"/>
                    </a:lnTo>
                    <a:lnTo>
                      <a:pt x="1524912" y="2597319"/>
                    </a:lnTo>
                    <a:lnTo>
                      <a:pt x="1522345" y="2594886"/>
                    </a:lnTo>
                    <a:lnTo>
                      <a:pt x="1519789" y="2590781"/>
                    </a:lnTo>
                    <a:lnTo>
                      <a:pt x="1516943" y="2584024"/>
                    </a:lnTo>
                    <a:lnTo>
                      <a:pt x="1524464" y="2545994"/>
                    </a:lnTo>
                    <a:lnTo>
                      <a:pt x="1531424" y="2521761"/>
                    </a:lnTo>
                    <a:lnTo>
                      <a:pt x="1532220" y="2494118"/>
                    </a:lnTo>
                    <a:lnTo>
                      <a:pt x="1532738" y="2490022"/>
                    </a:lnTo>
                    <a:lnTo>
                      <a:pt x="1532151" y="2482676"/>
                    </a:lnTo>
                    <a:lnTo>
                      <a:pt x="1522817" y="2466711"/>
                    </a:lnTo>
                    <a:lnTo>
                      <a:pt x="1481549" y="2427754"/>
                    </a:lnTo>
                    <a:lnTo>
                      <a:pt x="1449565" y="2381623"/>
                    </a:lnTo>
                    <a:lnTo>
                      <a:pt x="1421861" y="2364318"/>
                    </a:lnTo>
                    <a:lnTo>
                      <a:pt x="1400843" y="2368119"/>
                    </a:lnTo>
                    <a:lnTo>
                      <a:pt x="1397204" y="2371597"/>
                    </a:lnTo>
                    <a:lnTo>
                      <a:pt x="1395642" y="2376144"/>
                    </a:lnTo>
                    <a:lnTo>
                      <a:pt x="1396961" y="2381290"/>
                    </a:lnTo>
                    <a:lnTo>
                      <a:pt x="1395050" y="2383433"/>
                    </a:lnTo>
                    <a:lnTo>
                      <a:pt x="1389409" y="2383162"/>
                    </a:lnTo>
                    <a:lnTo>
                      <a:pt x="1381811" y="2384360"/>
                    </a:lnTo>
                    <a:lnTo>
                      <a:pt x="1361972" y="2396504"/>
                    </a:lnTo>
                    <a:lnTo>
                      <a:pt x="1354974" y="2396058"/>
                    </a:lnTo>
                    <a:lnTo>
                      <a:pt x="1348617" y="2399203"/>
                    </a:lnTo>
                    <a:lnTo>
                      <a:pt x="1343857" y="2401560"/>
                    </a:lnTo>
                    <a:lnTo>
                      <a:pt x="1331446" y="2402843"/>
                    </a:lnTo>
                    <a:lnTo>
                      <a:pt x="1320921" y="2405537"/>
                    </a:lnTo>
                    <a:lnTo>
                      <a:pt x="1316374" y="2404078"/>
                    </a:lnTo>
                    <a:lnTo>
                      <a:pt x="1313408" y="2397036"/>
                    </a:lnTo>
                    <a:lnTo>
                      <a:pt x="1313408" y="2389748"/>
                    </a:lnTo>
                    <a:lnTo>
                      <a:pt x="1315813" y="2395335"/>
                    </a:lnTo>
                    <a:lnTo>
                      <a:pt x="1319537" y="2399707"/>
                    </a:lnTo>
                    <a:lnTo>
                      <a:pt x="1321242" y="2397958"/>
                    </a:lnTo>
                    <a:lnTo>
                      <a:pt x="1321880" y="2394090"/>
                    </a:lnTo>
                    <a:lnTo>
                      <a:pt x="1318176" y="2386512"/>
                    </a:lnTo>
                    <a:lnTo>
                      <a:pt x="1306244" y="2376776"/>
                    </a:lnTo>
                    <a:lnTo>
                      <a:pt x="1292664" y="2362555"/>
                    </a:lnTo>
                    <a:lnTo>
                      <a:pt x="1296805" y="2363026"/>
                    </a:lnTo>
                    <a:lnTo>
                      <a:pt x="1297853" y="2359980"/>
                    </a:lnTo>
                    <a:lnTo>
                      <a:pt x="1293642" y="2355984"/>
                    </a:lnTo>
                    <a:lnTo>
                      <a:pt x="1295421" y="2351366"/>
                    </a:lnTo>
                    <a:lnTo>
                      <a:pt x="1298387" y="2346514"/>
                    </a:lnTo>
                    <a:lnTo>
                      <a:pt x="1292657" y="2347241"/>
                    </a:lnTo>
                    <a:lnTo>
                      <a:pt x="1287514" y="2350639"/>
                    </a:lnTo>
                    <a:lnTo>
                      <a:pt x="1287344" y="2354834"/>
                    </a:lnTo>
                    <a:lnTo>
                      <a:pt x="1286327" y="2358170"/>
                    </a:lnTo>
                    <a:lnTo>
                      <a:pt x="1283559" y="2357685"/>
                    </a:lnTo>
                    <a:lnTo>
                      <a:pt x="1278420" y="2353556"/>
                    </a:lnTo>
                    <a:lnTo>
                      <a:pt x="1253121" y="2342062"/>
                    </a:lnTo>
                    <a:lnTo>
                      <a:pt x="1231004" y="2335581"/>
                    </a:lnTo>
                    <a:lnTo>
                      <a:pt x="1247979" y="2332664"/>
                    </a:lnTo>
                    <a:lnTo>
                      <a:pt x="1257185" y="2334930"/>
                    </a:lnTo>
                    <a:lnTo>
                      <a:pt x="1256087" y="2331452"/>
                    </a:lnTo>
                    <a:lnTo>
                      <a:pt x="1253871" y="2329243"/>
                    </a:lnTo>
                    <a:lnTo>
                      <a:pt x="1246610" y="2326444"/>
                    </a:lnTo>
                    <a:lnTo>
                      <a:pt x="1237361" y="2327509"/>
                    </a:lnTo>
                    <a:lnTo>
                      <a:pt x="1231519" y="2326193"/>
                    </a:lnTo>
                    <a:lnTo>
                      <a:pt x="1225545" y="2328967"/>
                    </a:lnTo>
                    <a:lnTo>
                      <a:pt x="1218999" y="2333092"/>
                    </a:lnTo>
                    <a:lnTo>
                      <a:pt x="1213172" y="2335216"/>
                    </a:lnTo>
                    <a:lnTo>
                      <a:pt x="1190367" y="2338185"/>
                    </a:lnTo>
                    <a:lnTo>
                      <a:pt x="1171873" y="2341407"/>
                    </a:lnTo>
                    <a:lnTo>
                      <a:pt x="1174839" y="2338005"/>
                    </a:lnTo>
                    <a:lnTo>
                      <a:pt x="1178002" y="2335819"/>
                    </a:lnTo>
                    <a:lnTo>
                      <a:pt x="1188929" y="2332493"/>
                    </a:lnTo>
                    <a:lnTo>
                      <a:pt x="1190564" y="2325580"/>
                    </a:lnTo>
                    <a:lnTo>
                      <a:pt x="1187997" y="2318923"/>
                    </a:lnTo>
                    <a:lnTo>
                      <a:pt x="1185120" y="2320519"/>
                    </a:lnTo>
                    <a:lnTo>
                      <a:pt x="1182100" y="2325722"/>
                    </a:lnTo>
                    <a:lnTo>
                      <a:pt x="1178396" y="2321973"/>
                    </a:lnTo>
                    <a:lnTo>
                      <a:pt x="1174294" y="2321992"/>
                    </a:lnTo>
                    <a:lnTo>
                      <a:pt x="1173180" y="2330269"/>
                    </a:lnTo>
                    <a:lnTo>
                      <a:pt x="1167922" y="2335819"/>
                    </a:lnTo>
                    <a:lnTo>
                      <a:pt x="1165548" y="2341407"/>
                    </a:lnTo>
                    <a:lnTo>
                      <a:pt x="1150128" y="2345783"/>
                    </a:lnTo>
                    <a:lnTo>
                      <a:pt x="1148152" y="2344324"/>
                    </a:lnTo>
                    <a:lnTo>
                      <a:pt x="1152664" y="2339017"/>
                    </a:lnTo>
                    <a:lnTo>
                      <a:pt x="1152305" y="2336066"/>
                    </a:lnTo>
                    <a:lnTo>
                      <a:pt x="1147158" y="2338599"/>
                    </a:lnTo>
                    <a:lnTo>
                      <a:pt x="1138528" y="2348657"/>
                    </a:lnTo>
                    <a:lnTo>
                      <a:pt x="1108145" y="2351950"/>
                    </a:lnTo>
                    <a:lnTo>
                      <a:pt x="1109804" y="2349665"/>
                    </a:lnTo>
                    <a:lnTo>
                      <a:pt x="1116218" y="2349208"/>
                    </a:lnTo>
                    <a:lnTo>
                      <a:pt x="1125223" y="2346025"/>
                    </a:lnTo>
                    <a:lnTo>
                      <a:pt x="1123402" y="2340665"/>
                    </a:lnTo>
                    <a:lnTo>
                      <a:pt x="1119930" y="2334774"/>
                    </a:lnTo>
                    <a:lnTo>
                      <a:pt x="1116725" y="2334118"/>
                    </a:lnTo>
                    <a:lnTo>
                      <a:pt x="1114610" y="2330664"/>
                    </a:lnTo>
                    <a:lnTo>
                      <a:pt x="1114714" y="2319778"/>
                    </a:lnTo>
                    <a:lnTo>
                      <a:pt x="1112665" y="2313416"/>
                    </a:lnTo>
                    <a:lnTo>
                      <a:pt x="1107719" y="2306868"/>
                    </a:lnTo>
                    <a:lnTo>
                      <a:pt x="1106049" y="2308128"/>
                    </a:lnTo>
                    <a:lnTo>
                      <a:pt x="1102411" y="2319322"/>
                    </a:lnTo>
                    <a:lnTo>
                      <a:pt x="1099387" y="2334004"/>
                    </a:lnTo>
                    <a:lnTo>
                      <a:pt x="1097891" y="2338746"/>
                    </a:lnTo>
                    <a:lnTo>
                      <a:pt x="1088882" y="2339078"/>
                    </a:lnTo>
                    <a:lnTo>
                      <a:pt x="1080909" y="2338076"/>
                    </a:lnTo>
                    <a:lnTo>
                      <a:pt x="1053812" y="2339839"/>
                    </a:lnTo>
                    <a:lnTo>
                      <a:pt x="1043689" y="2334864"/>
                    </a:lnTo>
                    <a:lnTo>
                      <a:pt x="1039490" y="2333909"/>
                    </a:lnTo>
                    <a:lnTo>
                      <a:pt x="1036935" y="2334023"/>
                    </a:lnTo>
                    <a:lnTo>
                      <a:pt x="1025149" y="2338584"/>
                    </a:lnTo>
                    <a:lnTo>
                      <a:pt x="1011721" y="2342077"/>
                    </a:lnTo>
                    <a:lnTo>
                      <a:pt x="1008558" y="2340979"/>
                    </a:lnTo>
                    <a:lnTo>
                      <a:pt x="1004046" y="2340817"/>
                    </a:lnTo>
                    <a:lnTo>
                      <a:pt x="994310" y="2352706"/>
                    </a:lnTo>
                    <a:lnTo>
                      <a:pt x="982830" y="2358269"/>
                    </a:lnTo>
                    <a:lnTo>
                      <a:pt x="953866" y="2348268"/>
                    </a:lnTo>
                    <a:lnTo>
                      <a:pt x="946662" y="2340224"/>
                    </a:lnTo>
                    <a:lnTo>
                      <a:pt x="940267" y="2338503"/>
                    </a:lnTo>
                    <a:lnTo>
                      <a:pt x="932402" y="2337510"/>
                    </a:lnTo>
                    <a:lnTo>
                      <a:pt x="923954" y="2347408"/>
                    </a:lnTo>
                    <a:lnTo>
                      <a:pt x="917536" y="2360764"/>
                    </a:lnTo>
                    <a:lnTo>
                      <a:pt x="927677" y="2368086"/>
                    </a:lnTo>
                    <a:lnTo>
                      <a:pt x="936358" y="2371588"/>
                    </a:lnTo>
                    <a:lnTo>
                      <a:pt x="950703" y="2368651"/>
                    </a:lnTo>
                    <a:lnTo>
                      <a:pt x="958633" y="2362170"/>
                    </a:lnTo>
                    <a:lnTo>
                      <a:pt x="965110" y="2362384"/>
                    </a:lnTo>
                    <a:lnTo>
                      <a:pt x="968207" y="2361068"/>
                    </a:lnTo>
                    <a:lnTo>
                      <a:pt x="971033" y="2357685"/>
                    </a:lnTo>
                    <a:lnTo>
                      <a:pt x="976570" y="2360355"/>
                    </a:lnTo>
                    <a:lnTo>
                      <a:pt x="976767" y="2363030"/>
                    </a:lnTo>
                    <a:lnTo>
                      <a:pt x="972835" y="2366798"/>
                    </a:lnTo>
                    <a:lnTo>
                      <a:pt x="967882" y="2369972"/>
                    </a:lnTo>
                    <a:lnTo>
                      <a:pt x="964878" y="2373712"/>
                    </a:lnTo>
                    <a:lnTo>
                      <a:pt x="970530" y="2381247"/>
                    </a:lnTo>
                    <a:lnTo>
                      <a:pt x="979408" y="2383780"/>
                    </a:lnTo>
                    <a:lnTo>
                      <a:pt x="982749" y="2382687"/>
                    </a:lnTo>
                    <a:lnTo>
                      <a:pt x="984817" y="2374215"/>
                    </a:lnTo>
                    <a:lnTo>
                      <a:pt x="990277" y="2368761"/>
                    </a:lnTo>
                    <a:lnTo>
                      <a:pt x="997697" y="2369939"/>
                    </a:lnTo>
                    <a:lnTo>
                      <a:pt x="996641" y="2373360"/>
                    </a:lnTo>
                    <a:lnTo>
                      <a:pt x="997681" y="2376591"/>
                    </a:lnTo>
                    <a:lnTo>
                      <a:pt x="1001092" y="2382107"/>
                    </a:lnTo>
                    <a:lnTo>
                      <a:pt x="1000701" y="2390009"/>
                    </a:lnTo>
                    <a:lnTo>
                      <a:pt x="1001362" y="2391914"/>
                    </a:lnTo>
                    <a:lnTo>
                      <a:pt x="993366" y="2395402"/>
                    </a:lnTo>
                    <a:lnTo>
                      <a:pt x="987408" y="2396585"/>
                    </a:lnTo>
                    <a:lnTo>
                      <a:pt x="982640" y="2401151"/>
                    </a:lnTo>
                    <a:lnTo>
                      <a:pt x="985138" y="2403802"/>
                    </a:lnTo>
                    <a:lnTo>
                      <a:pt x="980282" y="2406131"/>
                    </a:lnTo>
                    <a:lnTo>
                      <a:pt x="976999" y="2405199"/>
                    </a:lnTo>
                    <a:lnTo>
                      <a:pt x="975348" y="2406059"/>
                    </a:lnTo>
                    <a:lnTo>
                      <a:pt x="974853" y="2408863"/>
                    </a:lnTo>
                    <a:lnTo>
                      <a:pt x="972344" y="2411466"/>
                    </a:lnTo>
                    <a:lnTo>
                      <a:pt x="975994" y="2419311"/>
                    </a:lnTo>
                    <a:lnTo>
                      <a:pt x="983476" y="2424433"/>
                    </a:lnTo>
                    <a:lnTo>
                      <a:pt x="988753" y="2430852"/>
                    </a:lnTo>
                    <a:lnTo>
                      <a:pt x="1009973" y="2439305"/>
                    </a:lnTo>
                    <a:lnTo>
                      <a:pt x="1015116" y="2439063"/>
                    </a:lnTo>
                    <a:lnTo>
                      <a:pt x="1020177" y="2447573"/>
                    </a:lnTo>
                    <a:lnTo>
                      <a:pt x="1024256" y="2450500"/>
                    </a:lnTo>
                    <a:lnTo>
                      <a:pt x="1028185" y="2451987"/>
                    </a:lnTo>
                    <a:lnTo>
                      <a:pt x="1027736" y="2457840"/>
                    </a:lnTo>
                    <a:lnTo>
                      <a:pt x="1020757" y="2462126"/>
                    </a:lnTo>
                    <a:lnTo>
                      <a:pt x="1018870" y="2467239"/>
                    </a:lnTo>
                    <a:lnTo>
                      <a:pt x="1017115" y="2470113"/>
                    </a:lnTo>
                    <a:lnTo>
                      <a:pt x="1013967" y="2466474"/>
                    </a:lnTo>
                    <a:lnTo>
                      <a:pt x="1010735" y="2463837"/>
                    </a:lnTo>
                    <a:lnTo>
                      <a:pt x="1003253" y="2471857"/>
                    </a:lnTo>
                    <a:lnTo>
                      <a:pt x="999646" y="2473544"/>
                    </a:lnTo>
                    <a:lnTo>
                      <a:pt x="1001436" y="2464896"/>
                    </a:lnTo>
                    <a:lnTo>
                      <a:pt x="998609" y="2461509"/>
                    </a:lnTo>
                    <a:lnTo>
                      <a:pt x="994337" y="2452837"/>
                    </a:lnTo>
                    <a:lnTo>
                      <a:pt x="988112" y="2447473"/>
                    </a:lnTo>
                    <a:lnTo>
                      <a:pt x="983727" y="2445696"/>
                    </a:lnTo>
                    <a:lnTo>
                      <a:pt x="980313" y="2442303"/>
                    </a:lnTo>
                    <a:lnTo>
                      <a:pt x="976179" y="2440930"/>
                    </a:lnTo>
                    <a:lnTo>
                      <a:pt x="972653" y="2441282"/>
                    </a:lnTo>
                    <a:lnTo>
                      <a:pt x="966683" y="2439305"/>
                    </a:lnTo>
                    <a:lnTo>
                      <a:pt x="966289" y="2434691"/>
                    </a:lnTo>
                    <a:lnTo>
                      <a:pt x="964634" y="2431237"/>
                    </a:lnTo>
                    <a:lnTo>
                      <a:pt x="959963" y="2427160"/>
                    </a:lnTo>
                    <a:lnTo>
                      <a:pt x="937645" y="2419458"/>
                    </a:lnTo>
                    <a:lnTo>
                      <a:pt x="937510" y="2422647"/>
                    </a:lnTo>
                    <a:lnTo>
                      <a:pt x="939057" y="2425046"/>
                    </a:lnTo>
                    <a:lnTo>
                      <a:pt x="942262" y="2426643"/>
                    </a:lnTo>
                    <a:lnTo>
                      <a:pt x="946098" y="2429750"/>
                    </a:lnTo>
                    <a:lnTo>
                      <a:pt x="946063" y="2438954"/>
                    </a:lnTo>
                    <a:lnTo>
                      <a:pt x="944404" y="2442850"/>
                    </a:lnTo>
                    <a:lnTo>
                      <a:pt x="943693" y="2448399"/>
                    </a:lnTo>
                    <a:lnTo>
                      <a:pt x="942216" y="2454039"/>
                    </a:lnTo>
                    <a:lnTo>
                      <a:pt x="939486" y="2458487"/>
                    </a:lnTo>
                    <a:lnTo>
                      <a:pt x="933392" y="2461518"/>
                    </a:lnTo>
                    <a:lnTo>
                      <a:pt x="930705" y="2458981"/>
                    </a:lnTo>
                    <a:lnTo>
                      <a:pt x="926359" y="2446836"/>
                    </a:lnTo>
                    <a:lnTo>
                      <a:pt x="920215" y="2443011"/>
                    </a:lnTo>
                    <a:lnTo>
                      <a:pt x="910452" y="2442560"/>
                    </a:lnTo>
                    <a:lnTo>
                      <a:pt x="903821" y="2445306"/>
                    </a:lnTo>
                    <a:lnTo>
                      <a:pt x="896594" y="2457071"/>
                    </a:lnTo>
                    <a:lnTo>
                      <a:pt x="890771" y="2458995"/>
                    </a:lnTo>
                    <a:lnTo>
                      <a:pt x="870839" y="2452899"/>
                    </a:lnTo>
                    <a:lnTo>
                      <a:pt x="848081" y="2443610"/>
                    </a:lnTo>
                    <a:lnTo>
                      <a:pt x="848668" y="2440517"/>
                    </a:lnTo>
                    <a:lnTo>
                      <a:pt x="852249" y="2439524"/>
                    </a:lnTo>
                    <a:lnTo>
                      <a:pt x="859116" y="2440792"/>
                    </a:lnTo>
                    <a:lnTo>
                      <a:pt x="858752" y="2437604"/>
                    </a:lnTo>
                    <a:lnTo>
                      <a:pt x="851735" y="2427227"/>
                    </a:lnTo>
                    <a:lnTo>
                      <a:pt x="850447" y="2422542"/>
                    </a:lnTo>
                    <a:lnTo>
                      <a:pt x="851352" y="2416826"/>
                    </a:lnTo>
                    <a:lnTo>
                      <a:pt x="849063" y="2416954"/>
                    </a:lnTo>
                    <a:lnTo>
                      <a:pt x="844848" y="2421753"/>
                    </a:lnTo>
                    <a:lnTo>
                      <a:pt x="830337" y="2417686"/>
                    </a:lnTo>
                    <a:lnTo>
                      <a:pt x="826331" y="2412825"/>
                    </a:lnTo>
                    <a:lnTo>
                      <a:pt x="817806" y="2399127"/>
                    </a:lnTo>
                    <a:lnTo>
                      <a:pt x="805773" y="2398680"/>
                    </a:lnTo>
                    <a:lnTo>
                      <a:pt x="800329" y="2390375"/>
                    </a:lnTo>
                    <a:lnTo>
                      <a:pt x="790496" y="2393853"/>
                    </a:lnTo>
                    <a:lnTo>
                      <a:pt x="785516" y="2397702"/>
                    </a:lnTo>
                    <a:lnTo>
                      <a:pt x="781139" y="2403665"/>
                    </a:lnTo>
                    <a:lnTo>
                      <a:pt x="782844" y="2406758"/>
                    </a:lnTo>
                    <a:lnTo>
                      <a:pt x="787206" y="2411671"/>
                    </a:lnTo>
                    <a:lnTo>
                      <a:pt x="785214" y="2414042"/>
                    </a:lnTo>
                    <a:lnTo>
                      <a:pt x="771214" y="2417544"/>
                    </a:lnTo>
                    <a:lnTo>
                      <a:pt x="738711" y="2413628"/>
                    </a:lnTo>
                    <a:lnTo>
                      <a:pt x="729207" y="2409970"/>
                    </a:lnTo>
                    <a:lnTo>
                      <a:pt x="716452" y="2402234"/>
                    </a:lnTo>
                    <a:lnTo>
                      <a:pt x="698770" y="2395929"/>
                    </a:lnTo>
                    <a:lnTo>
                      <a:pt x="690256" y="2394912"/>
                    </a:lnTo>
                    <a:lnTo>
                      <a:pt x="681920" y="2396162"/>
                    </a:lnTo>
                    <a:lnTo>
                      <a:pt x="657661" y="2396808"/>
                    </a:lnTo>
                    <a:lnTo>
                      <a:pt x="652031" y="2398486"/>
                    </a:lnTo>
                    <a:lnTo>
                      <a:pt x="647237" y="2401165"/>
                    </a:lnTo>
                    <a:lnTo>
                      <a:pt x="644128" y="2398200"/>
                    </a:lnTo>
                    <a:lnTo>
                      <a:pt x="642690" y="2392907"/>
                    </a:lnTo>
                    <a:lnTo>
                      <a:pt x="645504" y="2392047"/>
                    </a:lnTo>
                    <a:lnTo>
                      <a:pt x="648636" y="2388935"/>
                    </a:lnTo>
                    <a:lnTo>
                      <a:pt x="651463" y="2382782"/>
                    </a:lnTo>
                    <a:lnTo>
                      <a:pt x="651784" y="2379062"/>
                    </a:lnTo>
                    <a:lnTo>
                      <a:pt x="649808" y="2376634"/>
                    </a:lnTo>
                    <a:lnTo>
                      <a:pt x="646050" y="2376391"/>
                    </a:lnTo>
                    <a:lnTo>
                      <a:pt x="637748" y="2392423"/>
                    </a:lnTo>
                    <a:lnTo>
                      <a:pt x="642492" y="2401408"/>
                    </a:lnTo>
                    <a:lnTo>
                      <a:pt x="642168" y="2404648"/>
                    </a:lnTo>
                    <a:lnTo>
                      <a:pt x="625603" y="2406492"/>
                    </a:lnTo>
                    <a:lnTo>
                      <a:pt x="588005" y="2424580"/>
                    </a:lnTo>
                    <a:lnTo>
                      <a:pt x="573343" y="2434335"/>
                    </a:lnTo>
                    <a:lnTo>
                      <a:pt x="574093" y="2431052"/>
                    </a:lnTo>
                    <a:lnTo>
                      <a:pt x="591821" y="2418408"/>
                    </a:lnTo>
                    <a:lnTo>
                      <a:pt x="585561" y="2416474"/>
                    </a:lnTo>
                    <a:lnTo>
                      <a:pt x="575481" y="2419634"/>
                    </a:lnTo>
                    <a:lnTo>
                      <a:pt x="571866" y="2418418"/>
                    </a:lnTo>
                    <a:lnTo>
                      <a:pt x="576135" y="2407965"/>
                    </a:lnTo>
                    <a:lnTo>
                      <a:pt x="574743" y="2398747"/>
                    </a:lnTo>
                    <a:lnTo>
                      <a:pt x="567586" y="2398495"/>
                    </a:lnTo>
                    <a:lnTo>
                      <a:pt x="563027" y="2405855"/>
                    </a:lnTo>
                    <a:lnTo>
                      <a:pt x="559860" y="2405541"/>
                    </a:lnTo>
                    <a:lnTo>
                      <a:pt x="555712" y="2402387"/>
                    </a:lnTo>
                    <a:lnTo>
                      <a:pt x="552498" y="2403384"/>
                    </a:lnTo>
                    <a:lnTo>
                      <a:pt x="554876" y="2420062"/>
                    </a:lnTo>
                    <a:lnTo>
                      <a:pt x="559385" y="2426923"/>
                    </a:lnTo>
                    <a:lnTo>
                      <a:pt x="563155" y="2435670"/>
                    </a:lnTo>
                    <a:lnTo>
                      <a:pt x="552858" y="2446480"/>
                    </a:lnTo>
                    <a:lnTo>
                      <a:pt x="543296" y="2455398"/>
                    </a:lnTo>
                    <a:lnTo>
                      <a:pt x="542260" y="2464017"/>
                    </a:lnTo>
                    <a:lnTo>
                      <a:pt x="532651" y="2475245"/>
                    </a:lnTo>
                    <a:lnTo>
                      <a:pt x="523611" y="2481612"/>
                    </a:lnTo>
                    <a:lnTo>
                      <a:pt x="502373" y="2496579"/>
                    </a:lnTo>
                    <a:lnTo>
                      <a:pt x="496314" y="2499781"/>
                    </a:lnTo>
                    <a:lnTo>
                      <a:pt x="486728" y="2506728"/>
                    </a:lnTo>
                    <a:lnTo>
                      <a:pt x="473505" y="2511936"/>
                    </a:lnTo>
                    <a:lnTo>
                      <a:pt x="460826" y="2520203"/>
                    </a:lnTo>
                    <a:lnTo>
                      <a:pt x="456550" y="2521457"/>
                    </a:lnTo>
                    <a:lnTo>
                      <a:pt x="464647" y="2514459"/>
                    </a:lnTo>
                    <a:lnTo>
                      <a:pt x="474247" y="2507545"/>
                    </a:lnTo>
                    <a:lnTo>
                      <a:pt x="466011" y="2508491"/>
                    </a:lnTo>
                    <a:lnTo>
                      <a:pt x="453318" y="2505288"/>
                    </a:lnTo>
                    <a:lnTo>
                      <a:pt x="445550" y="2505103"/>
                    </a:lnTo>
                    <a:lnTo>
                      <a:pt x="445496" y="2507626"/>
                    </a:lnTo>
                    <a:lnTo>
                      <a:pt x="439587" y="2511190"/>
                    </a:lnTo>
                    <a:lnTo>
                      <a:pt x="433467" y="2505953"/>
                    </a:lnTo>
                    <a:lnTo>
                      <a:pt x="430799" y="2502433"/>
                    </a:lnTo>
                    <a:lnTo>
                      <a:pt x="429534" y="2499392"/>
                    </a:lnTo>
                    <a:lnTo>
                      <a:pt x="426936" y="2498655"/>
                    </a:lnTo>
                    <a:lnTo>
                      <a:pt x="424438" y="2500066"/>
                    </a:lnTo>
                    <a:lnTo>
                      <a:pt x="433575" y="2521481"/>
                    </a:lnTo>
                    <a:lnTo>
                      <a:pt x="437469" y="2522408"/>
                    </a:lnTo>
                    <a:lnTo>
                      <a:pt x="441776" y="2524536"/>
                    </a:lnTo>
                    <a:lnTo>
                      <a:pt x="436413" y="2529525"/>
                    </a:lnTo>
                    <a:lnTo>
                      <a:pt x="430640" y="2533312"/>
                    </a:lnTo>
                    <a:lnTo>
                      <a:pt x="421562" y="2535826"/>
                    </a:lnTo>
                    <a:lnTo>
                      <a:pt x="413867" y="2528010"/>
                    </a:lnTo>
                    <a:lnTo>
                      <a:pt x="412201" y="2537817"/>
                    </a:lnTo>
                    <a:lnTo>
                      <a:pt x="411226" y="2547609"/>
                    </a:lnTo>
                    <a:lnTo>
                      <a:pt x="408643" y="2550123"/>
                    </a:lnTo>
                    <a:lnTo>
                      <a:pt x="404518" y="2553705"/>
                    </a:lnTo>
                    <a:lnTo>
                      <a:pt x="402279" y="2551002"/>
                    </a:lnTo>
                    <a:lnTo>
                      <a:pt x="401216" y="2547215"/>
                    </a:lnTo>
                    <a:lnTo>
                      <a:pt x="398575" y="2550593"/>
                    </a:lnTo>
                    <a:lnTo>
                      <a:pt x="394708" y="2553130"/>
                    </a:lnTo>
                    <a:lnTo>
                      <a:pt x="388329" y="2553639"/>
                    </a:lnTo>
                    <a:lnTo>
                      <a:pt x="383542" y="2554993"/>
                    </a:lnTo>
                    <a:lnTo>
                      <a:pt x="383654" y="2559051"/>
                    </a:lnTo>
                    <a:lnTo>
                      <a:pt x="384748" y="2563127"/>
                    </a:lnTo>
                    <a:lnTo>
                      <a:pt x="393216" y="2559906"/>
                    </a:lnTo>
                    <a:lnTo>
                      <a:pt x="390146" y="2570392"/>
                    </a:lnTo>
                    <a:lnTo>
                      <a:pt x="382359" y="2580755"/>
                    </a:lnTo>
                    <a:lnTo>
                      <a:pt x="376014" y="2583202"/>
                    </a:lnTo>
                    <a:lnTo>
                      <a:pt x="366309" y="2581687"/>
                    </a:lnTo>
                    <a:lnTo>
                      <a:pt x="363911" y="2582727"/>
                    </a:lnTo>
                    <a:lnTo>
                      <a:pt x="361765" y="2584880"/>
                    </a:lnTo>
                    <a:lnTo>
                      <a:pt x="373071" y="2601091"/>
                    </a:lnTo>
                    <a:lnTo>
                      <a:pt x="365806" y="2625542"/>
                    </a:lnTo>
                    <a:lnTo>
                      <a:pt x="361162" y="2634404"/>
                    </a:lnTo>
                    <a:lnTo>
                      <a:pt x="357941" y="2635539"/>
                    </a:lnTo>
                    <a:lnTo>
                      <a:pt x="354450" y="2635796"/>
                    </a:lnTo>
                    <a:lnTo>
                      <a:pt x="341918" y="2627918"/>
                    </a:lnTo>
                    <a:lnTo>
                      <a:pt x="335082" y="2621827"/>
                    </a:lnTo>
                    <a:lnTo>
                      <a:pt x="341106" y="2638404"/>
                    </a:lnTo>
                    <a:lnTo>
                      <a:pt x="357520" y="2643246"/>
                    </a:lnTo>
                    <a:lnTo>
                      <a:pt x="358359" y="2649518"/>
                    </a:lnTo>
                    <a:lnTo>
                      <a:pt x="358266" y="2654878"/>
                    </a:lnTo>
                    <a:lnTo>
                      <a:pt x="355034" y="2661169"/>
                    </a:lnTo>
                    <a:lnTo>
                      <a:pt x="352010" y="2669526"/>
                    </a:lnTo>
                    <a:lnTo>
                      <a:pt x="354241" y="2675347"/>
                    </a:lnTo>
                    <a:lnTo>
                      <a:pt x="356832" y="2689739"/>
                    </a:lnTo>
                    <a:lnTo>
                      <a:pt x="359047" y="2696343"/>
                    </a:lnTo>
                    <a:lnTo>
                      <a:pt x="361483" y="2716380"/>
                    </a:lnTo>
                    <a:lnTo>
                      <a:pt x="364074" y="2725071"/>
                    </a:lnTo>
                    <a:lnTo>
                      <a:pt x="378995" y="2757052"/>
                    </a:lnTo>
                    <a:lnTo>
                      <a:pt x="384025" y="2757299"/>
                    </a:lnTo>
                    <a:lnTo>
                      <a:pt x="384833" y="2760763"/>
                    </a:lnTo>
                    <a:lnTo>
                      <a:pt x="384354" y="2767406"/>
                    </a:lnTo>
                    <a:lnTo>
                      <a:pt x="373620" y="2769340"/>
                    </a:lnTo>
                    <a:lnTo>
                      <a:pt x="369116" y="2772300"/>
                    </a:lnTo>
                    <a:lnTo>
                      <a:pt x="368238" y="2774870"/>
                    </a:lnTo>
                    <a:lnTo>
                      <a:pt x="367573" y="2776258"/>
                    </a:lnTo>
                    <a:lnTo>
                      <a:pt x="366189" y="2776129"/>
                    </a:lnTo>
                    <a:lnTo>
                      <a:pt x="361069" y="2774281"/>
                    </a:lnTo>
                    <a:lnTo>
                      <a:pt x="349431" y="2765196"/>
                    </a:lnTo>
                    <a:lnTo>
                      <a:pt x="332472" y="2759566"/>
                    </a:lnTo>
                    <a:lnTo>
                      <a:pt x="310190" y="2757385"/>
                    </a:lnTo>
                    <a:lnTo>
                      <a:pt x="294967" y="2752838"/>
                    </a:lnTo>
                    <a:lnTo>
                      <a:pt x="286805" y="2745910"/>
                    </a:lnTo>
                    <a:lnTo>
                      <a:pt x="278271" y="2741805"/>
                    </a:lnTo>
                    <a:lnTo>
                      <a:pt x="269370" y="2740513"/>
                    </a:lnTo>
                    <a:lnTo>
                      <a:pt x="261997" y="2736754"/>
                    </a:lnTo>
                    <a:lnTo>
                      <a:pt x="256151" y="2730530"/>
                    </a:lnTo>
                    <a:lnTo>
                      <a:pt x="247602" y="2726558"/>
                    </a:lnTo>
                    <a:lnTo>
                      <a:pt x="236350" y="2724833"/>
                    </a:lnTo>
                    <a:lnTo>
                      <a:pt x="229027" y="2720167"/>
                    </a:lnTo>
                    <a:lnTo>
                      <a:pt x="223935" y="2708759"/>
                    </a:lnTo>
                    <a:lnTo>
                      <a:pt x="223911" y="2708588"/>
                    </a:lnTo>
                    <a:lnTo>
                      <a:pt x="219353" y="2689516"/>
                    </a:lnTo>
                    <a:lnTo>
                      <a:pt x="213611" y="2677566"/>
                    </a:lnTo>
                    <a:lnTo>
                      <a:pt x="202437" y="2662779"/>
                    </a:lnTo>
                    <a:lnTo>
                      <a:pt x="201408" y="2660831"/>
                    </a:lnTo>
                    <a:lnTo>
                      <a:pt x="201315" y="2658398"/>
                    </a:lnTo>
                    <a:lnTo>
                      <a:pt x="202699" y="2649794"/>
                    </a:lnTo>
                    <a:lnTo>
                      <a:pt x="201520" y="2643607"/>
                    </a:lnTo>
                    <a:lnTo>
                      <a:pt x="197982" y="2638566"/>
                    </a:lnTo>
                    <a:lnTo>
                      <a:pt x="197170" y="2633230"/>
                    </a:lnTo>
                    <a:lnTo>
                      <a:pt x="199088" y="2627614"/>
                    </a:lnTo>
                    <a:lnTo>
                      <a:pt x="199212" y="2620867"/>
                    </a:lnTo>
                    <a:lnTo>
                      <a:pt x="197545" y="2612989"/>
                    </a:lnTo>
                    <a:lnTo>
                      <a:pt x="190419" y="2604470"/>
                    </a:lnTo>
                    <a:lnTo>
                      <a:pt x="177834" y="2595318"/>
                    </a:lnTo>
                    <a:lnTo>
                      <a:pt x="167112" y="2581953"/>
                    </a:lnTo>
                    <a:lnTo>
                      <a:pt x="158261" y="2564382"/>
                    </a:lnTo>
                    <a:lnTo>
                      <a:pt x="149507" y="2552209"/>
                    </a:lnTo>
                    <a:lnTo>
                      <a:pt x="140850" y="2545428"/>
                    </a:lnTo>
                    <a:lnTo>
                      <a:pt x="134930" y="2537151"/>
                    </a:lnTo>
                    <a:lnTo>
                      <a:pt x="131744" y="2527378"/>
                    </a:lnTo>
                    <a:lnTo>
                      <a:pt x="130805" y="2521704"/>
                    </a:lnTo>
                    <a:lnTo>
                      <a:pt x="132104" y="2520136"/>
                    </a:lnTo>
                    <a:lnTo>
                      <a:pt x="126784" y="2509270"/>
                    </a:lnTo>
                    <a:lnTo>
                      <a:pt x="114844" y="2489114"/>
                    </a:lnTo>
                    <a:lnTo>
                      <a:pt x="107984" y="2474375"/>
                    </a:lnTo>
                    <a:lnTo>
                      <a:pt x="106217" y="2465058"/>
                    </a:lnTo>
                    <a:lnTo>
                      <a:pt x="98620" y="2453968"/>
                    </a:lnTo>
                    <a:lnTo>
                      <a:pt x="85195" y="2441106"/>
                    </a:lnTo>
                    <a:lnTo>
                      <a:pt x="77895" y="2432739"/>
                    </a:lnTo>
                    <a:lnTo>
                      <a:pt x="76101" y="2426928"/>
                    </a:lnTo>
                    <a:lnTo>
                      <a:pt x="55152" y="2410027"/>
                    </a:lnTo>
                    <a:lnTo>
                      <a:pt x="49066" y="2399469"/>
                    </a:lnTo>
                    <a:lnTo>
                      <a:pt x="44314" y="2396134"/>
                    </a:lnTo>
                    <a:lnTo>
                      <a:pt x="38858" y="2396495"/>
                    </a:lnTo>
                    <a:lnTo>
                      <a:pt x="36059" y="2395483"/>
                    </a:lnTo>
                    <a:lnTo>
                      <a:pt x="35920" y="2393097"/>
                    </a:lnTo>
                    <a:lnTo>
                      <a:pt x="34153" y="2392983"/>
                    </a:lnTo>
                    <a:lnTo>
                      <a:pt x="30754" y="2395150"/>
                    </a:lnTo>
                    <a:lnTo>
                      <a:pt x="19611" y="2395587"/>
                    </a:lnTo>
                    <a:lnTo>
                      <a:pt x="719" y="2394300"/>
                    </a:lnTo>
                    <a:lnTo>
                      <a:pt x="0" y="2394148"/>
                    </a:lnTo>
                    <a:lnTo>
                      <a:pt x="0" y="715295"/>
                    </a:lnTo>
                    <a:lnTo>
                      <a:pt x="1327176" y="715295"/>
                    </a:lnTo>
                    <a:lnTo>
                      <a:pt x="1340629" y="722114"/>
                    </a:lnTo>
                    <a:lnTo>
                      <a:pt x="1355998" y="729901"/>
                    </a:lnTo>
                    <a:lnTo>
                      <a:pt x="1359873" y="742849"/>
                    </a:lnTo>
                    <a:lnTo>
                      <a:pt x="1363646" y="755455"/>
                    </a:lnTo>
                    <a:lnTo>
                      <a:pt x="1372644" y="764606"/>
                    </a:lnTo>
                    <a:lnTo>
                      <a:pt x="1380880" y="772964"/>
                    </a:lnTo>
                    <a:lnTo>
                      <a:pt x="1385647" y="772526"/>
                    </a:lnTo>
                    <a:lnTo>
                      <a:pt x="1390484" y="768996"/>
                    </a:lnTo>
                    <a:lnTo>
                      <a:pt x="1393554" y="767295"/>
                    </a:lnTo>
                    <a:lnTo>
                      <a:pt x="1398700" y="767015"/>
                    </a:lnTo>
                    <a:lnTo>
                      <a:pt x="1410145" y="763993"/>
                    </a:lnTo>
                    <a:lnTo>
                      <a:pt x="1413529" y="764653"/>
                    </a:lnTo>
                    <a:lnTo>
                      <a:pt x="1415450" y="766164"/>
                    </a:lnTo>
                    <a:lnTo>
                      <a:pt x="1415609" y="768531"/>
                    </a:lnTo>
                    <a:lnTo>
                      <a:pt x="1415218" y="770412"/>
                    </a:lnTo>
                    <a:lnTo>
                      <a:pt x="1413448" y="774189"/>
                    </a:lnTo>
                    <a:lnTo>
                      <a:pt x="1416243" y="781388"/>
                    </a:lnTo>
                    <a:lnTo>
                      <a:pt x="1416831" y="789385"/>
                    </a:lnTo>
                    <a:lnTo>
                      <a:pt x="1418366" y="795428"/>
                    </a:lnTo>
                    <a:lnTo>
                      <a:pt x="1423052" y="803164"/>
                    </a:lnTo>
                    <a:lnTo>
                      <a:pt x="1427123" y="809208"/>
                    </a:lnTo>
                    <a:lnTo>
                      <a:pt x="1432251" y="810376"/>
                    </a:lnTo>
                    <a:lnTo>
                      <a:pt x="1444117" y="806856"/>
                    </a:lnTo>
                    <a:lnTo>
                      <a:pt x="1451552" y="805525"/>
                    </a:lnTo>
                    <a:lnTo>
                      <a:pt x="1455775" y="806100"/>
                    </a:lnTo>
                    <a:lnTo>
                      <a:pt x="1462997" y="811759"/>
                    </a:lnTo>
                    <a:lnTo>
                      <a:pt x="1466531" y="815161"/>
                    </a:lnTo>
                    <a:lnTo>
                      <a:pt x="1467374" y="817988"/>
                    </a:lnTo>
                    <a:lnTo>
                      <a:pt x="1457619" y="835264"/>
                    </a:lnTo>
                    <a:lnTo>
                      <a:pt x="1473089" y="843836"/>
                    </a:lnTo>
                    <a:lnTo>
                      <a:pt x="1490353" y="853206"/>
                    </a:lnTo>
                    <a:lnTo>
                      <a:pt x="1510939" y="864376"/>
                    </a:lnTo>
                    <a:lnTo>
                      <a:pt x="1523524" y="871214"/>
                    </a:lnTo>
                    <a:lnTo>
                      <a:pt x="1540100" y="880978"/>
                    </a:lnTo>
                    <a:lnTo>
                      <a:pt x="1542938" y="894890"/>
                    </a:lnTo>
                    <a:lnTo>
                      <a:pt x="1545328" y="906631"/>
                    </a:lnTo>
                    <a:lnTo>
                      <a:pt x="1548375" y="923000"/>
                    </a:lnTo>
                    <a:lnTo>
                      <a:pt x="1551479" y="939696"/>
                    </a:lnTo>
                    <a:lnTo>
                      <a:pt x="1554577" y="956331"/>
                    </a:lnTo>
                    <a:lnTo>
                      <a:pt x="1557859" y="973987"/>
                    </a:lnTo>
                    <a:lnTo>
                      <a:pt x="1561467" y="993383"/>
                    </a:lnTo>
                    <a:lnTo>
                      <a:pt x="1564672" y="1010597"/>
                    </a:lnTo>
                    <a:lnTo>
                      <a:pt x="1568171" y="1029389"/>
                    </a:lnTo>
                    <a:lnTo>
                      <a:pt x="1572823" y="1053845"/>
                    </a:lnTo>
                    <a:lnTo>
                      <a:pt x="1568662" y="1063267"/>
                    </a:lnTo>
                    <a:lnTo>
                      <a:pt x="1559603" y="1083783"/>
                    </a:lnTo>
                    <a:lnTo>
                      <a:pt x="1551414" y="1102328"/>
                    </a:lnTo>
                    <a:lnTo>
                      <a:pt x="1550698" y="1107707"/>
                    </a:lnTo>
                    <a:lnTo>
                      <a:pt x="1545069" y="1134747"/>
                    </a:lnTo>
                    <a:lnTo>
                      <a:pt x="1540556" y="1145918"/>
                    </a:lnTo>
                    <a:lnTo>
                      <a:pt x="1532653" y="1152403"/>
                    </a:lnTo>
                    <a:lnTo>
                      <a:pt x="1524808" y="1158690"/>
                    </a:lnTo>
                    <a:lnTo>
                      <a:pt x="1515022" y="1169224"/>
                    </a:lnTo>
                    <a:lnTo>
                      <a:pt x="1504257" y="1174426"/>
                    </a:lnTo>
                    <a:lnTo>
                      <a:pt x="1498759" y="1177486"/>
                    </a:lnTo>
                    <a:lnTo>
                      <a:pt x="1495878" y="1182314"/>
                    </a:lnTo>
                    <a:lnTo>
                      <a:pt x="1492700" y="1192895"/>
                    </a:lnTo>
                    <a:lnTo>
                      <a:pt x="1493311" y="1209055"/>
                    </a:lnTo>
                    <a:lnTo>
                      <a:pt x="1502177" y="1222962"/>
                    </a:lnTo>
                    <a:lnTo>
                      <a:pt x="1515145" y="1230740"/>
                    </a:lnTo>
                    <a:lnTo>
                      <a:pt x="1529096" y="1238314"/>
                    </a:lnTo>
                    <a:lnTo>
                      <a:pt x="1548970" y="1238347"/>
                    </a:lnTo>
                    <a:lnTo>
                      <a:pt x="1566845" y="1228241"/>
                    </a:lnTo>
                    <a:lnTo>
                      <a:pt x="1585783" y="1217536"/>
                    </a:lnTo>
                    <a:lnTo>
                      <a:pt x="1602669" y="1207990"/>
                    </a:lnTo>
                    <a:lnTo>
                      <a:pt x="1622752" y="1196639"/>
                    </a:lnTo>
                    <a:lnTo>
                      <a:pt x="1640940" y="1186352"/>
                    </a:lnTo>
                    <a:lnTo>
                      <a:pt x="1660690" y="1182656"/>
                    </a:lnTo>
                    <a:lnTo>
                      <a:pt x="1688058" y="1177539"/>
                    </a:lnTo>
                    <a:lnTo>
                      <a:pt x="1722509" y="1171091"/>
                    </a:lnTo>
                    <a:lnTo>
                      <a:pt x="1739282" y="1163750"/>
                    </a:lnTo>
                    <a:lnTo>
                      <a:pt x="1760957" y="1154261"/>
                    </a:lnTo>
                    <a:lnTo>
                      <a:pt x="1785962" y="1143314"/>
                    </a:lnTo>
                    <a:lnTo>
                      <a:pt x="1807542" y="1133868"/>
                    </a:lnTo>
                    <a:lnTo>
                      <a:pt x="1818391" y="1128632"/>
                    </a:lnTo>
                    <a:lnTo>
                      <a:pt x="1826109" y="1122660"/>
                    </a:lnTo>
                    <a:lnTo>
                      <a:pt x="1828023" y="1118241"/>
                    </a:lnTo>
                    <a:lnTo>
                      <a:pt x="1827567" y="1115703"/>
                    </a:lnTo>
                    <a:lnTo>
                      <a:pt x="1825575" y="1113161"/>
                    </a:lnTo>
                    <a:lnTo>
                      <a:pt x="1822822" y="1111285"/>
                    </a:lnTo>
                    <a:lnTo>
                      <a:pt x="1820375" y="1109688"/>
                    </a:lnTo>
                    <a:lnTo>
                      <a:pt x="1819226" y="1107712"/>
                    </a:lnTo>
                    <a:lnTo>
                      <a:pt x="1818998" y="1103388"/>
                    </a:lnTo>
                    <a:lnTo>
                      <a:pt x="1817498" y="1100903"/>
                    </a:lnTo>
                    <a:lnTo>
                      <a:pt x="1816067" y="1099073"/>
                    </a:lnTo>
                    <a:lnTo>
                      <a:pt x="1816609" y="1082339"/>
                    </a:lnTo>
                    <a:lnTo>
                      <a:pt x="1814722" y="1077150"/>
                    </a:lnTo>
                    <a:lnTo>
                      <a:pt x="1807689" y="1063998"/>
                    </a:lnTo>
                    <a:lnTo>
                      <a:pt x="1821102" y="1058102"/>
                    </a:lnTo>
                    <a:lnTo>
                      <a:pt x="1833529" y="1052633"/>
                    </a:lnTo>
                    <a:lnTo>
                      <a:pt x="1843439" y="1048585"/>
                    </a:lnTo>
                    <a:lnTo>
                      <a:pt x="1864198" y="1047948"/>
                    </a:lnTo>
                    <a:lnTo>
                      <a:pt x="1883477" y="1048029"/>
                    </a:lnTo>
                    <a:lnTo>
                      <a:pt x="1910048" y="1048138"/>
                    </a:lnTo>
                    <a:lnTo>
                      <a:pt x="1932435" y="1048228"/>
                    </a:lnTo>
                    <a:lnTo>
                      <a:pt x="1958554" y="1048338"/>
                    </a:lnTo>
                    <a:lnTo>
                      <a:pt x="1973865" y="1048399"/>
                    </a:lnTo>
                    <a:lnTo>
                      <a:pt x="1993929" y="1048209"/>
                    </a:lnTo>
                    <a:lnTo>
                      <a:pt x="2003707" y="1033029"/>
                    </a:lnTo>
                    <a:lnTo>
                      <a:pt x="2012446" y="1019454"/>
                    </a:lnTo>
                    <a:lnTo>
                      <a:pt x="2022069" y="1006482"/>
                    </a:lnTo>
                    <a:lnTo>
                      <a:pt x="2039179" y="991254"/>
                    </a:lnTo>
                    <a:lnTo>
                      <a:pt x="2044147" y="988517"/>
                    </a:lnTo>
                    <a:lnTo>
                      <a:pt x="2046889" y="982511"/>
                    </a:lnTo>
                    <a:lnTo>
                      <a:pt x="2057259" y="976805"/>
                    </a:lnTo>
                    <a:lnTo>
                      <a:pt x="2068685" y="971512"/>
                    </a:lnTo>
                    <a:lnTo>
                      <a:pt x="2073166" y="966546"/>
                    </a:lnTo>
                    <a:lnTo>
                      <a:pt x="2075335" y="963719"/>
                    </a:lnTo>
                    <a:lnTo>
                      <a:pt x="2106271" y="936940"/>
                    </a:lnTo>
                    <a:lnTo>
                      <a:pt x="2123841" y="924572"/>
                    </a:lnTo>
                    <a:lnTo>
                      <a:pt x="2138352" y="917687"/>
                    </a:lnTo>
                    <a:lnTo>
                      <a:pt x="2149399" y="914399"/>
                    </a:lnTo>
                    <a:lnTo>
                      <a:pt x="2156857" y="914870"/>
                    </a:lnTo>
                    <a:lnTo>
                      <a:pt x="2161099" y="914404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69" name="ph3869"/>
              <p:cNvSpPr/>
              <p:nvPr/>
            </p:nvSpPr>
            <p:spPr>
              <a:xfrm>
                <a:off x="3457741" y="1402713"/>
                <a:ext cx="968059" cy="948539"/>
              </a:xfrm>
              <a:custGeom>
                <a:avLst/>
                <a:gdLst/>
                <a:ahLst/>
                <a:cxnLst/>
                <a:rect l="0" t="0" r="0" b="0"/>
                <a:pathLst>
                  <a:path w="968059" h="948539">
                    <a:moveTo>
                      <a:pt x="914400" y="914400"/>
                    </a:moveTo>
                    <a:lnTo>
                      <a:pt x="919488" y="915036"/>
                    </a:lnTo>
                    <a:lnTo>
                      <a:pt x="923865" y="913188"/>
                    </a:lnTo>
                    <a:lnTo>
                      <a:pt x="928010" y="909453"/>
                    </a:lnTo>
                    <a:lnTo>
                      <a:pt x="937634" y="904402"/>
                    </a:lnTo>
                    <a:lnTo>
                      <a:pt x="945835" y="902193"/>
                    </a:lnTo>
                    <a:lnTo>
                      <a:pt x="948417" y="901737"/>
                    </a:lnTo>
                    <a:lnTo>
                      <a:pt x="952326" y="905282"/>
                    </a:lnTo>
                    <a:lnTo>
                      <a:pt x="960083" y="902435"/>
                    </a:lnTo>
                    <a:lnTo>
                      <a:pt x="968059" y="900839"/>
                    </a:lnTo>
                    <a:lnTo>
                      <a:pt x="933554" y="917046"/>
                    </a:lnTo>
                    <a:lnTo>
                      <a:pt x="926498" y="918871"/>
                    </a:lnTo>
                    <a:lnTo>
                      <a:pt x="916402" y="923698"/>
                    </a:lnTo>
                    <a:lnTo>
                      <a:pt x="906860" y="927119"/>
                    </a:lnTo>
                    <a:lnTo>
                      <a:pt x="899989" y="928364"/>
                    </a:lnTo>
                    <a:lnTo>
                      <a:pt x="865824" y="940395"/>
                    </a:lnTo>
                    <a:lnTo>
                      <a:pt x="863114" y="940656"/>
                    </a:lnTo>
                    <a:lnTo>
                      <a:pt x="860183" y="939482"/>
                    </a:lnTo>
                    <a:lnTo>
                      <a:pt x="832042" y="945678"/>
                    </a:lnTo>
                    <a:lnTo>
                      <a:pt x="820493" y="946377"/>
                    </a:lnTo>
                    <a:lnTo>
                      <a:pt x="809976" y="948539"/>
                    </a:lnTo>
                    <a:lnTo>
                      <a:pt x="817755" y="943550"/>
                    </a:lnTo>
                    <a:lnTo>
                      <a:pt x="817925" y="941682"/>
                    </a:lnTo>
                    <a:lnTo>
                      <a:pt x="816065" y="940224"/>
                    </a:lnTo>
                    <a:lnTo>
                      <a:pt x="811905" y="940646"/>
                    </a:lnTo>
                    <a:lnTo>
                      <a:pt x="807644" y="945783"/>
                    </a:lnTo>
                    <a:lnTo>
                      <a:pt x="800843" y="947498"/>
                    </a:lnTo>
                    <a:lnTo>
                      <a:pt x="799486" y="941906"/>
                    </a:lnTo>
                    <a:lnTo>
                      <a:pt x="801755" y="937577"/>
                    </a:lnTo>
                    <a:lnTo>
                      <a:pt x="804829" y="933472"/>
                    </a:lnTo>
                    <a:lnTo>
                      <a:pt x="811584" y="927019"/>
                    </a:lnTo>
                    <a:lnTo>
                      <a:pt x="821247" y="922928"/>
                    </a:lnTo>
                    <a:lnTo>
                      <a:pt x="826157" y="919393"/>
                    </a:lnTo>
                    <a:lnTo>
                      <a:pt x="829560" y="922505"/>
                    </a:lnTo>
                    <a:lnTo>
                      <a:pt x="830306" y="918300"/>
                    </a:lnTo>
                    <a:lnTo>
                      <a:pt x="832924" y="915872"/>
                    </a:lnTo>
                    <a:lnTo>
                      <a:pt x="835769" y="914566"/>
                    </a:lnTo>
                    <a:lnTo>
                      <a:pt x="842613" y="914533"/>
                    </a:lnTo>
                    <a:lnTo>
                      <a:pt x="846298" y="913872"/>
                    </a:lnTo>
                    <a:lnTo>
                      <a:pt x="848962" y="912475"/>
                    </a:lnTo>
                    <a:lnTo>
                      <a:pt x="851696" y="912214"/>
                    </a:lnTo>
                    <a:lnTo>
                      <a:pt x="859181" y="914119"/>
                    </a:lnTo>
                    <a:lnTo>
                      <a:pt x="866493" y="913573"/>
                    </a:lnTo>
                    <a:lnTo>
                      <a:pt x="872397" y="910940"/>
                    </a:lnTo>
                    <a:lnTo>
                      <a:pt x="878533" y="910057"/>
                    </a:lnTo>
                    <a:lnTo>
                      <a:pt x="894765" y="909463"/>
                    </a:lnTo>
                    <a:lnTo>
                      <a:pt x="910896" y="907538"/>
                    </a:lnTo>
                    <a:lnTo>
                      <a:pt x="917346" y="904117"/>
                    </a:lnTo>
                    <a:lnTo>
                      <a:pt x="930894" y="894529"/>
                    </a:lnTo>
                    <a:lnTo>
                      <a:pt x="938689" y="891854"/>
                    </a:lnTo>
                    <a:lnTo>
                      <a:pt x="926552" y="902996"/>
                    </a:lnTo>
                    <a:lnTo>
                      <a:pt x="920029" y="908104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70" name="ph3870"/>
              <p:cNvSpPr/>
              <p:nvPr/>
            </p:nvSpPr>
            <p:spPr>
              <a:xfrm>
                <a:off x="3801048" y="1072674"/>
                <a:ext cx="919008" cy="920557"/>
              </a:xfrm>
              <a:custGeom>
                <a:avLst/>
                <a:gdLst/>
                <a:ahLst/>
                <a:cxnLst/>
                <a:rect l="0" t="0" r="0" b="0"/>
                <a:pathLst>
                  <a:path w="919008" h="920557">
                    <a:moveTo>
                      <a:pt x="914400" y="914400"/>
                    </a:moveTo>
                    <a:lnTo>
                      <a:pt x="909346" y="913573"/>
                    </a:lnTo>
                    <a:lnTo>
                      <a:pt x="909450" y="918709"/>
                    </a:lnTo>
                    <a:lnTo>
                      <a:pt x="908886" y="920557"/>
                    </a:lnTo>
                    <a:lnTo>
                      <a:pt x="903287" y="917916"/>
                    </a:lnTo>
                    <a:lnTo>
                      <a:pt x="901234" y="916215"/>
                    </a:lnTo>
                    <a:lnTo>
                      <a:pt x="901412" y="909410"/>
                    </a:lnTo>
                    <a:lnTo>
                      <a:pt x="906357" y="902977"/>
                    </a:lnTo>
                    <a:lnTo>
                      <a:pt x="910127" y="900435"/>
                    </a:lnTo>
                    <a:lnTo>
                      <a:pt x="914987" y="902198"/>
                    </a:lnTo>
                    <a:lnTo>
                      <a:pt x="918718" y="909401"/>
                    </a:lnTo>
                    <a:lnTo>
                      <a:pt x="919008" y="912504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71" name="ph3871"/>
              <p:cNvSpPr/>
              <p:nvPr/>
            </p:nvSpPr>
            <p:spPr>
              <a:xfrm>
                <a:off x="3326685" y="1441893"/>
                <a:ext cx="927743" cy="914399"/>
              </a:xfrm>
              <a:custGeom>
                <a:avLst/>
                <a:gdLst/>
                <a:ahLst/>
                <a:cxnLst/>
                <a:rect l="0" t="0" r="0" b="0"/>
                <a:pathLst>
                  <a:path w="927743" h="914399">
                    <a:moveTo>
                      <a:pt x="914400" y="914399"/>
                    </a:moveTo>
                    <a:lnTo>
                      <a:pt x="918177" y="905068"/>
                    </a:lnTo>
                    <a:lnTo>
                      <a:pt x="925121" y="900801"/>
                    </a:lnTo>
                    <a:lnTo>
                      <a:pt x="927635" y="901689"/>
                    </a:lnTo>
                    <a:lnTo>
                      <a:pt x="927743" y="904987"/>
                    </a:lnTo>
                    <a:lnTo>
                      <a:pt x="926769" y="907805"/>
                    </a:lnTo>
                    <a:lnTo>
                      <a:pt x="922109" y="912147"/>
                    </a:lnTo>
                    <a:lnTo>
                      <a:pt x="918181" y="91399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72" name="ph3872"/>
              <p:cNvSpPr/>
              <p:nvPr/>
            </p:nvSpPr>
            <p:spPr>
              <a:xfrm>
                <a:off x="3599926" y="1363195"/>
                <a:ext cx="936207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36207" h="914400">
                    <a:moveTo>
                      <a:pt x="914400" y="914400"/>
                    </a:moveTo>
                    <a:lnTo>
                      <a:pt x="910923" y="911330"/>
                    </a:lnTo>
                    <a:lnTo>
                      <a:pt x="916364" y="909909"/>
                    </a:lnTo>
                    <a:lnTo>
                      <a:pt x="923235" y="902616"/>
                    </a:lnTo>
                    <a:lnTo>
                      <a:pt x="927805" y="901770"/>
                    </a:lnTo>
                    <a:lnTo>
                      <a:pt x="934985" y="905899"/>
                    </a:lnTo>
                    <a:lnTo>
                      <a:pt x="936207" y="90964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73" name="ph3873"/>
              <p:cNvSpPr/>
              <p:nvPr/>
            </p:nvSpPr>
            <p:spPr>
              <a:xfrm>
                <a:off x="3559888" y="1349848"/>
                <a:ext cx="919063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19063" h="914400">
                    <a:moveTo>
                      <a:pt x="914400" y="914400"/>
                    </a:moveTo>
                    <a:lnTo>
                      <a:pt x="910019" y="913934"/>
                    </a:lnTo>
                    <a:lnTo>
                      <a:pt x="912242" y="910342"/>
                    </a:lnTo>
                    <a:lnTo>
                      <a:pt x="913089" y="905068"/>
                    </a:lnTo>
                    <a:lnTo>
                      <a:pt x="915250" y="899276"/>
                    </a:lnTo>
                    <a:lnTo>
                      <a:pt x="916495" y="897503"/>
                    </a:lnTo>
                    <a:lnTo>
                      <a:pt x="919063" y="895940"/>
                    </a:lnTo>
                    <a:lnTo>
                      <a:pt x="918320" y="911739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74" name="ph3874"/>
              <p:cNvSpPr/>
              <p:nvPr/>
            </p:nvSpPr>
            <p:spPr>
              <a:xfrm>
                <a:off x="3657750" y="1370783"/>
                <a:ext cx="920509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20509" h="914400">
                    <a:moveTo>
                      <a:pt x="914400" y="914400"/>
                    </a:moveTo>
                    <a:lnTo>
                      <a:pt x="900306" y="910812"/>
                    </a:lnTo>
                    <a:lnTo>
                      <a:pt x="911902" y="907771"/>
                    </a:lnTo>
                    <a:lnTo>
                      <a:pt x="913796" y="906712"/>
                    </a:lnTo>
                    <a:lnTo>
                      <a:pt x="915308" y="902241"/>
                    </a:lnTo>
                    <a:lnTo>
                      <a:pt x="915498" y="899998"/>
                    </a:lnTo>
                    <a:lnTo>
                      <a:pt x="919902" y="909615"/>
                    </a:lnTo>
                    <a:lnTo>
                      <a:pt x="920509" y="91283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75" name="ph3875"/>
              <p:cNvSpPr/>
              <p:nvPr/>
            </p:nvSpPr>
            <p:spPr>
              <a:xfrm>
                <a:off x="3214644" y="1897603"/>
                <a:ext cx="915594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15594" h="914400">
                    <a:moveTo>
                      <a:pt x="914399" y="914400"/>
                    </a:moveTo>
                    <a:lnTo>
                      <a:pt x="909141" y="903642"/>
                    </a:lnTo>
                    <a:lnTo>
                      <a:pt x="914550" y="907120"/>
                    </a:lnTo>
                    <a:lnTo>
                      <a:pt x="915517" y="910014"/>
                    </a:lnTo>
                    <a:lnTo>
                      <a:pt x="915594" y="91242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76" name="ph3876"/>
              <p:cNvSpPr/>
              <p:nvPr/>
            </p:nvSpPr>
            <p:spPr>
              <a:xfrm>
                <a:off x="3212467" y="1958203"/>
                <a:ext cx="931965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31965" h="914400">
                    <a:moveTo>
                      <a:pt x="914400" y="914400"/>
                    </a:moveTo>
                    <a:lnTo>
                      <a:pt x="913464" y="913549"/>
                    </a:lnTo>
                    <a:lnTo>
                      <a:pt x="925636" y="907999"/>
                    </a:lnTo>
                    <a:lnTo>
                      <a:pt x="929475" y="888452"/>
                    </a:lnTo>
                    <a:lnTo>
                      <a:pt x="930001" y="879438"/>
                    </a:lnTo>
                    <a:lnTo>
                      <a:pt x="928176" y="863550"/>
                    </a:lnTo>
                    <a:lnTo>
                      <a:pt x="928238" y="860266"/>
                    </a:lnTo>
                    <a:lnTo>
                      <a:pt x="930218" y="865388"/>
                    </a:lnTo>
                    <a:lnTo>
                      <a:pt x="931965" y="880213"/>
                    </a:lnTo>
                    <a:lnTo>
                      <a:pt x="931308" y="891455"/>
                    </a:lnTo>
                    <a:lnTo>
                      <a:pt x="927778" y="907833"/>
                    </a:lnTo>
                    <a:lnTo>
                      <a:pt x="925021" y="91174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77" name="ph3877"/>
              <p:cNvSpPr/>
              <p:nvPr/>
            </p:nvSpPr>
            <p:spPr>
              <a:xfrm>
                <a:off x="3189867" y="1967349"/>
                <a:ext cx="928791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28791" h="914400">
                    <a:moveTo>
                      <a:pt x="914399" y="914400"/>
                    </a:moveTo>
                    <a:lnTo>
                      <a:pt x="912776" y="913986"/>
                    </a:lnTo>
                    <a:lnTo>
                      <a:pt x="922218" y="909021"/>
                    </a:lnTo>
                    <a:lnTo>
                      <a:pt x="928791" y="90745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78" name="ph3878"/>
              <p:cNvSpPr/>
              <p:nvPr/>
            </p:nvSpPr>
            <p:spPr>
              <a:xfrm>
                <a:off x="3145135" y="2014773"/>
                <a:ext cx="939834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39834" h="914400">
                    <a:moveTo>
                      <a:pt x="914400" y="914400"/>
                    </a:moveTo>
                    <a:lnTo>
                      <a:pt x="921649" y="902250"/>
                    </a:lnTo>
                    <a:lnTo>
                      <a:pt x="935967" y="886841"/>
                    </a:lnTo>
                    <a:lnTo>
                      <a:pt x="939834" y="884484"/>
                    </a:lnTo>
                    <a:lnTo>
                      <a:pt x="927929" y="897646"/>
                    </a:lnTo>
                    <a:lnTo>
                      <a:pt x="916371" y="91328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79" name="ph3879"/>
              <p:cNvSpPr/>
              <p:nvPr/>
            </p:nvSpPr>
            <p:spPr>
              <a:xfrm>
                <a:off x="2706100" y="2813095"/>
                <a:ext cx="917222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17222" h="914400">
                    <a:moveTo>
                      <a:pt x="914400" y="914400"/>
                    </a:moveTo>
                    <a:lnTo>
                      <a:pt x="908689" y="912537"/>
                    </a:lnTo>
                    <a:lnTo>
                      <a:pt x="905568" y="909201"/>
                    </a:lnTo>
                    <a:lnTo>
                      <a:pt x="904223" y="902673"/>
                    </a:lnTo>
                    <a:lnTo>
                      <a:pt x="909195" y="909586"/>
                    </a:lnTo>
                    <a:lnTo>
                      <a:pt x="910978" y="911150"/>
                    </a:lnTo>
                    <a:lnTo>
                      <a:pt x="917222" y="91186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80" name="ph3880"/>
              <p:cNvSpPr/>
              <p:nvPr/>
            </p:nvSpPr>
            <p:spPr>
              <a:xfrm>
                <a:off x="2705121" y="2806666"/>
                <a:ext cx="914512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14512" h="914400">
                    <a:moveTo>
                      <a:pt x="914400" y="914400"/>
                    </a:moveTo>
                    <a:lnTo>
                      <a:pt x="910409" y="904825"/>
                    </a:lnTo>
                    <a:lnTo>
                      <a:pt x="907753" y="894244"/>
                    </a:lnTo>
                    <a:lnTo>
                      <a:pt x="911554" y="897670"/>
                    </a:lnTo>
                    <a:lnTo>
                      <a:pt x="914512" y="908684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81" name="ph3881"/>
              <p:cNvSpPr/>
              <p:nvPr/>
            </p:nvSpPr>
            <p:spPr>
              <a:xfrm>
                <a:off x="2824269" y="2956460"/>
                <a:ext cx="940015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40015" h="914400">
                    <a:moveTo>
                      <a:pt x="914400" y="914400"/>
                    </a:moveTo>
                    <a:lnTo>
                      <a:pt x="916143" y="909819"/>
                    </a:lnTo>
                    <a:lnTo>
                      <a:pt x="922280" y="900026"/>
                    </a:lnTo>
                    <a:lnTo>
                      <a:pt x="924263" y="895418"/>
                    </a:lnTo>
                    <a:lnTo>
                      <a:pt x="928408" y="892495"/>
                    </a:lnTo>
                    <a:lnTo>
                      <a:pt x="932267" y="887212"/>
                    </a:lnTo>
                    <a:lnTo>
                      <a:pt x="932557" y="881049"/>
                    </a:lnTo>
                    <a:lnTo>
                      <a:pt x="938163" y="876740"/>
                    </a:lnTo>
                    <a:lnTo>
                      <a:pt x="940015" y="876122"/>
                    </a:lnTo>
                    <a:lnTo>
                      <a:pt x="930136" y="89610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82" name="ph3882"/>
              <p:cNvSpPr/>
              <p:nvPr/>
            </p:nvSpPr>
            <p:spPr>
              <a:xfrm>
                <a:off x="1933393" y="2515432"/>
                <a:ext cx="920462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20462" h="914400">
                    <a:moveTo>
                      <a:pt x="914400" y="914400"/>
                    </a:moveTo>
                    <a:lnTo>
                      <a:pt x="901303" y="905970"/>
                    </a:lnTo>
                    <a:lnTo>
                      <a:pt x="900480" y="902350"/>
                    </a:lnTo>
                    <a:lnTo>
                      <a:pt x="906941" y="899076"/>
                    </a:lnTo>
                    <a:lnTo>
                      <a:pt x="910885" y="899366"/>
                    </a:lnTo>
                    <a:lnTo>
                      <a:pt x="917122" y="903647"/>
                    </a:lnTo>
                    <a:lnTo>
                      <a:pt x="919403" y="904840"/>
                    </a:lnTo>
                    <a:lnTo>
                      <a:pt x="920462" y="906574"/>
                    </a:lnTo>
                    <a:lnTo>
                      <a:pt x="919859" y="909287"/>
                    </a:lnTo>
                    <a:lnTo>
                      <a:pt x="917342" y="91301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83" name="ph3883"/>
              <p:cNvSpPr/>
              <p:nvPr/>
            </p:nvSpPr>
            <p:spPr>
              <a:xfrm>
                <a:off x="1521211" y="2669891"/>
                <a:ext cx="929943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29943" h="914400">
                    <a:moveTo>
                      <a:pt x="914399" y="914400"/>
                    </a:moveTo>
                    <a:lnTo>
                      <a:pt x="918231" y="906431"/>
                    </a:lnTo>
                    <a:lnTo>
                      <a:pt x="918943" y="903238"/>
                    </a:lnTo>
                    <a:lnTo>
                      <a:pt x="925226" y="893156"/>
                    </a:lnTo>
                    <a:lnTo>
                      <a:pt x="928543" y="891654"/>
                    </a:lnTo>
                    <a:lnTo>
                      <a:pt x="929943" y="895945"/>
                    </a:lnTo>
                    <a:lnTo>
                      <a:pt x="923482" y="903029"/>
                    </a:lnTo>
                    <a:lnTo>
                      <a:pt x="916116" y="91416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84" name="ph3884"/>
              <p:cNvSpPr/>
              <p:nvPr/>
            </p:nvSpPr>
            <p:spPr>
              <a:xfrm>
                <a:off x="1539813" y="2645635"/>
                <a:ext cx="945881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45881" h="914400">
                    <a:moveTo>
                      <a:pt x="914400" y="914400"/>
                    </a:moveTo>
                    <a:lnTo>
                      <a:pt x="918003" y="909144"/>
                    </a:lnTo>
                    <a:lnTo>
                      <a:pt x="923861" y="906493"/>
                    </a:lnTo>
                    <a:lnTo>
                      <a:pt x="936713" y="896396"/>
                    </a:lnTo>
                    <a:lnTo>
                      <a:pt x="941956" y="895703"/>
                    </a:lnTo>
                    <a:lnTo>
                      <a:pt x="944686" y="892225"/>
                    </a:lnTo>
                    <a:lnTo>
                      <a:pt x="945881" y="891711"/>
                    </a:lnTo>
                    <a:lnTo>
                      <a:pt x="945108" y="895973"/>
                    </a:lnTo>
                    <a:lnTo>
                      <a:pt x="934768" y="902027"/>
                    </a:lnTo>
                    <a:lnTo>
                      <a:pt x="917307" y="91399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85" name="ph3885"/>
              <p:cNvSpPr/>
              <p:nvPr/>
            </p:nvSpPr>
            <p:spPr>
              <a:xfrm>
                <a:off x="1493592" y="2733788"/>
                <a:ext cx="940077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40077" h="914400">
                    <a:moveTo>
                      <a:pt x="914400" y="914400"/>
                    </a:moveTo>
                    <a:lnTo>
                      <a:pt x="915080" y="906056"/>
                    </a:lnTo>
                    <a:lnTo>
                      <a:pt x="921510" y="887098"/>
                    </a:lnTo>
                    <a:lnTo>
                      <a:pt x="934575" y="862181"/>
                    </a:lnTo>
                    <a:lnTo>
                      <a:pt x="940077" y="858010"/>
                    </a:lnTo>
                    <a:lnTo>
                      <a:pt x="925005" y="885335"/>
                    </a:lnTo>
                    <a:lnTo>
                      <a:pt x="916870" y="90880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86" name="ph3886"/>
              <p:cNvSpPr/>
              <p:nvPr/>
            </p:nvSpPr>
            <p:spPr>
              <a:xfrm>
                <a:off x="1675339" y="2549504"/>
                <a:ext cx="939899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39899" h="914400">
                    <a:moveTo>
                      <a:pt x="914400" y="914400"/>
                    </a:moveTo>
                    <a:lnTo>
                      <a:pt x="931660" y="899432"/>
                    </a:lnTo>
                    <a:lnTo>
                      <a:pt x="935279" y="894453"/>
                    </a:lnTo>
                    <a:lnTo>
                      <a:pt x="939899" y="894672"/>
                    </a:lnTo>
                    <a:lnTo>
                      <a:pt x="932193" y="903058"/>
                    </a:lnTo>
                    <a:lnTo>
                      <a:pt x="918355" y="91346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87" name="ph3887"/>
              <p:cNvSpPr/>
              <p:nvPr/>
            </p:nvSpPr>
            <p:spPr>
              <a:xfrm>
                <a:off x="1509453" y="2843708"/>
                <a:ext cx="915494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15494" h="914400">
                    <a:moveTo>
                      <a:pt x="914399" y="914400"/>
                    </a:moveTo>
                    <a:lnTo>
                      <a:pt x="907842" y="893298"/>
                    </a:lnTo>
                    <a:lnTo>
                      <a:pt x="897170" y="845546"/>
                    </a:lnTo>
                    <a:lnTo>
                      <a:pt x="896768" y="818330"/>
                    </a:lnTo>
                    <a:lnTo>
                      <a:pt x="898446" y="808960"/>
                    </a:lnTo>
                    <a:lnTo>
                      <a:pt x="901199" y="847400"/>
                    </a:lnTo>
                    <a:lnTo>
                      <a:pt x="912996" y="896216"/>
                    </a:lnTo>
                    <a:lnTo>
                      <a:pt x="915494" y="909881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88" name="ph3888"/>
              <p:cNvSpPr/>
              <p:nvPr/>
            </p:nvSpPr>
            <p:spPr>
              <a:xfrm>
                <a:off x="3551799" y="1349639"/>
                <a:ext cx="917454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17454" h="914400">
                    <a:moveTo>
                      <a:pt x="914400" y="914400"/>
                    </a:moveTo>
                    <a:lnTo>
                      <a:pt x="913580" y="909700"/>
                    </a:lnTo>
                    <a:lnTo>
                      <a:pt x="915119" y="904298"/>
                    </a:lnTo>
                    <a:lnTo>
                      <a:pt x="916677" y="904174"/>
                    </a:lnTo>
                    <a:lnTo>
                      <a:pt x="917454" y="907049"/>
                    </a:lnTo>
                    <a:lnTo>
                      <a:pt x="916596" y="912599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89" name="ph3889"/>
              <p:cNvSpPr/>
              <p:nvPr/>
            </p:nvSpPr>
            <p:spPr>
              <a:xfrm>
                <a:off x="3325529" y="1538162"/>
                <a:ext cx="925783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25783" h="914400">
                    <a:moveTo>
                      <a:pt x="914400" y="914400"/>
                    </a:moveTo>
                    <a:lnTo>
                      <a:pt x="914187" y="911568"/>
                    </a:lnTo>
                    <a:lnTo>
                      <a:pt x="925783" y="893279"/>
                    </a:lnTo>
                    <a:lnTo>
                      <a:pt x="923687" y="89967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90" name="ph3890"/>
              <p:cNvSpPr/>
              <p:nvPr/>
            </p:nvSpPr>
            <p:spPr>
              <a:xfrm>
                <a:off x="3236203" y="1699435"/>
                <a:ext cx="936621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36621" h="914400">
                    <a:moveTo>
                      <a:pt x="914400" y="914400"/>
                    </a:moveTo>
                    <a:lnTo>
                      <a:pt x="926479" y="894914"/>
                    </a:lnTo>
                    <a:lnTo>
                      <a:pt x="933493" y="878588"/>
                    </a:lnTo>
                    <a:lnTo>
                      <a:pt x="936621" y="872943"/>
                    </a:lnTo>
                    <a:lnTo>
                      <a:pt x="933585" y="884385"/>
                    </a:lnTo>
                    <a:lnTo>
                      <a:pt x="928280" y="894904"/>
                    </a:lnTo>
                    <a:lnTo>
                      <a:pt x="917999" y="91282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91" name="ph3891"/>
              <p:cNvSpPr/>
              <p:nvPr/>
            </p:nvSpPr>
            <p:spPr>
              <a:xfrm>
                <a:off x="3141972" y="2012725"/>
                <a:ext cx="916163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16163" h="914400">
                    <a:moveTo>
                      <a:pt x="914400" y="914400"/>
                    </a:moveTo>
                    <a:lnTo>
                      <a:pt x="911287" y="913326"/>
                    </a:lnTo>
                    <a:lnTo>
                      <a:pt x="906999" y="911273"/>
                    </a:lnTo>
                    <a:lnTo>
                      <a:pt x="906052" y="909767"/>
                    </a:lnTo>
                    <a:lnTo>
                      <a:pt x="910142" y="910313"/>
                    </a:lnTo>
                    <a:lnTo>
                      <a:pt x="916163" y="914171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92" name="ph3892"/>
              <p:cNvSpPr/>
              <p:nvPr/>
            </p:nvSpPr>
            <p:spPr>
              <a:xfrm>
                <a:off x="2762168" y="2988019"/>
                <a:ext cx="917961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17961" h="914400">
                    <a:moveTo>
                      <a:pt x="914400" y="914400"/>
                    </a:moveTo>
                    <a:lnTo>
                      <a:pt x="913270" y="913782"/>
                    </a:lnTo>
                    <a:lnTo>
                      <a:pt x="913270" y="910864"/>
                    </a:lnTo>
                    <a:lnTo>
                      <a:pt x="909895" y="904407"/>
                    </a:lnTo>
                    <a:lnTo>
                      <a:pt x="910023" y="902716"/>
                    </a:lnTo>
                    <a:lnTo>
                      <a:pt x="917763" y="909035"/>
                    </a:lnTo>
                    <a:lnTo>
                      <a:pt x="917961" y="910731"/>
                    </a:lnTo>
                    <a:lnTo>
                      <a:pt x="916774" y="912399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93" name="ph3893"/>
              <p:cNvSpPr/>
              <p:nvPr/>
            </p:nvSpPr>
            <p:spPr>
              <a:xfrm>
                <a:off x="2803065" y="2971113"/>
                <a:ext cx="919399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19399" h="914400">
                    <a:moveTo>
                      <a:pt x="914400" y="914400"/>
                    </a:moveTo>
                    <a:lnTo>
                      <a:pt x="915150" y="913017"/>
                    </a:lnTo>
                    <a:lnTo>
                      <a:pt x="918274" y="910251"/>
                    </a:lnTo>
                    <a:lnTo>
                      <a:pt x="919399" y="911325"/>
                    </a:lnTo>
                    <a:lnTo>
                      <a:pt x="919275" y="912708"/>
                    </a:lnTo>
                    <a:lnTo>
                      <a:pt x="915900" y="91440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94" name="ph3894"/>
              <p:cNvSpPr/>
              <p:nvPr/>
            </p:nvSpPr>
            <p:spPr>
              <a:xfrm>
                <a:off x="2817572" y="2961890"/>
                <a:ext cx="918401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18401" h="914400">
                    <a:moveTo>
                      <a:pt x="914400" y="914400"/>
                    </a:moveTo>
                    <a:lnTo>
                      <a:pt x="917524" y="910247"/>
                    </a:lnTo>
                    <a:lnTo>
                      <a:pt x="918401" y="910556"/>
                    </a:lnTo>
                    <a:lnTo>
                      <a:pt x="916526" y="913939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95" name="ph3895"/>
              <p:cNvSpPr/>
              <p:nvPr/>
            </p:nvSpPr>
            <p:spPr>
              <a:xfrm>
                <a:off x="2783929" y="2981870"/>
                <a:ext cx="927032" cy="914399"/>
              </a:xfrm>
              <a:custGeom>
                <a:avLst/>
                <a:gdLst/>
                <a:ahLst/>
                <a:cxnLst/>
                <a:rect l="0" t="0" r="0" b="0"/>
                <a:pathLst>
                  <a:path w="927032" h="914399">
                    <a:moveTo>
                      <a:pt x="914400" y="914399"/>
                    </a:moveTo>
                    <a:lnTo>
                      <a:pt x="910649" y="912708"/>
                    </a:lnTo>
                    <a:lnTo>
                      <a:pt x="914775" y="910404"/>
                    </a:lnTo>
                    <a:lnTo>
                      <a:pt x="927032" y="907942"/>
                    </a:lnTo>
                    <a:lnTo>
                      <a:pt x="922403" y="911016"/>
                    </a:lnTo>
                    <a:lnTo>
                      <a:pt x="918026" y="91209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96" name="ph3896"/>
              <p:cNvSpPr/>
              <p:nvPr/>
            </p:nvSpPr>
            <p:spPr>
              <a:xfrm>
                <a:off x="2754354" y="2394641"/>
                <a:ext cx="917922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17922" h="914400">
                    <a:moveTo>
                      <a:pt x="914400" y="914400"/>
                    </a:moveTo>
                    <a:lnTo>
                      <a:pt x="912876" y="906004"/>
                    </a:lnTo>
                    <a:lnTo>
                      <a:pt x="912725" y="897850"/>
                    </a:lnTo>
                    <a:lnTo>
                      <a:pt x="915393" y="893028"/>
                    </a:lnTo>
                    <a:lnTo>
                      <a:pt x="917922" y="89069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97" name="ph3897"/>
              <p:cNvSpPr/>
              <p:nvPr/>
            </p:nvSpPr>
            <p:spPr>
              <a:xfrm>
                <a:off x="2741049" y="2991901"/>
                <a:ext cx="922307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22307" h="914400">
                    <a:moveTo>
                      <a:pt x="914399" y="914400"/>
                    </a:moveTo>
                    <a:lnTo>
                      <a:pt x="918537" y="910570"/>
                    </a:lnTo>
                    <a:lnTo>
                      <a:pt x="919878" y="904754"/>
                    </a:lnTo>
                    <a:lnTo>
                      <a:pt x="922307" y="909296"/>
                    </a:lnTo>
                    <a:lnTo>
                      <a:pt x="922260" y="912052"/>
                    </a:lnTo>
                    <a:lnTo>
                      <a:pt x="919530" y="91344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98" name="ph3898"/>
              <p:cNvSpPr/>
              <p:nvPr/>
            </p:nvSpPr>
            <p:spPr>
              <a:xfrm>
                <a:off x="2856740" y="2737461"/>
                <a:ext cx="914400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14400" h="914400">
                    <a:moveTo>
                      <a:pt x="914400" y="914400"/>
                    </a:moveTo>
                    <a:lnTo>
                      <a:pt x="907119" y="897779"/>
                    </a:lnTo>
                    <a:lnTo>
                      <a:pt x="898121" y="871717"/>
                    </a:lnTo>
                    <a:lnTo>
                      <a:pt x="893304" y="851562"/>
                    </a:lnTo>
                    <a:lnTo>
                      <a:pt x="896563" y="857012"/>
                    </a:lnTo>
                    <a:lnTo>
                      <a:pt x="899749" y="868292"/>
                    </a:lnTo>
                    <a:lnTo>
                      <a:pt x="913112" y="907234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899" name="ph3899"/>
              <p:cNvSpPr/>
              <p:nvPr/>
            </p:nvSpPr>
            <p:spPr>
              <a:xfrm>
                <a:off x="2726975" y="2996543"/>
                <a:ext cx="919987" cy="914399"/>
              </a:xfrm>
              <a:custGeom>
                <a:avLst/>
                <a:gdLst/>
                <a:ahLst/>
                <a:cxnLst/>
                <a:rect l="0" t="0" r="0" b="0"/>
                <a:pathLst>
                  <a:path w="919987" h="914399">
                    <a:moveTo>
                      <a:pt x="914400" y="914399"/>
                    </a:moveTo>
                    <a:lnTo>
                      <a:pt x="914226" y="912893"/>
                    </a:lnTo>
                    <a:lnTo>
                      <a:pt x="917690" y="911054"/>
                    </a:lnTo>
                    <a:lnTo>
                      <a:pt x="919987" y="911178"/>
                    </a:lnTo>
                    <a:lnTo>
                      <a:pt x="919902" y="913216"/>
                    </a:lnTo>
                    <a:lnTo>
                      <a:pt x="916410" y="914181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00" name="ph3900"/>
              <p:cNvSpPr/>
              <p:nvPr/>
            </p:nvSpPr>
            <p:spPr>
              <a:xfrm>
                <a:off x="2162026" y="2498521"/>
                <a:ext cx="920018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20018" h="914400">
                    <a:moveTo>
                      <a:pt x="914400" y="914400"/>
                    </a:moveTo>
                    <a:lnTo>
                      <a:pt x="914597" y="912456"/>
                    </a:lnTo>
                    <a:lnTo>
                      <a:pt x="917760" y="907358"/>
                    </a:lnTo>
                    <a:lnTo>
                      <a:pt x="920018" y="905377"/>
                    </a:lnTo>
                    <a:lnTo>
                      <a:pt x="918699" y="90930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01" name="ph3901"/>
              <p:cNvSpPr/>
              <p:nvPr/>
            </p:nvSpPr>
            <p:spPr>
              <a:xfrm>
                <a:off x="2191559" y="2445533"/>
                <a:ext cx="915393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15393" h="914400">
                    <a:moveTo>
                      <a:pt x="914400" y="914400"/>
                    </a:moveTo>
                    <a:lnTo>
                      <a:pt x="907386" y="912375"/>
                    </a:lnTo>
                    <a:lnTo>
                      <a:pt x="903121" y="910494"/>
                    </a:lnTo>
                    <a:lnTo>
                      <a:pt x="902347" y="908612"/>
                    </a:lnTo>
                    <a:lnTo>
                      <a:pt x="914137" y="912029"/>
                    </a:lnTo>
                    <a:lnTo>
                      <a:pt x="915393" y="91331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02" name="ph3902"/>
              <p:cNvSpPr/>
              <p:nvPr/>
            </p:nvSpPr>
            <p:spPr>
              <a:xfrm>
                <a:off x="2224130" y="2442991"/>
                <a:ext cx="921367" cy="914399"/>
              </a:xfrm>
              <a:custGeom>
                <a:avLst/>
                <a:gdLst/>
                <a:ahLst/>
                <a:cxnLst/>
                <a:rect l="0" t="0" r="0" b="0"/>
                <a:pathLst>
                  <a:path w="921367" h="914399">
                    <a:moveTo>
                      <a:pt x="914400" y="914399"/>
                    </a:moveTo>
                    <a:lnTo>
                      <a:pt x="904072" y="914205"/>
                    </a:lnTo>
                    <a:lnTo>
                      <a:pt x="901972" y="913473"/>
                    </a:lnTo>
                    <a:lnTo>
                      <a:pt x="906117" y="912081"/>
                    </a:lnTo>
                    <a:lnTo>
                      <a:pt x="918355" y="910232"/>
                    </a:lnTo>
                    <a:lnTo>
                      <a:pt x="921367" y="912314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03" name="ph3903"/>
              <p:cNvSpPr/>
              <p:nvPr/>
            </p:nvSpPr>
            <p:spPr>
              <a:xfrm>
                <a:off x="2140103" y="2461802"/>
                <a:ext cx="917234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17234" h="914400">
                    <a:moveTo>
                      <a:pt x="914400" y="914400"/>
                    </a:moveTo>
                    <a:lnTo>
                      <a:pt x="910521" y="912147"/>
                    </a:lnTo>
                    <a:lnTo>
                      <a:pt x="904776" y="911943"/>
                    </a:lnTo>
                    <a:lnTo>
                      <a:pt x="907304" y="910399"/>
                    </a:lnTo>
                    <a:lnTo>
                      <a:pt x="909079" y="908893"/>
                    </a:lnTo>
                    <a:lnTo>
                      <a:pt x="909965" y="907272"/>
                    </a:lnTo>
                    <a:lnTo>
                      <a:pt x="917234" y="901647"/>
                    </a:lnTo>
                    <a:lnTo>
                      <a:pt x="915173" y="905776"/>
                    </a:lnTo>
                    <a:lnTo>
                      <a:pt x="914121" y="90987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04" name="ph3904"/>
              <p:cNvSpPr/>
              <p:nvPr/>
            </p:nvSpPr>
            <p:spPr>
              <a:xfrm>
                <a:off x="2168989" y="2487270"/>
                <a:ext cx="917810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17810" h="914400">
                    <a:moveTo>
                      <a:pt x="914400" y="914400"/>
                    </a:moveTo>
                    <a:lnTo>
                      <a:pt x="916592" y="899561"/>
                    </a:lnTo>
                    <a:lnTo>
                      <a:pt x="913510" y="887069"/>
                    </a:lnTo>
                    <a:lnTo>
                      <a:pt x="916758" y="892552"/>
                    </a:lnTo>
                    <a:lnTo>
                      <a:pt x="917810" y="899076"/>
                    </a:lnTo>
                    <a:lnTo>
                      <a:pt x="916634" y="91130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05" name="ph3905"/>
              <p:cNvSpPr/>
              <p:nvPr/>
            </p:nvSpPr>
            <p:spPr>
              <a:xfrm>
                <a:off x="2473654" y="2503738"/>
                <a:ext cx="935867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35867" h="914400">
                    <a:moveTo>
                      <a:pt x="914400" y="914400"/>
                    </a:moveTo>
                    <a:lnTo>
                      <a:pt x="905808" y="911853"/>
                    </a:lnTo>
                    <a:lnTo>
                      <a:pt x="911148" y="911368"/>
                    </a:lnTo>
                    <a:lnTo>
                      <a:pt x="915010" y="912399"/>
                    </a:lnTo>
                    <a:lnTo>
                      <a:pt x="924793" y="907391"/>
                    </a:lnTo>
                    <a:lnTo>
                      <a:pt x="929924" y="903599"/>
                    </a:lnTo>
                    <a:lnTo>
                      <a:pt x="935867" y="902160"/>
                    </a:lnTo>
                    <a:lnTo>
                      <a:pt x="922345" y="91089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06" name="ph3906"/>
              <p:cNvSpPr/>
              <p:nvPr/>
            </p:nvSpPr>
            <p:spPr>
              <a:xfrm>
                <a:off x="3768129" y="1085978"/>
                <a:ext cx="917408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17408" h="914400">
                    <a:moveTo>
                      <a:pt x="914400" y="914400"/>
                    </a:moveTo>
                    <a:lnTo>
                      <a:pt x="911190" y="913777"/>
                    </a:lnTo>
                    <a:lnTo>
                      <a:pt x="911086" y="908978"/>
                    </a:lnTo>
                    <a:lnTo>
                      <a:pt x="912056" y="907348"/>
                    </a:lnTo>
                    <a:lnTo>
                      <a:pt x="913166" y="906621"/>
                    </a:lnTo>
                    <a:lnTo>
                      <a:pt x="914813" y="907971"/>
                    </a:lnTo>
                    <a:lnTo>
                      <a:pt x="917408" y="91247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07" name="ph3907"/>
              <p:cNvSpPr/>
              <p:nvPr/>
            </p:nvSpPr>
            <p:spPr>
              <a:xfrm>
                <a:off x="1128849" y="2485341"/>
                <a:ext cx="1298035" cy="1478375"/>
              </a:xfrm>
              <a:custGeom>
                <a:avLst/>
                <a:gdLst/>
                <a:ahLst/>
                <a:cxnLst/>
                <a:rect l="0" t="0" r="0" b="0"/>
                <a:pathLst>
                  <a:path w="1298035" h="1478375">
                    <a:moveTo>
                      <a:pt x="914400" y="914400"/>
                    </a:moveTo>
                    <a:lnTo>
                      <a:pt x="933291" y="915687"/>
                    </a:lnTo>
                    <a:lnTo>
                      <a:pt x="944435" y="915250"/>
                    </a:lnTo>
                    <a:lnTo>
                      <a:pt x="947834" y="913083"/>
                    </a:lnTo>
                    <a:lnTo>
                      <a:pt x="949601" y="913197"/>
                    </a:lnTo>
                    <a:lnTo>
                      <a:pt x="949740" y="915583"/>
                    </a:lnTo>
                    <a:lnTo>
                      <a:pt x="952539" y="916595"/>
                    </a:lnTo>
                    <a:lnTo>
                      <a:pt x="957995" y="916234"/>
                    </a:lnTo>
                    <a:lnTo>
                      <a:pt x="962747" y="919569"/>
                    </a:lnTo>
                    <a:lnTo>
                      <a:pt x="968833" y="930127"/>
                    </a:lnTo>
                    <a:lnTo>
                      <a:pt x="989809" y="947037"/>
                    </a:lnTo>
                    <a:lnTo>
                      <a:pt x="991576" y="952839"/>
                    </a:lnTo>
                    <a:lnTo>
                      <a:pt x="998876" y="961206"/>
                    </a:lnTo>
                    <a:lnTo>
                      <a:pt x="1012301" y="974068"/>
                    </a:lnTo>
                    <a:lnTo>
                      <a:pt x="1019898" y="985158"/>
                    </a:lnTo>
                    <a:lnTo>
                      <a:pt x="1021665" y="994475"/>
                    </a:lnTo>
                    <a:lnTo>
                      <a:pt x="1028525" y="1009214"/>
                    </a:lnTo>
                    <a:lnTo>
                      <a:pt x="1040464" y="1029370"/>
                    </a:lnTo>
                    <a:lnTo>
                      <a:pt x="1045785" y="1040236"/>
                    </a:lnTo>
                    <a:lnTo>
                      <a:pt x="1044486" y="1041804"/>
                    </a:lnTo>
                    <a:lnTo>
                      <a:pt x="1045425" y="1047478"/>
                    </a:lnTo>
                    <a:lnTo>
                      <a:pt x="1048611" y="1057251"/>
                    </a:lnTo>
                    <a:lnTo>
                      <a:pt x="1054531" y="1065528"/>
                    </a:lnTo>
                    <a:lnTo>
                      <a:pt x="1063188" y="1072309"/>
                    </a:lnTo>
                    <a:lnTo>
                      <a:pt x="1071942" y="1084482"/>
                    </a:lnTo>
                    <a:lnTo>
                      <a:pt x="1080793" y="1102053"/>
                    </a:lnTo>
                    <a:lnTo>
                      <a:pt x="1091515" y="1115418"/>
                    </a:lnTo>
                    <a:lnTo>
                      <a:pt x="1104100" y="1124570"/>
                    </a:lnTo>
                    <a:lnTo>
                      <a:pt x="1111226" y="1133089"/>
                    </a:lnTo>
                    <a:lnTo>
                      <a:pt x="1112893" y="1140967"/>
                    </a:lnTo>
                    <a:lnTo>
                      <a:pt x="1112769" y="1147714"/>
                    </a:lnTo>
                    <a:lnTo>
                      <a:pt x="1110851" y="1153330"/>
                    </a:lnTo>
                    <a:lnTo>
                      <a:pt x="1111663" y="1158666"/>
                    </a:lnTo>
                    <a:lnTo>
                      <a:pt x="1115201" y="1163707"/>
                    </a:lnTo>
                    <a:lnTo>
                      <a:pt x="1116380" y="1169894"/>
                    </a:lnTo>
                    <a:lnTo>
                      <a:pt x="1114996" y="1178498"/>
                    </a:lnTo>
                    <a:lnTo>
                      <a:pt x="1115093" y="1180936"/>
                    </a:lnTo>
                    <a:lnTo>
                      <a:pt x="1116117" y="1182879"/>
                    </a:lnTo>
                    <a:lnTo>
                      <a:pt x="1127292" y="1197666"/>
                    </a:lnTo>
                    <a:lnTo>
                      <a:pt x="1133034" y="1209615"/>
                    </a:lnTo>
                    <a:lnTo>
                      <a:pt x="1137592" y="1228688"/>
                    </a:lnTo>
                    <a:lnTo>
                      <a:pt x="1137615" y="1228859"/>
                    </a:lnTo>
                    <a:lnTo>
                      <a:pt x="1142708" y="1240267"/>
                    </a:lnTo>
                    <a:lnTo>
                      <a:pt x="1150031" y="1244933"/>
                    </a:lnTo>
                    <a:lnTo>
                      <a:pt x="1161283" y="1246658"/>
                    </a:lnTo>
                    <a:lnTo>
                      <a:pt x="1169831" y="1250630"/>
                    </a:lnTo>
                    <a:lnTo>
                      <a:pt x="1175678" y="1256854"/>
                    </a:lnTo>
                    <a:lnTo>
                      <a:pt x="1183051" y="1260613"/>
                    </a:lnTo>
                    <a:lnTo>
                      <a:pt x="1191952" y="1261905"/>
                    </a:lnTo>
                    <a:lnTo>
                      <a:pt x="1200485" y="1266010"/>
                    </a:lnTo>
                    <a:lnTo>
                      <a:pt x="1208648" y="1272938"/>
                    </a:lnTo>
                    <a:lnTo>
                      <a:pt x="1223870" y="1277485"/>
                    </a:lnTo>
                    <a:lnTo>
                      <a:pt x="1246153" y="1279666"/>
                    </a:lnTo>
                    <a:lnTo>
                      <a:pt x="1263112" y="1285296"/>
                    </a:lnTo>
                    <a:lnTo>
                      <a:pt x="1274750" y="1294381"/>
                    </a:lnTo>
                    <a:lnTo>
                      <a:pt x="1279870" y="1296229"/>
                    </a:lnTo>
                    <a:lnTo>
                      <a:pt x="1281254" y="1296358"/>
                    </a:lnTo>
                    <a:lnTo>
                      <a:pt x="1281919" y="1294970"/>
                    </a:lnTo>
                    <a:lnTo>
                      <a:pt x="1282797" y="1292400"/>
                    </a:lnTo>
                    <a:lnTo>
                      <a:pt x="1287301" y="1289440"/>
                    </a:lnTo>
                    <a:lnTo>
                      <a:pt x="1298035" y="1287506"/>
                    </a:lnTo>
                    <a:lnTo>
                      <a:pt x="1296592" y="1307604"/>
                    </a:lnTo>
                    <a:lnTo>
                      <a:pt x="1291806" y="1324096"/>
                    </a:lnTo>
                    <a:lnTo>
                      <a:pt x="1276034" y="1358383"/>
                    </a:lnTo>
                    <a:lnTo>
                      <a:pt x="1269461" y="1379650"/>
                    </a:lnTo>
                    <a:lnTo>
                      <a:pt x="1256744" y="1440426"/>
                    </a:lnTo>
                    <a:lnTo>
                      <a:pt x="1253020" y="1478375"/>
                    </a:lnTo>
                    <a:lnTo>
                      <a:pt x="913680" y="1478375"/>
                    </a:lnTo>
                    <a:lnTo>
                      <a:pt x="913680" y="91424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08" name="ph3908"/>
              <p:cNvSpPr/>
              <p:nvPr/>
            </p:nvSpPr>
            <p:spPr>
              <a:xfrm>
                <a:off x="3369706" y="810551"/>
                <a:ext cx="1136655" cy="1433237"/>
              </a:xfrm>
              <a:custGeom>
                <a:avLst/>
                <a:gdLst/>
                <a:ahLst/>
                <a:cxnLst/>
                <a:rect l="0" t="0" r="0" b="0"/>
                <a:pathLst>
                  <a:path w="1136655" h="1433237">
                    <a:moveTo>
                      <a:pt x="1129780" y="914399"/>
                    </a:moveTo>
                    <a:lnTo>
                      <a:pt x="1118462" y="922353"/>
                    </a:lnTo>
                    <a:lnTo>
                      <a:pt x="1106414" y="934907"/>
                    </a:lnTo>
                    <a:lnTo>
                      <a:pt x="1078146" y="944400"/>
                    </a:lnTo>
                    <a:lnTo>
                      <a:pt x="1067652" y="946814"/>
                    </a:lnTo>
                    <a:lnTo>
                      <a:pt x="1057966" y="945526"/>
                    </a:lnTo>
                    <a:lnTo>
                      <a:pt x="1046177" y="953252"/>
                    </a:lnTo>
                    <a:lnTo>
                      <a:pt x="1032227" y="957975"/>
                    </a:lnTo>
                    <a:lnTo>
                      <a:pt x="1028109" y="965159"/>
                    </a:lnTo>
                    <a:lnTo>
                      <a:pt x="994574" y="984402"/>
                    </a:lnTo>
                    <a:lnTo>
                      <a:pt x="981702" y="986826"/>
                    </a:lnTo>
                    <a:lnTo>
                      <a:pt x="970748" y="991952"/>
                    </a:lnTo>
                    <a:lnTo>
                      <a:pt x="967508" y="1000657"/>
                    </a:lnTo>
                    <a:lnTo>
                      <a:pt x="957730" y="1005907"/>
                    </a:lnTo>
                    <a:lnTo>
                      <a:pt x="955015" y="1009927"/>
                    </a:lnTo>
                    <a:lnTo>
                      <a:pt x="946791" y="1022105"/>
                    </a:lnTo>
                    <a:lnTo>
                      <a:pt x="931503" y="1037832"/>
                    </a:lnTo>
                    <a:lnTo>
                      <a:pt x="912874" y="1040464"/>
                    </a:lnTo>
                    <a:lnTo>
                      <a:pt x="906065" y="1045938"/>
                    </a:lnTo>
                    <a:lnTo>
                      <a:pt x="898181" y="1054771"/>
                    </a:lnTo>
                    <a:lnTo>
                      <a:pt x="887061" y="1060834"/>
                    </a:lnTo>
                    <a:lnTo>
                      <a:pt x="865107" y="1057993"/>
                    </a:lnTo>
                    <a:lnTo>
                      <a:pt x="870446" y="1061708"/>
                    </a:lnTo>
                    <a:lnTo>
                      <a:pt x="890088" y="1067500"/>
                    </a:lnTo>
                    <a:lnTo>
                      <a:pt x="892130" y="1076086"/>
                    </a:lnTo>
                    <a:lnTo>
                      <a:pt x="882289" y="1078139"/>
                    </a:lnTo>
                    <a:lnTo>
                      <a:pt x="861685" y="1089585"/>
                    </a:lnTo>
                    <a:lnTo>
                      <a:pt x="833923" y="1109294"/>
                    </a:lnTo>
                    <a:lnTo>
                      <a:pt x="829681" y="1109759"/>
                    </a:lnTo>
                    <a:lnTo>
                      <a:pt x="822223" y="1109289"/>
                    </a:lnTo>
                    <a:lnTo>
                      <a:pt x="811176" y="1112577"/>
                    </a:lnTo>
                    <a:lnTo>
                      <a:pt x="796665" y="1119462"/>
                    </a:lnTo>
                    <a:lnTo>
                      <a:pt x="779095" y="1131830"/>
                    </a:lnTo>
                    <a:lnTo>
                      <a:pt x="748159" y="1158609"/>
                    </a:lnTo>
                    <a:lnTo>
                      <a:pt x="745990" y="1161436"/>
                    </a:lnTo>
                    <a:lnTo>
                      <a:pt x="741508" y="1166401"/>
                    </a:lnTo>
                    <a:lnTo>
                      <a:pt x="730083" y="1171694"/>
                    </a:lnTo>
                    <a:lnTo>
                      <a:pt x="719713" y="1177401"/>
                    </a:lnTo>
                    <a:lnTo>
                      <a:pt x="716971" y="1183407"/>
                    </a:lnTo>
                    <a:lnTo>
                      <a:pt x="712003" y="1186143"/>
                    </a:lnTo>
                    <a:lnTo>
                      <a:pt x="694893" y="1201372"/>
                    </a:lnTo>
                    <a:lnTo>
                      <a:pt x="685269" y="1214343"/>
                    </a:lnTo>
                    <a:lnTo>
                      <a:pt x="676531" y="1227918"/>
                    </a:lnTo>
                    <a:lnTo>
                      <a:pt x="666753" y="1243099"/>
                    </a:lnTo>
                    <a:lnTo>
                      <a:pt x="646689" y="1243289"/>
                    </a:lnTo>
                    <a:lnTo>
                      <a:pt x="631377" y="1243227"/>
                    </a:lnTo>
                    <a:lnTo>
                      <a:pt x="605259" y="1243118"/>
                    </a:lnTo>
                    <a:lnTo>
                      <a:pt x="582872" y="1243028"/>
                    </a:lnTo>
                    <a:lnTo>
                      <a:pt x="556301" y="1242918"/>
                    </a:lnTo>
                    <a:lnTo>
                      <a:pt x="537022" y="1242837"/>
                    </a:lnTo>
                    <a:lnTo>
                      <a:pt x="516263" y="1243474"/>
                    </a:lnTo>
                    <a:lnTo>
                      <a:pt x="506353" y="1247522"/>
                    </a:lnTo>
                    <a:lnTo>
                      <a:pt x="493926" y="1252991"/>
                    </a:lnTo>
                    <a:lnTo>
                      <a:pt x="480512" y="1258888"/>
                    </a:lnTo>
                    <a:lnTo>
                      <a:pt x="487546" y="1272040"/>
                    </a:lnTo>
                    <a:lnTo>
                      <a:pt x="489433" y="1277228"/>
                    </a:lnTo>
                    <a:lnTo>
                      <a:pt x="488891" y="1293963"/>
                    </a:lnTo>
                    <a:lnTo>
                      <a:pt x="490322" y="1295792"/>
                    </a:lnTo>
                    <a:lnTo>
                      <a:pt x="491822" y="1298277"/>
                    </a:lnTo>
                    <a:lnTo>
                      <a:pt x="492050" y="1302601"/>
                    </a:lnTo>
                    <a:lnTo>
                      <a:pt x="493199" y="1304578"/>
                    </a:lnTo>
                    <a:lnTo>
                      <a:pt x="495646" y="1306174"/>
                    </a:lnTo>
                    <a:lnTo>
                      <a:pt x="498399" y="1308051"/>
                    </a:lnTo>
                    <a:lnTo>
                      <a:pt x="500390" y="1310593"/>
                    </a:lnTo>
                    <a:lnTo>
                      <a:pt x="500847" y="1313130"/>
                    </a:lnTo>
                    <a:lnTo>
                      <a:pt x="498933" y="1317549"/>
                    </a:lnTo>
                    <a:lnTo>
                      <a:pt x="491215" y="1323522"/>
                    </a:lnTo>
                    <a:lnTo>
                      <a:pt x="480366" y="1328758"/>
                    </a:lnTo>
                    <a:lnTo>
                      <a:pt x="458786" y="1338203"/>
                    </a:lnTo>
                    <a:lnTo>
                      <a:pt x="433781" y="1349151"/>
                    </a:lnTo>
                    <a:lnTo>
                      <a:pt x="412105" y="1358639"/>
                    </a:lnTo>
                    <a:lnTo>
                      <a:pt x="395332" y="1365980"/>
                    </a:lnTo>
                    <a:lnTo>
                      <a:pt x="360881" y="1372428"/>
                    </a:lnTo>
                    <a:lnTo>
                      <a:pt x="333514" y="1377545"/>
                    </a:lnTo>
                    <a:lnTo>
                      <a:pt x="313764" y="1381242"/>
                    </a:lnTo>
                    <a:lnTo>
                      <a:pt x="295575" y="1391529"/>
                    </a:lnTo>
                    <a:lnTo>
                      <a:pt x="275493" y="1402880"/>
                    </a:lnTo>
                    <a:lnTo>
                      <a:pt x="258607" y="1412426"/>
                    </a:lnTo>
                    <a:lnTo>
                      <a:pt x="239669" y="1423131"/>
                    </a:lnTo>
                    <a:lnTo>
                      <a:pt x="221794" y="1433237"/>
                    </a:lnTo>
                    <a:lnTo>
                      <a:pt x="201920" y="1433204"/>
                    </a:lnTo>
                    <a:lnTo>
                      <a:pt x="187969" y="1425630"/>
                    </a:lnTo>
                    <a:lnTo>
                      <a:pt x="175001" y="1417852"/>
                    </a:lnTo>
                    <a:lnTo>
                      <a:pt x="166135" y="1403944"/>
                    </a:lnTo>
                    <a:lnTo>
                      <a:pt x="165524" y="1387785"/>
                    </a:lnTo>
                    <a:lnTo>
                      <a:pt x="168702" y="1377203"/>
                    </a:lnTo>
                    <a:lnTo>
                      <a:pt x="171583" y="1372376"/>
                    </a:lnTo>
                    <a:lnTo>
                      <a:pt x="177081" y="1369316"/>
                    </a:lnTo>
                    <a:lnTo>
                      <a:pt x="187846" y="1364113"/>
                    </a:lnTo>
                    <a:lnTo>
                      <a:pt x="197632" y="1353579"/>
                    </a:lnTo>
                    <a:lnTo>
                      <a:pt x="205477" y="1347293"/>
                    </a:lnTo>
                    <a:lnTo>
                      <a:pt x="213380" y="1340807"/>
                    </a:lnTo>
                    <a:lnTo>
                      <a:pt x="217893" y="1329637"/>
                    </a:lnTo>
                    <a:lnTo>
                      <a:pt x="223522" y="1302596"/>
                    </a:lnTo>
                    <a:lnTo>
                      <a:pt x="224238" y="1297218"/>
                    </a:lnTo>
                    <a:lnTo>
                      <a:pt x="232427" y="1278673"/>
                    </a:lnTo>
                    <a:lnTo>
                      <a:pt x="241486" y="1258156"/>
                    </a:lnTo>
                    <a:lnTo>
                      <a:pt x="245647" y="1248734"/>
                    </a:lnTo>
                    <a:lnTo>
                      <a:pt x="240995" y="1224278"/>
                    </a:lnTo>
                    <a:lnTo>
                      <a:pt x="237496" y="1205486"/>
                    </a:lnTo>
                    <a:lnTo>
                      <a:pt x="234291" y="1188272"/>
                    </a:lnTo>
                    <a:lnTo>
                      <a:pt x="230683" y="1168877"/>
                    </a:lnTo>
                    <a:lnTo>
                      <a:pt x="227400" y="1151220"/>
                    </a:lnTo>
                    <a:lnTo>
                      <a:pt x="224303" y="1134586"/>
                    </a:lnTo>
                    <a:lnTo>
                      <a:pt x="221198" y="1117889"/>
                    </a:lnTo>
                    <a:lnTo>
                      <a:pt x="218152" y="1101520"/>
                    </a:lnTo>
                    <a:lnTo>
                      <a:pt x="215762" y="1089780"/>
                    </a:lnTo>
                    <a:lnTo>
                      <a:pt x="212924" y="1075867"/>
                    </a:lnTo>
                    <a:lnTo>
                      <a:pt x="196348" y="1066103"/>
                    </a:lnTo>
                    <a:lnTo>
                      <a:pt x="183763" y="1059266"/>
                    </a:lnTo>
                    <a:lnTo>
                      <a:pt x="163177" y="1048095"/>
                    </a:lnTo>
                    <a:lnTo>
                      <a:pt x="145913" y="1038725"/>
                    </a:lnTo>
                    <a:lnTo>
                      <a:pt x="130443" y="1030154"/>
                    </a:lnTo>
                    <a:lnTo>
                      <a:pt x="140198" y="1012878"/>
                    </a:lnTo>
                    <a:lnTo>
                      <a:pt x="139355" y="1010051"/>
                    </a:lnTo>
                    <a:lnTo>
                      <a:pt x="135821" y="1006649"/>
                    </a:lnTo>
                    <a:lnTo>
                      <a:pt x="128598" y="1000990"/>
                    </a:lnTo>
                    <a:lnTo>
                      <a:pt x="124376" y="1000415"/>
                    </a:lnTo>
                    <a:lnTo>
                      <a:pt x="116941" y="1001745"/>
                    </a:lnTo>
                    <a:lnTo>
                      <a:pt x="105074" y="1005266"/>
                    </a:lnTo>
                    <a:lnTo>
                      <a:pt x="99947" y="1004097"/>
                    </a:lnTo>
                    <a:lnTo>
                      <a:pt x="95876" y="998053"/>
                    </a:lnTo>
                    <a:lnTo>
                      <a:pt x="91190" y="990318"/>
                    </a:lnTo>
                    <a:lnTo>
                      <a:pt x="89655" y="984274"/>
                    </a:lnTo>
                    <a:lnTo>
                      <a:pt x="89067" y="976277"/>
                    </a:lnTo>
                    <a:lnTo>
                      <a:pt x="86271" y="969079"/>
                    </a:lnTo>
                    <a:lnTo>
                      <a:pt x="88042" y="965302"/>
                    </a:lnTo>
                    <a:lnTo>
                      <a:pt x="88433" y="963420"/>
                    </a:lnTo>
                    <a:lnTo>
                      <a:pt x="88274" y="961054"/>
                    </a:lnTo>
                    <a:lnTo>
                      <a:pt x="86353" y="959543"/>
                    </a:lnTo>
                    <a:lnTo>
                      <a:pt x="82969" y="958882"/>
                    </a:lnTo>
                    <a:lnTo>
                      <a:pt x="71524" y="961904"/>
                    </a:lnTo>
                    <a:lnTo>
                      <a:pt x="66378" y="962185"/>
                    </a:lnTo>
                    <a:lnTo>
                      <a:pt x="63308" y="963886"/>
                    </a:lnTo>
                    <a:lnTo>
                      <a:pt x="58471" y="967416"/>
                    </a:lnTo>
                    <a:lnTo>
                      <a:pt x="53703" y="967853"/>
                    </a:lnTo>
                    <a:lnTo>
                      <a:pt x="45468" y="959495"/>
                    </a:lnTo>
                    <a:lnTo>
                      <a:pt x="36470" y="950344"/>
                    </a:lnTo>
                    <a:lnTo>
                      <a:pt x="32696" y="937739"/>
                    </a:lnTo>
                    <a:lnTo>
                      <a:pt x="28822" y="924791"/>
                    </a:lnTo>
                    <a:lnTo>
                      <a:pt x="13453" y="917003"/>
                    </a:lnTo>
                    <a:lnTo>
                      <a:pt x="0" y="910185"/>
                    </a:lnTo>
                    <a:lnTo>
                      <a:pt x="1136655" y="91018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09" name="ph3909"/>
              <p:cNvSpPr/>
              <p:nvPr/>
            </p:nvSpPr>
            <p:spPr>
              <a:xfrm>
                <a:off x="3886132" y="988112"/>
                <a:ext cx="1086314" cy="925561"/>
              </a:xfrm>
              <a:custGeom>
                <a:avLst/>
                <a:gdLst/>
                <a:ahLst/>
                <a:cxnLst/>
                <a:rect l="0" t="0" r="0" b="0"/>
                <a:pathLst>
                  <a:path w="1086314" h="925561">
                    <a:moveTo>
                      <a:pt x="914400" y="914400"/>
                    </a:moveTo>
                    <a:lnTo>
                      <a:pt x="911055" y="913373"/>
                    </a:lnTo>
                    <a:lnTo>
                      <a:pt x="908174" y="912570"/>
                    </a:lnTo>
                    <a:lnTo>
                      <a:pt x="906504" y="913939"/>
                    </a:lnTo>
                    <a:lnTo>
                      <a:pt x="904923" y="915768"/>
                    </a:lnTo>
                    <a:lnTo>
                      <a:pt x="902974" y="917141"/>
                    </a:lnTo>
                    <a:lnTo>
                      <a:pt x="898883" y="915198"/>
                    </a:lnTo>
                    <a:lnTo>
                      <a:pt x="896281" y="911658"/>
                    </a:lnTo>
                    <a:lnTo>
                      <a:pt x="892101" y="908009"/>
                    </a:lnTo>
                    <a:lnTo>
                      <a:pt x="890520" y="905262"/>
                    </a:lnTo>
                    <a:lnTo>
                      <a:pt x="891359" y="902070"/>
                    </a:lnTo>
                    <a:lnTo>
                      <a:pt x="893215" y="898986"/>
                    </a:lnTo>
                    <a:lnTo>
                      <a:pt x="894054" y="895332"/>
                    </a:lnTo>
                    <a:lnTo>
                      <a:pt x="892008" y="891117"/>
                    </a:lnTo>
                    <a:lnTo>
                      <a:pt x="890149" y="888718"/>
                    </a:lnTo>
                    <a:lnTo>
                      <a:pt x="888849" y="885976"/>
                    </a:lnTo>
                    <a:lnTo>
                      <a:pt x="889313" y="883354"/>
                    </a:lnTo>
                    <a:lnTo>
                      <a:pt x="891916" y="882095"/>
                    </a:lnTo>
                    <a:lnTo>
                      <a:pt x="894332" y="880493"/>
                    </a:lnTo>
                    <a:lnTo>
                      <a:pt x="895167" y="877072"/>
                    </a:lnTo>
                    <a:lnTo>
                      <a:pt x="893679" y="873418"/>
                    </a:lnTo>
                    <a:lnTo>
                      <a:pt x="889406" y="871931"/>
                    </a:lnTo>
                    <a:lnTo>
                      <a:pt x="885876" y="872501"/>
                    </a:lnTo>
                    <a:lnTo>
                      <a:pt x="880764" y="871703"/>
                    </a:lnTo>
                    <a:lnTo>
                      <a:pt x="875842" y="869422"/>
                    </a:lnTo>
                    <a:lnTo>
                      <a:pt x="872591" y="866795"/>
                    </a:lnTo>
                    <a:lnTo>
                      <a:pt x="870081" y="865308"/>
                    </a:lnTo>
                    <a:lnTo>
                      <a:pt x="868129" y="865308"/>
                    </a:lnTo>
                    <a:lnTo>
                      <a:pt x="865805" y="863825"/>
                    </a:lnTo>
                    <a:lnTo>
                      <a:pt x="864413" y="861312"/>
                    </a:lnTo>
                    <a:lnTo>
                      <a:pt x="864598" y="857202"/>
                    </a:lnTo>
                    <a:lnTo>
                      <a:pt x="865248" y="854693"/>
                    </a:lnTo>
                    <a:lnTo>
                      <a:pt x="866547" y="852522"/>
                    </a:lnTo>
                    <a:lnTo>
                      <a:pt x="866640" y="850122"/>
                    </a:lnTo>
                    <a:lnTo>
                      <a:pt x="866083" y="848407"/>
                    </a:lnTo>
                    <a:lnTo>
                      <a:pt x="865994" y="847043"/>
                    </a:lnTo>
                    <a:lnTo>
                      <a:pt x="866361" y="845328"/>
                    </a:lnTo>
                    <a:lnTo>
                      <a:pt x="867201" y="841902"/>
                    </a:lnTo>
                    <a:lnTo>
                      <a:pt x="865805" y="839393"/>
                    </a:lnTo>
                    <a:lnTo>
                      <a:pt x="865662" y="830698"/>
                    </a:lnTo>
                    <a:lnTo>
                      <a:pt x="865387" y="814429"/>
                    </a:lnTo>
                    <a:lnTo>
                      <a:pt x="865182" y="801966"/>
                    </a:lnTo>
                    <a:lnTo>
                      <a:pt x="864923" y="786301"/>
                    </a:lnTo>
                    <a:lnTo>
                      <a:pt x="864772" y="774893"/>
                    </a:lnTo>
                    <a:lnTo>
                      <a:pt x="864564" y="758909"/>
                    </a:lnTo>
                    <a:lnTo>
                      <a:pt x="864366" y="743742"/>
                    </a:lnTo>
                    <a:lnTo>
                      <a:pt x="864123" y="732624"/>
                    </a:lnTo>
                    <a:lnTo>
                      <a:pt x="1071103" y="732667"/>
                    </a:lnTo>
                    <a:lnTo>
                      <a:pt x="1071236" y="732624"/>
                    </a:lnTo>
                    <a:lnTo>
                      <a:pt x="1086314" y="732624"/>
                    </a:lnTo>
                    <a:lnTo>
                      <a:pt x="1086314" y="876290"/>
                    </a:lnTo>
                    <a:lnTo>
                      <a:pt x="1081779" y="879149"/>
                    </a:lnTo>
                    <a:lnTo>
                      <a:pt x="1063958" y="886071"/>
                    </a:lnTo>
                    <a:lnTo>
                      <a:pt x="1043156" y="899285"/>
                    </a:lnTo>
                    <a:lnTo>
                      <a:pt x="1016275" y="910418"/>
                    </a:lnTo>
                    <a:lnTo>
                      <a:pt x="1010642" y="910461"/>
                    </a:lnTo>
                    <a:lnTo>
                      <a:pt x="998435" y="901300"/>
                    </a:lnTo>
                    <a:lnTo>
                      <a:pt x="1001849" y="897128"/>
                    </a:lnTo>
                    <a:lnTo>
                      <a:pt x="1005024" y="891474"/>
                    </a:lnTo>
                    <a:lnTo>
                      <a:pt x="1001988" y="893104"/>
                    </a:lnTo>
                    <a:lnTo>
                      <a:pt x="1000020" y="895555"/>
                    </a:lnTo>
                    <a:lnTo>
                      <a:pt x="992658" y="899490"/>
                    </a:lnTo>
                    <a:lnTo>
                      <a:pt x="998628" y="907106"/>
                    </a:lnTo>
                    <a:lnTo>
                      <a:pt x="995744" y="909962"/>
                    </a:lnTo>
                    <a:lnTo>
                      <a:pt x="987207" y="913715"/>
                    </a:lnTo>
                    <a:lnTo>
                      <a:pt x="979257" y="919146"/>
                    </a:lnTo>
                    <a:lnTo>
                      <a:pt x="972297" y="922776"/>
                    </a:lnTo>
                    <a:lnTo>
                      <a:pt x="966668" y="918158"/>
                    </a:lnTo>
                    <a:lnTo>
                      <a:pt x="951128" y="923993"/>
                    </a:lnTo>
                    <a:lnTo>
                      <a:pt x="938040" y="925561"/>
                    </a:lnTo>
                    <a:lnTo>
                      <a:pt x="935209" y="922605"/>
                    </a:lnTo>
                    <a:lnTo>
                      <a:pt x="934378" y="917939"/>
                    </a:lnTo>
                    <a:lnTo>
                      <a:pt x="929796" y="916813"/>
                    </a:lnTo>
                    <a:lnTo>
                      <a:pt x="921282" y="918101"/>
                    </a:lnTo>
                    <a:lnTo>
                      <a:pt x="918053" y="915621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10" name="ph3910"/>
              <p:cNvSpPr/>
              <p:nvPr/>
            </p:nvSpPr>
            <p:spPr>
              <a:xfrm>
                <a:off x="3684480" y="811701"/>
                <a:ext cx="918829" cy="1108144"/>
              </a:xfrm>
              <a:custGeom>
                <a:avLst/>
                <a:gdLst/>
                <a:ahLst/>
                <a:cxnLst/>
                <a:rect l="0" t="0" r="0" b="0"/>
                <a:pathLst>
                  <a:path w="918829" h="1108144">
                    <a:moveTo>
                      <a:pt x="914400" y="914399"/>
                    </a:moveTo>
                    <a:lnTo>
                      <a:pt x="902189" y="929186"/>
                    </a:lnTo>
                    <a:lnTo>
                      <a:pt x="891421" y="942224"/>
                    </a:lnTo>
                    <a:lnTo>
                      <a:pt x="889004" y="955604"/>
                    </a:lnTo>
                    <a:lnTo>
                      <a:pt x="886711" y="968290"/>
                    </a:lnTo>
                    <a:lnTo>
                      <a:pt x="877803" y="977945"/>
                    </a:lnTo>
                    <a:lnTo>
                      <a:pt x="872370" y="986797"/>
                    </a:lnTo>
                    <a:lnTo>
                      <a:pt x="869946" y="996614"/>
                    </a:lnTo>
                    <a:lnTo>
                      <a:pt x="867920" y="1005627"/>
                    </a:lnTo>
                    <a:lnTo>
                      <a:pt x="867765" y="1013172"/>
                    </a:lnTo>
                    <a:lnTo>
                      <a:pt x="869292" y="1017130"/>
                    </a:lnTo>
                    <a:lnTo>
                      <a:pt x="868573" y="1020347"/>
                    </a:lnTo>
                    <a:lnTo>
                      <a:pt x="865627" y="1024048"/>
                    </a:lnTo>
                    <a:lnTo>
                      <a:pt x="859734" y="1030486"/>
                    </a:lnTo>
                    <a:lnTo>
                      <a:pt x="858686" y="1036682"/>
                    </a:lnTo>
                    <a:lnTo>
                      <a:pt x="855083" y="1039738"/>
                    </a:lnTo>
                    <a:lnTo>
                      <a:pt x="844805" y="1045853"/>
                    </a:lnTo>
                    <a:lnTo>
                      <a:pt x="836423" y="1054866"/>
                    </a:lnTo>
                    <a:lnTo>
                      <a:pt x="836013" y="1059969"/>
                    </a:lnTo>
                    <a:lnTo>
                      <a:pt x="837223" y="1064207"/>
                    </a:lnTo>
                    <a:lnTo>
                      <a:pt x="837409" y="1066840"/>
                    </a:lnTo>
                    <a:lnTo>
                      <a:pt x="835735" y="1068674"/>
                    </a:lnTo>
                    <a:lnTo>
                      <a:pt x="832378" y="1068555"/>
                    </a:lnTo>
                    <a:lnTo>
                      <a:pt x="828748" y="1069130"/>
                    </a:lnTo>
                    <a:lnTo>
                      <a:pt x="825689" y="1072888"/>
                    </a:lnTo>
                    <a:lnTo>
                      <a:pt x="825767" y="1078286"/>
                    </a:lnTo>
                    <a:lnTo>
                      <a:pt x="823532" y="1082177"/>
                    </a:lnTo>
                    <a:lnTo>
                      <a:pt x="820922" y="1082980"/>
                    </a:lnTo>
                    <a:lnTo>
                      <a:pt x="818687" y="1080229"/>
                    </a:lnTo>
                    <a:lnTo>
                      <a:pt x="816000" y="1076105"/>
                    </a:lnTo>
                    <a:lnTo>
                      <a:pt x="812852" y="1075701"/>
                    </a:lnTo>
                    <a:lnTo>
                      <a:pt x="808073" y="1078438"/>
                    </a:lnTo>
                    <a:lnTo>
                      <a:pt x="802181" y="1082942"/>
                    </a:lnTo>
                    <a:lnTo>
                      <a:pt x="796880" y="1083185"/>
                    </a:lnTo>
                    <a:lnTo>
                      <a:pt x="786927" y="1080291"/>
                    </a:lnTo>
                    <a:lnTo>
                      <a:pt x="779662" y="1089024"/>
                    </a:lnTo>
                    <a:lnTo>
                      <a:pt x="771863" y="1107783"/>
                    </a:lnTo>
                    <a:lnTo>
                      <a:pt x="738912" y="1107830"/>
                    </a:lnTo>
                    <a:lnTo>
                      <a:pt x="705962" y="1107878"/>
                    </a:lnTo>
                    <a:lnTo>
                      <a:pt x="673007" y="1107925"/>
                    </a:lnTo>
                    <a:lnTo>
                      <a:pt x="640056" y="1107973"/>
                    </a:lnTo>
                    <a:lnTo>
                      <a:pt x="607105" y="1108016"/>
                    </a:lnTo>
                    <a:lnTo>
                      <a:pt x="574155" y="1108063"/>
                    </a:lnTo>
                    <a:lnTo>
                      <a:pt x="541204" y="1108111"/>
                    </a:lnTo>
                    <a:lnTo>
                      <a:pt x="522764" y="1108139"/>
                    </a:lnTo>
                    <a:lnTo>
                      <a:pt x="519149" y="1108144"/>
                    </a:lnTo>
                    <a:lnTo>
                      <a:pt x="530440" y="1104471"/>
                    </a:lnTo>
                    <a:lnTo>
                      <a:pt x="553979" y="1090198"/>
                    </a:lnTo>
                    <a:lnTo>
                      <a:pt x="571340" y="1085028"/>
                    </a:lnTo>
                    <a:lnTo>
                      <a:pt x="593921" y="1070037"/>
                    </a:lnTo>
                    <a:lnTo>
                      <a:pt x="610276" y="1067153"/>
                    </a:lnTo>
                    <a:lnTo>
                      <a:pt x="613389" y="1063856"/>
                    </a:lnTo>
                    <a:lnTo>
                      <a:pt x="616130" y="1051421"/>
                    </a:lnTo>
                    <a:lnTo>
                      <a:pt x="617626" y="1046988"/>
                    </a:lnTo>
                    <a:lnTo>
                      <a:pt x="625263" y="1034777"/>
                    </a:lnTo>
                    <a:lnTo>
                      <a:pt x="634434" y="1024476"/>
                    </a:lnTo>
                    <a:lnTo>
                      <a:pt x="641835" y="1010231"/>
                    </a:lnTo>
                    <a:lnTo>
                      <a:pt x="655267" y="1001127"/>
                    </a:lnTo>
                    <a:lnTo>
                      <a:pt x="675578" y="993516"/>
                    </a:lnTo>
                    <a:lnTo>
                      <a:pt x="694366" y="976890"/>
                    </a:lnTo>
                    <a:lnTo>
                      <a:pt x="704662" y="971821"/>
                    </a:lnTo>
                    <a:lnTo>
                      <a:pt x="714642" y="968190"/>
                    </a:lnTo>
                    <a:lnTo>
                      <a:pt x="718833" y="961434"/>
                    </a:lnTo>
                    <a:lnTo>
                      <a:pt x="725004" y="957571"/>
                    </a:lnTo>
                    <a:lnTo>
                      <a:pt x="741503" y="949717"/>
                    </a:lnTo>
                    <a:lnTo>
                      <a:pt x="759687" y="947593"/>
                    </a:lnTo>
                    <a:lnTo>
                      <a:pt x="778065" y="941074"/>
                    </a:lnTo>
                    <a:lnTo>
                      <a:pt x="792162" y="937620"/>
                    </a:lnTo>
                    <a:lnTo>
                      <a:pt x="800808" y="931505"/>
                    </a:lnTo>
                    <a:lnTo>
                      <a:pt x="813378" y="928283"/>
                    </a:lnTo>
                    <a:lnTo>
                      <a:pt x="850895" y="910736"/>
                    </a:lnTo>
                    <a:lnTo>
                      <a:pt x="853050" y="909035"/>
                    </a:lnTo>
                    <a:lnTo>
                      <a:pt x="918829" y="90903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11" name="ph3911"/>
              <p:cNvSpPr/>
              <p:nvPr/>
            </p:nvSpPr>
            <p:spPr>
              <a:xfrm>
                <a:off x="4051172" y="1129676"/>
                <a:ext cx="921274" cy="934750"/>
              </a:xfrm>
              <a:custGeom>
                <a:avLst/>
                <a:gdLst/>
                <a:ahLst/>
                <a:cxnLst/>
                <a:rect l="0" t="0" r="0" b="0"/>
                <a:pathLst>
                  <a:path w="921274" h="934750">
                    <a:moveTo>
                      <a:pt x="914400" y="914400"/>
                    </a:moveTo>
                    <a:lnTo>
                      <a:pt x="907649" y="913991"/>
                    </a:lnTo>
                    <a:lnTo>
                      <a:pt x="902672" y="914442"/>
                    </a:lnTo>
                    <a:lnTo>
                      <a:pt x="895175" y="920149"/>
                    </a:lnTo>
                    <a:lnTo>
                      <a:pt x="894011" y="931680"/>
                    </a:lnTo>
                    <a:lnTo>
                      <a:pt x="890701" y="930155"/>
                    </a:lnTo>
                    <a:lnTo>
                      <a:pt x="887341" y="930531"/>
                    </a:lnTo>
                    <a:lnTo>
                      <a:pt x="885605" y="934151"/>
                    </a:lnTo>
                    <a:lnTo>
                      <a:pt x="883131" y="934750"/>
                    </a:lnTo>
                    <a:lnTo>
                      <a:pt x="876577" y="931324"/>
                    </a:lnTo>
                    <a:lnTo>
                      <a:pt x="868859" y="933196"/>
                    </a:lnTo>
                    <a:lnTo>
                      <a:pt x="862824" y="930597"/>
                    </a:lnTo>
                    <a:lnTo>
                      <a:pt x="855129" y="913701"/>
                    </a:lnTo>
                    <a:lnTo>
                      <a:pt x="851042" y="907781"/>
                    </a:lnTo>
                    <a:lnTo>
                      <a:pt x="843796" y="905871"/>
                    </a:lnTo>
                    <a:lnTo>
                      <a:pt x="841917" y="909444"/>
                    </a:lnTo>
                    <a:lnTo>
                      <a:pt x="839106" y="912941"/>
                    </a:lnTo>
                    <a:lnTo>
                      <a:pt x="832131" y="905970"/>
                    </a:lnTo>
                    <a:lnTo>
                      <a:pt x="826841" y="880099"/>
                    </a:lnTo>
                    <a:lnTo>
                      <a:pt x="826799" y="873856"/>
                    </a:lnTo>
                    <a:lnTo>
                      <a:pt x="834203" y="852094"/>
                    </a:lnTo>
                    <a:lnTo>
                      <a:pt x="852539" y="832504"/>
                    </a:lnTo>
                    <a:lnTo>
                      <a:pt x="846685" y="831848"/>
                    </a:lnTo>
                    <a:lnTo>
                      <a:pt x="830495" y="845432"/>
                    </a:lnTo>
                    <a:lnTo>
                      <a:pt x="832166" y="842144"/>
                    </a:lnTo>
                    <a:lnTo>
                      <a:pt x="834911" y="838719"/>
                    </a:lnTo>
                    <a:lnTo>
                      <a:pt x="840371" y="833193"/>
                    </a:lnTo>
                    <a:lnTo>
                      <a:pt x="848657" y="827999"/>
                    </a:lnTo>
                    <a:lnTo>
                      <a:pt x="859692" y="824973"/>
                    </a:lnTo>
                    <a:lnTo>
                      <a:pt x="867282" y="824512"/>
                    </a:lnTo>
                    <a:lnTo>
                      <a:pt x="872513" y="821642"/>
                    </a:lnTo>
                    <a:lnTo>
                      <a:pt x="880095" y="816558"/>
                    </a:lnTo>
                    <a:lnTo>
                      <a:pt x="881503" y="813859"/>
                    </a:lnTo>
                    <a:lnTo>
                      <a:pt x="874779" y="816962"/>
                    </a:lnTo>
                    <a:lnTo>
                      <a:pt x="863609" y="820017"/>
                    </a:lnTo>
                    <a:lnTo>
                      <a:pt x="866474" y="816012"/>
                    </a:lnTo>
                    <a:lnTo>
                      <a:pt x="869269" y="813869"/>
                    </a:lnTo>
                    <a:lnTo>
                      <a:pt x="921274" y="783306"/>
                    </a:lnTo>
                    <a:lnTo>
                      <a:pt x="921274" y="90910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12" name="ph3912"/>
              <p:cNvSpPr/>
              <p:nvPr/>
            </p:nvSpPr>
            <p:spPr>
              <a:xfrm>
                <a:off x="3953193" y="1078090"/>
                <a:ext cx="923409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23409" h="914400">
                    <a:moveTo>
                      <a:pt x="914400" y="914400"/>
                    </a:moveTo>
                    <a:lnTo>
                      <a:pt x="915366" y="911064"/>
                    </a:lnTo>
                    <a:lnTo>
                      <a:pt x="920230" y="902559"/>
                    </a:lnTo>
                    <a:lnTo>
                      <a:pt x="923409" y="901290"/>
                    </a:lnTo>
                    <a:lnTo>
                      <a:pt x="918386" y="910997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13" name="ph3913"/>
              <p:cNvSpPr/>
              <p:nvPr/>
            </p:nvSpPr>
            <p:spPr>
              <a:xfrm>
                <a:off x="3907823" y="1041932"/>
                <a:ext cx="926409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26409" h="914400">
                    <a:moveTo>
                      <a:pt x="914400" y="914400"/>
                    </a:moveTo>
                    <a:lnTo>
                      <a:pt x="918544" y="901262"/>
                    </a:lnTo>
                    <a:lnTo>
                      <a:pt x="921916" y="897228"/>
                    </a:lnTo>
                    <a:lnTo>
                      <a:pt x="926409" y="898587"/>
                    </a:lnTo>
                    <a:lnTo>
                      <a:pt x="925779" y="906526"/>
                    </a:lnTo>
                    <a:lnTo>
                      <a:pt x="925056" y="909254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14" name="ph3914"/>
              <p:cNvSpPr/>
              <p:nvPr/>
            </p:nvSpPr>
            <p:spPr>
              <a:xfrm>
                <a:off x="3373590" y="962117"/>
                <a:ext cx="927662" cy="915150"/>
              </a:xfrm>
              <a:custGeom>
                <a:avLst/>
                <a:gdLst/>
                <a:ahLst/>
                <a:cxnLst/>
                <a:rect l="0" t="0" r="0" b="0"/>
                <a:pathLst>
                  <a:path w="927662" h="915150">
                    <a:moveTo>
                      <a:pt x="914400" y="914400"/>
                    </a:moveTo>
                    <a:lnTo>
                      <a:pt x="903964" y="912599"/>
                    </a:lnTo>
                    <a:lnTo>
                      <a:pt x="892492" y="915098"/>
                    </a:lnTo>
                    <a:lnTo>
                      <a:pt x="889298" y="915150"/>
                    </a:lnTo>
                    <a:lnTo>
                      <a:pt x="897820" y="907919"/>
                    </a:lnTo>
                    <a:lnTo>
                      <a:pt x="910923" y="903471"/>
                    </a:lnTo>
                    <a:lnTo>
                      <a:pt x="923989" y="889873"/>
                    </a:lnTo>
                    <a:lnTo>
                      <a:pt x="927662" y="889526"/>
                    </a:lnTo>
                    <a:lnTo>
                      <a:pt x="922689" y="904930"/>
                    </a:lnTo>
                    <a:lnTo>
                      <a:pt x="921676" y="910437"/>
                    </a:lnTo>
                    <a:lnTo>
                      <a:pt x="920501" y="91245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15" name="ph3915"/>
              <p:cNvSpPr/>
              <p:nvPr/>
            </p:nvSpPr>
            <p:spPr>
              <a:xfrm>
                <a:off x="3359941" y="950852"/>
                <a:ext cx="933686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33686" h="914400">
                    <a:moveTo>
                      <a:pt x="914400" y="914400"/>
                    </a:moveTo>
                    <a:lnTo>
                      <a:pt x="911090" y="913554"/>
                    </a:lnTo>
                    <a:lnTo>
                      <a:pt x="921626" y="903994"/>
                    </a:lnTo>
                    <a:lnTo>
                      <a:pt x="933686" y="901789"/>
                    </a:lnTo>
                    <a:lnTo>
                      <a:pt x="923950" y="912394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16" name="ph3916"/>
              <p:cNvSpPr/>
              <p:nvPr/>
            </p:nvSpPr>
            <p:spPr>
              <a:xfrm>
                <a:off x="3573688" y="824354"/>
                <a:ext cx="937433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37433" h="914400">
                    <a:moveTo>
                      <a:pt x="914400" y="914400"/>
                    </a:moveTo>
                    <a:lnTo>
                      <a:pt x="916116" y="911021"/>
                    </a:lnTo>
                    <a:lnTo>
                      <a:pt x="925945" y="905001"/>
                    </a:lnTo>
                    <a:lnTo>
                      <a:pt x="933168" y="901628"/>
                    </a:lnTo>
                    <a:lnTo>
                      <a:pt x="937433" y="901699"/>
                    </a:lnTo>
                    <a:lnTo>
                      <a:pt x="930488" y="909078"/>
                    </a:lnTo>
                    <a:lnTo>
                      <a:pt x="921599" y="913611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17" name="ph3917"/>
              <p:cNvSpPr/>
              <p:nvPr/>
            </p:nvSpPr>
            <p:spPr>
              <a:xfrm>
                <a:off x="3055844" y="3027270"/>
                <a:ext cx="924035" cy="936446"/>
              </a:xfrm>
              <a:custGeom>
                <a:avLst/>
                <a:gdLst/>
                <a:ahLst/>
                <a:cxnLst/>
                <a:rect l="0" t="0" r="0" b="0"/>
                <a:pathLst>
                  <a:path w="924035" h="936446">
                    <a:moveTo>
                      <a:pt x="914400" y="914399"/>
                    </a:moveTo>
                    <a:lnTo>
                      <a:pt x="906550" y="920538"/>
                    </a:lnTo>
                    <a:lnTo>
                      <a:pt x="912254" y="924919"/>
                    </a:lnTo>
                    <a:lnTo>
                      <a:pt x="917628" y="915393"/>
                    </a:lnTo>
                    <a:lnTo>
                      <a:pt x="921893" y="923133"/>
                    </a:lnTo>
                    <a:lnTo>
                      <a:pt x="924035" y="936446"/>
                    </a:lnTo>
                    <a:lnTo>
                      <a:pt x="899808" y="936446"/>
                    </a:lnTo>
                    <a:lnTo>
                      <a:pt x="898871" y="932517"/>
                    </a:lnTo>
                    <a:lnTo>
                      <a:pt x="893976" y="927599"/>
                    </a:lnTo>
                    <a:lnTo>
                      <a:pt x="887179" y="915055"/>
                    </a:lnTo>
                    <a:lnTo>
                      <a:pt x="891127" y="911819"/>
                    </a:lnTo>
                    <a:lnTo>
                      <a:pt x="896389" y="912898"/>
                    </a:lnTo>
                    <a:lnTo>
                      <a:pt x="899084" y="911387"/>
                    </a:lnTo>
                    <a:lnTo>
                      <a:pt x="906380" y="910180"/>
                    </a:lnTo>
                    <a:lnTo>
                      <a:pt x="910811" y="908465"/>
                    </a:lnTo>
                    <a:lnTo>
                      <a:pt x="914276" y="912171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18" name="ph3918"/>
              <p:cNvSpPr/>
              <p:nvPr/>
            </p:nvSpPr>
            <p:spPr>
              <a:xfrm>
                <a:off x="3088289" y="2864871"/>
                <a:ext cx="930883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30883" h="914400">
                    <a:moveTo>
                      <a:pt x="914400" y="914400"/>
                    </a:moveTo>
                    <a:lnTo>
                      <a:pt x="907525" y="904654"/>
                    </a:lnTo>
                    <a:lnTo>
                      <a:pt x="901988" y="901822"/>
                    </a:lnTo>
                    <a:lnTo>
                      <a:pt x="910637" y="894933"/>
                    </a:lnTo>
                    <a:lnTo>
                      <a:pt x="914372" y="889013"/>
                    </a:lnTo>
                    <a:lnTo>
                      <a:pt x="914295" y="876098"/>
                    </a:lnTo>
                    <a:lnTo>
                      <a:pt x="916406" y="869023"/>
                    </a:lnTo>
                    <a:lnTo>
                      <a:pt x="915691" y="862899"/>
                    </a:lnTo>
                    <a:lnTo>
                      <a:pt x="917597" y="856646"/>
                    </a:lnTo>
                    <a:lnTo>
                      <a:pt x="915018" y="849623"/>
                    </a:lnTo>
                    <a:lnTo>
                      <a:pt x="907788" y="844055"/>
                    </a:lnTo>
                    <a:lnTo>
                      <a:pt x="893481" y="821903"/>
                    </a:lnTo>
                    <a:lnTo>
                      <a:pt x="870881" y="816525"/>
                    </a:lnTo>
                    <a:lnTo>
                      <a:pt x="859181" y="816301"/>
                    </a:lnTo>
                    <a:lnTo>
                      <a:pt x="865611" y="812747"/>
                    </a:lnTo>
                    <a:lnTo>
                      <a:pt x="871550" y="813180"/>
                    </a:lnTo>
                    <a:lnTo>
                      <a:pt x="880691" y="815294"/>
                    </a:lnTo>
                    <a:lnTo>
                      <a:pt x="891637" y="816316"/>
                    </a:lnTo>
                    <a:lnTo>
                      <a:pt x="898326" y="822835"/>
                    </a:lnTo>
                    <a:lnTo>
                      <a:pt x="904714" y="831478"/>
                    </a:lnTo>
                    <a:lnTo>
                      <a:pt x="910483" y="834975"/>
                    </a:lnTo>
                    <a:lnTo>
                      <a:pt x="912857" y="837198"/>
                    </a:lnTo>
                    <a:lnTo>
                      <a:pt x="912590" y="839707"/>
                    </a:lnTo>
                    <a:lnTo>
                      <a:pt x="913549" y="842064"/>
                    </a:lnTo>
                    <a:lnTo>
                      <a:pt x="921077" y="846107"/>
                    </a:lnTo>
                    <a:lnTo>
                      <a:pt x="928659" y="852636"/>
                    </a:lnTo>
                    <a:lnTo>
                      <a:pt x="930883" y="871779"/>
                    </a:lnTo>
                    <a:lnTo>
                      <a:pt x="920667" y="880840"/>
                    </a:lnTo>
                    <a:lnTo>
                      <a:pt x="918788" y="908560"/>
                    </a:lnTo>
                    <a:lnTo>
                      <a:pt x="916047" y="913549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19" name="ph3919"/>
              <p:cNvSpPr/>
              <p:nvPr/>
            </p:nvSpPr>
            <p:spPr>
              <a:xfrm>
                <a:off x="3048726" y="2992262"/>
                <a:ext cx="915266" cy="943483"/>
              </a:xfrm>
              <a:custGeom>
                <a:avLst/>
                <a:gdLst/>
                <a:ahLst/>
                <a:cxnLst/>
                <a:rect l="0" t="0" r="0" b="0"/>
                <a:pathLst>
                  <a:path w="915266" h="943483">
                    <a:moveTo>
                      <a:pt x="914400" y="914400"/>
                    </a:moveTo>
                    <a:lnTo>
                      <a:pt x="915266" y="923213"/>
                    </a:lnTo>
                    <a:lnTo>
                      <a:pt x="914465" y="926354"/>
                    </a:lnTo>
                    <a:lnTo>
                      <a:pt x="905897" y="932246"/>
                    </a:lnTo>
                    <a:lnTo>
                      <a:pt x="903697" y="935539"/>
                    </a:lnTo>
                    <a:lnTo>
                      <a:pt x="895620" y="938860"/>
                    </a:lnTo>
                    <a:lnTo>
                      <a:pt x="890732" y="943483"/>
                    </a:lnTo>
                    <a:lnTo>
                      <a:pt x="888285" y="935971"/>
                    </a:lnTo>
                    <a:lnTo>
                      <a:pt x="883541" y="931329"/>
                    </a:lnTo>
                    <a:lnTo>
                      <a:pt x="882744" y="923437"/>
                    </a:lnTo>
                    <a:lnTo>
                      <a:pt x="879117" y="926102"/>
                    </a:lnTo>
                    <a:lnTo>
                      <a:pt x="873890" y="924477"/>
                    </a:lnTo>
                    <a:lnTo>
                      <a:pt x="865267" y="918500"/>
                    </a:lnTo>
                    <a:lnTo>
                      <a:pt x="859819" y="910385"/>
                    </a:lnTo>
                    <a:lnTo>
                      <a:pt x="867452" y="908978"/>
                    </a:lnTo>
                    <a:lnTo>
                      <a:pt x="869029" y="914019"/>
                    </a:lnTo>
                    <a:lnTo>
                      <a:pt x="875069" y="907833"/>
                    </a:lnTo>
                    <a:lnTo>
                      <a:pt x="873696" y="904574"/>
                    </a:lnTo>
                    <a:lnTo>
                      <a:pt x="872606" y="904155"/>
                    </a:lnTo>
                    <a:lnTo>
                      <a:pt x="870626" y="898093"/>
                    </a:lnTo>
                    <a:lnTo>
                      <a:pt x="879713" y="882213"/>
                    </a:lnTo>
                    <a:lnTo>
                      <a:pt x="881673" y="871969"/>
                    </a:lnTo>
                    <a:lnTo>
                      <a:pt x="877551" y="855534"/>
                    </a:lnTo>
                    <a:lnTo>
                      <a:pt x="881399" y="854455"/>
                    </a:lnTo>
                    <a:lnTo>
                      <a:pt x="891653" y="860219"/>
                    </a:lnTo>
                    <a:lnTo>
                      <a:pt x="896246" y="865892"/>
                    </a:lnTo>
                    <a:lnTo>
                      <a:pt x="896397" y="873680"/>
                    </a:lnTo>
                    <a:lnTo>
                      <a:pt x="900708" y="879709"/>
                    </a:lnTo>
                    <a:lnTo>
                      <a:pt x="906949" y="894154"/>
                    </a:lnTo>
                    <a:lnTo>
                      <a:pt x="914573" y="90261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20" name="ph3920"/>
              <p:cNvSpPr/>
              <p:nvPr/>
            </p:nvSpPr>
            <p:spPr>
              <a:xfrm>
                <a:off x="2999180" y="2786781"/>
                <a:ext cx="949976" cy="933595"/>
              </a:xfrm>
              <a:custGeom>
                <a:avLst/>
                <a:gdLst/>
                <a:ahLst/>
                <a:cxnLst/>
                <a:rect l="0" t="0" r="0" b="0"/>
                <a:pathLst>
                  <a:path w="949976" h="933595">
                    <a:moveTo>
                      <a:pt x="914399" y="914400"/>
                    </a:moveTo>
                    <a:lnTo>
                      <a:pt x="919538" y="913986"/>
                    </a:lnTo>
                    <a:lnTo>
                      <a:pt x="922620" y="911995"/>
                    </a:lnTo>
                    <a:lnTo>
                      <a:pt x="936814" y="912808"/>
                    </a:lnTo>
                    <a:lnTo>
                      <a:pt x="948274" y="909895"/>
                    </a:lnTo>
                    <a:lnTo>
                      <a:pt x="949976" y="915065"/>
                    </a:lnTo>
                    <a:lnTo>
                      <a:pt x="949686" y="917764"/>
                    </a:lnTo>
                    <a:lnTo>
                      <a:pt x="925315" y="920296"/>
                    </a:lnTo>
                    <a:lnTo>
                      <a:pt x="902958" y="927884"/>
                    </a:lnTo>
                    <a:lnTo>
                      <a:pt x="890705" y="933025"/>
                    </a:lnTo>
                    <a:lnTo>
                      <a:pt x="884948" y="933595"/>
                    </a:lnTo>
                    <a:lnTo>
                      <a:pt x="880548" y="930892"/>
                    </a:lnTo>
                    <a:lnTo>
                      <a:pt x="865785" y="915221"/>
                    </a:lnTo>
                    <a:lnTo>
                      <a:pt x="869733" y="916785"/>
                    </a:lnTo>
                    <a:lnTo>
                      <a:pt x="880641" y="925641"/>
                    </a:lnTo>
                    <a:lnTo>
                      <a:pt x="887415" y="924026"/>
                    </a:lnTo>
                    <a:lnTo>
                      <a:pt x="893690" y="918172"/>
                    </a:lnTo>
                    <a:lnTo>
                      <a:pt x="894649" y="913749"/>
                    </a:lnTo>
                    <a:lnTo>
                      <a:pt x="893713" y="911653"/>
                    </a:lnTo>
                    <a:lnTo>
                      <a:pt x="896552" y="904669"/>
                    </a:lnTo>
                    <a:lnTo>
                      <a:pt x="904807" y="91137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21" name="ph3921"/>
              <p:cNvSpPr/>
              <p:nvPr/>
            </p:nvSpPr>
            <p:spPr>
              <a:xfrm>
                <a:off x="3071338" y="2952677"/>
                <a:ext cx="929553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29553" h="914400">
                    <a:moveTo>
                      <a:pt x="914400" y="914400"/>
                    </a:moveTo>
                    <a:lnTo>
                      <a:pt x="908008" y="912409"/>
                    </a:lnTo>
                    <a:lnTo>
                      <a:pt x="906369" y="910807"/>
                    </a:lnTo>
                    <a:lnTo>
                      <a:pt x="909106" y="908118"/>
                    </a:lnTo>
                    <a:lnTo>
                      <a:pt x="915130" y="905875"/>
                    </a:lnTo>
                    <a:lnTo>
                      <a:pt x="924804" y="905652"/>
                    </a:lnTo>
                    <a:lnTo>
                      <a:pt x="929042" y="908303"/>
                    </a:lnTo>
                    <a:lnTo>
                      <a:pt x="929553" y="909463"/>
                    </a:lnTo>
                    <a:lnTo>
                      <a:pt x="923343" y="91238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22" name="ph3922"/>
              <p:cNvSpPr/>
              <p:nvPr/>
            </p:nvSpPr>
            <p:spPr>
              <a:xfrm>
                <a:off x="3307415" y="3049317"/>
                <a:ext cx="918342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18342" h="914400">
                    <a:moveTo>
                      <a:pt x="914400" y="914400"/>
                    </a:moveTo>
                    <a:lnTo>
                      <a:pt x="909156" y="914400"/>
                    </a:lnTo>
                    <a:lnTo>
                      <a:pt x="910624" y="904174"/>
                    </a:lnTo>
                    <a:lnTo>
                      <a:pt x="914970" y="902074"/>
                    </a:lnTo>
                    <a:lnTo>
                      <a:pt x="916675" y="902188"/>
                    </a:lnTo>
                    <a:lnTo>
                      <a:pt x="918342" y="90777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23" name="ph3923"/>
              <p:cNvSpPr/>
              <p:nvPr/>
            </p:nvSpPr>
            <p:spPr>
              <a:xfrm>
                <a:off x="3148645" y="2915554"/>
                <a:ext cx="943642" cy="984968"/>
              </a:xfrm>
              <a:custGeom>
                <a:avLst/>
                <a:gdLst/>
                <a:ahLst/>
                <a:cxnLst/>
                <a:rect l="0" t="0" r="0" b="0"/>
                <a:pathLst>
                  <a:path w="943642" h="984968">
                    <a:moveTo>
                      <a:pt x="914400" y="914399"/>
                    </a:moveTo>
                    <a:lnTo>
                      <a:pt x="925520" y="918543"/>
                    </a:lnTo>
                    <a:lnTo>
                      <a:pt x="937541" y="932284"/>
                    </a:lnTo>
                    <a:lnTo>
                      <a:pt x="942718" y="937178"/>
                    </a:lnTo>
                    <a:lnTo>
                      <a:pt x="943642" y="941635"/>
                    </a:lnTo>
                    <a:lnTo>
                      <a:pt x="941616" y="961980"/>
                    </a:lnTo>
                    <a:lnTo>
                      <a:pt x="938913" y="974230"/>
                    </a:lnTo>
                    <a:lnTo>
                      <a:pt x="939319" y="984968"/>
                    </a:lnTo>
                    <a:lnTo>
                      <a:pt x="936497" y="981789"/>
                    </a:lnTo>
                    <a:lnTo>
                      <a:pt x="933643" y="974757"/>
                    </a:lnTo>
                    <a:lnTo>
                      <a:pt x="928965" y="970713"/>
                    </a:lnTo>
                    <a:lnTo>
                      <a:pt x="927407" y="968594"/>
                    </a:lnTo>
                    <a:lnTo>
                      <a:pt x="935816" y="968129"/>
                    </a:lnTo>
                    <a:lnTo>
                      <a:pt x="936563" y="957058"/>
                    </a:lnTo>
                    <a:lnTo>
                      <a:pt x="940665" y="948325"/>
                    </a:lnTo>
                    <a:lnTo>
                      <a:pt x="940042" y="939240"/>
                    </a:lnTo>
                    <a:lnTo>
                      <a:pt x="930229" y="929238"/>
                    </a:lnTo>
                    <a:lnTo>
                      <a:pt x="923501" y="920434"/>
                    </a:lnTo>
                    <a:lnTo>
                      <a:pt x="913158" y="917616"/>
                    </a:lnTo>
                    <a:lnTo>
                      <a:pt x="903592" y="908850"/>
                    </a:lnTo>
                    <a:lnTo>
                      <a:pt x="897885" y="907771"/>
                    </a:lnTo>
                    <a:lnTo>
                      <a:pt x="890926" y="909315"/>
                    </a:lnTo>
                    <a:lnTo>
                      <a:pt x="893439" y="904089"/>
                    </a:lnTo>
                    <a:lnTo>
                      <a:pt x="895179" y="897176"/>
                    </a:lnTo>
                    <a:lnTo>
                      <a:pt x="896455" y="895883"/>
                    </a:lnTo>
                    <a:lnTo>
                      <a:pt x="901365" y="903424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24" name="ph3924"/>
              <p:cNvSpPr/>
              <p:nvPr/>
            </p:nvSpPr>
            <p:spPr>
              <a:xfrm>
                <a:off x="3242282" y="3034801"/>
                <a:ext cx="914399" cy="915383"/>
              </a:xfrm>
              <a:custGeom>
                <a:avLst/>
                <a:gdLst/>
                <a:ahLst/>
                <a:cxnLst/>
                <a:rect l="0" t="0" r="0" b="0"/>
                <a:pathLst>
                  <a:path w="914399" h="915383">
                    <a:moveTo>
                      <a:pt x="914399" y="914400"/>
                    </a:moveTo>
                    <a:lnTo>
                      <a:pt x="909095" y="913397"/>
                    </a:lnTo>
                    <a:lnTo>
                      <a:pt x="901265" y="915331"/>
                    </a:lnTo>
                    <a:lnTo>
                      <a:pt x="898446" y="915383"/>
                    </a:lnTo>
                    <a:lnTo>
                      <a:pt x="900202" y="911995"/>
                    </a:lnTo>
                    <a:lnTo>
                      <a:pt x="905638" y="907415"/>
                    </a:lnTo>
                    <a:lnTo>
                      <a:pt x="905912" y="903053"/>
                    </a:lnTo>
                    <a:lnTo>
                      <a:pt x="899185" y="896762"/>
                    </a:lnTo>
                    <a:lnTo>
                      <a:pt x="891355" y="881111"/>
                    </a:lnTo>
                    <a:lnTo>
                      <a:pt x="887689" y="877400"/>
                    </a:lnTo>
                    <a:lnTo>
                      <a:pt x="885949" y="871518"/>
                    </a:lnTo>
                    <a:lnTo>
                      <a:pt x="879380" y="865208"/>
                    </a:lnTo>
                    <a:lnTo>
                      <a:pt x="880753" y="861834"/>
                    </a:lnTo>
                    <a:lnTo>
                      <a:pt x="882102" y="861041"/>
                    </a:lnTo>
                    <a:lnTo>
                      <a:pt x="886545" y="862661"/>
                    </a:lnTo>
                    <a:lnTo>
                      <a:pt x="896606" y="885173"/>
                    </a:lnTo>
                    <a:lnTo>
                      <a:pt x="897263" y="887331"/>
                    </a:lnTo>
                    <a:lnTo>
                      <a:pt x="913874" y="90945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25" name="pt3925"/>
              <p:cNvSpPr/>
              <p:nvPr/>
            </p:nvSpPr>
            <p:spPr>
              <a:xfrm>
                <a:off x="4288681" y="2263608"/>
                <a:ext cx="63202" cy="63202"/>
              </a:xfrm>
              <a:prstGeom prst="ellipse">
                <a:avLst/>
              </a:prstGeom>
              <a:solidFill>
                <a:srgbClr val="3A79A2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26" name="pt3926"/>
              <p:cNvSpPr/>
              <p:nvPr/>
            </p:nvSpPr>
            <p:spPr>
              <a:xfrm>
                <a:off x="2698437" y="3363343"/>
                <a:ext cx="63202" cy="63202"/>
              </a:xfrm>
              <a:prstGeom prst="ellipse">
                <a:avLst/>
              </a:prstGeom>
              <a:solidFill>
                <a:srgbClr val="3A78A2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27" name="pt3927"/>
              <p:cNvSpPr/>
              <p:nvPr/>
            </p:nvSpPr>
            <p:spPr>
              <a:xfrm>
                <a:off x="4096401" y="2607092"/>
                <a:ext cx="63202" cy="63202"/>
              </a:xfrm>
              <a:prstGeom prst="ellipse">
                <a:avLst/>
              </a:prstGeom>
              <a:solidFill>
                <a:srgbClr val="378CA7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28" name="pt3928"/>
              <p:cNvSpPr/>
              <p:nvPr/>
            </p:nvSpPr>
            <p:spPr>
              <a:xfrm>
                <a:off x="3094338" y="3311985"/>
                <a:ext cx="63202" cy="63202"/>
              </a:xfrm>
              <a:prstGeom prst="ellipse">
                <a:avLst/>
              </a:prstGeom>
              <a:solidFill>
                <a:srgbClr val="3983A5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29" name="pt3929"/>
              <p:cNvSpPr/>
              <p:nvPr/>
            </p:nvSpPr>
            <p:spPr>
              <a:xfrm>
                <a:off x="4155864" y="2465314"/>
                <a:ext cx="63202" cy="63202"/>
              </a:xfrm>
              <a:prstGeom prst="ellipse">
                <a:avLst/>
              </a:prstGeom>
              <a:solidFill>
                <a:srgbClr val="5BC6AC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30" name="pt3930"/>
              <p:cNvSpPr/>
              <p:nvPr/>
            </p:nvSpPr>
            <p:spPr>
              <a:xfrm>
                <a:off x="2959656" y="3404347"/>
                <a:ext cx="63202" cy="63202"/>
              </a:xfrm>
              <a:prstGeom prst="ellipse">
                <a:avLst/>
              </a:prstGeom>
              <a:solidFill>
                <a:srgbClr val="3A6CA0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31" name="pt3931"/>
              <p:cNvSpPr/>
              <p:nvPr/>
            </p:nvSpPr>
            <p:spPr>
              <a:xfrm>
                <a:off x="4431049" y="2223464"/>
                <a:ext cx="63202" cy="63202"/>
              </a:xfrm>
              <a:prstGeom prst="ellipse">
                <a:avLst/>
              </a:prstGeom>
              <a:solidFill>
                <a:srgbClr val="395B99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32" name="pt3932"/>
              <p:cNvSpPr/>
              <p:nvPr/>
            </p:nvSpPr>
            <p:spPr>
              <a:xfrm>
                <a:off x="3373790" y="3377872"/>
                <a:ext cx="63202" cy="63202"/>
              </a:xfrm>
              <a:prstGeom prst="ellipse">
                <a:avLst/>
              </a:prstGeom>
              <a:solidFill>
                <a:srgbClr val="3A679E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33" name="pt3933"/>
              <p:cNvSpPr/>
              <p:nvPr/>
            </p:nvSpPr>
            <p:spPr>
              <a:xfrm>
                <a:off x="3916021" y="2963042"/>
                <a:ext cx="63202" cy="63202"/>
              </a:xfrm>
              <a:prstGeom prst="ellipse">
                <a:avLst/>
              </a:prstGeom>
              <a:solidFill>
                <a:srgbClr val="4DB3AB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34" name="pt3934"/>
              <p:cNvSpPr/>
              <p:nvPr/>
            </p:nvSpPr>
            <p:spPr>
              <a:xfrm>
                <a:off x="3680028" y="3151966"/>
                <a:ext cx="63202" cy="63202"/>
              </a:xfrm>
              <a:prstGeom prst="ellipse">
                <a:avLst/>
              </a:prstGeom>
              <a:solidFill>
                <a:srgbClr val="388AA6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35" name="pt3935"/>
              <p:cNvSpPr/>
              <p:nvPr/>
            </p:nvSpPr>
            <p:spPr>
              <a:xfrm>
                <a:off x="3761144" y="3080434"/>
                <a:ext cx="63202" cy="63202"/>
              </a:xfrm>
              <a:prstGeom prst="ellipse">
                <a:avLst/>
              </a:prstGeom>
              <a:solidFill>
                <a:srgbClr val="3A7EA4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36" name="pt3936"/>
              <p:cNvSpPr/>
              <p:nvPr/>
            </p:nvSpPr>
            <p:spPr>
              <a:xfrm>
                <a:off x="4108041" y="2430173"/>
                <a:ext cx="63202" cy="63202"/>
              </a:xfrm>
              <a:prstGeom prst="ellipse">
                <a:avLst/>
              </a:prstGeom>
              <a:solidFill>
                <a:srgbClr val="3A81A4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37" name="pt3937"/>
              <p:cNvSpPr/>
              <p:nvPr/>
            </p:nvSpPr>
            <p:spPr>
              <a:xfrm>
                <a:off x="3339627" y="3378512"/>
                <a:ext cx="63202" cy="63202"/>
              </a:xfrm>
              <a:prstGeom prst="ellipse">
                <a:avLst/>
              </a:prstGeom>
              <a:solidFill>
                <a:srgbClr val="3A689F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38" name="pt3938"/>
              <p:cNvSpPr/>
              <p:nvPr/>
            </p:nvSpPr>
            <p:spPr>
              <a:xfrm>
                <a:off x="3000955" y="3382922"/>
                <a:ext cx="63202" cy="63202"/>
              </a:xfrm>
              <a:prstGeom prst="ellipse">
                <a:avLst/>
              </a:prstGeom>
              <a:solidFill>
                <a:srgbClr val="3A679E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39" name="pt3939"/>
              <p:cNvSpPr/>
              <p:nvPr/>
            </p:nvSpPr>
            <p:spPr>
              <a:xfrm>
                <a:off x="3992448" y="2536996"/>
                <a:ext cx="63202" cy="63202"/>
              </a:xfrm>
              <a:prstGeom prst="ellipse">
                <a:avLst/>
              </a:prstGeom>
              <a:solidFill>
                <a:srgbClr val="3690A7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40" name="pt3940"/>
              <p:cNvSpPr/>
              <p:nvPr/>
            </p:nvSpPr>
            <p:spPr>
              <a:xfrm>
                <a:off x="3645096" y="3206819"/>
                <a:ext cx="63202" cy="63202"/>
              </a:xfrm>
              <a:prstGeom prst="ellipse">
                <a:avLst/>
              </a:prstGeom>
              <a:solidFill>
                <a:srgbClr val="3889A6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41" name="pt3941"/>
              <p:cNvSpPr/>
              <p:nvPr/>
            </p:nvSpPr>
            <p:spPr>
              <a:xfrm>
                <a:off x="2825987" y="3404738"/>
                <a:ext cx="63202" cy="63202"/>
              </a:xfrm>
              <a:prstGeom prst="ellipse">
                <a:avLst/>
              </a:prstGeom>
              <a:solidFill>
                <a:srgbClr val="3B5490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42" name="pt3942"/>
              <p:cNvSpPr/>
              <p:nvPr/>
            </p:nvSpPr>
            <p:spPr>
              <a:xfrm>
                <a:off x="3827331" y="3005387"/>
                <a:ext cx="63202" cy="63202"/>
              </a:xfrm>
              <a:prstGeom prst="ellipse">
                <a:avLst/>
              </a:prstGeom>
              <a:solidFill>
                <a:srgbClr val="3A6C9F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43" name="pt3943"/>
              <p:cNvSpPr/>
              <p:nvPr/>
            </p:nvSpPr>
            <p:spPr>
              <a:xfrm>
                <a:off x="4551616" y="2002339"/>
                <a:ext cx="63202" cy="63202"/>
              </a:xfrm>
              <a:prstGeom prst="ellipse">
                <a:avLst/>
              </a:prstGeom>
              <a:solidFill>
                <a:srgbClr val="388BA7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44" name="pt3944"/>
              <p:cNvSpPr/>
              <p:nvPr/>
            </p:nvSpPr>
            <p:spPr>
              <a:xfrm>
                <a:off x="2650913" y="3369181"/>
                <a:ext cx="63202" cy="63202"/>
              </a:xfrm>
              <a:prstGeom prst="ellipse">
                <a:avLst/>
              </a:prstGeom>
              <a:solidFill>
                <a:srgbClr val="3A6EA0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45" name="pt3945"/>
              <p:cNvSpPr/>
              <p:nvPr/>
            </p:nvSpPr>
            <p:spPr>
              <a:xfrm>
                <a:off x="4868742" y="2004176"/>
                <a:ext cx="63202" cy="63202"/>
              </a:xfrm>
              <a:prstGeom prst="ellipse">
                <a:avLst/>
              </a:prstGeom>
              <a:solidFill>
                <a:srgbClr val="395C9B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46" name="pt3946"/>
              <p:cNvSpPr/>
              <p:nvPr/>
            </p:nvSpPr>
            <p:spPr>
              <a:xfrm>
                <a:off x="3650433" y="3210297"/>
                <a:ext cx="63202" cy="63202"/>
              </a:xfrm>
              <a:prstGeom prst="ellipse">
                <a:avLst/>
              </a:prstGeom>
              <a:solidFill>
                <a:srgbClr val="3982A4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47" name="pt3947"/>
              <p:cNvSpPr/>
              <p:nvPr/>
            </p:nvSpPr>
            <p:spPr>
              <a:xfrm>
                <a:off x="4478665" y="2107397"/>
                <a:ext cx="63202" cy="63202"/>
              </a:xfrm>
              <a:prstGeom prst="ellipse">
                <a:avLst/>
              </a:prstGeom>
              <a:solidFill>
                <a:srgbClr val="378DA7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48" name="pt3948"/>
              <p:cNvSpPr/>
              <p:nvPr/>
            </p:nvSpPr>
            <p:spPr>
              <a:xfrm>
                <a:off x="3672133" y="3154619"/>
                <a:ext cx="63202" cy="63202"/>
              </a:xfrm>
              <a:prstGeom prst="ellipse">
                <a:avLst/>
              </a:prstGeom>
              <a:solidFill>
                <a:srgbClr val="3A7FA4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49" name="pt3949"/>
              <p:cNvSpPr/>
              <p:nvPr/>
            </p:nvSpPr>
            <p:spPr>
              <a:xfrm>
                <a:off x="2468368" y="3475384"/>
                <a:ext cx="63202" cy="63202"/>
              </a:xfrm>
              <a:prstGeom prst="ellipse">
                <a:avLst/>
              </a:prstGeom>
              <a:solidFill>
                <a:srgbClr val="3A76A2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50" name="pt3950"/>
              <p:cNvSpPr/>
              <p:nvPr/>
            </p:nvSpPr>
            <p:spPr>
              <a:xfrm>
                <a:off x="3922214" y="2945376"/>
                <a:ext cx="63202" cy="63202"/>
              </a:xfrm>
              <a:prstGeom prst="ellipse">
                <a:avLst/>
              </a:prstGeom>
              <a:solidFill>
                <a:srgbClr val="3889A6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51" name="pt3951"/>
              <p:cNvSpPr/>
              <p:nvPr/>
            </p:nvSpPr>
            <p:spPr>
              <a:xfrm>
                <a:off x="2363853" y="3507593"/>
                <a:ext cx="117405" cy="117405"/>
              </a:xfrm>
              <a:prstGeom prst="ellipse">
                <a:avLst/>
              </a:prstGeom>
              <a:solidFill>
                <a:srgbClr val="39609D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52" name="pt3952"/>
              <p:cNvSpPr/>
              <p:nvPr/>
            </p:nvSpPr>
            <p:spPr>
              <a:xfrm>
                <a:off x="2861131" y="3394221"/>
                <a:ext cx="117405" cy="117405"/>
              </a:xfrm>
              <a:prstGeom prst="ellipse">
                <a:avLst/>
              </a:prstGeom>
              <a:solidFill>
                <a:srgbClr val="3A6DA0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53" name="pt3953"/>
              <p:cNvSpPr/>
              <p:nvPr/>
            </p:nvSpPr>
            <p:spPr>
              <a:xfrm>
                <a:off x="3611984" y="3278229"/>
                <a:ext cx="117405" cy="117405"/>
              </a:xfrm>
              <a:prstGeom prst="ellipse">
                <a:avLst/>
              </a:prstGeom>
              <a:solidFill>
                <a:srgbClr val="3A5793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54" name="pt3954"/>
              <p:cNvSpPr/>
              <p:nvPr/>
            </p:nvSpPr>
            <p:spPr>
              <a:xfrm>
                <a:off x="4445606" y="2051038"/>
                <a:ext cx="117405" cy="117405"/>
              </a:xfrm>
              <a:prstGeom prst="ellipse">
                <a:avLst/>
              </a:prstGeom>
              <a:solidFill>
                <a:srgbClr val="48ACAA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55" name="pt3955"/>
              <p:cNvSpPr/>
              <p:nvPr/>
            </p:nvSpPr>
            <p:spPr>
              <a:xfrm>
                <a:off x="4553443" y="1960190"/>
                <a:ext cx="117405" cy="117405"/>
              </a:xfrm>
              <a:prstGeom prst="ellipse">
                <a:avLst/>
              </a:prstGeom>
              <a:solidFill>
                <a:srgbClr val="3B548F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56" name="pl3956"/>
              <p:cNvSpPr/>
              <p:nvPr/>
            </p:nvSpPr>
            <p:spPr>
              <a:xfrm>
                <a:off x="2801987" y="3225115"/>
                <a:ext cx="111620" cy="215773"/>
              </a:xfrm>
              <a:custGeom>
                <a:avLst/>
                <a:gdLst/>
                <a:ahLst/>
                <a:cxnLst/>
                <a:rect l="0" t="0" r="0" b="0"/>
                <a:pathLst>
                  <a:path w="111620" h="215773">
                    <a:moveTo>
                      <a:pt x="0" y="0"/>
                    </a:moveTo>
                    <a:lnTo>
                      <a:pt x="111620" y="215773"/>
                    </a:lnTo>
                  </a:path>
                </a:pathLst>
              </a:custGeom>
              <a:ln w="1355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57" name="pl3957"/>
              <p:cNvSpPr/>
              <p:nvPr/>
            </p:nvSpPr>
            <p:spPr>
              <a:xfrm>
                <a:off x="4532509" y="1908061"/>
                <a:ext cx="71729" cy="99827"/>
              </a:xfrm>
              <a:custGeom>
                <a:avLst/>
                <a:gdLst/>
                <a:ahLst/>
                <a:cxnLst/>
                <a:rect l="0" t="0" r="0" b="0"/>
                <a:pathLst>
                  <a:path w="71729" h="99827">
                    <a:moveTo>
                      <a:pt x="0" y="0"/>
                    </a:moveTo>
                    <a:lnTo>
                      <a:pt x="71729" y="99827"/>
                    </a:lnTo>
                  </a:path>
                </a:pathLst>
              </a:custGeom>
              <a:ln w="1355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58" name="pg3958"/>
              <p:cNvSpPr/>
              <p:nvPr/>
            </p:nvSpPr>
            <p:spPr>
              <a:xfrm>
                <a:off x="1940572" y="3315838"/>
                <a:ext cx="558515" cy="191749"/>
              </a:xfrm>
              <a:custGeom>
                <a:avLst/>
                <a:gdLst/>
                <a:ahLst/>
                <a:cxnLst/>
                <a:rect l="0" t="0" r="0" b="0"/>
                <a:pathLst>
                  <a:path w="558515" h="191749">
                    <a:moveTo>
                      <a:pt x="27432" y="191749"/>
                    </a:moveTo>
                    <a:lnTo>
                      <a:pt x="531083" y="191749"/>
                    </a:lnTo>
                    <a:lnTo>
                      <a:pt x="529978" y="191727"/>
                    </a:lnTo>
                    <a:lnTo>
                      <a:pt x="534390" y="191549"/>
                    </a:lnTo>
                    <a:lnTo>
                      <a:pt x="538715" y="190666"/>
                    </a:lnTo>
                    <a:lnTo>
                      <a:pt x="542843" y="189101"/>
                    </a:lnTo>
                    <a:lnTo>
                      <a:pt x="546666" y="186893"/>
                    </a:lnTo>
                    <a:lnTo>
                      <a:pt x="550086" y="184101"/>
                    </a:lnTo>
                    <a:lnTo>
                      <a:pt x="553013" y="180797"/>
                    </a:lnTo>
                    <a:lnTo>
                      <a:pt x="555373" y="177065"/>
                    </a:lnTo>
                    <a:lnTo>
                      <a:pt x="557103" y="173004"/>
                    </a:lnTo>
                    <a:lnTo>
                      <a:pt x="558160" y="168718"/>
                    </a:lnTo>
                    <a:lnTo>
                      <a:pt x="558515" y="164317"/>
                    </a:lnTo>
                    <a:lnTo>
                      <a:pt x="558515" y="27431"/>
                    </a:lnTo>
                    <a:lnTo>
                      <a:pt x="558160" y="23031"/>
                    </a:lnTo>
                    <a:lnTo>
                      <a:pt x="557103" y="18745"/>
                    </a:lnTo>
                    <a:lnTo>
                      <a:pt x="555373" y="14683"/>
                    </a:lnTo>
                    <a:lnTo>
                      <a:pt x="553013" y="10952"/>
                    </a:lnTo>
                    <a:lnTo>
                      <a:pt x="550086" y="7647"/>
                    </a:lnTo>
                    <a:lnTo>
                      <a:pt x="546666" y="4855"/>
                    </a:lnTo>
                    <a:lnTo>
                      <a:pt x="542843" y="2648"/>
                    </a:lnTo>
                    <a:lnTo>
                      <a:pt x="538715" y="1083"/>
                    </a:lnTo>
                    <a:lnTo>
                      <a:pt x="534390" y="200"/>
                    </a:lnTo>
                    <a:lnTo>
                      <a:pt x="531083" y="0"/>
                    </a:lnTo>
                    <a:lnTo>
                      <a:pt x="27432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6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1"/>
                    </a:lnTo>
                    <a:lnTo>
                      <a:pt x="0" y="164317"/>
                    </a:lnTo>
                    <a:lnTo>
                      <a:pt x="88" y="162110"/>
                    </a:lnTo>
                    <a:lnTo>
                      <a:pt x="88" y="166525"/>
                    </a:lnTo>
                    <a:lnTo>
                      <a:pt x="797" y="170882"/>
                    </a:lnTo>
                    <a:lnTo>
                      <a:pt x="2195" y="175070"/>
                    </a:lnTo>
                    <a:lnTo>
                      <a:pt x="4246" y="178979"/>
                    </a:lnTo>
                    <a:lnTo>
                      <a:pt x="6898" y="182508"/>
                    </a:lnTo>
                    <a:lnTo>
                      <a:pt x="10082" y="185566"/>
                    </a:lnTo>
                    <a:lnTo>
                      <a:pt x="13716" y="188074"/>
                    </a:lnTo>
                    <a:lnTo>
                      <a:pt x="17704" y="189967"/>
                    </a:lnTo>
                    <a:lnTo>
                      <a:pt x="21944" y="191195"/>
                    </a:lnTo>
                    <a:lnTo>
                      <a:pt x="26327" y="191727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59" name="tx3959"/>
              <p:cNvSpPr/>
              <p:nvPr/>
            </p:nvSpPr>
            <p:spPr>
              <a:xfrm>
                <a:off x="1986292" y="3361558"/>
                <a:ext cx="467075" cy="100309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325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W1</a:t>
                </a:r>
                <a:r>
                  <a:rPr lang="en-US" sz="1325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-</a:t>
                </a:r>
                <a:r>
                  <a:rPr sz="1325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TX</a:t>
                </a:r>
              </a:p>
            </p:txBody>
          </p:sp>
          <p:sp>
            <p:nvSpPr>
              <p:cNvPr id="3960" name="pg3960"/>
              <p:cNvSpPr/>
              <p:nvPr/>
            </p:nvSpPr>
            <p:spPr>
              <a:xfrm>
                <a:off x="2515771" y="3033365"/>
                <a:ext cx="550834" cy="191749"/>
              </a:xfrm>
              <a:custGeom>
                <a:avLst/>
                <a:gdLst/>
                <a:ahLst/>
                <a:cxnLst/>
                <a:rect l="0" t="0" r="0" b="0"/>
                <a:pathLst>
                  <a:path w="550834" h="191749">
                    <a:moveTo>
                      <a:pt x="27431" y="191749"/>
                    </a:moveTo>
                    <a:lnTo>
                      <a:pt x="523402" y="191749"/>
                    </a:lnTo>
                    <a:lnTo>
                      <a:pt x="522297" y="191727"/>
                    </a:lnTo>
                    <a:lnTo>
                      <a:pt x="526709" y="191549"/>
                    </a:lnTo>
                    <a:lnTo>
                      <a:pt x="531034" y="190666"/>
                    </a:lnTo>
                    <a:lnTo>
                      <a:pt x="535162" y="189101"/>
                    </a:lnTo>
                    <a:lnTo>
                      <a:pt x="538985" y="186893"/>
                    </a:lnTo>
                    <a:lnTo>
                      <a:pt x="542405" y="184101"/>
                    </a:lnTo>
                    <a:lnTo>
                      <a:pt x="545332" y="180797"/>
                    </a:lnTo>
                    <a:lnTo>
                      <a:pt x="547692" y="177065"/>
                    </a:lnTo>
                    <a:lnTo>
                      <a:pt x="549422" y="173004"/>
                    </a:lnTo>
                    <a:lnTo>
                      <a:pt x="550479" y="168718"/>
                    </a:lnTo>
                    <a:lnTo>
                      <a:pt x="550834" y="164317"/>
                    </a:lnTo>
                    <a:lnTo>
                      <a:pt x="550834" y="27432"/>
                    </a:lnTo>
                    <a:lnTo>
                      <a:pt x="550479" y="23031"/>
                    </a:lnTo>
                    <a:lnTo>
                      <a:pt x="549422" y="18745"/>
                    </a:lnTo>
                    <a:lnTo>
                      <a:pt x="547692" y="14683"/>
                    </a:lnTo>
                    <a:lnTo>
                      <a:pt x="545332" y="10952"/>
                    </a:lnTo>
                    <a:lnTo>
                      <a:pt x="542405" y="7647"/>
                    </a:lnTo>
                    <a:lnTo>
                      <a:pt x="538985" y="4855"/>
                    </a:lnTo>
                    <a:lnTo>
                      <a:pt x="535162" y="2648"/>
                    </a:lnTo>
                    <a:lnTo>
                      <a:pt x="531034" y="1083"/>
                    </a:lnTo>
                    <a:lnTo>
                      <a:pt x="526709" y="200"/>
                    </a:lnTo>
                    <a:lnTo>
                      <a:pt x="523402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5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164317"/>
                    </a:lnTo>
                    <a:lnTo>
                      <a:pt x="88" y="162110"/>
                    </a:lnTo>
                    <a:lnTo>
                      <a:pt x="88" y="166525"/>
                    </a:lnTo>
                    <a:lnTo>
                      <a:pt x="797" y="170882"/>
                    </a:lnTo>
                    <a:lnTo>
                      <a:pt x="2195" y="175070"/>
                    </a:lnTo>
                    <a:lnTo>
                      <a:pt x="4246" y="178979"/>
                    </a:lnTo>
                    <a:lnTo>
                      <a:pt x="6898" y="182508"/>
                    </a:lnTo>
                    <a:lnTo>
                      <a:pt x="10082" y="185566"/>
                    </a:lnTo>
                    <a:lnTo>
                      <a:pt x="13715" y="188074"/>
                    </a:lnTo>
                    <a:lnTo>
                      <a:pt x="17704" y="189967"/>
                    </a:lnTo>
                    <a:lnTo>
                      <a:pt x="21944" y="191195"/>
                    </a:lnTo>
                    <a:lnTo>
                      <a:pt x="26327" y="191727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61" name="tx3961"/>
              <p:cNvSpPr/>
              <p:nvPr/>
            </p:nvSpPr>
            <p:spPr>
              <a:xfrm>
                <a:off x="2561491" y="3079085"/>
                <a:ext cx="459394" cy="100309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325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W2</a:t>
                </a:r>
                <a:r>
                  <a:rPr lang="en-US" sz="1325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-</a:t>
                </a:r>
                <a:r>
                  <a:rPr sz="1325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LA</a:t>
                </a:r>
              </a:p>
            </p:txBody>
          </p:sp>
          <p:sp>
            <p:nvSpPr>
              <p:cNvPr id="3962" name="pg3962"/>
              <p:cNvSpPr/>
              <p:nvPr/>
            </p:nvSpPr>
            <p:spPr>
              <a:xfrm>
                <a:off x="3158111" y="3086615"/>
                <a:ext cx="542970" cy="191749"/>
              </a:xfrm>
              <a:custGeom>
                <a:avLst/>
                <a:gdLst/>
                <a:ahLst/>
                <a:cxnLst/>
                <a:rect l="0" t="0" r="0" b="0"/>
                <a:pathLst>
                  <a:path w="542970" h="191749">
                    <a:moveTo>
                      <a:pt x="27431" y="191749"/>
                    </a:moveTo>
                    <a:lnTo>
                      <a:pt x="515538" y="191749"/>
                    </a:lnTo>
                    <a:lnTo>
                      <a:pt x="514434" y="191727"/>
                    </a:lnTo>
                    <a:lnTo>
                      <a:pt x="518845" y="191549"/>
                    </a:lnTo>
                    <a:lnTo>
                      <a:pt x="523170" y="190666"/>
                    </a:lnTo>
                    <a:lnTo>
                      <a:pt x="527298" y="189101"/>
                    </a:lnTo>
                    <a:lnTo>
                      <a:pt x="531121" y="186893"/>
                    </a:lnTo>
                    <a:lnTo>
                      <a:pt x="534541" y="184101"/>
                    </a:lnTo>
                    <a:lnTo>
                      <a:pt x="537469" y="180797"/>
                    </a:lnTo>
                    <a:lnTo>
                      <a:pt x="539828" y="177065"/>
                    </a:lnTo>
                    <a:lnTo>
                      <a:pt x="541558" y="173004"/>
                    </a:lnTo>
                    <a:lnTo>
                      <a:pt x="542615" y="168718"/>
                    </a:lnTo>
                    <a:lnTo>
                      <a:pt x="542970" y="164317"/>
                    </a:lnTo>
                    <a:lnTo>
                      <a:pt x="542970" y="27432"/>
                    </a:lnTo>
                    <a:lnTo>
                      <a:pt x="542615" y="23031"/>
                    </a:lnTo>
                    <a:lnTo>
                      <a:pt x="541558" y="18745"/>
                    </a:lnTo>
                    <a:lnTo>
                      <a:pt x="539828" y="14683"/>
                    </a:lnTo>
                    <a:lnTo>
                      <a:pt x="537469" y="10952"/>
                    </a:lnTo>
                    <a:lnTo>
                      <a:pt x="534541" y="7647"/>
                    </a:lnTo>
                    <a:lnTo>
                      <a:pt x="531121" y="4855"/>
                    </a:lnTo>
                    <a:lnTo>
                      <a:pt x="527298" y="2648"/>
                    </a:lnTo>
                    <a:lnTo>
                      <a:pt x="523170" y="1083"/>
                    </a:lnTo>
                    <a:lnTo>
                      <a:pt x="518845" y="200"/>
                    </a:lnTo>
                    <a:lnTo>
                      <a:pt x="515538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6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164317"/>
                    </a:lnTo>
                    <a:lnTo>
                      <a:pt x="88" y="162110"/>
                    </a:lnTo>
                    <a:lnTo>
                      <a:pt x="88" y="166525"/>
                    </a:lnTo>
                    <a:lnTo>
                      <a:pt x="797" y="170882"/>
                    </a:lnTo>
                    <a:lnTo>
                      <a:pt x="2195" y="175070"/>
                    </a:lnTo>
                    <a:lnTo>
                      <a:pt x="4246" y="178979"/>
                    </a:lnTo>
                    <a:lnTo>
                      <a:pt x="6898" y="182508"/>
                    </a:lnTo>
                    <a:lnTo>
                      <a:pt x="10082" y="185566"/>
                    </a:lnTo>
                    <a:lnTo>
                      <a:pt x="13716" y="188074"/>
                    </a:lnTo>
                    <a:lnTo>
                      <a:pt x="17704" y="189967"/>
                    </a:lnTo>
                    <a:lnTo>
                      <a:pt x="21944" y="191195"/>
                    </a:lnTo>
                    <a:lnTo>
                      <a:pt x="26327" y="191727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63" name="tx3963"/>
              <p:cNvSpPr/>
              <p:nvPr/>
            </p:nvSpPr>
            <p:spPr>
              <a:xfrm>
                <a:off x="3203831" y="3132335"/>
                <a:ext cx="451530" cy="100309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325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W3</a:t>
                </a:r>
                <a:r>
                  <a:rPr lang="en-US" sz="1325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-</a:t>
                </a:r>
                <a:r>
                  <a:rPr sz="1325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FL</a:t>
                </a:r>
              </a:p>
            </p:txBody>
          </p:sp>
          <p:sp>
            <p:nvSpPr>
              <p:cNvPr id="3964" name="pg3964"/>
              <p:cNvSpPr/>
              <p:nvPr/>
            </p:nvSpPr>
            <p:spPr>
              <a:xfrm>
                <a:off x="3859978" y="1999497"/>
                <a:ext cx="581741" cy="191749"/>
              </a:xfrm>
              <a:custGeom>
                <a:avLst/>
                <a:gdLst/>
                <a:ahLst/>
                <a:cxnLst/>
                <a:rect l="0" t="0" r="0" b="0"/>
                <a:pathLst>
                  <a:path w="581741" h="191749">
                    <a:moveTo>
                      <a:pt x="27432" y="191749"/>
                    </a:moveTo>
                    <a:lnTo>
                      <a:pt x="554309" y="191749"/>
                    </a:lnTo>
                    <a:lnTo>
                      <a:pt x="553204" y="191727"/>
                    </a:lnTo>
                    <a:lnTo>
                      <a:pt x="557615" y="191549"/>
                    </a:lnTo>
                    <a:lnTo>
                      <a:pt x="561941" y="190666"/>
                    </a:lnTo>
                    <a:lnTo>
                      <a:pt x="566069" y="189101"/>
                    </a:lnTo>
                    <a:lnTo>
                      <a:pt x="569892" y="186893"/>
                    </a:lnTo>
                    <a:lnTo>
                      <a:pt x="573312" y="184101"/>
                    </a:lnTo>
                    <a:lnTo>
                      <a:pt x="576239" y="180797"/>
                    </a:lnTo>
                    <a:lnTo>
                      <a:pt x="578599" y="177065"/>
                    </a:lnTo>
                    <a:lnTo>
                      <a:pt x="580329" y="173004"/>
                    </a:lnTo>
                    <a:lnTo>
                      <a:pt x="581386" y="168718"/>
                    </a:lnTo>
                    <a:lnTo>
                      <a:pt x="581741" y="164317"/>
                    </a:lnTo>
                    <a:lnTo>
                      <a:pt x="581741" y="27432"/>
                    </a:lnTo>
                    <a:lnTo>
                      <a:pt x="581386" y="23031"/>
                    </a:lnTo>
                    <a:lnTo>
                      <a:pt x="580329" y="18745"/>
                    </a:lnTo>
                    <a:lnTo>
                      <a:pt x="578599" y="14683"/>
                    </a:lnTo>
                    <a:lnTo>
                      <a:pt x="576239" y="10952"/>
                    </a:lnTo>
                    <a:lnTo>
                      <a:pt x="573312" y="7647"/>
                    </a:lnTo>
                    <a:lnTo>
                      <a:pt x="569892" y="4855"/>
                    </a:lnTo>
                    <a:lnTo>
                      <a:pt x="566069" y="2648"/>
                    </a:lnTo>
                    <a:lnTo>
                      <a:pt x="561941" y="1083"/>
                    </a:lnTo>
                    <a:lnTo>
                      <a:pt x="557615" y="200"/>
                    </a:lnTo>
                    <a:lnTo>
                      <a:pt x="554309" y="0"/>
                    </a:lnTo>
                    <a:lnTo>
                      <a:pt x="27432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5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164317"/>
                    </a:lnTo>
                    <a:lnTo>
                      <a:pt x="88" y="162110"/>
                    </a:lnTo>
                    <a:lnTo>
                      <a:pt x="88" y="166525"/>
                    </a:lnTo>
                    <a:lnTo>
                      <a:pt x="797" y="170882"/>
                    </a:lnTo>
                    <a:lnTo>
                      <a:pt x="2195" y="175070"/>
                    </a:lnTo>
                    <a:lnTo>
                      <a:pt x="4246" y="178979"/>
                    </a:lnTo>
                    <a:lnTo>
                      <a:pt x="6898" y="182508"/>
                    </a:lnTo>
                    <a:lnTo>
                      <a:pt x="10082" y="185566"/>
                    </a:lnTo>
                    <a:lnTo>
                      <a:pt x="13715" y="188074"/>
                    </a:lnTo>
                    <a:lnTo>
                      <a:pt x="17704" y="189967"/>
                    </a:lnTo>
                    <a:lnTo>
                      <a:pt x="21944" y="191195"/>
                    </a:lnTo>
                    <a:lnTo>
                      <a:pt x="26327" y="191727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65" name="tx3965"/>
              <p:cNvSpPr/>
              <p:nvPr/>
            </p:nvSpPr>
            <p:spPr>
              <a:xfrm>
                <a:off x="3905698" y="2045217"/>
                <a:ext cx="490301" cy="100309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325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W5</a:t>
                </a:r>
                <a:r>
                  <a:rPr lang="en-US" sz="1325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-</a:t>
                </a:r>
                <a:r>
                  <a:rPr sz="1325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NH</a:t>
                </a:r>
              </a:p>
            </p:txBody>
          </p:sp>
          <p:sp>
            <p:nvSpPr>
              <p:cNvPr id="3966" name="pg3966"/>
              <p:cNvSpPr/>
              <p:nvPr/>
            </p:nvSpPr>
            <p:spPr>
              <a:xfrm>
                <a:off x="4221451" y="1716311"/>
                <a:ext cx="589605" cy="191749"/>
              </a:xfrm>
              <a:custGeom>
                <a:avLst/>
                <a:gdLst/>
                <a:ahLst/>
                <a:cxnLst/>
                <a:rect l="0" t="0" r="0" b="0"/>
                <a:pathLst>
                  <a:path w="589605" h="191749">
                    <a:moveTo>
                      <a:pt x="27432" y="191749"/>
                    </a:moveTo>
                    <a:lnTo>
                      <a:pt x="562173" y="191749"/>
                    </a:lnTo>
                    <a:lnTo>
                      <a:pt x="561068" y="191727"/>
                    </a:lnTo>
                    <a:lnTo>
                      <a:pt x="565479" y="191549"/>
                    </a:lnTo>
                    <a:lnTo>
                      <a:pt x="569805" y="190666"/>
                    </a:lnTo>
                    <a:lnTo>
                      <a:pt x="573933" y="189101"/>
                    </a:lnTo>
                    <a:lnTo>
                      <a:pt x="577756" y="186893"/>
                    </a:lnTo>
                    <a:lnTo>
                      <a:pt x="581175" y="184101"/>
                    </a:lnTo>
                    <a:lnTo>
                      <a:pt x="584103" y="180797"/>
                    </a:lnTo>
                    <a:lnTo>
                      <a:pt x="586462" y="177065"/>
                    </a:lnTo>
                    <a:lnTo>
                      <a:pt x="588193" y="173004"/>
                    </a:lnTo>
                    <a:lnTo>
                      <a:pt x="589249" y="168718"/>
                    </a:lnTo>
                    <a:lnTo>
                      <a:pt x="589605" y="164317"/>
                    </a:lnTo>
                    <a:lnTo>
                      <a:pt x="589605" y="27431"/>
                    </a:lnTo>
                    <a:lnTo>
                      <a:pt x="589249" y="23031"/>
                    </a:lnTo>
                    <a:lnTo>
                      <a:pt x="588193" y="18745"/>
                    </a:lnTo>
                    <a:lnTo>
                      <a:pt x="586462" y="14683"/>
                    </a:lnTo>
                    <a:lnTo>
                      <a:pt x="584103" y="10952"/>
                    </a:lnTo>
                    <a:lnTo>
                      <a:pt x="581175" y="7647"/>
                    </a:lnTo>
                    <a:lnTo>
                      <a:pt x="577756" y="4855"/>
                    </a:lnTo>
                    <a:lnTo>
                      <a:pt x="573933" y="2648"/>
                    </a:lnTo>
                    <a:lnTo>
                      <a:pt x="569805" y="1083"/>
                    </a:lnTo>
                    <a:lnTo>
                      <a:pt x="565479" y="200"/>
                    </a:lnTo>
                    <a:lnTo>
                      <a:pt x="562173" y="0"/>
                    </a:lnTo>
                    <a:lnTo>
                      <a:pt x="27432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6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1"/>
                    </a:lnTo>
                    <a:lnTo>
                      <a:pt x="0" y="164317"/>
                    </a:lnTo>
                    <a:lnTo>
                      <a:pt x="88" y="162110"/>
                    </a:lnTo>
                    <a:lnTo>
                      <a:pt x="88" y="166525"/>
                    </a:lnTo>
                    <a:lnTo>
                      <a:pt x="797" y="170882"/>
                    </a:lnTo>
                    <a:lnTo>
                      <a:pt x="2195" y="175070"/>
                    </a:lnTo>
                    <a:lnTo>
                      <a:pt x="4246" y="178979"/>
                    </a:lnTo>
                    <a:lnTo>
                      <a:pt x="6898" y="182508"/>
                    </a:lnTo>
                    <a:lnTo>
                      <a:pt x="10082" y="185566"/>
                    </a:lnTo>
                    <a:lnTo>
                      <a:pt x="13716" y="188074"/>
                    </a:lnTo>
                    <a:lnTo>
                      <a:pt x="17704" y="189967"/>
                    </a:lnTo>
                    <a:lnTo>
                      <a:pt x="21944" y="191195"/>
                    </a:lnTo>
                    <a:lnTo>
                      <a:pt x="26327" y="191727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67" name="tx3967"/>
              <p:cNvSpPr/>
              <p:nvPr/>
            </p:nvSpPr>
            <p:spPr>
              <a:xfrm>
                <a:off x="4267171" y="1762031"/>
                <a:ext cx="498165" cy="100309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325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W6</a:t>
                </a:r>
                <a:r>
                  <a:rPr lang="en-US" sz="1325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-</a:t>
                </a:r>
                <a:r>
                  <a:rPr sz="1325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ME</a:t>
                </a:r>
              </a:p>
            </p:txBody>
          </p:sp>
          <p:sp>
            <p:nvSpPr>
              <p:cNvPr id="3968" name="rc3968"/>
              <p:cNvSpPr/>
              <p:nvPr/>
            </p:nvSpPr>
            <p:spPr>
              <a:xfrm>
                <a:off x="3954381" y="2412688"/>
                <a:ext cx="403353" cy="381414"/>
              </a:xfrm>
              <a:prstGeom prst="rect">
                <a:avLst/>
              </a:prstGeom>
              <a:noFill/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69" name="pl3969"/>
              <p:cNvSpPr/>
              <p:nvPr/>
            </p:nvSpPr>
            <p:spPr>
              <a:xfrm>
                <a:off x="3198659" y="1720737"/>
                <a:ext cx="755722" cy="691950"/>
              </a:xfrm>
              <a:custGeom>
                <a:avLst/>
                <a:gdLst/>
                <a:ahLst/>
                <a:cxnLst/>
                <a:rect l="0" t="0" r="0" b="0"/>
                <a:pathLst>
                  <a:path w="755722" h="691950">
                    <a:moveTo>
                      <a:pt x="0" y="0"/>
                    </a:moveTo>
                    <a:lnTo>
                      <a:pt x="755722" y="691950"/>
                    </a:lnTo>
                  </a:path>
                </a:pathLst>
              </a:cu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70" name="pl3970"/>
              <p:cNvSpPr/>
              <p:nvPr/>
            </p:nvSpPr>
            <p:spPr>
              <a:xfrm>
                <a:off x="3198659" y="2794102"/>
                <a:ext cx="755722" cy="40826"/>
              </a:xfrm>
              <a:custGeom>
                <a:avLst/>
                <a:gdLst/>
                <a:ahLst/>
                <a:cxnLst/>
                <a:rect l="0" t="0" r="0" b="0"/>
                <a:pathLst>
                  <a:path w="755722" h="40826">
                    <a:moveTo>
                      <a:pt x="0" y="40826"/>
                    </a:moveTo>
                    <a:lnTo>
                      <a:pt x="755722" y="0"/>
                    </a:lnTo>
                  </a:path>
                </a:pathLst>
              </a:cu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71" name="rc3971"/>
              <p:cNvSpPr/>
              <p:nvPr/>
            </p:nvSpPr>
            <p:spPr>
              <a:xfrm>
                <a:off x="1894852" y="1581921"/>
                <a:ext cx="3248917" cy="2518749"/>
              </a:xfrm>
              <a:prstGeom prst="rect">
                <a:avLst/>
              </a:prstGeom>
              <a:noFill/>
              <a:ln w="13550" cap="rnd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72" name="tx3972"/>
              <p:cNvSpPr/>
              <p:nvPr/>
            </p:nvSpPr>
            <p:spPr>
              <a:xfrm>
                <a:off x="1582499" y="3825900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25</a:t>
                </a:r>
              </a:p>
            </p:txBody>
          </p:sp>
          <p:sp>
            <p:nvSpPr>
              <p:cNvPr id="3973" name="tx3973"/>
              <p:cNvSpPr/>
              <p:nvPr/>
            </p:nvSpPr>
            <p:spPr>
              <a:xfrm>
                <a:off x="1706857" y="3807429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3974" name="tx3974"/>
              <p:cNvSpPr/>
              <p:nvPr/>
            </p:nvSpPr>
            <p:spPr>
              <a:xfrm>
                <a:off x="1751572" y="3825900"/>
                <a:ext cx="8065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N</a:t>
                </a:r>
              </a:p>
            </p:txBody>
          </p:sp>
          <p:sp>
            <p:nvSpPr>
              <p:cNvPr id="3975" name="tx3975"/>
              <p:cNvSpPr/>
              <p:nvPr/>
            </p:nvSpPr>
            <p:spPr>
              <a:xfrm>
                <a:off x="1582499" y="3339353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30</a:t>
                </a:r>
              </a:p>
            </p:txBody>
          </p:sp>
          <p:sp>
            <p:nvSpPr>
              <p:cNvPr id="3976" name="tx3976"/>
              <p:cNvSpPr/>
              <p:nvPr/>
            </p:nvSpPr>
            <p:spPr>
              <a:xfrm>
                <a:off x="1706857" y="3320882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3977" name="tx3977"/>
              <p:cNvSpPr/>
              <p:nvPr/>
            </p:nvSpPr>
            <p:spPr>
              <a:xfrm>
                <a:off x="1751572" y="3339353"/>
                <a:ext cx="8065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N</a:t>
                </a:r>
              </a:p>
            </p:txBody>
          </p:sp>
          <p:sp>
            <p:nvSpPr>
              <p:cNvPr id="3978" name="tx3978"/>
              <p:cNvSpPr/>
              <p:nvPr/>
            </p:nvSpPr>
            <p:spPr>
              <a:xfrm>
                <a:off x="1582499" y="2852806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35</a:t>
                </a:r>
              </a:p>
            </p:txBody>
          </p:sp>
          <p:sp>
            <p:nvSpPr>
              <p:cNvPr id="3979" name="tx3979"/>
              <p:cNvSpPr/>
              <p:nvPr/>
            </p:nvSpPr>
            <p:spPr>
              <a:xfrm>
                <a:off x="1706857" y="2834335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3980" name="tx3980"/>
              <p:cNvSpPr/>
              <p:nvPr/>
            </p:nvSpPr>
            <p:spPr>
              <a:xfrm>
                <a:off x="1751572" y="2852806"/>
                <a:ext cx="8065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N</a:t>
                </a:r>
              </a:p>
            </p:txBody>
          </p:sp>
          <p:sp>
            <p:nvSpPr>
              <p:cNvPr id="3981" name="tx3981"/>
              <p:cNvSpPr/>
              <p:nvPr/>
            </p:nvSpPr>
            <p:spPr>
              <a:xfrm>
                <a:off x="1582499" y="2366260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40</a:t>
                </a:r>
              </a:p>
            </p:txBody>
          </p:sp>
          <p:sp>
            <p:nvSpPr>
              <p:cNvPr id="3982" name="tx3982"/>
              <p:cNvSpPr/>
              <p:nvPr/>
            </p:nvSpPr>
            <p:spPr>
              <a:xfrm>
                <a:off x="1706857" y="2347789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3983" name="tx3983"/>
              <p:cNvSpPr/>
              <p:nvPr/>
            </p:nvSpPr>
            <p:spPr>
              <a:xfrm>
                <a:off x="1751572" y="2366260"/>
                <a:ext cx="8065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N</a:t>
                </a:r>
              </a:p>
            </p:txBody>
          </p:sp>
          <p:sp>
            <p:nvSpPr>
              <p:cNvPr id="3984" name="tx3984"/>
              <p:cNvSpPr/>
              <p:nvPr/>
            </p:nvSpPr>
            <p:spPr>
              <a:xfrm>
                <a:off x="1582499" y="1879530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45</a:t>
                </a:r>
              </a:p>
            </p:txBody>
          </p:sp>
          <p:sp>
            <p:nvSpPr>
              <p:cNvPr id="3985" name="tx3985"/>
              <p:cNvSpPr/>
              <p:nvPr/>
            </p:nvSpPr>
            <p:spPr>
              <a:xfrm>
                <a:off x="1706857" y="1861059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3986" name="tx3986"/>
              <p:cNvSpPr/>
              <p:nvPr/>
            </p:nvSpPr>
            <p:spPr>
              <a:xfrm>
                <a:off x="1751572" y="1879530"/>
                <a:ext cx="8065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N</a:t>
                </a:r>
              </a:p>
            </p:txBody>
          </p:sp>
          <p:sp>
            <p:nvSpPr>
              <p:cNvPr id="3987" name="pl3987"/>
              <p:cNvSpPr/>
              <p:nvPr/>
            </p:nvSpPr>
            <p:spPr>
              <a:xfrm>
                <a:off x="1860057" y="3866407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88" name="pl3988"/>
              <p:cNvSpPr/>
              <p:nvPr/>
            </p:nvSpPr>
            <p:spPr>
              <a:xfrm>
                <a:off x="1860057" y="3379861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89" name="pl3989"/>
              <p:cNvSpPr/>
              <p:nvPr/>
            </p:nvSpPr>
            <p:spPr>
              <a:xfrm>
                <a:off x="1860057" y="2893314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90" name="pl3990"/>
              <p:cNvSpPr/>
              <p:nvPr/>
            </p:nvSpPr>
            <p:spPr>
              <a:xfrm>
                <a:off x="1860057" y="2406768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91" name="pl3991"/>
              <p:cNvSpPr/>
              <p:nvPr/>
            </p:nvSpPr>
            <p:spPr>
              <a:xfrm>
                <a:off x="1860057" y="1920221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92" name="tx3992"/>
              <p:cNvSpPr/>
              <p:nvPr/>
            </p:nvSpPr>
            <p:spPr>
              <a:xfrm rot="-5400000">
                <a:off x="1219572" y="2791278"/>
                <a:ext cx="497342" cy="100035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32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Latitude</a:t>
                </a:r>
              </a:p>
            </p:txBody>
          </p:sp>
          <p:sp>
            <p:nvSpPr>
              <p:cNvPr id="3993" name="pl3993"/>
              <p:cNvSpPr/>
              <p:nvPr/>
            </p:nvSpPr>
            <p:spPr>
              <a:xfrm>
                <a:off x="2200904" y="4100670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94" name="pl3994"/>
              <p:cNvSpPr/>
              <p:nvPr/>
            </p:nvSpPr>
            <p:spPr>
              <a:xfrm>
                <a:off x="2596838" y="4100670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95" name="pl3995"/>
              <p:cNvSpPr/>
              <p:nvPr/>
            </p:nvSpPr>
            <p:spPr>
              <a:xfrm>
                <a:off x="2992773" y="4100670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96" name="pl3996"/>
              <p:cNvSpPr/>
              <p:nvPr/>
            </p:nvSpPr>
            <p:spPr>
              <a:xfrm>
                <a:off x="3388708" y="4100670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97" name="pl3997"/>
              <p:cNvSpPr/>
              <p:nvPr/>
            </p:nvSpPr>
            <p:spPr>
              <a:xfrm>
                <a:off x="3784642" y="4100670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98" name="pl3998"/>
              <p:cNvSpPr/>
              <p:nvPr/>
            </p:nvSpPr>
            <p:spPr>
              <a:xfrm>
                <a:off x="4180577" y="4100670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3999" name="pl3999"/>
              <p:cNvSpPr/>
              <p:nvPr/>
            </p:nvSpPr>
            <p:spPr>
              <a:xfrm>
                <a:off x="4576512" y="4100670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00" name="pl4000"/>
              <p:cNvSpPr/>
              <p:nvPr/>
            </p:nvSpPr>
            <p:spPr>
              <a:xfrm>
                <a:off x="4972446" y="4100670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01" name="tx4001"/>
              <p:cNvSpPr/>
              <p:nvPr/>
            </p:nvSpPr>
            <p:spPr>
              <a:xfrm>
                <a:off x="2032563" y="4163666"/>
                <a:ext cx="186537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100</a:t>
                </a:r>
              </a:p>
            </p:txBody>
          </p:sp>
          <p:sp>
            <p:nvSpPr>
              <p:cNvPr id="4002" name="tx4002"/>
              <p:cNvSpPr/>
              <p:nvPr/>
            </p:nvSpPr>
            <p:spPr>
              <a:xfrm>
                <a:off x="2219100" y="4145195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4003" name="tx4003"/>
              <p:cNvSpPr/>
              <p:nvPr/>
            </p:nvSpPr>
            <p:spPr>
              <a:xfrm>
                <a:off x="2263814" y="4163666"/>
                <a:ext cx="10543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W</a:t>
                </a:r>
              </a:p>
            </p:txBody>
          </p:sp>
          <p:sp>
            <p:nvSpPr>
              <p:cNvPr id="4004" name="tx4004"/>
              <p:cNvSpPr/>
              <p:nvPr/>
            </p:nvSpPr>
            <p:spPr>
              <a:xfrm>
                <a:off x="2444042" y="4163666"/>
                <a:ext cx="15544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 95</a:t>
                </a:r>
              </a:p>
            </p:txBody>
          </p:sp>
          <p:sp>
            <p:nvSpPr>
              <p:cNvPr id="4005" name="tx4005"/>
              <p:cNvSpPr/>
              <p:nvPr/>
            </p:nvSpPr>
            <p:spPr>
              <a:xfrm>
                <a:off x="2599490" y="4145195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4006" name="tx4006"/>
              <p:cNvSpPr/>
              <p:nvPr/>
            </p:nvSpPr>
            <p:spPr>
              <a:xfrm>
                <a:off x="2644204" y="4163666"/>
                <a:ext cx="10543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W</a:t>
                </a:r>
              </a:p>
            </p:txBody>
          </p:sp>
          <p:sp>
            <p:nvSpPr>
              <p:cNvPr id="4007" name="tx4007"/>
              <p:cNvSpPr/>
              <p:nvPr/>
            </p:nvSpPr>
            <p:spPr>
              <a:xfrm>
                <a:off x="2839977" y="4163666"/>
                <a:ext cx="15544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 90</a:t>
                </a:r>
              </a:p>
            </p:txBody>
          </p:sp>
          <p:sp>
            <p:nvSpPr>
              <p:cNvPr id="4008" name="tx4008"/>
              <p:cNvSpPr/>
              <p:nvPr/>
            </p:nvSpPr>
            <p:spPr>
              <a:xfrm>
                <a:off x="2995425" y="4145195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4009" name="tx4009"/>
              <p:cNvSpPr/>
              <p:nvPr/>
            </p:nvSpPr>
            <p:spPr>
              <a:xfrm>
                <a:off x="3040139" y="4163666"/>
                <a:ext cx="10543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W</a:t>
                </a:r>
              </a:p>
            </p:txBody>
          </p:sp>
          <p:sp>
            <p:nvSpPr>
              <p:cNvPr id="4010" name="tx4010"/>
              <p:cNvSpPr/>
              <p:nvPr/>
            </p:nvSpPr>
            <p:spPr>
              <a:xfrm>
                <a:off x="3235911" y="4163666"/>
                <a:ext cx="15544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 85</a:t>
                </a:r>
              </a:p>
            </p:txBody>
          </p:sp>
          <p:sp>
            <p:nvSpPr>
              <p:cNvPr id="4011" name="tx4011"/>
              <p:cNvSpPr/>
              <p:nvPr/>
            </p:nvSpPr>
            <p:spPr>
              <a:xfrm>
                <a:off x="3391359" y="4145195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4012" name="tx4012"/>
              <p:cNvSpPr/>
              <p:nvPr/>
            </p:nvSpPr>
            <p:spPr>
              <a:xfrm>
                <a:off x="3436074" y="4163666"/>
                <a:ext cx="10543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W</a:t>
                </a:r>
              </a:p>
            </p:txBody>
          </p:sp>
          <p:sp>
            <p:nvSpPr>
              <p:cNvPr id="4013" name="tx4013"/>
              <p:cNvSpPr/>
              <p:nvPr/>
            </p:nvSpPr>
            <p:spPr>
              <a:xfrm>
                <a:off x="3631846" y="4163666"/>
                <a:ext cx="15544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 80</a:t>
                </a:r>
              </a:p>
            </p:txBody>
          </p:sp>
          <p:sp>
            <p:nvSpPr>
              <p:cNvPr id="4014" name="tx4014"/>
              <p:cNvSpPr/>
              <p:nvPr/>
            </p:nvSpPr>
            <p:spPr>
              <a:xfrm>
                <a:off x="3787294" y="4145195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4015" name="tx4015"/>
              <p:cNvSpPr/>
              <p:nvPr/>
            </p:nvSpPr>
            <p:spPr>
              <a:xfrm>
                <a:off x="3832008" y="4163666"/>
                <a:ext cx="10543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W</a:t>
                </a:r>
              </a:p>
            </p:txBody>
          </p:sp>
          <p:sp>
            <p:nvSpPr>
              <p:cNvPr id="4016" name="tx4016"/>
              <p:cNvSpPr/>
              <p:nvPr/>
            </p:nvSpPr>
            <p:spPr>
              <a:xfrm>
                <a:off x="4027781" y="4163300"/>
                <a:ext cx="15544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 75</a:t>
                </a:r>
              </a:p>
            </p:txBody>
          </p:sp>
          <p:sp>
            <p:nvSpPr>
              <p:cNvPr id="4017" name="tx4017"/>
              <p:cNvSpPr/>
              <p:nvPr/>
            </p:nvSpPr>
            <p:spPr>
              <a:xfrm>
                <a:off x="4183229" y="4144830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4018" name="tx4018"/>
              <p:cNvSpPr/>
              <p:nvPr/>
            </p:nvSpPr>
            <p:spPr>
              <a:xfrm>
                <a:off x="4227943" y="4163300"/>
                <a:ext cx="10543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W</a:t>
                </a:r>
              </a:p>
            </p:txBody>
          </p:sp>
          <p:sp>
            <p:nvSpPr>
              <p:cNvPr id="4019" name="tx4019"/>
              <p:cNvSpPr/>
              <p:nvPr/>
            </p:nvSpPr>
            <p:spPr>
              <a:xfrm>
                <a:off x="4423715" y="4163666"/>
                <a:ext cx="15544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 70</a:t>
                </a:r>
              </a:p>
            </p:txBody>
          </p:sp>
          <p:sp>
            <p:nvSpPr>
              <p:cNvPr id="4020" name="tx4020"/>
              <p:cNvSpPr/>
              <p:nvPr/>
            </p:nvSpPr>
            <p:spPr>
              <a:xfrm>
                <a:off x="4579163" y="4145195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4021" name="tx4021"/>
              <p:cNvSpPr/>
              <p:nvPr/>
            </p:nvSpPr>
            <p:spPr>
              <a:xfrm>
                <a:off x="4623878" y="4163666"/>
                <a:ext cx="10543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W</a:t>
                </a:r>
              </a:p>
            </p:txBody>
          </p:sp>
          <p:sp>
            <p:nvSpPr>
              <p:cNvPr id="4022" name="tx4022"/>
              <p:cNvSpPr/>
              <p:nvPr/>
            </p:nvSpPr>
            <p:spPr>
              <a:xfrm>
                <a:off x="4819650" y="4163666"/>
                <a:ext cx="15544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 65</a:t>
                </a:r>
              </a:p>
            </p:txBody>
          </p:sp>
          <p:sp>
            <p:nvSpPr>
              <p:cNvPr id="4023" name="tx4023"/>
              <p:cNvSpPr/>
              <p:nvPr/>
            </p:nvSpPr>
            <p:spPr>
              <a:xfrm>
                <a:off x="4975098" y="4145195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4024" name="tx4024"/>
              <p:cNvSpPr/>
              <p:nvPr/>
            </p:nvSpPr>
            <p:spPr>
              <a:xfrm>
                <a:off x="5019812" y="4163666"/>
                <a:ext cx="10543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W</a:t>
                </a:r>
              </a:p>
            </p:txBody>
          </p:sp>
          <p:sp>
            <p:nvSpPr>
              <p:cNvPr id="4025" name="tx4025"/>
              <p:cNvSpPr/>
              <p:nvPr/>
            </p:nvSpPr>
            <p:spPr>
              <a:xfrm>
                <a:off x="3212347" y="4303342"/>
                <a:ext cx="613928" cy="100035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32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Longitude</a:t>
                </a:r>
              </a:p>
            </p:txBody>
          </p:sp>
          <p:sp>
            <p:nvSpPr>
              <p:cNvPr id="4026" name="rc4026"/>
              <p:cNvSpPr/>
              <p:nvPr/>
            </p:nvSpPr>
            <p:spPr>
              <a:xfrm>
                <a:off x="5282947" y="2048095"/>
                <a:ext cx="1071226" cy="1586402"/>
              </a:xfrm>
              <a:prstGeom prst="rect">
                <a:avLst/>
              </a:prstGeom>
              <a:solidFill>
                <a:srgbClr val="FFFFFF">
                  <a:alpha val="100000"/>
                </a:srgbClr>
              </a:solidFill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27" name="tx4027"/>
              <p:cNvSpPr/>
              <p:nvPr/>
            </p:nvSpPr>
            <p:spPr>
              <a:xfrm>
                <a:off x="5352537" y="2132405"/>
                <a:ext cx="932047" cy="100035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32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Environmental </a:t>
                </a:r>
              </a:p>
            </p:txBody>
          </p:sp>
          <p:sp>
            <p:nvSpPr>
              <p:cNvPr id="4028" name="tx4028"/>
              <p:cNvSpPr/>
              <p:nvPr/>
            </p:nvSpPr>
            <p:spPr>
              <a:xfrm>
                <a:off x="5352537" y="2283281"/>
                <a:ext cx="543610" cy="100035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32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Distance</a:t>
                </a:r>
              </a:p>
            </p:txBody>
          </p:sp>
          <p:pic>
            <p:nvPicPr>
              <p:cNvPr id="4029" name="pic4029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5352537" y="2467628"/>
                <a:ext cx="219455" cy="1097280"/>
              </a:xfrm>
              <a:prstGeom prst="rect">
                <a:avLst/>
              </a:prstGeom>
            </p:spPr>
          </p:pic>
          <p:sp>
            <p:nvSpPr>
              <p:cNvPr id="4030" name="pl4030"/>
              <p:cNvSpPr/>
              <p:nvPr/>
            </p:nvSpPr>
            <p:spPr>
              <a:xfrm>
                <a:off x="5528101" y="3563079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31" name="pl4031"/>
              <p:cNvSpPr/>
              <p:nvPr/>
            </p:nvSpPr>
            <p:spPr>
              <a:xfrm>
                <a:off x="5528101" y="3380809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32" name="pl4032"/>
              <p:cNvSpPr/>
              <p:nvPr/>
            </p:nvSpPr>
            <p:spPr>
              <a:xfrm>
                <a:off x="5528101" y="3198538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33" name="pl4033"/>
              <p:cNvSpPr/>
              <p:nvPr/>
            </p:nvSpPr>
            <p:spPr>
              <a:xfrm>
                <a:off x="5528101" y="3016268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34" name="pl4034"/>
              <p:cNvSpPr/>
              <p:nvPr/>
            </p:nvSpPr>
            <p:spPr>
              <a:xfrm>
                <a:off x="5528101" y="2833997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35" name="pl4035"/>
              <p:cNvSpPr/>
              <p:nvPr/>
            </p:nvSpPr>
            <p:spPr>
              <a:xfrm>
                <a:off x="5528101" y="2651727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36" name="pl4036"/>
              <p:cNvSpPr/>
              <p:nvPr/>
            </p:nvSpPr>
            <p:spPr>
              <a:xfrm>
                <a:off x="5528101" y="2469457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37" name="pl4037"/>
              <p:cNvSpPr/>
              <p:nvPr/>
            </p:nvSpPr>
            <p:spPr>
              <a:xfrm>
                <a:off x="5352537" y="3563079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38" name="pl4038"/>
              <p:cNvSpPr/>
              <p:nvPr/>
            </p:nvSpPr>
            <p:spPr>
              <a:xfrm>
                <a:off x="5352537" y="3380809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39" name="pl4039"/>
              <p:cNvSpPr/>
              <p:nvPr/>
            </p:nvSpPr>
            <p:spPr>
              <a:xfrm>
                <a:off x="5352537" y="3198538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40" name="pl4040"/>
              <p:cNvSpPr/>
              <p:nvPr/>
            </p:nvSpPr>
            <p:spPr>
              <a:xfrm>
                <a:off x="5352537" y="3016268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41" name="pl4041"/>
              <p:cNvSpPr/>
              <p:nvPr/>
            </p:nvSpPr>
            <p:spPr>
              <a:xfrm>
                <a:off x="5352537" y="2833997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42" name="pl4042"/>
              <p:cNvSpPr/>
              <p:nvPr/>
            </p:nvSpPr>
            <p:spPr>
              <a:xfrm>
                <a:off x="5352537" y="2651727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43" name="pl4043"/>
              <p:cNvSpPr/>
              <p:nvPr/>
            </p:nvSpPr>
            <p:spPr>
              <a:xfrm>
                <a:off x="5352537" y="2469457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44" name="tx4044"/>
              <p:cNvSpPr/>
              <p:nvPr/>
            </p:nvSpPr>
            <p:spPr>
              <a:xfrm>
                <a:off x="5641582" y="3523074"/>
                <a:ext cx="62179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0</a:t>
                </a:r>
              </a:p>
            </p:txBody>
          </p:sp>
          <p:sp>
            <p:nvSpPr>
              <p:cNvPr id="4045" name="tx4045"/>
              <p:cNvSpPr/>
              <p:nvPr/>
            </p:nvSpPr>
            <p:spPr>
              <a:xfrm>
                <a:off x="5641582" y="3340804"/>
                <a:ext cx="62179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1</a:t>
                </a:r>
              </a:p>
            </p:txBody>
          </p:sp>
          <p:sp>
            <p:nvSpPr>
              <p:cNvPr id="4046" name="tx4046"/>
              <p:cNvSpPr/>
              <p:nvPr/>
            </p:nvSpPr>
            <p:spPr>
              <a:xfrm>
                <a:off x="5641582" y="3158533"/>
                <a:ext cx="62179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2</a:t>
                </a:r>
              </a:p>
            </p:txBody>
          </p:sp>
          <p:sp>
            <p:nvSpPr>
              <p:cNvPr id="4047" name="tx4047"/>
              <p:cNvSpPr/>
              <p:nvPr/>
            </p:nvSpPr>
            <p:spPr>
              <a:xfrm>
                <a:off x="5641582" y="2976263"/>
                <a:ext cx="62179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3</a:t>
                </a:r>
              </a:p>
            </p:txBody>
          </p:sp>
          <p:sp>
            <p:nvSpPr>
              <p:cNvPr id="4048" name="tx4048"/>
              <p:cNvSpPr/>
              <p:nvPr/>
            </p:nvSpPr>
            <p:spPr>
              <a:xfrm>
                <a:off x="5641582" y="2793992"/>
                <a:ext cx="62179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4</a:t>
                </a:r>
              </a:p>
            </p:txBody>
          </p:sp>
          <p:sp>
            <p:nvSpPr>
              <p:cNvPr id="4049" name="tx4049"/>
              <p:cNvSpPr/>
              <p:nvPr/>
            </p:nvSpPr>
            <p:spPr>
              <a:xfrm>
                <a:off x="5641582" y="2611722"/>
                <a:ext cx="62179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5</a:t>
                </a:r>
              </a:p>
            </p:txBody>
          </p:sp>
          <p:sp>
            <p:nvSpPr>
              <p:cNvPr id="4050" name="tx4050"/>
              <p:cNvSpPr/>
              <p:nvPr/>
            </p:nvSpPr>
            <p:spPr>
              <a:xfrm>
                <a:off x="5641582" y="2429452"/>
                <a:ext cx="62179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056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6</a:t>
                </a:r>
              </a:p>
            </p:txBody>
          </p:sp>
          <p:sp>
            <p:nvSpPr>
              <p:cNvPr id="4053" name="rc4053"/>
              <p:cNvSpPr/>
              <p:nvPr/>
            </p:nvSpPr>
            <p:spPr>
              <a:xfrm>
                <a:off x="2045346" y="1707859"/>
                <a:ext cx="1161025" cy="1133437"/>
              </a:xfrm>
              <a:prstGeom prst="rect">
                <a:avLst/>
              </a:prstGeom>
              <a:noFill/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54" name="rc4054"/>
              <p:cNvSpPr/>
              <p:nvPr/>
            </p:nvSpPr>
            <p:spPr>
              <a:xfrm>
                <a:off x="2045346" y="1707859"/>
                <a:ext cx="1161025" cy="1133437"/>
              </a:xfrm>
              <a:prstGeom prst="rect">
                <a:avLst/>
              </a:prstGeom>
              <a:solidFill>
                <a:srgbClr val="F0F8FF">
                  <a:alpha val="100000"/>
                </a:srgbClr>
              </a:solidFill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55" name="pl4055"/>
              <p:cNvSpPr/>
              <p:nvPr/>
            </p:nvSpPr>
            <p:spPr>
              <a:xfrm>
                <a:off x="2068379" y="1707859"/>
                <a:ext cx="0" cy="1133437"/>
              </a:xfrm>
              <a:custGeom>
                <a:avLst/>
                <a:gdLst/>
                <a:ahLst/>
                <a:cxnLst/>
                <a:rect l="0" t="0" r="0" b="0"/>
                <a:pathLst>
                  <a:path h="1133437">
                    <a:moveTo>
                      <a:pt x="0" y="1133437"/>
                    </a:moveTo>
                    <a:lnTo>
                      <a:pt x="0" y="1126889"/>
                    </a:lnTo>
                    <a:lnTo>
                      <a:pt x="0" y="1110956"/>
                    </a:lnTo>
                    <a:lnTo>
                      <a:pt x="0" y="1095024"/>
                    </a:lnTo>
                    <a:lnTo>
                      <a:pt x="0" y="1079092"/>
                    </a:lnTo>
                    <a:lnTo>
                      <a:pt x="0" y="1063160"/>
                    </a:lnTo>
                    <a:lnTo>
                      <a:pt x="0" y="1047227"/>
                    </a:lnTo>
                    <a:lnTo>
                      <a:pt x="0" y="1031295"/>
                    </a:lnTo>
                    <a:lnTo>
                      <a:pt x="0" y="1015363"/>
                    </a:lnTo>
                    <a:lnTo>
                      <a:pt x="0" y="999430"/>
                    </a:lnTo>
                    <a:lnTo>
                      <a:pt x="0" y="983498"/>
                    </a:lnTo>
                    <a:lnTo>
                      <a:pt x="0" y="967566"/>
                    </a:lnTo>
                    <a:lnTo>
                      <a:pt x="0" y="951633"/>
                    </a:lnTo>
                    <a:lnTo>
                      <a:pt x="0" y="935701"/>
                    </a:lnTo>
                    <a:lnTo>
                      <a:pt x="0" y="919769"/>
                    </a:lnTo>
                    <a:lnTo>
                      <a:pt x="0" y="903837"/>
                    </a:lnTo>
                    <a:lnTo>
                      <a:pt x="0" y="887904"/>
                    </a:lnTo>
                    <a:lnTo>
                      <a:pt x="0" y="871972"/>
                    </a:lnTo>
                    <a:lnTo>
                      <a:pt x="0" y="856040"/>
                    </a:lnTo>
                    <a:lnTo>
                      <a:pt x="0" y="840107"/>
                    </a:lnTo>
                    <a:lnTo>
                      <a:pt x="0" y="824175"/>
                    </a:lnTo>
                    <a:lnTo>
                      <a:pt x="0" y="808243"/>
                    </a:lnTo>
                    <a:lnTo>
                      <a:pt x="0" y="792310"/>
                    </a:lnTo>
                    <a:lnTo>
                      <a:pt x="0" y="776378"/>
                    </a:lnTo>
                    <a:lnTo>
                      <a:pt x="0" y="760446"/>
                    </a:lnTo>
                    <a:lnTo>
                      <a:pt x="0" y="744514"/>
                    </a:lnTo>
                    <a:lnTo>
                      <a:pt x="0" y="728581"/>
                    </a:lnTo>
                    <a:lnTo>
                      <a:pt x="0" y="712649"/>
                    </a:lnTo>
                    <a:lnTo>
                      <a:pt x="0" y="696717"/>
                    </a:lnTo>
                    <a:lnTo>
                      <a:pt x="0" y="680784"/>
                    </a:lnTo>
                    <a:lnTo>
                      <a:pt x="0" y="664852"/>
                    </a:lnTo>
                    <a:lnTo>
                      <a:pt x="0" y="648920"/>
                    </a:lnTo>
                    <a:lnTo>
                      <a:pt x="0" y="632987"/>
                    </a:lnTo>
                    <a:lnTo>
                      <a:pt x="0" y="617055"/>
                    </a:lnTo>
                    <a:lnTo>
                      <a:pt x="0" y="601123"/>
                    </a:lnTo>
                    <a:lnTo>
                      <a:pt x="0" y="585191"/>
                    </a:lnTo>
                    <a:lnTo>
                      <a:pt x="0" y="569258"/>
                    </a:lnTo>
                    <a:lnTo>
                      <a:pt x="0" y="553326"/>
                    </a:lnTo>
                    <a:lnTo>
                      <a:pt x="0" y="537394"/>
                    </a:lnTo>
                    <a:lnTo>
                      <a:pt x="0" y="521461"/>
                    </a:lnTo>
                    <a:lnTo>
                      <a:pt x="0" y="505529"/>
                    </a:lnTo>
                    <a:lnTo>
                      <a:pt x="0" y="489597"/>
                    </a:lnTo>
                    <a:lnTo>
                      <a:pt x="0" y="473665"/>
                    </a:lnTo>
                    <a:lnTo>
                      <a:pt x="0" y="457732"/>
                    </a:lnTo>
                    <a:lnTo>
                      <a:pt x="0" y="441800"/>
                    </a:lnTo>
                    <a:lnTo>
                      <a:pt x="0" y="425868"/>
                    </a:lnTo>
                    <a:lnTo>
                      <a:pt x="0" y="409935"/>
                    </a:lnTo>
                    <a:lnTo>
                      <a:pt x="0" y="394003"/>
                    </a:lnTo>
                    <a:lnTo>
                      <a:pt x="0" y="378071"/>
                    </a:lnTo>
                    <a:lnTo>
                      <a:pt x="0" y="362138"/>
                    </a:lnTo>
                    <a:lnTo>
                      <a:pt x="0" y="346206"/>
                    </a:lnTo>
                    <a:lnTo>
                      <a:pt x="0" y="330274"/>
                    </a:lnTo>
                    <a:lnTo>
                      <a:pt x="0" y="314342"/>
                    </a:lnTo>
                    <a:lnTo>
                      <a:pt x="0" y="298409"/>
                    </a:lnTo>
                    <a:lnTo>
                      <a:pt x="0" y="282477"/>
                    </a:lnTo>
                    <a:lnTo>
                      <a:pt x="0" y="266545"/>
                    </a:lnTo>
                    <a:lnTo>
                      <a:pt x="0" y="250612"/>
                    </a:lnTo>
                    <a:lnTo>
                      <a:pt x="0" y="234680"/>
                    </a:lnTo>
                    <a:lnTo>
                      <a:pt x="0" y="218748"/>
                    </a:lnTo>
                    <a:lnTo>
                      <a:pt x="0" y="202815"/>
                    </a:lnTo>
                    <a:lnTo>
                      <a:pt x="0" y="186883"/>
                    </a:lnTo>
                    <a:lnTo>
                      <a:pt x="0" y="170951"/>
                    </a:lnTo>
                    <a:lnTo>
                      <a:pt x="0" y="155019"/>
                    </a:lnTo>
                    <a:lnTo>
                      <a:pt x="0" y="139086"/>
                    </a:lnTo>
                    <a:lnTo>
                      <a:pt x="0" y="123154"/>
                    </a:lnTo>
                    <a:lnTo>
                      <a:pt x="0" y="107222"/>
                    </a:lnTo>
                    <a:lnTo>
                      <a:pt x="0" y="91289"/>
                    </a:lnTo>
                    <a:lnTo>
                      <a:pt x="0" y="75357"/>
                    </a:lnTo>
                    <a:lnTo>
                      <a:pt x="0" y="59425"/>
                    </a:lnTo>
                    <a:lnTo>
                      <a:pt x="0" y="43493"/>
                    </a:lnTo>
                    <a:lnTo>
                      <a:pt x="0" y="27560"/>
                    </a:lnTo>
                    <a:lnTo>
                      <a:pt x="0" y="11628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9525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56" name="pl4056"/>
              <p:cNvSpPr/>
              <p:nvPr/>
            </p:nvSpPr>
            <p:spPr>
              <a:xfrm>
                <a:off x="2275592" y="1707859"/>
                <a:ext cx="0" cy="1133437"/>
              </a:xfrm>
              <a:custGeom>
                <a:avLst/>
                <a:gdLst/>
                <a:ahLst/>
                <a:cxnLst/>
                <a:rect l="0" t="0" r="0" b="0"/>
                <a:pathLst>
                  <a:path h="1133437">
                    <a:moveTo>
                      <a:pt x="0" y="1133437"/>
                    </a:moveTo>
                    <a:lnTo>
                      <a:pt x="0" y="1126889"/>
                    </a:lnTo>
                    <a:lnTo>
                      <a:pt x="0" y="1110956"/>
                    </a:lnTo>
                    <a:lnTo>
                      <a:pt x="0" y="1095024"/>
                    </a:lnTo>
                    <a:lnTo>
                      <a:pt x="0" y="1079092"/>
                    </a:lnTo>
                    <a:lnTo>
                      <a:pt x="0" y="1063160"/>
                    </a:lnTo>
                    <a:lnTo>
                      <a:pt x="0" y="1047227"/>
                    </a:lnTo>
                    <a:lnTo>
                      <a:pt x="0" y="1031295"/>
                    </a:lnTo>
                    <a:lnTo>
                      <a:pt x="0" y="1015363"/>
                    </a:lnTo>
                    <a:lnTo>
                      <a:pt x="0" y="999430"/>
                    </a:lnTo>
                    <a:lnTo>
                      <a:pt x="0" y="983498"/>
                    </a:lnTo>
                    <a:lnTo>
                      <a:pt x="0" y="967566"/>
                    </a:lnTo>
                    <a:lnTo>
                      <a:pt x="0" y="951633"/>
                    </a:lnTo>
                    <a:lnTo>
                      <a:pt x="0" y="935701"/>
                    </a:lnTo>
                    <a:lnTo>
                      <a:pt x="0" y="919769"/>
                    </a:lnTo>
                    <a:lnTo>
                      <a:pt x="0" y="903837"/>
                    </a:lnTo>
                    <a:lnTo>
                      <a:pt x="0" y="887904"/>
                    </a:lnTo>
                    <a:lnTo>
                      <a:pt x="0" y="871972"/>
                    </a:lnTo>
                    <a:lnTo>
                      <a:pt x="0" y="856040"/>
                    </a:lnTo>
                    <a:lnTo>
                      <a:pt x="0" y="840107"/>
                    </a:lnTo>
                    <a:lnTo>
                      <a:pt x="0" y="824175"/>
                    </a:lnTo>
                    <a:lnTo>
                      <a:pt x="0" y="808243"/>
                    </a:lnTo>
                    <a:lnTo>
                      <a:pt x="0" y="792310"/>
                    </a:lnTo>
                    <a:lnTo>
                      <a:pt x="0" y="776378"/>
                    </a:lnTo>
                    <a:lnTo>
                      <a:pt x="0" y="760446"/>
                    </a:lnTo>
                    <a:lnTo>
                      <a:pt x="0" y="744514"/>
                    </a:lnTo>
                    <a:lnTo>
                      <a:pt x="0" y="728581"/>
                    </a:lnTo>
                    <a:lnTo>
                      <a:pt x="0" y="712649"/>
                    </a:lnTo>
                    <a:lnTo>
                      <a:pt x="0" y="696717"/>
                    </a:lnTo>
                    <a:lnTo>
                      <a:pt x="0" y="680784"/>
                    </a:lnTo>
                    <a:lnTo>
                      <a:pt x="0" y="664852"/>
                    </a:lnTo>
                    <a:lnTo>
                      <a:pt x="0" y="648920"/>
                    </a:lnTo>
                    <a:lnTo>
                      <a:pt x="0" y="632987"/>
                    </a:lnTo>
                    <a:lnTo>
                      <a:pt x="0" y="617055"/>
                    </a:lnTo>
                    <a:lnTo>
                      <a:pt x="0" y="601123"/>
                    </a:lnTo>
                    <a:lnTo>
                      <a:pt x="0" y="585191"/>
                    </a:lnTo>
                    <a:lnTo>
                      <a:pt x="0" y="569258"/>
                    </a:lnTo>
                    <a:lnTo>
                      <a:pt x="0" y="553326"/>
                    </a:lnTo>
                    <a:lnTo>
                      <a:pt x="0" y="537394"/>
                    </a:lnTo>
                    <a:lnTo>
                      <a:pt x="0" y="521461"/>
                    </a:lnTo>
                    <a:lnTo>
                      <a:pt x="0" y="505529"/>
                    </a:lnTo>
                    <a:lnTo>
                      <a:pt x="0" y="489597"/>
                    </a:lnTo>
                    <a:lnTo>
                      <a:pt x="0" y="473665"/>
                    </a:lnTo>
                    <a:lnTo>
                      <a:pt x="0" y="457732"/>
                    </a:lnTo>
                    <a:lnTo>
                      <a:pt x="0" y="441800"/>
                    </a:lnTo>
                    <a:lnTo>
                      <a:pt x="0" y="425868"/>
                    </a:lnTo>
                    <a:lnTo>
                      <a:pt x="0" y="409935"/>
                    </a:lnTo>
                    <a:lnTo>
                      <a:pt x="0" y="394003"/>
                    </a:lnTo>
                    <a:lnTo>
                      <a:pt x="0" y="378071"/>
                    </a:lnTo>
                    <a:lnTo>
                      <a:pt x="0" y="362138"/>
                    </a:lnTo>
                    <a:lnTo>
                      <a:pt x="0" y="346206"/>
                    </a:lnTo>
                    <a:lnTo>
                      <a:pt x="0" y="330274"/>
                    </a:lnTo>
                    <a:lnTo>
                      <a:pt x="0" y="314342"/>
                    </a:lnTo>
                    <a:lnTo>
                      <a:pt x="0" y="298409"/>
                    </a:lnTo>
                    <a:lnTo>
                      <a:pt x="0" y="282477"/>
                    </a:lnTo>
                    <a:lnTo>
                      <a:pt x="0" y="266545"/>
                    </a:lnTo>
                    <a:lnTo>
                      <a:pt x="0" y="250612"/>
                    </a:lnTo>
                    <a:lnTo>
                      <a:pt x="0" y="234680"/>
                    </a:lnTo>
                    <a:lnTo>
                      <a:pt x="0" y="218748"/>
                    </a:lnTo>
                    <a:lnTo>
                      <a:pt x="0" y="202815"/>
                    </a:lnTo>
                    <a:lnTo>
                      <a:pt x="0" y="186883"/>
                    </a:lnTo>
                    <a:lnTo>
                      <a:pt x="0" y="170951"/>
                    </a:lnTo>
                    <a:lnTo>
                      <a:pt x="0" y="155019"/>
                    </a:lnTo>
                    <a:lnTo>
                      <a:pt x="0" y="139086"/>
                    </a:lnTo>
                    <a:lnTo>
                      <a:pt x="0" y="123154"/>
                    </a:lnTo>
                    <a:lnTo>
                      <a:pt x="0" y="107222"/>
                    </a:lnTo>
                    <a:lnTo>
                      <a:pt x="0" y="91289"/>
                    </a:lnTo>
                    <a:lnTo>
                      <a:pt x="0" y="75357"/>
                    </a:lnTo>
                    <a:lnTo>
                      <a:pt x="0" y="59425"/>
                    </a:lnTo>
                    <a:lnTo>
                      <a:pt x="0" y="43493"/>
                    </a:lnTo>
                    <a:lnTo>
                      <a:pt x="0" y="27560"/>
                    </a:lnTo>
                    <a:lnTo>
                      <a:pt x="0" y="11628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9525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57" name="pl4057"/>
              <p:cNvSpPr/>
              <p:nvPr/>
            </p:nvSpPr>
            <p:spPr>
              <a:xfrm>
                <a:off x="2482805" y="1707859"/>
                <a:ext cx="0" cy="1133437"/>
              </a:xfrm>
              <a:custGeom>
                <a:avLst/>
                <a:gdLst/>
                <a:ahLst/>
                <a:cxnLst/>
                <a:rect l="0" t="0" r="0" b="0"/>
                <a:pathLst>
                  <a:path h="1133437">
                    <a:moveTo>
                      <a:pt x="0" y="1133437"/>
                    </a:moveTo>
                    <a:lnTo>
                      <a:pt x="0" y="1126889"/>
                    </a:lnTo>
                    <a:lnTo>
                      <a:pt x="0" y="1110956"/>
                    </a:lnTo>
                    <a:lnTo>
                      <a:pt x="0" y="1095024"/>
                    </a:lnTo>
                    <a:lnTo>
                      <a:pt x="0" y="1079092"/>
                    </a:lnTo>
                    <a:lnTo>
                      <a:pt x="0" y="1063160"/>
                    </a:lnTo>
                    <a:lnTo>
                      <a:pt x="0" y="1047227"/>
                    </a:lnTo>
                    <a:lnTo>
                      <a:pt x="0" y="1031295"/>
                    </a:lnTo>
                    <a:lnTo>
                      <a:pt x="0" y="1015363"/>
                    </a:lnTo>
                    <a:lnTo>
                      <a:pt x="0" y="999430"/>
                    </a:lnTo>
                    <a:lnTo>
                      <a:pt x="0" y="983498"/>
                    </a:lnTo>
                    <a:lnTo>
                      <a:pt x="0" y="967566"/>
                    </a:lnTo>
                    <a:lnTo>
                      <a:pt x="0" y="951633"/>
                    </a:lnTo>
                    <a:lnTo>
                      <a:pt x="0" y="935701"/>
                    </a:lnTo>
                    <a:lnTo>
                      <a:pt x="0" y="919769"/>
                    </a:lnTo>
                    <a:lnTo>
                      <a:pt x="0" y="903837"/>
                    </a:lnTo>
                    <a:lnTo>
                      <a:pt x="0" y="887904"/>
                    </a:lnTo>
                    <a:lnTo>
                      <a:pt x="0" y="871972"/>
                    </a:lnTo>
                    <a:lnTo>
                      <a:pt x="0" y="856040"/>
                    </a:lnTo>
                    <a:lnTo>
                      <a:pt x="0" y="840107"/>
                    </a:lnTo>
                    <a:lnTo>
                      <a:pt x="0" y="824175"/>
                    </a:lnTo>
                    <a:lnTo>
                      <a:pt x="0" y="808243"/>
                    </a:lnTo>
                    <a:lnTo>
                      <a:pt x="0" y="792310"/>
                    </a:lnTo>
                    <a:lnTo>
                      <a:pt x="0" y="776378"/>
                    </a:lnTo>
                    <a:lnTo>
                      <a:pt x="0" y="760446"/>
                    </a:lnTo>
                    <a:lnTo>
                      <a:pt x="0" y="744514"/>
                    </a:lnTo>
                    <a:lnTo>
                      <a:pt x="0" y="728581"/>
                    </a:lnTo>
                    <a:lnTo>
                      <a:pt x="0" y="712649"/>
                    </a:lnTo>
                    <a:lnTo>
                      <a:pt x="0" y="696717"/>
                    </a:lnTo>
                    <a:lnTo>
                      <a:pt x="0" y="680784"/>
                    </a:lnTo>
                    <a:lnTo>
                      <a:pt x="0" y="664852"/>
                    </a:lnTo>
                    <a:lnTo>
                      <a:pt x="0" y="648920"/>
                    </a:lnTo>
                    <a:lnTo>
                      <a:pt x="0" y="632987"/>
                    </a:lnTo>
                    <a:lnTo>
                      <a:pt x="0" y="617055"/>
                    </a:lnTo>
                    <a:lnTo>
                      <a:pt x="0" y="601123"/>
                    </a:lnTo>
                    <a:lnTo>
                      <a:pt x="0" y="585191"/>
                    </a:lnTo>
                    <a:lnTo>
                      <a:pt x="0" y="569258"/>
                    </a:lnTo>
                    <a:lnTo>
                      <a:pt x="0" y="553326"/>
                    </a:lnTo>
                    <a:lnTo>
                      <a:pt x="0" y="537394"/>
                    </a:lnTo>
                    <a:lnTo>
                      <a:pt x="0" y="521461"/>
                    </a:lnTo>
                    <a:lnTo>
                      <a:pt x="0" y="505529"/>
                    </a:lnTo>
                    <a:lnTo>
                      <a:pt x="0" y="489597"/>
                    </a:lnTo>
                    <a:lnTo>
                      <a:pt x="0" y="473665"/>
                    </a:lnTo>
                    <a:lnTo>
                      <a:pt x="0" y="457732"/>
                    </a:lnTo>
                    <a:lnTo>
                      <a:pt x="0" y="441800"/>
                    </a:lnTo>
                    <a:lnTo>
                      <a:pt x="0" y="425868"/>
                    </a:lnTo>
                    <a:lnTo>
                      <a:pt x="0" y="409935"/>
                    </a:lnTo>
                    <a:lnTo>
                      <a:pt x="0" y="394003"/>
                    </a:lnTo>
                    <a:lnTo>
                      <a:pt x="0" y="378071"/>
                    </a:lnTo>
                    <a:lnTo>
                      <a:pt x="0" y="362138"/>
                    </a:lnTo>
                    <a:lnTo>
                      <a:pt x="0" y="346206"/>
                    </a:lnTo>
                    <a:lnTo>
                      <a:pt x="0" y="330274"/>
                    </a:lnTo>
                    <a:lnTo>
                      <a:pt x="0" y="314342"/>
                    </a:lnTo>
                    <a:lnTo>
                      <a:pt x="0" y="298409"/>
                    </a:lnTo>
                    <a:lnTo>
                      <a:pt x="0" y="282477"/>
                    </a:lnTo>
                    <a:lnTo>
                      <a:pt x="0" y="266545"/>
                    </a:lnTo>
                    <a:lnTo>
                      <a:pt x="0" y="250612"/>
                    </a:lnTo>
                    <a:lnTo>
                      <a:pt x="0" y="234680"/>
                    </a:lnTo>
                    <a:lnTo>
                      <a:pt x="0" y="218748"/>
                    </a:lnTo>
                    <a:lnTo>
                      <a:pt x="0" y="202815"/>
                    </a:lnTo>
                    <a:lnTo>
                      <a:pt x="0" y="186883"/>
                    </a:lnTo>
                    <a:lnTo>
                      <a:pt x="0" y="170951"/>
                    </a:lnTo>
                    <a:lnTo>
                      <a:pt x="0" y="155019"/>
                    </a:lnTo>
                    <a:lnTo>
                      <a:pt x="0" y="139086"/>
                    </a:lnTo>
                    <a:lnTo>
                      <a:pt x="0" y="123154"/>
                    </a:lnTo>
                    <a:lnTo>
                      <a:pt x="0" y="107222"/>
                    </a:lnTo>
                    <a:lnTo>
                      <a:pt x="0" y="91289"/>
                    </a:lnTo>
                    <a:lnTo>
                      <a:pt x="0" y="75357"/>
                    </a:lnTo>
                    <a:lnTo>
                      <a:pt x="0" y="59425"/>
                    </a:lnTo>
                    <a:lnTo>
                      <a:pt x="0" y="43493"/>
                    </a:lnTo>
                    <a:lnTo>
                      <a:pt x="0" y="27560"/>
                    </a:lnTo>
                    <a:lnTo>
                      <a:pt x="0" y="11628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9525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58" name="pl4058"/>
              <p:cNvSpPr/>
              <p:nvPr/>
            </p:nvSpPr>
            <p:spPr>
              <a:xfrm>
                <a:off x="2690018" y="1707859"/>
                <a:ext cx="0" cy="1133437"/>
              </a:xfrm>
              <a:custGeom>
                <a:avLst/>
                <a:gdLst/>
                <a:ahLst/>
                <a:cxnLst/>
                <a:rect l="0" t="0" r="0" b="0"/>
                <a:pathLst>
                  <a:path h="1133437">
                    <a:moveTo>
                      <a:pt x="0" y="1133437"/>
                    </a:moveTo>
                    <a:lnTo>
                      <a:pt x="0" y="1126889"/>
                    </a:lnTo>
                    <a:lnTo>
                      <a:pt x="0" y="1110956"/>
                    </a:lnTo>
                    <a:lnTo>
                      <a:pt x="0" y="1095024"/>
                    </a:lnTo>
                    <a:lnTo>
                      <a:pt x="0" y="1079092"/>
                    </a:lnTo>
                    <a:lnTo>
                      <a:pt x="0" y="1063160"/>
                    </a:lnTo>
                    <a:lnTo>
                      <a:pt x="0" y="1047227"/>
                    </a:lnTo>
                    <a:lnTo>
                      <a:pt x="0" y="1031295"/>
                    </a:lnTo>
                    <a:lnTo>
                      <a:pt x="0" y="1015363"/>
                    </a:lnTo>
                    <a:lnTo>
                      <a:pt x="0" y="999430"/>
                    </a:lnTo>
                    <a:lnTo>
                      <a:pt x="0" y="983498"/>
                    </a:lnTo>
                    <a:lnTo>
                      <a:pt x="0" y="967566"/>
                    </a:lnTo>
                    <a:lnTo>
                      <a:pt x="0" y="951633"/>
                    </a:lnTo>
                    <a:lnTo>
                      <a:pt x="0" y="935701"/>
                    </a:lnTo>
                    <a:lnTo>
                      <a:pt x="0" y="919769"/>
                    </a:lnTo>
                    <a:lnTo>
                      <a:pt x="0" y="903837"/>
                    </a:lnTo>
                    <a:lnTo>
                      <a:pt x="0" y="887904"/>
                    </a:lnTo>
                    <a:lnTo>
                      <a:pt x="0" y="871972"/>
                    </a:lnTo>
                    <a:lnTo>
                      <a:pt x="0" y="856040"/>
                    </a:lnTo>
                    <a:lnTo>
                      <a:pt x="0" y="840107"/>
                    </a:lnTo>
                    <a:lnTo>
                      <a:pt x="0" y="824175"/>
                    </a:lnTo>
                    <a:lnTo>
                      <a:pt x="0" y="808243"/>
                    </a:lnTo>
                    <a:lnTo>
                      <a:pt x="0" y="792310"/>
                    </a:lnTo>
                    <a:lnTo>
                      <a:pt x="0" y="776378"/>
                    </a:lnTo>
                    <a:lnTo>
                      <a:pt x="0" y="760446"/>
                    </a:lnTo>
                    <a:lnTo>
                      <a:pt x="0" y="744514"/>
                    </a:lnTo>
                    <a:lnTo>
                      <a:pt x="0" y="728581"/>
                    </a:lnTo>
                    <a:lnTo>
                      <a:pt x="0" y="712649"/>
                    </a:lnTo>
                    <a:lnTo>
                      <a:pt x="0" y="696717"/>
                    </a:lnTo>
                    <a:lnTo>
                      <a:pt x="0" y="680784"/>
                    </a:lnTo>
                    <a:lnTo>
                      <a:pt x="0" y="664852"/>
                    </a:lnTo>
                    <a:lnTo>
                      <a:pt x="0" y="648920"/>
                    </a:lnTo>
                    <a:lnTo>
                      <a:pt x="0" y="632987"/>
                    </a:lnTo>
                    <a:lnTo>
                      <a:pt x="0" y="617055"/>
                    </a:lnTo>
                    <a:lnTo>
                      <a:pt x="0" y="601123"/>
                    </a:lnTo>
                    <a:lnTo>
                      <a:pt x="0" y="585191"/>
                    </a:lnTo>
                    <a:lnTo>
                      <a:pt x="0" y="569258"/>
                    </a:lnTo>
                    <a:lnTo>
                      <a:pt x="0" y="553326"/>
                    </a:lnTo>
                    <a:lnTo>
                      <a:pt x="0" y="537394"/>
                    </a:lnTo>
                    <a:lnTo>
                      <a:pt x="0" y="521461"/>
                    </a:lnTo>
                    <a:lnTo>
                      <a:pt x="0" y="505529"/>
                    </a:lnTo>
                    <a:lnTo>
                      <a:pt x="0" y="489597"/>
                    </a:lnTo>
                    <a:lnTo>
                      <a:pt x="0" y="473665"/>
                    </a:lnTo>
                    <a:lnTo>
                      <a:pt x="0" y="457732"/>
                    </a:lnTo>
                    <a:lnTo>
                      <a:pt x="0" y="441800"/>
                    </a:lnTo>
                    <a:lnTo>
                      <a:pt x="0" y="425868"/>
                    </a:lnTo>
                    <a:lnTo>
                      <a:pt x="0" y="409935"/>
                    </a:lnTo>
                    <a:lnTo>
                      <a:pt x="0" y="394003"/>
                    </a:lnTo>
                    <a:lnTo>
                      <a:pt x="0" y="378071"/>
                    </a:lnTo>
                    <a:lnTo>
                      <a:pt x="0" y="362138"/>
                    </a:lnTo>
                    <a:lnTo>
                      <a:pt x="0" y="346206"/>
                    </a:lnTo>
                    <a:lnTo>
                      <a:pt x="0" y="330274"/>
                    </a:lnTo>
                    <a:lnTo>
                      <a:pt x="0" y="314342"/>
                    </a:lnTo>
                    <a:lnTo>
                      <a:pt x="0" y="298409"/>
                    </a:lnTo>
                    <a:lnTo>
                      <a:pt x="0" y="282477"/>
                    </a:lnTo>
                    <a:lnTo>
                      <a:pt x="0" y="266545"/>
                    </a:lnTo>
                    <a:lnTo>
                      <a:pt x="0" y="250612"/>
                    </a:lnTo>
                    <a:lnTo>
                      <a:pt x="0" y="234680"/>
                    </a:lnTo>
                    <a:lnTo>
                      <a:pt x="0" y="218748"/>
                    </a:lnTo>
                    <a:lnTo>
                      <a:pt x="0" y="202815"/>
                    </a:lnTo>
                    <a:lnTo>
                      <a:pt x="0" y="186883"/>
                    </a:lnTo>
                    <a:lnTo>
                      <a:pt x="0" y="170951"/>
                    </a:lnTo>
                    <a:lnTo>
                      <a:pt x="0" y="155019"/>
                    </a:lnTo>
                    <a:lnTo>
                      <a:pt x="0" y="139086"/>
                    </a:lnTo>
                    <a:lnTo>
                      <a:pt x="0" y="123154"/>
                    </a:lnTo>
                    <a:lnTo>
                      <a:pt x="0" y="107222"/>
                    </a:lnTo>
                    <a:lnTo>
                      <a:pt x="0" y="91289"/>
                    </a:lnTo>
                    <a:lnTo>
                      <a:pt x="0" y="75357"/>
                    </a:lnTo>
                    <a:lnTo>
                      <a:pt x="0" y="59425"/>
                    </a:lnTo>
                    <a:lnTo>
                      <a:pt x="0" y="43493"/>
                    </a:lnTo>
                    <a:lnTo>
                      <a:pt x="0" y="27560"/>
                    </a:lnTo>
                    <a:lnTo>
                      <a:pt x="0" y="11628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9525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59" name="pl4059"/>
              <p:cNvSpPr/>
              <p:nvPr/>
            </p:nvSpPr>
            <p:spPr>
              <a:xfrm>
                <a:off x="2897231" y="1707859"/>
                <a:ext cx="0" cy="1133437"/>
              </a:xfrm>
              <a:custGeom>
                <a:avLst/>
                <a:gdLst/>
                <a:ahLst/>
                <a:cxnLst/>
                <a:rect l="0" t="0" r="0" b="0"/>
                <a:pathLst>
                  <a:path h="1133437">
                    <a:moveTo>
                      <a:pt x="0" y="1133437"/>
                    </a:moveTo>
                    <a:lnTo>
                      <a:pt x="0" y="1126889"/>
                    </a:lnTo>
                    <a:lnTo>
                      <a:pt x="0" y="1110956"/>
                    </a:lnTo>
                    <a:lnTo>
                      <a:pt x="0" y="1095024"/>
                    </a:lnTo>
                    <a:lnTo>
                      <a:pt x="0" y="1079092"/>
                    </a:lnTo>
                    <a:lnTo>
                      <a:pt x="0" y="1063160"/>
                    </a:lnTo>
                    <a:lnTo>
                      <a:pt x="0" y="1047227"/>
                    </a:lnTo>
                    <a:lnTo>
                      <a:pt x="0" y="1031295"/>
                    </a:lnTo>
                    <a:lnTo>
                      <a:pt x="0" y="1015363"/>
                    </a:lnTo>
                    <a:lnTo>
                      <a:pt x="0" y="999430"/>
                    </a:lnTo>
                    <a:lnTo>
                      <a:pt x="0" y="983498"/>
                    </a:lnTo>
                    <a:lnTo>
                      <a:pt x="0" y="967566"/>
                    </a:lnTo>
                    <a:lnTo>
                      <a:pt x="0" y="951633"/>
                    </a:lnTo>
                    <a:lnTo>
                      <a:pt x="0" y="935701"/>
                    </a:lnTo>
                    <a:lnTo>
                      <a:pt x="0" y="919769"/>
                    </a:lnTo>
                    <a:lnTo>
                      <a:pt x="0" y="903837"/>
                    </a:lnTo>
                    <a:lnTo>
                      <a:pt x="0" y="887904"/>
                    </a:lnTo>
                    <a:lnTo>
                      <a:pt x="0" y="871972"/>
                    </a:lnTo>
                    <a:lnTo>
                      <a:pt x="0" y="856040"/>
                    </a:lnTo>
                    <a:lnTo>
                      <a:pt x="0" y="840107"/>
                    </a:lnTo>
                    <a:lnTo>
                      <a:pt x="0" y="824175"/>
                    </a:lnTo>
                    <a:lnTo>
                      <a:pt x="0" y="808243"/>
                    </a:lnTo>
                    <a:lnTo>
                      <a:pt x="0" y="792310"/>
                    </a:lnTo>
                    <a:lnTo>
                      <a:pt x="0" y="776378"/>
                    </a:lnTo>
                    <a:lnTo>
                      <a:pt x="0" y="760446"/>
                    </a:lnTo>
                    <a:lnTo>
                      <a:pt x="0" y="744514"/>
                    </a:lnTo>
                    <a:lnTo>
                      <a:pt x="0" y="728581"/>
                    </a:lnTo>
                    <a:lnTo>
                      <a:pt x="0" y="712649"/>
                    </a:lnTo>
                    <a:lnTo>
                      <a:pt x="0" y="696717"/>
                    </a:lnTo>
                    <a:lnTo>
                      <a:pt x="0" y="680784"/>
                    </a:lnTo>
                    <a:lnTo>
                      <a:pt x="0" y="664852"/>
                    </a:lnTo>
                    <a:lnTo>
                      <a:pt x="0" y="648920"/>
                    </a:lnTo>
                    <a:lnTo>
                      <a:pt x="0" y="632987"/>
                    </a:lnTo>
                    <a:lnTo>
                      <a:pt x="0" y="617055"/>
                    </a:lnTo>
                    <a:lnTo>
                      <a:pt x="0" y="601123"/>
                    </a:lnTo>
                    <a:lnTo>
                      <a:pt x="0" y="585191"/>
                    </a:lnTo>
                    <a:lnTo>
                      <a:pt x="0" y="569258"/>
                    </a:lnTo>
                    <a:lnTo>
                      <a:pt x="0" y="553326"/>
                    </a:lnTo>
                    <a:lnTo>
                      <a:pt x="0" y="537394"/>
                    </a:lnTo>
                    <a:lnTo>
                      <a:pt x="0" y="521461"/>
                    </a:lnTo>
                    <a:lnTo>
                      <a:pt x="0" y="505529"/>
                    </a:lnTo>
                    <a:lnTo>
                      <a:pt x="0" y="489597"/>
                    </a:lnTo>
                    <a:lnTo>
                      <a:pt x="0" y="473665"/>
                    </a:lnTo>
                    <a:lnTo>
                      <a:pt x="0" y="457732"/>
                    </a:lnTo>
                    <a:lnTo>
                      <a:pt x="0" y="441800"/>
                    </a:lnTo>
                    <a:lnTo>
                      <a:pt x="0" y="425868"/>
                    </a:lnTo>
                    <a:lnTo>
                      <a:pt x="0" y="409935"/>
                    </a:lnTo>
                    <a:lnTo>
                      <a:pt x="0" y="394003"/>
                    </a:lnTo>
                    <a:lnTo>
                      <a:pt x="0" y="378071"/>
                    </a:lnTo>
                    <a:lnTo>
                      <a:pt x="0" y="362138"/>
                    </a:lnTo>
                    <a:lnTo>
                      <a:pt x="0" y="346206"/>
                    </a:lnTo>
                    <a:lnTo>
                      <a:pt x="0" y="330274"/>
                    </a:lnTo>
                    <a:lnTo>
                      <a:pt x="0" y="314342"/>
                    </a:lnTo>
                    <a:lnTo>
                      <a:pt x="0" y="298409"/>
                    </a:lnTo>
                    <a:lnTo>
                      <a:pt x="0" y="282477"/>
                    </a:lnTo>
                    <a:lnTo>
                      <a:pt x="0" y="266545"/>
                    </a:lnTo>
                    <a:lnTo>
                      <a:pt x="0" y="250612"/>
                    </a:lnTo>
                    <a:lnTo>
                      <a:pt x="0" y="234680"/>
                    </a:lnTo>
                    <a:lnTo>
                      <a:pt x="0" y="218748"/>
                    </a:lnTo>
                    <a:lnTo>
                      <a:pt x="0" y="202815"/>
                    </a:lnTo>
                    <a:lnTo>
                      <a:pt x="0" y="186883"/>
                    </a:lnTo>
                    <a:lnTo>
                      <a:pt x="0" y="170951"/>
                    </a:lnTo>
                    <a:lnTo>
                      <a:pt x="0" y="155019"/>
                    </a:lnTo>
                    <a:lnTo>
                      <a:pt x="0" y="139086"/>
                    </a:lnTo>
                    <a:lnTo>
                      <a:pt x="0" y="123154"/>
                    </a:lnTo>
                    <a:lnTo>
                      <a:pt x="0" y="107222"/>
                    </a:lnTo>
                    <a:lnTo>
                      <a:pt x="0" y="91289"/>
                    </a:lnTo>
                    <a:lnTo>
                      <a:pt x="0" y="75357"/>
                    </a:lnTo>
                    <a:lnTo>
                      <a:pt x="0" y="59425"/>
                    </a:lnTo>
                    <a:lnTo>
                      <a:pt x="0" y="43493"/>
                    </a:lnTo>
                    <a:lnTo>
                      <a:pt x="0" y="27560"/>
                    </a:lnTo>
                    <a:lnTo>
                      <a:pt x="0" y="11628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9525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60" name="pl4060"/>
              <p:cNvSpPr/>
              <p:nvPr/>
            </p:nvSpPr>
            <p:spPr>
              <a:xfrm>
                <a:off x="3104444" y="1707859"/>
                <a:ext cx="0" cy="1133437"/>
              </a:xfrm>
              <a:custGeom>
                <a:avLst/>
                <a:gdLst/>
                <a:ahLst/>
                <a:cxnLst/>
                <a:rect l="0" t="0" r="0" b="0"/>
                <a:pathLst>
                  <a:path h="1133437">
                    <a:moveTo>
                      <a:pt x="0" y="1133437"/>
                    </a:moveTo>
                    <a:lnTo>
                      <a:pt x="0" y="1126889"/>
                    </a:lnTo>
                    <a:lnTo>
                      <a:pt x="0" y="1110956"/>
                    </a:lnTo>
                    <a:lnTo>
                      <a:pt x="0" y="1095024"/>
                    </a:lnTo>
                    <a:lnTo>
                      <a:pt x="0" y="1079092"/>
                    </a:lnTo>
                    <a:lnTo>
                      <a:pt x="0" y="1063160"/>
                    </a:lnTo>
                    <a:lnTo>
                      <a:pt x="0" y="1047227"/>
                    </a:lnTo>
                    <a:lnTo>
                      <a:pt x="0" y="1031295"/>
                    </a:lnTo>
                    <a:lnTo>
                      <a:pt x="0" y="1015363"/>
                    </a:lnTo>
                    <a:lnTo>
                      <a:pt x="0" y="999430"/>
                    </a:lnTo>
                    <a:lnTo>
                      <a:pt x="0" y="983498"/>
                    </a:lnTo>
                    <a:lnTo>
                      <a:pt x="0" y="967566"/>
                    </a:lnTo>
                    <a:lnTo>
                      <a:pt x="0" y="951633"/>
                    </a:lnTo>
                    <a:lnTo>
                      <a:pt x="0" y="935701"/>
                    </a:lnTo>
                    <a:lnTo>
                      <a:pt x="0" y="919769"/>
                    </a:lnTo>
                    <a:lnTo>
                      <a:pt x="0" y="903837"/>
                    </a:lnTo>
                    <a:lnTo>
                      <a:pt x="0" y="887904"/>
                    </a:lnTo>
                    <a:lnTo>
                      <a:pt x="0" y="871972"/>
                    </a:lnTo>
                    <a:lnTo>
                      <a:pt x="0" y="856040"/>
                    </a:lnTo>
                    <a:lnTo>
                      <a:pt x="0" y="840107"/>
                    </a:lnTo>
                    <a:lnTo>
                      <a:pt x="0" y="824175"/>
                    </a:lnTo>
                    <a:lnTo>
                      <a:pt x="0" y="808243"/>
                    </a:lnTo>
                    <a:lnTo>
                      <a:pt x="0" y="792310"/>
                    </a:lnTo>
                    <a:lnTo>
                      <a:pt x="0" y="776378"/>
                    </a:lnTo>
                    <a:lnTo>
                      <a:pt x="0" y="760446"/>
                    </a:lnTo>
                    <a:lnTo>
                      <a:pt x="0" y="744514"/>
                    </a:lnTo>
                    <a:lnTo>
                      <a:pt x="0" y="728581"/>
                    </a:lnTo>
                    <a:lnTo>
                      <a:pt x="0" y="712649"/>
                    </a:lnTo>
                    <a:lnTo>
                      <a:pt x="0" y="696717"/>
                    </a:lnTo>
                    <a:lnTo>
                      <a:pt x="0" y="680784"/>
                    </a:lnTo>
                    <a:lnTo>
                      <a:pt x="0" y="664852"/>
                    </a:lnTo>
                    <a:lnTo>
                      <a:pt x="0" y="648920"/>
                    </a:lnTo>
                    <a:lnTo>
                      <a:pt x="0" y="632987"/>
                    </a:lnTo>
                    <a:lnTo>
                      <a:pt x="0" y="617055"/>
                    </a:lnTo>
                    <a:lnTo>
                      <a:pt x="0" y="601123"/>
                    </a:lnTo>
                    <a:lnTo>
                      <a:pt x="0" y="585191"/>
                    </a:lnTo>
                    <a:lnTo>
                      <a:pt x="0" y="569258"/>
                    </a:lnTo>
                    <a:lnTo>
                      <a:pt x="0" y="553326"/>
                    </a:lnTo>
                    <a:lnTo>
                      <a:pt x="0" y="537394"/>
                    </a:lnTo>
                    <a:lnTo>
                      <a:pt x="0" y="521461"/>
                    </a:lnTo>
                    <a:lnTo>
                      <a:pt x="0" y="505529"/>
                    </a:lnTo>
                    <a:lnTo>
                      <a:pt x="0" y="489597"/>
                    </a:lnTo>
                    <a:lnTo>
                      <a:pt x="0" y="473665"/>
                    </a:lnTo>
                    <a:lnTo>
                      <a:pt x="0" y="457732"/>
                    </a:lnTo>
                    <a:lnTo>
                      <a:pt x="0" y="441800"/>
                    </a:lnTo>
                    <a:lnTo>
                      <a:pt x="0" y="425868"/>
                    </a:lnTo>
                    <a:lnTo>
                      <a:pt x="0" y="409935"/>
                    </a:lnTo>
                    <a:lnTo>
                      <a:pt x="0" y="394003"/>
                    </a:lnTo>
                    <a:lnTo>
                      <a:pt x="0" y="378071"/>
                    </a:lnTo>
                    <a:lnTo>
                      <a:pt x="0" y="362138"/>
                    </a:lnTo>
                    <a:lnTo>
                      <a:pt x="0" y="346206"/>
                    </a:lnTo>
                    <a:lnTo>
                      <a:pt x="0" y="330274"/>
                    </a:lnTo>
                    <a:lnTo>
                      <a:pt x="0" y="314342"/>
                    </a:lnTo>
                    <a:lnTo>
                      <a:pt x="0" y="298409"/>
                    </a:lnTo>
                    <a:lnTo>
                      <a:pt x="0" y="282477"/>
                    </a:lnTo>
                    <a:lnTo>
                      <a:pt x="0" y="266545"/>
                    </a:lnTo>
                    <a:lnTo>
                      <a:pt x="0" y="250612"/>
                    </a:lnTo>
                    <a:lnTo>
                      <a:pt x="0" y="234680"/>
                    </a:lnTo>
                    <a:lnTo>
                      <a:pt x="0" y="218748"/>
                    </a:lnTo>
                    <a:lnTo>
                      <a:pt x="0" y="202815"/>
                    </a:lnTo>
                    <a:lnTo>
                      <a:pt x="0" y="186883"/>
                    </a:lnTo>
                    <a:lnTo>
                      <a:pt x="0" y="170951"/>
                    </a:lnTo>
                    <a:lnTo>
                      <a:pt x="0" y="155019"/>
                    </a:lnTo>
                    <a:lnTo>
                      <a:pt x="0" y="139086"/>
                    </a:lnTo>
                    <a:lnTo>
                      <a:pt x="0" y="123154"/>
                    </a:lnTo>
                    <a:lnTo>
                      <a:pt x="0" y="107222"/>
                    </a:lnTo>
                    <a:lnTo>
                      <a:pt x="0" y="91289"/>
                    </a:lnTo>
                    <a:lnTo>
                      <a:pt x="0" y="75357"/>
                    </a:lnTo>
                    <a:lnTo>
                      <a:pt x="0" y="59425"/>
                    </a:lnTo>
                    <a:lnTo>
                      <a:pt x="0" y="43493"/>
                    </a:lnTo>
                    <a:lnTo>
                      <a:pt x="0" y="27560"/>
                    </a:lnTo>
                    <a:lnTo>
                      <a:pt x="0" y="11628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9525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61" name="pl4061"/>
              <p:cNvSpPr/>
              <p:nvPr/>
            </p:nvSpPr>
            <p:spPr>
              <a:xfrm>
                <a:off x="2045346" y="2794917"/>
                <a:ext cx="1161025" cy="0"/>
              </a:xfrm>
              <a:custGeom>
                <a:avLst/>
                <a:gdLst/>
                <a:ahLst/>
                <a:cxnLst/>
                <a:rect l="0" t="0" r="0" b="0"/>
                <a:pathLst>
                  <a:path w="1161025">
                    <a:moveTo>
                      <a:pt x="0" y="0"/>
                    </a:moveTo>
                    <a:lnTo>
                      <a:pt x="6289" y="0"/>
                    </a:lnTo>
                    <a:lnTo>
                      <a:pt x="20940" y="0"/>
                    </a:lnTo>
                    <a:lnTo>
                      <a:pt x="35592" y="0"/>
                    </a:lnTo>
                    <a:lnTo>
                      <a:pt x="50243" y="0"/>
                    </a:lnTo>
                    <a:lnTo>
                      <a:pt x="64895" y="0"/>
                    </a:lnTo>
                    <a:lnTo>
                      <a:pt x="79546" y="0"/>
                    </a:lnTo>
                    <a:lnTo>
                      <a:pt x="94197" y="0"/>
                    </a:lnTo>
                    <a:lnTo>
                      <a:pt x="108849" y="0"/>
                    </a:lnTo>
                    <a:lnTo>
                      <a:pt x="123500" y="0"/>
                    </a:lnTo>
                    <a:lnTo>
                      <a:pt x="138152" y="0"/>
                    </a:lnTo>
                    <a:lnTo>
                      <a:pt x="152803" y="0"/>
                    </a:lnTo>
                    <a:lnTo>
                      <a:pt x="167454" y="0"/>
                    </a:lnTo>
                    <a:lnTo>
                      <a:pt x="182106" y="0"/>
                    </a:lnTo>
                    <a:lnTo>
                      <a:pt x="196757" y="0"/>
                    </a:lnTo>
                    <a:lnTo>
                      <a:pt x="211409" y="0"/>
                    </a:lnTo>
                    <a:lnTo>
                      <a:pt x="226060" y="0"/>
                    </a:lnTo>
                    <a:lnTo>
                      <a:pt x="240712" y="0"/>
                    </a:lnTo>
                    <a:lnTo>
                      <a:pt x="255363" y="0"/>
                    </a:lnTo>
                    <a:lnTo>
                      <a:pt x="270014" y="0"/>
                    </a:lnTo>
                    <a:lnTo>
                      <a:pt x="284666" y="0"/>
                    </a:lnTo>
                    <a:lnTo>
                      <a:pt x="299317" y="0"/>
                    </a:lnTo>
                    <a:lnTo>
                      <a:pt x="313969" y="0"/>
                    </a:lnTo>
                    <a:lnTo>
                      <a:pt x="328620" y="0"/>
                    </a:lnTo>
                    <a:lnTo>
                      <a:pt x="343271" y="0"/>
                    </a:lnTo>
                    <a:lnTo>
                      <a:pt x="357923" y="0"/>
                    </a:lnTo>
                    <a:lnTo>
                      <a:pt x="372574" y="0"/>
                    </a:lnTo>
                    <a:lnTo>
                      <a:pt x="387226" y="0"/>
                    </a:lnTo>
                    <a:lnTo>
                      <a:pt x="401877" y="0"/>
                    </a:lnTo>
                    <a:lnTo>
                      <a:pt x="416528" y="0"/>
                    </a:lnTo>
                    <a:lnTo>
                      <a:pt x="431180" y="0"/>
                    </a:lnTo>
                    <a:lnTo>
                      <a:pt x="445831" y="0"/>
                    </a:lnTo>
                    <a:lnTo>
                      <a:pt x="460483" y="0"/>
                    </a:lnTo>
                    <a:lnTo>
                      <a:pt x="475134" y="0"/>
                    </a:lnTo>
                    <a:lnTo>
                      <a:pt x="489786" y="0"/>
                    </a:lnTo>
                    <a:lnTo>
                      <a:pt x="504437" y="0"/>
                    </a:lnTo>
                    <a:lnTo>
                      <a:pt x="519088" y="0"/>
                    </a:lnTo>
                    <a:lnTo>
                      <a:pt x="533740" y="0"/>
                    </a:lnTo>
                    <a:lnTo>
                      <a:pt x="548391" y="0"/>
                    </a:lnTo>
                    <a:lnTo>
                      <a:pt x="563043" y="0"/>
                    </a:lnTo>
                    <a:lnTo>
                      <a:pt x="577694" y="0"/>
                    </a:lnTo>
                    <a:lnTo>
                      <a:pt x="592345" y="0"/>
                    </a:lnTo>
                    <a:lnTo>
                      <a:pt x="606997" y="0"/>
                    </a:lnTo>
                    <a:lnTo>
                      <a:pt x="621648" y="0"/>
                    </a:lnTo>
                    <a:lnTo>
                      <a:pt x="636300" y="0"/>
                    </a:lnTo>
                    <a:lnTo>
                      <a:pt x="650951" y="0"/>
                    </a:lnTo>
                    <a:lnTo>
                      <a:pt x="665602" y="0"/>
                    </a:lnTo>
                    <a:lnTo>
                      <a:pt x="680254" y="0"/>
                    </a:lnTo>
                    <a:lnTo>
                      <a:pt x="694905" y="0"/>
                    </a:lnTo>
                    <a:lnTo>
                      <a:pt x="709557" y="0"/>
                    </a:lnTo>
                    <a:lnTo>
                      <a:pt x="724208" y="0"/>
                    </a:lnTo>
                    <a:lnTo>
                      <a:pt x="738860" y="0"/>
                    </a:lnTo>
                    <a:lnTo>
                      <a:pt x="753511" y="0"/>
                    </a:lnTo>
                    <a:lnTo>
                      <a:pt x="768162" y="0"/>
                    </a:lnTo>
                    <a:lnTo>
                      <a:pt x="782814" y="0"/>
                    </a:lnTo>
                    <a:lnTo>
                      <a:pt x="797465" y="0"/>
                    </a:lnTo>
                    <a:lnTo>
                      <a:pt x="812117" y="0"/>
                    </a:lnTo>
                    <a:lnTo>
                      <a:pt x="826768" y="0"/>
                    </a:lnTo>
                    <a:lnTo>
                      <a:pt x="841419" y="0"/>
                    </a:lnTo>
                    <a:lnTo>
                      <a:pt x="856071" y="0"/>
                    </a:lnTo>
                    <a:lnTo>
                      <a:pt x="870722" y="0"/>
                    </a:lnTo>
                    <a:lnTo>
                      <a:pt x="885374" y="0"/>
                    </a:lnTo>
                    <a:lnTo>
                      <a:pt x="900025" y="0"/>
                    </a:lnTo>
                    <a:lnTo>
                      <a:pt x="914677" y="0"/>
                    </a:lnTo>
                    <a:lnTo>
                      <a:pt x="929328" y="0"/>
                    </a:lnTo>
                    <a:lnTo>
                      <a:pt x="943979" y="0"/>
                    </a:lnTo>
                    <a:lnTo>
                      <a:pt x="958631" y="0"/>
                    </a:lnTo>
                    <a:lnTo>
                      <a:pt x="973282" y="0"/>
                    </a:lnTo>
                    <a:lnTo>
                      <a:pt x="987934" y="0"/>
                    </a:lnTo>
                    <a:lnTo>
                      <a:pt x="1002585" y="0"/>
                    </a:lnTo>
                    <a:lnTo>
                      <a:pt x="1017236" y="0"/>
                    </a:lnTo>
                    <a:lnTo>
                      <a:pt x="1031888" y="0"/>
                    </a:lnTo>
                    <a:lnTo>
                      <a:pt x="1046539" y="0"/>
                    </a:lnTo>
                    <a:lnTo>
                      <a:pt x="1061191" y="0"/>
                    </a:lnTo>
                    <a:lnTo>
                      <a:pt x="1075842" y="0"/>
                    </a:lnTo>
                    <a:lnTo>
                      <a:pt x="1090493" y="0"/>
                    </a:lnTo>
                    <a:lnTo>
                      <a:pt x="1105145" y="0"/>
                    </a:lnTo>
                    <a:lnTo>
                      <a:pt x="1119796" y="0"/>
                    </a:lnTo>
                    <a:lnTo>
                      <a:pt x="1134448" y="0"/>
                    </a:lnTo>
                    <a:lnTo>
                      <a:pt x="1149099" y="0"/>
                    </a:lnTo>
                    <a:lnTo>
                      <a:pt x="1161025" y="0"/>
                    </a:lnTo>
                    <a:lnTo>
                      <a:pt x="1161025" y="0"/>
                    </a:lnTo>
                  </a:path>
                </a:pathLst>
              </a:custGeom>
              <a:ln w="9525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62" name="pl4062"/>
              <p:cNvSpPr/>
              <p:nvPr/>
            </p:nvSpPr>
            <p:spPr>
              <a:xfrm>
                <a:off x="2045346" y="2532034"/>
                <a:ext cx="1161025" cy="0"/>
              </a:xfrm>
              <a:custGeom>
                <a:avLst/>
                <a:gdLst/>
                <a:ahLst/>
                <a:cxnLst/>
                <a:rect l="0" t="0" r="0" b="0"/>
                <a:pathLst>
                  <a:path w="1161025">
                    <a:moveTo>
                      <a:pt x="0" y="0"/>
                    </a:moveTo>
                    <a:lnTo>
                      <a:pt x="6289" y="0"/>
                    </a:lnTo>
                    <a:lnTo>
                      <a:pt x="20940" y="0"/>
                    </a:lnTo>
                    <a:lnTo>
                      <a:pt x="35592" y="0"/>
                    </a:lnTo>
                    <a:lnTo>
                      <a:pt x="50243" y="0"/>
                    </a:lnTo>
                    <a:lnTo>
                      <a:pt x="64895" y="0"/>
                    </a:lnTo>
                    <a:lnTo>
                      <a:pt x="79546" y="0"/>
                    </a:lnTo>
                    <a:lnTo>
                      <a:pt x="94197" y="0"/>
                    </a:lnTo>
                    <a:lnTo>
                      <a:pt x="108849" y="0"/>
                    </a:lnTo>
                    <a:lnTo>
                      <a:pt x="123500" y="0"/>
                    </a:lnTo>
                    <a:lnTo>
                      <a:pt x="138152" y="0"/>
                    </a:lnTo>
                    <a:lnTo>
                      <a:pt x="152803" y="0"/>
                    </a:lnTo>
                    <a:lnTo>
                      <a:pt x="167454" y="0"/>
                    </a:lnTo>
                    <a:lnTo>
                      <a:pt x="182106" y="0"/>
                    </a:lnTo>
                    <a:lnTo>
                      <a:pt x="196757" y="0"/>
                    </a:lnTo>
                    <a:lnTo>
                      <a:pt x="211409" y="0"/>
                    </a:lnTo>
                    <a:lnTo>
                      <a:pt x="226060" y="0"/>
                    </a:lnTo>
                    <a:lnTo>
                      <a:pt x="240712" y="0"/>
                    </a:lnTo>
                    <a:lnTo>
                      <a:pt x="255363" y="0"/>
                    </a:lnTo>
                    <a:lnTo>
                      <a:pt x="270014" y="0"/>
                    </a:lnTo>
                    <a:lnTo>
                      <a:pt x="284666" y="0"/>
                    </a:lnTo>
                    <a:lnTo>
                      <a:pt x="299317" y="0"/>
                    </a:lnTo>
                    <a:lnTo>
                      <a:pt x="313969" y="0"/>
                    </a:lnTo>
                    <a:lnTo>
                      <a:pt x="328620" y="0"/>
                    </a:lnTo>
                    <a:lnTo>
                      <a:pt x="343271" y="0"/>
                    </a:lnTo>
                    <a:lnTo>
                      <a:pt x="357923" y="0"/>
                    </a:lnTo>
                    <a:lnTo>
                      <a:pt x="372574" y="0"/>
                    </a:lnTo>
                    <a:lnTo>
                      <a:pt x="387226" y="0"/>
                    </a:lnTo>
                    <a:lnTo>
                      <a:pt x="401877" y="0"/>
                    </a:lnTo>
                    <a:lnTo>
                      <a:pt x="416528" y="0"/>
                    </a:lnTo>
                    <a:lnTo>
                      <a:pt x="431180" y="0"/>
                    </a:lnTo>
                    <a:lnTo>
                      <a:pt x="445831" y="0"/>
                    </a:lnTo>
                    <a:lnTo>
                      <a:pt x="460483" y="0"/>
                    </a:lnTo>
                    <a:lnTo>
                      <a:pt x="475134" y="0"/>
                    </a:lnTo>
                    <a:lnTo>
                      <a:pt x="489786" y="0"/>
                    </a:lnTo>
                    <a:lnTo>
                      <a:pt x="504437" y="0"/>
                    </a:lnTo>
                    <a:lnTo>
                      <a:pt x="519088" y="0"/>
                    </a:lnTo>
                    <a:lnTo>
                      <a:pt x="533740" y="0"/>
                    </a:lnTo>
                    <a:lnTo>
                      <a:pt x="548391" y="0"/>
                    </a:lnTo>
                    <a:lnTo>
                      <a:pt x="563043" y="0"/>
                    </a:lnTo>
                    <a:lnTo>
                      <a:pt x="577694" y="0"/>
                    </a:lnTo>
                    <a:lnTo>
                      <a:pt x="592345" y="0"/>
                    </a:lnTo>
                    <a:lnTo>
                      <a:pt x="606997" y="0"/>
                    </a:lnTo>
                    <a:lnTo>
                      <a:pt x="621648" y="0"/>
                    </a:lnTo>
                    <a:lnTo>
                      <a:pt x="636300" y="0"/>
                    </a:lnTo>
                    <a:lnTo>
                      <a:pt x="650951" y="0"/>
                    </a:lnTo>
                    <a:lnTo>
                      <a:pt x="665602" y="0"/>
                    </a:lnTo>
                    <a:lnTo>
                      <a:pt x="680254" y="0"/>
                    </a:lnTo>
                    <a:lnTo>
                      <a:pt x="694905" y="0"/>
                    </a:lnTo>
                    <a:lnTo>
                      <a:pt x="709557" y="0"/>
                    </a:lnTo>
                    <a:lnTo>
                      <a:pt x="724208" y="0"/>
                    </a:lnTo>
                    <a:lnTo>
                      <a:pt x="738860" y="0"/>
                    </a:lnTo>
                    <a:lnTo>
                      <a:pt x="753511" y="0"/>
                    </a:lnTo>
                    <a:lnTo>
                      <a:pt x="768162" y="0"/>
                    </a:lnTo>
                    <a:lnTo>
                      <a:pt x="782814" y="0"/>
                    </a:lnTo>
                    <a:lnTo>
                      <a:pt x="797465" y="0"/>
                    </a:lnTo>
                    <a:lnTo>
                      <a:pt x="812117" y="0"/>
                    </a:lnTo>
                    <a:lnTo>
                      <a:pt x="826768" y="0"/>
                    </a:lnTo>
                    <a:lnTo>
                      <a:pt x="841419" y="0"/>
                    </a:lnTo>
                    <a:lnTo>
                      <a:pt x="856071" y="0"/>
                    </a:lnTo>
                    <a:lnTo>
                      <a:pt x="870722" y="0"/>
                    </a:lnTo>
                    <a:lnTo>
                      <a:pt x="885374" y="0"/>
                    </a:lnTo>
                    <a:lnTo>
                      <a:pt x="900025" y="0"/>
                    </a:lnTo>
                    <a:lnTo>
                      <a:pt x="914677" y="0"/>
                    </a:lnTo>
                    <a:lnTo>
                      <a:pt x="929328" y="0"/>
                    </a:lnTo>
                    <a:lnTo>
                      <a:pt x="943979" y="0"/>
                    </a:lnTo>
                    <a:lnTo>
                      <a:pt x="958631" y="0"/>
                    </a:lnTo>
                    <a:lnTo>
                      <a:pt x="973282" y="0"/>
                    </a:lnTo>
                    <a:lnTo>
                      <a:pt x="987934" y="0"/>
                    </a:lnTo>
                    <a:lnTo>
                      <a:pt x="1002585" y="0"/>
                    </a:lnTo>
                    <a:lnTo>
                      <a:pt x="1017236" y="0"/>
                    </a:lnTo>
                    <a:lnTo>
                      <a:pt x="1031888" y="0"/>
                    </a:lnTo>
                    <a:lnTo>
                      <a:pt x="1046539" y="0"/>
                    </a:lnTo>
                    <a:lnTo>
                      <a:pt x="1061191" y="0"/>
                    </a:lnTo>
                    <a:lnTo>
                      <a:pt x="1075842" y="0"/>
                    </a:lnTo>
                    <a:lnTo>
                      <a:pt x="1090493" y="0"/>
                    </a:lnTo>
                    <a:lnTo>
                      <a:pt x="1105145" y="0"/>
                    </a:lnTo>
                    <a:lnTo>
                      <a:pt x="1119796" y="0"/>
                    </a:lnTo>
                    <a:lnTo>
                      <a:pt x="1134448" y="0"/>
                    </a:lnTo>
                    <a:lnTo>
                      <a:pt x="1149099" y="0"/>
                    </a:lnTo>
                    <a:lnTo>
                      <a:pt x="1161025" y="0"/>
                    </a:lnTo>
                    <a:lnTo>
                      <a:pt x="1161025" y="0"/>
                    </a:lnTo>
                  </a:path>
                </a:pathLst>
              </a:custGeom>
              <a:ln w="9525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63" name="pl4063"/>
              <p:cNvSpPr/>
              <p:nvPr/>
            </p:nvSpPr>
            <p:spPr>
              <a:xfrm>
                <a:off x="2045346" y="2269151"/>
                <a:ext cx="1161025" cy="0"/>
              </a:xfrm>
              <a:custGeom>
                <a:avLst/>
                <a:gdLst/>
                <a:ahLst/>
                <a:cxnLst/>
                <a:rect l="0" t="0" r="0" b="0"/>
                <a:pathLst>
                  <a:path w="1161025">
                    <a:moveTo>
                      <a:pt x="0" y="0"/>
                    </a:moveTo>
                    <a:lnTo>
                      <a:pt x="6289" y="0"/>
                    </a:lnTo>
                    <a:lnTo>
                      <a:pt x="20940" y="0"/>
                    </a:lnTo>
                    <a:lnTo>
                      <a:pt x="35592" y="0"/>
                    </a:lnTo>
                    <a:lnTo>
                      <a:pt x="50243" y="0"/>
                    </a:lnTo>
                    <a:lnTo>
                      <a:pt x="64895" y="0"/>
                    </a:lnTo>
                    <a:lnTo>
                      <a:pt x="79546" y="0"/>
                    </a:lnTo>
                    <a:lnTo>
                      <a:pt x="94197" y="0"/>
                    </a:lnTo>
                    <a:lnTo>
                      <a:pt x="108849" y="0"/>
                    </a:lnTo>
                    <a:lnTo>
                      <a:pt x="123500" y="0"/>
                    </a:lnTo>
                    <a:lnTo>
                      <a:pt x="138152" y="0"/>
                    </a:lnTo>
                    <a:lnTo>
                      <a:pt x="152803" y="0"/>
                    </a:lnTo>
                    <a:lnTo>
                      <a:pt x="167454" y="0"/>
                    </a:lnTo>
                    <a:lnTo>
                      <a:pt x="182106" y="0"/>
                    </a:lnTo>
                    <a:lnTo>
                      <a:pt x="196757" y="0"/>
                    </a:lnTo>
                    <a:lnTo>
                      <a:pt x="211409" y="0"/>
                    </a:lnTo>
                    <a:lnTo>
                      <a:pt x="226060" y="0"/>
                    </a:lnTo>
                    <a:lnTo>
                      <a:pt x="240712" y="0"/>
                    </a:lnTo>
                    <a:lnTo>
                      <a:pt x="255363" y="0"/>
                    </a:lnTo>
                    <a:lnTo>
                      <a:pt x="270014" y="0"/>
                    </a:lnTo>
                    <a:lnTo>
                      <a:pt x="284666" y="0"/>
                    </a:lnTo>
                    <a:lnTo>
                      <a:pt x="299317" y="0"/>
                    </a:lnTo>
                    <a:lnTo>
                      <a:pt x="313969" y="0"/>
                    </a:lnTo>
                    <a:lnTo>
                      <a:pt x="328620" y="0"/>
                    </a:lnTo>
                    <a:lnTo>
                      <a:pt x="343271" y="0"/>
                    </a:lnTo>
                    <a:lnTo>
                      <a:pt x="357923" y="0"/>
                    </a:lnTo>
                    <a:lnTo>
                      <a:pt x="372574" y="0"/>
                    </a:lnTo>
                    <a:lnTo>
                      <a:pt x="387226" y="0"/>
                    </a:lnTo>
                    <a:lnTo>
                      <a:pt x="401877" y="0"/>
                    </a:lnTo>
                    <a:lnTo>
                      <a:pt x="416528" y="0"/>
                    </a:lnTo>
                    <a:lnTo>
                      <a:pt x="431180" y="0"/>
                    </a:lnTo>
                    <a:lnTo>
                      <a:pt x="445831" y="0"/>
                    </a:lnTo>
                    <a:lnTo>
                      <a:pt x="460483" y="0"/>
                    </a:lnTo>
                    <a:lnTo>
                      <a:pt x="475134" y="0"/>
                    </a:lnTo>
                    <a:lnTo>
                      <a:pt x="489786" y="0"/>
                    </a:lnTo>
                    <a:lnTo>
                      <a:pt x="504437" y="0"/>
                    </a:lnTo>
                    <a:lnTo>
                      <a:pt x="519088" y="0"/>
                    </a:lnTo>
                    <a:lnTo>
                      <a:pt x="533740" y="0"/>
                    </a:lnTo>
                    <a:lnTo>
                      <a:pt x="548391" y="0"/>
                    </a:lnTo>
                    <a:lnTo>
                      <a:pt x="563043" y="0"/>
                    </a:lnTo>
                    <a:lnTo>
                      <a:pt x="577694" y="0"/>
                    </a:lnTo>
                    <a:lnTo>
                      <a:pt x="592345" y="0"/>
                    </a:lnTo>
                    <a:lnTo>
                      <a:pt x="606997" y="0"/>
                    </a:lnTo>
                    <a:lnTo>
                      <a:pt x="621648" y="0"/>
                    </a:lnTo>
                    <a:lnTo>
                      <a:pt x="636300" y="0"/>
                    </a:lnTo>
                    <a:lnTo>
                      <a:pt x="650951" y="0"/>
                    </a:lnTo>
                    <a:lnTo>
                      <a:pt x="665602" y="0"/>
                    </a:lnTo>
                    <a:lnTo>
                      <a:pt x="680254" y="0"/>
                    </a:lnTo>
                    <a:lnTo>
                      <a:pt x="694905" y="0"/>
                    </a:lnTo>
                    <a:lnTo>
                      <a:pt x="709557" y="0"/>
                    </a:lnTo>
                    <a:lnTo>
                      <a:pt x="724208" y="0"/>
                    </a:lnTo>
                    <a:lnTo>
                      <a:pt x="738860" y="0"/>
                    </a:lnTo>
                    <a:lnTo>
                      <a:pt x="753511" y="0"/>
                    </a:lnTo>
                    <a:lnTo>
                      <a:pt x="768162" y="0"/>
                    </a:lnTo>
                    <a:lnTo>
                      <a:pt x="782814" y="0"/>
                    </a:lnTo>
                    <a:lnTo>
                      <a:pt x="797465" y="0"/>
                    </a:lnTo>
                    <a:lnTo>
                      <a:pt x="812117" y="0"/>
                    </a:lnTo>
                    <a:lnTo>
                      <a:pt x="826768" y="0"/>
                    </a:lnTo>
                    <a:lnTo>
                      <a:pt x="841419" y="0"/>
                    </a:lnTo>
                    <a:lnTo>
                      <a:pt x="856071" y="0"/>
                    </a:lnTo>
                    <a:lnTo>
                      <a:pt x="870722" y="0"/>
                    </a:lnTo>
                    <a:lnTo>
                      <a:pt x="885374" y="0"/>
                    </a:lnTo>
                    <a:lnTo>
                      <a:pt x="900025" y="0"/>
                    </a:lnTo>
                    <a:lnTo>
                      <a:pt x="914677" y="0"/>
                    </a:lnTo>
                    <a:lnTo>
                      <a:pt x="929328" y="0"/>
                    </a:lnTo>
                    <a:lnTo>
                      <a:pt x="943979" y="0"/>
                    </a:lnTo>
                    <a:lnTo>
                      <a:pt x="958631" y="0"/>
                    </a:lnTo>
                    <a:lnTo>
                      <a:pt x="973282" y="0"/>
                    </a:lnTo>
                    <a:lnTo>
                      <a:pt x="987934" y="0"/>
                    </a:lnTo>
                    <a:lnTo>
                      <a:pt x="1002585" y="0"/>
                    </a:lnTo>
                    <a:lnTo>
                      <a:pt x="1017236" y="0"/>
                    </a:lnTo>
                    <a:lnTo>
                      <a:pt x="1031888" y="0"/>
                    </a:lnTo>
                    <a:lnTo>
                      <a:pt x="1046539" y="0"/>
                    </a:lnTo>
                    <a:lnTo>
                      <a:pt x="1061191" y="0"/>
                    </a:lnTo>
                    <a:lnTo>
                      <a:pt x="1075842" y="0"/>
                    </a:lnTo>
                    <a:lnTo>
                      <a:pt x="1090493" y="0"/>
                    </a:lnTo>
                    <a:lnTo>
                      <a:pt x="1105145" y="0"/>
                    </a:lnTo>
                    <a:lnTo>
                      <a:pt x="1119796" y="0"/>
                    </a:lnTo>
                    <a:lnTo>
                      <a:pt x="1134448" y="0"/>
                    </a:lnTo>
                    <a:lnTo>
                      <a:pt x="1149099" y="0"/>
                    </a:lnTo>
                    <a:lnTo>
                      <a:pt x="1161025" y="0"/>
                    </a:lnTo>
                    <a:lnTo>
                      <a:pt x="1161025" y="0"/>
                    </a:lnTo>
                  </a:path>
                </a:pathLst>
              </a:custGeom>
              <a:ln w="9525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64" name="pl4064"/>
              <p:cNvSpPr/>
              <p:nvPr/>
            </p:nvSpPr>
            <p:spPr>
              <a:xfrm>
                <a:off x="2045346" y="2006268"/>
                <a:ext cx="1161025" cy="0"/>
              </a:xfrm>
              <a:custGeom>
                <a:avLst/>
                <a:gdLst/>
                <a:ahLst/>
                <a:cxnLst/>
                <a:rect l="0" t="0" r="0" b="0"/>
                <a:pathLst>
                  <a:path w="1161025">
                    <a:moveTo>
                      <a:pt x="0" y="0"/>
                    </a:moveTo>
                    <a:lnTo>
                      <a:pt x="6289" y="0"/>
                    </a:lnTo>
                    <a:lnTo>
                      <a:pt x="20940" y="0"/>
                    </a:lnTo>
                    <a:lnTo>
                      <a:pt x="35592" y="0"/>
                    </a:lnTo>
                    <a:lnTo>
                      <a:pt x="50243" y="0"/>
                    </a:lnTo>
                    <a:lnTo>
                      <a:pt x="64895" y="0"/>
                    </a:lnTo>
                    <a:lnTo>
                      <a:pt x="79546" y="0"/>
                    </a:lnTo>
                    <a:lnTo>
                      <a:pt x="94197" y="0"/>
                    </a:lnTo>
                    <a:lnTo>
                      <a:pt x="108849" y="0"/>
                    </a:lnTo>
                    <a:lnTo>
                      <a:pt x="123500" y="0"/>
                    </a:lnTo>
                    <a:lnTo>
                      <a:pt x="138152" y="0"/>
                    </a:lnTo>
                    <a:lnTo>
                      <a:pt x="152803" y="0"/>
                    </a:lnTo>
                    <a:lnTo>
                      <a:pt x="167454" y="0"/>
                    </a:lnTo>
                    <a:lnTo>
                      <a:pt x="182106" y="0"/>
                    </a:lnTo>
                    <a:lnTo>
                      <a:pt x="196757" y="0"/>
                    </a:lnTo>
                    <a:lnTo>
                      <a:pt x="211409" y="0"/>
                    </a:lnTo>
                    <a:lnTo>
                      <a:pt x="226060" y="0"/>
                    </a:lnTo>
                    <a:lnTo>
                      <a:pt x="240712" y="0"/>
                    </a:lnTo>
                    <a:lnTo>
                      <a:pt x="255363" y="0"/>
                    </a:lnTo>
                    <a:lnTo>
                      <a:pt x="270014" y="0"/>
                    </a:lnTo>
                    <a:lnTo>
                      <a:pt x="284666" y="0"/>
                    </a:lnTo>
                    <a:lnTo>
                      <a:pt x="299317" y="0"/>
                    </a:lnTo>
                    <a:lnTo>
                      <a:pt x="313969" y="0"/>
                    </a:lnTo>
                    <a:lnTo>
                      <a:pt x="328620" y="0"/>
                    </a:lnTo>
                    <a:lnTo>
                      <a:pt x="343271" y="0"/>
                    </a:lnTo>
                    <a:lnTo>
                      <a:pt x="357923" y="0"/>
                    </a:lnTo>
                    <a:lnTo>
                      <a:pt x="372574" y="0"/>
                    </a:lnTo>
                    <a:lnTo>
                      <a:pt x="387226" y="0"/>
                    </a:lnTo>
                    <a:lnTo>
                      <a:pt x="401877" y="0"/>
                    </a:lnTo>
                    <a:lnTo>
                      <a:pt x="416528" y="0"/>
                    </a:lnTo>
                    <a:lnTo>
                      <a:pt x="431180" y="0"/>
                    </a:lnTo>
                    <a:lnTo>
                      <a:pt x="445831" y="0"/>
                    </a:lnTo>
                    <a:lnTo>
                      <a:pt x="460483" y="0"/>
                    </a:lnTo>
                    <a:lnTo>
                      <a:pt x="475134" y="0"/>
                    </a:lnTo>
                    <a:lnTo>
                      <a:pt x="489786" y="0"/>
                    </a:lnTo>
                    <a:lnTo>
                      <a:pt x="504437" y="0"/>
                    </a:lnTo>
                    <a:lnTo>
                      <a:pt x="519088" y="0"/>
                    </a:lnTo>
                    <a:lnTo>
                      <a:pt x="533740" y="0"/>
                    </a:lnTo>
                    <a:lnTo>
                      <a:pt x="548391" y="0"/>
                    </a:lnTo>
                    <a:lnTo>
                      <a:pt x="563043" y="0"/>
                    </a:lnTo>
                    <a:lnTo>
                      <a:pt x="577694" y="0"/>
                    </a:lnTo>
                    <a:lnTo>
                      <a:pt x="592345" y="0"/>
                    </a:lnTo>
                    <a:lnTo>
                      <a:pt x="606997" y="0"/>
                    </a:lnTo>
                    <a:lnTo>
                      <a:pt x="621648" y="0"/>
                    </a:lnTo>
                    <a:lnTo>
                      <a:pt x="636300" y="0"/>
                    </a:lnTo>
                    <a:lnTo>
                      <a:pt x="650951" y="0"/>
                    </a:lnTo>
                    <a:lnTo>
                      <a:pt x="665602" y="0"/>
                    </a:lnTo>
                    <a:lnTo>
                      <a:pt x="680254" y="0"/>
                    </a:lnTo>
                    <a:lnTo>
                      <a:pt x="694905" y="0"/>
                    </a:lnTo>
                    <a:lnTo>
                      <a:pt x="709557" y="0"/>
                    </a:lnTo>
                    <a:lnTo>
                      <a:pt x="724208" y="0"/>
                    </a:lnTo>
                    <a:lnTo>
                      <a:pt x="738860" y="0"/>
                    </a:lnTo>
                    <a:lnTo>
                      <a:pt x="753511" y="0"/>
                    </a:lnTo>
                    <a:lnTo>
                      <a:pt x="768162" y="0"/>
                    </a:lnTo>
                    <a:lnTo>
                      <a:pt x="782814" y="0"/>
                    </a:lnTo>
                    <a:lnTo>
                      <a:pt x="797465" y="0"/>
                    </a:lnTo>
                    <a:lnTo>
                      <a:pt x="812117" y="0"/>
                    </a:lnTo>
                    <a:lnTo>
                      <a:pt x="826768" y="0"/>
                    </a:lnTo>
                    <a:lnTo>
                      <a:pt x="841419" y="0"/>
                    </a:lnTo>
                    <a:lnTo>
                      <a:pt x="856071" y="0"/>
                    </a:lnTo>
                    <a:lnTo>
                      <a:pt x="870722" y="0"/>
                    </a:lnTo>
                    <a:lnTo>
                      <a:pt x="885374" y="0"/>
                    </a:lnTo>
                    <a:lnTo>
                      <a:pt x="900025" y="0"/>
                    </a:lnTo>
                    <a:lnTo>
                      <a:pt x="914677" y="0"/>
                    </a:lnTo>
                    <a:lnTo>
                      <a:pt x="929328" y="0"/>
                    </a:lnTo>
                    <a:lnTo>
                      <a:pt x="943979" y="0"/>
                    </a:lnTo>
                    <a:lnTo>
                      <a:pt x="958631" y="0"/>
                    </a:lnTo>
                    <a:lnTo>
                      <a:pt x="973282" y="0"/>
                    </a:lnTo>
                    <a:lnTo>
                      <a:pt x="987934" y="0"/>
                    </a:lnTo>
                    <a:lnTo>
                      <a:pt x="1002585" y="0"/>
                    </a:lnTo>
                    <a:lnTo>
                      <a:pt x="1017236" y="0"/>
                    </a:lnTo>
                    <a:lnTo>
                      <a:pt x="1031888" y="0"/>
                    </a:lnTo>
                    <a:lnTo>
                      <a:pt x="1046539" y="0"/>
                    </a:lnTo>
                    <a:lnTo>
                      <a:pt x="1061191" y="0"/>
                    </a:lnTo>
                    <a:lnTo>
                      <a:pt x="1075842" y="0"/>
                    </a:lnTo>
                    <a:lnTo>
                      <a:pt x="1090493" y="0"/>
                    </a:lnTo>
                    <a:lnTo>
                      <a:pt x="1105145" y="0"/>
                    </a:lnTo>
                    <a:lnTo>
                      <a:pt x="1119796" y="0"/>
                    </a:lnTo>
                    <a:lnTo>
                      <a:pt x="1134448" y="0"/>
                    </a:lnTo>
                    <a:lnTo>
                      <a:pt x="1149099" y="0"/>
                    </a:lnTo>
                    <a:lnTo>
                      <a:pt x="1161025" y="0"/>
                    </a:lnTo>
                    <a:lnTo>
                      <a:pt x="1161025" y="0"/>
                    </a:lnTo>
                  </a:path>
                </a:pathLst>
              </a:custGeom>
              <a:ln w="9525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65" name="pl4065"/>
              <p:cNvSpPr/>
              <p:nvPr/>
            </p:nvSpPr>
            <p:spPr>
              <a:xfrm>
                <a:off x="2045346" y="1743385"/>
                <a:ext cx="1161025" cy="0"/>
              </a:xfrm>
              <a:custGeom>
                <a:avLst/>
                <a:gdLst/>
                <a:ahLst/>
                <a:cxnLst/>
                <a:rect l="0" t="0" r="0" b="0"/>
                <a:pathLst>
                  <a:path w="1161025">
                    <a:moveTo>
                      <a:pt x="0" y="0"/>
                    </a:moveTo>
                    <a:lnTo>
                      <a:pt x="6289" y="0"/>
                    </a:lnTo>
                    <a:lnTo>
                      <a:pt x="20940" y="0"/>
                    </a:lnTo>
                    <a:lnTo>
                      <a:pt x="35592" y="0"/>
                    </a:lnTo>
                    <a:lnTo>
                      <a:pt x="50243" y="0"/>
                    </a:lnTo>
                    <a:lnTo>
                      <a:pt x="64895" y="0"/>
                    </a:lnTo>
                    <a:lnTo>
                      <a:pt x="79546" y="0"/>
                    </a:lnTo>
                    <a:lnTo>
                      <a:pt x="94197" y="0"/>
                    </a:lnTo>
                    <a:lnTo>
                      <a:pt x="108849" y="0"/>
                    </a:lnTo>
                    <a:lnTo>
                      <a:pt x="123500" y="0"/>
                    </a:lnTo>
                    <a:lnTo>
                      <a:pt x="138152" y="0"/>
                    </a:lnTo>
                    <a:lnTo>
                      <a:pt x="152803" y="0"/>
                    </a:lnTo>
                    <a:lnTo>
                      <a:pt x="167454" y="0"/>
                    </a:lnTo>
                    <a:lnTo>
                      <a:pt x="182106" y="0"/>
                    </a:lnTo>
                    <a:lnTo>
                      <a:pt x="196757" y="0"/>
                    </a:lnTo>
                    <a:lnTo>
                      <a:pt x="211409" y="0"/>
                    </a:lnTo>
                    <a:lnTo>
                      <a:pt x="226060" y="0"/>
                    </a:lnTo>
                    <a:lnTo>
                      <a:pt x="240712" y="0"/>
                    </a:lnTo>
                    <a:lnTo>
                      <a:pt x="255363" y="0"/>
                    </a:lnTo>
                    <a:lnTo>
                      <a:pt x="270014" y="0"/>
                    </a:lnTo>
                    <a:lnTo>
                      <a:pt x="284666" y="0"/>
                    </a:lnTo>
                    <a:lnTo>
                      <a:pt x="299317" y="0"/>
                    </a:lnTo>
                    <a:lnTo>
                      <a:pt x="313969" y="0"/>
                    </a:lnTo>
                    <a:lnTo>
                      <a:pt x="328620" y="0"/>
                    </a:lnTo>
                    <a:lnTo>
                      <a:pt x="343271" y="0"/>
                    </a:lnTo>
                    <a:lnTo>
                      <a:pt x="357923" y="0"/>
                    </a:lnTo>
                    <a:lnTo>
                      <a:pt x="372574" y="0"/>
                    </a:lnTo>
                    <a:lnTo>
                      <a:pt x="387226" y="0"/>
                    </a:lnTo>
                    <a:lnTo>
                      <a:pt x="401877" y="0"/>
                    </a:lnTo>
                    <a:lnTo>
                      <a:pt x="416528" y="0"/>
                    </a:lnTo>
                    <a:lnTo>
                      <a:pt x="431180" y="0"/>
                    </a:lnTo>
                    <a:lnTo>
                      <a:pt x="445831" y="0"/>
                    </a:lnTo>
                    <a:lnTo>
                      <a:pt x="460483" y="0"/>
                    </a:lnTo>
                    <a:lnTo>
                      <a:pt x="475134" y="0"/>
                    </a:lnTo>
                    <a:lnTo>
                      <a:pt x="489786" y="0"/>
                    </a:lnTo>
                    <a:lnTo>
                      <a:pt x="504437" y="0"/>
                    </a:lnTo>
                    <a:lnTo>
                      <a:pt x="519088" y="0"/>
                    </a:lnTo>
                    <a:lnTo>
                      <a:pt x="533740" y="0"/>
                    </a:lnTo>
                    <a:lnTo>
                      <a:pt x="548391" y="0"/>
                    </a:lnTo>
                    <a:lnTo>
                      <a:pt x="563043" y="0"/>
                    </a:lnTo>
                    <a:lnTo>
                      <a:pt x="577694" y="0"/>
                    </a:lnTo>
                    <a:lnTo>
                      <a:pt x="592345" y="0"/>
                    </a:lnTo>
                    <a:lnTo>
                      <a:pt x="606997" y="0"/>
                    </a:lnTo>
                    <a:lnTo>
                      <a:pt x="621648" y="0"/>
                    </a:lnTo>
                    <a:lnTo>
                      <a:pt x="636300" y="0"/>
                    </a:lnTo>
                    <a:lnTo>
                      <a:pt x="650951" y="0"/>
                    </a:lnTo>
                    <a:lnTo>
                      <a:pt x="665602" y="0"/>
                    </a:lnTo>
                    <a:lnTo>
                      <a:pt x="680254" y="0"/>
                    </a:lnTo>
                    <a:lnTo>
                      <a:pt x="694905" y="0"/>
                    </a:lnTo>
                    <a:lnTo>
                      <a:pt x="709557" y="0"/>
                    </a:lnTo>
                    <a:lnTo>
                      <a:pt x="724208" y="0"/>
                    </a:lnTo>
                    <a:lnTo>
                      <a:pt x="738860" y="0"/>
                    </a:lnTo>
                    <a:lnTo>
                      <a:pt x="753511" y="0"/>
                    </a:lnTo>
                    <a:lnTo>
                      <a:pt x="768162" y="0"/>
                    </a:lnTo>
                    <a:lnTo>
                      <a:pt x="782814" y="0"/>
                    </a:lnTo>
                    <a:lnTo>
                      <a:pt x="797465" y="0"/>
                    </a:lnTo>
                    <a:lnTo>
                      <a:pt x="812117" y="0"/>
                    </a:lnTo>
                    <a:lnTo>
                      <a:pt x="826768" y="0"/>
                    </a:lnTo>
                    <a:lnTo>
                      <a:pt x="841419" y="0"/>
                    </a:lnTo>
                    <a:lnTo>
                      <a:pt x="856071" y="0"/>
                    </a:lnTo>
                    <a:lnTo>
                      <a:pt x="870722" y="0"/>
                    </a:lnTo>
                    <a:lnTo>
                      <a:pt x="885374" y="0"/>
                    </a:lnTo>
                    <a:lnTo>
                      <a:pt x="900025" y="0"/>
                    </a:lnTo>
                    <a:lnTo>
                      <a:pt x="914677" y="0"/>
                    </a:lnTo>
                    <a:lnTo>
                      <a:pt x="929328" y="0"/>
                    </a:lnTo>
                    <a:lnTo>
                      <a:pt x="943979" y="0"/>
                    </a:lnTo>
                    <a:lnTo>
                      <a:pt x="958631" y="0"/>
                    </a:lnTo>
                    <a:lnTo>
                      <a:pt x="973282" y="0"/>
                    </a:lnTo>
                    <a:lnTo>
                      <a:pt x="987934" y="0"/>
                    </a:lnTo>
                    <a:lnTo>
                      <a:pt x="1002585" y="0"/>
                    </a:lnTo>
                    <a:lnTo>
                      <a:pt x="1017236" y="0"/>
                    </a:lnTo>
                    <a:lnTo>
                      <a:pt x="1031888" y="0"/>
                    </a:lnTo>
                    <a:lnTo>
                      <a:pt x="1046539" y="0"/>
                    </a:lnTo>
                    <a:lnTo>
                      <a:pt x="1061191" y="0"/>
                    </a:lnTo>
                    <a:lnTo>
                      <a:pt x="1075842" y="0"/>
                    </a:lnTo>
                    <a:lnTo>
                      <a:pt x="1090493" y="0"/>
                    </a:lnTo>
                    <a:lnTo>
                      <a:pt x="1105145" y="0"/>
                    </a:lnTo>
                    <a:lnTo>
                      <a:pt x="1119796" y="0"/>
                    </a:lnTo>
                    <a:lnTo>
                      <a:pt x="1134448" y="0"/>
                    </a:lnTo>
                    <a:lnTo>
                      <a:pt x="1149099" y="0"/>
                    </a:lnTo>
                    <a:lnTo>
                      <a:pt x="1161025" y="0"/>
                    </a:lnTo>
                    <a:lnTo>
                      <a:pt x="1161025" y="0"/>
                    </a:lnTo>
                  </a:path>
                </a:pathLst>
              </a:custGeom>
              <a:ln w="9525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66" name="ph4066"/>
              <p:cNvSpPr/>
              <p:nvPr/>
            </p:nvSpPr>
            <p:spPr>
              <a:xfrm>
                <a:off x="1653948" y="817730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67" name="ph4067"/>
              <p:cNvSpPr/>
              <p:nvPr/>
            </p:nvSpPr>
            <p:spPr>
              <a:xfrm>
                <a:off x="1676733" y="817730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68" name="ph4068"/>
              <p:cNvSpPr/>
              <p:nvPr/>
            </p:nvSpPr>
            <p:spPr>
              <a:xfrm>
                <a:off x="1699517" y="817730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69" name="ph4069"/>
              <p:cNvSpPr/>
              <p:nvPr/>
            </p:nvSpPr>
            <p:spPr>
              <a:xfrm>
                <a:off x="1722302" y="817730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70" name="ph4070"/>
              <p:cNvSpPr/>
              <p:nvPr/>
            </p:nvSpPr>
            <p:spPr>
              <a:xfrm>
                <a:off x="1745087" y="817730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71" name="ph4071"/>
              <p:cNvSpPr/>
              <p:nvPr/>
            </p:nvSpPr>
            <p:spPr>
              <a:xfrm>
                <a:off x="1767871" y="817730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72" name="ph4072"/>
              <p:cNvSpPr/>
              <p:nvPr/>
            </p:nvSpPr>
            <p:spPr>
              <a:xfrm>
                <a:off x="1790656" y="817730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73" name="ph4073"/>
              <p:cNvSpPr/>
              <p:nvPr/>
            </p:nvSpPr>
            <p:spPr>
              <a:xfrm>
                <a:off x="1904578" y="817730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74" name="ph4074"/>
              <p:cNvSpPr/>
              <p:nvPr/>
            </p:nvSpPr>
            <p:spPr>
              <a:xfrm>
                <a:off x="1927363" y="817730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799A9">
                  <a:alpha val="100000"/>
                </a:srgbClr>
              </a:solidFill>
              <a:ln w="5420" cap="flat">
                <a:solidFill>
                  <a:srgbClr val="37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75" name="ph4075"/>
              <p:cNvSpPr/>
              <p:nvPr/>
            </p:nvSpPr>
            <p:spPr>
              <a:xfrm>
                <a:off x="1950148" y="817730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76" name="ph4076"/>
              <p:cNvSpPr/>
              <p:nvPr/>
            </p:nvSpPr>
            <p:spPr>
              <a:xfrm>
                <a:off x="1972932" y="817730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77" name="ph4077"/>
              <p:cNvSpPr/>
              <p:nvPr/>
            </p:nvSpPr>
            <p:spPr>
              <a:xfrm>
                <a:off x="1995717" y="817730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78" name="ph4078"/>
              <p:cNvSpPr/>
              <p:nvPr/>
            </p:nvSpPr>
            <p:spPr>
              <a:xfrm>
                <a:off x="1631164" y="846636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79" name="ph4079"/>
              <p:cNvSpPr/>
              <p:nvPr/>
            </p:nvSpPr>
            <p:spPr>
              <a:xfrm>
                <a:off x="1653948" y="846636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80" name="ph4080"/>
              <p:cNvSpPr/>
              <p:nvPr/>
            </p:nvSpPr>
            <p:spPr>
              <a:xfrm>
                <a:off x="1676733" y="846636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81" name="ph4081"/>
              <p:cNvSpPr/>
              <p:nvPr/>
            </p:nvSpPr>
            <p:spPr>
              <a:xfrm>
                <a:off x="1699517" y="846636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82" name="ph4082"/>
              <p:cNvSpPr/>
              <p:nvPr/>
            </p:nvSpPr>
            <p:spPr>
              <a:xfrm>
                <a:off x="1722302" y="846636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83" name="ph4083"/>
              <p:cNvSpPr/>
              <p:nvPr/>
            </p:nvSpPr>
            <p:spPr>
              <a:xfrm>
                <a:off x="1745087" y="846636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84" name="ph4084"/>
              <p:cNvSpPr/>
              <p:nvPr/>
            </p:nvSpPr>
            <p:spPr>
              <a:xfrm>
                <a:off x="1767871" y="846636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85" name="ph4085"/>
              <p:cNvSpPr/>
              <p:nvPr/>
            </p:nvSpPr>
            <p:spPr>
              <a:xfrm>
                <a:off x="1790656" y="846636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86" name="ph4086"/>
              <p:cNvSpPr/>
              <p:nvPr/>
            </p:nvSpPr>
            <p:spPr>
              <a:xfrm>
                <a:off x="1904578" y="846636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87" name="ph4087"/>
              <p:cNvSpPr/>
              <p:nvPr/>
            </p:nvSpPr>
            <p:spPr>
              <a:xfrm>
                <a:off x="1927363" y="846636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88" name="ph4088"/>
              <p:cNvSpPr/>
              <p:nvPr/>
            </p:nvSpPr>
            <p:spPr>
              <a:xfrm>
                <a:off x="1950148" y="846636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89" name="ph4089"/>
              <p:cNvSpPr/>
              <p:nvPr/>
            </p:nvSpPr>
            <p:spPr>
              <a:xfrm>
                <a:off x="1972932" y="846636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90" name="ph4090"/>
              <p:cNvSpPr/>
              <p:nvPr/>
            </p:nvSpPr>
            <p:spPr>
              <a:xfrm>
                <a:off x="1995717" y="846636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91" name="ph4091"/>
              <p:cNvSpPr/>
              <p:nvPr/>
            </p:nvSpPr>
            <p:spPr>
              <a:xfrm>
                <a:off x="1517241" y="875541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92" name="ph4092"/>
              <p:cNvSpPr/>
              <p:nvPr/>
            </p:nvSpPr>
            <p:spPr>
              <a:xfrm>
                <a:off x="1540025" y="875541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693A8">
                  <a:alpha val="100000"/>
                </a:srgbClr>
              </a:solidFill>
              <a:ln w="5420" cap="flat">
                <a:solidFill>
                  <a:srgbClr val="36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93" name="ph4093"/>
              <p:cNvSpPr/>
              <p:nvPr/>
            </p:nvSpPr>
            <p:spPr>
              <a:xfrm>
                <a:off x="1562810" y="875541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94" name="ph4094"/>
              <p:cNvSpPr/>
              <p:nvPr/>
            </p:nvSpPr>
            <p:spPr>
              <a:xfrm>
                <a:off x="1585595" y="875541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95" name="ph4095"/>
              <p:cNvSpPr/>
              <p:nvPr/>
            </p:nvSpPr>
            <p:spPr>
              <a:xfrm>
                <a:off x="1608379" y="875541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96" name="ph4096"/>
              <p:cNvSpPr/>
              <p:nvPr/>
            </p:nvSpPr>
            <p:spPr>
              <a:xfrm>
                <a:off x="1631164" y="875541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97" name="ph4097"/>
              <p:cNvSpPr/>
              <p:nvPr/>
            </p:nvSpPr>
            <p:spPr>
              <a:xfrm>
                <a:off x="1653948" y="875541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98" name="ph4098"/>
              <p:cNvSpPr/>
              <p:nvPr/>
            </p:nvSpPr>
            <p:spPr>
              <a:xfrm>
                <a:off x="1676733" y="875541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099" name="ph4099"/>
              <p:cNvSpPr/>
              <p:nvPr/>
            </p:nvSpPr>
            <p:spPr>
              <a:xfrm>
                <a:off x="1699517" y="875541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00" name="ph4100"/>
              <p:cNvSpPr/>
              <p:nvPr/>
            </p:nvSpPr>
            <p:spPr>
              <a:xfrm>
                <a:off x="1722302" y="875541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01" name="ph4101"/>
              <p:cNvSpPr/>
              <p:nvPr/>
            </p:nvSpPr>
            <p:spPr>
              <a:xfrm>
                <a:off x="1745087" y="875541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02" name="ph4102"/>
              <p:cNvSpPr/>
              <p:nvPr/>
            </p:nvSpPr>
            <p:spPr>
              <a:xfrm>
                <a:off x="1767871" y="875541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03" name="ph4103"/>
              <p:cNvSpPr/>
              <p:nvPr/>
            </p:nvSpPr>
            <p:spPr>
              <a:xfrm>
                <a:off x="1881794" y="875541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04" name="ph4104"/>
              <p:cNvSpPr/>
              <p:nvPr/>
            </p:nvSpPr>
            <p:spPr>
              <a:xfrm>
                <a:off x="1904578" y="875541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05" name="ph4105"/>
              <p:cNvSpPr/>
              <p:nvPr/>
            </p:nvSpPr>
            <p:spPr>
              <a:xfrm>
                <a:off x="1927363" y="875541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06" name="ph4106"/>
              <p:cNvSpPr/>
              <p:nvPr/>
            </p:nvSpPr>
            <p:spPr>
              <a:xfrm>
                <a:off x="1950148" y="875541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07" name="ph4107"/>
              <p:cNvSpPr/>
              <p:nvPr/>
            </p:nvSpPr>
            <p:spPr>
              <a:xfrm>
                <a:off x="1972932" y="875541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08" name="ph4108"/>
              <p:cNvSpPr/>
              <p:nvPr/>
            </p:nvSpPr>
            <p:spPr>
              <a:xfrm>
                <a:off x="1995717" y="875541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09" name="ph4109"/>
              <p:cNvSpPr/>
              <p:nvPr/>
            </p:nvSpPr>
            <p:spPr>
              <a:xfrm>
                <a:off x="1494456" y="904447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399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399" y="943305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10" name="ph4110"/>
              <p:cNvSpPr/>
              <p:nvPr/>
            </p:nvSpPr>
            <p:spPr>
              <a:xfrm>
                <a:off x="1517241" y="904447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11" name="ph4111"/>
              <p:cNvSpPr/>
              <p:nvPr/>
            </p:nvSpPr>
            <p:spPr>
              <a:xfrm>
                <a:off x="1540025" y="904447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12" name="ph4112"/>
              <p:cNvSpPr/>
              <p:nvPr/>
            </p:nvSpPr>
            <p:spPr>
              <a:xfrm>
                <a:off x="1562810" y="904447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13" name="ph4113"/>
              <p:cNvSpPr/>
              <p:nvPr/>
            </p:nvSpPr>
            <p:spPr>
              <a:xfrm>
                <a:off x="1585595" y="904447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14" name="ph4114"/>
              <p:cNvSpPr/>
              <p:nvPr/>
            </p:nvSpPr>
            <p:spPr>
              <a:xfrm>
                <a:off x="1608379" y="904447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15" name="ph4115"/>
              <p:cNvSpPr/>
              <p:nvPr/>
            </p:nvSpPr>
            <p:spPr>
              <a:xfrm>
                <a:off x="1631164" y="904447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88BA6">
                  <a:alpha val="100000"/>
                </a:srgbClr>
              </a:solidFill>
              <a:ln w="5420" cap="flat">
                <a:solidFill>
                  <a:srgbClr val="388B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16" name="ph4116"/>
              <p:cNvSpPr/>
              <p:nvPr/>
            </p:nvSpPr>
            <p:spPr>
              <a:xfrm>
                <a:off x="1653948" y="904447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17" name="ph4117"/>
              <p:cNvSpPr/>
              <p:nvPr/>
            </p:nvSpPr>
            <p:spPr>
              <a:xfrm>
                <a:off x="1676733" y="904447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88BA6">
                  <a:alpha val="100000"/>
                </a:srgbClr>
              </a:solidFill>
              <a:ln w="5420" cap="flat">
                <a:solidFill>
                  <a:srgbClr val="388B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18" name="ph4118"/>
              <p:cNvSpPr/>
              <p:nvPr/>
            </p:nvSpPr>
            <p:spPr>
              <a:xfrm>
                <a:off x="1699517" y="904447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19" name="ph4119"/>
              <p:cNvSpPr/>
              <p:nvPr/>
            </p:nvSpPr>
            <p:spPr>
              <a:xfrm>
                <a:off x="1722302" y="904447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20" name="ph4120"/>
              <p:cNvSpPr/>
              <p:nvPr/>
            </p:nvSpPr>
            <p:spPr>
              <a:xfrm>
                <a:off x="1745087" y="904447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21" name="ph4121"/>
              <p:cNvSpPr/>
              <p:nvPr/>
            </p:nvSpPr>
            <p:spPr>
              <a:xfrm>
                <a:off x="1859009" y="904447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22" name="ph4122"/>
              <p:cNvSpPr/>
              <p:nvPr/>
            </p:nvSpPr>
            <p:spPr>
              <a:xfrm>
                <a:off x="1881794" y="904447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23" name="ph4123"/>
              <p:cNvSpPr/>
              <p:nvPr/>
            </p:nvSpPr>
            <p:spPr>
              <a:xfrm>
                <a:off x="1904578" y="904447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24" name="ph4124"/>
              <p:cNvSpPr/>
              <p:nvPr/>
            </p:nvSpPr>
            <p:spPr>
              <a:xfrm>
                <a:off x="1927363" y="904447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25" name="ph4125"/>
              <p:cNvSpPr/>
              <p:nvPr/>
            </p:nvSpPr>
            <p:spPr>
              <a:xfrm>
                <a:off x="1950148" y="904447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26" name="ph4126"/>
              <p:cNvSpPr/>
              <p:nvPr/>
            </p:nvSpPr>
            <p:spPr>
              <a:xfrm>
                <a:off x="1972932" y="904447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27" name="ph4127"/>
              <p:cNvSpPr/>
              <p:nvPr/>
            </p:nvSpPr>
            <p:spPr>
              <a:xfrm>
                <a:off x="1995717" y="904447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28" name="ph4128"/>
              <p:cNvSpPr/>
              <p:nvPr/>
            </p:nvSpPr>
            <p:spPr>
              <a:xfrm>
                <a:off x="1448887" y="933353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29" name="ph4129"/>
              <p:cNvSpPr/>
              <p:nvPr/>
            </p:nvSpPr>
            <p:spPr>
              <a:xfrm>
                <a:off x="1471672" y="933353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30" name="ph4130"/>
              <p:cNvSpPr/>
              <p:nvPr/>
            </p:nvSpPr>
            <p:spPr>
              <a:xfrm>
                <a:off x="1494456" y="933353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399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399" y="943305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31" name="ph4131"/>
              <p:cNvSpPr/>
              <p:nvPr/>
            </p:nvSpPr>
            <p:spPr>
              <a:xfrm>
                <a:off x="1517241" y="933353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32" name="ph4132"/>
              <p:cNvSpPr/>
              <p:nvPr/>
            </p:nvSpPr>
            <p:spPr>
              <a:xfrm>
                <a:off x="1540025" y="933353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33" name="ph4133"/>
              <p:cNvSpPr/>
              <p:nvPr/>
            </p:nvSpPr>
            <p:spPr>
              <a:xfrm>
                <a:off x="1562810" y="933353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34" name="ph4134"/>
              <p:cNvSpPr/>
              <p:nvPr/>
            </p:nvSpPr>
            <p:spPr>
              <a:xfrm>
                <a:off x="1585595" y="933353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88BA6">
                  <a:alpha val="100000"/>
                </a:srgbClr>
              </a:solidFill>
              <a:ln w="5420" cap="flat">
                <a:solidFill>
                  <a:srgbClr val="388B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35" name="ph4135"/>
              <p:cNvSpPr/>
              <p:nvPr/>
            </p:nvSpPr>
            <p:spPr>
              <a:xfrm>
                <a:off x="1608379" y="933353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887A6">
                  <a:alpha val="100000"/>
                </a:srgbClr>
              </a:solidFill>
              <a:ln w="5420" cap="flat">
                <a:solidFill>
                  <a:srgbClr val="38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36" name="ph4136"/>
              <p:cNvSpPr/>
              <p:nvPr/>
            </p:nvSpPr>
            <p:spPr>
              <a:xfrm>
                <a:off x="1631164" y="933353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37" name="ph4137"/>
              <p:cNvSpPr/>
              <p:nvPr/>
            </p:nvSpPr>
            <p:spPr>
              <a:xfrm>
                <a:off x="1653948" y="933353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38" name="ph4138"/>
              <p:cNvSpPr/>
              <p:nvPr/>
            </p:nvSpPr>
            <p:spPr>
              <a:xfrm>
                <a:off x="1676733" y="933353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39" name="ph4139"/>
              <p:cNvSpPr/>
              <p:nvPr/>
            </p:nvSpPr>
            <p:spPr>
              <a:xfrm>
                <a:off x="1699517" y="933353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40" name="ph4140"/>
              <p:cNvSpPr/>
              <p:nvPr/>
            </p:nvSpPr>
            <p:spPr>
              <a:xfrm>
                <a:off x="1836225" y="933353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41" name="ph4141"/>
              <p:cNvSpPr/>
              <p:nvPr/>
            </p:nvSpPr>
            <p:spPr>
              <a:xfrm>
                <a:off x="1859009" y="933353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42" name="ph4142"/>
              <p:cNvSpPr/>
              <p:nvPr/>
            </p:nvSpPr>
            <p:spPr>
              <a:xfrm>
                <a:off x="1881794" y="933353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43" name="ph4143"/>
              <p:cNvSpPr/>
              <p:nvPr/>
            </p:nvSpPr>
            <p:spPr>
              <a:xfrm>
                <a:off x="1904578" y="933353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44" name="ph4144"/>
              <p:cNvSpPr/>
              <p:nvPr/>
            </p:nvSpPr>
            <p:spPr>
              <a:xfrm>
                <a:off x="1927363" y="933353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45" name="ph4145"/>
              <p:cNvSpPr/>
              <p:nvPr/>
            </p:nvSpPr>
            <p:spPr>
              <a:xfrm>
                <a:off x="1950148" y="933353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46" name="ph4146"/>
              <p:cNvSpPr/>
              <p:nvPr/>
            </p:nvSpPr>
            <p:spPr>
              <a:xfrm>
                <a:off x="1403318" y="962259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47" name="ph4147"/>
              <p:cNvSpPr/>
              <p:nvPr/>
            </p:nvSpPr>
            <p:spPr>
              <a:xfrm>
                <a:off x="1426103" y="962259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48" name="ph4148"/>
              <p:cNvSpPr/>
              <p:nvPr/>
            </p:nvSpPr>
            <p:spPr>
              <a:xfrm>
                <a:off x="1448887" y="962259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49" name="ph4149"/>
              <p:cNvSpPr/>
              <p:nvPr/>
            </p:nvSpPr>
            <p:spPr>
              <a:xfrm>
                <a:off x="1471672" y="962259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50" name="ph4150"/>
              <p:cNvSpPr/>
              <p:nvPr/>
            </p:nvSpPr>
            <p:spPr>
              <a:xfrm>
                <a:off x="1494456" y="962259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399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399" y="943305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51" name="ph4151"/>
              <p:cNvSpPr/>
              <p:nvPr/>
            </p:nvSpPr>
            <p:spPr>
              <a:xfrm>
                <a:off x="1517241" y="962259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52" name="ph4152"/>
              <p:cNvSpPr/>
              <p:nvPr/>
            </p:nvSpPr>
            <p:spPr>
              <a:xfrm>
                <a:off x="1540025" y="962259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53" name="ph4153"/>
              <p:cNvSpPr/>
              <p:nvPr/>
            </p:nvSpPr>
            <p:spPr>
              <a:xfrm>
                <a:off x="1562810" y="962259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54" name="ph4154"/>
              <p:cNvSpPr/>
              <p:nvPr/>
            </p:nvSpPr>
            <p:spPr>
              <a:xfrm>
                <a:off x="1585595" y="962259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88CA7">
                  <a:alpha val="100000"/>
                </a:srgbClr>
              </a:solidFill>
              <a:ln w="5420" cap="flat">
                <a:solidFill>
                  <a:srgbClr val="38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55" name="ph4155"/>
              <p:cNvSpPr/>
              <p:nvPr/>
            </p:nvSpPr>
            <p:spPr>
              <a:xfrm>
                <a:off x="1608379" y="962259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56" name="ph4156"/>
              <p:cNvSpPr/>
              <p:nvPr/>
            </p:nvSpPr>
            <p:spPr>
              <a:xfrm>
                <a:off x="1631164" y="962259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57" name="ph4157"/>
              <p:cNvSpPr/>
              <p:nvPr/>
            </p:nvSpPr>
            <p:spPr>
              <a:xfrm>
                <a:off x="1653948" y="962259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982A4">
                  <a:alpha val="100000"/>
                </a:srgbClr>
              </a:solidFill>
              <a:ln w="5420" cap="flat">
                <a:solidFill>
                  <a:srgbClr val="3982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58" name="ph4158"/>
              <p:cNvSpPr/>
              <p:nvPr/>
            </p:nvSpPr>
            <p:spPr>
              <a:xfrm>
                <a:off x="1676733" y="962259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59" name="ph4159"/>
              <p:cNvSpPr/>
              <p:nvPr/>
            </p:nvSpPr>
            <p:spPr>
              <a:xfrm>
                <a:off x="1699517" y="962259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60" name="ph4160"/>
              <p:cNvSpPr/>
              <p:nvPr/>
            </p:nvSpPr>
            <p:spPr>
              <a:xfrm>
                <a:off x="1722302" y="962259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799A9">
                  <a:alpha val="100000"/>
                </a:srgbClr>
              </a:solidFill>
              <a:ln w="5420" cap="flat">
                <a:solidFill>
                  <a:srgbClr val="37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61" name="ph4161"/>
              <p:cNvSpPr/>
              <p:nvPr/>
            </p:nvSpPr>
            <p:spPr>
              <a:xfrm>
                <a:off x="1745087" y="962259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62" name="ph4162"/>
              <p:cNvSpPr/>
              <p:nvPr/>
            </p:nvSpPr>
            <p:spPr>
              <a:xfrm>
                <a:off x="1767871" y="962259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63" name="ph4163"/>
              <p:cNvSpPr/>
              <p:nvPr/>
            </p:nvSpPr>
            <p:spPr>
              <a:xfrm>
                <a:off x="1813440" y="962259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64" name="ph4164"/>
              <p:cNvSpPr/>
              <p:nvPr/>
            </p:nvSpPr>
            <p:spPr>
              <a:xfrm>
                <a:off x="1836225" y="962259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65" name="ph4165"/>
              <p:cNvSpPr/>
              <p:nvPr/>
            </p:nvSpPr>
            <p:spPr>
              <a:xfrm>
                <a:off x="1859009" y="962259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66" name="ph4166"/>
              <p:cNvSpPr/>
              <p:nvPr/>
            </p:nvSpPr>
            <p:spPr>
              <a:xfrm>
                <a:off x="1881794" y="962259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67" name="ph4167"/>
              <p:cNvSpPr/>
              <p:nvPr/>
            </p:nvSpPr>
            <p:spPr>
              <a:xfrm>
                <a:off x="1904578" y="962259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68" name="ph4168"/>
              <p:cNvSpPr/>
              <p:nvPr/>
            </p:nvSpPr>
            <p:spPr>
              <a:xfrm>
                <a:off x="1927363" y="962259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69" name="ph4169"/>
              <p:cNvSpPr/>
              <p:nvPr/>
            </p:nvSpPr>
            <p:spPr>
              <a:xfrm>
                <a:off x="1950148" y="962259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70" name="ph4170"/>
              <p:cNvSpPr/>
              <p:nvPr/>
            </p:nvSpPr>
            <p:spPr>
              <a:xfrm>
                <a:off x="1403318" y="991165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71" name="ph4171"/>
              <p:cNvSpPr/>
              <p:nvPr/>
            </p:nvSpPr>
            <p:spPr>
              <a:xfrm>
                <a:off x="1426103" y="991165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72" name="ph4172"/>
              <p:cNvSpPr/>
              <p:nvPr/>
            </p:nvSpPr>
            <p:spPr>
              <a:xfrm>
                <a:off x="1448887" y="991165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73" name="ph4173"/>
              <p:cNvSpPr/>
              <p:nvPr/>
            </p:nvSpPr>
            <p:spPr>
              <a:xfrm>
                <a:off x="1471672" y="991165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74" name="ph4174"/>
              <p:cNvSpPr/>
              <p:nvPr/>
            </p:nvSpPr>
            <p:spPr>
              <a:xfrm>
                <a:off x="1494456" y="991165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399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399" y="943305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75" name="ph4175"/>
              <p:cNvSpPr/>
              <p:nvPr/>
            </p:nvSpPr>
            <p:spPr>
              <a:xfrm>
                <a:off x="1517241" y="991165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596A9">
                  <a:alpha val="100000"/>
                </a:srgbClr>
              </a:solidFill>
              <a:ln w="5420" cap="flat">
                <a:solidFill>
                  <a:srgbClr val="35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76" name="ph4176"/>
              <p:cNvSpPr/>
              <p:nvPr/>
            </p:nvSpPr>
            <p:spPr>
              <a:xfrm>
                <a:off x="1540025" y="991165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77" name="ph4177"/>
              <p:cNvSpPr/>
              <p:nvPr/>
            </p:nvSpPr>
            <p:spPr>
              <a:xfrm>
                <a:off x="1562810" y="991165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78" name="ph4178"/>
              <p:cNvSpPr/>
              <p:nvPr/>
            </p:nvSpPr>
            <p:spPr>
              <a:xfrm>
                <a:off x="1585595" y="991165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79" name="ph4179"/>
              <p:cNvSpPr/>
              <p:nvPr/>
            </p:nvSpPr>
            <p:spPr>
              <a:xfrm>
                <a:off x="1608379" y="991165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88BA6">
                  <a:alpha val="100000"/>
                </a:srgbClr>
              </a:solidFill>
              <a:ln w="5420" cap="flat">
                <a:solidFill>
                  <a:srgbClr val="388B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80" name="ph4180"/>
              <p:cNvSpPr/>
              <p:nvPr/>
            </p:nvSpPr>
            <p:spPr>
              <a:xfrm>
                <a:off x="1631164" y="991165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81" name="ph4181"/>
              <p:cNvSpPr/>
              <p:nvPr/>
            </p:nvSpPr>
            <p:spPr>
              <a:xfrm>
                <a:off x="1653948" y="991165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987A6">
                  <a:alpha val="100000"/>
                </a:srgbClr>
              </a:solidFill>
              <a:ln w="5420" cap="flat">
                <a:solidFill>
                  <a:srgbClr val="39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82" name="ph4182"/>
              <p:cNvSpPr/>
              <p:nvPr/>
            </p:nvSpPr>
            <p:spPr>
              <a:xfrm>
                <a:off x="1676733" y="991165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83" name="ph4183"/>
              <p:cNvSpPr/>
              <p:nvPr/>
            </p:nvSpPr>
            <p:spPr>
              <a:xfrm>
                <a:off x="1699517" y="991165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84" name="ph4184"/>
              <p:cNvSpPr/>
              <p:nvPr/>
            </p:nvSpPr>
            <p:spPr>
              <a:xfrm>
                <a:off x="1722302" y="991165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85" name="ph4185"/>
              <p:cNvSpPr/>
              <p:nvPr/>
            </p:nvSpPr>
            <p:spPr>
              <a:xfrm>
                <a:off x="1745087" y="991165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86" name="ph4186"/>
              <p:cNvSpPr/>
              <p:nvPr/>
            </p:nvSpPr>
            <p:spPr>
              <a:xfrm>
                <a:off x="1767871" y="991165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87" name="ph4187"/>
              <p:cNvSpPr/>
              <p:nvPr/>
            </p:nvSpPr>
            <p:spPr>
              <a:xfrm>
                <a:off x="1790656" y="991165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88" name="ph4188"/>
              <p:cNvSpPr/>
              <p:nvPr/>
            </p:nvSpPr>
            <p:spPr>
              <a:xfrm>
                <a:off x="1813440" y="991165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89" name="ph4189"/>
              <p:cNvSpPr/>
              <p:nvPr/>
            </p:nvSpPr>
            <p:spPr>
              <a:xfrm>
                <a:off x="1836225" y="991165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90" name="ph4190"/>
              <p:cNvSpPr/>
              <p:nvPr/>
            </p:nvSpPr>
            <p:spPr>
              <a:xfrm>
                <a:off x="1859009" y="991165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91" name="ph4191"/>
              <p:cNvSpPr/>
              <p:nvPr/>
            </p:nvSpPr>
            <p:spPr>
              <a:xfrm>
                <a:off x="1881794" y="991165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92" name="ph4192"/>
              <p:cNvSpPr/>
              <p:nvPr/>
            </p:nvSpPr>
            <p:spPr>
              <a:xfrm>
                <a:off x="1904578" y="991165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93" name="ph4193"/>
              <p:cNvSpPr/>
              <p:nvPr/>
            </p:nvSpPr>
            <p:spPr>
              <a:xfrm>
                <a:off x="1927363" y="991165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94" name="ph4194"/>
              <p:cNvSpPr/>
              <p:nvPr/>
            </p:nvSpPr>
            <p:spPr>
              <a:xfrm>
                <a:off x="1403318" y="1020071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399"/>
                    </a:moveTo>
                    <a:lnTo>
                      <a:pt x="937184" y="914399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95" name="ph4195"/>
              <p:cNvSpPr/>
              <p:nvPr/>
            </p:nvSpPr>
            <p:spPr>
              <a:xfrm>
                <a:off x="1426103" y="1020071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399"/>
                    </a:moveTo>
                    <a:lnTo>
                      <a:pt x="937184" y="914399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96" name="ph4196"/>
              <p:cNvSpPr/>
              <p:nvPr/>
            </p:nvSpPr>
            <p:spPr>
              <a:xfrm>
                <a:off x="1448887" y="1020071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399"/>
                    </a:moveTo>
                    <a:lnTo>
                      <a:pt x="937184" y="914399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97" name="ph4197"/>
              <p:cNvSpPr/>
              <p:nvPr/>
            </p:nvSpPr>
            <p:spPr>
              <a:xfrm>
                <a:off x="1471672" y="1020071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399"/>
                    </a:moveTo>
                    <a:lnTo>
                      <a:pt x="937184" y="914399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98" name="ph4198"/>
              <p:cNvSpPr/>
              <p:nvPr/>
            </p:nvSpPr>
            <p:spPr>
              <a:xfrm>
                <a:off x="1494456" y="1020071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399" y="914399"/>
                    </a:moveTo>
                    <a:lnTo>
                      <a:pt x="937184" y="914399"/>
                    </a:lnTo>
                    <a:lnTo>
                      <a:pt x="937184" y="943305"/>
                    </a:lnTo>
                    <a:lnTo>
                      <a:pt x="914399" y="943305"/>
                    </a:lnTo>
                    <a:close/>
                  </a:path>
                </a:pathLst>
              </a:custGeom>
              <a:solidFill>
                <a:srgbClr val="3698A9">
                  <a:alpha val="100000"/>
                </a:srgbClr>
              </a:solidFill>
              <a:ln w="5420" cap="flat">
                <a:solidFill>
                  <a:srgbClr val="36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199" name="ph4199"/>
              <p:cNvSpPr/>
              <p:nvPr/>
            </p:nvSpPr>
            <p:spPr>
              <a:xfrm>
                <a:off x="1517241" y="1020071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399"/>
                    </a:moveTo>
                    <a:lnTo>
                      <a:pt x="937184" y="914399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00" name="ph4200"/>
              <p:cNvSpPr/>
              <p:nvPr/>
            </p:nvSpPr>
            <p:spPr>
              <a:xfrm>
                <a:off x="1540025" y="1020071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399"/>
                    </a:moveTo>
                    <a:lnTo>
                      <a:pt x="937184" y="914399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01" name="ph4201"/>
              <p:cNvSpPr/>
              <p:nvPr/>
            </p:nvSpPr>
            <p:spPr>
              <a:xfrm>
                <a:off x="1562810" y="1020071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399"/>
                    </a:moveTo>
                    <a:lnTo>
                      <a:pt x="937184" y="914399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02" name="ph4202"/>
              <p:cNvSpPr/>
              <p:nvPr/>
            </p:nvSpPr>
            <p:spPr>
              <a:xfrm>
                <a:off x="1585595" y="1020071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399"/>
                    </a:moveTo>
                    <a:lnTo>
                      <a:pt x="937184" y="914399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03" name="ph4203"/>
              <p:cNvSpPr/>
              <p:nvPr/>
            </p:nvSpPr>
            <p:spPr>
              <a:xfrm>
                <a:off x="1608379" y="1020071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399"/>
                    </a:moveTo>
                    <a:lnTo>
                      <a:pt x="937184" y="914399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04" name="ph4204"/>
              <p:cNvSpPr/>
              <p:nvPr/>
            </p:nvSpPr>
            <p:spPr>
              <a:xfrm>
                <a:off x="1631164" y="1020071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399"/>
                    </a:moveTo>
                    <a:lnTo>
                      <a:pt x="937184" y="914399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05" name="ph4205"/>
              <p:cNvSpPr/>
              <p:nvPr/>
            </p:nvSpPr>
            <p:spPr>
              <a:xfrm>
                <a:off x="1653948" y="1020071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399"/>
                    </a:moveTo>
                    <a:lnTo>
                      <a:pt x="937184" y="914399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06" name="ph4206"/>
              <p:cNvSpPr/>
              <p:nvPr/>
            </p:nvSpPr>
            <p:spPr>
              <a:xfrm>
                <a:off x="1676733" y="1020071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399"/>
                    </a:moveTo>
                    <a:lnTo>
                      <a:pt x="937184" y="914399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07" name="ph4207"/>
              <p:cNvSpPr/>
              <p:nvPr/>
            </p:nvSpPr>
            <p:spPr>
              <a:xfrm>
                <a:off x="1699517" y="1020071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399"/>
                    </a:moveTo>
                    <a:lnTo>
                      <a:pt x="937184" y="914399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08" name="ph4208"/>
              <p:cNvSpPr/>
              <p:nvPr/>
            </p:nvSpPr>
            <p:spPr>
              <a:xfrm>
                <a:off x="1722302" y="1020071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399"/>
                    </a:moveTo>
                    <a:lnTo>
                      <a:pt x="937184" y="914399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09" name="ph4209"/>
              <p:cNvSpPr/>
              <p:nvPr/>
            </p:nvSpPr>
            <p:spPr>
              <a:xfrm>
                <a:off x="1745087" y="1020071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399"/>
                    </a:moveTo>
                    <a:lnTo>
                      <a:pt x="937184" y="914399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10" name="ph4210"/>
              <p:cNvSpPr/>
              <p:nvPr/>
            </p:nvSpPr>
            <p:spPr>
              <a:xfrm>
                <a:off x="1767871" y="1020071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399"/>
                    </a:moveTo>
                    <a:lnTo>
                      <a:pt x="937184" y="914399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11" name="ph4211"/>
              <p:cNvSpPr/>
              <p:nvPr/>
            </p:nvSpPr>
            <p:spPr>
              <a:xfrm>
                <a:off x="1790656" y="1020071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399"/>
                    </a:moveTo>
                    <a:lnTo>
                      <a:pt x="937184" y="914399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12" name="ph4212"/>
              <p:cNvSpPr/>
              <p:nvPr/>
            </p:nvSpPr>
            <p:spPr>
              <a:xfrm>
                <a:off x="1813440" y="1020071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399"/>
                    </a:moveTo>
                    <a:lnTo>
                      <a:pt x="937184" y="914399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13" name="ph4213"/>
              <p:cNvSpPr/>
              <p:nvPr/>
            </p:nvSpPr>
            <p:spPr>
              <a:xfrm>
                <a:off x="1836225" y="1020071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399"/>
                    </a:moveTo>
                    <a:lnTo>
                      <a:pt x="937184" y="914399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14" name="ph4214"/>
              <p:cNvSpPr/>
              <p:nvPr/>
            </p:nvSpPr>
            <p:spPr>
              <a:xfrm>
                <a:off x="1859009" y="1020071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399"/>
                    </a:moveTo>
                    <a:lnTo>
                      <a:pt x="937184" y="914399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15" name="ph4215"/>
              <p:cNvSpPr/>
              <p:nvPr/>
            </p:nvSpPr>
            <p:spPr>
              <a:xfrm>
                <a:off x="1881794" y="1020071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399"/>
                    </a:moveTo>
                    <a:lnTo>
                      <a:pt x="937184" y="914399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4FB4AB">
                  <a:alpha val="100000"/>
                </a:srgbClr>
              </a:solidFill>
              <a:ln w="5420" cap="flat">
                <a:solidFill>
                  <a:srgbClr val="4F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16" name="ph4216"/>
              <p:cNvSpPr/>
              <p:nvPr/>
            </p:nvSpPr>
            <p:spPr>
              <a:xfrm>
                <a:off x="1904578" y="1020071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399"/>
                    </a:moveTo>
                    <a:lnTo>
                      <a:pt x="937184" y="914399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17" name="ph4217"/>
              <p:cNvSpPr/>
              <p:nvPr/>
            </p:nvSpPr>
            <p:spPr>
              <a:xfrm>
                <a:off x="1334964" y="1048977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18" name="ph4218"/>
              <p:cNvSpPr/>
              <p:nvPr/>
            </p:nvSpPr>
            <p:spPr>
              <a:xfrm>
                <a:off x="1357749" y="1048977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19" name="ph4219"/>
              <p:cNvSpPr/>
              <p:nvPr/>
            </p:nvSpPr>
            <p:spPr>
              <a:xfrm>
                <a:off x="1403318" y="1048977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20" name="ph4220"/>
              <p:cNvSpPr/>
              <p:nvPr/>
            </p:nvSpPr>
            <p:spPr>
              <a:xfrm>
                <a:off x="1426103" y="1048977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21" name="ph4221"/>
              <p:cNvSpPr/>
              <p:nvPr/>
            </p:nvSpPr>
            <p:spPr>
              <a:xfrm>
                <a:off x="1448887" y="1048977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22" name="ph4222"/>
              <p:cNvSpPr/>
              <p:nvPr/>
            </p:nvSpPr>
            <p:spPr>
              <a:xfrm>
                <a:off x="1471672" y="1048977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23" name="ph4223"/>
              <p:cNvSpPr/>
              <p:nvPr/>
            </p:nvSpPr>
            <p:spPr>
              <a:xfrm>
                <a:off x="1494456" y="1048977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399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399" y="943305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24" name="ph4224"/>
              <p:cNvSpPr/>
              <p:nvPr/>
            </p:nvSpPr>
            <p:spPr>
              <a:xfrm>
                <a:off x="1517241" y="1048977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25" name="ph4225"/>
              <p:cNvSpPr/>
              <p:nvPr/>
            </p:nvSpPr>
            <p:spPr>
              <a:xfrm>
                <a:off x="1540025" y="1048977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26" name="ph4226"/>
              <p:cNvSpPr/>
              <p:nvPr/>
            </p:nvSpPr>
            <p:spPr>
              <a:xfrm>
                <a:off x="1562810" y="1048977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597A9">
                  <a:alpha val="100000"/>
                </a:srgbClr>
              </a:solidFill>
              <a:ln w="5420" cap="flat">
                <a:solidFill>
                  <a:srgbClr val="35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27" name="ph4227"/>
              <p:cNvSpPr/>
              <p:nvPr/>
            </p:nvSpPr>
            <p:spPr>
              <a:xfrm>
                <a:off x="1631164" y="1048977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28" name="ph4228"/>
              <p:cNvSpPr/>
              <p:nvPr/>
            </p:nvSpPr>
            <p:spPr>
              <a:xfrm>
                <a:off x="1653948" y="1048977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29" name="ph4229"/>
              <p:cNvSpPr/>
              <p:nvPr/>
            </p:nvSpPr>
            <p:spPr>
              <a:xfrm>
                <a:off x="1676733" y="1048977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30" name="ph4230"/>
              <p:cNvSpPr/>
              <p:nvPr/>
            </p:nvSpPr>
            <p:spPr>
              <a:xfrm>
                <a:off x="1699517" y="1048977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31" name="ph4231"/>
              <p:cNvSpPr/>
              <p:nvPr/>
            </p:nvSpPr>
            <p:spPr>
              <a:xfrm>
                <a:off x="1722302" y="1048977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32" name="ph4232"/>
              <p:cNvSpPr/>
              <p:nvPr/>
            </p:nvSpPr>
            <p:spPr>
              <a:xfrm>
                <a:off x="1745087" y="1048977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33" name="ph4233"/>
              <p:cNvSpPr/>
              <p:nvPr/>
            </p:nvSpPr>
            <p:spPr>
              <a:xfrm>
                <a:off x="1767871" y="1048977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34" name="ph4234"/>
              <p:cNvSpPr/>
              <p:nvPr/>
            </p:nvSpPr>
            <p:spPr>
              <a:xfrm>
                <a:off x="1790656" y="1048977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35" name="ph4235"/>
              <p:cNvSpPr/>
              <p:nvPr/>
            </p:nvSpPr>
            <p:spPr>
              <a:xfrm>
                <a:off x="1813440" y="1048977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36" name="ph4236"/>
              <p:cNvSpPr/>
              <p:nvPr/>
            </p:nvSpPr>
            <p:spPr>
              <a:xfrm>
                <a:off x="1836225" y="1048977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37" name="ph4237"/>
              <p:cNvSpPr/>
              <p:nvPr/>
            </p:nvSpPr>
            <p:spPr>
              <a:xfrm>
                <a:off x="1859009" y="1048977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38" name="ph4238"/>
              <p:cNvSpPr/>
              <p:nvPr/>
            </p:nvSpPr>
            <p:spPr>
              <a:xfrm>
                <a:off x="1881794" y="1048977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39" name="ph4239"/>
              <p:cNvSpPr/>
              <p:nvPr/>
            </p:nvSpPr>
            <p:spPr>
              <a:xfrm>
                <a:off x="1312180" y="1077883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40" name="ph4240"/>
              <p:cNvSpPr/>
              <p:nvPr/>
            </p:nvSpPr>
            <p:spPr>
              <a:xfrm>
                <a:off x="1334964" y="1077883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41" name="ph4241"/>
              <p:cNvSpPr/>
              <p:nvPr/>
            </p:nvSpPr>
            <p:spPr>
              <a:xfrm>
                <a:off x="1357749" y="1077883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42" name="ph4242"/>
              <p:cNvSpPr/>
              <p:nvPr/>
            </p:nvSpPr>
            <p:spPr>
              <a:xfrm>
                <a:off x="1380534" y="1077883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43" name="ph4243"/>
              <p:cNvSpPr/>
              <p:nvPr/>
            </p:nvSpPr>
            <p:spPr>
              <a:xfrm>
                <a:off x="1403318" y="1077883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44" name="ph4244"/>
              <p:cNvSpPr/>
              <p:nvPr/>
            </p:nvSpPr>
            <p:spPr>
              <a:xfrm>
                <a:off x="1426103" y="1077883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45" name="ph4245"/>
              <p:cNvSpPr/>
              <p:nvPr/>
            </p:nvSpPr>
            <p:spPr>
              <a:xfrm>
                <a:off x="1448887" y="1077883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46" name="ph4246"/>
              <p:cNvSpPr/>
              <p:nvPr/>
            </p:nvSpPr>
            <p:spPr>
              <a:xfrm>
                <a:off x="1471672" y="1077883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47" name="ph4247"/>
              <p:cNvSpPr/>
              <p:nvPr/>
            </p:nvSpPr>
            <p:spPr>
              <a:xfrm>
                <a:off x="1494456" y="1077883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399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399" y="943305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48" name="ph4248"/>
              <p:cNvSpPr/>
              <p:nvPr/>
            </p:nvSpPr>
            <p:spPr>
              <a:xfrm>
                <a:off x="1517241" y="1077883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49" name="ph4249"/>
              <p:cNvSpPr/>
              <p:nvPr/>
            </p:nvSpPr>
            <p:spPr>
              <a:xfrm>
                <a:off x="1540025" y="1077883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50" name="ph4250"/>
              <p:cNvSpPr/>
              <p:nvPr/>
            </p:nvSpPr>
            <p:spPr>
              <a:xfrm>
                <a:off x="1562810" y="1077883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51" name="ph4251"/>
              <p:cNvSpPr/>
              <p:nvPr/>
            </p:nvSpPr>
            <p:spPr>
              <a:xfrm>
                <a:off x="1653948" y="1077883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52" name="ph4252"/>
              <p:cNvSpPr/>
              <p:nvPr/>
            </p:nvSpPr>
            <p:spPr>
              <a:xfrm>
                <a:off x="1676733" y="1077883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53" name="ph4253"/>
              <p:cNvSpPr/>
              <p:nvPr/>
            </p:nvSpPr>
            <p:spPr>
              <a:xfrm>
                <a:off x="1699517" y="1077883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54" name="ph4254"/>
              <p:cNvSpPr/>
              <p:nvPr/>
            </p:nvSpPr>
            <p:spPr>
              <a:xfrm>
                <a:off x="1722302" y="1077883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55" name="ph4255"/>
              <p:cNvSpPr/>
              <p:nvPr/>
            </p:nvSpPr>
            <p:spPr>
              <a:xfrm>
                <a:off x="1745087" y="1077883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7BFAB">
                  <a:alpha val="100000"/>
                </a:srgbClr>
              </a:solidFill>
              <a:ln w="5420" cap="flat">
                <a:solidFill>
                  <a:srgbClr val="57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56" name="ph4256"/>
              <p:cNvSpPr/>
              <p:nvPr/>
            </p:nvSpPr>
            <p:spPr>
              <a:xfrm>
                <a:off x="1767871" y="1077883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57" name="ph4257"/>
              <p:cNvSpPr/>
              <p:nvPr/>
            </p:nvSpPr>
            <p:spPr>
              <a:xfrm>
                <a:off x="1790656" y="1077883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58" name="ph4258"/>
              <p:cNvSpPr/>
              <p:nvPr/>
            </p:nvSpPr>
            <p:spPr>
              <a:xfrm>
                <a:off x="1813440" y="1077883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59" name="ph4259"/>
              <p:cNvSpPr/>
              <p:nvPr/>
            </p:nvSpPr>
            <p:spPr>
              <a:xfrm>
                <a:off x="1836225" y="1077883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60" name="ph4260"/>
              <p:cNvSpPr/>
              <p:nvPr/>
            </p:nvSpPr>
            <p:spPr>
              <a:xfrm>
                <a:off x="1859009" y="1077883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61" name="ph4261"/>
              <p:cNvSpPr/>
              <p:nvPr/>
            </p:nvSpPr>
            <p:spPr>
              <a:xfrm>
                <a:off x="1289395" y="1106789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62" name="ph4262"/>
              <p:cNvSpPr/>
              <p:nvPr/>
            </p:nvSpPr>
            <p:spPr>
              <a:xfrm>
                <a:off x="1312180" y="1106789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63" name="ph4263"/>
              <p:cNvSpPr/>
              <p:nvPr/>
            </p:nvSpPr>
            <p:spPr>
              <a:xfrm>
                <a:off x="1334964" y="1106789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64" name="ph4264"/>
              <p:cNvSpPr/>
              <p:nvPr/>
            </p:nvSpPr>
            <p:spPr>
              <a:xfrm>
                <a:off x="1357749" y="1106789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65" name="ph4265"/>
              <p:cNvSpPr/>
              <p:nvPr/>
            </p:nvSpPr>
            <p:spPr>
              <a:xfrm>
                <a:off x="1380534" y="1106789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66" name="ph4266"/>
              <p:cNvSpPr/>
              <p:nvPr/>
            </p:nvSpPr>
            <p:spPr>
              <a:xfrm>
                <a:off x="1403318" y="1106789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67" name="ph4267"/>
              <p:cNvSpPr/>
              <p:nvPr/>
            </p:nvSpPr>
            <p:spPr>
              <a:xfrm>
                <a:off x="1426103" y="1106789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68" name="ph4268"/>
              <p:cNvSpPr/>
              <p:nvPr/>
            </p:nvSpPr>
            <p:spPr>
              <a:xfrm>
                <a:off x="1448887" y="1106789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69" name="ph4269"/>
              <p:cNvSpPr/>
              <p:nvPr/>
            </p:nvSpPr>
            <p:spPr>
              <a:xfrm>
                <a:off x="1471672" y="1106789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70" name="ph4270"/>
              <p:cNvSpPr/>
              <p:nvPr/>
            </p:nvSpPr>
            <p:spPr>
              <a:xfrm>
                <a:off x="1494456" y="1106789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399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399" y="943305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71" name="ph4271"/>
              <p:cNvSpPr/>
              <p:nvPr/>
            </p:nvSpPr>
            <p:spPr>
              <a:xfrm>
                <a:off x="1517241" y="1106789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72" name="ph4272"/>
              <p:cNvSpPr/>
              <p:nvPr/>
            </p:nvSpPr>
            <p:spPr>
              <a:xfrm>
                <a:off x="1540025" y="1106789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73" name="ph4273"/>
              <p:cNvSpPr/>
              <p:nvPr/>
            </p:nvSpPr>
            <p:spPr>
              <a:xfrm>
                <a:off x="1562810" y="1106789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74" name="ph4274"/>
              <p:cNvSpPr/>
              <p:nvPr/>
            </p:nvSpPr>
            <p:spPr>
              <a:xfrm>
                <a:off x="1653948" y="1106789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75" name="ph4275"/>
              <p:cNvSpPr/>
              <p:nvPr/>
            </p:nvSpPr>
            <p:spPr>
              <a:xfrm>
                <a:off x="1676733" y="1106789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76" name="ph4276"/>
              <p:cNvSpPr/>
              <p:nvPr/>
            </p:nvSpPr>
            <p:spPr>
              <a:xfrm>
                <a:off x="1699517" y="1106789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77" name="ph4277"/>
              <p:cNvSpPr/>
              <p:nvPr/>
            </p:nvSpPr>
            <p:spPr>
              <a:xfrm>
                <a:off x="1722302" y="1106789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78" name="ph4278"/>
              <p:cNvSpPr/>
              <p:nvPr/>
            </p:nvSpPr>
            <p:spPr>
              <a:xfrm>
                <a:off x="1745087" y="1106789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79" name="ph4279"/>
              <p:cNvSpPr/>
              <p:nvPr/>
            </p:nvSpPr>
            <p:spPr>
              <a:xfrm>
                <a:off x="1767871" y="1106789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80" name="ph4280"/>
              <p:cNvSpPr/>
              <p:nvPr/>
            </p:nvSpPr>
            <p:spPr>
              <a:xfrm>
                <a:off x="1790656" y="1106789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81" name="ph4281"/>
              <p:cNvSpPr/>
              <p:nvPr/>
            </p:nvSpPr>
            <p:spPr>
              <a:xfrm>
                <a:off x="1813440" y="1106789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82" name="ph4282"/>
              <p:cNvSpPr/>
              <p:nvPr/>
            </p:nvSpPr>
            <p:spPr>
              <a:xfrm>
                <a:off x="1836225" y="1106789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83" name="ph4283"/>
              <p:cNvSpPr/>
              <p:nvPr/>
            </p:nvSpPr>
            <p:spPr>
              <a:xfrm>
                <a:off x="1266611" y="1135694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84" name="ph4284"/>
              <p:cNvSpPr/>
              <p:nvPr/>
            </p:nvSpPr>
            <p:spPr>
              <a:xfrm>
                <a:off x="1289395" y="1135694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85" name="ph4285"/>
              <p:cNvSpPr/>
              <p:nvPr/>
            </p:nvSpPr>
            <p:spPr>
              <a:xfrm>
                <a:off x="1312180" y="1135694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86" name="ph4286"/>
              <p:cNvSpPr/>
              <p:nvPr/>
            </p:nvSpPr>
            <p:spPr>
              <a:xfrm>
                <a:off x="1334964" y="1135694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87" name="ph4287"/>
              <p:cNvSpPr/>
              <p:nvPr/>
            </p:nvSpPr>
            <p:spPr>
              <a:xfrm>
                <a:off x="1357749" y="1135694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88" name="ph4288"/>
              <p:cNvSpPr/>
              <p:nvPr/>
            </p:nvSpPr>
            <p:spPr>
              <a:xfrm>
                <a:off x="1380534" y="1135694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89" name="ph4289"/>
              <p:cNvSpPr/>
              <p:nvPr/>
            </p:nvSpPr>
            <p:spPr>
              <a:xfrm>
                <a:off x="1403318" y="1135694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90" name="ph4290"/>
              <p:cNvSpPr/>
              <p:nvPr/>
            </p:nvSpPr>
            <p:spPr>
              <a:xfrm>
                <a:off x="1426103" y="1135694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91" name="ph4291"/>
              <p:cNvSpPr/>
              <p:nvPr/>
            </p:nvSpPr>
            <p:spPr>
              <a:xfrm>
                <a:off x="1448887" y="1135694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92" name="ph4292"/>
              <p:cNvSpPr/>
              <p:nvPr/>
            </p:nvSpPr>
            <p:spPr>
              <a:xfrm>
                <a:off x="1471672" y="1135694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93" name="ph4293"/>
              <p:cNvSpPr/>
              <p:nvPr/>
            </p:nvSpPr>
            <p:spPr>
              <a:xfrm>
                <a:off x="1494456" y="1135694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399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399" y="943305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94" name="ph4294"/>
              <p:cNvSpPr/>
              <p:nvPr/>
            </p:nvSpPr>
            <p:spPr>
              <a:xfrm>
                <a:off x="1517241" y="1135694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95" name="ph4295"/>
              <p:cNvSpPr/>
              <p:nvPr/>
            </p:nvSpPr>
            <p:spPr>
              <a:xfrm>
                <a:off x="1540025" y="1135694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96" name="ph4296"/>
              <p:cNvSpPr/>
              <p:nvPr/>
            </p:nvSpPr>
            <p:spPr>
              <a:xfrm>
                <a:off x="1562810" y="1135694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97" name="ph4297"/>
              <p:cNvSpPr/>
              <p:nvPr/>
            </p:nvSpPr>
            <p:spPr>
              <a:xfrm>
                <a:off x="1585595" y="1135694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98" name="ph4298"/>
              <p:cNvSpPr/>
              <p:nvPr/>
            </p:nvSpPr>
            <p:spPr>
              <a:xfrm>
                <a:off x="1676733" y="1135694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299" name="ph4299"/>
              <p:cNvSpPr/>
              <p:nvPr/>
            </p:nvSpPr>
            <p:spPr>
              <a:xfrm>
                <a:off x="1699517" y="1135694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00" name="ph4300"/>
              <p:cNvSpPr/>
              <p:nvPr/>
            </p:nvSpPr>
            <p:spPr>
              <a:xfrm>
                <a:off x="1722302" y="1135694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01" name="ph4301"/>
              <p:cNvSpPr/>
              <p:nvPr/>
            </p:nvSpPr>
            <p:spPr>
              <a:xfrm>
                <a:off x="1745087" y="1135694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4FB6AB">
                  <a:alpha val="100000"/>
                </a:srgbClr>
              </a:solidFill>
              <a:ln w="5420" cap="flat">
                <a:solidFill>
                  <a:srgbClr val="4F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02" name="ph4302"/>
              <p:cNvSpPr/>
              <p:nvPr/>
            </p:nvSpPr>
            <p:spPr>
              <a:xfrm>
                <a:off x="1767871" y="1135694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03" name="ph4303"/>
              <p:cNvSpPr/>
              <p:nvPr/>
            </p:nvSpPr>
            <p:spPr>
              <a:xfrm>
                <a:off x="1790656" y="1135694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04" name="ph4304"/>
              <p:cNvSpPr/>
              <p:nvPr/>
            </p:nvSpPr>
            <p:spPr>
              <a:xfrm>
                <a:off x="1813440" y="1135694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05" name="ph4305"/>
              <p:cNvSpPr/>
              <p:nvPr/>
            </p:nvSpPr>
            <p:spPr>
              <a:xfrm>
                <a:off x="1266611" y="1164600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06" name="ph4306"/>
              <p:cNvSpPr/>
              <p:nvPr/>
            </p:nvSpPr>
            <p:spPr>
              <a:xfrm>
                <a:off x="1289395" y="1164600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07" name="ph4307"/>
              <p:cNvSpPr/>
              <p:nvPr/>
            </p:nvSpPr>
            <p:spPr>
              <a:xfrm>
                <a:off x="1312180" y="1164600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08" name="ph4308"/>
              <p:cNvSpPr/>
              <p:nvPr/>
            </p:nvSpPr>
            <p:spPr>
              <a:xfrm>
                <a:off x="1334964" y="1164600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09" name="ph4309"/>
              <p:cNvSpPr/>
              <p:nvPr/>
            </p:nvSpPr>
            <p:spPr>
              <a:xfrm>
                <a:off x="1357749" y="1164600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10" name="ph4310"/>
              <p:cNvSpPr/>
              <p:nvPr/>
            </p:nvSpPr>
            <p:spPr>
              <a:xfrm>
                <a:off x="1380534" y="1164600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11" name="ph4311"/>
              <p:cNvSpPr/>
              <p:nvPr/>
            </p:nvSpPr>
            <p:spPr>
              <a:xfrm>
                <a:off x="1403318" y="1164600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698A9">
                  <a:alpha val="100000"/>
                </a:srgbClr>
              </a:solidFill>
              <a:ln w="5420" cap="flat">
                <a:solidFill>
                  <a:srgbClr val="36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12" name="ph4312"/>
              <p:cNvSpPr/>
              <p:nvPr/>
            </p:nvSpPr>
            <p:spPr>
              <a:xfrm>
                <a:off x="1426103" y="1164600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13" name="ph4313"/>
              <p:cNvSpPr/>
              <p:nvPr/>
            </p:nvSpPr>
            <p:spPr>
              <a:xfrm>
                <a:off x="1448887" y="1164600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14" name="ph4314"/>
              <p:cNvSpPr/>
              <p:nvPr/>
            </p:nvSpPr>
            <p:spPr>
              <a:xfrm>
                <a:off x="1471672" y="1164600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15" name="ph4315"/>
              <p:cNvSpPr/>
              <p:nvPr/>
            </p:nvSpPr>
            <p:spPr>
              <a:xfrm>
                <a:off x="1494456" y="1164600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399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399" y="943305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16" name="ph4316"/>
              <p:cNvSpPr/>
              <p:nvPr/>
            </p:nvSpPr>
            <p:spPr>
              <a:xfrm>
                <a:off x="1517241" y="1164600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17" name="ph4317"/>
              <p:cNvSpPr/>
              <p:nvPr/>
            </p:nvSpPr>
            <p:spPr>
              <a:xfrm>
                <a:off x="1540025" y="1164600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18" name="ph4318"/>
              <p:cNvSpPr/>
              <p:nvPr/>
            </p:nvSpPr>
            <p:spPr>
              <a:xfrm>
                <a:off x="1562810" y="1164600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19" name="ph4319"/>
              <p:cNvSpPr/>
              <p:nvPr/>
            </p:nvSpPr>
            <p:spPr>
              <a:xfrm>
                <a:off x="1585595" y="1164600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20" name="ph4320"/>
              <p:cNvSpPr/>
              <p:nvPr/>
            </p:nvSpPr>
            <p:spPr>
              <a:xfrm>
                <a:off x="1676733" y="1164600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21" name="ph4321"/>
              <p:cNvSpPr/>
              <p:nvPr/>
            </p:nvSpPr>
            <p:spPr>
              <a:xfrm>
                <a:off x="1699517" y="1164600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22" name="ph4322"/>
              <p:cNvSpPr/>
              <p:nvPr/>
            </p:nvSpPr>
            <p:spPr>
              <a:xfrm>
                <a:off x="1722302" y="1164600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23" name="ph4323"/>
              <p:cNvSpPr/>
              <p:nvPr/>
            </p:nvSpPr>
            <p:spPr>
              <a:xfrm>
                <a:off x="1745087" y="1164600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24" name="ph4324"/>
              <p:cNvSpPr/>
              <p:nvPr/>
            </p:nvSpPr>
            <p:spPr>
              <a:xfrm>
                <a:off x="1767871" y="1164600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25" name="ph4325"/>
              <p:cNvSpPr/>
              <p:nvPr/>
            </p:nvSpPr>
            <p:spPr>
              <a:xfrm>
                <a:off x="1790656" y="1164600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26" name="ph4326"/>
              <p:cNvSpPr/>
              <p:nvPr/>
            </p:nvSpPr>
            <p:spPr>
              <a:xfrm>
                <a:off x="1243826" y="1193506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27" name="ph4327"/>
              <p:cNvSpPr/>
              <p:nvPr/>
            </p:nvSpPr>
            <p:spPr>
              <a:xfrm>
                <a:off x="1266611" y="1193506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28" name="ph4328"/>
              <p:cNvSpPr/>
              <p:nvPr/>
            </p:nvSpPr>
            <p:spPr>
              <a:xfrm>
                <a:off x="1289395" y="1193506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29" name="ph4329"/>
              <p:cNvSpPr/>
              <p:nvPr/>
            </p:nvSpPr>
            <p:spPr>
              <a:xfrm>
                <a:off x="1312180" y="1193506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30" name="ph4330"/>
              <p:cNvSpPr/>
              <p:nvPr/>
            </p:nvSpPr>
            <p:spPr>
              <a:xfrm>
                <a:off x="1334964" y="1193506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31" name="ph4331"/>
              <p:cNvSpPr/>
              <p:nvPr/>
            </p:nvSpPr>
            <p:spPr>
              <a:xfrm>
                <a:off x="1357749" y="1193506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596A9">
                  <a:alpha val="100000"/>
                </a:srgbClr>
              </a:solidFill>
              <a:ln w="5420" cap="flat">
                <a:solidFill>
                  <a:srgbClr val="35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32" name="ph4332"/>
              <p:cNvSpPr/>
              <p:nvPr/>
            </p:nvSpPr>
            <p:spPr>
              <a:xfrm>
                <a:off x="1380534" y="1193506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33" name="ph4333"/>
              <p:cNvSpPr/>
              <p:nvPr/>
            </p:nvSpPr>
            <p:spPr>
              <a:xfrm>
                <a:off x="1403318" y="1193506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34" name="ph4334"/>
              <p:cNvSpPr/>
              <p:nvPr/>
            </p:nvSpPr>
            <p:spPr>
              <a:xfrm>
                <a:off x="1426103" y="1193506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35" name="ph4335"/>
              <p:cNvSpPr/>
              <p:nvPr/>
            </p:nvSpPr>
            <p:spPr>
              <a:xfrm>
                <a:off x="1448887" y="1193506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36" name="ph4336"/>
              <p:cNvSpPr/>
              <p:nvPr/>
            </p:nvSpPr>
            <p:spPr>
              <a:xfrm>
                <a:off x="1471672" y="1193506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37" name="ph4337"/>
              <p:cNvSpPr/>
              <p:nvPr/>
            </p:nvSpPr>
            <p:spPr>
              <a:xfrm>
                <a:off x="1494456" y="1193506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399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399" y="943305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38" name="ph4338"/>
              <p:cNvSpPr/>
              <p:nvPr/>
            </p:nvSpPr>
            <p:spPr>
              <a:xfrm>
                <a:off x="1517241" y="1193506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39" name="ph4339"/>
              <p:cNvSpPr/>
              <p:nvPr/>
            </p:nvSpPr>
            <p:spPr>
              <a:xfrm>
                <a:off x="1540025" y="1193506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40" name="ph4340"/>
              <p:cNvSpPr/>
              <p:nvPr/>
            </p:nvSpPr>
            <p:spPr>
              <a:xfrm>
                <a:off x="1562810" y="1193506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41" name="ph4341"/>
              <p:cNvSpPr/>
              <p:nvPr/>
            </p:nvSpPr>
            <p:spPr>
              <a:xfrm>
                <a:off x="1585595" y="1193506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42" name="ph4342"/>
              <p:cNvSpPr/>
              <p:nvPr/>
            </p:nvSpPr>
            <p:spPr>
              <a:xfrm>
                <a:off x="1608379" y="1193506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43" name="ph4343"/>
              <p:cNvSpPr/>
              <p:nvPr/>
            </p:nvSpPr>
            <p:spPr>
              <a:xfrm>
                <a:off x="1676733" y="1193506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44" name="ph4344"/>
              <p:cNvSpPr/>
              <p:nvPr/>
            </p:nvSpPr>
            <p:spPr>
              <a:xfrm>
                <a:off x="1699517" y="1193506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45" name="ph4345"/>
              <p:cNvSpPr/>
              <p:nvPr/>
            </p:nvSpPr>
            <p:spPr>
              <a:xfrm>
                <a:off x="1722302" y="1193506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47AAAA">
                  <a:alpha val="100000"/>
                </a:srgbClr>
              </a:solidFill>
              <a:ln w="5420" cap="flat">
                <a:solidFill>
                  <a:srgbClr val="47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46" name="ph4346"/>
              <p:cNvSpPr/>
              <p:nvPr/>
            </p:nvSpPr>
            <p:spPr>
              <a:xfrm>
                <a:off x="1745087" y="1193506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47" name="ph4347"/>
              <p:cNvSpPr/>
              <p:nvPr/>
            </p:nvSpPr>
            <p:spPr>
              <a:xfrm>
                <a:off x="1767871" y="1193506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48" name="ph4348"/>
              <p:cNvSpPr/>
              <p:nvPr/>
            </p:nvSpPr>
            <p:spPr>
              <a:xfrm>
                <a:off x="1790656" y="1193506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49" name="ph4349"/>
              <p:cNvSpPr/>
              <p:nvPr/>
            </p:nvSpPr>
            <p:spPr>
              <a:xfrm>
                <a:off x="1243826" y="1222412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50" name="ph4350"/>
              <p:cNvSpPr/>
              <p:nvPr/>
            </p:nvSpPr>
            <p:spPr>
              <a:xfrm>
                <a:off x="1266611" y="1222412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51" name="ph4351"/>
              <p:cNvSpPr/>
              <p:nvPr/>
            </p:nvSpPr>
            <p:spPr>
              <a:xfrm>
                <a:off x="1289395" y="1222412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596A9">
                  <a:alpha val="100000"/>
                </a:srgbClr>
              </a:solidFill>
              <a:ln w="5420" cap="flat">
                <a:solidFill>
                  <a:srgbClr val="35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52" name="ph4352"/>
              <p:cNvSpPr/>
              <p:nvPr/>
            </p:nvSpPr>
            <p:spPr>
              <a:xfrm>
                <a:off x="1312180" y="1222412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53" name="ph4353"/>
              <p:cNvSpPr/>
              <p:nvPr/>
            </p:nvSpPr>
            <p:spPr>
              <a:xfrm>
                <a:off x="1334964" y="1222412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54" name="ph4354"/>
              <p:cNvSpPr/>
              <p:nvPr/>
            </p:nvSpPr>
            <p:spPr>
              <a:xfrm>
                <a:off x="1357749" y="1222412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55" name="ph4355"/>
              <p:cNvSpPr/>
              <p:nvPr/>
            </p:nvSpPr>
            <p:spPr>
              <a:xfrm>
                <a:off x="1380534" y="1222412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56" name="ph4356"/>
              <p:cNvSpPr/>
              <p:nvPr/>
            </p:nvSpPr>
            <p:spPr>
              <a:xfrm>
                <a:off x="1403318" y="1222412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57" name="ph4357"/>
              <p:cNvSpPr/>
              <p:nvPr/>
            </p:nvSpPr>
            <p:spPr>
              <a:xfrm>
                <a:off x="1426103" y="1222412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58" name="ph4358"/>
              <p:cNvSpPr/>
              <p:nvPr/>
            </p:nvSpPr>
            <p:spPr>
              <a:xfrm>
                <a:off x="1448887" y="1222412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59" name="ph4359"/>
              <p:cNvSpPr/>
              <p:nvPr/>
            </p:nvSpPr>
            <p:spPr>
              <a:xfrm>
                <a:off x="1471672" y="1222412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60" name="ph4360"/>
              <p:cNvSpPr/>
              <p:nvPr/>
            </p:nvSpPr>
            <p:spPr>
              <a:xfrm>
                <a:off x="1494456" y="1222412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399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399" y="943305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61" name="ph4361"/>
              <p:cNvSpPr/>
              <p:nvPr/>
            </p:nvSpPr>
            <p:spPr>
              <a:xfrm>
                <a:off x="1517241" y="1222412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62" name="ph4362"/>
              <p:cNvSpPr/>
              <p:nvPr/>
            </p:nvSpPr>
            <p:spPr>
              <a:xfrm>
                <a:off x="1540025" y="1222412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63" name="ph4363"/>
              <p:cNvSpPr/>
              <p:nvPr/>
            </p:nvSpPr>
            <p:spPr>
              <a:xfrm>
                <a:off x="1562810" y="1222412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64" name="ph4364"/>
              <p:cNvSpPr/>
              <p:nvPr/>
            </p:nvSpPr>
            <p:spPr>
              <a:xfrm>
                <a:off x="1585595" y="1222412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65" name="ph4365"/>
              <p:cNvSpPr/>
              <p:nvPr/>
            </p:nvSpPr>
            <p:spPr>
              <a:xfrm>
                <a:off x="1608379" y="1222412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66" name="ph4366"/>
              <p:cNvSpPr/>
              <p:nvPr/>
            </p:nvSpPr>
            <p:spPr>
              <a:xfrm>
                <a:off x="1631164" y="1222412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67" name="ph4367"/>
              <p:cNvSpPr/>
              <p:nvPr/>
            </p:nvSpPr>
            <p:spPr>
              <a:xfrm>
                <a:off x="1699517" y="1222412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68" name="ph4368"/>
              <p:cNvSpPr/>
              <p:nvPr/>
            </p:nvSpPr>
            <p:spPr>
              <a:xfrm>
                <a:off x="1722302" y="1222412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42A6AA">
                  <a:alpha val="100000"/>
                </a:srgbClr>
              </a:solidFill>
              <a:ln w="5420" cap="flat">
                <a:solidFill>
                  <a:srgbClr val="42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69" name="ph4369"/>
              <p:cNvSpPr/>
              <p:nvPr/>
            </p:nvSpPr>
            <p:spPr>
              <a:xfrm>
                <a:off x="1745087" y="1222412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43A7AA">
                  <a:alpha val="100000"/>
                </a:srgbClr>
              </a:solidFill>
              <a:ln w="5420" cap="flat">
                <a:solidFill>
                  <a:srgbClr val="43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70" name="ph4370"/>
              <p:cNvSpPr/>
              <p:nvPr/>
            </p:nvSpPr>
            <p:spPr>
              <a:xfrm>
                <a:off x="1767871" y="1222412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71" name="ph4371"/>
              <p:cNvSpPr/>
              <p:nvPr/>
            </p:nvSpPr>
            <p:spPr>
              <a:xfrm>
                <a:off x="1790656" y="1222412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72" name="ph4372"/>
              <p:cNvSpPr/>
              <p:nvPr/>
            </p:nvSpPr>
            <p:spPr>
              <a:xfrm>
                <a:off x="1243826" y="1251318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73" name="ph4373"/>
              <p:cNvSpPr/>
              <p:nvPr/>
            </p:nvSpPr>
            <p:spPr>
              <a:xfrm>
                <a:off x="1266611" y="1251318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74" name="ph4374"/>
              <p:cNvSpPr/>
              <p:nvPr/>
            </p:nvSpPr>
            <p:spPr>
              <a:xfrm>
                <a:off x="1289395" y="1251318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75" name="ph4375"/>
              <p:cNvSpPr/>
              <p:nvPr/>
            </p:nvSpPr>
            <p:spPr>
              <a:xfrm>
                <a:off x="1312180" y="1251318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76" name="ph4376"/>
              <p:cNvSpPr/>
              <p:nvPr/>
            </p:nvSpPr>
            <p:spPr>
              <a:xfrm>
                <a:off x="1334964" y="1251318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77" name="ph4377"/>
              <p:cNvSpPr/>
              <p:nvPr/>
            </p:nvSpPr>
            <p:spPr>
              <a:xfrm>
                <a:off x="1357749" y="1251318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78" name="ph4378"/>
              <p:cNvSpPr/>
              <p:nvPr/>
            </p:nvSpPr>
            <p:spPr>
              <a:xfrm>
                <a:off x="1380534" y="1251318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79" name="ph4379"/>
              <p:cNvSpPr/>
              <p:nvPr/>
            </p:nvSpPr>
            <p:spPr>
              <a:xfrm>
                <a:off x="1403318" y="1251318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80" name="ph4380"/>
              <p:cNvSpPr/>
              <p:nvPr/>
            </p:nvSpPr>
            <p:spPr>
              <a:xfrm>
                <a:off x="1426103" y="1251318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81" name="ph4381"/>
              <p:cNvSpPr/>
              <p:nvPr/>
            </p:nvSpPr>
            <p:spPr>
              <a:xfrm>
                <a:off x="1448887" y="1251318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82" name="ph4382"/>
              <p:cNvSpPr/>
              <p:nvPr/>
            </p:nvSpPr>
            <p:spPr>
              <a:xfrm>
                <a:off x="1471672" y="1251318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83" name="ph4383"/>
              <p:cNvSpPr/>
              <p:nvPr/>
            </p:nvSpPr>
            <p:spPr>
              <a:xfrm>
                <a:off x="1494456" y="1251318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399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399" y="943305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84" name="ph4384"/>
              <p:cNvSpPr/>
              <p:nvPr/>
            </p:nvSpPr>
            <p:spPr>
              <a:xfrm>
                <a:off x="1517241" y="1251318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85" name="ph4385"/>
              <p:cNvSpPr/>
              <p:nvPr/>
            </p:nvSpPr>
            <p:spPr>
              <a:xfrm>
                <a:off x="1540025" y="1251318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86" name="ph4386"/>
              <p:cNvSpPr/>
              <p:nvPr/>
            </p:nvSpPr>
            <p:spPr>
              <a:xfrm>
                <a:off x="1562810" y="1251318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87" name="ph4387"/>
              <p:cNvSpPr/>
              <p:nvPr/>
            </p:nvSpPr>
            <p:spPr>
              <a:xfrm>
                <a:off x="1585595" y="1251318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B9DAA">
                  <a:alpha val="100000"/>
                </a:srgbClr>
              </a:solidFill>
              <a:ln w="5420" cap="flat">
                <a:solidFill>
                  <a:srgbClr val="3B9D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88" name="ph4388"/>
              <p:cNvSpPr/>
              <p:nvPr/>
            </p:nvSpPr>
            <p:spPr>
              <a:xfrm>
                <a:off x="1608379" y="1251318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89" name="ph4389"/>
              <p:cNvSpPr/>
              <p:nvPr/>
            </p:nvSpPr>
            <p:spPr>
              <a:xfrm>
                <a:off x="1631164" y="1251318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90" name="ph4390"/>
              <p:cNvSpPr/>
              <p:nvPr/>
            </p:nvSpPr>
            <p:spPr>
              <a:xfrm>
                <a:off x="1676733" y="1251318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91" name="ph4391"/>
              <p:cNvSpPr/>
              <p:nvPr/>
            </p:nvSpPr>
            <p:spPr>
              <a:xfrm>
                <a:off x="1699517" y="1251318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92" name="ph4392"/>
              <p:cNvSpPr/>
              <p:nvPr/>
            </p:nvSpPr>
            <p:spPr>
              <a:xfrm>
                <a:off x="1722302" y="1251318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93" name="ph4393"/>
              <p:cNvSpPr/>
              <p:nvPr/>
            </p:nvSpPr>
            <p:spPr>
              <a:xfrm>
                <a:off x="1745087" y="1251318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94" name="ph4394"/>
              <p:cNvSpPr/>
              <p:nvPr/>
            </p:nvSpPr>
            <p:spPr>
              <a:xfrm>
                <a:off x="1767871" y="1251318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95" name="ph4395"/>
              <p:cNvSpPr/>
              <p:nvPr/>
            </p:nvSpPr>
            <p:spPr>
              <a:xfrm>
                <a:off x="1790656" y="1251318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96" name="ph4396"/>
              <p:cNvSpPr/>
              <p:nvPr/>
            </p:nvSpPr>
            <p:spPr>
              <a:xfrm>
                <a:off x="1266611" y="1280224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97" name="ph4397"/>
              <p:cNvSpPr/>
              <p:nvPr/>
            </p:nvSpPr>
            <p:spPr>
              <a:xfrm>
                <a:off x="1289395" y="1280224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98" name="ph4398"/>
              <p:cNvSpPr/>
              <p:nvPr/>
            </p:nvSpPr>
            <p:spPr>
              <a:xfrm>
                <a:off x="1312180" y="1280224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399" name="ph4399"/>
              <p:cNvSpPr/>
              <p:nvPr/>
            </p:nvSpPr>
            <p:spPr>
              <a:xfrm>
                <a:off x="1334964" y="1280224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00" name="ph4400"/>
              <p:cNvSpPr/>
              <p:nvPr/>
            </p:nvSpPr>
            <p:spPr>
              <a:xfrm>
                <a:off x="1357749" y="1280224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01" name="ph4401"/>
              <p:cNvSpPr/>
              <p:nvPr/>
            </p:nvSpPr>
            <p:spPr>
              <a:xfrm>
                <a:off x="1380534" y="1280224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02" name="ph4402"/>
              <p:cNvSpPr/>
              <p:nvPr/>
            </p:nvSpPr>
            <p:spPr>
              <a:xfrm>
                <a:off x="1403318" y="1280224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03" name="ph4403"/>
              <p:cNvSpPr/>
              <p:nvPr/>
            </p:nvSpPr>
            <p:spPr>
              <a:xfrm>
                <a:off x="1426103" y="1280224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04" name="ph4404"/>
              <p:cNvSpPr/>
              <p:nvPr/>
            </p:nvSpPr>
            <p:spPr>
              <a:xfrm>
                <a:off x="1448887" y="1280224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05" name="ph4405"/>
              <p:cNvSpPr/>
              <p:nvPr/>
            </p:nvSpPr>
            <p:spPr>
              <a:xfrm>
                <a:off x="1471672" y="1280224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06" name="ph4406"/>
              <p:cNvSpPr/>
              <p:nvPr/>
            </p:nvSpPr>
            <p:spPr>
              <a:xfrm>
                <a:off x="1494456" y="1280224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399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399" y="943305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07" name="ph4407"/>
              <p:cNvSpPr/>
              <p:nvPr/>
            </p:nvSpPr>
            <p:spPr>
              <a:xfrm>
                <a:off x="1517241" y="1280224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08" name="ph4408"/>
              <p:cNvSpPr/>
              <p:nvPr/>
            </p:nvSpPr>
            <p:spPr>
              <a:xfrm>
                <a:off x="1540025" y="1280224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09" name="ph4409"/>
              <p:cNvSpPr/>
              <p:nvPr/>
            </p:nvSpPr>
            <p:spPr>
              <a:xfrm>
                <a:off x="1562810" y="1280224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10" name="ph4410"/>
              <p:cNvSpPr/>
              <p:nvPr/>
            </p:nvSpPr>
            <p:spPr>
              <a:xfrm>
                <a:off x="1585595" y="1280224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B9DA9">
                  <a:alpha val="100000"/>
                </a:srgbClr>
              </a:solidFill>
              <a:ln w="5420" cap="flat">
                <a:solidFill>
                  <a:srgbClr val="3B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11" name="ph4411"/>
              <p:cNvSpPr/>
              <p:nvPr/>
            </p:nvSpPr>
            <p:spPr>
              <a:xfrm>
                <a:off x="1608379" y="1280224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12" name="ph4412"/>
              <p:cNvSpPr/>
              <p:nvPr/>
            </p:nvSpPr>
            <p:spPr>
              <a:xfrm>
                <a:off x="1631164" y="1280224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13" name="ph4413"/>
              <p:cNvSpPr/>
              <p:nvPr/>
            </p:nvSpPr>
            <p:spPr>
              <a:xfrm>
                <a:off x="1653948" y="1280224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14" name="ph4414"/>
              <p:cNvSpPr/>
              <p:nvPr/>
            </p:nvSpPr>
            <p:spPr>
              <a:xfrm>
                <a:off x="1676733" y="1280224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15" name="ph4415"/>
              <p:cNvSpPr/>
              <p:nvPr/>
            </p:nvSpPr>
            <p:spPr>
              <a:xfrm>
                <a:off x="1699517" y="1280224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16" name="ph4416"/>
              <p:cNvSpPr/>
              <p:nvPr/>
            </p:nvSpPr>
            <p:spPr>
              <a:xfrm>
                <a:off x="1722302" y="1280224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17" name="ph4417"/>
              <p:cNvSpPr/>
              <p:nvPr/>
            </p:nvSpPr>
            <p:spPr>
              <a:xfrm>
                <a:off x="1745087" y="1280224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41A3AA">
                  <a:alpha val="100000"/>
                </a:srgbClr>
              </a:solidFill>
              <a:ln w="5420" cap="flat">
                <a:solidFill>
                  <a:srgbClr val="41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18" name="ph4418"/>
              <p:cNvSpPr/>
              <p:nvPr/>
            </p:nvSpPr>
            <p:spPr>
              <a:xfrm>
                <a:off x="1767871" y="1280224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19" name="ph4419"/>
              <p:cNvSpPr/>
              <p:nvPr/>
            </p:nvSpPr>
            <p:spPr>
              <a:xfrm>
                <a:off x="1790656" y="1280224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20" name="ph4420"/>
              <p:cNvSpPr/>
              <p:nvPr/>
            </p:nvSpPr>
            <p:spPr>
              <a:xfrm>
                <a:off x="1289395" y="1309130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21" name="ph4421"/>
              <p:cNvSpPr/>
              <p:nvPr/>
            </p:nvSpPr>
            <p:spPr>
              <a:xfrm>
                <a:off x="1312180" y="1309130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22" name="ph4422"/>
              <p:cNvSpPr/>
              <p:nvPr/>
            </p:nvSpPr>
            <p:spPr>
              <a:xfrm>
                <a:off x="1334964" y="1309130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23" name="ph4423"/>
              <p:cNvSpPr/>
              <p:nvPr/>
            </p:nvSpPr>
            <p:spPr>
              <a:xfrm>
                <a:off x="1357749" y="1309130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24" name="ph4424"/>
              <p:cNvSpPr/>
              <p:nvPr/>
            </p:nvSpPr>
            <p:spPr>
              <a:xfrm>
                <a:off x="1380534" y="1309130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25" name="ph4425"/>
              <p:cNvSpPr/>
              <p:nvPr/>
            </p:nvSpPr>
            <p:spPr>
              <a:xfrm>
                <a:off x="1403318" y="1309130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26" name="ph4426"/>
              <p:cNvSpPr/>
              <p:nvPr/>
            </p:nvSpPr>
            <p:spPr>
              <a:xfrm>
                <a:off x="1426103" y="1309130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27" name="ph4427"/>
              <p:cNvSpPr/>
              <p:nvPr/>
            </p:nvSpPr>
            <p:spPr>
              <a:xfrm>
                <a:off x="1448887" y="1309130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28" name="ph4428"/>
              <p:cNvSpPr/>
              <p:nvPr/>
            </p:nvSpPr>
            <p:spPr>
              <a:xfrm>
                <a:off x="1471672" y="1309130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29" name="ph4429"/>
              <p:cNvSpPr/>
              <p:nvPr/>
            </p:nvSpPr>
            <p:spPr>
              <a:xfrm>
                <a:off x="1494456" y="1309130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399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399" y="943305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30" name="ph4430"/>
              <p:cNvSpPr/>
              <p:nvPr/>
            </p:nvSpPr>
            <p:spPr>
              <a:xfrm>
                <a:off x="1517241" y="1309130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31" name="ph4431"/>
              <p:cNvSpPr/>
              <p:nvPr/>
            </p:nvSpPr>
            <p:spPr>
              <a:xfrm>
                <a:off x="1540025" y="1309130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32" name="ph4432"/>
              <p:cNvSpPr/>
              <p:nvPr/>
            </p:nvSpPr>
            <p:spPr>
              <a:xfrm>
                <a:off x="1562810" y="1309130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33" name="ph4433"/>
              <p:cNvSpPr/>
              <p:nvPr/>
            </p:nvSpPr>
            <p:spPr>
              <a:xfrm>
                <a:off x="1585595" y="1309130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34" name="ph4434"/>
              <p:cNvSpPr/>
              <p:nvPr/>
            </p:nvSpPr>
            <p:spPr>
              <a:xfrm>
                <a:off x="1608379" y="1309130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35" name="ph4435"/>
              <p:cNvSpPr/>
              <p:nvPr/>
            </p:nvSpPr>
            <p:spPr>
              <a:xfrm>
                <a:off x="1631164" y="1309130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36" name="ph4436"/>
              <p:cNvSpPr/>
              <p:nvPr/>
            </p:nvSpPr>
            <p:spPr>
              <a:xfrm>
                <a:off x="1653948" y="1309130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37" name="ph4437"/>
              <p:cNvSpPr/>
              <p:nvPr/>
            </p:nvSpPr>
            <p:spPr>
              <a:xfrm>
                <a:off x="1676733" y="1309130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38" name="ph4438"/>
              <p:cNvSpPr/>
              <p:nvPr/>
            </p:nvSpPr>
            <p:spPr>
              <a:xfrm>
                <a:off x="1699517" y="1309130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39" name="ph4439"/>
              <p:cNvSpPr/>
              <p:nvPr/>
            </p:nvSpPr>
            <p:spPr>
              <a:xfrm>
                <a:off x="1722302" y="1309130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40" name="ph4440"/>
              <p:cNvSpPr/>
              <p:nvPr/>
            </p:nvSpPr>
            <p:spPr>
              <a:xfrm>
                <a:off x="1745087" y="1309130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41" name="ph4441"/>
              <p:cNvSpPr/>
              <p:nvPr/>
            </p:nvSpPr>
            <p:spPr>
              <a:xfrm>
                <a:off x="1767871" y="1309130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42" name="ph4442"/>
              <p:cNvSpPr/>
              <p:nvPr/>
            </p:nvSpPr>
            <p:spPr>
              <a:xfrm>
                <a:off x="1289395" y="1338036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43" name="ph4443"/>
              <p:cNvSpPr/>
              <p:nvPr/>
            </p:nvSpPr>
            <p:spPr>
              <a:xfrm>
                <a:off x="1312180" y="1338036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44" name="ph4444"/>
              <p:cNvSpPr/>
              <p:nvPr/>
            </p:nvSpPr>
            <p:spPr>
              <a:xfrm>
                <a:off x="1334964" y="1338036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45" name="ph4445"/>
              <p:cNvSpPr/>
              <p:nvPr/>
            </p:nvSpPr>
            <p:spPr>
              <a:xfrm>
                <a:off x="1357749" y="1338036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46" name="ph4446"/>
              <p:cNvSpPr/>
              <p:nvPr/>
            </p:nvSpPr>
            <p:spPr>
              <a:xfrm>
                <a:off x="1380534" y="1338036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47" name="ph4447"/>
              <p:cNvSpPr/>
              <p:nvPr/>
            </p:nvSpPr>
            <p:spPr>
              <a:xfrm>
                <a:off x="1403318" y="1338036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48" name="ph4448"/>
              <p:cNvSpPr/>
              <p:nvPr/>
            </p:nvSpPr>
            <p:spPr>
              <a:xfrm>
                <a:off x="1426103" y="1338036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49" name="ph4449"/>
              <p:cNvSpPr/>
              <p:nvPr/>
            </p:nvSpPr>
            <p:spPr>
              <a:xfrm>
                <a:off x="1448887" y="1338036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50" name="ph4450"/>
              <p:cNvSpPr/>
              <p:nvPr/>
            </p:nvSpPr>
            <p:spPr>
              <a:xfrm>
                <a:off x="1471672" y="1338036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51" name="ph4451"/>
              <p:cNvSpPr/>
              <p:nvPr/>
            </p:nvSpPr>
            <p:spPr>
              <a:xfrm>
                <a:off x="1494456" y="1338036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399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399" y="943305"/>
                    </a:lnTo>
                    <a:close/>
                  </a:path>
                </a:pathLst>
              </a:custGeom>
              <a:solidFill>
                <a:srgbClr val="3595A8">
                  <a:alpha val="100000"/>
                </a:srgbClr>
              </a:solidFill>
              <a:ln w="5420" cap="flat">
                <a:solidFill>
                  <a:srgbClr val="3595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52" name="ph4452"/>
              <p:cNvSpPr/>
              <p:nvPr/>
            </p:nvSpPr>
            <p:spPr>
              <a:xfrm>
                <a:off x="1517241" y="1338036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53" name="ph4453"/>
              <p:cNvSpPr/>
              <p:nvPr/>
            </p:nvSpPr>
            <p:spPr>
              <a:xfrm>
                <a:off x="1540025" y="1338036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54" name="ph4454"/>
              <p:cNvSpPr/>
              <p:nvPr/>
            </p:nvSpPr>
            <p:spPr>
              <a:xfrm>
                <a:off x="1562810" y="1338036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55" name="ph4455"/>
              <p:cNvSpPr/>
              <p:nvPr/>
            </p:nvSpPr>
            <p:spPr>
              <a:xfrm>
                <a:off x="1585595" y="1338036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56" name="ph4456"/>
              <p:cNvSpPr/>
              <p:nvPr/>
            </p:nvSpPr>
            <p:spPr>
              <a:xfrm>
                <a:off x="1608379" y="1338036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57" name="ph4457"/>
              <p:cNvSpPr/>
              <p:nvPr/>
            </p:nvSpPr>
            <p:spPr>
              <a:xfrm>
                <a:off x="1631164" y="1338036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58" name="ph4458"/>
              <p:cNvSpPr/>
              <p:nvPr/>
            </p:nvSpPr>
            <p:spPr>
              <a:xfrm>
                <a:off x="1653948" y="1338036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59" name="ph4459"/>
              <p:cNvSpPr/>
              <p:nvPr/>
            </p:nvSpPr>
            <p:spPr>
              <a:xfrm>
                <a:off x="1676733" y="1338036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B9DA9">
                  <a:alpha val="100000"/>
                </a:srgbClr>
              </a:solidFill>
              <a:ln w="5420" cap="flat">
                <a:solidFill>
                  <a:srgbClr val="3B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60" name="ph4460"/>
              <p:cNvSpPr/>
              <p:nvPr/>
            </p:nvSpPr>
            <p:spPr>
              <a:xfrm>
                <a:off x="1699517" y="1338036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61" name="ph4461"/>
              <p:cNvSpPr/>
              <p:nvPr/>
            </p:nvSpPr>
            <p:spPr>
              <a:xfrm>
                <a:off x="1722302" y="1338036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62" name="ph4462"/>
              <p:cNvSpPr/>
              <p:nvPr/>
            </p:nvSpPr>
            <p:spPr>
              <a:xfrm>
                <a:off x="1745087" y="1338036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63" name="ph4463"/>
              <p:cNvSpPr/>
              <p:nvPr/>
            </p:nvSpPr>
            <p:spPr>
              <a:xfrm>
                <a:off x="1334964" y="1366942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64" name="ph4464"/>
              <p:cNvSpPr/>
              <p:nvPr/>
            </p:nvSpPr>
            <p:spPr>
              <a:xfrm>
                <a:off x="1357749" y="1366942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65" name="ph4465"/>
              <p:cNvSpPr/>
              <p:nvPr/>
            </p:nvSpPr>
            <p:spPr>
              <a:xfrm>
                <a:off x="1380534" y="1366942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66" name="ph4466"/>
              <p:cNvSpPr/>
              <p:nvPr/>
            </p:nvSpPr>
            <p:spPr>
              <a:xfrm>
                <a:off x="1403318" y="1366942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67" name="ph4467"/>
              <p:cNvSpPr/>
              <p:nvPr/>
            </p:nvSpPr>
            <p:spPr>
              <a:xfrm>
                <a:off x="1426103" y="1366942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68" name="ph4468"/>
              <p:cNvSpPr/>
              <p:nvPr/>
            </p:nvSpPr>
            <p:spPr>
              <a:xfrm>
                <a:off x="1448887" y="1366942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69" name="ph4469"/>
              <p:cNvSpPr/>
              <p:nvPr/>
            </p:nvSpPr>
            <p:spPr>
              <a:xfrm>
                <a:off x="1471672" y="1366942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70" name="ph4470"/>
              <p:cNvSpPr/>
              <p:nvPr/>
            </p:nvSpPr>
            <p:spPr>
              <a:xfrm>
                <a:off x="1494456" y="1366942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399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399" y="943305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71" name="ph4471"/>
              <p:cNvSpPr/>
              <p:nvPr/>
            </p:nvSpPr>
            <p:spPr>
              <a:xfrm>
                <a:off x="1517241" y="1366942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72" name="ph4472"/>
              <p:cNvSpPr/>
              <p:nvPr/>
            </p:nvSpPr>
            <p:spPr>
              <a:xfrm>
                <a:off x="1540025" y="1366942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73" name="ph4473"/>
              <p:cNvSpPr/>
              <p:nvPr/>
            </p:nvSpPr>
            <p:spPr>
              <a:xfrm>
                <a:off x="1562810" y="1366942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74" name="ph4474"/>
              <p:cNvSpPr/>
              <p:nvPr/>
            </p:nvSpPr>
            <p:spPr>
              <a:xfrm>
                <a:off x="1585595" y="1366942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75" name="ph4475"/>
              <p:cNvSpPr/>
              <p:nvPr/>
            </p:nvSpPr>
            <p:spPr>
              <a:xfrm>
                <a:off x="1608379" y="1366942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76" name="ph4476"/>
              <p:cNvSpPr/>
              <p:nvPr/>
            </p:nvSpPr>
            <p:spPr>
              <a:xfrm>
                <a:off x="1631164" y="1366942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77" name="ph4477"/>
              <p:cNvSpPr/>
              <p:nvPr/>
            </p:nvSpPr>
            <p:spPr>
              <a:xfrm>
                <a:off x="1653948" y="1366942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78" name="ph4478"/>
              <p:cNvSpPr/>
              <p:nvPr/>
            </p:nvSpPr>
            <p:spPr>
              <a:xfrm>
                <a:off x="1676733" y="1366942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79" name="ph4479"/>
              <p:cNvSpPr/>
              <p:nvPr/>
            </p:nvSpPr>
            <p:spPr>
              <a:xfrm>
                <a:off x="1699517" y="1366942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80" name="ph4480"/>
              <p:cNvSpPr/>
              <p:nvPr/>
            </p:nvSpPr>
            <p:spPr>
              <a:xfrm>
                <a:off x="1722302" y="1366942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81" name="ph4481"/>
              <p:cNvSpPr/>
              <p:nvPr/>
            </p:nvSpPr>
            <p:spPr>
              <a:xfrm>
                <a:off x="1357749" y="1395847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43A7AA">
                  <a:alpha val="100000"/>
                </a:srgbClr>
              </a:solidFill>
              <a:ln w="5420" cap="flat">
                <a:solidFill>
                  <a:srgbClr val="43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82" name="ph4482"/>
              <p:cNvSpPr/>
              <p:nvPr/>
            </p:nvSpPr>
            <p:spPr>
              <a:xfrm>
                <a:off x="1380534" y="1395847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83" name="ph4483"/>
              <p:cNvSpPr/>
              <p:nvPr/>
            </p:nvSpPr>
            <p:spPr>
              <a:xfrm>
                <a:off x="1403318" y="1395847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84" name="ph4484"/>
              <p:cNvSpPr/>
              <p:nvPr/>
            </p:nvSpPr>
            <p:spPr>
              <a:xfrm>
                <a:off x="1426103" y="1395847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85" name="ph4485"/>
              <p:cNvSpPr/>
              <p:nvPr/>
            </p:nvSpPr>
            <p:spPr>
              <a:xfrm>
                <a:off x="1448887" y="1395847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86" name="ph4486"/>
              <p:cNvSpPr/>
              <p:nvPr/>
            </p:nvSpPr>
            <p:spPr>
              <a:xfrm>
                <a:off x="1471672" y="1395847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87" name="ph4487"/>
              <p:cNvSpPr/>
              <p:nvPr/>
            </p:nvSpPr>
            <p:spPr>
              <a:xfrm>
                <a:off x="1494456" y="1395847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399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399" y="943305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88" name="ph4488"/>
              <p:cNvSpPr/>
              <p:nvPr/>
            </p:nvSpPr>
            <p:spPr>
              <a:xfrm>
                <a:off x="1517241" y="1395847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89" name="ph4489"/>
              <p:cNvSpPr/>
              <p:nvPr/>
            </p:nvSpPr>
            <p:spPr>
              <a:xfrm>
                <a:off x="1540025" y="1395847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90" name="ph4490"/>
              <p:cNvSpPr/>
              <p:nvPr/>
            </p:nvSpPr>
            <p:spPr>
              <a:xfrm>
                <a:off x="1562810" y="1395847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91" name="ph4491"/>
              <p:cNvSpPr/>
              <p:nvPr/>
            </p:nvSpPr>
            <p:spPr>
              <a:xfrm>
                <a:off x="1585595" y="1395847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92" name="ph4492"/>
              <p:cNvSpPr/>
              <p:nvPr/>
            </p:nvSpPr>
            <p:spPr>
              <a:xfrm>
                <a:off x="1608379" y="1395847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93" name="ph4493"/>
              <p:cNvSpPr/>
              <p:nvPr/>
            </p:nvSpPr>
            <p:spPr>
              <a:xfrm>
                <a:off x="1631164" y="1395847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94" name="ph4494"/>
              <p:cNvSpPr/>
              <p:nvPr/>
            </p:nvSpPr>
            <p:spPr>
              <a:xfrm>
                <a:off x="1653948" y="1395847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95" name="ph4495"/>
              <p:cNvSpPr/>
              <p:nvPr/>
            </p:nvSpPr>
            <p:spPr>
              <a:xfrm>
                <a:off x="1676733" y="1395847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96" name="ph4496"/>
              <p:cNvSpPr/>
              <p:nvPr/>
            </p:nvSpPr>
            <p:spPr>
              <a:xfrm>
                <a:off x="1699517" y="1395847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97" name="ph4497"/>
              <p:cNvSpPr/>
              <p:nvPr/>
            </p:nvSpPr>
            <p:spPr>
              <a:xfrm>
                <a:off x="1380534" y="1424753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98" name="ph4498"/>
              <p:cNvSpPr/>
              <p:nvPr/>
            </p:nvSpPr>
            <p:spPr>
              <a:xfrm>
                <a:off x="1403318" y="1424753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499" name="ph4499"/>
              <p:cNvSpPr/>
              <p:nvPr/>
            </p:nvSpPr>
            <p:spPr>
              <a:xfrm>
                <a:off x="1426103" y="1424753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00" name="ph4500"/>
              <p:cNvSpPr/>
              <p:nvPr/>
            </p:nvSpPr>
            <p:spPr>
              <a:xfrm>
                <a:off x="1448887" y="1424753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01" name="ph4501"/>
              <p:cNvSpPr/>
              <p:nvPr/>
            </p:nvSpPr>
            <p:spPr>
              <a:xfrm>
                <a:off x="1471672" y="1424753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02" name="ph4502"/>
              <p:cNvSpPr/>
              <p:nvPr/>
            </p:nvSpPr>
            <p:spPr>
              <a:xfrm>
                <a:off x="1494456" y="1424753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399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399" y="943305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03" name="ph4503"/>
              <p:cNvSpPr/>
              <p:nvPr/>
            </p:nvSpPr>
            <p:spPr>
              <a:xfrm>
                <a:off x="1517241" y="1424753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04" name="ph4504"/>
              <p:cNvSpPr/>
              <p:nvPr/>
            </p:nvSpPr>
            <p:spPr>
              <a:xfrm>
                <a:off x="1540025" y="1424753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05" name="ph4505"/>
              <p:cNvSpPr/>
              <p:nvPr/>
            </p:nvSpPr>
            <p:spPr>
              <a:xfrm>
                <a:off x="1562810" y="1424753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06" name="ph4506"/>
              <p:cNvSpPr/>
              <p:nvPr/>
            </p:nvSpPr>
            <p:spPr>
              <a:xfrm>
                <a:off x="1585595" y="1424753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07" name="ph4507"/>
              <p:cNvSpPr/>
              <p:nvPr/>
            </p:nvSpPr>
            <p:spPr>
              <a:xfrm>
                <a:off x="1608379" y="1424753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08" name="ph4508"/>
              <p:cNvSpPr/>
              <p:nvPr/>
            </p:nvSpPr>
            <p:spPr>
              <a:xfrm>
                <a:off x="1631164" y="1424753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09" name="ph4509"/>
              <p:cNvSpPr/>
              <p:nvPr/>
            </p:nvSpPr>
            <p:spPr>
              <a:xfrm>
                <a:off x="1653948" y="1424753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10" name="ph4510"/>
              <p:cNvSpPr/>
              <p:nvPr/>
            </p:nvSpPr>
            <p:spPr>
              <a:xfrm>
                <a:off x="1676733" y="1424753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11" name="ph4511"/>
              <p:cNvSpPr/>
              <p:nvPr/>
            </p:nvSpPr>
            <p:spPr>
              <a:xfrm>
                <a:off x="1699517" y="1424753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12" name="ph4512"/>
              <p:cNvSpPr/>
              <p:nvPr/>
            </p:nvSpPr>
            <p:spPr>
              <a:xfrm>
                <a:off x="1289395" y="1453659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4FB4AB">
                  <a:alpha val="100000"/>
                </a:srgbClr>
              </a:solidFill>
              <a:ln w="5420" cap="flat">
                <a:solidFill>
                  <a:srgbClr val="4F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13" name="ph4513"/>
              <p:cNvSpPr/>
              <p:nvPr/>
            </p:nvSpPr>
            <p:spPr>
              <a:xfrm>
                <a:off x="1312180" y="1453659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14" name="ph4514"/>
              <p:cNvSpPr/>
              <p:nvPr/>
            </p:nvSpPr>
            <p:spPr>
              <a:xfrm>
                <a:off x="1334964" y="1453659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15" name="ph4515"/>
              <p:cNvSpPr/>
              <p:nvPr/>
            </p:nvSpPr>
            <p:spPr>
              <a:xfrm>
                <a:off x="1357749" y="1453659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16" name="ph4516"/>
              <p:cNvSpPr/>
              <p:nvPr/>
            </p:nvSpPr>
            <p:spPr>
              <a:xfrm>
                <a:off x="1380534" y="1453659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17" name="ph4517"/>
              <p:cNvSpPr/>
              <p:nvPr/>
            </p:nvSpPr>
            <p:spPr>
              <a:xfrm>
                <a:off x="1403318" y="1453659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18" name="ph4518"/>
              <p:cNvSpPr/>
              <p:nvPr/>
            </p:nvSpPr>
            <p:spPr>
              <a:xfrm>
                <a:off x="1426103" y="1453659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19" name="ph4519"/>
              <p:cNvSpPr/>
              <p:nvPr/>
            </p:nvSpPr>
            <p:spPr>
              <a:xfrm>
                <a:off x="1448887" y="1453659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20" name="ph4520"/>
              <p:cNvSpPr/>
              <p:nvPr/>
            </p:nvSpPr>
            <p:spPr>
              <a:xfrm>
                <a:off x="1471672" y="1453659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21" name="ph4521"/>
              <p:cNvSpPr/>
              <p:nvPr/>
            </p:nvSpPr>
            <p:spPr>
              <a:xfrm>
                <a:off x="1494456" y="1453659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399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399" y="943305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22" name="ph4522"/>
              <p:cNvSpPr/>
              <p:nvPr/>
            </p:nvSpPr>
            <p:spPr>
              <a:xfrm>
                <a:off x="1517241" y="1453659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23" name="ph4523"/>
              <p:cNvSpPr/>
              <p:nvPr/>
            </p:nvSpPr>
            <p:spPr>
              <a:xfrm>
                <a:off x="1540025" y="1453659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24" name="ph4524"/>
              <p:cNvSpPr/>
              <p:nvPr/>
            </p:nvSpPr>
            <p:spPr>
              <a:xfrm>
                <a:off x="1562810" y="1453659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25" name="ph4525"/>
              <p:cNvSpPr/>
              <p:nvPr/>
            </p:nvSpPr>
            <p:spPr>
              <a:xfrm>
                <a:off x="1585595" y="1453659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26" name="ph4526"/>
              <p:cNvSpPr/>
              <p:nvPr/>
            </p:nvSpPr>
            <p:spPr>
              <a:xfrm>
                <a:off x="1608379" y="1453659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27" name="ph4527"/>
              <p:cNvSpPr/>
              <p:nvPr/>
            </p:nvSpPr>
            <p:spPr>
              <a:xfrm>
                <a:off x="1631164" y="1453659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28" name="ph4528"/>
              <p:cNvSpPr/>
              <p:nvPr/>
            </p:nvSpPr>
            <p:spPr>
              <a:xfrm>
                <a:off x="1653948" y="1453659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29" name="ph4529"/>
              <p:cNvSpPr/>
              <p:nvPr/>
            </p:nvSpPr>
            <p:spPr>
              <a:xfrm>
                <a:off x="1676733" y="1453659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30" name="ph4530"/>
              <p:cNvSpPr/>
              <p:nvPr/>
            </p:nvSpPr>
            <p:spPr>
              <a:xfrm>
                <a:off x="1266611" y="1482565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4FB6AB">
                  <a:alpha val="100000"/>
                </a:srgbClr>
              </a:solidFill>
              <a:ln w="5420" cap="flat">
                <a:solidFill>
                  <a:srgbClr val="4F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31" name="ph4531"/>
              <p:cNvSpPr/>
              <p:nvPr/>
            </p:nvSpPr>
            <p:spPr>
              <a:xfrm>
                <a:off x="1289395" y="1482565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32" name="ph4532"/>
              <p:cNvSpPr/>
              <p:nvPr/>
            </p:nvSpPr>
            <p:spPr>
              <a:xfrm>
                <a:off x="1312180" y="1482565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2BAAB">
                  <a:alpha val="100000"/>
                </a:srgbClr>
              </a:solidFill>
              <a:ln w="5420" cap="flat">
                <a:solidFill>
                  <a:srgbClr val="52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33" name="ph4533"/>
              <p:cNvSpPr/>
              <p:nvPr/>
            </p:nvSpPr>
            <p:spPr>
              <a:xfrm>
                <a:off x="1334964" y="1482565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34" name="ph4534"/>
              <p:cNvSpPr/>
              <p:nvPr/>
            </p:nvSpPr>
            <p:spPr>
              <a:xfrm>
                <a:off x="1357749" y="1482565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35" name="ph4535"/>
              <p:cNvSpPr/>
              <p:nvPr/>
            </p:nvSpPr>
            <p:spPr>
              <a:xfrm>
                <a:off x="1380534" y="1482565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36" name="ph4536"/>
              <p:cNvSpPr/>
              <p:nvPr/>
            </p:nvSpPr>
            <p:spPr>
              <a:xfrm>
                <a:off x="1403318" y="1482565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37" name="ph4537"/>
              <p:cNvSpPr/>
              <p:nvPr/>
            </p:nvSpPr>
            <p:spPr>
              <a:xfrm>
                <a:off x="1426103" y="1482565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38" name="ph4538"/>
              <p:cNvSpPr/>
              <p:nvPr/>
            </p:nvSpPr>
            <p:spPr>
              <a:xfrm>
                <a:off x="1448887" y="1482565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39" name="ph4539"/>
              <p:cNvSpPr/>
              <p:nvPr/>
            </p:nvSpPr>
            <p:spPr>
              <a:xfrm>
                <a:off x="1471672" y="1482565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40" name="ph4540"/>
              <p:cNvSpPr/>
              <p:nvPr/>
            </p:nvSpPr>
            <p:spPr>
              <a:xfrm>
                <a:off x="1494456" y="1482565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399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399" y="943305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41" name="ph4541"/>
              <p:cNvSpPr/>
              <p:nvPr/>
            </p:nvSpPr>
            <p:spPr>
              <a:xfrm>
                <a:off x="1517241" y="1482565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42" name="ph4542"/>
              <p:cNvSpPr/>
              <p:nvPr/>
            </p:nvSpPr>
            <p:spPr>
              <a:xfrm>
                <a:off x="1540025" y="1482565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43" name="ph4543"/>
              <p:cNvSpPr/>
              <p:nvPr/>
            </p:nvSpPr>
            <p:spPr>
              <a:xfrm>
                <a:off x="1562810" y="1482565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47AAAA">
                  <a:alpha val="100000"/>
                </a:srgbClr>
              </a:solidFill>
              <a:ln w="5420" cap="flat">
                <a:solidFill>
                  <a:srgbClr val="47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44" name="ph4544"/>
              <p:cNvSpPr/>
              <p:nvPr/>
            </p:nvSpPr>
            <p:spPr>
              <a:xfrm>
                <a:off x="1585595" y="1482565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45" name="ph4545"/>
              <p:cNvSpPr/>
              <p:nvPr/>
            </p:nvSpPr>
            <p:spPr>
              <a:xfrm>
                <a:off x="1608379" y="1482565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46" name="ph4546"/>
              <p:cNvSpPr/>
              <p:nvPr/>
            </p:nvSpPr>
            <p:spPr>
              <a:xfrm>
                <a:off x="1631164" y="1482565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693A8">
                  <a:alpha val="100000"/>
                </a:srgbClr>
              </a:solidFill>
              <a:ln w="5420" cap="flat">
                <a:solidFill>
                  <a:srgbClr val="36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47" name="ph4547"/>
              <p:cNvSpPr/>
              <p:nvPr/>
            </p:nvSpPr>
            <p:spPr>
              <a:xfrm>
                <a:off x="1653948" y="1482565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48" name="ph4548"/>
              <p:cNvSpPr/>
              <p:nvPr/>
            </p:nvSpPr>
            <p:spPr>
              <a:xfrm>
                <a:off x="1676733" y="1482565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49" name="ph4549"/>
              <p:cNvSpPr/>
              <p:nvPr/>
            </p:nvSpPr>
            <p:spPr>
              <a:xfrm>
                <a:off x="1266611" y="1511471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50" name="ph4550"/>
              <p:cNvSpPr/>
              <p:nvPr/>
            </p:nvSpPr>
            <p:spPr>
              <a:xfrm>
                <a:off x="1289395" y="1511471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51" name="ph4551"/>
              <p:cNvSpPr/>
              <p:nvPr/>
            </p:nvSpPr>
            <p:spPr>
              <a:xfrm>
                <a:off x="1312180" y="1511471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52" name="ph4552"/>
              <p:cNvSpPr/>
              <p:nvPr/>
            </p:nvSpPr>
            <p:spPr>
              <a:xfrm>
                <a:off x="1334964" y="1511471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53" name="ph4553"/>
              <p:cNvSpPr/>
              <p:nvPr/>
            </p:nvSpPr>
            <p:spPr>
              <a:xfrm>
                <a:off x="1357749" y="1511471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54" name="ph4554"/>
              <p:cNvSpPr/>
              <p:nvPr/>
            </p:nvSpPr>
            <p:spPr>
              <a:xfrm>
                <a:off x="1380534" y="1511471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55" name="ph4555"/>
              <p:cNvSpPr/>
              <p:nvPr/>
            </p:nvSpPr>
            <p:spPr>
              <a:xfrm>
                <a:off x="1403318" y="1511471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56" name="ph4556"/>
              <p:cNvSpPr/>
              <p:nvPr/>
            </p:nvSpPr>
            <p:spPr>
              <a:xfrm>
                <a:off x="1426103" y="1511471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57" name="ph4557"/>
              <p:cNvSpPr/>
              <p:nvPr/>
            </p:nvSpPr>
            <p:spPr>
              <a:xfrm>
                <a:off x="1448887" y="1511471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9CE0C5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58" name="ph4558"/>
              <p:cNvSpPr/>
              <p:nvPr/>
            </p:nvSpPr>
            <p:spPr>
              <a:xfrm>
                <a:off x="1471672" y="1511471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59" name="ph4559"/>
              <p:cNvSpPr/>
              <p:nvPr/>
            </p:nvSpPr>
            <p:spPr>
              <a:xfrm>
                <a:off x="1494456" y="1511471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399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399" y="943305"/>
                    </a:lnTo>
                    <a:close/>
                  </a:path>
                </a:pathLst>
              </a:custGeom>
              <a:solidFill>
                <a:srgbClr val="84D8BA">
                  <a:alpha val="100000"/>
                </a:srgbClr>
              </a:solidFill>
              <a:ln w="5420" cap="flat">
                <a:solidFill>
                  <a:srgbClr val="84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60" name="ph4560"/>
              <p:cNvSpPr/>
              <p:nvPr/>
            </p:nvSpPr>
            <p:spPr>
              <a:xfrm>
                <a:off x="1517241" y="1511471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6AD1B0">
                  <a:alpha val="100000"/>
                </a:srgbClr>
              </a:solidFill>
              <a:ln w="5420" cap="flat">
                <a:solidFill>
                  <a:srgbClr val="6A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61" name="ph4561"/>
              <p:cNvSpPr/>
              <p:nvPr/>
            </p:nvSpPr>
            <p:spPr>
              <a:xfrm>
                <a:off x="1540025" y="1511471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62" name="ph4562"/>
              <p:cNvSpPr/>
              <p:nvPr/>
            </p:nvSpPr>
            <p:spPr>
              <a:xfrm>
                <a:off x="1562810" y="1511471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63" name="ph4563"/>
              <p:cNvSpPr/>
              <p:nvPr/>
            </p:nvSpPr>
            <p:spPr>
              <a:xfrm>
                <a:off x="1585595" y="1511471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64" name="ph4564"/>
              <p:cNvSpPr/>
              <p:nvPr/>
            </p:nvSpPr>
            <p:spPr>
              <a:xfrm>
                <a:off x="1608379" y="1511471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65" name="ph4565"/>
              <p:cNvSpPr/>
              <p:nvPr/>
            </p:nvSpPr>
            <p:spPr>
              <a:xfrm>
                <a:off x="1631164" y="1511471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66" name="ph4566"/>
              <p:cNvSpPr/>
              <p:nvPr/>
            </p:nvSpPr>
            <p:spPr>
              <a:xfrm>
                <a:off x="1653948" y="1511471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67" name="ph4567"/>
              <p:cNvSpPr/>
              <p:nvPr/>
            </p:nvSpPr>
            <p:spPr>
              <a:xfrm>
                <a:off x="1266611" y="1540377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4BDAB">
                  <a:alpha val="100000"/>
                </a:srgbClr>
              </a:solidFill>
              <a:ln w="5420" cap="flat">
                <a:solidFill>
                  <a:srgbClr val="54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68" name="ph4568"/>
              <p:cNvSpPr/>
              <p:nvPr/>
            </p:nvSpPr>
            <p:spPr>
              <a:xfrm>
                <a:off x="1289395" y="1540377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69" name="ph4569"/>
              <p:cNvSpPr/>
              <p:nvPr/>
            </p:nvSpPr>
            <p:spPr>
              <a:xfrm>
                <a:off x="1312180" y="1540377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70" name="ph4570"/>
              <p:cNvSpPr/>
              <p:nvPr/>
            </p:nvSpPr>
            <p:spPr>
              <a:xfrm>
                <a:off x="1334964" y="1540377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71" name="ph4571"/>
              <p:cNvSpPr/>
              <p:nvPr/>
            </p:nvSpPr>
            <p:spPr>
              <a:xfrm>
                <a:off x="1357749" y="1540377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72" name="ph4572"/>
              <p:cNvSpPr/>
              <p:nvPr/>
            </p:nvSpPr>
            <p:spPr>
              <a:xfrm>
                <a:off x="1380534" y="1540377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73" name="ph4573"/>
              <p:cNvSpPr/>
              <p:nvPr/>
            </p:nvSpPr>
            <p:spPr>
              <a:xfrm>
                <a:off x="1403318" y="1540377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74" name="ph4574"/>
              <p:cNvSpPr/>
              <p:nvPr/>
            </p:nvSpPr>
            <p:spPr>
              <a:xfrm>
                <a:off x="1426103" y="1540377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75" name="ph4575"/>
              <p:cNvSpPr/>
              <p:nvPr/>
            </p:nvSpPr>
            <p:spPr>
              <a:xfrm>
                <a:off x="1448887" y="1540377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79D5B5">
                  <a:alpha val="100000"/>
                </a:srgbClr>
              </a:solidFill>
              <a:ln w="5420" cap="flat">
                <a:solidFill>
                  <a:srgbClr val="79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76" name="ph4576"/>
              <p:cNvSpPr/>
              <p:nvPr/>
            </p:nvSpPr>
            <p:spPr>
              <a:xfrm>
                <a:off x="1471672" y="1540377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77" name="ph4577"/>
              <p:cNvSpPr/>
              <p:nvPr/>
            </p:nvSpPr>
            <p:spPr>
              <a:xfrm>
                <a:off x="1494456" y="1540377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399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399" y="943305"/>
                    </a:lnTo>
                    <a:close/>
                  </a:path>
                </a:pathLst>
              </a:custGeom>
              <a:solidFill>
                <a:srgbClr val="85D9BB">
                  <a:alpha val="100000"/>
                </a:srgbClr>
              </a:solidFill>
              <a:ln w="5420" cap="flat">
                <a:solidFill>
                  <a:srgbClr val="85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78" name="ph4578"/>
              <p:cNvSpPr/>
              <p:nvPr/>
            </p:nvSpPr>
            <p:spPr>
              <a:xfrm>
                <a:off x="1517241" y="1540377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79" name="ph4579"/>
              <p:cNvSpPr/>
              <p:nvPr/>
            </p:nvSpPr>
            <p:spPr>
              <a:xfrm>
                <a:off x="1540025" y="1540377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80" name="ph4580"/>
              <p:cNvSpPr/>
              <p:nvPr/>
            </p:nvSpPr>
            <p:spPr>
              <a:xfrm>
                <a:off x="1562810" y="1540377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81" name="ph4581"/>
              <p:cNvSpPr/>
              <p:nvPr/>
            </p:nvSpPr>
            <p:spPr>
              <a:xfrm>
                <a:off x="1585595" y="1540377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82" name="ph4582"/>
              <p:cNvSpPr/>
              <p:nvPr/>
            </p:nvSpPr>
            <p:spPr>
              <a:xfrm>
                <a:off x="1608379" y="1540377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83" name="ph4583"/>
              <p:cNvSpPr/>
              <p:nvPr/>
            </p:nvSpPr>
            <p:spPr>
              <a:xfrm>
                <a:off x="1631164" y="1540377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84" name="ph4584"/>
              <p:cNvSpPr/>
              <p:nvPr/>
            </p:nvSpPr>
            <p:spPr>
              <a:xfrm>
                <a:off x="1289395" y="1569283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85" name="ph4585"/>
              <p:cNvSpPr/>
              <p:nvPr/>
            </p:nvSpPr>
            <p:spPr>
              <a:xfrm>
                <a:off x="1312180" y="1569283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86" name="ph4586"/>
              <p:cNvSpPr/>
              <p:nvPr/>
            </p:nvSpPr>
            <p:spPr>
              <a:xfrm>
                <a:off x="1334964" y="1569283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87" name="ph4587"/>
              <p:cNvSpPr/>
              <p:nvPr/>
            </p:nvSpPr>
            <p:spPr>
              <a:xfrm>
                <a:off x="1357749" y="1569283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BC5AC">
                  <a:alpha val="100000"/>
                </a:srgbClr>
              </a:solidFill>
              <a:ln w="5420" cap="flat">
                <a:solidFill>
                  <a:srgbClr val="5B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88" name="ph4588"/>
              <p:cNvSpPr/>
              <p:nvPr/>
            </p:nvSpPr>
            <p:spPr>
              <a:xfrm>
                <a:off x="1380534" y="1569283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89" name="ph4589"/>
              <p:cNvSpPr/>
              <p:nvPr/>
            </p:nvSpPr>
            <p:spPr>
              <a:xfrm>
                <a:off x="1403318" y="1569283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90" name="ph4590"/>
              <p:cNvSpPr/>
              <p:nvPr/>
            </p:nvSpPr>
            <p:spPr>
              <a:xfrm>
                <a:off x="1426103" y="1569283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91" name="ph4591"/>
              <p:cNvSpPr/>
              <p:nvPr/>
            </p:nvSpPr>
            <p:spPr>
              <a:xfrm>
                <a:off x="1448887" y="1569283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92" name="ph4592"/>
              <p:cNvSpPr/>
              <p:nvPr/>
            </p:nvSpPr>
            <p:spPr>
              <a:xfrm>
                <a:off x="1471672" y="1569283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81D7B9">
                  <a:alpha val="100000"/>
                </a:srgbClr>
              </a:solidFill>
              <a:ln w="5420" cap="flat">
                <a:solidFill>
                  <a:srgbClr val="81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93" name="ph4593"/>
              <p:cNvSpPr/>
              <p:nvPr/>
            </p:nvSpPr>
            <p:spPr>
              <a:xfrm>
                <a:off x="1494456" y="1569283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399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399" y="943305"/>
                    </a:lnTo>
                    <a:close/>
                  </a:path>
                </a:pathLst>
              </a:custGeom>
              <a:solidFill>
                <a:srgbClr val="79D5B6">
                  <a:alpha val="100000"/>
                </a:srgbClr>
              </a:solidFill>
              <a:ln w="5420" cap="flat">
                <a:solidFill>
                  <a:srgbClr val="79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94" name="ph4594"/>
              <p:cNvSpPr/>
              <p:nvPr/>
            </p:nvSpPr>
            <p:spPr>
              <a:xfrm>
                <a:off x="1517241" y="1569283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6BD1B0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95" name="ph4595"/>
              <p:cNvSpPr/>
              <p:nvPr/>
            </p:nvSpPr>
            <p:spPr>
              <a:xfrm>
                <a:off x="1540025" y="1569283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96" name="ph4596"/>
              <p:cNvSpPr/>
              <p:nvPr/>
            </p:nvSpPr>
            <p:spPr>
              <a:xfrm>
                <a:off x="1562810" y="1569283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97" name="ph4597"/>
              <p:cNvSpPr/>
              <p:nvPr/>
            </p:nvSpPr>
            <p:spPr>
              <a:xfrm>
                <a:off x="1585595" y="1569283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98" name="ph4598"/>
              <p:cNvSpPr/>
              <p:nvPr/>
            </p:nvSpPr>
            <p:spPr>
              <a:xfrm>
                <a:off x="1608379" y="1569283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599" name="ph4599"/>
              <p:cNvSpPr/>
              <p:nvPr/>
            </p:nvSpPr>
            <p:spPr>
              <a:xfrm>
                <a:off x="1357749" y="1598189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00" name="ph4600"/>
              <p:cNvSpPr/>
              <p:nvPr/>
            </p:nvSpPr>
            <p:spPr>
              <a:xfrm>
                <a:off x="1380534" y="1598189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01" name="ph4601"/>
              <p:cNvSpPr/>
              <p:nvPr/>
            </p:nvSpPr>
            <p:spPr>
              <a:xfrm>
                <a:off x="1403318" y="1598189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02" name="ph4602"/>
              <p:cNvSpPr/>
              <p:nvPr/>
            </p:nvSpPr>
            <p:spPr>
              <a:xfrm>
                <a:off x="1426103" y="1598189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03" name="ph4603"/>
              <p:cNvSpPr/>
              <p:nvPr/>
            </p:nvSpPr>
            <p:spPr>
              <a:xfrm>
                <a:off x="1448887" y="1598189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04" name="ph4604"/>
              <p:cNvSpPr/>
              <p:nvPr/>
            </p:nvSpPr>
            <p:spPr>
              <a:xfrm>
                <a:off x="1471672" y="1598189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6CD1B0">
                  <a:alpha val="100000"/>
                </a:srgbClr>
              </a:solidFill>
              <a:ln w="5420" cap="flat">
                <a:solidFill>
                  <a:srgbClr val="6C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05" name="ph4605"/>
              <p:cNvSpPr/>
              <p:nvPr/>
            </p:nvSpPr>
            <p:spPr>
              <a:xfrm>
                <a:off x="1494456" y="1598189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399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399" y="943305"/>
                    </a:lnTo>
                    <a:close/>
                  </a:path>
                </a:pathLst>
              </a:custGeom>
              <a:solidFill>
                <a:srgbClr val="6AD1B0">
                  <a:alpha val="100000"/>
                </a:srgbClr>
              </a:solidFill>
              <a:ln w="5420" cap="flat">
                <a:solidFill>
                  <a:srgbClr val="6A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06" name="ph4606"/>
              <p:cNvSpPr/>
              <p:nvPr/>
            </p:nvSpPr>
            <p:spPr>
              <a:xfrm>
                <a:off x="1517241" y="1598189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07" name="ph4607"/>
              <p:cNvSpPr/>
              <p:nvPr/>
            </p:nvSpPr>
            <p:spPr>
              <a:xfrm>
                <a:off x="1540025" y="1598189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08" name="ph4608"/>
              <p:cNvSpPr/>
              <p:nvPr/>
            </p:nvSpPr>
            <p:spPr>
              <a:xfrm>
                <a:off x="1562810" y="1598189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09" name="ph4609"/>
              <p:cNvSpPr/>
              <p:nvPr/>
            </p:nvSpPr>
            <p:spPr>
              <a:xfrm>
                <a:off x="1585595" y="1598189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7BFAB">
                  <a:alpha val="100000"/>
                </a:srgbClr>
              </a:solidFill>
              <a:ln w="5420" cap="flat">
                <a:solidFill>
                  <a:srgbClr val="57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10" name="ph4610"/>
              <p:cNvSpPr/>
              <p:nvPr/>
            </p:nvSpPr>
            <p:spPr>
              <a:xfrm>
                <a:off x="1608379" y="1598189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11" name="ph4611"/>
              <p:cNvSpPr/>
              <p:nvPr/>
            </p:nvSpPr>
            <p:spPr>
              <a:xfrm>
                <a:off x="1403318" y="1627095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12" name="ph4612"/>
              <p:cNvSpPr/>
              <p:nvPr/>
            </p:nvSpPr>
            <p:spPr>
              <a:xfrm>
                <a:off x="1426103" y="1627095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13" name="ph4613"/>
              <p:cNvSpPr/>
              <p:nvPr/>
            </p:nvSpPr>
            <p:spPr>
              <a:xfrm>
                <a:off x="1448887" y="1627095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14" name="ph4614"/>
              <p:cNvSpPr/>
              <p:nvPr/>
            </p:nvSpPr>
            <p:spPr>
              <a:xfrm>
                <a:off x="1471672" y="1627095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15" name="ph4615"/>
              <p:cNvSpPr/>
              <p:nvPr/>
            </p:nvSpPr>
            <p:spPr>
              <a:xfrm>
                <a:off x="1494456" y="1627095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399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399" y="943305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16" name="ph4616"/>
              <p:cNvSpPr/>
              <p:nvPr/>
            </p:nvSpPr>
            <p:spPr>
              <a:xfrm>
                <a:off x="1517241" y="1627095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17" name="ph4617"/>
              <p:cNvSpPr/>
              <p:nvPr/>
            </p:nvSpPr>
            <p:spPr>
              <a:xfrm>
                <a:off x="1540025" y="1627095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18" name="ph4618"/>
              <p:cNvSpPr/>
              <p:nvPr/>
            </p:nvSpPr>
            <p:spPr>
              <a:xfrm>
                <a:off x="1562810" y="1627095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19" name="ph4619"/>
              <p:cNvSpPr/>
              <p:nvPr/>
            </p:nvSpPr>
            <p:spPr>
              <a:xfrm>
                <a:off x="1585595" y="1627095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7BFAB">
                  <a:alpha val="100000"/>
                </a:srgbClr>
              </a:solidFill>
              <a:ln w="5420" cap="flat">
                <a:solidFill>
                  <a:srgbClr val="57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20" name="ph4620"/>
              <p:cNvSpPr/>
              <p:nvPr/>
            </p:nvSpPr>
            <p:spPr>
              <a:xfrm>
                <a:off x="1608379" y="1627095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21" name="ph4621"/>
              <p:cNvSpPr/>
              <p:nvPr/>
            </p:nvSpPr>
            <p:spPr>
              <a:xfrm>
                <a:off x="1426103" y="1656000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22" name="ph4622"/>
              <p:cNvSpPr/>
              <p:nvPr/>
            </p:nvSpPr>
            <p:spPr>
              <a:xfrm>
                <a:off x="1448887" y="1656000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23" name="ph4623"/>
              <p:cNvSpPr/>
              <p:nvPr/>
            </p:nvSpPr>
            <p:spPr>
              <a:xfrm>
                <a:off x="1471672" y="1656000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24" name="ph4624"/>
              <p:cNvSpPr/>
              <p:nvPr/>
            </p:nvSpPr>
            <p:spPr>
              <a:xfrm>
                <a:off x="1494456" y="1656000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399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399" y="943305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25" name="ph4625"/>
              <p:cNvSpPr/>
              <p:nvPr/>
            </p:nvSpPr>
            <p:spPr>
              <a:xfrm>
                <a:off x="1517241" y="1656000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26" name="ph4626"/>
              <p:cNvSpPr/>
              <p:nvPr/>
            </p:nvSpPr>
            <p:spPr>
              <a:xfrm>
                <a:off x="1540025" y="1656000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27" name="ph4627"/>
              <p:cNvSpPr/>
              <p:nvPr/>
            </p:nvSpPr>
            <p:spPr>
              <a:xfrm>
                <a:off x="1562810" y="1656000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28" name="ph4628"/>
              <p:cNvSpPr/>
              <p:nvPr/>
            </p:nvSpPr>
            <p:spPr>
              <a:xfrm>
                <a:off x="1585595" y="1656000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29" name="ph4629"/>
              <p:cNvSpPr/>
              <p:nvPr/>
            </p:nvSpPr>
            <p:spPr>
              <a:xfrm>
                <a:off x="1608379" y="1656000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30" name="ph4630"/>
              <p:cNvSpPr/>
              <p:nvPr/>
            </p:nvSpPr>
            <p:spPr>
              <a:xfrm>
                <a:off x="1448887" y="1684906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31" name="ph4631"/>
              <p:cNvSpPr/>
              <p:nvPr/>
            </p:nvSpPr>
            <p:spPr>
              <a:xfrm>
                <a:off x="1471672" y="1684906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32" name="ph4632"/>
              <p:cNvSpPr/>
              <p:nvPr/>
            </p:nvSpPr>
            <p:spPr>
              <a:xfrm>
                <a:off x="1494456" y="1684906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399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399" y="943305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33" name="ph4633"/>
              <p:cNvSpPr/>
              <p:nvPr/>
            </p:nvSpPr>
            <p:spPr>
              <a:xfrm>
                <a:off x="1517241" y="1684906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34" name="ph4634"/>
              <p:cNvSpPr/>
              <p:nvPr/>
            </p:nvSpPr>
            <p:spPr>
              <a:xfrm>
                <a:off x="1540025" y="1684906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35" name="ph4635"/>
              <p:cNvSpPr/>
              <p:nvPr/>
            </p:nvSpPr>
            <p:spPr>
              <a:xfrm>
                <a:off x="1562810" y="1684906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36" name="ph4636"/>
              <p:cNvSpPr/>
              <p:nvPr/>
            </p:nvSpPr>
            <p:spPr>
              <a:xfrm>
                <a:off x="1585595" y="1684906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37" name="ph4637"/>
              <p:cNvSpPr/>
              <p:nvPr/>
            </p:nvSpPr>
            <p:spPr>
              <a:xfrm>
                <a:off x="1608379" y="1684906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38" name="ph4638"/>
              <p:cNvSpPr/>
              <p:nvPr/>
            </p:nvSpPr>
            <p:spPr>
              <a:xfrm>
                <a:off x="1631164" y="1684906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39" name="ph4639"/>
              <p:cNvSpPr/>
              <p:nvPr/>
            </p:nvSpPr>
            <p:spPr>
              <a:xfrm>
                <a:off x="1517241" y="1713812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40" name="ph4640"/>
              <p:cNvSpPr/>
              <p:nvPr/>
            </p:nvSpPr>
            <p:spPr>
              <a:xfrm>
                <a:off x="1540025" y="1713812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7BFAB">
                  <a:alpha val="100000"/>
                </a:srgbClr>
              </a:solidFill>
              <a:ln w="5420" cap="flat">
                <a:solidFill>
                  <a:srgbClr val="57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41" name="ph4641"/>
              <p:cNvSpPr/>
              <p:nvPr/>
            </p:nvSpPr>
            <p:spPr>
              <a:xfrm>
                <a:off x="1562810" y="1713812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42" name="ph4642"/>
              <p:cNvSpPr/>
              <p:nvPr/>
            </p:nvSpPr>
            <p:spPr>
              <a:xfrm>
                <a:off x="1585595" y="1713812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43" name="ph4643"/>
              <p:cNvSpPr/>
              <p:nvPr/>
            </p:nvSpPr>
            <p:spPr>
              <a:xfrm>
                <a:off x="1608379" y="1713812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2BAAB">
                  <a:alpha val="100000"/>
                </a:srgbClr>
              </a:solidFill>
              <a:ln w="5420" cap="flat">
                <a:solidFill>
                  <a:srgbClr val="52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44" name="ph4644"/>
              <p:cNvSpPr/>
              <p:nvPr/>
            </p:nvSpPr>
            <p:spPr>
              <a:xfrm>
                <a:off x="1631164" y="1713812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45" name="ph4645"/>
              <p:cNvSpPr/>
              <p:nvPr/>
            </p:nvSpPr>
            <p:spPr>
              <a:xfrm>
                <a:off x="1403318" y="1742718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46" name="ph4646"/>
              <p:cNvSpPr/>
              <p:nvPr/>
            </p:nvSpPr>
            <p:spPr>
              <a:xfrm>
                <a:off x="1494456" y="1742718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399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399" y="943305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47" name="ph4647"/>
              <p:cNvSpPr/>
              <p:nvPr/>
            </p:nvSpPr>
            <p:spPr>
              <a:xfrm>
                <a:off x="1517241" y="1742718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48" name="ph4648"/>
              <p:cNvSpPr/>
              <p:nvPr/>
            </p:nvSpPr>
            <p:spPr>
              <a:xfrm>
                <a:off x="1540025" y="1742718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49" name="ph4649"/>
              <p:cNvSpPr/>
              <p:nvPr/>
            </p:nvSpPr>
            <p:spPr>
              <a:xfrm>
                <a:off x="1562810" y="1742718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50" name="ph4650"/>
              <p:cNvSpPr/>
              <p:nvPr/>
            </p:nvSpPr>
            <p:spPr>
              <a:xfrm>
                <a:off x="1585595" y="1742718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51" name="ph4651"/>
              <p:cNvSpPr/>
              <p:nvPr/>
            </p:nvSpPr>
            <p:spPr>
              <a:xfrm>
                <a:off x="1608379" y="1742718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2B8AB">
                  <a:alpha val="100000"/>
                </a:srgbClr>
              </a:solidFill>
              <a:ln w="5420" cap="flat">
                <a:solidFill>
                  <a:srgbClr val="52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52" name="ph4652"/>
              <p:cNvSpPr/>
              <p:nvPr/>
            </p:nvSpPr>
            <p:spPr>
              <a:xfrm>
                <a:off x="1631164" y="1742718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53" name="ph4653"/>
              <p:cNvSpPr/>
              <p:nvPr/>
            </p:nvSpPr>
            <p:spPr>
              <a:xfrm>
                <a:off x="1380534" y="1771624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54" name="ph4654"/>
              <p:cNvSpPr/>
              <p:nvPr/>
            </p:nvSpPr>
            <p:spPr>
              <a:xfrm>
                <a:off x="1403318" y="1771624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55" name="ph4655"/>
              <p:cNvSpPr/>
              <p:nvPr/>
            </p:nvSpPr>
            <p:spPr>
              <a:xfrm>
                <a:off x="1426103" y="1771624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56" name="ph4656"/>
              <p:cNvSpPr/>
              <p:nvPr/>
            </p:nvSpPr>
            <p:spPr>
              <a:xfrm>
                <a:off x="1448887" y="1771624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57" name="ph4657"/>
              <p:cNvSpPr/>
              <p:nvPr/>
            </p:nvSpPr>
            <p:spPr>
              <a:xfrm>
                <a:off x="1471672" y="1771624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58" name="ph4658"/>
              <p:cNvSpPr/>
              <p:nvPr/>
            </p:nvSpPr>
            <p:spPr>
              <a:xfrm>
                <a:off x="1494456" y="1771624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399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399" y="943305"/>
                    </a:lnTo>
                    <a:close/>
                  </a:path>
                </a:pathLst>
              </a:custGeom>
              <a:solidFill>
                <a:srgbClr val="54BDAB">
                  <a:alpha val="100000"/>
                </a:srgbClr>
              </a:solidFill>
              <a:ln w="5420" cap="flat">
                <a:solidFill>
                  <a:srgbClr val="54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59" name="ph4659"/>
              <p:cNvSpPr/>
              <p:nvPr/>
            </p:nvSpPr>
            <p:spPr>
              <a:xfrm>
                <a:off x="1517241" y="1771624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60" name="ph4660"/>
              <p:cNvSpPr/>
              <p:nvPr/>
            </p:nvSpPr>
            <p:spPr>
              <a:xfrm>
                <a:off x="1540025" y="1771624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61" name="ph4661"/>
              <p:cNvSpPr/>
              <p:nvPr/>
            </p:nvSpPr>
            <p:spPr>
              <a:xfrm>
                <a:off x="1562810" y="1771624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2BAAB">
                  <a:alpha val="100000"/>
                </a:srgbClr>
              </a:solidFill>
              <a:ln w="5420" cap="flat">
                <a:solidFill>
                  <a:srgbClr val="52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62" name="ph4662"/>
              <p:cNvSpPr/>
              <p:nvPr/>
            </p:nvSpPr>
            <p:spPr>
              <a:xfrm>
                <a:off x="1585595" y="1771624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63" name="ph4663"/>
              <p:cNvSpPr/>
              <p:nvPr/>
            </p:nvSpPr>
            <p:spPr>
              <a:xfrm>
                <a:off x="1608379" y="1771624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64" name="ph4664"/>
              <p:cNvSpPr/>
              <p:nvPr/>
            </p:nvSpPr>
            <p:spPr>
              <a:xfrm>
                <a:off x="1631164" y="1771624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4FB6AB">
                  <a:alpha val="100000"/>
                </a:srgbClr>
              </a:solidFill>
              <a:ln w="5420" cap="flat">
                <a:solidFill>
                  <a:srgbClr val="4F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65" name="ph4665"/>
              <p:cNvSpPr/>
              <p:nvPr/>
            </p:nvSpPr>
            <p:spPr>
              <a:xfrm>
                <a:off x="1357749" y="1800530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66" name="ph4666"/>
              <p:cNvSpPr/>
              <p:nvPr/>
            </p:nvSpPr>
            <p:spPr>
              <a:xfrm>
                <a:off x="1380534" y="1800530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67" name="ph4667"/>
              <p:cNvSpPr/>
              <p:nvPr/>
            </p:nvSpPr>
            <p:spPr>
              <a:xfrm>
                <a:off x="1403318" y="1800530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68" name="ph4668"/>
              <p:cNvSpPr/>
              <p:nvPr/>
            </p:nvSpPr>
            <p:spPr>
              <a:xfrm>
                <a:off x="1426103" y="1800530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69" name="ph4669"/>
              <p:cNvSpPr/>
              <p:nvPr/>
            </p:nvSpPr>
            <p:spPr>
              <a:xfrm>
                <a:off x="1448887" y="1800530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70" name="ph4670"/>
              <p:cNvSpPr/>
              <p:nvPr/>
            </p:nvSpPr>
            <p:spPr>
              <a:xfrm>
                <a:off x="1471672" y="1800530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71" name="ph4671"/>
              <p:cNvSpPr/>
              <p:nvPr/>
            </p:nvSpPr>
            <p:spPr>
              <a:xfrm>
                <a:off x="1494456" y="1800530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399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399" y="943305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72" name="ph4672"/>
              <p:cNvSpPr/>
              <p:nvPr/>
            </p:nvSpPr>
            <p:spPr>
              <a:xfrm>
                <a:off x="1517241" y="1800530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73" name="ph4673"/>
              <p:cNvSpPr/>
              <p:nvPr/>
            </p:nvSpPr>
            <p:spPr>
              <a:xfrm>
                <a:off x="1540025" y="1800530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74" name="ph4674"/>
              <p:cNvSpPr/>
              <p:nvPr/>
            </p:nvSpPr>
            <p:spPr>
              <a:xfrm>
                <a:off x="1562810" y="1800530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4FB6AB">
                  <a:alpha val="100000"/>
                </a:srgbClr>
              </a:solidFill>
              <a:ln w="5420" cap="flat">
                <a:solidFill>
                  <a:srgbClr val="4F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75" name="ph4675"/>
              <p:cNvSpPr/>
              <p:nvPr/>
            </p:nvSpPr>
            <p:spPr>
              <a:xfrm>
                <a:off x="1585595" y="1800530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76" name="ph4676"/>
              <p:cNvSpPr/>
              <p:nvPr/>
            </p:nvSpPr>
            <p:spPr>
              <a:xfrm>
                <a:off x="1608379" y="1800530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77" name="ph4677"/>
              <p:cNvSpPr/>
              <p:nvPr/>
            </p:nvSpPr>
            <p:spPr>
              <a:xfrm>
                <a:off x="1631164" y="1800530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78" name="ph4678"/>
              <p:cNvSpPr/>
              <p:nvPr/>
            </p:nvSpPr>
            <p:spPr>
              <a:xfrm>
                <a:off x="1653948" y="1800530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79" name="ph4679"/>
              <p:cNvSpPr/>
              <p:nvPr/>
            </p:nvSpPr>
            <p:spPr>
              <a:xfrm>
                <a:off x="1357749" y="1829436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80" name="ph4680"/>
              <p:cNvSpPr/>
              <p:nvPr/>
            </p:nvSpPr>
            <p:spPr>
              <a:xfrm>
                <a:off x="1380534" y="1829436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81" name="ph4681"/>
              <p:cNvSpPr/>
              <p:nvPr/>
            </p:nvSpPr>
            <p:spPr>
              <a:xfrm>
                <a:off x="1403318" y="1829436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82" name="ph4682"/>
              <p:cNvSpPr/>
              <p:nvPr/>
            </p:nvSpPr>
            <p:spPr>
              <a:xfrm>
                <a:off x="1426103" y="1829436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83" name="ph4683"/>
              <p:cNvSpPr/>
              <p:nvPr/>
            </p:nvSpPr>
            <p:spPr>
              <a:xfrm>
                <a:off x="1448887" y="1829436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84" name="ph4684"/>
              <p:cNvSpPr/>
              <p:nvPr/>
            </p:nvSpPr>
            <p:spPr>
              <a:xfrm>
                <a:off x="1471672" y="1829436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85" name="ph4685"/>
              <p:cNvSpPr/>
              <p:nvPr/>
            </p:nvSpPr>
            <p:spPr>
              <a:xfrm>
                <a:off x="1494456" y="1829436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399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399" y="943305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86" name="ph4686"/>
              <p:cNvSpPr/>
              <p:nvPr/>
            </p:nvSpPr>
            <p:spPr>
              <a:xfrm>
                <a:off x="1517241" y="1829436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87" name="ph4687"/>
              <p:cNvSpPr/>
              <p:nvPr/>
            </p:nvSpPr>
            <p:spPr>
              <a:xfrm>
                <a:off x="1540025" y="1829436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4FB4AB">
                  <a:alpha val="100000"/>
                </a:srgbClr>
              </a:solidFill>
              <a:ln w="5420" cap="flat">
                <a:solidFill>
                  <a:srgbClr val="4F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88" name="ph4688"/>
              <p:cNvSpPr/>
              <p:nvPr/>
            </p:nvSpPr>
            <p:spPr>
              <a:xfrm>
                <a:off x="1562810" y="1829436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89" name="ph4689"/>
              <p:cNvSpPr/>
              <p:nvPr/>
            </p:nvSpPr>
            <p:spPr>
              <a:xfrm>
                <a:off x="1585595" y="1829436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90" name="ph4690"/>
              <p:cNvSpPr/>
              <p:nvPr/>
            </p:nvSpPr>
            <p:spPr>
              <a:xfrm>
                <a:off x="1608379" y="1829436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91" name="ph4691"/>
              <p:cNvSpPr/>
              <p:nvPr/>
            </p:nvSpPr>
            <p:spPr>
              <a:xfrm>
                <a:off x="1631164" y="1829436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92" name="ph4692"/>
              <p:cNvSpPr/>
              <p:nvPr/>
            </p:nvSpPr>
            <p:spPr>
              <a:xfrm>
                <a:off x="1653948" y="1829436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93" name="ph4693"/>
              <p:cNvSpPr/>
              <p:nvPr/>
            </p:nvSpPr>
            <p:spPr>
              <a:xfrm>
                <a:off x="1676733" y="1829436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94" name="ph4694"/>
              <p:cNvSpPr/>
              <p:nvPr/>
            </p:nvSpPr>
            <p:spPr>
              <a:xfrm>
                <a:off x="1357749" y="1858342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95" name="ph4695"/>
              <p:cNvSpPr/>
              <p:nvPr/>
            </p:nvSpPr>
            <p:spPr>
              <a:xfrm>
                <a:off x="1380534" y="1858342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96" name="ph4696"/>
              <p:cNvSpPr/>
              <p:nvPr/>
            </p:nvSpPr>
            <p:spPr>
              <a:xfrm>
                <a:off x="1403318" y="1858342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97" name="ph4697"/>
              <p:cNvSpPr/>
              <p:nvPr/>
            </p:nvSpPr>
            <p:spPr>
              <a:xfrm>
                <a:off x="1426103" y="1858342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98" name="ph4698"/>
              <p:cNvSpPr/>
              <p:nvPr/>
            </p:nvSpPr>
            <p:spPr>
              <a:xfrm>
                <a:off x="1448887" y="1858342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699" name="ph4699"/>
              <p:cNvSpPr/>
              <p:nvPr/>
            </p:nvSpPr>
            <p:spPr>
              <a:xfrm>
                <a:off x="1471672" y="1858342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00" name="ph4700"/>
              <p:cNvSpPr/>
              <p:nvPr/>
            </p:nvSpPr>
            <p:spPr>
              <a:xfrm>
                <a:off x="1494456" y="1858342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399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399" y="943305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01" name="ph4701"/>
              <p:cNvSpPr/>
              <p:nvPr/>
            </p:nvSpPr>
            <p:spPr>
              <a:xfrm>
                <a:off x="1517241" y="1858342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02" name="ph4702"/>
              <p:cNvSpPr/>
              <p:nvPr/>
            </p:nvSpPr>
            <p:spPr>
              <a:xfrm>
                <a:off x="1540025" y="1858342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03" name="ph4703"/>
              <p:cNvSpPr/>
              <p:nvPr/>
            </p:nvSpPr>
            <p:spPr>
              <a:xfrm>
                <a:off x="1562810" y="1858342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04" name="ph4704"/>
              <p:cNvSpPr/>
              <p:nvPr/>
            </p:nvSpPr>
            <p:spPr>
              <a:xfrm>
                <a:off x="1585595" y="1858342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05" name="ph4705"/>
              <p:cNvSpPr/>
              <p:nvPr/>
            </p:nvSpPr>
            <p:spPr>
              <a:xfrm>
                <a:off x="1608379" y="1858342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06" name="ph4706"/>
              <p:cNvSpPr/>
              <p:nvPr/>
            </p:nvSpPr>
            <p:spPr>
              <a:xfrm>
                <a:off x="1631164" y="1858342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07" name="ph4707"/>
              <p:cNvSpPr/>
              <p:nvPr/>
            </p:nvSpPr>
            <p:spPr>
              <a:xfrm>
                <a:off x="1653948" y="1858342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08" name="ph4708"/>
              <p:cNvSpPr/>
              <p:nvPr/>
            </p:nvSpPr>
            <p:spPr>
              <a:xfrm>
                <a:off x="1676733" y="1858342"/>
                <a:ext cx="937184" cy="943305"/>
              </a:xfrm>
              <a:custGeom>
                <a:avLst/>
                <a:gdLst/>
                <a:ahLst/>
                <a:cxnLst/>
                <a:rect l="0" t="0" r="0" b="0"/>
                <a:pathLst>
                  <a:path w="937184" h="943305">
                    <a:moveTo>
                      <a:pt x="914400" y="914400"/>
                    </a:moveTo>
                    <a:lnTo>
                      <a:pt x="937184" y="914400"/>
                    </a:lnTo>
                    <a:lnTo>
                      <a:pt x="937184" y="943305"/>
                    </a:lnTo>
                    <a:lnTo>
                      <a:pt x="914400" y="943305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09" name="ph4709"/>
              <p:cNvSpPr/>
              <p:nvPr/>
            </p:nvSpPr>
            <p:spPr>
              <a:xfrm>
                <a:off x="1972693" y="849215"/>
                <a:ext cx="914858" cy="949866"/>
              </a:xfrm>
              <a:custGeom>
                <a:avLst/>
                <a:gdLst/>
                <a:ahLst/>
                <a:cxnLst/>
                <a:rect l="0" t="0" r="0" b="0"/>
                <a:pathLst>
                  <a:path w="914858" h="949866">
                    <a:moveTo>
                      <a:pt x="914400" y="914400"/>
                    </a:moveTo>
                    <a:lnTo>
                      <a:pt x="907975" y="949866"/>
                    </a:lnTo>
                    <a:lnTo>
                      <a:pt x="907135" y="939096"/>
                    </a:lnTo>
                    <a:lnTo>
                      <a:pt x="909830" y="910163"/>
                    </a:lnTo>
                    <a:lnTo>
                      <a:pt x="914858" y="91016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000000">
                    <a:alpha val="65098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10" name="ph4710"/>
              <p:cNvSpPr/>
              <p:nvPr/>
            </p:nvSpPr>
            <p:spPr>
              <a:xfrm>
                <a:off x="1958457" y="845249"/>
                <a:ext cx="914521" cy="1176499"/>
              </a:xfrm>
              <a:custGeom>
                <a:avLst/>
                <a:gdLst/>
                <a:ahLst/>
                <a:cxnLst/>
                <a:rect l="0" t="0" r="0" b="0"/>
                <a:pathLst>
                  <a:path w="914521" h="1176499">
                    <a:moveTo>
                      <a:pt x="914400" y="914400"/>
                    </a:moveTo>
                    <a:lnTo>
                      <a:pt x="902278" y="970005"/>
                    </a:lnTo>
                    <a:lnTo>
                      <a:pt x="885614" y="999644"/>
                    </a:lnTo>
                    <a:lnTo>
                      <a:pt x="870266" y="1020143"/>
                    </a:lnTo>
                    <a:lnTo>
                      <a:pt x="854431" y="1016754"/>
                    </a:lnTo>
                    <a:lnTo>
                      <a:pt x="857993" y="1033043"/>
                    </a:lnTo>
                    <a:lnTo>
                      <a:pt x="853642" y="1041528"/>
                    </a:lnTo>
                    <a:lnTo>
                      <a:pt x="849919" y="1059229"/>
                    </a:lnTo>
                    <a:lnTo>
                      <a:pt x="840479" y="1070961"/>
                    </a:lnTo>
                    <a:lnTo>
                      <a:pt x="831605" y="1069832"/>
                    </a:lnTo>
                    <a:lnTo>
                      <a:pt x="818857" y="1077918"/>
                    </a:lnTo>
                    <a:lnTo>
                      <a:pt x="813828" y="1084105"/>
                    </a:lnTo>
                    <a:lnTo>
                      <a:pt x="813454" y="1095953"/>
                    </a:lnTo>
                    <a:lnTo>
                      <a:pt x="804925" y="1106376"/>
                    </a:lnTo>
                    <a:lnTo>
                      <a:pt x="774146" y="1160518"/>
                    </a:lnTo>
                    <a:lnTo>
                      <a:pt x="747425" y="1176499"/>
                    </a:lnTo>
                    <a:lnTo>
                      <a:pt x="741031" y="1174176"/>
                    </a:lnTo>
                    <a:lnTo>
                      <a:pt x="748073" y="1148619"/>
                    </a:lnTo>
                    <a:lnTo>
                      <a:pt x="752899" y="1122780"/>
                    </a:lnTo>
                    <a:lnTo>
                      <a:pt x="736680" y="1111536"/>
                    </a:lnTo>
                    <a:lnTo>
                      <a:pt x="721159" y="1105593"/>
                    </a:lnTo>
                    <a:lnTo>
                      <a:pt x="703352" y="1106376"/>
                    </a:lnTo>
                    <a:lnTo>
                      <a:pt x="683683" y="1086287"/>
                    </a:lnTo>
                    <a:lnTo>
                      <a:pt x="658328" y="1071680"/>
                    </a:lnTo>
                    <a:lnTo>
                      <a:pt x="622936" y="1032158"/>
                    </a:lnTo>
                    <a:lnTo>
                      <a:pt x="623968" y="1021196"/>
                    </a:lnTo>
                    <a:lnTo>
                      <a:pt x="623077" y="1002802"/>
                    </a:lnTo>
                    <a:lnTo>
                      <a:pt x="633833" y="973741"/>
                    </a:lnTo>
                    <a:lnTo>
                      <a:pt x="644143" y="953421"/>
                    </a:lnTo>
                    <a:lnTo>
                      <a:pt x="658378" y="942896"/>
                    </a:lnTo>
                    <a:lnTo>
                      <a:pt x="699689" y="932177"/>
                    </a:lnTo>
                    <a:lnTo>
                      <a:pt x="710050" y="916055"/>
                    </a:lnTo>
                    <a:lnTo>
                      <a:pt x="710921" y="914129"/>
                    </a:lnTo>
                    <a:lnTo>
                      <a:pt x="914521" y="914129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000000">
                    <a:alpha val="65098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11" name="ph4711"/>
              <p:cNvSpPr/>
              <p:nvPr/>
            </p:nvSpPr>
            <p:spPr>
              <a:xfrm>
                <a:off x="1739781" y="856647"/>
                <a:ext cx="942800" cy="1933128"/>
              </a:xfrm>
              <a:custGeom>
                <a:avLst/>
                <a:gdLst/>
                <a:ahLst/>
                <a:cxnLst/>
                <a:rect l="0" t="0" r="0" b="0"/>
                <a:pathLst>
                  <a:path w="942800" h="1933128">
                    <a:moveTo>
                      <a:pt x="914400" y="914400"/>
                    </a:moveTo>
                    <a:lnTo>
                      <a:pt x="883743" y="922307"/>
                    </a:lnTo>
                    <a:lnTo>
                      <a:pt x="867220" y="931009"/>
                    </a:lnTo>
                    <a:lnTo>
                      <a:pt x="854006" y="944320"/>
                    </a:lnTo>
                    <a:lnTo>
                      <a:pt x="846185" y="961033"/>
                    </a:lnTo>
                    <a:lnTo>
                      <a:pt x="828479" y="981173"/>
                    </a:lnTo>
                    <a:lnTo>
                      <a:pt x="829724" y="994664"/>
                    </a:lnTo>
                    <a:lnTo>
                      <a:pt x="832688" y="1004252"/>
                    </a:lnTo>
                    <a:lnTo>
                      <a:pt x="831322" y="1024238"/>
                    </a:lnTo>
                    <a:lnTo>
                      <a:pt x="842523" y="1043723"/>
                    </a:lnTo>
                    <a:lnTo>
                      <a:pt x="864731" y="1075646"/>
                    </a:lnTo>
                    <a:lnTo>
                      <a:pt x="868971" y="1125232"/>
                    </a:lnTo>
                    <a:lnTo>
                      <a:pt x="885918" y="1158413"/>
                    </a:lnTo>
                    <a:lnTo>
                      <a:pt x="911890" y="1197101"/>
                    </a:lnTo>
                    <a:lnTo>
                      <a:pt x="931863" y="1208102"/>
                    </a:lnTo>
                    <a:lnTo>
                      <a:pt x="932834" y="1222491"/>
                    </a:lnTo>
                    <a:lnTo>
                      <a:pt x="923617" y="1246251"/>
                    </a:lnTo>
                    <a:lnTo>
                      <a:pt x="911465" y="1257110"/>
                    </a:lnTo>
                    <a:lnTo>
                      <a:pt x="927269" y="1254941"/>
                    </a:lnTo>
                    <a:lnTo>
                      <a:pt x="935141" y="1260370"/>
                    </a:lnTo>
                    <a:lnTo>
                      <a:pt x="942800" y="1280189"/>
                    </a:lnTo>
                    <a:lnTo>
                      <a:pt x="942203" y="1300419"/>
                    </a:lnTo>
                    <a:lnTo>
                      <a:pt x="939613" y="1311817"/>
                    </a:lnTo>
                    <a:lnTo>
                      <a:pt x="934827" y="1316361"/>
                    </a:lnTo>
                    <a:lnTo>
                      <a:pt x="935030" y="1304719"/>
                    </a:lnTo>
                    <a:lnTo>
                      <a:pt x="931640" y="1300676"/>
                    </a:lnTo>
                    <a:lnTo>
                      <a:pt x="926045" y="1305720"/>
                    </a:lnTo>
                    <a:lnTo>
                      <a:pt x="922423" y="1311471"/>
                    </a:lnTo>
                    <a:lnTo>
                      <a:pt x="920915" y="1334126"/>
                    </a:lnTo>
                    <a:lnTo>
                      <a:pt x="917081" y="1345448"/>
                    </a:lnTo>
                    <a:lnTo>
                      <a:pt x="903523" y="1348811"/>
                    </a:lnTo>
                    <a:lnTo>
                      <a:pt x="889773" y="1378539"/>
                    </a:lnTo>
                    <a:lnTo>
                      <a:pt x="876984" y="1395406"/>
                    </a:lnTo>
                    <a:lnTo>
                      <a:pt x="826658" y="1509454"/>
                    </a:lnTo>
                    <a:lnTo>
                      <a:pt x="828580" y="1528516"/>
                    </a:lnTo>
                    <a:lnTo>
                      <a:pt x="819373" y="1534652"/>
                    </a:lnTo>
                    <a:lnTo>
                      <a:pt x="805431" y="1539645"/>
                    </a:lnTo>
                    <a:lnTo>
                      <a:pt x="791326" y="1551043"/>
                    </a:lnTo>
                    <a:lnTo>
                      <a:pt x="781967" y="1563610"/>
                    </a:lnTo>
                    <a:lnTo>
                      <a:pt x="773276" y="1597407"/>
                    </a:lnTo>
                    <a:lnTo>
                      <a:pt x="756622" y="1635453"/>
                    </a:lnTo>
                    <a:lnTo>
                      <a:pt x="746231" y="1619601"/>
                    </a:lnTo>
                    <a:lnTo>
                      <a:pt x="743570" y="1606033"/>
                    </a:lnTo>
                    <a:lnTo>
                      <a:pt x="748194" y="1570644"/>
                    </a:lnTo>
                    <a:lnTo>
                      <a:pt x="766204" y="1512625"/>
                    </a:lnTo>
                    <a:lnTo>
                      <a:pt x="786045" y="1476556"/>
                    </a:lnTo>
                    <a:lnTo>
                      <a:pt x="801181" y="1459458"/>
                    </a:lnTo>
                    <a:lnTo>
                      <a:pt x="813626" y="1424608"/>
                    </a:lnTo>
                    <a:lnTo>
                      <a:pt x="797903" y="1419409"/>
                    </a:lnTo>
                    <a:lnTo>
                      <a:pt x="773934" y="1419974"/>
                    </a:lnTo>
                    <a:lnTo>
                      <a:pt x="778446" y="1403891"/>
                    </a:lnTo>
                    <a:lnTo>
                      <a:pt x="785438" y="1389720"/>
                    </a:lnTo>
                    <a:lnTo>
                      <a:pt x="772942" y="1375600"/>
                    </a:lnTo>
                    <a:lnTo>
                      <a:pt x="765546" y="1373803"/>
                    </a:lnTo>
                    <a:lnTo>
                      <a:pt x="757927" y="1368014"/>
                    </a:lnTo>
                    <a:lnTo>
                      <a:pt x="766862" y="1356256"/>
                    </a:lnTo>
                    <a:lnTo>
                      <a:pt x="771222" y="1343831"/>
                    </a:lnTo>
                    <a:lnTo>
                      <a:pt x="768561" y="1328710"/>
                    </a:lnTo>
                    <a:lnTo>
                      <a:pt x="772305" y="1317324"/>
                    </a:lnTo>
                    <a:lnTo>
                      <a:pt x="766062" y="1319044"/>
                    </a:lnTo>
                    <a:lnTo>
                      <a:pt x="756025" y="1331097"/>
                    </a:lnTo>
                    <a:lnTo>
                      <a:pt x="749783" y="1335911"/>
                    </a:lnTo>
                    <a:lnTo>
                      <a:pt x="745978" y="1325244"/>
                    </a:lnTo>
                    <a:lnTo>
                      <a:pt x="741638" y="1327657"/>
                    </a:lnTo>
                    <a:lnTo>
                      <a:pt x="738815" y="1334986"/>
                    </a:lnTo>
                    <a:lnTo>
                      <a:pt x="732410" y="1339017"/>
                    </a:lnTo>
                    <a:lnTo>
                      <a:pt x="718883" y="1328992"/>
                    </a:lnTo>
                    <a:lnTo>
                      <a:pt x="699163" y="1317517"/>
                    </a:lnTo>
                    <a:lnTo>
                      <a:pt x="688185" y="1297775"/>
                    </a:lnTo>
                    <a:lnTo>
                      <a:pt x="681922" y="1282474"/>
                    </a:lnTo>
                    <a:lnTo>
                      <a:pt x="688287" y="1254787"/>
                    </a:lnTo>
                    <a:lnTo>
                      <a:pt x="701915" y="1249870"/>
                    </a:lnTo>
                    <a:lnTo>
                      <a:pt x="719621" y="1254363"/>
                    </a:lnTo>
                    <a:lnTo>
                      <a:pt x="742832" y="1254325"/>
                    </a:lnTo>
                    <a:lnTo>
                      <a:pt x="739513" y="1248176"/>
                    </a:lnTo>
                    <a:lnTo>
                      <a:pt x="731227" y="1249190"/>
                    </a:lnTo>
                    <a:lnTo>
                      <a:pt x="706762" y="1226727"/>
                    </a:lnTo>
                    <a:lnTo>
                      <a:pt x="698890" y="1213159"/>
                    </a:lnTo>
                    <a:lnTo>
                      <a:pt x="685352" y="1209437"/>
                    </a:lnTo>
                    <a:lnTo>
                      <a:pt x="679181" y="1222478"/>
                    </a:lnTo>
                    <a:lnTo>
                      <a:pt x="672331" y="1225944"/>
                    </a:lnTo>
                    <a:lnTo>
                      <a:pt x="680789" y="1197409"/>
                    </a:lnTo>
                    <a:lnTo>
                      <a:pt x="691848" y="1196241"/>
                    </a:lnTo>
                    <a:lnTo>
                      <a:pt x="708178" y="1188334"/>
                    </a:lnTo>
                    <a:lnTo>
                      <a:pt x="703433" y="1171814"/>
                    </a:lnTo>
                    <a:lnTo>
                      <a:pt x="693123" y="1164588"/>
                    </a:lnTo>
                    <a:lnTo>
                      <a:pt x="674506" y="1173650"/>
                    </a:lnTo>
                    <a:lnTo>
                      <a:pt x="674729" y="1162033"/>
                    </a:lnTo>
                    <a:lnTo>
                      <a:pt x="678219" y="1147156"/>
                    </a:lnTo>
                    <a:lnTo>
                      <a:pt x="692253" y="1147207"/>
                    </a:lnTo>
                    <a:lnTo>
                      <a:pt x="704546" y="1152060"/>
                    </a:lnTo>
                    <a:lnTo>
                      <a:pt x="715008" y="1128030"/>
                    </a:lnTo>
                    <a:lnTo>
                      <a:pt x="715473" y="1117299"/>
                    </a:lnTo>
                    <a:lnTo>
                      <a:pt x="698091" y="1132895"/>
                    </a:lnTo>
                    <a:lnTo>
                      <a:pt x="694185" y="1099252"/>
                    </a:lnTo>
                    <a:lnTo>
                      <a:pt x="711294" y="1066802"/>
                    </a:lnTo>
                    <a:lnTo>
                      <a:pt x="727615" y="1052657"/>
                    </a:lnTo>
                    <a:lnTo>
                      <a:pt x="748002" y="1053068"/>
                    </a:lnTo>
                    <a:lnTo>
                      <a:pt x="768723" y="1050783"/>
                    </a:lnTo>
                    <a:lnTo>
                      <a:pt x="755722" y="1044840"/>
                    </a:lnTo>
                    <a:lnTo>
                      <a:pt x="742376" y="1041618"/>
                    </a:lnTo>
                    <a:lnTo>
                      <a:pt x="752403" y="1028795"/>
                    </a:lnTo>
                    <a:lnTo>
                      <a:pt x="760953" y="1026497"/>
                    </a:lnTo>
                    <a:lnTo>
                      <a:pt x="769351" y="1015317"/>
                    </a:lnTo>
                    <a:lnTo>
                      <a:pt x="749155" y="1016973"/>
                    </a:lnTo>
                    <a:lnTo>
                      <a:pt x="751533" y="995819"/>
                    </a:lnTo>
                    <a:lnTo>
                      <a:pt x="741719" y="1000119"/>
                    </a:lnTo>
                    <a:lnTo>
                      <a:pt x="729972" y="1002108"/>
                    </a:lnTo>
                    <a:lnTo>
                      <a:pt x="725399" y="1011081"/>
                    </a:lnTo>
                    <a:lnTo>
                      <a:pt x="726299" y="1025984"/>
                    </a:lnTo>
                    <a:lnTo>
                      <a:pt x="722869" y="1035765"/>
                    </a:lnTo>
                    <a:lnTo>
                      <a:pt x="713733" y="1043620"/>
                    </a:lnTo>
                    <a:lnTo>
                      <a:pt x="698303" y="1049743"/>
                    </a:lnTo>
                    <a:lnTo>
                      <a:pt x="696806" y="1039128"/>
                    </a:lnTo>
                    <a:lnTo>
                      <a:pt x="691706" y="1034314"/>
                    </a:lnTo>
                    <a:lnTo>
                      <a:pt x="689804" y="1057047"/>
                    </a:lnTo>
                    <a:lnTo>
                      <a:pt x="685757" y="1064774"/>
                    </a:lnTo>
                    <a:lnTo>
                      <a:pt x="674476" y="1043441"/>
                    </a:lnTo>
                    <a:lnTo>
                      <a:pt x="671086" y="1047741"/>
                    </a:lnTo>
                    <a:lnTo>
                      <a:pt x="671521" y="1053799"/>
                    </a:lnTo>
                    <a:lnTo>
                      <a:pt x="668638" y="1064274"/>
                    </a:lnTo>
                    <a:lnTo>
                      <a:pt x="658965" y="1069729"/>
                    </a:lnTo>
                    <a:lnTo>
                      <a:pt x="659562" y="1083155"/>
                    </a:lnTo>
                    <a:lnTo>
                      <a:pt x="655808" y="1090472"/>
                    </a:lnTo>
                    <a:lnTo>
                      <a:pt x="624828" y="1078817"/>
                    </a:lnTo>
                    <a:lnTo>
                      <a:pt x="624099" y="1082770"/>
                    </a:lnTo>
                    <a:lnTo>
                      <a:pt x="641623" y="1107903"/>
                    </a:lnTo>
                    <a:lnTo>
                      <a:pt x="654422" y="1116491"/>
                    </a:lnTo>
                    <a:lnTo>
                      <a:pt x="655980" y="1130200"/>
                    </a:lnTo>
                    <a:lnTo>
                      <a:pt x="644992" y="1141572"/>
                    </a:lnTo>
                    <a:lnTo>
                      <a:pt x="629836" y="1131753"/>
                    </a:lnTo>
                    <a:lnTo>
                      <a:pt x="627286" y="1132472"/>
                    </a:lnTo>
                    <a:lnTo>
                      <a:pt x="635522" y="1149313"/>
                    </a:lnTo>
                    <a:lnTo>
                      <a:pt x="640713" y="1164023"/>
                    </a:lnTo>
                    <a:lnTo>
                      <a:pt x="635370" y="1176345"/>
                    </a:lnTo>
                    <a:lnTo>
                      <a:pt x="636200" y="1191518"/>
                    </a:lnTo>
                    <a:lnTo>
                      <a:pt x="635047" y="1205278"/>
                    </a:lnTo>
                    <a:lnTo>
                      <a:pt x="631779" y="1217280"/>
                    </a:lnTo>
                    <a:lnTo>
                      <a:pt x="639144" y="1272603"/>
                    </a:lnTo>
                    <a:lnTo>
                      <a:pt x="648018" y="1287647"/>
                    </a:lnTo>
                    <a:lnTo>
                      <a:pt x="656739" y="1302036"/>
                    </a:lnTo>
                    <a:lnTo>
                      <a:pt x="661363" y="1315501"/>
                    </a:lnTo>
                    <a:lnTo>
                      <a:pt x="652105" y="1317465"/>
                    </a:lnTo>
                    <a:lnTo>
                      <a:pt x="637364" y="1306388"/>
                    </a:lnTo>
                    <a:lnTo>
                      <a:pt x="624413" y="1297942"/>
                    </a:lnTo>
                    <a:lnTo>
                      <a:pt x="608983" y="1270934"/>
                    </a:lnTo>
                    <a:lnTo>
                      <a:pt x="606433" y="1260152"/>
                    </a:lnTo>
                    <a:lnTo>
                      <a:pt x="602670" y="1251629"/>
                    </a:lnTo>
                    <a:lnTo>
                      <a:pt x="604491" y="1271204"/>
                    </a:lnTo>
                    <a:lnTo>
                      <a:pt x="609995" y="1293064"/>
                    </a:lnTo>
                    <a:lnTo>
                      <a:pt x="658318" y="1341982"/>
                    </a:lnTo>
                    <a:lnTo>
                      <a:pt x="667242" y="1360748"/>
                    </a:lnTo>
                    <a:lnTo>
                      <a:pt x="674041" y="1375497"/>
                    </a:lnTo>
                    <a:lnTo>
                      <a:pt x="672331" y="1389630"/>
                    </a:lnTo>
                    <a:lnTo>
                      <a:pt x="659734" y="1379630"/>
                    </a:lnTo>
                    <a:lnTo>
                      <a:pt x="648868" y="1366884"/>
                    </a:lnTo>
                    <a:lnTo>
                      <a:pt x="620022" y="1352482"/>
                    </a:lnTo>
                    <a:lnTo>
                      <a:pt x="583648" y="1343381"/>
                    </a:lnTo>
                    <a:lnTo>
                      <a:pt x="563139" y="1309905"/>
                    </a:lnTo>
                    <a:lnTo>
                      <a:pt x="563210" y="1323870"/>
                    </a:lnTo>
                    <a:lnTo>
                      <a:pt x="558657" y="1335718"/>
                    </a:lnTo>
                    <a:lnTo>
                      <a:pt x="546121" y="1321278"/>
                    </a:lnTo>
                    <a:lnTo>
                      <a:pt x="538219" y="1308955"/>
                    </a:lnTo>
                    <a:lnTo>
                      <a:pt x="535568" y="1295451"/>
                    </a:lnTo>
                    <a:lnTo>
                      <a:pt x="519916" y="1296376"/>
                    </a:lnTo>
                    <a:lnTo>
                      <a:pt x="503505" y="1308108"/>
                    </a:lnTo>
                    <a:lnTo>
                      <a:pt x="487630" y="1305322"/>
                    </a:lnTo>
                    <a:lnTo>
                      <a:pt x="485748" y="1282423"/>
                    </a:lnTo>
                    <a:lnTo>
                      <a:pt x="490038" y="1270293"/>
                    </a:lnTo>
                    <a:lnTo>
                      <a:pt x="507856" y="1241604"/>
                    </a:lnTo>
                    <a:lnTo>
                      <a:pt x="524641" y="1226958"/>
                    </a:lnTo>
                    <a:lnTo>
                      <a:pt x="532047" y="1208050"/>
                    </a:lnTo>
                    <a:lnTo>
                      <a:pt x="529518" y="1178733"/>
                    </a:lnTo>
                    <a:lnTo>
                      <a:pt x="526361" y="1208564"/>
                    </a:lnTo>
                    <a:lnTo>
                      <a:pt x="516769" y="1223351"/>
                    </a:lnTo>
                    <a:lnTo>
                      <a:pt x="501694" y="1234647"/>
                    </a:lnTo>
                    <a:lnTo>
                      <a:pt x="481853" y="1254774"/>
                    </a:lnTo>
                    <a:lnTo>
                      <a:pt x="477006" y="1273386"/>
                    </a:lnTo>
                    <a:lnTo>
                      <a:pt x="470814" y="1308236"/>
                    </a:lnTo>
                    <a:lnTo>
                      <a:pt x="479192" y="1320032"/>
                    </a:lnTo>
                    <a:lnTo>
                      <a:pt x="487751" y="1323113"/>
                    </a:lnTo>
                    <a:lnTo>
                      <a:pt x="513036" y="1315206"/>
                    </a:lnTo>
                    <a:lnTo>
                      <a:pt x="526118" y="1318736"/>
                    </a:lnTo>
                    <a:lnTo>
                      <a:pt x="555217" y="1360697"/>
                    </a:lnTo>
                    <a:lnTo>
                      <a:pt x="609398" y="1377294"/>
                    </a:lnTo>
                    <a:lnTo>
                      <a:pt x="629158" y="1387666"/>
                    </a:lnTo>
                    <a:lnTo>
                      <a:pt x="645266" y="1409564"/>
                    </a:lnTo>
                    <a:lnTo>
                      <a:pt x="669478" y="1422169"/>
                    </a:lnTo>
                    <a:lnTo>
                      <a:pt x="688266" y="1440486"/>
                    </a:lnTo>
                    <a:lnTo>
                      <a:pt x="688772" y="1452437"/>
                    </a:lnTo>
                    <a:lnTo>
                      <a:pt x="682266" y="1466569"/>
                    </a:lnTo>
                    <a:lnTo>
                      <a:pt x="679697" y="1485695"/>
                    </a:lnTo>
                    <a:lnTo>
                      <a:pt x="671714" y="1497761"/>
                    </a:lnTo>
                    <a:lnTo>
                      <a:pt x="652550" y="1499147"/>
                    </a:lnTo>
                    <a:lnTo>
                      <a:pt x="640976" y="1496041"/>
                    </a:lnTo>
                    <a:lnTo>
                      <a:pt x="578751" y="1428805"/>
                    </a:lnTo>
                    <a:lnTo>
                      <a:pt x="571325" y="1422618"/>
                    </a:lnTo>
                    <a:lnTo>
                      <a:pt x="548246" y="1387409"/>
                    </a:lnTo>
                    <a:lnTo>
                      <a:pt x="521171" y="1368553"/>
                    </a:lnTo>
                    <a:lnTo>
                      <a:pt x="512793" y="1368951"/>
                    </a:lnTo>
                    <a:lnTo>
                      <a:pt x="551332" y="1403826"/>
                    </a:lnTo>
                    <a:lnTo>
                      <a:pt x="567065" y="1428215"/>
                    </a:lnTo>
                    <a:lnTo>
                      <a:pt x="594778" y="1462410"/>
                    </a:lnTo>
                    <a:lnTo>
                      <a:pt x="614588" y="1476889"/>
                    </a:lnTo>
                    <a:lnTo>
                      <a:pt x="629168" y="1499481"/>
                    </a:lnTo>
                    <a:lnTo>
                      <a:pt x="642716" y="1510071"/>
                    </a:lnTo>
                    <a:lnTo>
                      <a:pt x="679707" y="1525153"/>
                    </a:lnTo>
                    <a:lnTo>
                      <a:pt x="666847" y="1535987"/>
                    </a:lnTo>
                    <a:lnTo>
                      <a:pt x="687376" y="1545216"/>
                    </a:lnTo>
                    <a:lnTo>
                      <a:pt x="690310" y="1562185"/>
                    </a:lnTo>
                    <a:lnTo>
                      <a:pt x="688428" y="1581529"/>
                    </a:lnTo>
                    <a:lnTo>
                      <a:pt x="659936" y="1573879"/>
                    </a:lnTo>
                    <a:lnTo>
                      <a:pt x="659006" y="1588127"/>
                    </a:lnTo>
                    <a:lnTo>
                      <a:pt x="661555" y="1596534"/>
                    </a:lnTo>
                    <a:lnTo>
                      <a:pt x="648969" y="1603479"/>
                    </a:lnTo>
                    <a:lnTo>
                      <a:pt x="631465" y="1594057"/>
                    </a:lnTo>
                    <a:lnTo>
                      <a:pt x="586016" y="1542520"/>
                    </a:lnTo>
                    <a:lnTo>
                      <a:pt x="586400" y="1549413"/>
                    </a:lnTo>
                    <a:lnTo>
                      <a:pt x="590083" y="1557410"/>
                    </a:lnTo>
                    <a:lnTo>
                      <a:pt x="616440" y="1590591"/>
                    </a:lnTo>
                    <a:lnTo>
                      <a:pt x="639964" y="1610487"/>
                    </a:lnTo>
                    <a:lnTo>
                      <a:pt x="659906" y="1619472"/>
                    </a:lnTo>
                    <a:lnTo>
                      <a:pt x="675275" y="1636147"/>
                    </a:lnTo>
                    <a:lnTo>
                      <a:pt x="680698" y="1646236"/>
                    </a:lnTo>
                    <a:lnTo>
                      <a:pt x="684320" y="1661536"/>
                    </a:lnTo>
                    <a:lnTo>
                      <a:pt x="672928" y="1671934"/>
                    </a:lnTo>
                    <a:lnTo>
                      <a:pt x="659957" y="1677671"/>
                    </a:lnTo>
                    <a:lnTo>
                      <a:pt x="647289" y="1667300"/>
                    </a:lnTo>
                    <a:lnTo>
                      <a:pt x="638001" y="1656376"/>
                    </a:lnTo>
                    <a:lnTo>
                      <a:pt x="618221" y="1637828"/>
                    </a:lnTo>
                    <a:lnTo>
                      <a:pt x="612292" y="1617098"/>
                    </a:lnTo>
                    <a:lnTo>
                      <a:pt x="597246" y="1618163"/>
                    </a:lnTo>
                    <a:lnTo>
                      <a:pt x="534364" y="1591875"/>
                    </a:lnTo>
                    <a:lnTo>
                      <a:pt x="483826" y="1588846"/>
                    </a:lnTo>
                    <a:lnTo>
                      <a:pt x="488763" y="1594134"/>
                    </a:lnTo>
                    <a:lnTo>
                      <a:pt x="495158" y="1597651"/>
                    </a:lnTo>
                    <a:lnTo>
                      <a:pt x="535406" y="1604133"/>
                    </a:lnTo>
                    <a:lnTo>
                      <a:pt x="551312" y="1616238"/>
                    </a:lnTo>
                    <a:lnTo>
                      <a:pt x="584417" y="1626982"/>
                    </a:lnTo>
                    <a:lnTo>
                      <a:pt x="603803" y="1629921"/>
                    </a:lnTo>
                    <a:lnTo>
                      <a:pt x="611664" y="1662923"/>
                    </a:lnTo>
                    <a:lnTo>
                      <a:pt x="638456" y="1685630"/>
                    </a:lnTo>
                    <a:lnTo>
                      <a:pt x="641937" y="1702458"/>
                    </a:lnTo>
                    <a:lnTo>
                      <a:pt x="660230" y="1704345"/>
                    </a:lnTo>
                    <a:lnTo>
                      <a:pt x="692415" y="1687837"/>
                    </a:lnTo>
                    <a:lnTo>
                      <a:pt x="713187" y="1693627"/>
                    </a:lnTo>
                    <a:lnTo>
                      <a:pt x="743145" y="1698350"/>
                    </a:lnTo>
                    <a:lnTo>
                      <a:pt x="749995" y="1711674"/>
                    </a:lnTo>
                    <a:lnTo>
                      <a:pt x="755135" y="1737025"/>
                    </a:lnTo>
                    <a:lnTo>
                      <a:pt x="765728" y="1765547"/>
                    </a:lnTo>
                    <a:lnTo>
                      <a:pt x="793198" y="1878004"/>
                    </a:lnTo>
                    <a:lnTo>
                      <a:pt x="817931" y="1933128"/>
                    </a:lnTo>
                    <a:lnTo>
                      <a:pt x="810458" y="1933128"/>
                    </a:lnTo>
                    <a:lnTo>
                      <a:pt x="799340" y="1911006"/>
                    </a:lnTo>
                    <a:lnTo>
                      <a:pt x="782443" y="1867016"/>
                    </a:lnTo>
                    <a:lnTo>
                      <a:pt x="765081" y="1789345"/>
                    </a:lnTo>
                    <a:lnTo>
                      <a:pt x="760042" y="1771952"/>
                    </a:lnTo>
                    <a:lnTo>
                      <a:pt x="754113" y="1765008"/>
                    </a:lnTo>
                    <a:lnTo>
                      <a:pt x="750208" y="1770656"/>
                    </a:lnTo>
                    <a:lnTo>
                      <a:pt x="748528" y="1780552"/>
                    </a:lnTo>
                    <a:lnTo>
                      <a:pt x="751361" y="1788151"/>
                    </a:lnTo>
                    <a:lnTo>
                      <a:pt x="744521" y="1813721"/>
                    </a:lnTo>
                    <a:lnTo>
                      <a:pt x="747486" y="1825453"/>
                    </a:lnTo>
                    <a:lnTo>
                      <a:pt x="758595" y="1837583"/>
                    </a:lnTo>
                    <a:lnTo>
                      <a:pt x="770666" y="1867851"/>
                    </a:lnTo>
                    <a:lnTo>
                      <a:pt x="780308" y="1908605"/>
                    </a:lnTo>
                    <a:lnTo>
                      <a:pt x="767266" y="1892085"/>
                    </a:lnTo>
                    <a:lnTo>
                      <a:pt x="753344" y="1883331"/>
                    </a:lnTo>
                    <a:lnTo>
                      <a:pt x="731682" y="1876618"/>
                    </a:lnTo>
                    <a:lnTo>
                      <a:pt x="712387" y="1864847"/>
                    </a:lnTo>
                    <a:lnTo>
                      <a:pt x="713794" y="1881726"/>
                    </a:lnTo>
                    <a:lnTo>
                      <a:pt x="711942" y="1899954"/>
                    </a:lnTo>
                    <a:lnTo>
                      <a:pt x="697069" y="1894396"/>
                    </a:lnTo>
                    <a:lnTo>
                      <a:pt x="686951" y="1888350"/>
                    </a:lnTo>
                    <a:lnTo>
                      <a:pt x="695905" y="1907771"/>
                    </a:lnTo>
                    <a:lnTo>
                      <a:pt x="676469" y="1901943"/>
                    </a:lnTo>
                    <a:lnTo>
                      <a:pt x="663518" y="1903163"/>
                    </a:lnTo>
                    <a:lnTo>
                      <a:pt x="655100" y="1920402"/>
                    </a:lnTo>
                    <a:lnTo>
                      <a:pt x="643809" y="1930863"/>
                    </a:lnTo>
                    <a:lnTo>
                      <a:pt x="632607" y="1933128"/>
                    </a:lnTo>
                    <a:lnTo>
                      <a:pt x="625369" y="1933128"/>
                    </a:lnTo>
                    <a:lnTo>
                      <a:pt x="602346" y="1918476"/>
                    </a:lnTo>
                    <a:lnTo>
                      <a:pt x="594322" y="1899338"/>
                    </a:lnTo>
                    <a:lnTo>
                      <a:pt x="591004" y="1878030"/>
                    </a:lnTo>
                    <a:lnTo>
                      <a:pt x="589678" y="1903227"/>
                    </a:lnTo>
                    <a:lnTo>
                      <a:pt x="594090" y="1929464"/>
                    </a:lnTo>
                    <a:lnTo>
                      <a:pt x="593805" y="1933128"/>
                    </a:lnTo>
                    <a:lnTo>
                      <a:pt x="358338" y="1933128"/>
                    </a:lnTo>
                    <a:lnTo>
                      <a:pt x="358338" y="902731"/>
                    </a:lnTo>
                    <a:lnTo>
                      <a:pt x="924640" y="902731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000000">
                    <a:alpha val="65098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12" name="ph4712"/>
              <p:cNvSpPr/>
              <p:nvPr/>
            </p:nvSpPr>
            <p:spPr>
              <a:xfrm>
                <a:off x="1930926" y="952700"/>
                <a:ext cx="944186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44186" h="914400">
                    <a:moveTo>
                      <a:pt x="914400" y="914400"/>
                    </a:moveTo>
                    <a:lnTo>
                      <a:pt x="913843" y="906749"/>
                    </a:lnTo>
                    <a:lnTo>
                      <a:pt x="944186" y="857343"/>
                    </a:lnTo>
                    <a:lnTo>
                      <a:pt x="938702" y="87460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000000">
                    <a:alpha val="65098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13" name="ph4713"/>
              <p:cNvSpPr/>
              <p:nvPr/>
            </p:nvSpPr>
            <p:spPr>
              <a:xfrm>
                <a:off x="1697185" y="1388382"/>
                <a:ext cx="972547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72547" h="914400">
                    <a:moveTo>
                      <a:pt x="914400" y="914400"/>
                    </a:moveTo>
                    <a:lnTo>
                      <a:pt x="946008" y="861759"/>
                    </a:lnTo>
                    <a:lnTo>
                      <a:pt x="964361" y="817654"/>
                    </a:lnTo>
                    <a:lnTo>
                      <a:pt x="972547" y="802405"/>
                    </a:lnTo>
                    <a:lnTo>
                      <a:pt x="964604" y="833314"/>
                    </a:lnTo>
                    <a:lnTo>
                      <a:pt x="950722" y="861733"/>
                    </a:lnTo>
                    <a:lnTo>
                      <a:pt x="923819" y="91013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000000">
                    <a:alpha val="65098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14" name="pt4714"/>
              <p:cNvSpPr/>
              <p:nvPr/>
            </p:nvSpPr>
            <p:spPr>
              <a:xfrm>
                <a:off x="2520841" y="2338335"/>
                <a:ext cx="63202" cy="63202"/>
              </a:xfrm>
              <a:prstGeom prst="ellipse">
                <a:avLst/>
              </a:prstGeom>
              <a:solidFill>
                <a:srgbClr val="378CA7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15" name="pt4715"/>
              <p:cNvSpPr/>
              <p:nvPr/>
            </p:nvSpPr>
            <p:spPr>
              <a:xfrm>
                <a:off x="2676441" y="1955321"/>
                <a:ext cx="63202" cy="63202"/>
              </a:xfrm>
              <a:prstGeom prst="ellipse">
                <a:avLst/>
              </a:prstGeom>
              <a:solidFill>
                <a:srgbClr val="5BC6AC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16" name="pt4716"/>
              <p:cNvSpPr/>
              <p:nvPr/>
            </p:nvSpPr>
            <p:spPr>
              <a:xfrm>
                <a:off x="2551299" y="1860386"/>
                <a:ext cx="63202" cy="63202"/>
              </a:xfrm>
              <a:prstGeom prst="ellipse">
                <a:avLst/>
              </a:prstGeom>
              <a:solidFill>
                <a:srgbClr val="3A81A4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17" name="pt4717"/>
              <p:cNvSpPr/>
              <p:nvPr/>
            </p:nvSpPr>
            <p:spPr>
              <a:xfrm>
                <a:off x="2248821" y="2148969"/>
                <a:ext cx="63202" cy="63202"/>
              </a:xfrm>
              <a:prstGeom prst="ellipse">
                <a:avLst/>
              </a:prstGeom>
              <a:solidFill>
                <a:srgbClr val="3690A7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18" name="pt4718"/>
              <p:cNvSpPr/>
              <p:nvPr/>
            </p:nvSpPr>
            <p:spPr>
              <a:xfrm>
                <a:off x="2328391" y="2215628"/>
                <a:ext cx="117405" cy="117405"/>
              </a:xfrm>
              <a:prstGeom prst="ellipse">
                <a:avLst/>
              </a:prstGeom>
              <a:solidFill>
                <a:srgbClr val="368FA7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19" name="pt4719"/>
              <p:cNvSpPr/>
              <p:nvPr/>
            </p:nvSpPr>
            <p:spPr>
              <a:xfrm>
                <a:off x="2320627" y="2408325"/>
                <a:ext cx="117405" cy="117405"/>
              </a:xfrm>
              <a:prstGeom prst="ellipse">
                <a:avLst/>
              </a:prstGeom>
              <a:solidFill>
                <a:srgbClr val="80D7B8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20" name="pt4720"/>
              <p:cNvSpPr/>
              <p:nvPr/>
            </p:nvSpPr>
            <p:spPr>
              <a:xfrm>
                <a:off x="2261026" y="2417863"/>
                <a:ext cx="117405" cy="117405"/>
              </a:xfrm>
              <a:prstGeom prst="ellipse">
                <a:avLst/>
              </a:prstGeom>
              <a:solidFill>
                <a:srgbClr val="4CB1AB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30" name="rc4730"/>
              <p:cNvSpPr/>
              <p:nvPr/>
            </p:nvSpPr>
            <p:spPr>
              <a:xfrm>
                <a:off x="2045346" y="1707859"/>
                <a:ext cx="1161025" cy="1133437"/>
              </a:xfrm>
              <a:prstGeom prst="rect">
                <a:avLst/>
              </a:prstGeom>
              <a:noFill/>
              <a:ln w="127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</p:grpSp>
        <p:grpSp>
          <p:nvGrpSpPr>
            <p:cNvPr id="4731" name="Group 4730">
              <a:extLst>
                <a:ext uri="{FF2B5EF4-FFF2-40B4-BE49-F238E27FC236}">
                  <a16:creationId xmlns:a16="http://schemas.microsoft.com/office/drawing/2014/main" id="{4A6FCA80-CC7E-3231-2DE8-D8F5051C8AF4}"/>
                </a:ext>
              </a:extLst>
            </p:cNvPr>
            <p:cNvGrpSpPr/>
            <p:nvPr/>
          </p:nvGrpSpPr>
          <p:grpSpPr>
            <a:xfrm>
              <a:off x="3234274" y="2040970"/>
              <a:ext cx="1382554" cy="1308090"/>
              <a:chOff x="2195736" y="1597680"/>
              <a:chExt cx="1152128" cy="1090074"/>
            </a:xfrm>
          </p:grpSpPr>
          <p:sp>
            <p:nvSpPr>
              <p:cNvPr id="4732" name="pl4739">
                <a:extLst>
                  <a:ext uri="{FF2B5EF4-FFF2-40B4-BE49-F238E27FC236}">
                    <a16:creationId xmlns:a16="http://schemas.microsoft.com/office/drawing/2014/main" id="{23898350-4E33-B9FE-5D6A-19EC77A6FF49}"/>
                  </a:ext>
                </a:extLst>
              </p:cNvPr>
              <p:cNvSpPr/>
              <p:nvPr/>
            </p:nvSpPr>
            <p:spPr>
              <a:xfrm>
                <a:off x="2483768" y="1715197"/>
                <a:ext cx="101485" cy="458547"/>
              </a:xfrm>
              <a:custGeom>
                <a:avLst/>
                <a:gdLst/>
                <a:ahLst/>
                <a:cxnLst/>
                <a:rect l="0" t="0" r="0" b="0"/>
                <a:pathLst>
                  <a:path w="115465" h="404083">
                    <a:moveTo>
                      <a:pt x="115465" y="0"/>
                    </a:moveTo>
                    <a:lnTo>
                      <a:pt x="0" y="404083"/>
                    </a:lnTo>
                  </a:path>
                </a:pathLst>
              </a:custGeom>
              <a:ln w="1355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33" name="pl4740">
                <a:extLst>
                  <a:ext uri="{FF2B5EF4-FFF2-40B4-BE49-F238E27FC236}">
                    <a16:creationId xmlns:a16="http://schemas.microsoft.com/office/drawing/2014/main" id="{6702FACF-EC35-C0AA-CC59-FEB969DAAAC1}"/>
                  </a:ext>
                </a:extLst>
              </p:cNvPr>
              <p:cNvSpPr/>
              <p:nvPr/>
            </p:nvSpPr>
            <p:spPr>
              <a:xfrm>
                <a:off x="2483768" y="2072547"/>
                <a:ext cx="135329" cy="276333"/>
              </a:xfrm>
              <a:custGeom>
                <a:avLst/>
                <a:gdLst/>
                <a:ahLst/>
                <a:cxnLst/>
                <a:rect l="0" t="0" r="0" b="0"/>
                <a:pathLst>
                  <a:path w="154399" h="255843">
                    <a:moveTo>
                      <a:pt x="154399" y="0"/>
                    </a:moveTo>
                    <a:lnTo>
                      <a:pt x="0" y="255843"/>
                    </a:lnTo>
                  </a:path>
                </a:pathLst>
              </a:custGeom>
              <a:ln w="1355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34" name="pl4738">
                <a:extLst>
                  <a:ext uri="{FF2B5EF4-FFF2-40B4-BE49-F238E27FC236}">
                    <a16:creationId xmlns:a16="http://schemas.microsoft.com/office/drawing/2014/main" id="{DF9A455F-BF3C-F884-E52A-951DD27DC620}"/>
                  </a:ext>
                </a:extLst>
              </p:cNvPr>
              <p:cNvSpPr/>
              <p:nvPr/>
            </p:nvSpPr>
            <p:spPr>
              <a:xfrm>
                <a:off x="2411760" y="2348880"/>
                <a:ext cx="360040" cy="45719"/>
              </a:xfrm>
              <a:custGeom>
                <a:avLst/>
                <a:gdLst/>
                <a:ahLst/>
                <a:cxnLst/>
                <a:rect l="0" t="0" r="0" b="0"/>
                <a:pathLst>
                  <a:path w="292593" h="96699">
                    <a:moveTo>
                      <a:pt x="292593" y="0"/>
                    </a:moveTo>
                    <a:lnTo>
                      <a:pt x="0" y="96699"/>
                    </a:lnTo>
                  </a:path>
                </a:pathLst>
              </a:custGeom>
              <a:ln w="1355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35" name="pg4737">
                <a:extLst>
                  <a:ext uri="{FF2B5EF4-FFF2-40B4-BE49-F238E27FC236}">
                    <a16:creationId xmlns:a16="http://schemas.microsoft.com/office/drawing/2014/main" id="{17884BAC-220C-5F29-1C69-5845EB9AED15}"/>
                  </a:ext>
                </a:extLst>
              </p:cNvPr>
              <p:cNvSpPr/>
              <p:nvPr/>
            </p:nvSpPr>
            <p:spPr>
              <a:xfrm>
                <a:off x="2325651" y="2220369"/>
                <a:ext cx="158117" cy="136934"/>
              </a:xfrm>
              <a:custGeom>
                <a:avLst/>
                <a:gdLst/>
                <a:ahLst/>
                <a:cxnLst/>
                <a:rect l="0" t="0" r="0" b="0"/>
                <a:pathLst>
                  <a:path w="158117" h="136934">
                    <a:moveTo>
                      <a:pt x="79058" y="0"/>
                    </a:moveTo>
                    <a:lnTo>
                      <a:pt x="158117" y="136934"/>
                    </a:lnTo>
                    <a:lnTo>
                      <a:pt x="0" y="136934"/>
                    </a:lnTo>
                    <a:close/>
                  </a:path>
                </a:pathLst>
              </a:custGeom>
              <a:solidFill>
                <a:srgbClr val="FF1493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36" name="pl4740">
                <a:extLst>
                  <a:ext uri="{FF2B5EF4-FFF2-40B4-BE49-F238E27FC236}">
                    <a16:creationId xmlns:a16="http://schemas.microsoft.com/office/drawing/2014/main" id="{0EBA2664-98FE-5268-453D-7B9F74387BF6}"/>
                  </a:ext>
                </a:extLst>
              </p:cNvPr>
              <p:cNvSpPr/>
              <p:nvPr/>
            </p:nvSpPr>
            <p:spPr>
              <a:xfrm>
                <a:off x="2267744" y="2298038"/>
                <a:ext cx="144016" cy="194858"/>
              </a:xfrm>
              <a:custGeom>
                <a:avLst/>
                <a:gdLst/>
                <a:ahLst/>
                <a:cxnLst/>
                <a:rect l="0" t="0" r="0" b="0"/>
                <a:pathLst>
                  <a:path w="154399" h="255843">
                    <a:moveTo>
                      <a:pt x="154399" y="0"/>
                    </a:moveTo>
                    <a:lnTo>
                      <a:pt x="0" y="255843"/>
                    </a:lnTo>
                  </a:path>
                </a:pathLst>
              </a:custGeom>
              <a:ln w="1355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37" name="pg4743">
                <a:extLst>
                  <a:ext uri="{FF2B5EF4-FFF2-40B4-BE49-F238E27FC236}">
                    <a16:creationId xmlns:a16="http://schemas.microsoft.com/office/drawing/2014/main" id="{A1B46220-B3D9-3A29-424B-501DA4B648F3}"/>
                  </a:ext>
                </a:extLst>
              </p:cNvPr>
              <p:cNvSpPr/>
              <p:nvPr/>
            </p:nvSpPr>
            <p:spPr>
              <a:xfrm>
                <a:off x="2585253" y="1597680"/>
                <a:ext cx="718078" cy="194858"/>
              </a:xfrm>
              <a:custGeom>
                <a:avLst/>
                <a:gdLst/>
                <a:ahLst/>
                <a:cxnLst/>
                <a:rect l="0" t="0" r="0" b="0"/>
                <a:pathLst>
                  <a:path w="718078" h="194858">
                    <a:moveTo>
                      <a:pt x="27431" y="194858"/>
                    </a:moveTo>
                    <a:lnTo>
                      <a:pt x="690646" y="194858"/>
                    </a:lnTo>
                    <a:lnTo>
                      <a:pt x="689541" y="194836"/>
                    </a:lnTo>
                    <a:lnTo>
                      <a:pt x="693952" y="194658"/>
                    </a:lnTo>
                    <a:lnTo>
                      <a:pt x="698278" y="193775"/>
                    </a:lnTo>
                    <a:lnTo>
                      <a:pt x="702406" y="192210"/>
                    </a:lnTo>
                    <a:lnTo>
                      <a:pt x="706229" y="190002"/>
                    </a:lnTo>
                    <a:lnTo>
                      <a:pt x="709649" y="187210"/>
                    </a:lnTo>
                    <a:lnTo>
                      <a:pt x="712576" y="183906"/>
                    </a:lnTo>
                    <a:lnTo>
                      <a:pt x="714936" y="180174"/>
                    </a:lnTo>
                    <a:lnTo>
                      <a:pt x="716666" y="176113"/>
                    </a:lnTo>
                    <a:lnTo>
                      <a:pt x="717723" y="171827"/>
                    </a:lnTo>
                    <a:lnTo>
                      <a:pt x="718078" y="167426"/>
                    </a:lnTo>
                    <a:lnTo>
                      <a:pt x="718078" y="27431"/>
                    </a:lnTo>
                    <a:lnTo>
                      <a:pt x="717723" y="23031"/>
                    </a:lnTo>
                    <a:lnTo>
                      <a:pt x="716666" y="18745"/>
                    </a:lnTo>
                    <a:lnTo>
                      <a:pt x="714936" y="14683"/>
                    </a:lnTo>
                    <a:lnTo>
                      <a:pt x="712576" y="10952"/>
                    </a:lnTo>
                    <a:lnTo>
                      <a:pt x="709649" y="7647"/>
                    </a:lnTo>
                    <a:lnTo>
                      <a:pt x="706229" y="4855"/>
                    </a:lnTo>
                    <a:lnTo>
                      <a:pt x="702406" y="2648"/>
                    </a:lnTo>
                    <a:lnTo>
                      <a:pt x="698278" y="1083"/>
                    </a:lnTo>
                    <a:lnTo>
                      <a:pt x="693952" y="200"/>
                    </a:lnTo>
                    <a:lnTo>
                      <a:pt x="690646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5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1"/>
                    </a:lnTo>
                    <a:lnTo>
                      <a:pt x="0" y="167426"/>
                    </a:lnTo>
                    <a:lnTo>
                      <a:pt x="88" y="165219"/>
                    </a:lnTo>
                    <a:lnTo>
                      <a:pt x="88" y="169633"/>
                    </a:lnTo>
                    <a:lnTo>
                      <a:pt x="797" y="173991"/>
                    </a:lnTo>
                    <a:lnTo>
                      <a:pt x="2195" y="178179"/>
                    </a:lnTo>
                    <a:lnTo>
                      <a:pt x="4246" y="182088"/>
                    </a:lnTo>
                    <a:lnTo>
                      <a:pt x="6898" y="185617"/>
                    </a:lnTo>
                    <a:lnTo>
                      <a:pt x="10082" y="188675"/>
                    </a:lnTo>
                    <a:lnTo>
                      <a:pt x="13715" y="191183"/>
                    </a:lnTo>
                    <a:lnTo>
                      <a:pt x="17704" y="193076"/>
                    </a:lnTo>
                    <a:lnTo>
                      <a:pt x="21944" y="194304"/>
                    </a:lnTo>
                    <a:lnTo>
                      <a:pt x="26327" y="194836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38" name="pg4745">
                <a:extLst>
                  <a:ext uri="{FF2B5EF4-FFF2-40B4-BE49-F238E27FC236}">
                    <a16:creationId xmlns:a16="http://schemas.microsoft.com/office/drawing/2014/main" id="{39DB904D-26E1-7200-EE02-AF9D4B43445A}"/>
                  </a:ext>
                </a:extLst>
              </p:cNvPr>
              <p:cNvSpPr/>
              <p:nvPr/>
            </p:nvSpPr>
            <p:spPr>
              <a:xfrm>
                <a:off x="2555776" y="1916832"/>
                <a:ext cx="742035" cy="194858"/>
              </a:xfrm>
              <a:custGeom>
                <a:avLst/>
                <a:gdLst/>
                <a:ahLst/>
                <a:cxnLst/>
                <a:rect l="0" t="0" r="0" b="0"/>
                <a:pathLst>
                  <a:path w="742035" h="194858">
                    <a:moveTo>
                      <a:pt x="27431" y="194858"/>
                    </a:moveTo>
                    <a:lnTo>
                      <a:pt x="714603" y="194858"/>
                    </a:lnTo>
                    <a:lnTo>
                      <a:pt x="713499" y="194836"/>
                    </a:lnTo>
                    <a:lnTo>
                      <a:pt x="717910" y="194658"/>
                    </a:lnTo>
                    <a:lnTo>
                      <a:pt x="722235" y="193775"/>
                    </a:lnTo>
                    <a:lnTo>
                      <a:pt x="726363" y="192210"/>
                    </a:lnTo>
                    <a:lnTo>
                      <a:pt x="730186" y="190002"/>
                    </a:lnTo>
                    <a:lnTo>
                      <a:pt x="733606" y="187210"/>
                    </a:lnTo>
                    <a:lnTo>
                      <a:pt x="736533" y="183906"/>
                    </a:lnTo>
                    <a:lnTo>
                      <a:pt x="738893" y="180174"/>
                    </a:lnTo>
                    <a:lnTo>
                      <a:pt x="740623" y="176113"/>
                    </a:lnTo>
                    <a:lnTo>
                      <a:pt x="741680" y="171827"/>
                    </a:lnTo>
                    <a:lnTo>
                      <a:pt x="742035" y="167426"/>
                    </a:lnTo>
                    <a:lnTo>
                      <a:pt x="742035" y="27431"/>
                    </a:lnTo>
                    <a:lnTo>
                      <a:pt x="741680" y="23031"/>
                    </a:lnTo>
                    <a:lnTo>
                      <a:pt x="740623" y="18745"/>
                    </a:lnTo>
                    <a:lnTo>
                      <a:pt x="738893" y="14683"/>
                    </a:lnTo>
                    <a:lnTo>
                      <a:pt x="736533" y="10952"/>
                    </a:lnTo>
                    <a:lnTo>
                      <a:pt x="733606" y="7647"/>
                    </a:lnTo>
                    <a:lnTo>
                      <a:pt x="730186" y="4855"/>
                    </a:lnTo>
                    <a:lnTo>
                      <a:pt x="726363" y="2648"/>
                    </a:lnTo>
                    <a:lnTo>
                      <a:pt x="722235" y="1083"/>
                    </a:lnTo>
                    <a:lnTo>
                      <a:pt x="717910" y="200"/>
                    </a:lnTo>
                    <a:lnTo>
                      <a:pt x="714603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5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1"/>
                    </a:lnTo>
                    <a:lnTo>
                      <a:pt x="0" y="167426"/>
                    </a:lnTo>
                    <a:lnTo>
                      <a:pt x="88" y="165219"/>
                    </a:lnTo>
                    <a:lnTo>
                      <a:pt x="88" y="169633"/>
                    </a:lnTo>
                    <a:lnTo>
                      <a:pt x="797" y="173991"/>
                    </a:lnTo>
                    <a:lnTo>
                      <a:pt x="2195" y="178179"/>
                    </a:lnTo>
                    <a:lnTo>
                      <a:pt x="4246" y="182088"/>
                    </a:lnTo>
                    <a:lnTo>
                      <a:pt x="6898" y="185617"/>
                    </a:lnTo>
                    <a:lnTo>
                      <a:pt x="10082" y="188675"/>
                    </a:lnTo>
                    <a:lnTo>
                      <a:pt x="13715" y="191183"/>
                    </a:lnTo>
                    <a:lnTo>
                      <a:pt x="17704" y="193076"/>
                    </a:lnTo>
                    <a:lnTo>
                      <a:pt x="21944" y="194304"/>
                    </a:lnTo>
                    <a:lnTo>
                      <a:pt x="26327" y="194836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39" name="pg4741">
                <a:extLst>
                  <a:ext uri="{FF2B5EF4-FFF2-40B4-BE49-F238E27FC236}">
                    <a16:creationId xmlns:a16="http://schemas.microsoft.com/office/drawing/2014/main" id="{65E5CEDD-2D0F-F275-7F3F-83BADEEC72D7}"/>
                  </a:ext>
                </a:extLst>
              </p:cNvPr>
              <p:cNvSpPr/>
              <p:nvPr/>
            </p:nvSpPr>
            <p:spPr>
              <a:xfrm>
                <a:off x="2771800" y="2204864"/>
                <a:ext cx="576064" cy="194858"/>
              </a:xfrm>
              <a:custGeom>
                <a:avLst/>
                <a:gdLst/>
                <a:ahLst/>
                <a:cxnLst/>
                <a:rect l="0" t="0" r="0" b="0"/>
                <a:pathLst>
                  <a:path w="570585" h="194858">
                    <a:moveTo>
                      <a:pt x="27431" y="194858"/>
                    </a:moveTo>
                    <a:lnTo>
                      <a:pt x="543153" y="194858"/>
                    </a:lnTo>
                    <a:lnTo>
                      <a:pt x="542049" y="194836"/>
                    </a:lnTo>
                    <a:lnTo>
                      <a:pt x="546460" y="194658"/>
                    </a:lnTo>
                    <a:lnTo>
                      <a:pt x="550785" y="193775"/>
                    </a:lnTo>
                    <a:lnTo>
                      <a:pt x="554913" y="192210"/>
                    </a:lnTo>
                    <a:lnTo>
                      <a:pt x="558736" y="190002"/>
                    </a:lnTo>
                    <a:lnTo>
                      <a:pt x="562156" y="187210"/>
                    </a:lnTo>
                    <a:lnTo>
                      <a:pt x="565083" y="183906"/>
                    </a:lnTo>
                    <a:lnTo>
                      <a:pt x="567443" y="180174"/>
                    </a:lnTo>
                    <a:lnTo>
                      <a:pt x="569173" y="176113"/>
                    </a:lnTo>
                    <a:lnTo>
                      <a:pt x="570230" y="171827"/>
                    </a:lnTo>
                    <a:lnTo>
                      <a:pt x="570585" y="167426"/>
                    </a:lnTo>
                    <a:lnTo>
                      <a:pt x="570585" y="27431"/>
                    </a:lnTo>
                    <a:lnTo>
                      <a:pt x="570230" y="23031"/>
                    </a:lnTo>
                    <a:lnTo>
                      <a:pt x="569173" y="18745"/>
                    </a:lnTo>
                    <a:lnTo>
                      <a:pt x="567443" y="14683"/>
                    </a:lnTo>
                    <a:lnTo>
                      <a:pt x="565083" y="10952"/>
                    </a:lnTo>
                    <a:lnTo>
                      <a:pt x="562156" y="7647"/>
                    </a:lnTo>
                    <a:lnTo>
                      <a:pt x="558736" y="4855"/>
                    </a:lnTo>
                    <a:lnTo>
                      <a:pt x="554913" y="2648"/>
                    </a:lnTo>
                    <a:lnTo>
                      <a:pt x="550785" y="1083"/>
                    </a:lnTo>
                    <a:lnTo>
                      <a:pt x="546460" y="200"/>
                    </a:lnTo>
                    <a:lnTo>
                      <a:pt x="543153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5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1"/>
                    </a:lnTo>
                    <a:lnTo>
                      <a:pt x="0" y="167426"/>
                    </a:lnTo>
                    <a:lnTo>
                      <a:pt x="88" y="165219"/>
                    </a:lnTo>
                    <a:lnTo>
                      <a:pt x="88" y="169633"/>
                    </a:lnTo>
                    <a:lnTo>
                      <a:pt x="797" y="173991"/>
                    </a:lnTo>
                    <a:lnTo>
                      <a:pt x="2195" y="178179"/>
                    </a:lnTo>
                    <a:lnTo>
                      <a:pt x="4246" y="182088"/>
                    </a:lnTo>
                    <a:lnTo>
                      <a:pt x="6898" y="185617"/>
                    </a:lnTo>
                    <a:lnTo>
                      <a:pt x="10082" y="188675"/>
                    </a:lnTo>
                    <a:lnTo>
                      <a:pt x="13715" y="191183"/>
                    </a:lnTo>
                    <a:lnTo>
                      <a:pt x="17704" y="193076"/>
                    </a:lnTo>
                    <a:lnTo>
                      <a:pt x="21944" y="194304"/>
                    </a:lnTo>
                    <a:lnTo>
                      <a:pt x="26327" y="194836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/>
              </a:p>
            </p:txBody>
          </p:sp>
          <p:sp>
            <p:nvSpPr>
              <p:cNvPr id="4740" name="pg4741">
                <a:extLst>
                  <a:ext uri="{FF2B5EF4-FFF2-40B4-BE49-F238E27FC236}">
                    <a16:creationId xmlns:a16="http://schemas.microsoft.com/office/drawing/2014/main" id="{81860042-B221-F889-2393-415CB1E3A394}"/>
                  </a:ext>
                </a:extLst>
              </p:cNvPr>
              <p:cNvSpPr/>
              <p:nvPr/>
            </p:nvSpPr>
            <p:spPr>
              <a:xfrm>
                <a:off x="2195736" y="2492896"/>
                <a:ext cx="792088" cy="194858"/>
              </a:xfrm>
              <a:custGeom>
                <a:avLst/>
                <a:gdLst/>
                <a:ahLst/>
                <a:cxnLst/>
                <a:rect l="0" t="0" r="0" b="0"/>
                <a:pathLst>
                  <a:path w="570585" h="194858">
                    <a:moveTo>
                      <a:pt x="27431" y="194858"/>
                    </a:moveTo>
                    <a:lnTo>
                      <a:pt x="543153" y="194858"/>
                    </a:lnTo>
                    <a:lnTo>
                      <a:pt x="542049" y="194836"/>
                    </a:lnTo>
                    <a:lnTo>
                      <a:pt x="546460" y="194658"/>
                    </a:lnTo>
                    <a:lnTo>
                      <a:pt x="550785" y="193775"/>
                    </a:lnTo>
                    <a:lnTo>
                      <a:pt x="554913" y="192210"/>
                    </a:lnTo>
                    <a:lnTo>
                      <a:pt x="558736" y="190002"/>
                    </a:lnTo>
                    <a:lnTo>
                      <a:pt x="562156" y="187210"/>
                    </a:lnTo>
                    <a:lnTo>
                      <a:pt x="565083" y="183906"/>
                    </a:lnTo>
                    <a:lnTo>
                      <a:pt x="567443" y="180174"/>
                    </a:lnTo>
                    <a:lnTo>
                      <a:pt x="569173" y="176113"/>
                    </a:lnTo>
                    <a:lnTo>
                      <a:pt x="570230" y="171827"/>
                    </a:lnTo>
                    <a:lnTo>
                      <a:pt x="570585" y="167426"/>
                    </a:lnTo>
                    <a:lnTo>
                      <a:pt x="570585" y="27431"/>
                    </a:lnTo>
                    <a:lnTo>
                      <a:pt x="570230" y="23031"/>
                    </a:lnTo>
                    <a:lnTo>
                      <a:pt x="569173" y="18745"/>
                    </a:lnTo>
                    <a:lnTo>
                      <a:pt x="567443" y="14683"/>
                    </a:lnTo>
                    <a:lnTo>
                      <a:pt x="565083" y="10952"/>
                    </a:lnTo>
                    <a:lnTo>
                      <a:pt x="562156" y="7647"/>
                    </a:lnTo>
                    <a:lnTo>
                      <a:pt x="558736" y="4855"/>
                    </a:lnTo>
                    <a:lnTo>
                      <a:pt x="554913" y="2648"/>
                    </a:lnTo>
                    <a:lnTo>
                      <a:pt x="550785" y="1083"/>
                    </a:lnTo>
                    <a:lnTo>
                      <a:pt x="546460" y="200"/>
                    </a:lnTo>
                    <a:lnTo>
                      <a:pt x="543153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5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1"/>
                    </a:lnTo>
                    <a:lnTo>
                      <a:pt x="0" y="167426"/>
                    </a:lnTo>
                    <a:lnTo>
                      <a:pt x="88" y="165219"/>
                    </a:lnTo>
                    <a:lnTo>
                      <a:pt x="88" y="169633"/>
                    </a:lnTo>
                    <a:lnTo>
                      <a:pt x="797" y="173991"/>
                    </a:lnTo>
                    <a:lnTo>
                      <a:pt x="2195" y="178179"/>
                    </a:lnTo>
                    <a:lnTo>
                      <a:pt x="4246" y="182088"/>
                    </a:lnTo>
                    <a:lnTo>
                      <a:pt x="6898" y="185617"/>
                    </a:lnTo>
                    <a:lnTo>
                      <a:pt x="10082" y="188675"/>
                    </a:lnTo>
                    <a:lnTo>
                      <a:pt x="13715" y="191183"/>
                    </a:lnTo>
                    <a:lnTo>
                      <a:pt x="17704" y="193076"/>
                    </a:lnTo>
                    <a:lnTo>
                      <a:pt x="21944" y="194304"/>
                    </a:lnTo>
                    <a:lnTo>
                      <a:pt x="26327" y="194836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085" dirty="0"/>
              </a:p>
            </p:txBody>
          </p:sp>
          <p:sp>
            <p:nvSpPr>
              <p:cNvPr id="4741" name="tx4744">
                <a:extLst>
                  <a:ext uri="{FF2B5EF4-FFF2-40B4-BE49-F238E27FC236}">
                    <a16:creationId xmlns:a16="http://schemas.microsoft.com/office/drawing/2014/main" id="{75144F07-EA97-01FA-C57C-9B67B0BBF654}"/>
                  </a:ext>
                </a:extLst>
              </p:cNvPr>
              <p:cNvSpPr/>
              <p:nvPr/>
            </p:nvSpPr>
            <p:spPr>
              <a:xfrm>
                <a:off x="2630973" y="1643400"/>
                <a:ext cx="626638" cy="103418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365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S1</a:t>
                </a:r>
                <a:r>
                  <a:rPr lang="en-US" sz="1365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-</a:t>
                </a:r>
                <a:r>
                  <a:rPr sz="1365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LOLA</a:t>
                </a:r>
              </a:p>
            </p:txBody>
          </p:sp>
          <p:sp>
            <p:nvSpPr>
              <p:cNvPr id="4742" name="tx4746">
                <a:extLst>
                  <a:ext uri="{FF2B5EF4-FFF2-40B4-BE49-F238E27FC236}">
                    <a16:creationId xmlns:a16="http://schemas.microsoft.com/office/drawing/2014/main" id="{002CD93C-C9B1-2130-B24D-5A3F6C53F847}"/>
                  </a:ext>
                </a:extLst>
              </p:cNvPr>
              <p:cNvSpPr/>
              <p:nvPr/>
            </p:nvSpPr>
            <p:spPr>
              <a:xfrm>
                <a:off x="2555777" y="1957430"/>
                <a:ext cx="720079" cy="103418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365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S2</a:t>
                </a:r>
                <a:r>
                  <a:rPr lang="en-US" sz="1365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-</a:t>
                </a:r>
                <a:r>
                  <a:rPr sz="1365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DEBY</a:t>
                </a:r>
              </a:p>
            </p:txBody>
          </p:sp>
          <p:sp>
            <p:nvSpPr>
              <p:cNvPr id="4743" name="tx4742">
                <a:extLst>
                  <a:ext uri="{FF2B5EF4-FFF2-40B4-BE49-F238E27FC236}">
                    <a16:creationId xmlns:a16="http://schemas.microsoft.com/office/drawing/2014/main" id="{8B48FEE2-3E89-D38D-15E4-B588CD239D1A}"/>
                  </a:ext>
                </a:extLst>
              </p:cNvPr>
              <p:cNvSpPr/>
              <p:nvPr/>
            </p:nvSpPr>
            <p:spPr>
              <a:xfrm>
                <a:off x="2796711" y="2245462"/>
                <a:ext cx="551153" cy="103418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365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W4</a:t>
                </a:r>
                <a:r>
                  <a:rPr lang="en-US" sz="1365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-</a:t>
                </a:r>
                <a:r>
                  <a:rPr sz="1365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VA</a:t>
                </a:r>
              </a:p>
            </p:txBody>
          </p:sp>
          <p:sp>
            <p:nvSpPr>
              <p:cNvPr id="4744" name="tx4742">
                <a:extLst>
                  <a:ext uri="{FF2B5EF4-FFF2-40B4-BE49-F238E27FC236}">
                    <a16:creationId xmlns:a16="http://schemas.microsoft.com/office/drawing/2014/main" id="{A9647A37-1814-E101-CB81-694C6A12384A}"/>
                  </a:ext>
                </a:extLst>
              </p:cNvPr>
              <p:cNvSpPr/>
              <p:nvPr/>
            </p:nvSpPr>
            <p:spPr>
              <a:xfrm>
                <a:off x="2316203" y="2538616"/>
                <a:ext cx="551153" cy="103418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lang="en-US" sz="1365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York River</a:t>
                </a:r>
                <a:endParaRPr sz="1365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endParaRPr>
              </a:p>
            </p:txBody>
          </p:sp>
        </p:grpSp>
        <p:sp>
          <p:nvSpPr>
            <p:cNvPr id="4721" name="tx4051">
              <a:extLst>
                <a:ext uri="{FF2B5EF4-FFF2-40B4-BE49-F238E27FC236}">
                  <a16:creationId xmlns:a16="http://schemas.microsoft.com/office/drawing/2014/main" id="{A73471CB-2F92-E7D4-B5E7-7AA4E0C434F6}"/>
                </a:ext>
              </a:extLst>
            </p:cNvPr>
            <p:cNvSpPr/>
            <p:nvPr/>
          </p:nvSpPr>
          <p:spPr>
            <a:xfrm>
              <a:off x="2959622" y="1264294"/>
              <a:ext cx="3750393" cy="19641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2520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</a:t>
              </a:r>
              <a:r>
                <a:rPr lang="en-US" sz="2520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</a:t>
              </a:r>
              <a:r>
                <a:rPr sz="2520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) Environmental Distance to </a:t>
              </a:r>
            </a:p>
          </p:txBody>
        </p:sp>
        <p:sp>
          <p:nvSpPr>
            <p:cNvPr id="4722" name="tx4052">
              <a:extLst>
                <a:ext uri="{FF2B5EF4-FFF2-40B4-BE49-F238E27FC236}">
                  <a16:creationId xmlns:a16="http://schemas.microsoft.com/office/drawing/2014/main" id="{98FB3A2D-B54A-FD53-1F22-8EC43581E948}"/>
                </a:ext>
              </a:extLst>
            </p:cNvPr>
            <p:cNvSpPr/>
            <p:nvPr/>
          </p:nvSpPr>
          <p:spPr>
            <a:xfrm>
              <a:off x="3328486" y="1560560"/>
              <a:ext cx="1158728" cy="19641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lang="en-US" sz="2520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York River</a:t>
              </a:r>
              <a:endParaRPr sz="2520" dirty="0">
                <a:solidFill>
                  <a:srgbClr val="000000">
                    <a:alpha val="100000"/>
                  </a:srgbClr>
                </a:solidFill>
                <a:latin typeface="Arial"/>
                <a:cs typeface="Arial"/>
              </a:endParaRP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170</TotalTime>
  <Words>779</Words>
  <Application>Microsoft Macintosh PowerPoint</Application>
  <PresentationFormat>Custom</PresentationFormat>
  <Paragraphs>534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Symbol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>Camille Rumberger</cp:lastModifiedBy>
  <cp:revision>7</cp:revision>
  <dcterms:created xsi:type="dcterms:W3CDTF">2017-02-13T16:18:36Z</dcterms:created>
  <dcterms:modified xsi:type="dcterms:W3CDTF">2026-05-06T16:39:31Z</dcterms:modified>
  <cp:category/>
</cp:coreProperties>
</file>